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6210" autoAdjust="0"/>
  </p:normalViewPr>
  <p:slideViewPr>
    <p:cSldViewPr snapToGrid="0">
      <p:cViewPr varScale="1">
        <p:scale>
          <a:sx n="106" d="100"/>
          <a:sy n="106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6FAB-5B13-896D-D363-4577CBBB4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6CFD0-0C16-93B7-0310-BA31EE3BC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7E1A7-73BE-B818-00CE-1FB99DF9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796A2-C06C-EF06-6C6F-DE480528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E7C9C-46C8-52EF-12EF-B7946B86F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2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D0D2C-E24C-4DF6-3631-2222B7E49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8876E-C713-737F-5D65-844126694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B669A-A410-7BED-91C8-B149D779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3EB79-3BBB-66B1-8EA0-CA24BE122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0E9EC-1311-8DC2-4826-E896CBB9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97A26-FFD6-DA8A-55CE-27985089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73A1D-3623-E341-5D3E-A431CFEFD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DC868-9E39-69F3-1FF4-FA0215DB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18D55-FB48-C939-4CA3-8E4033D0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6AF12-00B0-56D9-549E-8BFA7805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7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9C57-1739-40BE-2DB5-0B48AE7D5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00A23-44F5-3E51-0DAD-FF15B227B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D86C5-2035-B022-5502-1238A484B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B1DCF-3C4E-BE13-8635-A392ED6F1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EFD93-EB36-5CF4-F52C-73810E1A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B3226-9415-12AF-07DA-B5C3CB7E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61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0C40-F9D8-45D0-F138-F48AF840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212B1-9118-6339-FADD-8A92C7AAE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BAB35-535A-23C3-2E1F-D85FCDA8A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9EA84A-BC1A-7DBE-DC8F-376B16513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CE317-9A4A-BF92-B990-E1A931E69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4FD312-0A08-BE30-EF6D-8414675B1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D98F0-AEAE-30BF-BB96-A040297D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8D561-1901-917D-99D3-3766922B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0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F69C-7E68-726D-1B06-21FE7839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31FE5-20FF-3F57-B28D-06300D3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25ECB-2519-24A3-4E0A-02D89E86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EFC96-EF79-76E8-43E2-55128466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2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AF545-D1A3-0733-722C-DF39F8D15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25C65-4F4E-9031-7FF4-BFA17909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AE213-68A7-FFDB-D224-C3E052E33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64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5CD60-9432-95A6-68EC-28D4B68D2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FA09D-5FE5-7607-5CBA-061FB0998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E7F4C-C7D7-937B-1EF0-5A0483FFF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378CC-B042-B028-7059-A0044923B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C3967-A675-4900-2F40-D0EE3C1F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2E663-CE6B-63AF-D945-F5780020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2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E3A7-8D1C-970D-F524-8E1D5BBB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01CFA-14BC-EA22-9556-522543C74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655BA-FB24-96B1-8850-F1E0BED3F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1D9CF-A7FC-2E68-9C22-62DD559B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DE15-3DDB-E7D1-8E62-A7B05530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1B0EA-8CE9-BF55-9A0E-CFFF59CB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6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0DE8-4141-B8CD-2E13-AD85DB5F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0FCBC-FC71-97C7-4EB4-2287046B5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B3D89-383C-115C-631E-B4EEB344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00813-1332-6BC7-6D19-252195C6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273EA-3F47-3429-3681-CFE9ADECD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6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51D09-EBD3-2303-109C-6AA15C639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31CC4-481A-A2F3-6CAF-C584B7FE9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50E20-AB72-901B-8EB4-C460BD790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37D6C-82E5-8967-F784-4243F98B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5A30F-5C1C-6923-6BB9-D3392950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18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BE79D-73AE-24A7-8B7B-D0EFF70F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9FE90-E5C4-5971-07FD-62FB45896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6C9DE-DCC8-C57A-3847-51C10DB43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750CF-69B8-4A79-A59C-12BC96DDB93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EE023-3BC8-D2A0-95F1-ED005B08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C3A5C-C3DA-4370-D644-1D2450EDC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148E9-7458-4BEE-B36E-AA498E4ED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3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79EB1B-6E07-5EEE-EC8B-B76AA89DB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43" y="1727097"/>
            <a:ext cx="4610743" cy="32770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D91F60-6E8D-5392-B36A-D5BA97352332}"/>
              </a:ext>
            </a:extLst>
          </p:cNvPr>
          <p:cNvSpPr txBox="1"/>
          <p:nvPr/>
        </p:nvSpPr>
        <p:spPr>
          <a:xfrm>
            <a:off x="1186004" y="1267485"/>
            <a:ext cx="388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Monitoring recs unmatched with </a:t>
            </a:r>
            <a:r>
              <a:rPr lang="en-US" sz="1400" dirty="0" err="1"/>
              <a:t>p_gps_pts</a:t>
            </a:r>
            <a:r>
              <a:rPr lang="en-US" sz="14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DC4500-D4F5-1B2C-3555-1767960B3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727" y="1258391"/>
            <a:ext cx="3896269" cy="4953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F0BEE4-35FB-907E-6845-2623813284AD}"/>
              </a:ext>
            </a:extLst>
          </p:cNvPr>
          <p:cNvSpPr txBox="1"/>
          <p:nvPr/>
        </p:nvSpPr>
        <p:spPr>
          <a:xfrm>
            <a:off x="7109727" y="786142"/>
            <a:ext cx="388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p_gps_pts</a:t>
            </a:r>
            <a:r>
              <a:rPr lang="en-US" sz="1400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A3C746-D7A8-84C1-A7E0-21D276C9840E}"/>
              </a:ext>
            </a:extLst>
          </p:cNvPr>
          <p:cNvSpPr/>
          <p:nvPr/>
        </p:nvSpPr>
        <p:spPr>
          <a:xfrm>
            <a:off x="7251826" y="4092166"/>
            <a:ext cx="3539905" cy="615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57D6B9-AB37-F2D2-06C9-EB97F2F972D6}"/>
              </a:ext>
            </a:extLst>
          </p:cNvPr>
          <p:cNvCxnSpPr/>
          <p:nvPr/>
        </p:nvCxnSpPr>
        <p:spPr>
          <a:xfrm>
            <a:off x="5604095" y="2362956"/>
            <a:ext cx="1505632" cy="20370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5CEB1410-6BC8-D8C1-F709-4BBC9D2C9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2830" y="2679827"/>
            <a:ext cx="236899" cy="2368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7FA898A-ADB1-BD7A-6D32-D651D2ED7604}"/>
              </a:ext>
            </a:extLst>
          </p:cNvPr>
          <p:cNvSpPr/>
          <p:nvPr/>
        </p:nvSpPr>
        <p:spPr>
          <a:xfrm>
            <a:off x="6973229" y="4907019"/>
            <a:ext cx="4610743" cy="4616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439DD9-9643-50C2-9B46-A94D02FA73D1}"/>
              </a:ext>
            </a:extLst>
          </p:cNvPr>
          <p:cNvCxnSpPr/>
          <p:nvPr/>
        </p:nvCxnSpPr>
        <p:spPr>
          <a:xfrm>
            <a:off x="5604095" y="3648547"/>
            <a:ext cx="1213164" cy="143044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F02E598-D5C0-6007-CF23-974E2CD1FDD7}"/>
              </a:ext>
            </a:extLst>
          </p:cNvPr>
          <p:cNvSpPr/>
          <p:nvPr/>
        </p:nvSpPr>
        <p:spPr>
          <a:xfrm>
            <a:off x="525101" y="2916726"/>
            <a:ext cx="4864729" cy="1401777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2AC38F-7129-62B3-D454-E212F4D7F97C}"/>
              </a:ext>
            </a:extLst>
          </p:cNvPr>
          <p:cNvSpPr/>
          <p:nvPr/>
        </p:nvSpPr>
        <p:spPr>
          <a:xfrm>
            <a:off x="555018" y="2018172"/>
            <a:ext cx="4864729" cy="661656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5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 Dowty</dc:creator>
  <cp:lastModifiedBy>Pete Dowty</cp:lastModifiedBy>
  <cp:revision>1</cp:revision>
  <dcterms:created xsi:type="dcterms:W3CDTF">2026-07-08T23:26:10Z</dcterms:created>
  <dcterms:modified xsi:type="dcterms:W3CDTF">2026-07-08T23:53:21Z</dcterms:modified>
</cp:coreProperties>
</file>