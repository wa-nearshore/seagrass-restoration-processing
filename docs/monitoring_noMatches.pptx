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A455924-F6A1-4942-9F87-A07E1BC0E535}" v="1" dt="2026-07-09T14:03:19.26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4" autoAdjust="0"/>
    <p:restoredTop sz="96210" autoAdjust="0"/>
  </p:normalViewPr>
  <p:slideViewPr>
    <p:cSldViewPr snapToGrid="0">
      <p:cViewPr varScale="1">
        <p:scale>
          <a:sx n="106" d="100"/>
          <a:sy n="106" d="100"/>
        </p:scale>
        <p:origin x="4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E9054DD1-CDF4-4BE2-A4C5-BD4B0395A89E}"/>
    <pc:docChg chg="undo custSel modSld">
      <pc:chgData name="DOWTY, PETER (DNR)" userId="01cf875a-4e15-4928-8f93-7a0dfa1efb6b" providerId="ADAL" clId="{E9054DD1-CDF4-4BE2-A4C5-BD4B0395A89E}" dt="2026-07-09T15:26:09.825" v="222" actId="1076"/>
      <pc:docMkLst>
        <pc:docMk/>
      </pc:docMkLst>
      <pc:sldChg chg="addSp delSp modSp mod">
        <pc:chgData name="DOWTY, PETER (DNR)" userId="01cf875a-4e15-4928-8f93-7a0dfa1efb6b" providerId="ADAL" clId="{E9054DD1-CDF4-4BE2-A4C5-BD4B0395A89E}" dt="2026-07-09T15:26:09.825" v="222" actId="1076"/>
        <pc:sldMkLst>
          <pc:docMk/>
          <pc:sldMk cId="1915551359" sldId="256"/>
        </pc:sldMkLst>
        <pc:spChg chg="add del mod">
          <ac:chgData name="DOWTY, PETER (DNR)" userId="01cf875a-4e15-4928-8f93-7a0dfa1efb6b" providerId="ADAL" clId="{E9054DD1-CDF4-4BE2-A4C5-BD4B0395A89E}" dt="2026-07-09T15:25:55.406" v="220" actId="478"/>
          <ac:spMkLst>
            <pc:docMk/>
            <pc:sldMk cId="1915551359" sldId="256"/>
            <ac:spMk id="3" creationId="{261EABBD-98BF-3541-C3CC-F7C23272F635}"/>
          </ac:spMkLst>
        </pc:spChg>
        <pc:spChg chg="add del mod">
          <ac:chgData name="DOWTY, PETER (DNR)" userId="01cf875a-4e15-4928-8f93-7a0dfa1efb6b" providerId="ADAL" clId="{E9054DD1-CDF4-4BE2-A4C5-BD4B0395A89E}" dt="2026-07-09T15:25:46.322" v="218" actId="478"/>
          <ac:spMkLst>
            <pc:docMk/>
            <pc:sldMk cId="1915551359" sldId="256"/>
            <ac:spMk id="4" creationId="{E1419D9F-00D5-BA2E-A5ED-D27B02C56953}"/>
          </ac:spMkLst>
        </pc:spChg>
        <pc:spChg chg="mod">
          <ac:chgData name="DOWTY, PETER (DNR)" userId="01cf875a-4e15-4928-8f93-7a0dfa1efb6b" providerId="ADAL" clId="{E9054DD1-CDF4-4BE2-A4C5-BD4B0395A89E}" dt="2026-07-09T14:12:43.712" v="189" actId="1076"/>
          <ac:spMkLst>
            <pc:docMk/>
            <pc:sldMk cId="1915551359" sldId="256"/>
            <ac:spMk id="6" creationId="{2DD91F60-6E8D-5392-B36A-D5BA97352332}"/>
          </ac:spMkLst>
        </pc:spChg>
        <pc:spChg chg="del">
          <ac:chgData name="DOWTY, PETER (DNR)" userId="01cf875a-4e15-4928-8f93-7a0dfa1efb6b" providerId="ADAL" clId="{E9054DD1-CDF4-4BE2-A4C5-BD4B0395A89E}" dt="2026-07-09T13:59:24.022" v="1" actId="478"/>
          <ac:spMkLst>
            <pc:docMk/>
            <pc:sldMk cId="1915551359" sldId="256"/>
            <ac:spMk id="10" creationId="{46F0BEE4-35FB-907E-6845-2623813284AD}"/>
          </ac:spMkLst>
        </pc:spChg>
        <pc:spChg chg="del">
          <ac:chgData name="DOWTY, PETER (DNR)" userId="01cf875a-4e15-4928-8f93-7a0dfa1efb6b" providerId="ADAL" clId="{E9054DD1-CDF4-4BE2-A4C5-BD4B0395A89E}" dt="2026-07-09T13:59:24.022" v="1" actId="478"/>
          <ac:spMkLst>
            <pc:docMk/>
            <pc:sldMk cId="1915551359" sldId="256"/>
            <ac:spMk id="11" creationId="{34A3C746-D7A8-84C1-A7E0-21D276C9840E}"/>
          </ac:spMkLst>
        </pc:spChg>
        <pc:spChg chg="del">
          <ac:chgData name="DOWTY, PETER (DNR)" userId="01cf875a-4e15-4928-8f93-7a0dfa1efb6b" providerId="ADAL" clId="{E9054DD1-CDF4-4BE2-A4C5-BD4B0395A89E}" dt="2026-07-09T13:59:24.022" v="1" actId="478"/>
          <ac:spMkLst>
            <pc:docMk/>
            <pc:sldMk cId="1915551359" sldId="256"/>
            <ac:spMk id="20" creationId="{67FA898A-ADB1-BD7A-6D32-D651D2ED7604}"/>
          </ac:spMkLst>
        </pc:spChg>
        <pc:spChg chg="del mod">
          <ac:chgData name="DOWTY, PETER (DNR)" userId="01cf875a-4e15-4928-8f93-7a0dfa1efb6b" providerId="ADAL" clId="{E9054DD1-CDF4-4BE2-A4C5-BD4B0395A89E}" dt="2026-07-09T14:03:15.027" v="32" actId="478"/>
          <ac:spMkLst>
            <pc:docMk/>
            <pc:sldMk cId="1915551359" sldId="256"/>
            <ac:spMk id="24" creationId="{FF02E598-D5C0-6007-CF23-974E2CD1FDD7}"/>
          </ac:spMkLst>
        </pc:spChg>
        <pc:spChg chg="del mod">
          <ac:chgData name="DOWTY, PETER (DNR)" userId="01cf875a-4e15-4928-8f93-7a0dfa1efb6b" providerId="ADAL" clId="{E9054DD1-CDF4-4BE2-A4C5-BD4B0395A89E}" dt="2026-07-09T14:02:46.084" v="30" actId="478"/>
          <ac:spMkLst>
            <pc:docMk/>
            <pc:sldMk cId="1915551359" sldId="256"/>
            <ac:spMk id="26" creationId="{D22AC38F-7129-62B3-D454-E212F4D7F97C}"/>
          </ac:spMkLst>
        </pc:spChg>
        <pc:picChg chg="add del mod modCrop">
          <ac:chgData name="DOWTY, PETER (DNR)" userId="01cf875a-4e15-4928-8f93-7a0dfa1efb6b" providerId="ADAL" clId="{E9054DD1-CDF4-4BE2-A4C5-BD4B0395A89E}" dt="2026-07-09T15:26:09.825" v="222" actId="1076"/>
          <ac:picMkLst>
            <pc:docMk/>
            <pc:sldMk cId="1915551359" sldId="256"/>
            <ac:picMk id="5" creationId="{4479EB1B-6E07-5EEE-EC8B-B76AA89DB1AF}"/>
          </ac:picMkLst>
        </pc:picChg>
        <pc:picChg chg="del">
          <ac:chgData name="DOWTY, PETER (DNR)" userId="01cf875a-4e15-4928-8f93-7a0dfa1efb6b" providerId="ADAL" clId="{E9054DD1-CDF4-4BE2-A4C5-BD4B0395A89E}" dt="2026-07-09T13:59:21.298" v="0" actId="478"/>
          <ac:picMkLst>
            <pc:docMk/>
            <pc:sldMk cId="1915551359" sldId="256"/>
            <ac:picMk id="8" creationId="{C1DC4500-D4F5-1B2C-3555-1767960B30A3}"/>
          </ac:picMkLst>
        </pc:picChg>
        <pc:picChg chg="add del mod">
          <ac:chgData name="DOWTY, PETER (DNR)" userId="01cf875a-4e15-4928-8f93-7a0dfa1efb6b" providerId="ADAL" clId="{E9054DD1-CDF4-4BE2-A4C5-BD4B0395A89E}" dt="2026-07-09T15:25:39.684" v="214" actId="478"/>
          <ac:picMkLst>
            <pc:docMk/>
            <pc:sldMk cId="1915551359" sldId="256"/>
            <ac:picMk id="13" creationId="{A551E931-F1A6-297A-52B0-612AFC7AD865}"/>
          </ac:picMkLst>
        </pc:picChg>
        <pc:picChg chg="del">
          <ac:chgData name="DOWTY, PETER (DNR)" userId="01cf875a-4e15-4928-8f93-7a0dfa1efb6b" providerId="ADAL" clId="{E9054DD1-CDF4-4BE2-A4C5-BD4B0395A89E}" dt="2026-07-09T13:59:33.205" v="4" actId="478"/>
          <ac:picMkLst>
            <pc:docMk/>
            <pc:sldMk cId="1915551359" sldId="256"/>
            <ac:picMk id="16" creationId="{5CEB1410-6BC8-D8C1-F709-4BBC9D2C958C}"/>
          </ac:picMkLst>
        </pc:picChg>
        <pc:picChg chg="add del mod ord">
          <ac:chgData name="DOWTY, PETER (DNR)" userId="01cf875a-4e15-4928-8f93-7a0dfa1efb6b" providerId="ADAL" clId="{E9054DD1-CDF4-4BE2-A4C5-BD4B0395A89E}" dt="2026-07-09T15:25:40.242" v="216" actId="478"/>
          <ac:picMkLst>
            <pc:docMk/>
            <pc:sldMk cId="1915551359" sldId="256"/>
            <ac:picMk id="17" creationId="{2E86DFF6-C686-29CA-2818-FBAE36B078A5}"/>
          </ac:picMkLst>
        </pc:picChg>
        <pc:cxnChg chg="add del mod">
          <ac:chgData name="DOWTY, PETER (DNR)" userId="01cf875a-4e15-4928-8f93-7a0dfa1efb6b" providerId="ADAL" clId="{E9054DD1-CDF4-4BE2-A4C5-BD4B0395A89E}" dt="2026-07-09T15:25:47.840" v="219" actId="478"/>
          <ac:cxnSpMkLst>
            <pc:docMk/>
            <pc:sldMk cId="1915551359" sldId="256"/>
            <ac:cxnSpMk id="9" creationId="{CE3EC2F5-E818-4AD8-8F7A-4ABC4B98AEEE}"/>
          </ac:cxnSpMkLst>
        </pc:cxnChg>
        <pc:cxnChg chg="del">
          <ac:chgData name="DOWTY, PETER (DNR)" userId="01cf875a-4e15-4928-8f93-7a0dfa1efb6b" providerId="ADAL" clId="{E9054DD1-CDF4-4BE2-A4C5-BD4B0395A89E}" dt="2026-07-09T13:59:29.394" v="2" actId="478"/>
          <ac:cxnSpMkLst>
            <pc:docMk/>
            <pc:sldMk cId="1915551359" sldId="256"/>
            <ac:cxnSpMk id="14" creationId="{5357D6B9-AB37-F2D2-06C9-EB97F2F972D6}"/>
          </ac:cxnSpMkLst>
        </pc:cxnChg>
        <pc:cxnChg chg="del">
          <ac:chgData name="DOWTY, PETER (DNR)" userId="01cf875a-4e15-4928-8f93-7a0dfa1efb6b" providerId="ADAL" clId="{E9054DD1-CDF4-4BE2-A4C5-BD4B0395A89E}" dt="2026-07-09T13:59:30.662" v="3" actId="478"/>
          <ac:cxnSpMkLst>
            <pc:docMk/>
            <pc:sldMk cId="1915551359" sldId="256"/>
            <ac:cxnSpMk id="23" creationId="{CF439DD9-9643-50C2-9B46-A94D02FA73D1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116FAB-5B13-896D-D363-4577CBBB4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B6CFD0-0C16-93B7-0310-BA31EE3BCD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87E1A7-73BE-B818-00CE-1FB99DF9B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3796A2-C06C-EF06-6C6F-DE480528A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E7C9C-46C8-52EF-12EF-B7946B86F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9207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D0D2C-E24C-4DF6-3631-2222B7E494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8876E-C713-737F-5D65-8441266944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4B669A-A410-7BED-91C8-B149D779B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3EB79-3BBB-66B1-8EA0-CA24BE1229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70E9EC-1311-8DC2-4826-E896CBB939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12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97A26-FFD6-DA8A-55CE-279850895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373A1D-3623-E341-5D3E-A431CFEFDA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0DC868-9E39-69F3-1FF4-FA0215DBE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418D55-FB48-C939-4CA3-8E4033D0FA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E6AF12-00B0-56D9-549E-8BFA7805B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81777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A19C57-1739-40BE-2DB5-0B48AE7D5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00A23-44F5-3E51-0DAD-FF15B227BC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0D86C5-2035-B022-5502-1238A484B4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C9B1DCF-3C4E-BE13-8635-A392ED6F1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3DEFD93-EB36-5CF4-F52C-73810E1AD2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6B3226-9415-12AF-07DA-B5C3CB7EA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061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10C40-F9D8-45D0-F138-F48AF84040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212B1-9118-6339-FADD-8A92C7AAEA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7BAB35-535A-23C3-2E1F-D85FCDA8AEE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49EA84A-BC1A-7DBE-DC8F-376B16513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3CE317-9A4A-BF92-B990-E1A931E69D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24FD312-0A08-BE30-EF6D-8414675B1C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41D98F0-AEAE-30BF-BB96-A040297DE2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748D561-1901-917D-99D3-3766922B8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81039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A6F69C-7E68-726D-1B06-21FE7839B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D31FE5-20FF-3F57-B28D-06300D3067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6D25ECB-2519-24A3-4E0A-02D89E868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AEFC96-EF79-76E8-43E2-55128466CD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6237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DAF545-D1A3-0733-722C-DF39F8D15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225C65-4F4E-9031-7FF4-BFA179095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AE213-68A7-FFDB-D224-C3E052E33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89642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5CD60-9432-95A6-68EC-28D4B68D2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7FA09D-5FE5-7607-5CBA-061FB09987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6E7F4C-C7D7-937B-1EF0-5A0483FFFF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F378CC-B042-B028-7059-A0044923B0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2C3967-A675-4900-2F40-D0EE3C1F7C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E2E663-CE6B-63AF-D945-F578002048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127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87E3A7-8D1C-970D-F524-8E1D5BBBE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BC01CFA-14BC-EA22-9556-522543C74E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C655BA-FB24-96B1-8850-F1E0BED3FC2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41D9CF-A7FC-2E68-9C22-62DD559B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19DE15-3DDB-E7D1-8E62-A7B0553012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E1B0EA-8CE9-BF55-9A0E-CFFF59CB8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3600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C20DE8-4141-B8CD-2E13-AD85DB5F04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B0FCBC-FC71-97C7-4EB4-2287046B5B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0B3D89-383C-115C-631E-B4EEB3444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900813-1332-6BC7-6D19-252195C62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E273EA-3F47-3429-3681-CFE9ADECD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643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7851D09-EBD3-2303-109C-6AA15C6399B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331CC4-481A-A2F3-6CAF-C584B7FE90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E50E20-AB72-901B-8EB4-C460BD790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A37D6C-82E5-8967-F784-4243F98BBE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5A30F-5C1C-6923-6BB9-D339295067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7187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6BE79D-73AE-24A7-8B7B-D0EFF70F6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29FE90-E5C4-5971-07FD-62FB458969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56C9DE-DCC8-C57A-3847-51C10DB431C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9A750CF-69B8-4A79-A59C-12BC96DDB93C}" type="datetimeFigureOut">
              <a:rPr lang="en-US" smtClean="0"/>
              <a:t>7/9/2026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0EE023-3BC8-D2A0-95F1-ED005B0895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9C3A5C-C3DA-4370-D644-1D2450EDC8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7148E9-7458-4BEE-B36E-AA498E4EDD7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9300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479EB1B-6E07-5EEE-EC8B-B76AA89DB1A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1127"/>
          <a:stretch>
            <a:fillRect/>
          </a:stretch>
        </p:blipFill>
        <p:spPr>
          <a:xfrm>
            <a:off x="3945458" y="1075247"/>
            <a:ext cx="4864945" cy="2727209"/>
          </a:xfrm>
          <a:prstGeom prst="rect">
            <a:avLst/>
          </a:prstGeom>
          <a:ln>
            <a:solidFill>
              <a:schemeClr val="bg1">
                <a:lumMod val="65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DD91F60-6E8D-5392-B36A-D5BA97352332}"/>
              </a:ext>
            </a:extLst>
          </p:cNvPr>
          <p:cNvSpPr txBox="1"/>
          <p:nvPr/>
        </p:nvSpPr>
        <p:spPr>
          <a:xfrm>
            <a:off x="1892465" y="277898"/>
            <a:ext cx="77129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Monitoring records unmatched with Plantings records (GPS point table)</a:t>
            </a:r>
          </a:p>
        </p:txBody>
      </p:sp>
    </p:spTree>
    <p:extLst>
      <p:ext uri="{BB962C8B-B14F-4D97-AF65-F5344CB8AC3E}">
        <p14:creationId xmlns:p14="http://schemas.microsoft.com/office/powerpoint/2010/main" val="19155513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158</TotalTime>
  <Words>11</Words>
  <Application>Microsoft Office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Pete Dowty</dc:creator>
  <cp:lastModifiedBy>Pete Dowty</cp:lastModifiedBy>
  <cp:revision>1</cp:revision>
  <dcterms:created xsi:type="dcterms:W3CDTF">2026-07-08T23:26:10Z</dcterms:created>
  <dcterms:modified xsi:type="dcterms:W3CDTF">2026-07-09T15:26:17Z</dcterms:modified>
</cp:coreProperties>
</file>