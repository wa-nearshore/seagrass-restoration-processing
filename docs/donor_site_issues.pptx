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7" r:id="rId5"/>
    <p:sldId id="259" r:id="rId6"/>
    <p:sldId id="262" r:id="rId7"/>
    <p:sldId id="265" r:id="rId8"/>
    <p:sldId id="263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>
        <p:guide orient="horz" pos="9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WTY, PETER (DNR)" userId="01cf875a-4e15-4928-8f93-7a0dfa1efb6b" providerId="ADAL" clId="{E9054DD1-CDF4-4BE2-A4C5-BD4B0395A89E}"/>
    <pc:docChg chg="modSld">
      <pc:chgData name="DOWTY, PETER (DNR)" userId="01cf875a-4e15-4928-8f93-7a0dfa1efb6b" providerId="ADAL" clId="{E9054DD1-CDF4-4BE2-A4C5-BD4B0395A89E}" dt="2026-06-23T00:11:53.120" v="2" actId="1076"/>
      <pc:docMkLst>
        <pc:docMk/>
      </pc:docMkLst>
      <pc:sldChg chg="modSp mod">
        <pc:chgData name="DOWTY, PETER (DNR)" userId="01cf875a-4e15-4928-8f93-7a0dfa1efb6b" providerId="ADAL" clId="{E9054DD1-CDF4-4BE2-A4C5-BD4B0395A89E}" dt="2026-06-23T00:11:53.120" v="2" actId="1076"/>
        <pc:sldMkLst>
          <pc:docMk/>
          <pc:sldMk cId="779510697" sldId="258"/>
        </pc:sldMkLst>
        <pc:spChg chg="mod">
          <ac:chgData name="DOWTY, PETER (DNR)" userId="01cf875a-4e15-4928-8f93-7a0dfa1efb6b" providerId="ADAL" clId="{E9054DD1-CDF4-4BE2-A4C5-BD4B0395A89E}" dt="2026-06-23T00:11:53.120" v="2" actId="1076"/>
          <ac:spMkLst>
            <pc:docMk/>
            <pc:sldMk cId="779510697" sldId="258"/>
            <ac:spMk id="4" creationId="{E6CE0670-A9A1-6780-41B7-5A421B1696F4}"/>
          </ac:spMkLst>
        </pc:spChg>
      </pc:sldChg>
      <pc:sldChg chg="modSp mod">
        <pc:chgData name="DOWTY, PETER (DNR)" userId="01cf875a-4e15-4928-8f93-7a0dfa1efb6b" providerId="ADAL" clId="{E9054DD1-CDF4-4BE2-A4C5-BD4B0395A89E}" dt="2026-06-23T00:10:48.821" v="1" actId="403"/>
        <pc:sldMkLst>
          <pc:docMk/>
          <pc:sldMk cId="1158280262" sldId="260"/>
        </pc:sldMkLst>
        <pc:spChg chg="mod">
          <ac:chgData name="DOWTY, PETER (DNR)" userId="01cf875a-4e15-4928-8f93-7a0dfa1efb6b" providerId="ADAL" clId="{E9054DD1-CDF4-4BE2-A4C5-BD4B0395A89E}" dt="2026-06-23T00:10:48.821" v="1" actId="403"/>
          <ac:spMkLst>
            <pc:docMk/>
            <pc:sldMk cId="1158280262" sldId="260"/>
            <ac:spMk id="2" creationId="{06E04065-49B2-96BF-BE13-51F5564CE6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4FB67-C1B7-3CCD-ADFA-D4E04895A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ED4BE-204A-8BF8-5811-5552F0D2C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AFDE-2EB2-655B-0818-8594C8E0A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3D336-5D98-6078-D530-050DE351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6106C-146A-FF34-C224-28114ACF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7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70EB-6177-827E-5CCB-14072759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113C-25ED-1E46-6EAE-148365392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251AB-8C4E-C38F-4F3E-EADFCD40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5E1E-D55B-623F-402D-5271B29B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6792-1844-9154-DBB4-E4FD701E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6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2394-CD1B-1CAE-F874-16B94CC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8C53D-649D-C00C-A822-29C73BB17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F24A4-710E-CE1E-7E90-53E06CB7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3AB3B-3238-910C-3940-AE0D5F17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855F3-9BA0-7734-723F-988A31FC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4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9629-B8D4-B8CC-815B-3F853849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1E8BB-7400-3185-7BDD-7F25B370C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CC60C-3508-814E-EEE1-C6A0EC5BE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D6A60-8142-C720-AC95-5510D31C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1C861-0D8D-0F1A-CE0E-6D006DBD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A5422-0838-8078-4C39-39C6B392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9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8D0C-F3D2-9B06-EC60-FCD7B047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A60F1-6F43-A714-4752-484F8E64E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E6F66-6A32-4CA8-190A-46A102641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D0CF2-23CD-87A9-A5B0-E78D48E8C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93AB9-2E58-2738-37BB-72E8309D3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40E9B-E2B7-6956-DA56-DD667882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D36D0-1C4F-CA1D-ACB5-1364F35E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98579-6AC0-F27D-5F5A-A38DEEB58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5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06A6-55EF-EFD8-2026-67393BAF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A9995-DDEA-125B-DF93-ECCE35B3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C6B79-FE54-CCC1-1E5C-EA89ED74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B793B-54A1-685E-65B3-BE893262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1BDAC-B84F-0F88-B3AA-7AE7181C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203C4-4CB4-72E7-1E52-8B9A1E52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5E90F-6B10-99A7-38AD-4D75467B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10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7C91-28AF-028D-F999-AA89F2A3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6717-65B2-9979-F380-6CE4F9053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CD977-325B-739D-2BC1-310923D0E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E8B3B-4C49-F220-916E-8337FD925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1F002-996D-B05B-7C11-5C983AC3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16359-E3DA-5D3D-2652-50D4D593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0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D15B-571A-8A3B-4F45-F70F0839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CD78A1-2239-112C-BC0C-8B9654343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C67FD-AAFE-AC68-EF49-BEC13DFBD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B17B-9085-7E1E-11D6-CEFC73A0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3E34D-B7A8-CE76-2D02-2F44DACA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24689-64AF-0C69-2372-9A9844B5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4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945C-5EDD-2C8B-3729-9E3EA4F9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4145B-4FB4-F4FB-3FBC-5BC89AE56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BC3D1-8245-D475-BF8C-9557CE7E9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A9325-756E-C6EB-BD7E-D3BE285C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07519-92BF-9234-9E77-670F558E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1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6A1D7-36F7-B5C3-DE1A-322118A76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EC058-2482-1F09-1280-E8D14AD53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69F4E-2EAF-7025-7F14-DE48D76E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1F8BD-9155-0212-49B7-935AC7F7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1188A-3B02-4E91-7214-56ABD693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5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006979-8087-828C-D25F-2FC17FA2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DD28C-AF0D-F6EC-6ECC-8725780DB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094E-A3C6-39C9-85A0-F411982FD8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52BD7-48D7-4BAC-AFAE-D3C8976B386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4361-3905-FEAD-CF6A-7ADD9E725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B4906-AE7E-F4FF-11B0-4A1F63831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00456-85AF-4FE2-A231-8B897584E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9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E04065-49B2-96BF-BE13-51F5564CE6BC}"/>
              </a:ext>
            </a:extLst>
          </p:cNvPr>
          <p:cNvSpPr txBox="1"/>
          <p:nvPr/>
        </p:nvSpPr>
        <p:spPr>
          <a:xfrm>
            <a:off x="1733550" y="723900"/>
            <a:ext cx="80676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Need help with sorting about donor site information.</a:t>
            </a:r>
          </a:p>
          <a:p>
            <a:endParaRPr lang="en-US" sz="2400" dirty="0"/>
          </a:p>
          <a:p>
            <a:r>
              <a:rPr lang="en-US" dirty="0"/>
              <a:t>6/22/2026</a:t>
            </a:r>
          </a:p>
        </p:txBody>
      </p:sp>
    </p:spTree>
    <p:extLst>
      <p:ext uri="{BB962C8B-B14F-4D97-AF65-F5344CB8AC3E}">
        <p14:creationId xmlns:p14="http://schemas.microsoft.com/office/powerpoint/2010/main" val="115828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C681A9-7701-B33A-54E0-BC0FD1727253}"/>
              </a:ext>
            </a:extLst>
          </p:cNvPr>
          <p:cNvSpPr txBox="1"/>
          <p:nvPr/>
        </p:nvSpPr>
        <p:spPr>
          <a:xfrm>
            <a:off x="895350" y="100320"/>
            <a:ext cx="1013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Reconciling two lists of donor sites from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28F23-BDCF-CDA1-D4EA-216B2B21926E}"/>
              </a:ext>
            </a:extLst>
          </p:cNvPr>
          <p:cNvSpPr txBox="1"/>
          <p:nvPr/>
        </p:nvSpPr>
        <p:spPr>
          <a:xfrm>
            <a:off x="0" y="2696910"/>
            <a:ext cx="2477520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 1 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accent1"/>
                </a:solidFill>
              </a:rPr>
              <a:t>GPS points table</a:t>
            </a: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‘Planting’ table in Matrix</a:t>
            </a: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Planting GPS points with planting donor sites</a:t>
            </a:r>
          </a:p>
          <a:p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Most donor sites are listed multiple times</a:t>
            </a: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When a donor site is used for multiple plantings.</a:t>
            </a:r>
          </a:p>
          <a:p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list shown here is a list of unique donor site names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7E1B2-2644-FC7D-ACF8-96E65F6DA184}"/>
              </a:ext>
            </a:extLst>
          </p:cNvPr>
          <p:cNvSpPr txBox="1"/>
          <p:nvPr/>
        </p:nvSpPr>
        <p:spPr>
          <a:xfrm>
            <a:off x="5478175" y="2680220"/>
            <a:ext cx="2895599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 2 </a:t>
            </a:r>
          </a:p>
          <a:p>
            <a:pPr>
              <a:spcAft>
                <a:spcPts val="600"/>
              </a:spcAft>
            </a:pPr>
            <a:r>
              <a:rPr lang="en-US" sz="1200" dirty="0" err="1">
                <a:solidFill>
                  <a:schemeClr val="accent1"/>
                </a:solidFill>
              </a:rPr>
              <a:t>donor_sites</a:t>
            </a:r>
            <a:r>
              <a:rPr lang="en-US" sz="1200" dirty="0">
                <a:solidFill>
                  <a:schemeClr val="accent1"/>
                </a:solidFill>
              </a:rPr>
              <a:t> table</a:t>
            </a: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‘Donor Sites’ table in Matrix with coords &amp; attributes</a:t>
            </a:r>
          </a:p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List of all donor sites with attributes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60B70A-C7F7-053D-5A1F-9ED6AE675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735705"/>
              </p:ext>
            </p:extLst>
          </p:nvPr>
        </p:nvGraphicFramePr>
        <p:xfrm>
          <a:off x="2358099" y="2337212"/>
          <a:ext cx="2318676" cy="4375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338">
                  <a:extLst>
                    <a:ext uri="{9D8B030D-6E8A-4147-A177-3AD203B41FA5}">
                      <a16:colId xmlns:a16="http://schemas.microsoft.com/office/drawing/2014/main" val="979402332"/>
                    </a:ext>
                  </a:extLst>
                </a:gridCol>
                <a:gridCol w="1159338">
                  <a:extLst>
                    <a:ext uri="{9D8B030D-6E8A-4147-A177-3AD203B41FA5}">
                      <a16:colId xmlns:a16="http://schemas.microsoft.com/office/drawing/2014/main" val="436761970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Anderson Island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Not matched</a:t>
                      </a: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231058592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Bell Point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3482633807"/>
                  </a:ext>
                </a:extLst>
              </a:tr>
              <a:tr h="165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Creosote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52510459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Cutts Island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2661730579"/>
                  </a:ext>
                </a:extLst>
              </a:tr>
              <a:tr h="206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Dumas Bay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138692982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DuPont Wharf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61040766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Fay Bainbridge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61668076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Freshwater Bay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402904759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Green Point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66585560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Henry Island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39876718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Ketron Island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178395298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Mitchell Bay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85777636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PNNL - MSL Tanks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39605853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Point Julia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417817481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Quilcene Bay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228714159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Rocky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391745152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Rocky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2455520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Sandy Hook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173724756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Sandy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34191282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Shine Beach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Not matched</a:t>
                      </a: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121639454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Ship Harbor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90096132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Skagit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24229200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Stuart Island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7428675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Thompson Cove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179824096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Windy Bluff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88" marR="8288" marT="8288" marB="0" anchor="b"/>
                </a:tc>
                <a:extLst>
                  <a:ext uri="{0D108BD9-81ED-4DB2-BD59-A6C34878D82A}">
                    <a16:rowId xmlns:a16="http://schemas.microsoft.com/office/drawing/2014/main" val="240436469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0E3D815-7B28-8B31-8F4F-4A54CCA5B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716855"/>
              </p:ext>
            </p:extLst>
          </p:nvPr>
        </p:nvGraphicFramePr>
        <p:xfrm>
          <a:off x="8230875" y="2294740"/>
          <a:ext cx="3732525" cy="4351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4175">
                  <a:extLst>
                    <a:ext uri="{9D8B030D-6E8A-4147-A177-3AD203B41FA5}">
                      <a16:colId xmlns:a16="http://schemas.microsoft.com/office/drawing/2014/main" val="855121042"/>
                    </a:ext>
                  </a:extLst>
                </a:gridCol>
                <a:gridCol w="1244175">
                  <a:extLst>
                    <a:ext uri="{9D8B030D-6E8A-4147-A177-3AD203B41FA5}">
                      <a16:colId xmlns:a16="http://schemas.microsoft.com/office/drawing/2014/main" val="1429505763"/>
                    </a:ext>
                  </a:extLst>
                </a:gridCol>
                <a:gridCol w="1244175">
                  <a:extLst>
                    <a:ext uri="{9D8B030D-6E8A-4147-A177-3AD203B41FA5}">
                      <a16:colId xmlns:a16="http://schemas.microsoft.com/office/drawing/2014/main" val="3536501249"/>
                    </a:ext>
                  </a:extLst>
                </a:gridCol>
              </a:tblGrid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Bell Point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427188882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Creosote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344026727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Cutts Island sandspit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90953812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Dumas Bay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84254128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DuPont Wharf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18953270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Elwha Delta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Not matched</a:t>
                      </a: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270485586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Fay Bainbridge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coords</a:t>
                      </a: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427723055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Freshwater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coords</a:t>
                      </a: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86836146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Green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71865786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Henry Island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250152175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Ketron Island NW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40568653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Mitchell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97621374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PNNL - MSL Tanks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87679491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Point Julia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2067667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Quilcene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307596202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Rocky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233890761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Rocky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3089272606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Sandy Hook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366225617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Sandy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295527206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Ship Harbor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coords</a:t>
                      </a: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7402342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Skagit Bay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5876284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Stuart Island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80120896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Thompson Cove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331313861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Windy Bluff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34" marR="8634" marT="8634" marB="0" anchor="b"/>
                </a:tc>
                <a:extLst>
                  <a:ext uri="{0D108BD9-81ED-4DB2-BD59-A6C34878D82A}">
                    <a16:rowId xmlns:a16="http://schemas.microsoft.com/office/drawing/2014/main" val="16849892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EE989B-5E9A-AC76-FDBB-BAE3AFEA9D22}"/>
              </a:ext>
            </a:extLst>
          </p:cNvPr>
          <p:cNvSpPr txBox="1"/>
          <p:nvPr/>
        </p:nvSpPr>
        <p:spPr>
          <a:xfrm>
            <a:off x="2348574" y="2090991"/>
            <a:ext cx="1152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Donor site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57E4BF-CC9F-923C-0FA1-9F981FFF9C25}"/>
              </a:ext>
            </a:extLst>
          </p:cNvPr>
          <p:cNvSpPr txBox="1"/>
          <p:nvPr/>
        </p:nvSpPr>
        <p:spPr>
          <a:xfrm>
            <a:off x="3501100" y="1977514"/>
            <a:ext cx="128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Matching record in source 2?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C08F49-31AD-A5CE-1927-6EBD8AF5A4A3}"/>
              </a:ext>
            </a:extLst>
          </p:cNvPr>
          <p:cNvSpPr txBox="1"/>
          <p:nvPr/>
        </p:nvSpPr>
        <p:spPr>
          <a:xfrm>
            <a:off x="8207727" y="2048519"/>
            <a:ext cx="1152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Donor site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60C59B-2767-47AB-77B5-9EC9710769A9}"/>
              </a:ext>
            </a:extLst>
          </p:cNvPr>
          <p:cNvSpPr txBox="1"/>
          <p:nvPr/>
        </p:nvSpPr>
        <p:spPr>
          <a:xfrm>
            <a:off x="9447754" y="1935875"/>
            <a:ext cx="129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Matching record in source 1?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695B24-DE17-E429-6048-F3071A18262A}"/>
              </a:ext>
            </a:extLst>
          </p:cNvPr>
          <p:cNvSpPr txBox="1"/>
          <p:nvPr/>
        </p:nvSpPr>
        <p:spPr>
          <a:xfrm>
            <a:off x="10737754" y="2026278"/>
            <a:ext cx="1152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Missing coords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FCDF3-25D6-22D5-50DB-7F3331D44104}"/>
              </a:ext>
            </a:extLst>
          </p:cNvPr>
          <p:cNvSpPr txBox="1"/>
          <p:nvPr/>
        </p:nvSpPr>
        <p:spPr>
          <a:xfrm>
            <a:off x="2477520" y="935891"/>
            <a:ext cx="77628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Two Issues: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 few records in one table do not match any records in other table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3 donor sites have no GPS coords to place them on a map</a:t>
            </a:r>
          </a:p>
        </p:txBody>
      </p:sp>
    </p:spTree>
    <p:extLst>
      <p:ext uri="{BB962C8B-B14F-4D97-AF65-F5344CB8AC3E}">
        <p14:creationId xmlns:p14="http://schemas.microsoft.com/office/powerpoint/2010/main" val="360435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7950A4-0C69-DFE1-FB8A-521B9D72DEE8}"/>
              </a:ext>
            </a:extLst>
          </p:cNvPr>
          <p:cNvSpPr txBox="1"/>
          <p:nvPr/>
        </p:nvSpPr>
        <p:spPr>
          <a:xfrm>
            <a:off x="1476375" y="8382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 #1 – two ‘not matching’ records in Source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E0670-A9A1-6780-41B7-5A421B1696F4}"/>
              </a:ext>
            </a:extLst>
          </p:cNvPr>
          <p:cNvSpPr txBox="1"/>
          <p:nvPr/>
        </p:nvSpPr>
        <p:spPr>
          <a:xfrm>
            <a:off x="2619375" y="2200275"/>
            <a:ext cx="5295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donor_site_name</a:t>
            </a:r>
            <a:r>
              <a:rPr lang="en-US" dirty="0"/>
              <a:t> = ‘Anderson Island’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slides 4-5 </a:t>
            </a:r>
          </a:p>
          <a:p>
            <a:endParaRPr lang="en-US" dirty="0"/>
          </a:p>
          <a:p>
            <a:r>
              <a:rPr lang="en-US" dirty="0" err="1"/>
              <a:t>donor_site_name</a:t>
            </a:r>
            <a:r>
              <a:rPr lang="en-US" dirty="0"/>
              <a:t> = ‘Shine Beach’  </a:t>
            </a:r>
            <a:r>
              <a:rPr lang="en-US" dirty="0">
                <a:sym typeface="Wingdings" panose="05000000000000000000" pitchFamily="2" charset="2"/>
              </a:rPr>
              <a:t> slide 6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C5687-86A6-E832-8469-B30DAC77ED1E}"/>
              </a:ext>
            </a:extLst>
          </p:cNvPr>
          <p:cNvSpPr txBox="1"/>
          <p:nvPr/>
        </p:nvSpPr>
        <p:spPr>
          <a:xfrm>
            <a:off x="2486025" y="1207532"/>
            <a:ext cx="9086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 we can ignore the 1 case of a donor site (Elwha Delta) in Source 2 not matching any plantings)</a:t>
            </a:r>
          </a:p>
        </p:txBody>
      </p:sp>
    </p:spTree>
    <p:extLst>
      <p:ext uri="{BB962C8B-B14F-4D97-AF65-F5344CB8AC3E}">
        <p14:creationId xmlns:p14="http://schemas.microsoft.com/office/powerpoint/2010/main" val="77951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FEF596-22CE-D7D6-110E-F86A6E21A60E}"/>
              </a:ext>
            </a:extLst>
          </p:cNvPr>
          <p:cNvSpPr txBox="1"/>
          <p:nvPr/>
        </p:nvSpPr>
        <p:spPr>
          <a:xfrm>
            <a:off x="219075" y="142875"/>
            <a:ext cx="3733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GPS point records with Anderson Island donor sites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filtered view of the ‘Planting’ sheet in the Matrix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Sorted by planting 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D81CDB-C212-911F-5017-5B12C3D2D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5" y="503907"/>
            <a:ext cx="8234970" cy="63540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91E2FD-5D2D-A790-7840-DFEEA51FF090}"/>
              </a:ext>
            </a:extLst>
          </p:cNvPr>
          <p:cNvSpPr txBox="1"/>
          <p:nvPr/>
        </p:nvSpPr>
        <p:spPr>
          <a:xfrm>
            <a:off x="8239127" y="19764"/>
            <a:ext cx="10001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Sort column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34FA96-3087-FBF5-312F-2B91D3D873AA}"/>
              </a:ext>
            </a:extLst>
          </p:cNvPr>
          <p:cNvCxnSpPr/>
          <p:nvPr/>
        </p:nvCxnSpPr>
        <p:spPr>
          <a:xfrm>
            <a:off x="8639175" y="257175"/>
            <a:ext cx="0" cy="2467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2B9D928-F572-12AF-0692-B0781D3E9920}"/>
              </a:ext>
            </a:extLst>
          </p:cNvPr>
          <p:cNvSpPr/>
          <p:nvPr/>
        </p:nvSpPr>
        <p:spPr>
          <a:xfrm>
            <a:off x="9210677" y="503907"/>
            <a:ext cx="1371581" cy="6334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EF3EC-3813-B2C9-AE7C-9732675664BF}"/>
              </a:ext>
            </a:extLst>
          </p:cNvPr>
          <p:cNvSpPr txBox="1"/>
          <p:nvPr/>
        </p:nvSpPr>
        <p:spPr>
          <a:xfrm>
            <a:off x="295275" y="1847850"/>
            <a:ext cx="3095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3 donor site names associated with Anderson Island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D1B8690-38C6-374E-1C7D-F51703C2C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352589"/>
              </p:ext>
            </p:extLst>
          </p:nvPr>
        </p:nvGraphicFramePr>
        <p:xfrm>
          <a:off x="101602" y="2935423"/>
          <a:ext cx="3413124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562">
                  <a:extLst>
                    <a:ext uri="{9D8B030D-6E8A-4147-A177-3AD203B41FA5}">
                      <a16:colId xmlns:a16="http://schemas.microsoft.com/office/drawing/2014/main" val="3017658153"/>
                    </a:ext>
                  </a:extLst>
                </a:gridCol>
                <a:gridCol w="1706562">
                  <a:extLst>
                    <a:ext uri="{9D8B030D-6E8A-4147-A177-3AD203B41FA5}">
                      <a16:colId xmlns:a16="http://schemas.microsoft.com/office/drawing/2014/main" val="40292863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/>
                        <a:t>Donor site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Years used in plantings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3630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dirty="0"/>
                        <a:t>Thompson Cove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2013-2015, 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2686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dirty="0"/>
                        <a:t>Sandy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046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dirty="0"/>
                        <a:t>Anderson Island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2019-2020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593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71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D15FB-357A-F418-D119-D1FCFB072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613" y="0"/>
            <a:ext cx="56103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CFE8DF-59EC-77CF-DE17-E4FF98353954}"/>
              </a:ext>
            </a:extLst>
          </p:cNvPr>
          <p:cNvSpPr txBox="1"/>
          <p:nvPr/>
        </p:nvSpPr>
        <p:spPr>
          <a:xfrm>
            <a:off x="771525" y="495300"/>
            <a:ext cx="4991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the ‘Anderson Island’ donor site the same as either ‘Thompson Cove’ or ‘Sandy Point’?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it is a different donor site location, can you place a marker on the map to the right to give us a general location for mapping?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19EF52-7FAC-9A0D-8876-5CD2158F6063}"/>
              </a:ext>
            </a:extLst>
          </p:cNvPr>
          <p:cNvSpPr/>
          <p:nvPr/>
        </p:nvSpPr>
        <p:spPr>
          <a:xfrm>
            <a:off x="3028950" y="3225462"/>
            <a:ext cx="133350" cy="1333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9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F20A6-5838-3ACA-549A-8556638E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30" y="446030"/>
            <a:ext cx="7750145" cy="59659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580A54-E65B-1126-1BC1-2D4316D1578F}"/>
              </a:ext>
            </a:extLst>
          </p:cNvPr>
          <p:cNvSpPr txBox="1"/>
          <p:nvPr/>
        </p:nvSpPr>
        <p:spPr>
          <a:xfrm>
            <a:off x="628650" y="971550"/>
            <a:ext cx="28479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‘Shine Beach’ donor site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Does this donor site name refer to Shine Tidelands State park?</a:t>
            </a:r>
          </a:p>
          <a:p>
            <a:endParaRPr lang="en-US" dirty="0"/>
          </a:p>
          <a:p>
            <a:r>
              <a:rPr lang="en-US" dirty="0"/>
              <a:t>Can you place a marker at approximate location?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AA3061-BFDD-C9FA-4FF2-6789953B07EE}"/>
              </a:ext>
            </a:extLst>
          </p:cNvPr>
          <p:cNvSpPr/>
          <p:nvPr/>
        </p:nvSpPr>
        <p:spPr>
          <a:xfrm>
            <a:off x="2352675" y="3730287"/>
            <a:ext cx="133350" cy="1333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3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654DB-066C-9D35-4CB9-973544440087}"/>
              </a:ext>
            </a:extLst>
          </p:cNvPr>
          <p:cNvSpPr txBox="1"/>
          <p:nvPr/>
        </p:nvSpPr>
        <p:spPr>
          <a:xfrm>
            <a:off x="2286000" y="838200"/>
            <a:ext cx="5486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 #2 – three donor sites with no coordinates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you place markers for approximate locations on 3 following slides?</a:t>
            </a:r>
          </a:p>
        </p:txBody>
      </p:sp>
    </p:spTree>
    <p:extLst>
      <p:ext uri="{BB962C8B-B14F-4D97-AF65-F5344CB8AC3E}">
        <p14:creationId xmlns:p14="http://schemas.microsoft.com/office/powerpoint/2010/main" val="10322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82C822-F74E-A26A-147A-4682F0A1E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85" y="526625"/>
            <a:ext cx="6710765" cy="5957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E5FFF-8E12-6C58-4425-D01652884814}"/>
              </a:ext>
            </a:extLst>
          </p:cNvPr>
          <p:cNvSpPr txBox="1"/>
          <p:nvPr/>
        </p:nvSpPr>
        <p:spPr>
          <a:xfrm>
            <a:off x="247650" y="657225"/>
            <a:ext cx="260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Fay Bainbridge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7BD2EA-1696-2D96-7EA4-1BFA0A398836}"/>
              </a:ext>
            </a:extLst>
          </p:cNvPr>
          <p:cNvSpPr/>
          <p:nvPr/>
        </p:nvSpPr>
        <p:spPr>
          <a:xfrm>
            <a:off x="1419225" y="1390650"/>
            <a:ext cx="133350" cy="1333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37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083D4-2D40-956F-495A-754009CD2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99548"/>
            <a:ext cx="10402752" cy="6658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57AA4-3CAE-7255-14AC-6481C0263B28}"/>
              </a:ext>
            </a:extLst>
          </p:cNvPr>
          <p:cNvSpPr txBox="1"/>
          <p:nvPr/>
        </p:nvSpPr>
        <p:spPr>
          <a:xfrm>
            <a:off x="5010150" y="676275"/>
            <a:ext cx="260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Freshwater Bay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4E2C26-BDE3-B103-B1B6-F80E53411349}"/>
              </a:ext>
            </a:extLst>
          </p:cNvPr>
          <p:cNvSpPr/>
          <p:nvPr/>
        </p:nvSpPr>
        <p:spPr>
          <a:xfrm>
            <a:off x="7362825" y="1076385"/>
            <a:ext cx="133350" cy="1333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5B8B0-AB65-25EE-FF9A-9A066F77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5" y="61442"/>
            <a:ext cx="10459910" cy="6735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85D62-830A-21E1-AFD8-1F6753DD0F1E}"/>
              </a:ext>
            </a:extLst>
          </p:cNvPr>
          <p:cNvSpPr txBox="1"/>
          <p:nvPr/>
        </p:nvSpPr>
        <p:spPr>
          <a:xfrm>
            <a:off x="6343650" y="561975"/>
            <a:ext cx="260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Ship Harbor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593B73-A38D-2AC4-6836-465CAE272C9D}"/>
              </a:ext>
            </a:extLst>
          </p:cNvPr>
          <p:cNvSpPr/>
          <p:nvPr/>
        </p:nvSpPr>
        <p:spPr>
          <a:xfrm>
            <a:off x="6991350" y="1206162"/>
            <a:ext cx="133350" cy="1333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6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1d0e217-264e-400a-8ba0-57dcc127d72d}" enabled="0" method="" siteId="{11d0e217-264e-400a-8ba0-57dcc127d72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477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DOWTY, PETER (DNR)</dc:creator>
  <cp:lastModifiedBy>DOWTY, PETER (DNR)</cp:lastModifiedBy>
  <cp:revision>1</cp:revision>
  <dcterms:created xsi:type="dcterms:W3CDTF">2026-06-22T20:07:36Z</dcterms:created>
  <dcterms:modified xsi:type="dcterms:W3CDTF">2026-06-23T00:12:02Z</dcterms:modified>
</cp:coreProperties>
</file>