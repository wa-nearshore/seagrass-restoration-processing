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86" r:id="rId14"/>
    <p:sldId id="282" r:id="rId15"/>
    <p:sldId id="285" r:id="rId16"/>
    <p:sldId id="275" r:id="rId17"/>
    <p:sldId id="270" r:id="rId18"/>
    <p:sldId id="265" r:id="rId19"/>
    <p:sldId id="268" r:id="rId20"/>
    <p:sldId id="269" r:id="rId21"/>
    <p:sldId id="267" r:id="rId22"/>
    <p:sldId id="26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2" dt="2026-05-06T03:50:59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336" y="184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4T17:39:25.948" v="1623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04T17:26:38.485" v="1521" actId="47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4T15:04:48.079" v="1077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4T15:05:24.566" v="1141" actId="20577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04T17:26:31.551" v="1520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04T17:24:57.326" v="1442" actId="164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04T16:37:25.186" v="13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04T16:37:25.186" v="13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20:59.172" v="1433" actId="20577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4T17:20:08.991" v="1398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DOWTY, PETER (DNR)" userId="01cf875a-4e15-4928-8f93-7a0dfa1efb6b" providerId="ADAL" clId="{E9054DD1-CDF4-4BE2-A4C5-BD4B0395A89E}" dt="2026-05-04T14:44:03.326" v="1011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4T14:25:30.760" v="10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4T14:25:30.760" v="10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4T17:20:27.017" v="1401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4T17:20:33.042" v="1405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4T17:20:31.577" v="1404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4T17:20:42.001" v="1415" actId="20577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4T17:20:59.172" v="1433" actId="20577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4T17:20:53.466" v="1425" actId="14100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del">
          <ac:chgData name="Pete Dowty" userId="91aba14b6835b0ae" providerId="LiveId" clId="{660F8803-2738-5EFD-95AE-06E7480F19FB}" dt="2026-05-06T03:45:50.257" v="397" actId="478"/>
          <ac:spMkLst>
            <pc:docMk/>
            <pc:sldMk cId="3033079533" sldId="284"/>
            <ac:spMk id="2" creationId="{CE050336-4850-55F8-CFBC-40109332C311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Pete Dowty" userId="91aba14b6835b0ae" providerId="LiveId" clId="{660F8803-2738-5EFD-95AE-06E7480F19FB}" dt="2026-05-06T03:49:59.697" v="432" actId="14100"/>
          <ac:spMkLst>
            <pc:docMk/>
            <pc:sldMk cId="3033079533" sldId="284"/>
            <ac:spMk id="7" creationId="{E0336E3D-B6B2-DAF6-3EF4-8670052D451F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Pete Dowty" userId="91aba14b6835b0ae" providerId="LiveId" clId="{660F8803-2738-5EFD-95AE-06E7480F19FB}" dt="2026-05-06T03:49:19.156" v="408" actId="1076"/>
          <ac:spMkLst>
            <pc:docMk/>
            <pc:sldMk cId="3033079533" sldId="284"/>
            <ac:spMk id="12" creationId="{E6A90FDB-74A6-36CE-EBB0-D5561F25E3A0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add del mod">
          <ac:chgData name="Pete Dowty" userId="91aba14b6835b0ae" providerId="LiveId" clId="{660F8803-2738-5EFD-95AE-06E7480F19FB}" dt="2026-05-06T03:51:02.639" v="437"/>
          <ac:spMkLst>
            <pc:docMk/>
            <pc:sldMk cId="3033079533" sldId="284"/>
            <ac:spMk id="18" creationId="{1D7CC46A-E6F8-A062-7BFE-80850B6D2C7C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del">
          <ac:chgData name="Pete Dowty" userId="91aba14b6835b0ae" providerId="LiveId" clId="{660F8803-2738-5EFD-95AE-06E7480F19FB}" dt="2026-05-06T03:45:52.783" v="398" actId="478"/>
          <ac:spMkLst>
            <pc:docMk/>
            <pc:sldMk cId="3033079533" sldId="284"/>
            <ac:spMk id="30" creationId="{1855AEE1-27B0-9912-4F20-D5D1C9C7BFD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0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Try to understand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7074909" y="3142654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7058128" y="2447766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6929886" y="376467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907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 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486260" y="4144924"/>
            <a:ext cx="1887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 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445714" y="3367544"/>
            <a:ext cx="1599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467439" y="1676319"/>
            <a:ext cx="1290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084739" y="238560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716626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6593627" y="360040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6593627" y="297635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6609846" y="209464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2015565" y="3898076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2015565" y="3274029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2080395" y="1600200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760186" y="217515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405950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5230377" y="203409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5230377" y="387519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5230377" y="297269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5650370" y="2316047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5540796" y="3151823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5593544" y="4018873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36E3D-B6B2-DAF6-3EF4-8670052D451F}"/>
              </a:ext>
            </a:extLst>
          </p:cNvPr>
          <p:cNvSpPr txBox="1"/>
          <p:nvPr/>
        </p:nvSpPr>
        <p:spPr>
          <a:xfrm>
            <a:off x="2512267" y="2487183"/>
            <a:ext cx="1720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record replicates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A90FDB-74A6-36CE-EBB0-D5561F25E3A0}"/>
              </a:ext>
            </a:extLst>
          </p:cNvPr>
          <p:cNvSpPr/>
          <p:nvPr/>
        </p:nvSpPr>
        <p:spPr>
          <a:xfrm>
            <a:off x="2082118" y="2393668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9" y="3528374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837714" y="387707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6346</TotalTime>
  <Words>1481</Words>
  <Application>Microsoft Macintosh PowerPoint</Application>
  <PresentationFormat>Widescreen</PresentationFormat>
  <Paragraphs>328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2026-05-06T03:51:22Z</dcterms:modified>
</cp:coreProperties>
</file>