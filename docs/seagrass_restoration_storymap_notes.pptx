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299" r:id="rId8"/>
    <p:sldId id="290" r:id="rId9"/>
    <p:sldId id="291" r:id="rId10"/>
    <p:sldId id="294" r:id="rId11"/>
    <p:sldId id="287" r:id="rId12"/>
    <p:sldId id="281" r:id="rId13"/>
    <p:sldId id="292" r:id="rId14"/>
    <p:sldId id="283" r:id="rId15"/>
    <p:sldId id="284" r:id="rId16"/>
    <p:sldId id="295" r:id="rId17"/>
    <p:sldId id="297" r:id="rId18"/>
    <p:sldId id="288" r:id="rId19"/>
    <p:sldId id="289" r:id="rId20"/>
    <p:sldId id="273" r:id="rId21"/>
    <p:sldId id="271" r:id="rId22"/>
    <p:sldId id="272" r:id="rId23"/>
    <p:sldId id="276" r:id="rId24"/>
    <p:sldId id="277" r:id="rId25"/>
    <p:sldId id="274" r:id="rId26"/>
    <p:sldId id="278" r:id="rId27"/>
    <p:sldId id="280" r:id="rId28"/>
    <p:sldId id="286" r:id="rId29"/>
    <p:sldId id="282" r:id="rId30"/>
    <p:sldId id="285" r:id="rId31"/>
    <p:sldId id="275" r:id="rId32"/>
    <p:sldId id="270" r:id="rId33"/>
    <p:sldId id="265" r:id="rId34"/>
    <p:sldId id="268" r:id="rId35"/>
    <p:sldId id="269" r:id="rId36"/>
    <p:sldId id="267" r:id="rId37"/>
    <p:sldId id="266" r:id="rId38"/>
    <p:sldId id="257" r:id="rId39"/>
    <p:sldId id="258" r:id="rId40"/>
    <p:sldId id="259" r:id="rId41"/>
    <p:sldId id="260" r:id="rId42"/>
    <p:sldId id="261" r:id="rId43"/>
    <p:sldId id="262" r:id="rId44"/>
    <p:sldId id="263" r:id="rId45"/>
    <p:sldId id="26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80" dt="2026-06-02T23:21:45.261"/>
    <p1510:client id="{C8786C6D-AB95-9740-AEFC-2D45BBDF4D29}" v="9" dt="2026-06-02T04:01:25.8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57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96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6-02T23:21:48.764" v="12080" actId="107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2T23:21:48.764" v="12080" actId="1076"/>
        <pc:sldMkLst>
          <pc:docMk/>
          <pc:sldMk cId="1835506812" sldId="301"/>
        </pc:sldMkLst>
        <pc:spChg chg="add del mod">
          <ac:chgData name="DOWTY, PETER (DNR)" userId="01cf875a-4e15-4928-8f93-7a0dfa1efb6b" providerId="ADAL" clId="{E9054DD1-CDF4-4BE2-A4C5-BD4B0395A89E}" dt="2026-06-01T18:09:05.511" v="11313"/>
          <ac:spMkLst>
            <pc:docMk/>
            <pc:sldMk cId="1835506812" sldId="301"/>
            <ac:spMk id="2" creationId="{62904FF4-3D5E-7D44-C4F1-900FC87E63AC}"/>
          </ac:spMkLst>
        </pc:spChg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del mod">
          <ac:chgData name="DOWTY, PETER (DNR)" userId="01cf875a-4e15-4928-8f93-7a0dfa1efb6b" providerId="ADAL" clId="{E9054DD1-CDF4-4BE2-A4C5-BD4B0395A89E}" dt="2026-06-02T00:10:41.166" v="11734" actId="478"/>
          <ac:spMkLst>
            <pc:docMk/>
            <pc:sldMk cId="1835506812" sldId="301"/>
            <ac:spMk id="3" creationId="{F3C4716F-4361-8103-5A71-D487AFBB02F3}"/>
          </ac:spMkLst>
        </pc:spChg>
        <pc:spChg chg="add del mod">
          <ac:chgData name="DOWTY, PETER (DNR)" userId="01cf875a-4e15-4928-8f93-7a0dfa1efb6b" providerId="ADAL" clId="{E9054DD1-CDF4-4BE2-A4C5-BD4B0395A89E}" dt="2026-06-02T00:10:44.517" v="11736" actId="478"/>
          <ac:spMkLst>
            <pc:docMk/>
            <pc:sldMk cId="1835506812" sldId="301"/>
            <ac:spMk id="4" creationId="{77C6C626-E9EC-A0B7-508E-3B3987BE3D7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">
          <ac:chgData name="DOWTY, PETER (DNR)" userId="01cf875a-4e15-4928-8f93-7a0dfa1efb6b" providerId="ADAL" clId="{E9054DD1-CDF4-4BE2-A4C5-BD4B0395A89E}" dt="2026-06-02T00:02:24.471" v="11682" actId="1076"/>
          <ac:spMkLst>
            <pc:docMk/>
            <pc:sldMk cId="1835506812" sldId="301"/>
            <ac:spMk id="40" creationId="{F9B41955-2698-27EF-DFB7-B9458D458BF2}"/>
          </ac:spMkLst>
        </pc:spChg>
        <pc:spChg chg="add mod">
          <ac:chgData name="DOWTY, PETER (DNR)" userId="01cf875a-4e15-4928-8f93-7a0dfa1efb6b" providerId="ADAL" clId="{E9054DD1-CDF4-4BE2-A4C5-BD4B0395A89E}" dt="2026-06-02T00:04:14.735" v="11687" actId="14100"/>
          <ac:spMkLst>
            <pc:docMk/>
            <pc:sldMk cId="1835506812" sldId="301"/>
            <ac:spMk id="41" creationId="{97E9ED0C-4867-CDF1-203C-119CBCCB986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2" creationId="{4D05E129-6657-2B61-FC22-474CF742D16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3" creationId="{0E2418D5-12D6-28F3-284D-422D1EE108B1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del">
          <ac:chgData name="DOWTY, PETER (DNR)" userId="01cf875a-4e15-4928-8f93-7a0dfa1efb6b" providerId="ADAL" clId="{E9054DD1-CDF4-4BE2-A4C5-BD4B0395A89E}" dt="2026-06-02T23:08:29.628" v="12024" actId="478"/>
          <ac:spMkLst>
            <pc:docMk/>
            <pc:sldMk cId="1835506812" sldId="301"/>
            <ac:spMk id="58" creationId="{70794671-7AA8-614B-5685-90E3D1392D27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del mod">
          <ac:chgData name="DOWTY, PETER (DNR)" userId="01cf875a-4e15-4928-8f93-7a0dfa1efb6b" providerId="ADAL" clId="{E9054DD1-CDF4-4BE2-A4C5-BD4B0395A89E}" dt="2026-06-02T23:18:43.477" v="12056" actId="478"/>
          <ac:spMkLst>
            <pc:docMk/>
            <pc:sldMk cId="1835506812" sldId="301"/>
            <ac:spMk id="72" creationId="{BA64A54E-F5EF-37F1-742C-B415CB679007}"/>
          </ac:spMkLst>
        </pc:spChg>
        <pc:spChg chg="add del mod">
          <ac:chgData name="DOWTY, PETER (DNR)" userId="01cf875a-4e15-4928-8f93-7a0dfa1efb6b" providerId="ADAL" clId="{E9054DD1-CDF4-4BE2-A4C5-BD4B0395A89E}" dt="2026-06-02T23:18:47.126" v="12057" actId="478"/>
          <ac:spMkLst>
            <pc:docMk/>
            <pc:sldMk cId="1835506812" sldId="301"/>
            <ac:spMk id="73" creationId="{E6C41559-A702-B311-4E52-325A19C36F15}"/>
          </ac:spMkLst>
        </pc:spChg>
        <pc:spChg chg="add del mod">
          <ac:chgData name="DOWTY, PETER (DNR)" userId="01cf875a-4e15-4928-8f93-7a0dfa1efb6b" providerId="ADAL" clId="{E9054DD1-CDF4-4BE2-A4C5-BD4B0395A89E}" dt="2026-06-02T23:15:57.632" v="12055" actId="478"/>
          <ac:spMkLst>
            <pc:docMk/>
            <pc:sldMk cId="1835506812" sldId="301"/>
            <ac:spMk id="76" creationId="{E166379F-8A94-302B-F10D-142876C6B410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cxnChg chg="add del mod">
          <ac:chgData name="DOWTY, PETER (DNR)" userId="01cf875a-4e15-4928-8f93-7a0dfa1efb6b" providerId="ADAL" clId="{E9054DD1-CDF4-4BE2-A4C5-BD4B0395A89E}" dt="2026-06-01T23:21:48.396" v="11622" actId="478"/>
          <ac:cxnSpMkLst>
            <pc:docMk/>
            <pc:sldMk cId="1835506812" sldId="301"/>
            <ac:cxnSpMk id="25" creationId="{8B2DAAAE-4D2E-2117-A34C-8C5E8FA77644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  <pc:cxnChg chg="add del mod">
          <ac:chgData name="DOWTY, PETER (DNR)" userId="01cf875a-4e15-4928-8f93-7a0dfa1efb6b" providerId="ADAL" clId="{E9054DD1-CDF4-4BE2-A4C5-BD4B0395A89E}" dt="2026-06-02T17:38:44.094" v="11966" actId="478"/>
          <ac:cxnSpMkLst>
            <pc:docMk/>
            <pc:sldMk cId="1835506812" sldId="301"/>
            <ac:cxnSpMk id="66" creationId="{1402B05D-4F55-DAEB-D368-E7D129F24BD7}"/>
          </ac:cxnSpMkLst>
        </pc:cxnChg>
        <pc:cxnChg chg="add del mod">
          <ac:chgData name="DOWTY, PETER (DNR)" userId="01cf875a-4e15-4928-8f93-7a0dfa1efb6b" providerId="ADAL" clId="{E9054DD1-CDF4-4BE2-A4C5-BD4B0395A89E}" dt="2026-06-02T17:29:18.211" v="11965" actId="478"/>
          <ac:cxnSpMkLst>
            <pc:docMk/>
            <pc:sldMk cId="1835506812" sldId="301"/>
            <ac:cxnSpMk id="67" creationId="{9E491CE3-F41A-296D-B740-94CC65EECAF0}"/>
          </ac:cxnSpMkLst>
        </pc:cxnChg>
        <pc:cxnChg chg="add del mod">
          <ac:chgData name="DOWTY, PETER (DNR)" userId="01cf875a-4e15-4928-8f93-7a0dfa1efb6b" providerId="ADAL" clId="{E9054DD1-CDF4-4BE2-A4C5-BD4B0395A89E}" dt="2026-06-02T23:19:02.772" v="12059" actId="478"/>
          <ac:cxnSpMkLst>
            <pc:docMk/>
            <pc:sldMk cId="1835506812" sldId="301"/>
            <ac:cxnSpMk id="75" creationId="{3BC72FBD-F1F7-F8C5-A8C3-81E47679312A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6-02T04:07:05.793" v="515" actId="208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mod">
        <pc:chgData name="Pete Dowty" userId="91aba14b6835b0ae" providerId="LiveId" clId="{660F8803-2738-5EFD-95AE-06E7480F19FB}" dt="2026-06-02T04:07:05.793" v="515" actId="208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2T04:05:53.465" v="513" actId="20577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2T04:05:39.855" v="49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2T04:02:50.786" v="485" actId="207"/>
          <ac:spMkLst>
            <pc:docMk/>
            <pc:sldMk cId="1835506812" sldId="301"/>
            <ac:spMk id="58" creationId="{70794671-7AA8-614B-5685-90E3D1392D27}"/>
          </ac:spMkLst>
        </pc:spChg>
        <pc:inkChg chg="add del">
          <ac:chgData name="Pete Dowty" userId="91aba14b6835b0ae" providerId="LiveId" clId="{660F8803-2738-5EFD-95AE-06E7480F19FB}" dt="2026-06-02T03:57:16.216" v="476" actId="478"/>
          <ac:inkMkLst>
            <pc:docMk/>
            <pc:sldMk cId="1835506812" sldId="301"/>
            <ac:inkMk id="25" creationId="{ECD1040F-548A-E3D3-F73C-33680890D2A1}"/>
          </ac:inkMkLst>
        </pc:ink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172185" y="2693574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B41955-2698-27EF-DFB7-B9458D458BF2}"/>
              </a:ext>
            </a:extLst>
          </p:cNvPr>
          <p:cNvSpPr/>
          <p:nvPr/>
        </p:nvSpPr>
        <p:spPr>
          <a:xfrm>
            <a:off x="3344691" y="2523575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9ED0C-4867-CDF1-203C-119CBCCB9862}"/>
              </a:ext>
            </a:extLst>
          </p:cNvPr>
          <p:cNvSpPr txBox="1"/>
          <p:nvPr/>
        </p:nvSpPr>
        <p:spPr>
          <a:xfrm>
            <a:off x="3455751" y="2630578"/>
            <a:ext cx="11697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ln_plantings_cln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D05E129-6657-2B61-FC22-474CF742D166}"/>
              </a:ext>
            </a:extLst>
          </p:cNvPr>
          <p:cNvSpPr/>
          <p:nvPr/>
        </p:nvSpPr>
        <p:spPr>
          <a:xfrm>
            <a:off x="3340647" y="4174020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2418D5-12D6-28F3-284D-422D1EE108B1}"/>
              </a:ext>
            </a:extLst>
          </p:cNvPr>
          <p:cNvSpPr txBox="1"/>
          <p:nvPr/>
        </p:nvSpPr>
        <p:spPr>
          <a:xfrm>
            <a:off x="3400628" y="4112772"/>
            <a:ext cx="11697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py_plantings_cln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planting_ln</a:t>
            </a:r>
            <a:endParaRPr lang="en-US" sz="1000" dirty="0"/>
          </a:p>
          <a:p>
            <a:r>
              <a:rPr lang="en-US" sz="1000" dirty="0"/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planting_py</a:t>
            </a:r>
            <a:endParaRPr lang="en-US" sz="1000" dirty="0"/>
          </a:p>
          <a:p>
            <a:r>
              <a:rPr lang="en-US" sz="1000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9241277" y="5424173"/>
            <a:ext cx="24610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Known/unknown </a:t>
            </a:r>
            <a:r>
              <a:rPr lang="en-US" sz="1200" dirty="0" err="1"/>
              <a:t>plt</a:t>
            </a:r>
            <a:r>
              <a:rPr lang="en-US" sz="1200" dirty="0"/>
              <a:t> loc codes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  <a:p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13495</TotalTime>
  <Words>3269</Words>
  <Application>Microsoft Office PowerPoint</Application>
  <PresentationFormat>Widescreen</PresentationFormat>
  <Paragraphs>709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2026-06-02T23:21:56Z</dcterms:modified>
  <cp:category/>
</cp:coreProperties>
</file>