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298" r:id="rId5"/>
    <p:sldId id="301" r:id="rId6"/>
    <p:sldId id="304" r:id="rId7"/>
    <p:sldId id="308" r:id="rId8"/>
    <p:sldId id="302" r:id="rId9"/>
    <p:sldId id="305" r:id="rId10"/>
    <p:sldId id="306" r:id="rId11"/>
    <p:sldId id="307" r:id="rId12"/>
    <p:sldId id="299" r:id="rId13"/>
    <p:sldId id="290" r:id="rId14"/>
    <p:sldId id="291" r:id="rId15"/>
    <p:sldId id="294" r:id="rId16"/>
    <p:sldId id="287" r:id="rId17"/>
    <p:sldId id="281" r:id="rId18"/>
    <p:sldId id="292" r:id="rId19"/>
    <p:sldId id="283" r:id="rId20"/>
    <p:sldId id="284" r:id="rId21"/>
    <p:sldId id="295" r:id="rId22"/>
    <p:sldId id="297" r:id="rId23"/>
    <p:sldId id="288" r:id="rId24"/>
    <p:sldId id="289" r:id="rId25"/>
    <p:sldId id="273" r:id="rId26"/>
    <p:sldId id="271" r:id="rId27"/>
    <p:sldId id="272" r:id="rId28"/>
    <p:sldId id="276" r:id="rId29"/>
    <p:sldId id="277" r:id="rId30"/>
    <p:sldId id="274" r:id="rId31"/>
    <p:sldId id="278" r:id="rId32"/>
    <p:sldId id="280" r:id="rId33"/>
    <p:sldId id="286" r:id="rId34"/>
    <p:sldId id="282" r:id="rId35"/>
    <p:sldId id="285" r:id="rId36"/>
    <p:sldId id="275" r:id="rId37"/>
    <p:sldId id="270" r:id="rId38"/>
    <p:sldId id="265" r:id="rId39"/>
    <p:sldId id="268" r:id="rId40"/>
    <p:sldId id="269" r:id="rId41"/>
    <p:sldId id="267" r:id="rId42"/>
    <p:sldId id="266" r:id="rId43"/>
    <p:sldId id="257" r:id="rId44"/>
    <p:sldId id="258" r:id="rId45"/>
    <p:sldId id="259" r:id="rId46"/>
    <p:sldId id="260" r:id="rId47"/>
    <p:sldId id="261" r:id="rId48"/>
    <p:sldId id="262" r:id="rId49"/>
    <p:sldId id="263" r:id="rId50"/>
    <p:sldId id="264" r:id="rId5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CDCD"/>
    <a:srgbClr val="FFFFFF"/>
    <a:srgbClr val="7F7F7F"/>
    <a:srgbClr val="00E600"/>
    <a:srgbClr val="006300"/>
    <a:srgbClr val="FB7700"/>
    <a:srgbClr val="FFFFCC"/>
    <a:srgbClr val="F9DAC7"/>
    <a:srgbClr val="FF8585"/>
    <a:srgbClr val="FCE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7F7295-6E12-43EA-B264-ADC23ADC35EE}" v="39" dt="2026-06-11T21:24:08.122"/>
    <p1510:client id="{8A8DF2CA-A548-A446-9B7D-0CDD43B04C86}" v="13" dt="2026-06-11T05:13:54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221" autoAdjust="0"/>
    <p:restoredTop sz="96182" autoAdjust="0"/>
  </p:normalViewPr>
  <p:slideViewPr>
    <p:cSldViewPr snapToGrid="0">
      <p:cViewPr varScale="1">
        <p:scale>
          <a:sx n="106" d="100"/>
          <a:sy n="106" d="100"/>
        </p:scale>
        <p:origin x="834" y="102"/>
      </p:cViewPr>
      <p:guideLst>
        <p:guide orient="horz" pos="187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 sldOrd">
      <pc:chgData name="DOWTY, PETER (DNR)" userId="01cf875a-4e15-4928-8f93-7a0dfa1efb6b" providerId="ADAL" clId="{660F8803-2738-5EFD-95AE-06E7480F19FB}" dt="2026-06-11T05:16:38.255" v="5664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mod">
        <pc:chgData name="DOWTY, PETER (DNR)" userId="01cf875a-4e15-4928-8f93-7a0dfa1efb6b" providerId="ADAL" clId="{660F8803-2738-5EFD-95AE-06E7480F19FB}" dt="2026-06-11T05:16:38.255" v="5664" actId="20577"/>
        <pc:sldMkLst>
          <pc:docMk/>
          <pc:sldMk cId="1516653873" sldId="293"/>
        </pc:sldMkLst>
        <pc:spChg chg="mod">
          <ac:chgData name="DOWTY, PETER (DNR)" userId="01cf875a-4e15-4928-8f93-7a0dfa1efb6b" providerId="ADAL" clId="{660F8803-2738-5EFD-95AE-06E7480F19FB}" dt="2026-06-11T05:16:38.255" v="5664" actId="20577"/>
          <ac:spMkLst>
            <pc:docMk/>
            <pc:sldMk cId="1516653873" sldId="293"/>
            <ac:spMk id="2" creationId="{3CB9ECB2-453E-0440-65C6-463FD2F97B26}"/>
          </ac:spMkLst>
        </pc:spChg>
        <pc:spChg chg="add mod">
          <ac:chgData name="DOWTY, PETER (DNR)" userId="01cf875a-4e15-4928-8f93-7a0dfa1efb6b" providerId="ADAL" clId="{660F8803-2738-5EFD-95AE-06E7480F19FB}" dt="2026-06-11T05:14:16.716" v="5520" actId="14100"/>
          <ac:spMkLst>
            <pc:docMk/>
            <pc:sldMk cId="1516653873" sldId="293"/>
            <ac:spMk id="3" creationId="{3CE3F10C-C3F7-F495-8348-0B468B071416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  <pc:sldChg chg="addSp delSp mod">
        <pc:chgData name="DOWTY, PETER (DNR)" userId="01cf875a-4e15-4928-8f93-7a0dfa1efb6b" providerId="ADAL" clId="{660F8803-2738-5EFD-95AE-06E7480F19FB}" dt="2026-06-11T05:04:45.055" v="5337" actId="21"/>
        <pc:sldMkLst>
          <pc:docMk/>
          <pc:sldMk cId="1080191347" sldId="302"/>
        </pc:sldMkLst>
        <pc:spChg chg="add del">
          <ac:chgData name="DOWTY, PETER (DNR)" userId="01cf875a-4e15-4928-8f93-7a0dfa1efb6b" providerId="ADAL" clId="{660F8803-2738-5EFD-95AE-06E7480F19FB}" dt="2026-06-11T05:04:45.055" v="5337" actId="21"/>
          <ac:spMkLst>
            <pc:docMk/>
            <pc:sldMk cId="1080191347" sldId="302"/>
            <ac:spMk id="11" creationId="{FB21FB17-37A3-D7FC-46ED-51AF55A4B238}"/>
          </ac:spMkLst>
        </pc:spChg>
      </pc:sldChg>
      <pc:sldChg chg="addSp modSp mod ord">
        <pc:chgData name="DOWTY, PETER (DNR)" userId="01cf875a-4e15-4928-8f93-7a0dfa1efb6b" providerId="ADAL" clId="{660F8803-2738-5EFD-95AE-06E7480F19FB}" dt="2026-06-11T04:44:36.080" v="5309" actId="20578"/>
        <pc:sldMkLst>
          <pc:docMk/>
          <pc:sldMk cId="2110894095" sldId="304"/>
        </pc:sldMkLst>
        <pc:spChg chg="add mod">
          <ac:chgData name="DOWTY, PETER (DNR)" userId="01cf875a-4e15-4928-8f93-7a0dfa1efb6b" providerId="ADAL" clId="{660F8803-2738-5EFD-95AE-06E7480F19FB}" dt="2026-06-05T03:09:24.414" v="5276" actId="1076"/>
          <ac:spMkLst>
            <pc:docMk/>
            <pc:sldMk cId="2110894095" sldId="304"/>
            <ac:spMk id="5" creationId="{B4549503-DBBF-AB98-796C-BC52F201C067}"/>
          </ac:spMkLst>
        </pc:spChg>
        <pc:spChg chg="add mod">
          <ac:chgData name="DOWTY, PETER (DNR)" userId="01cf875a-4e15-4928-8f93-7a0dfa1efb6b" providerId="ADAL" clId="{660F8803-2738-5EFD-95AE-06E7480F19FB}" dt="2026-06-05T03:10:12.214" v="5307" actId="1076"/>
          <ac:spMkLst>
            <pc:docMk/>
            <pc:sldMk cId="2110894095" sldId="304"/>
            <ac:spMk id="7" creationId="{63472318-5582-5699-9488-32C095C09682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6-11T05:12:57.841" v="5518" actId="20577"/>
        <pc:sldMkLst>
          <pc:docMk/>
          <pc:sldMk cId="4159988265" sldId="305"/>
        </pc:sldMkLst>
        <pc:spChg chg="mod">
          <ac:chgData name="DOWTY, PETER (DNR)" userId="01cf875a-4e15-4928-8f93-7a0dfa1efb6b" providerId="ADAL" clId="{660F8803-2738-5EFD-95AE-06E7480F19FB}" dt="2026-06-11T04:55:40.696" v="5316" actId="1076"/>
          <ac:spMkLst>
            <pc:docMk/>
            <pc:sldMk cId="4159988265" sldId="305"/>
            <ac:spMk id="3" creationId="{0668EAF3-6E44-3B77-3035-DF336B6461A4}"/>
          </ac:spMkLst>
        </pc:spChg>
        <pc:spChg chg="mod">
          <ac:chgData name="DOWTY, PETER (DNR)" userId="01cf875a-4e15-4928-8f93-7a0dfa1efb6b" providerId="ADAL" clId="{660F8803-2738-5EFD-95AE-06E7480F19FB}" dt="2026-06-11T04:54:34.565" v="5311" actId="20577"/>
          <ac:spMkLst>
            <pc:docMk/>
            <pc:sldMk cId="4159988265" sldId="305"/>
            <ac:spMk id="4" creationId="{B51C0C62-C104-C006-9AAE-F5E514B5C605}"/>
          </ac:spMkLst>
        </pc:spChg>
        <pc:spChg chg="mod">
          <ac:chgData name="DOWTY, PETER (DNR)" userId="01cf875a-4e15-4928-8f93-7a0dfa1efb6b" providerId="ADAL" clId="{660F8803-2738-5EFD-95AE-06E7480F19FB}" dt="2026-06-11T04:55:29.306" v="5314" actId="207"/>
          <ac:spMkLst>
            <pc:docMk/>
            <pc:sldMk cId="4159988265" sldId="305"/>
            <ac:spMk id="6" creationId="{3B246F87-B561-21D8-77EE-F54510DDEE03}"/>
          </ac:spMkLst>
        </pc:spChg>
        <pc:spChg chg="del">
          <ac:chgData name="DOWTY, PETER (DNR)" userId="01cf875a-4e15-4928-8f93-7a0dfa1efb6b" providerId="ADAL" clId="{660F8803-2738-5EFD-95AE-06E7480F19FB}" dt="2026-06-11T04:55:05.545" v="5312" actId="478"/>
          <ac:spMkLst>
            <pc:docMk/>
            <pc:sldMk cId="4159988265" sldId="305"/>
            <ac:spMk id="8" creationId="{E677E233-1CD0-61B8-1978-81A4899596BC}"/>
          </ac:spMkLst>
        </pc:spChg>
        <pc:spChg chg="mod">
          <ac:chgData name="DOWTY, PETER (DNR)" userId="01cf875a-4e15-4928-8f93-7a0dfa1efb6b" providerId="ADAL" clId="{660F8803-2738-5EFD-95AE-06E7480F19FB}" dt="2026-06-11T05:00:59.655" v="5317" actId="14100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DOWTY, PETER (DNR)" userId="01cf875a-4e15-4928-8f93-7a0dfa1efb6b" providerId="ADAL" clId="{660F8803-2738-5EFD-95AE-06E7480F19FB}" dt="2026-06-11T05:01:51.262" v="5322" actId="207"/>
          <ac:spMkLst>
            <pc:docMk/>
            <pc:sldMk cId="4159988265" sldId="305"/>
            <ac:spMk id="11" creationId="{FFB3E4DB-727B-FA67-797F-58E77A9817FF}"/>
          </ac:spMkLst>
        </pc:spChg>
        <pc:spChg chg="add mod">
          <ac:chgData name="DOWTY, PETER (DNR)" userId="01cf875a-4e15-4928-8f93-7a0dfa1efb6b" providerId="ADAL" clId="{660F8803-2738-5EFD-95AE-06E7480F19FB}" dt="2026-06-11T05:03:34.353" v="5335" actId="1076"/>
          <ac:spMkLst>
            <pc:docMk/>
            <pc:sldMk cId="4159988265" sldId="305"/>
            <ac:spMk id="12" creationId="{93C45B0B-353C-0F8F-7856-80F852E7F70F}"/>
          </ac:spMkLst>
        </pc:spChg>
        <pc:spChg chg="add mod">
          <ac:chgData name="DOWTY, PETER (DNR)" userId="01cf875a-4e15-4928-8f93-7a0dfa1efb6b" providerId="ADAL" clId="{660F8803-2738-5EFD-95AE-06E7480F19FB}" dt="2026-06-11T05:04:56.809" v="5340" actId="1076"/>
          <ac:spMkLst>
            <pc:docMk/>
            <pc:sldMk cId="4159988265" sldId="305"/>
            <ac:spMk id="13" creationId="{289B1E57-7C10-F521-9D40-B2BF673C4611}"/>
          </ac:spMkLst>
        </pc:spChg>
        <pc:spChg chg="add mod">
          <ac:chgData name="DOWTY, PETER (DNR)" userId="01cf875a-4e15-4928-8f93-7a0dfa1efb6b" providerId="ADAL" clId="{660F8803-2738-5EFD-95AE-06E7480F19FB}" dt="2026-06-11T05:05:35.191" v="5343" actId="1076"/>
          <ac:spMkLst>
            <pc:docMk/>
            <pc:sldMk cId="4159988265" sldId="305"/>
            <ac:spMk id="14" creationId="{EDDC45BF-A7E6-18BE-7CD1-3C21362976BF}"/>
          </ac:spMkLst>
        </pc:spChg>
        <pc:spChg chg="add mod">
          <ac:chgData name="DOWTY, PETER (DNR)" userId="01cf875a-4e15-4928-8f93-7a0dfa1efb6b" providerId="ADAL" clId="{660F8803-2738-5EFD-95AE-06E7480F19FB}" dt="2026-06-11T05:12:41.820" v="5515" actId="114"/>
          <ac:spMkLst>
            <pc:docMk/>
            <pc:sldMk cId="4159988265" sldId="305"/>
            <ac:spMk id="15" creationId="{586BB7C5-A8DD-2C03-C718-AF104043BBC9}"/>
          </ac:spMkLst>
        </pc:spChg>
        <pc:spChg chg="add mod">
          <ac:chgData name="DOWTY, PETER (DNR)" userId="01cf875a-4e15-4928-8f93-7a0dfa1efb6b" providerId="ADAL" clId="{660F8803-2738-5EFD-95AE-06E7480F19FB}" dt="2026-06-11T05:12:57.841" v="5518" actId="20577"/>
          <ac:spMkLst>
            <pc:docMk/>
            <pc:sldMk cId="4159988265" sldId="305"/>
            <ac:spMk id="16" creationId="{FD0DF34F-F397-821A-4F5A-3AC73A58B555}"/>
          </ac:spMkLst>
        </pc:spChg>
        <pc:spChg chg="add mod">
          <ac:chgData name="DOWTY, PETER (DNR)" userId="01cf875a-4e15-4928-8f93-7a0dfa1efb6b" providerId="ADAL" clId="{660F8803-2738-5EFD-95AE-06E7480F19FB}" dt="2026-06-11T05:10:26.450" v="5503" actId="14100"/>
          <ac:spMkLst>
            <pc:docMk/>
            <pc:sldMk cId="4159988265" sldId="305"/>
            <ac:spMk id="17" creationId="{B9EF3BA6-EC3F-3095-5DB7-38D074830AB6}"/>
          </ac:spMkLst>
        </pc:spChg>
        <pc:spChg chg="add mod">
          <ac:chgData name="DOWTY, PETER (DNR)" userId="01cf875a-4e15-4928-8f93-7a0dfa1efb6b" providerId="ADAL" clId="{660F8803-2738-5EFD-95AE-06E7480F19FB}" dt="2026-06-11T05:10:46.077" v="5508" actId="14100"/>
          <ac:spMkLst>
            <pc:docMk/>
            <pc:sldMk cId="4159988265" sldId="305"/>
            <ac:spMk id="18" creationId="{92E1DF7C-7355-68C2-8DF5-7808B59BD173}"/>
          </ac:spMkLst>
        </pc:spChg>
        <pc:spChg chg="add mod">
          <ac:chgData name="DOWTY, PETER (DNR)" userId="01cf875a-4e15-4928-8f93-7a0dfa1efb6b" providerId="ADAL" clId="{660F8803-2738-5EFD-95AE-06E7480F19FB}" dt="2026-06-11T05:10:53.556" v="5509" actId="1076"/>
          <ac:spMkLst>
            <pc:docMk/>
            <pc:sldMk cId="4159988265" sldId="305"/>
            <ac:spMk id="19" creationId="{16810E00-98AF-8E02-6D92-328A1E4693E1}"/>
          </ac:spMkLst>
        </pc:spChg>
        <pc:spChg chg="add mod">
          <ac:chgData name="DOWTY, PETER (DNR)" userId="01cf875a-4e15-4928-8f93-7a0dfa1efb6b" providerId="ADAL" clId="{660F8803-2738-5EFD-95AE-06E7480F19FB}" dt="2026-06-11T05:09:10.750" v="5481" actId="14100"/>
          <ac:spMkLst>
            <pc:docMk/>
            <pc:sldMk cId="4159988265" sldId="305"/>
            <ac:spMk id="20" creationId="{717C1080-4E98-6562-5955-B2289F331152}"/>
          </ac:spMkLst>
        </pc:spChg>
        <pc:spChg chg="add mod">
          <ac:chgData name="DOWTY, PETER (DNR)" userId="01cf875a-4e15-4928-8f93-7a0dfa1efb6b" providerId="ADAL" clId="{660F8803-2738-5EFD-95AE-06E7480F19FB}" dt="2026-06-11T05:10:29.719" v="5504" actId="1076"/>
          <ac:spMkLst>
            <pc:docMk/>
            <pc:sldMk cId="4159988265" sldId="305"/>
            <ac:spMk id="21" creationId="{C48AD32E-FD86-7BFD-661E-BD9B9F0A7560}"/>
          </ac:spMkLst>
        </pc:spChg>
        <pc:spChg chg="add mod">
          <ac:chgData name="DOWTY, PETER (DNR)" userId="01cf875a-4e15-4928-8f93-7a0dfa1efb6b" providerId="ADAL" clId="{660F8803-2738-5EFD-95AE-06E7480F19FB}" dt="2026-06-11T05:10:53.556" v="5509" actId="1076"/>
          <ac:spMkLst>
            <pc:docMk/>
            <pc:sldMk cId="4159988265" sldId="305"/>
            <ac:spMk id="22" creationId="{C7328D69-FC36-64DE-EAA4-0C81BD0526DD}"/>
          </ac:spMkLst>
        </pc:spChg>
        <pc:spChg chg="add del mod">
          <ac:chgData name="DOWTY, PETER (DNR)" userId="01cf875a-4e15-4928-8f93-7a0dfa1efb6b" providerId="ADAL" clId="{660F8803-2738-5EFD-95AE-06E7480F19FB}" dt="2026-06-11T05:09:54.569" v="5498" actId="478"/>
          <ac:spMkLst>
            <pc:docMk/>
            <pc:sldMk cId="4159988265" sldId="305"/>
            <ac:spMk id="23" creationId="{1734E440-58F2-1A0B-CE91-5F385593406F}"/>
          </ac:spMkLst>
        </pc:spChg>
        <pc:spChg chg="add mod">
          <ac:chgData name="DOWTY, PETER (DNR)" userId="01cf875a-4e15-4928-8f93-7a0dfa1efb6b" providerId="ADAL" clId="{660F8803-2738-5EFD-95AE-06E7480F19FB}" dt="2026-06-11T05:10:15.489" v="5502" actId="14100"/>
          <ac:spMkLst>
            <pc:docMk/>
            <pc:sldMk cId="4159988265" sldId="305"/>
            <ac:spMk id="24" creationId="{088A62A4-EA43-0665-F171-4087C5AA3F81}"/>
          </ac:spMkLst>
        </pc:spChg>
        <pc:spChg chg="add mod">
          <ac:chgData name="DOWTY, PETER (DNR)" userId="01cf875a-4e15-4928-8f93-7a0dfa1efb6b" providerId="ADAL" clId="{660F8803-2738-5EFD-95AE-06E7480F19FB}" dt="2026-06-11T05:10:07.285" v="5500" actId="1076"/>
          <ac:spMkLst>
            <pc:docMk/>
            <pc:sldMk cId="4159988265" sldId="305"/>
            <ac:spMk id="25" creationId="{61367041-1F87-DF00-D702-F3FB9C83C3CE}"/>
          </ac:spMkLst>
        </pc:spChg>
        <pc:spChg chg="add mod">
          <ac:chgData name="DOWTY, PETER (DNR)" userId="01cf875a-4e15-4928-8f93-7a0dfa1efb6b" providerId="ADAL" clId="{660F8803-2738-5EFD-95AE-06E7480F19FB}" dt="2026-06-11T05:09:36.844" v="5490" actId="20577"/>
          <ac:spMkLst>
            <pc:docMk/>
            <pc:sldMk cId="4159988265" sldId="305"/>
            <ac:spMk id="26" creationId="{9316CD9B-D25E-23E1-90A6-A8F04E4DEC29}"/>
          </ac:spMkLst>
        </pc:spChg>
        <pc:spChg chg="add mod">
          <ac:chgData name="DOWTY, PETER (DNR)" userId="01cf875a-4e15-4928-8f93-7a0dfa1efb6b" providerId="ADAL" clId="{660F8803-2738-5EFD-95AE-06E7480F19FB}" dt="2026-06-11T05:10:11.174" v="5501" actId="1076"/>
          <ac:spMkLst>
            <pc:docMk/>
            <pc:sldMk cId="4159988265" sldId="305"/>
            <ac:spMk id="27" creationId="{2D25CB82-6004-8D85-A05A-B9326FD5A904}"/>
          </ac:spMkLst>
        </pc:spChg>
      </pc:sldChg>
      <pc:sldChg chg="delSp mod">
        <pc:chgData name="DOWTY, PETER (DNR)" userId="01cf875a-4e15-4928-8f93-7a0dfa1efb6b" providerId="ADAL" clId="{660F8803-2738-5EFD-95AE-06E7480F19FB}" dt="2026-06-11T05:12:07.659" v="5510" actId="478"/>
        <pc:sldMkLst>
          <pc:docMk/>
          <pc:sldMk cId="2602005344" sldId="306"/>
        </pc:sldMkLst>
        <pc:spChg chg="del">
          <ac:chgData name="DOWTY, PETER (DNR)" userId="01cf875a-4e15-4928-8f93-7a0dfa1efb6b" providerId="ADAL" clId="{660F8803-2738-5EFD-95AE-06E7480F19FB}" dt="2026-06-11T05:12:07.659" v="5510" actId="478"/>
          <ac:spMkLst>
            <pc:docMk/>
            <pc:sldMk cId="2602005344" sldId="306"/>
            <ac:spMk id="2" creationId="{04AD711A-C1D8-6EEC-CA13-8A7C2367A025}"/>
          </ac:spMkLst>
        </pc:spChg>
      </pc:sldChg>
      <pc:sldChg chg="ord">
        <pc:chgData name="DOWTY, PETER (DNR)" userId="01cf875a-4e15-4928-8f93-7a0dfa1efb6b" providerId="ADAL" clId="{660F8803-2738-5EFD-95AE-06E7480F19FB}" dt="2026-06-11T04:54:21.700" v="5310" actId="20578"/>
        <pc:sldMkLst>
          <pc:docMk/>
          <pc:sldMk cId="3305435514" sldId="307"/>
        </pc:sldMkLst>
      </pc:sldChg>
    </pc:docChg>
  </pc:docChgLst>
  <pc:docChgLst>
    <pc:chgData name="DOWTY, PETER (DNR)" userId="01cf875a-4e15-4928-8f93-7a0dfa1efb6b" providerId="ADAL" clId="{E9054DD1-CDF4-4BE2-A4C5-BD4B0395A89E}"/>
    <pc:docChg chg="undo custSel addSld delSld modSld sldOrd">
      <pc:chgData name="DOWTY, PETER (DNR)" userId="01cf875a-4e15-4928-8f93-7a0dfa1efb6b" providerId="ADAL" clId="{E9054DD1-CDF4-4BE2-A4C5-BD4B0395A89E}" dt="2026-06-11T23:03:22.854" v="14782" actId="20577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6-11T23:03:22.854" v="14782" actId="20577"/>
        <pc:sldMkLst>
          <pc:docMk/>
          <pc:sldMk cId="1516653873" sldId="293"/>
        </pc:sldMkLst>
        <pc:spChg chg="mod">
          <ac:chgData name="DOWTY, PETER (DNR)" userId="01cf875a-4e15-4928-8f93-7a0dfa1efb6b" providerId="ADAL" clId="{E9054DD1-CDF4-4BE2-A4C5-BD4B0395A89E}" dt="2026-06-11T21:24:00.424" v="14581" actId="1076"/>
          <ac:spMkLst>
            <pc:docMk/>
            <pc:sldMk cId="1516653873" sldId="293"/>
            <ac:spMk id="2" creationId="{3CB9ECB2-453E-0440-65C6-463FD2F97B26}"/>
          </ac:spMkLst>
        </pc:spChg>
        <pc:spChg chg="del">
          <ac:chgData name="DOWTY, PETER (DNR)" userId="01cf875a-4e15-4928-8f93-7a0dfa1efb6b" providerId="ADAL" clId="{E9054DD1-CDF4-4BE2-A4C5-BD4B0395A89E}" dt="2026-06-11T15:47:11.433" v="14534" actId="478"/>
          <ac:spMkLst>
            <pc:docMk/>
            <pc:sldMk cId="1516653873" sldId="293"/>
            <ac:spMk id="3" creationId="{3CE3F10C-C3F7-F495-8348-0B468B071416}"/>
          </ac:spMkLst>
        </pc:spChg>
        <pc:spChg chg="add del mod">
          <ac:chgData name="DOWTY, PETER (DNR)" userId="01cf875a-4e15-4928-8f93-7a0dfa1efb6b" providerId="ADAL" clId="{E9054DD1-CDF4-4BE2-A4C5-BD4B0395A89E}" dt="2026-06-11T20:51:55.215" v="14577" actId="478"/>
          <ac:spMkLst>
            <pc:docMk/>
            <pc:sldMk cId="1516653873" sldId="293"/>
            <ac:spMk id="6" creationId="{58B2E1E3-2612-ED67-1D83-3F519A0814F4}"/>
          </ac:spMkLst>
        </pc:spChg>
        <pc:spChg chg="add mod">
          <ac:chgData name="DOWTY, PETER (DNR)" userId="01cf875a-4e15-4928-8f93-7a0dfa1efb6b" providerId="ADAL" clId="{E9054DD1-CDF4-4BE2-A4C5-BD4B0395A89E}" dt="2026-06-11T23:03:22.854" v="14782" actId="20577"/>
          <ac:spMkLst>
            <pc:docMk/>
            <pc:sldMk cId="1516653873" sldId="293"/>
            <ac:spMk id="11" creationId="{98B15FDF-75FF-1BA8-D304-4150870574AC}"/>
          </ac:spMkLst>
        </pc:spChg>
        <pc:picChg chg="add mod">
          <ac:chgData name="DOWTY, PETER (DNR)" userId="01cf875a-4e15-4928-8f93-7a0dfa1efb6b" providerId="ADAL" clId="{E9054DD1-CDF4-4BE2-A4C5-BD4B0395A89E}" dt="2026-06-11T20:51:57.364" v="14578" actId="1076"/>
          <ac:picMkLst>
            <pc:docMk/>
            <pc:sldMk cId="1516653873" sldId="293"/>
            <ac:picMk id="8" creationId="{F11C776A-24E4-E47B-760C-EB2D4C0F711D}"/>
          </ac:picMkLst>
        </pc:picChg>
        <pc:picChg chg="add mod">
          <ac:chgData name="DOWTY, PETER (DNR)" userId="01cf875a-4e15-4928-8f93-7a0dfa1efb6b" providerId="ADAL" clId="{E9054DD1-CDF4-4BE2-A4C5-BD4B0395A89E}" dt="2026-06-11T20:52:53.082" v="14580" actId="1076"/>
          <ac:picMkLst>
            <pc:docMk/>
            <pc:sldMk cId="1516653873" sldId="293"/>
            <ac:picMk id="10" creationId="{5278D628-B96F-F0FD-BEC3-38194DE3BA7E}"/>
          </ac:picMkLst>
        </pc:picChg>
        <pc:cxnChg chg="add mod">
          <ac:chgData name="DOWTY, PETER (DNR)" userId="01cf875a-4e15-4928-8f93-7a0dfa1efb6b" providerId="ADAL" clId="{E9054DD1-CDF4-4BE2-A4C5-BD4B0395A89E}" dt="2026-06-11T21:24:00.424" v="14581" actId="1076"/>
          <ac:cxnSpMkLst>
            <pc:docMk/>
            <pc:sldMk cId="1516653873" sldId="293"/>
            <ac:cxnSpMk id="5" creationId="{251083E6-675B-004C-4D2B-D71A76F08BD3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10T23:52:46.866" v="14238" actId="478"/>
        <pc:sldMkLst>
          <pc:docMk/>
          <pc:sldMk cId="1080191347" sldId="302"/>
        </pc:sldMkLst>
        <pc:spChg chg="mod">
          <ac:chgData name="DOWTY, PETER (DNR)" userId="01cf875a-4e15-4928-8f93-7a0dfa1efb6b" providerId="ADAL" clId="{E9054DD1-CDF4-4BE2-A4C5-BD4B0395A89E}" dt="2026-06-10T19:54:09.094" v="14134" actId="255"/>
          <ac:spMkLst>
            <pc:docMk/>
            <pc:sldMk cId="1080191347" sldId="302"/>
            <ac:spMk id="3" creationId="{8110A3D7-C4FB-1C83-A200-76837EBCE22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spChg chg="del">
          <ac:chgData name="DOWTY, PETER (DNR)" userId="01cf875a-4e15-4928-8f93-7a0dfa1efb6b" providerId="ADAL" clId="{E9054DD1-CDF4-4BE2-A4C5-BD4B0395A89E}" dt="2026-06-10T20:22:31.464" v="14147" actId="478"/>
          <ac:spMkLst>
            <pc:docMk/>
            <pc:sldMk cId="1080191347" sldId="302"/>
            <ac:spMk id="11" creationId="{8C1AD218-ABED-6710-1AB4-5D6431E496A5}"/>
          </ac:spMkLst>
        </pc:spChg>
        <pc:spChg chg="mod">
          <ac:chgData name="DOWTY, PETER (DNR)" userId="01cf875a-4e15-4928-8f93-7a0dfa1efb6b" providerId="ADAL" clId="{E9054DD1-CDF4-4BE2-A4C5-BD4B0395A89E}" dt="2026-06-10T23:46:06.498" v="14218" actId="1035"/>
          <ac:spMkLst>
            <pc:docMk/>
            <pc:sldMk cId="1080191347" sldId="302"/>
            <ac:spMk id="13" creationId="{B5800FFF-7611-C428-D8AA-524DA9785E78}"/>
          </ac:spMkLst>
        </pc:spChg>
        <pc:spChg chg="mod">
          <ac:chgData name="DOWTY, PETER (DNR)" userId="01cf875a-4e15-4928-8f93-7a0dfa1efb6b" providerId="ADAL" clId="{E9054DD1-CDF4-4BE2-A4C5-BD4B0395A89E}" dt="2026-06-10T23:51:24.724" v="14232" actId="255"/>
          <ac:spMkLst>
            <pc:docMk/>
            <pc:sldMk cId="1080191347" sldId="302"/>
            <ac:spMk id="14" creationId="{8C33BD06-B30D-B6EF-C110-1688C122209E}"/>
          </ac:spMkLst>
        </pc:spChg>
        <pc:spChg chg="mod">
          <ac:chgData name="DOWTY, PETER (DNR)" userId="01cf875a-4e15-4928-8f93-7a0dfa1efb6b" providerId="ADAL" clId="{E9054DD1-CDF4-4BE2-A4C5-BD4B0395A89E}" dt="2026-06-10T19:52:27.329" v="14130" actId="255"/>
          <ac:spMkLst>
            <pc:docMk/>
            <pc:sldMk cId="1080191347" sldId="302"/>
            <ac:spMk id="15" creationId="{966E100B-84E3-DAB6-AC32-CE5766CC72A5}"/>
          </ac:spMkLst>
        </pc:spChg>
        <pc:spChg chg="add del mod">
          <ac:chgData name="DOWTY, PETER (DNR)" userId="01cf875a-4e15-4928-8f93-7a0dfa1efb6b" providerId="ADAL" clId="{E9054DD1-CDF4-4BE2-A4C5-BD4B0395A89E}" dt="2026-06-10T15:17:33.227" v="13985" actId="478"/>
          <ac:spMkLst>
            <pc:docMk/>
            <pc:sldMk cId="1080191347" sldId="302"/>
            <ac:spMk id="16" creationId="{A0C51328-4E6A-C755-4623-EEA3B266F5F8}"/>
          </ac:spMkLst>
        </pc:spChg>
        <pc:spChg chg="mod">
          <ac:chgData name="DOWTY, PETER (DNR)" userId="01cf875a-4e15-4928-8f93-7a0dfa1efb6b" providerId="ADAL" clId="{E9054DD1-CDF4-4BE2-A4C5-BD4B0395A89E}" dt="2026-06-10T23:50:19.371" v="14231" actId="255"/>
          <ac:spMkLst>
            <pc:docMk/>
            <pc:sldMk cId="1080191347" sldId="302"/>
            <ac:spMk id="17" creationId="{5CC19D89-2E0F-8942-F81C-349299689EC2}"/>
          </ac:spMkLst>
        </pc:spChg>
        <pc:spChg chg="del">
          <ac:chgData name="DOWTY, PETER (DNR)" userId="01cf875a-4e15-4928-8f93-7a0dfa1efb6b" providerId="ADAL" clId="{E9054DD1-CDF4-4BE2-A4C5-BD4B0395A89E}" dt="2026-06-10T19:41:28.609" v="14120" actId="478"/>
          <ac:spMkLst>
            <pc:docMk/>
            <pc:sldMk cId="1080191347" sldId="302"/>
            <ac:spMk id="18" creationId="{DD08106A-F81A-8D5C-A490-4A807B43B0AC}"/>
          </ac:spMkLst>
        </pc:spChg>
        <pc:spChg chg="mod">
          <ac:chgData name="DOWTY, PETER (DNR)" userId="01cf875a-4e15-4928-8f93-7a0dfa1efb6b" providerId="ADAL" clId="{E9054DD1-CDF4-4BE2-A4C5-BD4B0395A89E}" dt="2026-06-10T19:52:31.571" v="14131" actId="255"/>
          <ac:spMkLst>
            <pc:docMk/>
            <pc:sldMk cId="1080191347" sldId="302"/>
            <ac:spMk id="19" creationId="{1214ADD2-1773-4F92-44C7-3A15CE7BB40C}"/>
          </ac:spMkLst>
        </pc:spChg>
        <pc:spChg chg="add del mod">
          <ac:chgData name="DOWTY, PETER (DNR)" userId="01cf875a-4e15-4928-8f93-7a0dfa1efb6b" providerId="ADAL" clId="{E9054DD1-CDF4-4BE2-A4C5-BD4B0395A89E}" dt="2026-06-10T15:17:31.553" v="13984" actId="478"/>
          <ac:spMkLst>
            <pc:docMk/>
            <pc:sldMk cId="1080191347" sldId="302"/>
            <ac:spMk id="20" creationId="{EA64B1C9-745C-987C-092E-FD97366267C9}"/>
          </ac:spMkLst>
        </pc:spChg>
        <pc:spChg chg="mod">
          <ac:chgData name="DOWTY, PETER (DNR)" userId="01cf875a-4e15-4928-8f93-7a0dfa1efb6b" providerId="ADAL" clId="{E9054DD1-CDF4-4BE2-A4C5-BD4B0395A89E}" dt="2026-06-10T23:28:23.957" v="14156" actId="20577"/>
          <ac:spMkLst>
            <pc:docMk/>
            <pc:sldMk cId="1080191347" sldId="302"/>
            <ac:spMk id="21" creationId="{972BC3C7-B01B-E3E2-306F-2D831BC47D3B}"/>
          </ac:spMkLst>
        </pc:spChg>
        <pc:spChg chg="mod">
          <ac:chgData name="DOWTY, PETER (DNR)" userId="01cf875a-4e15-4928-8f93-7a0dfa1efb6b" providerId="ADAL" clId="{E9054DD1-CDF4-4BE2-A4C5-BD4B0395A89E}" dt="2026-06-10T19:52:35.910" v="14132" actId="255"/>
          <ac:spMkLst>
            <pc:docMk/>
            <pc:sldMk cId="1080191347" sldId="302"/>
            <ac:spMk id="22" creationId="{1D247A57-E1B6-9B0B-8F6B-E131E0CB4748}"/>
          </ac:spMkLst>
        </pc:spChg>
        <pc:spChg chg="mod">
          <ac:chgData name="DOWTY, PETER (DNR)" userId="01cf875a-4e15-4928-8f93-7a0dfa1efb6b" providerId="ADAL" clId="{E9054DD1-CDF4-4BE2-A4C5-BD4B0395A89E}" dt="2026-06-10T19:52:22.955" v="14129" actId="255"/>
          <ac:spMkLst>
            <pc:docMk/>
            <pc:sldMk cId="1080191347" sldId="302"/>
            <ac:spMk id="23" creationId="{F4054005-B522-6C17-0561-68EF1063906B}"/>
          </ac:spMkLst>
        </pc:spChg>
        <pc:spChg chg="mod">
          <ac:chgData name="DOWTY, PETER (DNR)" userId="01cf875a-4e15-4928-8f93-7a0dfa1efb6b" providerId="ADAL" clId="{E9054DD1-CDF4-4BE2-A4C5-BD4B0395A89E}" dt="2026-06-10T19:52:17.173" v="14128" actId="255"/>
          <ac:spMkLst>
            <pc:docMk/>
            <pc:sldMk cId="1080191347" sldId="302"/>
            <ac:spMk id="24" creationId="{A07D71C0-6478-95C2-434E-C8C14D578D1D}"/>
          </ac:spMkLst>
        </pc:spChg>
        <pc:spChg chg="mod">
          <ac:chgData name="DOWTY, PETER (DNR)" userId="01cf875a-4e15-4928-8f93-7a0dfa1efb6b" providerId="ADAL" clId="{E9054DD1-CDF4-4BE2-A4C5-BD4B0395A89E}" dt="2026-06-10T19:51:55.740" v="14127" actId="255"/>
          <ac:spMkLst>
            <pc:docMk/>
            <pc:sldMk cId="1080191347" sldId="302"/>
            <ac:spMk id="25" creationId="{A4C45E72-8F99-B1E5-C180-E49562B77EAF}"/>
          </ac:spMkLst>
        </pc:spChg>
        <pc:spChg chg="add del mod">
          <ac:chgData name="DOWTY, PETER (DNR)" userId="01cf875a-4e15-4928-8f93-7a0dfa1efb6b" providerId="ADAL" clId="{E9054DD1-CDF4-4BE2-A4C5-BD4B0395A89E}" dt="2026-06-10T15:17:30.499" v="13983" actId="478"/>
          <ac:spMkLst>
            <pc:docMk/>
            <pc:sldMk cId="1080191347" sldId="302"/>
            <ac:spMk id="26" creationId="{2585B47B-B57F-28FC-6C5C-062D5E056FCC}"/>
          </ac:spMkLst>
        </pc:spChg>
        <pc:spChg chg="add del mod">
          <ac:chgData name="DOWTY, PETER (DNR)" userId="01cf875a-4e15-4928-8f93-7a0dfa1efb6b" providerId="ADAL" clId="{E9054DD1-CDF4-4BE2-A4C5-BD4B0395A89E}" dt="2026-06-10T15:17:35.336" v="13986" actId="478"/>
          <ac:spMkLst>
            <pc:docMk/>
            <pc:sldMk cId="1080191347" sldId="302"/>
            <ac:spMk id="27" creationId="{C7E5B743-1391-945D-BFDC-4E14E0C23F13}"/>
          </ac:spMkLst>
        </pc:spChg>
        <pc:spChg chg="add mod">
          <ac:chgData name="DOWTY, PETER (DNR)" userId="01cf875a-4e15-4928-8f93-7a0dfa1efb6b" providerId="ADAL" clId="{E9054DD1-CDF4-4BE2-A4C5-BD4B0395A89E}" dt="2026-06-10T20:53:02.629" v="14149" actId="1076"/>
          <ac:spMkLst>
            <pc:docMk/>
            <pc:sldMk cId="1080191347" sldId="302"/>
            <ac:spMk id="28" creationId="{8C8E5CDA-6BA6-632E-9A67-DF99BBD20B33}"/>
          </ac:spMkLst>
        </pc:spChg>
        <pc:spChg chg="del mod">
          <ac:chgData name="DOWTY, PETER (DNR)" userId="01cf875a-4e15-4928-8f93-7a0dfa1efb6b" providerId="ADAL" clId="{E9054DD1-CDF4-4BE2-A4C5-BD4B0395A89E}" dt="2026-06-10T19:54:29.294" v="14139" actId="478"/>
          <ac:spMkLst>
            <pc:docMk/>
            <pc:sldMk cId="1080191347" sldId="302"/>
            <ac:spMk id="29" creationId="{7AF8C59A-AF60-0313-D57F-6BA2ED6A294A}"/>
          </ac:spMkLst>
        </pc:spChg>
        <pc:spChg chg="del">
          <ac:chgData name="DOWTY, PETER (DNR)" userId="01cf875a-4e15-4928-8f93-7a0dfa1efb6b" providerId="ADAL" clId="{E9054DD1-CDF4-4BE2-A4C5-BD4B0395A89E}" dt="2026-06-10T19:41:29.876" v="14121" actId="478"/>
          <ac:spMkLst>
            <pc:docMk/>
            <pc:sldMk cId="1080191347" sldId="302"/>
            <ac:spMk id="30" creationId="{385F174A-B892-7EFB-2D7D-C3441A94FF90}"/>
          </ac:spMkLst>
        </pc:spChg>
        <pc:spChg chg="del">
          <ac:chgData name="DOWTY, PETER (DNR)" userId="01cf875a-4e15-4928-8f93-7a0dfa1efb6b" providerId="ADAL" clId="{E9054DD1-CDF4-4BE2-A4C5-BD4B0395A89E}" dt="2026-06-10T15:14:59.579" v="13966" actId="478"/>
          <ac:spMkLst>
            <pc:docMk/>
            <pc:sldMk cId="1080191347" sldId="302"/>
            <ac:spMk id="31" creationId="{FE969ED4-E8BD-8D3F-AC22-8C3FB52280FB}"/>
          </ac:spMkLst>
        </pc:spChg>
        <pc:spChg chg="del">
          <ac:chgData name="DOWTY, PETER (DNR)" userId="01cf875a-4e15-4928-8f93-7a0dfa1efb6b" providerId="ADAL" clId="{E9054DD1-CDF4-4BE2-A4C5-BD4B0395A89E}" dt="2026-06-10T15:15:01.562" v="13967" actId="478"/>
          <ac:spMkLst>
            <pc:docMk/>
            <pc:sldMk cId="1080191347" sldId="302"/>
            <ac:spMk id="32" creationId="{575152F1-E16B-9565-20AB-33CE5AB1A6D2}"/>
          </ac:spMkLst>
        </pc:spChg>
        <pc:spChg chg="del">
          <ac:chgData name="DOWTY, PETER (DNR)" userId="01cf875a-4e15-4928-8f93-7a0dfa1efb6b" providerId="ADAL" clId="{E9054DD1-CDF4-4BE2-A4C5-BD4B0395A89E}" dt="2026-06-10T15:15:04.157" v="13969" actId="478"/>
          <ac:spMkLst>
            <pc:docMk/>
            <pc:sldMk cId="1080191347" sldId="302"/>
            <ac:spMk id="33" creationId="{979D682C-6FA4-C118-6CCC-7AA383946C17}"/>
          </ac:spMkLst>
        </pc:spChg>
        <pc:spChg chg="add del">
          <ac:chgData name="DOWTY, PETER (DNR)" userId="01cf875a-4e15-4928-8f93-7a0dfa1efb6b" providerId="ADAL" clId="{E9054DD1-CDF4-4BE2-A4C5-BD4B0395A89E}" dt="2026-06-10T19:54:18.340" v="14136" actId="478"/>
          <ac:spMkLst>
            <pc:docMk/>
            <pc:sldMk cId="1080191347" sldId="302"/>
            <ac:spMk id="40" creationId="{714A8BF6-3B91-4403-97C8-01BBC8E1B15B}"/>
          </ac:spMkLst>
        </pc:spChg>
        <pc:spChg chg="add mod">
          <ac:chgData name="DOWTY, PETER (DNR)" userId="01cf875a-4e15-4928-8f93-7a0dfa1efb6b" providerId="ADAL" clId="{E9054DD1-CDF4-4BE2-A4C5-BD4B0395A89E}" dt="2026-06-10T23:43:01.080" v="14165" actId="1076"/>
          <ac:spMkLst>
            <pc:docMk/>
            <pc:sldMk cId="1080191347" sldId="302"/>
            <ac:spMk id="41" creationId="{635AEB7B-4596-306B-B630-DD51CB842583}"/>
          </ac:spMkLst>
        </pc:spChg>
        <pc:spChg chg="add mod">
          <ac:chgData name="DOWTY, PETER (DNR)" userId="01cf875a-4e15-4928-8f93-7a0dfa1efb6b" providerId="ADAL" clId="{E9054DD1-CDF4-4BE2-A4C5-BD4B0395A89E}" dt="2026-06-10T23:43:12.820" v="14169" actId="1076"/>
          <ac:spMkLst>
            <pc:docMk/>
            <pc:sldMk cId="1080191347" sldId="302"/>
            <ac:spMk id="42" creationId="{542B2A1E-C2EE-EE35-75BC-09835ACC7E8F}"/>
          </ac:spMkLst>
        </pc:spChg>
        <pc:spChg chg="add mod">
          <ac:chgData name="DOWTY, PETER (DNR)" userId="01cf875a-4e15-4928-8f93-7a0dfa1efb6b" providerId="ADAL" clId="{E9054DD1-CDF4-4BE2-A4C5-BD4B0395A89E}" dt="2026-06-10T23:43:24.107" v="14173" actId="1076"/>
          <ac:spMkLst>
            <pc:docMk/>
            <pc:sldMk cId="1080191347" sldId="302"/>
            <ac:spMk id="43" creationId="{8B8D7897-74E2-7976-6B81-C25C7B217551}"/>
          </ac:spMkLst>
        </pc:spChg>
        <pc:spChg chg="add mod">
          <ac:chgData name="DOWTY, PETER (DNR)" userId="01cf875a-4e15-4928-8f93-7a0dfa1efb6b" providerId="ADAL" clId="{E9054DD1-CDF4-4BE2-A4C5-BD4B0395A89E}" dt="2026-06-10T23:43:57.561" v="14176" actId="1076"/>
          <ac:spMkLst>
            <pc:docMk/>
            <pc:sldMk cId="1080191347" sldId="302"/>
            <ac:spMk id="44" creationId="{A36FB7A9-1195-2834-C4BE-1D26DCA4D34E}"/>
          </ac:spMkLst>
        </pc:spChg>
        <pc:spChg chg="add mod">
          <ac:chgData name="DOWTY, PETER (DNR)" userId="01cf875a-4e15-4928-8f93-7a0dfa1efb6b" providerId="ADAL" clId="{E9054DD1-CDF4-4BE2-A4C5-BD4B0395A89E}" dt="2026-06-10T23:44:09.176" v="14180" actId="1076"/>
          <ac:spMkLst>
            <pc:docMk/>
            <pc:sldMk cId="1080191347" sldId="302"/>
            <ac:spMk id="45" creationId="{0B6D04A2-402E-7BE8-5F72-B3D43A40B8FF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6" creationId="{5FE5306A-403D-AACD-D6A4-D2DB577A546C}"/>
          </ac:spMkLst>
        </pc:spChg>
        <pc:spChg chg="add mod">
          <ac:chgData name="DOWTY, PETER (DNR)" userId="01cf875a-4e15-4928-8f93-7a0dfa1efb6b" providerId="ADAL" clId="{E9054DD1-CDF4-4BE2-A4C5-BD4B0395A89E}" dt="2026-06-10T23:52:35.942" v="14237" actId="20577"/>
          <ac:spMkLst>
            <pc:docMk/>
            <pc:sldMk cId="1080191347" sldId="302"/>
            <ac:spMk id="47" creationId="{F6F3DAE4-E7A7-CF2A-A571-FA981DBDCE2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8" creationId="{CDBA4DC4-A9E3-B7AA-102B-7DC9052D0BA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9" creationId="{2E119186-B23E-732A-259A-240C0522E2B8}"/>
          </ac:spMkLst>
        </pc:spChg>
        <pc:spChg chg="add mod">
          <ac:chgData name="DOWTY, PETER (DNR)" userId="01cf875a-4e15-4928-8f93-7a0dfa1efb6b" providerId="ADAL" clId="{E9054DD1-CDF4-4BE2-A4C5-BD4B0395A89E}" dt="2026-06-10T23:45:49.427" v="14209" actId="1076"/>
          <ac:spMkLst>
            <pc:docMk/>
            <pc:sldMk cId="1080191347" sldId="302"/>
            <ac:spMk id="50" creationId="{739A4842-212E-5FEB-0F57-F74F16D77259}"/>
          </ac:spMkLst>
        </pc:spChg>
        <pc:spChg chg="add mod">
          <ac:chgData name="DOWTY, PETER (DNR)" userId="01cf875a-4e15-4928-8f93-7a0dfa1efb6b" providerId="ADAL" clId="{E9054DD1-CDF4-4BE2-A4C5-BD4B0395A89E}" dt="2026-06-10T23:49:46.495" v="14223" actId="1076"/>
          <ac:spMkLst>
            <pc:docMk/>
            <pc:sldMk cId="1080191347" sldId="302"/>
            <ac:spMk id="51" creationId="{5B86EBF4-5AE5-2037-E20A-6EE11F8A1726}"/>
          </ac:spMkLst>
        </pc:spChg>
        <pc:spChg chg="add mod">
          <ac:chgData name="DOWTY, PETER (DNR)" userId="01cf875a-4e15-4928-8f93-7a0dfa1efb6b" providerId="ADAL" clId="{E9054DD1-CDF4-4BE2-A4C5-BD4B0395A89E}" dt="2026-06-10T23:49:59.603" v="14226" actId="1076"/>
          <ac:spMkLst>
            <pc:docMk/>
            <pc:sldMk cId="1080191347" sldId="302"/>
            <ac:spMk id="52" creationId="{EB617B18-6495-130D-F389-AF5922343FAF}"/>
          </ac:spMkLst>
        </pc:spChg>
        <pc:spChg chg="add mod">
          <ac:chgData name="DOWTY, PETER (DNR)" userId="01cf875a-4e15-4928-8f93-7a0dfa1efb6b" providerId="ADAL" clId="{E9054DD1-CDF4-4BE2-A4C5-BD4B0395A89E}" dt="2026-06-10T23:50:07.753" v="14230" actId="1076"/>
          <ac:spMkLst>
            <pc:docMk/>
            <pc:sldMk cId="1080191347" sldId="302"/>
            <ac:spMk id="53" creationId="{8A69C396-DF57-28AE-7A96-5D34B7987002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4" creationId="{7D3E6C4F-F976-B12B-843C-32E42BE763A8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5" creationId="{EBD9B8E8-6575-E11E-B245-42B267C62668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6" creationId="{45FCEB16-7D10-8AAB-E969-2196B8B63235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7" creationId="{F8351835-E12F-2F03-BFFF-2362C7A8192B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8" creationId="{34A07055-6E71-59D9-E31F-5E6E2D7147A3}"/>
          </ac:spMkLst>
        </pc:spChg>
        <pc:spChg chg="add del mod">
          <ac:chgData name="DOWTY, PETER (DNR)" userId="01cf875a-4e15-4928-8f93-7a0dfa1efb6b" providerId="ADAL" clId="{E9054DD1-CDF4-4BE2-A4C5-BD4B0395A89E}" dt="2026-06-10T23:52:46.866" v="14238" actId="478"/>
          <ac:spMkLst>
            <pc:docMk/>
            <pc:sldMk cId="1080191347" sldId="302"/>
            <ac:spMk id="59" creationId="{B3E5C45A-CE5E-5F12-8EC2-1F3F4A5A6AB0}"/>
          </ac:spMkLst>
        </pc:sp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  <pc:cxnChg chg="del mod">
          <ac:chgData name="DOWTY, PETER (DNR)" userId="01cf875a-4e15-4928-8f93-7a0dfa1efb6b" providerId="ADAL" clId="{E9054DD1-CDF4-4BE2-A4C5-BD4B0395A89E}" dt="2026-06-10T15:15:02.655" v="13968" actId="478"/>
          <ac:cxnSpMkLst>
            <pc:docMk/>
            <pc:sldMk cId="1080191347" sldId="302"/>
            <ac:cxnSpMk id="35" creationId="{64DAC9AC-149A-4CAB-CCF8-87F370E9B1C7}"/>
          </ac:cxnSpMkLst>
        </pc:cxn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6" creationId="{91829517-0263-8CA8-B2F8-9B79CB6292D3}"/>
          </ac:cxnSpMkLst>
        </pc:cxnChg>
        <pc:cxnChg chg="del mod">
          <ac:chgData name="DOWTY, PETER (DNR)" userId="01cf875a-4e15-4928-8f93-7a0dfa1efb6b" providerId="ADAL" clId="{E9054DD1-CDF4-4BE2-A4C5-BD4B0395A89E}" dt="2026-06-10T15:15:06.839" v="13970" actId="478"/>
          <ac:cxnSpMkLst>
            <pc:docMk/>
            <pc:sldMk cId="1080191347" sldId="302"/>
            <ac:cxnSpMk id="37" creationId="{1DF9EB47-977E-06FD-3888-7748C52D9A5A}"/>
          </ac:cxnSpMkLst>
        </pc:cxn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8" creationId="{94168204-2691-E128-CBDC-84383371E212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  <pc:sldChg chg="addSp modSp mod">
        <pc:chgData name="DOWTY, PETER (DNR)" userId="01cf875a-4e15-4928-8f93-7a0dfa1efb6b" providerId="ADAL" clId="{E9054DD1-CDF4-4BE2-A4C5-BD4B0395A89E}" dt="2026-06-11T14:31:09.413" v="14454" actId="1076"/>
        <pc:sldMkLst>
          <pc:docMk/>
          <pc:sldMk cId="4159988265" sldId="305"/>
        </pc:sldMkLst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2" creationId="{5261260A-4643-3DBE-23EE-CC619DF3E45E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3" creationId="{0668EAF3-6E44-3B77-3035-DF336B6461A4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4" creationId="{B51C0C62-C104-C006-9AAE-F5E514B5C605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5" creationId="{2F96AC05-9E3E-DB42-D41F-EFBB08092BB5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6" creationId="{3B246F87-B561-21D8-77EE-F54510DDEE03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7" creationId="{1F45376D-A261-7C81-C33D-CA48C8766101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9" creationId="{E0CE7953-330E-2114-FD94-19078918818B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0" creationId="{0E6CB3BA-453C-3F80-80F9-5D6418ACA9DC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1" creationId="{FFB3E4DB-727B-FA67-797F-58E77A9817FF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2" creationId="{93C45B0B-353C-0F8F-7856-80F852E7F70F}"/>
          </ac:spMkLst>
        </pc:spChg>
        <pc:spChg chg="mod">
          <ac:chgData name="DOWTY, PETER (DNR)" userId="01cf875a-4e15-4928-8f93-7a0dfa1efb6b" providerId="ADAL" clId="{E9054DD1-CDF4-4BE2-A4C5-BD4B0395A89E}" dt="2026-06-11T14:29:07.398" v="14404" actId="164"/>
          <ac:spMkLst>
            <pc:docMk/>
            <pc:sldMk cId="4159988265" sldId="305"/>
            <ac:spMk id="13" creationId="{289B1E57-7C10-F521-9D40-B2BF673C4611}"/>
          </ac:spMkLst>
        </pc:spChg>
        <pc:spChg chg="mod">
          <ac:chgData name="DOWTY, PETER (DNR)" userId="01cf875a-4e15-4928-8f93-7a0dfa1efb6b" providerId="ADAL" clId="{E9054DD1-CDF4-4BE2-A4C5-BD4B0395A89E}" dt="2026-06-11T14:29:07.398" v="14404" actId="164"/>
          <ac:spMkLst>
            <pc:docMk/>
            <pc:sldMk cId="4159988265" sldId="305"/>
            <ac:spMk id="14" creationId="{EDDC45BF-A7E6-18BE-7CD1-3C21362976BF}"/>
          </ac:spMkLst>
        </pc:spChg>
        <pc:spChg chg="mod">
          <ac:chgData name="DOWTY, PETER (DNR)" userId="01cf875a-4e15-4928-8f93-7a0dfa1efb6b" providerId="ADAL" clId="{E9054DD1-CDF4-4BE2-A4C5-BD4B0395A89E}" dt="2026-06-11T14:30:03.911" v="14411" actId="164"/>
          <ac:spMkLst>
            <pc:docMk/>
            <pc:sldMk cId="4159988265" sldId="305"/>
            <ac:spMk id="15" creationId="{586BB7C5-A8DD-2C03-C718-AF104043BBC9}"/>
          </ac:spMkLst>
        </pc:spChg>
        <pc:spChg chg="mod">
          <ac:chgData name="DOWTY, PETER (DNR)" userId="01cf875a-4e15-4928-8f93-7a0dfa1efb6b" providerId="ADAL" clId="{E9054DD1-CDF4-4BE2-A4C5-BD4B0395A89E}" dt="2026-06-11T14:30:26.285" v="14415" actId="164"/>
          <ac:spMkLst>
            <pc:docMk/>
            <pc:sldMk cId="4159988265" sldId="305"/>
            <ac:spMk id="16" creationId="{FD0DF34F-F397-821A-4F5A-3AC73A58B555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7" creationId="{B9EF3BA6-EC3F-3095-5DB7-38D074830AB6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8" creationId="{92E1DF7C-7355-68C2-8DF5-7808B59BD173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9" creationId="{16810E00-98AF-8E02-6D92-328A1E4693E1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0" creationId="{717C1080-4E98-6562-5955-B2289F331152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1" creationId="{C48AD32E-FD86-7BFD-661E-BD9B9F0A7560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2" creationId="{C7328D69-FC36-64DE-EAA4-0C81BD0526DD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4" creationId="{088A62A4-EA43-0665-F171-4087C5AA3F81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5" creationId="{61367041-1F87-DF00-D702-F3FB9C83C3CE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6" creationId="{9316CD9B-D25E-23E1-90A6-A8F04E4DEC29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7" creationId="{2D25CB82-6004-8D85-A05A-B9326FD5A904}"/>
          </ac:spMkLst>
        </pc:spChg>
        <pc:spChg chg="add mod">
          <ac:chgData name="DOWTY, PETER (DNR)" userId="01cf875a-4e15-4928-8f93-7a0dfa1efb6b" providerId="ADAL" clId="{E9054DD1-CDF4-4BE2-A4C5-BD4B0395A89E}" dt="2026-06-11T14:31:09.413" v="14454" actId="1076"/>
          <ac:spMkLst>
            <pc:docMk/>
            <pc:sldMk cId="4159988265" sldId="305"/>
            <ac:spMk id="31" creationId="{C1579EA5-C65F-50D5-12CD-89C6C777B55D}"/>
          </ac:spMkLst>
        </pc:spChg>
        <pc:grpChg chg="add mod">
          <ac:chgData name="DOWTY, PETER (DNR)" userId="01cf875a-4e15-4928-8f93-7a0dfa1efb6b" providerId="ADAL" clId="{E9054DD1-CDF4-4BE2-A4C5-BD4B0395A89E}" dt="2026-06-11T14:30:41.248" v="14418" actId="1076"/>
          <ac:grpSpMkLst>
            <pc:docMk/>
            <pc:sldMk cId="4159988265" sldId="305"/>
            <ac:grpSpMk id="8" creationId="{27ADEC77-C9FA-2563-95A9-5101FF414903}"/>
          </ac:grpSpMkLst>
        </pc:grpChg>
        <pc:grpChg chg="add mod">
          <ac:chgData name="DOWTY, PETER (DNR)" userId="01cf875a-4e15-4928-8f93-7a0dfa1efb6b" providerId="ADAL" clId="{E9054DD1-CDF4-4BE2-A4C5-BD4B0395A89E}" dt="2026-06-11T14:30:03.911" v="14411" actId="164"/>
          <ac:grpSpMkLst>
            <pc:docMk/>
            <pc:sldMk cId="4159988265" sldId="305"/>
            <ac:grpSpMk id="23" creationId="{6E18580E-0AF4-60AF-43F5-37EED632B0AB}"/>
          </ac:grpSpMkLst>
        </pc:grpChg>
        <pc:grpChg chg="add mod">
          <ac:chgData name="DOWTY, PETER (DNR)" userId="01cf875a-4e15-4928-8f93-7a0dfa1efb6b" providerId="ADAL" clId="{E9054DD1-CDF4-4BE2-A4C5-BD4B0395A89E}" dt="2026-06-11T14:30:34.942" v="14417" actId="1076"/>
          <ac:grpSpMkLst>
            <pc:docMk/>
            <pc:sldMk cId="4159988265" sldId="305"/>
            <ac:grpSpMk id="28" creationId="{50E2C8C4-3315-B2A2-E838-4167F67AA090}"/>
          </ac:grpSpMkLst>
        </pc:grpChg>
        <pc:grpChg chg="add mod">
          <ac:chgData name="DOWTY, PETER (DNR)" userId="01cf875a-4e15-4928-8f93-7a0dfa1efb6b" providerId="ADAL" clId="{E9054DD1-CDF4-4BE2-A4C5-BD4B0395A89E}" dt="2026-06-11T14:30:26.285" v="14415" actId="164"/>
          <ac:grpSpMkLst>
            <pc:docMk/>
            <pc:sldMk cId="4159988265" sldId="305"/>
            <ac:grpSpMk id="29" creationId="{DF3F0123-E24D-E2BC-96AD-2CB4655E3ED9}"/>
          </ac:grpSpMkLst>
        </pc:grpChg>
        <pc:grpChg chg="add mod">
          <ac:chgData name="DOWTY, PETER (DNR)" userId="01cf875a-4e15-4928-8f93-7a0dfa1efb6b" providerId="ADAL" clId="{E9054DD1-CDF4-4BE2-A4C5-BD4B0395A89E}" dt="2026-06-11T14:30:30.492" v="14416" actId="1076"/>
          <ac:grpSpMkLst>
            <pc:docMk/>
            <pc:sldMk cId="4159988265" sldId="305"/>
            <ac:grpSpMk id="30" creationId="{BEE08E63-1902-7C15-4820-29CC64C5AE8C}"/>
          </ac:grpSpMkLst>
        </pc:grpChg>
      </pc:sldChg>
      <pc:sldChg chg="addSp delSp modSp add mod">
        <pc:chgData name="DOWTY, PETER (DNR)" userId="01cf875a-4e15-4928-8f93-7a0dfa1efb6b" providerId="ADAL" clId="{E9054DD1-CDF4-4BE2-A4C5-BD4B0395A89E}" dt="2026-06-10T19:36:43.713" v="14119" actId="1076"/>
        <pc:sldMkLst>
          <pc:docMk/>
          <pc:sldMk cId="3305435514" sldId="307"/>
        </pc:sldMkLst>
        <pc:spChg chg="mod">
          <ac:chgData name="DOWTY, PETER (DNR)" userId="01cf875a-4e15-4928-8f93-7a0dfa1efb6b" providerId="ADAL" clId="{E9054DD1-CDF4-4BE2-A4C5-BD4B0395A89E}" dt="2026-06-10T14:41:31.995" v="13907" actId="1037"/>
          <ac:spMkLst>
            <pc:docMk/>
            <pc:sldMk cId="3305435514" sldId="307"/>
            <ac:spMk id="22" creationId="{1D247A57-E1B6-9B0B-8F6B-E131E0CB4748}"/>
          </ac:spMkLst>
        </pc:spChg>
        <pc:spChg chg="del">
          <ac:chgData name="DOWTY, PETER (DNR)" userId="01cf875a-4e15-4928-8f93-7a0dfa1efb6b" providerId="ADAL" clId="{E9054DD1-CDF4-4BE2-A4C5-BD4B0395A89E}" dt="2026-06-10T19:36:24.239" v="14114" actId="478"/>
          <ac:spMkLst>
            <pc:docMk/>
            <pc:sldMk cId="3305435514" sldId="307"/>
            <ac:spMk id="31" creationId="{FE969ED4-E8BD-8D3F-AC22-8C3FB52280FB}"/>
          </ac:spMkLst>
        </pc:spChg>
        <pc:spChg chg="del">
          <ac:chgData name="DOWTY, PETER (DNR)" userId="01cf875a-4e15-4928-8f93-7a0dfa1efb6b" providerId="ADAL" clId="{E9054DD1-CDF4-4BE2-A4C5-BD4B0395A89E}" dt="2026-06-10T19:36:25.435" v="14115" actId="478"/>
          <ac:spMkLst>
            <pc:docMk/>
            <pc:sldMk cId="3305435514" sldId="307"/>
            <ac:spMk id="32" creationId="{575152F1-E16B-9565-20AB-33CE5AB1A6D2}"/>
          </ac:spMkLst>
        </pc:spChg>
        <pc:spChg chg="del">
          <ac:chgData name="DOWTY, PETER (DNR)" userId="01cf875a-4e15-4928-8f93-7a0dfa1efb6b" providerId="ADAL" clId="{E9054DD1-CDF4-4BE2-A4C5-BD4B0395A89E}" dt="2026-06-10T19:36:28.167" v="14117" actId="478"/>
          <ac:spMkLst>
            <pc:docMk/>
            <pc:sldMk cId="3305435514" sldId="307"/>
            <ac:spMk id="33" creationId="{979D682C-6FA4-C118-6CCC-7AA383946C17}"/>
          </ac:spMkLst>
        </pc:spChg>
        <pc:spChg chg="mod">
          <ac:chgData name="DOWTY, PETER (DNR)" userId="01cf875a-4e15-4928-8f93-7a0dfa1efb6b" providerId="ADAL" clId="{E9054DD1-CDF4-4BE2-A4C5-BD4B0395A89E}" dt="2026-06-10T19:36:43.713" v="14119" actId="1076"/>
          <ac:spMkLst>
            <pc:docMk/>
            <pc:sldMk cId="3305435514" sldId="307"/>
            <ac:spMk id="46" creationId="{4AED065C-CC6D-4878-9FF9-651DDC49322C}"/>
          </ac:spMkLst>
        </pc:spChg>
        <pc:spChg chg="mod">
          <ac:chgData name="DOWTY, PETER (DNR)" userId="01cf875a-4e15-4928-8f93-7a0dfa1efb6b" providerId="ADAL" clId="{E9054DD1-CDF4-4BE2-A4C5-BD4B0395A89E}" dt="2026-06-10T19:25:35.329" v="14013" actId="20577"/>
          <ac:spMkLst>
            <pc:docMk/>
            <pc:sldMk cId="3305435514" sldId="307"/>
            <ac:spMk id="63" creationId="{12B52783-9427-D0A1-C35E-29E8DEA0CE6A}"/>
          </ac:spMkLst>
        </pc:spChg>
        <pc:spChg chg="mod">
          <ac:chgData name="DOWTY, PETER (DNR)" userId="01cf875a-4e15-4928-8f93-7a0dfa1efb6b" providerId="ADAL" clId="{E9054DD1-CDF4-4BE2-A4C5-BD4B0395A89E}" dt="2026-06-10T19:24:22.598" v="13999" actId="20577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DOWTY, PETER (DNR)" userId="01cf875a-4e15-4928-8f93-7a0dfa1efb6b" providerId="ADAL" clId="{E9054DD1-CDF4-4BE2-A4C5-BD4B0395A89E}" dt="2026-06-10T19:35:56.071" v="14110" actId="1076"/>
          <ac:spMkLst>
            <pc:docMk/>
            <pc:sldMk cId="3305435514" sldId="307"/>
            <ac:spMk id="69" creationId="{73B6B001-75EE-CE30-F441-83913DDBF5AC}"/>
          </ac:spMkLst>
        </pc:spChg>
        <pc:spChg chg="add mod">
          <ac:chgData name="DOWTY, PETER (DNR)" userId="01cf875a-4e15-4928-8f93-7a0dfa1efb6b" providerId="ADAL" clId="{E9054DD1-CDF4-4BE2-A4C5-BD4B0395A89E}" dt="2026-06-10T19:34:33.684" v="14101" actId="14838"/>
          <ac:spMkLst>
            <pc:docMk/>
            <pc:sldMk cId="3305435514" sldId="307"/>
            <ac:spMk id="70" creationId="{8E23B4B7-1DDA-E03B-3F1D-BA2566F2A627}"/>
          </ac:spMkLst>
        </pc:spChg>
        <pc:spChg chg="add mod">
          <ac:chgData name="DOWTY, PETER (DNR)" userId="01cf875a-4e15-4928-8f93-7a0dfa1efb6b" providerId="ADAL" clId="{E9054DD1-CDF4-4BE2-A4C5-BD4B0395A89E}" dt="2026-06-10T19:28:41.340" v="14047" actId="1076"/>
          <ac:spMkLst>
            <pc:docMk/>
            <pc:sldMk cId="3305435514" sldId="307"/>
            <ac:spMk id="71" creationId="{B6FD02ED-D405-3088-C61C-3870ABADC5DB}"/>
          </ac:spMkLst>
        </pc:spChg>
        <pc:spChg chg="add mod">
          <ac:chgData name="DOWTY, PETER (DNR)" userId="01cf875a-4e15-4928-8f93-7a0dfa1efb6b" providerId="ADAL" clId="{E9054DD1-CDF4-4BE2-A4C5-BD4B0395A89E}" dt="2026-06-10T19:27:37.848" v="14033" actId="1076"/>
          <ac:spMkLst>
            <pc:docMk/>
            <pc:sldMk cId="3305435514" sldId="307"/>
            <ac:spMk id="72" creationId="{4607C6C1-94EB-1D99-91EE-C4AB6C953217}"/>
          </ac:spMkLst>
        </pc:spChg>
        <pc:spChg chg="add mod">
          <ac:chgData name="DOWTY, PETER (DNR)" userId="01cf875a-4e15-4928-8f93-7a0dfa1efb6b" providerId="ADAL" clId="{E9054DD1-CDF4-4BE2-A4C5-BD4B0395A89E}" dt="2026-06-10T19:27:09.614" v="14026" actId="1076"/>
          <ac:spMkLst>
            <pc:docMk/>
            <pc:sldMk cId="3305435514" sldId="307"/>
            <ac:spMk id="73" creationId="{DACAAB0B-742F-17B7-7C41-0DEB318F448A}"/>
          </ac:spMkLst>
        </pc:spChg>
        <pc:picChg chg="mod">
          <ac:chgData name="DOWTY, PETER (DNR)" userId="01cf875a-4e15-4928-8f93-7a0dfa1efb6b" providerId="ADAL" clId="{E9054DD1-CDF4-4BE2-A4C5-BD4B0395A89E}" dt="2026-06-10T19:28:02.135" v="14046" actId="1076"/>
          <ac:picMkLst>
            <pc:docMk/>
            <pc:sldMk cId="3305435514" sldId="307"/>
            <ac:picMk id="12" creationId="{FFEB0EB2-5612-339D-9A81-7118DD120316}"/>
          </ac:picMkLst>
        </pc:picChg>
        <pc:cxnChg chg="del mod">
          <ac:chgData name="DOWTY, PETER (DNR)" userId="01cf875a-4e15-4928-8f93-7a0dfa1efb6b" providerId="ADAL" clId="{E9054DD1-CDF4-4BE2-A4C5-BD4B0395A89E}" dt="2026-06-10T19:36:26.563" v="14116" actId="478"/>
          <ac:cxnSpMkLst>
            <pc:docMk/>
            <pc:sldMk cId="3305435514" sldId="307"/>
            <ac:cxnSpMk id="35" creationId="{64DAC9AC-149A-4CAB-CCF8-87F370E9B1C7}"/>
          </ac:cxnSpMkLst>
        </pc:cxn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7" creationId="{EE966F27-B6A0-BE78-D9D6-2C369E93BC04}"/>
          </ac:cxnSpMkLst>
        </pc:cxn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8" creationId="{54DB520E-3C72-AF20-25CF-217F7D4903DA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11T16:17:25.058" v="14536" actId="931"/>
        <pc:sldMkLst>
          <pc:docMk/>
          <pc:sldMk cId="2867469800" sldId="308"/>
        </pc:sldMkLst>
        <pc:picChg chg="add del mod">
          <ac:chgData name="DOWTY, PETER (DNR)" userId="01cf875a-4e15-4928-8f93-7a0dfa1efb6b" providerId="ADAL" clId="{E9054DD1-CDF4-4BE2-A4C5-BD4B0395A89E}" dt="2026-06-11T16:09:16.784" v="14535" actId="478"/>
          <ac:picMkLst>
            <pc:docMk/>
            <pc:sldMk cId="2867469800" sldId="308"/>
            <ac:picMk id="3" creationId="{8A02D550-66C8-E392-EB6D-FBCDD6A40087}"/>
          </ac:picMkLst>
        </pc:picChg>
        <pc:picChg chg="add mod">
          <ac:chgData name="DOWTY, PETER (DNR)" userId="01cf875a-4e15-4928-8f93-7a0dfa1efb6b" providerId="ADAL" clId="{E9054DD1-CDF4-4BE2-A4C5-BD4B0395A89E}" dt="2026-06-11T16:17:25.058" v="14536" actId="931"/>
          <ac:picMkLst>
            <pc:docMk/>
            <pc:sldMk cId="2867469800" sldId="308"/>
            <ac:picMk id="5" creationId="{BA31E29E-F63F-19EC-BF63-11F4C6C01AF2}"/>
          </ac:picMkLst>
        </pc:pic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undo custSel addSld delSld modSld">
      <pc:chgData name="Pete Dowty" userId="91aba14b6835b0ae" providerId="LiveId" clId="{660F8803-2738-5EFD-95AE-06E7480F19FB}" dt="2026-06-10T04:00:09.666" v="2821" actId="1076"/>
      <pc:docMkLst>
        <pc:docMk/>
      </pc:docMkLst>
      <pc:sldChg chg="addSp delSp modSp mod">
        <pc:chgData name="Pete Dowty" userId="91aba14b6835b0ae" providerId="LiveId" clId="{660F8803-2738-5EFD-95AE-06E7480F19FB}" dt="2026-06-09T05:08:22.228" v="2709" actId="20577"/>
        <pc:sldMkLst>
          <pc:docMk/>
          <pc:sldMk cId="1516653873" sldId="293"/>
        </pc:sldMkLst>
        <pc:spChg chg="add mod">
          <ac:chgData name="Pete Dowty" userId="91aba14b6835b0ae" providerId="LiveId" clId="{660F8803-2738-5EFD-95AE-06E7480F19FB}" dt="2026-06-09T05:08:22.228" v="2709" actId="20577"/>
          <ac:spMkLst>
            <pc:docMk/>
            <pc:sldMk cId="1516653873" sldId="293"/>
            <ac:spMk id="2" creationId="{3CB9ECB2-453E-0440-65C6-463FD2F97B26}"/>
          </ac:spMkLst>
        </pc:spChg>
      </pc:sldChg>
      <pc:sldChg chg="addSp delSp modSp mod">
        <pc:chgData name="Pete Dowty" userId="91aba14b6835b0ae" providerId="LiveId" clId="{660F8803-2738-5EFD-95AE-06E7480F19FB}" dt="2026-06-06T04:42:08.651" v="1706" actId="206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add mod">
          <ac:chgData name="Pete Dowty" userId="91aba14b6835b0ae" providerId="LiveId" clId="{660F8803-2738-5EFD-95AE-06E7480F19FB}" dt="2026-06-06T04:42:08.651" v="1706" actId="206"/>
          <ac:spMkLst>
            <pc:docMk/>
            <pc:sldMk cId="1835506812" sldId="301"/>
            <ac:spMk id="40" creationId="{5B6C2A25-7008-F36A-58F0-3EFB7160B1DE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delSp modSp mod">
        <pc:chgData name="Pete Dowty" userId="91aba14b6835b0ae" providerId="LiveId" clId="{660F8803-2738-5EFD-95AE-06E7480F19FB}" dt="2026-06-08T03:15:29.967" v="2351" actId="571"/>
        <pc:sldMkLst>
          <pc:docMk/>
          <pc:sldMk cId="1080191347" sldId="302"/>
        </pc:sldMkLst>
        <pc:spChg chg="add mod">
          <ac:chgData name="Pete Dowty" userId="91aba14b6835b0ae" providerId="LiveId" clId="{660F8803-2738-5EFD-95AE-06E7480F19FB}" dt="2026-06-06T04:04:06.711" v="1464" actId="1076"/>
          <ac:spMkLst>
            <pc:docMk/>
            <pc:sldMk cId="1080191347" sldId="302"/>
            <ac:spMk id="2" creationId="{80CDFAD8-254E-B1F9-BEE4-35A7BD532477}"/>
          </ac:spMkLst>
        </pc:spChg>
        <pc:spChg chg="add mod">
          <ac:chgData name="Pete Dowty" userId="91aba14b6835b0ae" providerId="LiveId" clId="{660F8803-2738-5EFD-95AE-06E7480F19FB}" dt="2026-06-06T22:28:48.481" v="2245" actId="20577"/>
          <ac:spMkLst>
            <pc:docMk/>
            <pc:sldMk cId="1080191347" sldId="302"/>
            <ac:spMk id="3" creationId="{8110A3D7-C4FB-1C83-A200-76837EBCE228}"/>
          </ac:spMkLst>
        </pc:spChg>
        <pc:spChg chg="mod">
          <ac:chgData name="Pete Dowty" userId="91aba14b6835b0ae" providerId="LiveId" clId="{660F8803-2738-5EFD-95AE-06E7480F19FB}" dt="2026-06-07T04:04:17.872" v="2290" actId="1076"/>
          <ac:spMkLst>
            <pc:docMk/>
            <pc:sldMk cId="1080191347" sldId="302"/>
            <ac:spMk id="10" creationId="{06FD703F-EFBF-62D2-4C8E-207F501ADCA5}"/>
          </ac:spMkLst>
        </pc:spChg>
        <pc:spChg chg="add mod">
          <ac:chgData name="Pete Dowty" userId="91aba14b6835b0ae" providerId="LiveId" clId="{660F8803-2738-5EFD-95AE-06E7480F19FB}" dt="2026-06-06T22:27:37.447" v="2235" actId="1076"/>
          <ac:spMkLst>
            <pc:docMk/>
            <pc:sldMk cId="1080191347" sldId="302"/>
            <ac:spMk id="13" creationId="{B5800FFF-7611-C428-D8AA-524DA9785E78}"/>
          </ac:spMkLst>
        </pc:spChg>
        <pc:spChg chg="add mod">
          <ac:chgData name="Pete Dowty" userId="91aba14b6835b0ae" providerId="LiveId" clId="{660F8803-2738-5EFD-95AE-06E7480F19FB}" dt="2026-06-06T22:29:08.001" v="2253" actId="1076"/>
          <ac:spMkLst>
            <pc:docMk/>
            <pc:sldMk cId="1080191347" sldId="302"/>
            <ac:spMk id="14" creationId="{8C33BD06-B30D-B6EF-C110-1688C122209E}"/>
          </ac:spMkLst>
        </pc:spChg>
        <pc:spChg chg="add mod">
          <ac:chgData name="Pete Dowty" userId="91aba14b6835b0ae" providerId="LiveId" clId="{660F8803-2738-5EFD-95AE-06E7480F19FB}" dt="2026-06-06T04:29:45.817" v="1572" actId="20577"/>
          <ac:spMkLst>
            <pc:docMk/>
            <pc:sldMk cId="1080191347" sldId="302"/>
            <ac:spMk id="15" creationId="{966E100B-84E3-DAB6-AC32-CE5766CC72A5}"/>
          </ac:spMkLst>
        </pc:spChg>
        <pc:spChg chg="add mod">
          <ac:chgData name="Pete Dowty" userId="91aba14b6835b0ae" providerId="LiveId" clId="{660F8803-2738-5EFD-95AE-06E7480F19FB}" dt="2026-06-06T22:28:59.338" v="2249" actId="1076"/>
          <ac:spMkLst>
            <pc:docMk/>
            <pc:sldMk cId="1080191347" sldId="302"/>
            <ac:spMk id="17" creationId="{5CC19D89-2E0F-8942-F81C-349299689EC2}"/>
          </ac:spMkLst>
        </pc:spChg>
        <pc:spChg chg="add mod">
          <ac:chgData name="Pete Dowty" userId="91aba14b6835b0ae" providerId="LiveId" clId="{660F8803-2738-5EFD-95AE-06E7480F19FB}" dt="2026-06-06T04:38:40.181" v="1698" actId="20577"/>
          <ac:spMkLst>
            <pc:docMk/>
            <pc:sldMk cId="1080191347" sldId="302"/>
            <ac:spMk id="19" creationId="{1214ADD2-1773-4F92-44C7-3A15CE7BB40C}"/>
          </ac:spMkLst>
        </pc:spChg>
        <pc:spChg chg="add mod">
          <ac:chgData name="Pete Dowty" userId="91aba14b6835b0ae" providerId="LiveId" clId="{660F8803-2738-5EFD-95AE-06E7480F19FB}" dt="2026-06-06T04:46:22.015" v="1737" actId="20577"/>
          <ac:spMkLst>
            <pc:docMk/>
            <pc:sldMk cId="1080191347" sldId="302"/>
            <ac:spMk id="21" creationId="{972BC3C7-B01B-E3E2-306F-2D831BC47D3B}"/>
          </ac:spMkLst>
        </pc:spChg>
        <pc:spChg chg="add mod">
          <ac:chgData name="Pete Dowty" userId="91aba14b6835b0ae" providerId="LiveId" clId="{660F8803-2738-5EFD-95AE-06E7480F19FB}" dt="2026-06-06T04:33:20.370" v="1583" actId="14100"/>
          <ac:spMkLst>
            <pc:docMk/>
            <pc:sldMk cId="1080191347" sldId="302"/>
            <ac:spMk id="22" creationId="{1D247A57-E1B6-9B0B-8F6B-E131E0CB4748}"/>
          </ac:spMkLst>
        </pc:spChg>
        <pc:spChg chg="add mod">
          <ac:chgData name="Pete Dowty" userId="91aba14b6835b0ae" providerId="LiveId" clId="{660F8803-2738-5EFD-95AE-06E7480F19FB}" dt="2026-06-06T04:27:03.564" v="1566" actId="20577"/>
          <ac:spMkLst>
            <pc:docMk/>
            <pc:sldMk cId="1080191347" sldId="302"/>
            <ac:spMk id="23" creationId="{F4054005-B522-6C17-0561-68EF1063906B}"/>
          </ac:spMkLst>
        </pc:spChg>
        <pc:spChg chg="add mod">
          <ac:chgData name="Pete Dowty" userId="91aba14b6835b0ae" providerId="LiveId" clId="{660F8803-2738-5EFD-95AE-06E7480F19FB}" dt="2026-06-06T04:25:58.042" v="1555" actId="3064"/>
          <ac:spMkLst>
            <pc:docMk/>
            <pc:sldMk cId="1080191347" sldId="302"/>
            <ac:spMk id="24" creationId="{A07D71C0-6478-95C2-434E-C8C14D578D1D}"/>
          </ac:spMkLst>
        </pc:spChg>
        <pc:spChg chg="add mod">
          <ac:chgData name="Pete Dowty" userId="91aba14b6835b0ae" providerId="LiveId" clId="{660F8803-2738-5EFD-95AE-06E7480F19FB}" dt="2026-06-06T04:23:00.246" v="1535" actId="14100"/>
          <ac:spMkLst>
            <pc:docMk/>
            <pc:sldMk cId="1080191347" sldId="302"/>
            <ac:spMk id="25" creationId="{A4C45E72-8F99-B1E5-C180-E49562B77EAF}"/>
          </ac:spMkLst>
        </pc:spChg>
        <pc:picChg chg="mod">
          <ac:chgData name="Pete Dowty" userId="91aba14b6835b0ae" providerId="LiveId" clId="{660F8803-2738-5EFD-95AE-06E7480F19FB}" dt="2026-06-07T04:08:01.094" v="2339" actId="1076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mod">
        <pc:chgData name="Pete Dowty" userId="91aba14b6835b0ae" providerId="LiveId" clId="{660F8803-2738-5EFD-95AE-06E7480F19FB}" dt="2026-06-06T14:20:55.156" v="2153" actId="206"/>
        <pc:sldMkLst>
          <pc:docMk/>
          <pc:sldMk cId="2110894095" sldId="304"/>
        </pc:sldMkLst>
        <pc:spChg chg="mod topLvl">
          <ac:chgData name="Pete Dowty" userId="91aba14b6835b0ae" providerId="LiveId" clId="{660F8803-2738-5EFD-95AE-06E7480F19FB}" dt="2026-06-06T14:17:49.162" v="2110" actId="1076"/>
          <ac:spMkLst>
            <pc:docMk/>
            <pc:sldMk cId="2110894095" sldId="304"/>
            <ac:spMk id="4" creationId="{712285E7-F927-7092-04F0-970231A6F020}"/>
          </ac:spMkLst>
        </pc:spChg>
        <pc:spChg chg="mod">
          <ac:chgData name="Pete Dowty" userId="91aba14b6835b0ae" providerId="LiveId" clId="{660F8803-2738-5EFD-95AE-06E7480F19FB}" dt="2026-06-06T14:19:10.133" v="2142" actId="20577"/>
          <ac:spMkLst>
            <pc:docMk/>
            <pc:sldMk cId="2110894095" sldId="304"/>
            <ac:spMk id="32" creationId="{2B57CAAC-FB19-BBBF-C08D-2C0588E3D4AC}"/>
          </ac:spMkLst>
        </pc:spChg>
        <pc:spChg chg="mod">
          <ac:chgData name="Pete Dowty" userId="91aba14b6835b0ae" providerId="LiveId" clId="{660F8803-2738-5EFD-95AE-06E7480F19FB}" dt="2026-06-06T14:18:40.556" v="2128" actId="1076"/>
          <ac:spMkLst>
            <pc:docMk/>
            <pc:sldMk cId="2110894095" sldId="304"/>
            <ac:spMk id="35" creationId="{BC99B1FF-3BD7-E65B-8B7F-B4353E5AE681}"/>
          </ac:spMkLst>
        </pc:spChg>
        <pc:spChg chg="add mod">
          <ac:chgData name="Pete Dowty" userId="91aba14b6835b0ae" providerId="LiveId" clId="{660F8803-2738-5EFD-95AE-06E7480F19FB}" dt="2026-06-06T14:20:23.862" v="2147" actId="206"/>
          <ac:spMkLst>
            <pc:docMk/>
            <pc:sldMk cId="2110894095" sldId="304"/>
            <ac:spMk id="36" creationId="{F4820C52-EE40-9020-791D-F9AABF815C66}"/>
          </ac:spMkLst>
        </pc:spChg>
        <pc:spChg chg="add mod">
          <ac:chgData name="Pete Dowty" userId="91aba14b6835b0ae" providerId="LiveId" clId="{660F8803-2738-5EFD-95AE-06E7480F19FB}" dt="2026-06-06T14:20:55.156" v="2153" actId="206"/>
          <ac:spMkLst>
            <pc:docMk/>
            <pc:sldMk cId="2110894095" sldId="304"/>
            <ac:spMk id="37" creationId="{A1E4402A-0CFD-2127-BFBE-5D1CF424849E}"/>
          </ac:spMkLst>
        </pc:spChg>
        <pc:grpChg chg="add mod">
          <ac:chgData name="Pete Dowty" userId="91aba14b6835b0ae" providerId="LiveId" clId="{660F8803-2738-5EFD-95AE-06E7480F19FB}" dt="2026-06-06T14:18:12.289" v="2115" actId="1076"/>
          <ac:grpSpMkLst>
            <pc:docMk/>
            <pc:sldMk cId="2110894095" sldId="304"/>
            <ac:grpSpMk id="21" creationId="{B3047448-B351-F6AE-C95A-FE32F577BF01}"/>
          </ac:grpSpMkLst>
        </pc:grpChg>
        <pc:grpChg chg="add mod">
          <ac:chgData name="Pete Dowty" userId="91aba14b6835b0ae" providerId="LiveId" clId="{660F8803-2738-5EFD-95AE-06E7480F19FB}" dt="2026-06-06T14:18:25.381" v="2118" actId="1076"/>
          <ac:grpSpMkLst>
            <pc:docMk/>
            <pc:sldMk cId="2110894095" sldId="304"/>
            <ac:grpSpMk id="22" creationId="{60540CC3-2F96-2970-557E-BC8773E708DE}"/>
          </ac:grpSpMkLst>
        </pc:grpChg>
        <pc:grpChg chg="add mod">
          <ac:chgData name="Pete Dowty" userId="91aba14b6835b0ae" providerId="LiveId" clId="{660F8803-2738-5EFD-95AE-06E7480F19FB}" dt="2026-06-06T14:18:21.603" v="2117" actId="1076"/>
          <ac:grpSpMkLst>
            <pc:docMk/>
            <pc:sldMk cId="2110894095" sldId="304"/>
            <ac:grpSpMk id="33" creationId="{067C7581-9B46-C1CD-96C3-42E353920AF4}"/>
          </ac:grpSpMkLst>
        </pc:grpChg>
        <pc:picChg chg="mod topLvl">
          <ac:chgData name="Pete Dowty" userId="91aba14b6835b0ae" providerId="LiveId" clId="{660F8803-2738-5EFD-95AE-06E7480F19FB}" dt="2026-06-06T14:17:40.136" v="2108" actId="14100"/>
          <ac:picMkLst>
            <pc:docMk/>
            <pc:sldMk cId="2110894095" sldId="304"/>
            <ac:picMk id="3" creationId="{0462DB5D-EB87-78FB-E0AF-1C0991FE0A1B}"/>
          </ac:picMkLst>
        </pc:picChg>
        <pc:picChg chg="mod">
          <ac:chgData name="Pete Dowty" userId="91aba14b6835b0ae" providerId="LiveId" clId="{660F8803-2738-5EFD-95AE-06E7480F19FB}" dt="2026-06-06T14:18:06.398" v="2112"/>
          <ac:picMkLst>
            <pc:docMk/>
            <pc:sldMk cId="2110894095" sldId="304"/>
            <ac:picMk id="26" creationId="{67D83418-2393-5B8A-DC4E-D136159AA585}"/>
          </ac:picMkLst>
        </pc:picChg>
        <pc:picChg chg="mod">
          <ac:chgData name="Pete Dowty" userId="91aba14b6835b0ae" providerId="LiveId" clId="{660F8803-2738-5EFD-95AE-06E7480F19FB}" dt="2026-06-06T14:18:07.691" v="2113"/>
          <ac:picMkLst>
            <pc:docMk/>
            <pc:sldMk cId="2110894095" sldId="304"/>
            <ac:picMk id="34" creationId="{7177729B-DC99-0028-97E8-C3EC4196C8C7}"/>
          </ac:picMkLst>
        </pc:picChg>
      </pc:sldChg>
      <pc:sldChg chg="addSp modSp new mod">
        <pc:chgData name="Pete Dowty" userId="91aba14b6835b0ae" providerId="LiveId" clId="{660F8803-2738-5EFD-95AE-06E7480F19FB}" dt="2026-06-06T15:23:13.203" v="2229" actId="1076"/>
        <pc:sldMkLst>
          <pc:docMk/>
          <pc:sldMk cId="4159988265" sldId="305"/>
        </pc:sldMkLst>
        <pc:spChg chg="add mod">
          <ac:chgData name="Pete Dowty" userId="91aba14b6835b0ae" providerId="LiveId" clId="{660F8803-2738-5EFD-95AE-06E7480F19FB}" dt="2026-06-06T13:54:17.562" v="1869" actId="14100"/>
          <ac:spMkLst>
            <pc:docMk/>
            <pc:sldMk cId="4159988265" sldId="305"/>
            <ac:spMk id="2" creationId="{5261260A-4643-3DBE-23EE-CC619DF3E45E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3" creationId="{0668EAF3-6E44-3B77-3035-DF336B6461A4}"/>
          </ac:spMkLst>
        </pc:spChg>
        <pc:spChg chg="add mod">
          <ac:chgData name="Pete Dowty" userId="91aba14b6835b0ae" providerId="LiveId" clId="{660F8803-2738-5EFD-95AE-06E7480F19FB}" dt="2026-06-06T04:54:53.143" v="1821" actId="255"/>
          <ac:spMkLst>
            <pc:docMk/>
            <pc:sldMk cId="4159988265" sldId="305"/>
            <ac:spMk id="4" creationId="{B51C0C62-C104-C006-9AAE-F5E514B5C605}"/>
          </ac:spMkLst>
        </pc:spChg>
        <pc:spChg chg="add mod">
          <ac:chgData name="Pete Dowty" userId="91aba14b6835b0ae" providerId="LiveId" clId="{660F8803-2738-5EFD-95AE-06E7480F19FB}" dt="2026-06-06T04:56:52.560" v="1846" actId="207"/>
          <ac:spMkLst>
            <pc:docMk/>
            <pc:sldMk cId="4159988265" sldId="305"/>
            <ac:spMk id="5" creationId="{2F96AC05-9E3E-DB42-D41F-EFBB08092BB5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6" creationId="{3B246F87-B561-21D8-77EE-F54510DDEE03}"/>
          </ac:spMkLst>
        </pc:spChg>
        <pc:spChg chg="add mod">
          <ac:chgData name="Pete Dowty" userId="91aba14b6835b0ae" providerId="LiveId" clId="{660F8803-2738-5EFD-95AE-06E7480F19FB}" dt="2026-06-06T15:23:13.203" v="2229" actId="1076"/>
          <ac:spMkLst>
            <pc:docMk/>
            <pc:sldMk cId="4159988265" sldId="305"/>
            <ac:spMk id="7" creationId="{1F45376D-A261-7C81-C33D-CA48C8766101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Pete Dowty" userId="91aba14b6835b0ae" providerId="LiveId" clId="{660F8803-2738-5EFD-95AE-06E7480F19FB}" dt="2026-06-06T15:23:10.338" v="2228" actId="1076"/>
          <ac:spMkLst>
            <pc:docMk/>
            <pc:sldMk cId="4159988265" sldId="305"/>
            <ac:spMk id="10" creationId="{0E6CB3BA-453C-3F80-80F9-5D6418ACA9DC}"/>
          </ac:spMkLst>
        </pc:spChg>
      </pc:sldChg>
      <pc:sldChg chg="addSp modSp new mod">
        <pc:chgData name="Pete Dowty" userId="91aba14b6835b0ae" providerId="LiveId" clId="{660F8803-2738-5EFD-95AE-06E7480F19FB}" dt="2026-06-06T15:36:45.716" v="2230" actId="207"/>
        <pc:sldMkLst>
          <pc:docMk/>
          <pc:sldMk cId="2602005344" sldId="306"/>
        </pc:sldMkLst>
      </pc:sldChg>
      <pc:sldChg chg="addSp delSp modSp mod">
        <pc:chgData name="Pete Dowty" userId="91aba14b6835b0ae" providerId="LiveId" clId="{660F8803-2738-5EFD-95AE-06E7480F19FB}" dt="2026-06-10T04:00:09.666" v="2821" actId="1076"/>
        <pc:sldMkLst>
          <pc:docMk/>
          <pc:sldMk cId="3305435514" sldId="307"/>
        </pc:sldMkLst>
        <pc:spChg chg="del mod">
          <ac:chgData name="Pete Dowty" userId="91aba14b6835b0ae" providerId="LiveId" clId="{660F8803-2738-5EFD-95AE-06E7480F19FB}" dt="2026-06-10T03:41:05.622" v="2815" actId="478"/>
          <ac:spMkLst>
            <pc:docMk/>
            <pc:sldMk cId="3305435514" sldId="307"/>
            <ac:spMk id="2" creationId="{80CDFAD8-254E-B1F9-BEE4-35A7BD532477}"/>
          </ac:spMkLst>
        </pc:spChg>
        <pc:spChg chg="mod">
          <ac:chgData name="Pete Dowty" userId="91aba14b6835b0ae" providerId="LiveId" clId="{660F8803-2738-5EFD-95AE-06E7480F19FB}" dt="2026-06-10T03:58:37.610" v="2817" actId="1076"/>
          <ac:spMkLst>
            <pc:docMk/>
            <pc:sldMk cId="3305435514" sldId="307"/>
            <ac:spMk id="19" creationId="{1214ADD2-1773-4F92-44C7-3A15CE7BB40C}"/>
          </ac:spMkLst>
        </pc:spChg>
        <pc:spChg chg="mod">
          <ac:chgData name="Pete Dowty" userId="91aba14b6835b0ae" providerId="LiveId" clId="{660F8803-2738-5EFD-95AE-06E7480F19FB}" dt="2026-06-10T03:38:04.469" v="2786" actId="20577"/>
          <ac:spMkLst>
            <pc:docMk/>
            <pc:sldMk cId="3305435514" sldId="307"/>
            <ac:spMk id="54" creationId="{59134A72-4600-8297-C3D1-C54DE1749960}"/>
          </ac:spMkLst>
        </pc:spChg>
        <pc:spChg chg="mod">
          <ac:chgData name="Pete Dowty" userId="91aba14b6835b0ae" providerId="LiveId" clId="{660F8803-2738-5EFD-95AE-06E7480F19FB}" dt="2026-06-10T03:34:26.068" v="2710" actId="1076"/>
          <ac:spMkLst>
            <pc:docMk/>
            <pc:sldMk cId="3305435514" sldId="307"/>
            <ac:spMk id="55" creationId="{BCC3964D-F192-DA6C-C3EF-8B764DFFA223}"/>
          </ac:spMkLst>
        </pc:spChg>
        <pc:spChg chg="add mod">
          <ac:chgData name="Pete Dowty" userId="91aba14b6835b0ae" providerId="LiveId" clId="{660F8803-2738-5EFD-95AE-06E7480F19FB}" dt="2026-06-10T03:37:46.257" v="2780" actId="1076"/>
          <ac:spMkLst>
            <pc:docMk/>
            <pc:sldMk cId="3305435514" sldId="307"/>
            <ac:spMk id="59" creationId="{37DE94BC-280A-EBAC-D774-C839BBA81670}"/>
          </ac:spMkLst>
        </pc:spChg>
        <pc:spChg chg="add mod">
          <ac:chgData name="Pete Dowty" userId="91aba14b6835b0ae" providerId="LiveId" clId="{660F8803-2738-5EFD-95AE-06E7480F19FB}" dt="2026-06-10T03:37:42.383" v="2779" actId="1076"/>
          <ac:spMkLst>
            <pc:docMk/>
            <pc:sldMk cId="3305435514" sldId="307"/>
            <ac:spMk id="60" creationId="{F2F14059-47C3-D8EE-B6B5-966B4A518B3D}"/>
          </ac:spMkLst>
        </pc:spChg>
        <pc:spChg chg="add mod">
          <ac:chgData name="Pete Dowty" userId="91aba14b6835b0ae" providerId="LiveId" clId="{660F8803-2738-5EFD-95AE-06E7480F19FB}" dt="2026-06-10T03:37:27.945" v="2773" actId="1076"/>
          <ac:spMkLst>
            <pc:docMk/>
            <pc:sldMk cId="3305435514" sldId="307"/>
            <ac:spMk id="61" creationId="{7252B431-5350-6D68-B337-C0B092C059A7}"/>
          </ac:spMkLst>
        </pc:spChg>
        <pc:spChg chg="add mod">
          <ac:chgData name="Pete Dowty" userId="91aba14b6835b0ae" providerId="LiveId" clId="{660F8803-2738-5EFD-95AE-06E7480F19FB}" dt="2026-06-10T03:35:04.498" v="2724" actId="20577"/>
          <ac:spMkLst>
            <pc:docMk/>
            <pc:sldMk cId="3305435514" sldId="307"/>
            <ac:spMk id="62" creationId="{8F49994D-7A6A-E28A-AF1E-15089D2753FB}"/>
          </ac:spMkLst>
        </pc:spChg>
        <pc:spChg chg="add mod">
          <ac:chgData name="Pete Dowty" userId="91aba14b6835b0ae" providerId="LiveId" clId="{660F8803-2738-5EFD-95AE-06E7480F19FB}" dt="2026-06-10T03:38:15.605" v="2787"/>
          <ac:spMkLst>
            <pc:docMk/>
            <pc:sldMk cId="3305435514" sldId="307"/>
            <ac:spMk id="63" creationId="{12B52783-9427-D0A1-C35E-29E8DEA0CE6A}"/>
          </ac:spMkLst>
        </pc:spChg>
        <pc:spChg chg="add mod">
          <ac:chgData name="Pete Dowty" userId="91aba14b6835b0ae" providerId="LiveId" clId="{660F8803-2738-5EFD-95AE-06E7480F19FB}" dt="2026-06-10T03:38:16.204" v="2788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Pete Dowty" userId="91aba14b6835b0ae" providerId="LiveId" clId="{660F8803-2738-5EFD-95AE-06E7480F19FB}" dt="2026-06-10T04:00:06.592" v="2819" actId="1076"/>
          <ac:spMkLst>
            <pc:docMk/>
            <pc:sldMk cId="3305435514" sldId="307"/>
            <ac:spMk id="65" creationId="{4730A5FE-8689-E9B9-85F8-A0C793237DFF}"/>
          </ac:spMkLst>
        </pc:spChg>
        <pc:spChg chg="add mod">
          <ac:chgData name="Pete Dowty" userId="91aba14b6835b0ae" providerId="LiveId" clId="{660F8803-2738-5EFD-95AE-06E7480F19FB}" dt="2026-06-10T03:38:42.114" v="2797" actId="20577"/>
          <ac:spMkLst>
            <pc:docMk/>
            <pc:sldMk cId="3305435514" sldId="307"/>
            <ac:spMk id="66" creationId="{9AFA2AAE-FC6C-DB58-FD31-8796D31ED6A2}"/>
          </ac:spMkLst>
        </pc:spChg>
        <pc:picChg chg="mod">
          <ac:chgData name="Pete Dowty" userId="91aba14b6835b0ae" providerId="LiveId" clId="{660F8803-2738-5EFD-95AE-06E7480F19FB}" dt="2026-06-10T04:00:09.666" v="2821" actId="1076"/>
          <ac:picMkLst>
            <pc:docMk/>
            <pc:sldMk cId="3305435514" sldId="307"/>
            <ac:picMk id="12" creationId="{FFEB0EB2-5612-339D-9A81-7118DD120316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eg"/><Relationship Id="rId3" Type="http://schemas.openxmlformats.org/officeDocument/2006/relationships/image" Target="../media/image8.png"/><Relationship Id="rId7" Type="http://schemas.openxmlformats.org/officeDocument/2006/relationships/image" Target="../media/image12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60.png"/><Relationship Id="rId50" Type="http://schemas.openxmlformats.org/officeDocument/2006/relationships/customXml" Target="../ink/ink25.xml"/><Relationship Id="rId7" Type="http://schemas.openxmlformats.org/officeDocument/2006/relationships/image" Target="../media/image401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55.png"/><Relationship Id="rId40" Type="http://schemas.openxmlformats.org/officeDocument/2006/relationships/customXml" Target="../ink/ink20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5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4" Type="http://schemas.openxmlformats.org/officeDocument/2006/relationships/customXml" Target="../ink/ink2.xml"/><Relationship Id="rId9" Type="http://schemas.openxmlformats.org/officeDocument/2006/relationships/image" Target="../media/image413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50.png"/><Relationship Id="rId30" Type="http://schemas.openxmlformats.org/officeDocument/2006/relationships/customXml" Target="../ink/ink15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24.xml"/><Relationship Id="rId8" Type="http://schemas.openxmlformats.org/officeDocument/2006/relationships/customXml" Target="../ink/ink4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6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61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35.xml"/><Relationship Id="rId26" Type="http://schemas.openxmlformats.org/officeDocument/2006/relationships/customXml" Target="../ink/ink39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43.xml"/><Relationship Id="rId42" Type="http://schemas.openxmlformats.org/officeDocument/2006/relationships/customXml" Target="../ink/ink47.xml"/><Relationship Id="rId47" Type="http://schemas.openxmlformats.org/officeDocument/2006/relationships/image" Target="../media/image86.png"/><Relationship Id="rId50" Type="http://schemas.openxmlformats.org/officeDocument/2006/relationships/customXml" Target="../ink/ink51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27.xml"/><Relationship Id="rId16" Type="http://schemas.openxmlformats.org/officeDocument/2006/relationships/customXml" Target="../ink/ink34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38.xml"/><Relationship Id="rId32" Type="http://schemas.openxmlformats.org/officeDocument/2006/relationships/customXml" Target="../ink/ink42.xml"/><Relationship Id="rId37" Type="http://schemas.openxmlformats.org/officeDocument/2006/relationships/image" Target="../media/image81.png"/><Relationship Id="rId40" Type="http://schemas.openxmlformats.org/officeDocument/2006/relationships/customXml" Target="../ink/ink46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28.xml"/><Relationship Id="rId9" Type="http://schemas.openxmlformats.org/officeDocument/2006/relationships/image" Target="../media/image67.png"/><Relationship Id="rId14" Type="http://schemas.openxmlformats.org/officeDocument/2006/relationships/customXml" Target="../ink/ink33.xml"/><Relationship Id="rId22" Type="http://schemas.openxmlformats.org/officeDocument/2006/relationships/customXml" Target="../ink/ink37.xml"/><Relationship Id="rId27" Type="http://schemas.openxmlformats.org/officeDocument/2006/relationships/image" Target="../media/image76.png"/><Relationship Id="rId30" Type="http://schemas.openxmlformats.org/officeDocument/2006/relationships/customXml" Target="../ink/ink41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50.xml"/><Relationship Id="rId56" Type="http://schemas.openxmlformats.org/officeDocument/2006/relationships/customXml" Target="../ink/ink54.xml"/><Relationship Id="rId8" Type="http://schemas.openxmlformats.org/officeDocument/2006/relationships/customXml" Target="../ink/ink30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32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45.xml"/><Relationship Id="rId46" Type="http://schemas.openxmlformats.org/officeDocument/2006/relationships/customXml" Target="../ink/ink49.xml"/><Relationship Id="rId20" Type="http://schemas.openxmlformats.org/officeDocument/2006/relationships/customXml" Target="../ink/ink36.xml"/><Relationship Id="rId41" Type="http://schemas.openxmlformats.org/officeDocument/2006/relationships/image" Target="../media/image83.png"/><Relationship Id="rId54" Type="http://schemas.openxmlformats.org/officeDocument/2006/relationships/customXml" Target="../ink/ink5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9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40.xml"/><Relationship Id="rId36" Type="http://schemas.openxmlformats.org/officeDocument/2006/relationships/customXml" Target="../ink/ink44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31.xml"/><Relationship Id="rId31" Type="http://schemas.openxmlformats.org/officeDocument/2006/relationships/image" Target="../media/image78.png"/><Relationship Id="rId44" Type="http://schemas.openxmlformats.org/officeDocument/2006/relationships/customXml" Target="../ink/ink48.xml"/><Relationship Id="rId52" Type="http://schemas.openxmlformats.org/officeDocument/2006/relationships/customXml" Target="../ink/ink5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75.xml"/><Relationship Id="rId84" Type="http://schemas.openxmlformats.org/officeDocument/2006/relationships/customXml" Target="../ink/ink93.xml"/><Relationship Id="rId138" Type="http://schemas.openxmlformats.org/officeDocument/2006/relationships/customXml" Target="../ink/ink120.xml"/><Relationship Id="rId159" Type="http://schemas.openxmlformats.org/officeDocument/2006/relationships/customXml" Target="../ink/ink130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70.xml"/><Relationship Id="rId53" Type="http://schemas.openxmlformats.org/officeDocument/2006/relationships/image" Target="../media/image261.png"/><Relationship Id="rId74" Type="http://schemas.openxmlformats.org/officeDocument/2006/relationships/customXml" Target="../ink/ink88.xml"/><Relationship Id="rId128" Type="http://schemas.openxmlformats.org/officeDocument/2006/relationships/customXml" Target="../ink/ink115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65.xml"/><Relationship Id="rId43" Type="http://schemas.openxmlformats.org/officeDocument/2006/relationships/image" Target="../media/image210.png"/><Relationship Id="rId118" Type="http://schemas.openxmlformats.org/officeDocument/2006/relationships/customXml" Target="../ink/ink110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26.xml"/><Relationship Id="rId12" Type="http://schemas.openxmlformats.org/officeDocument/2006/relationships/customXml" Target="../ink/ink60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73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05.xml"/><Relationship Id="rId124" Type="http://schemas.openxmlformats.org/officeDocument/2006/relationships/customXml" Target="../ink/ink113.xml"/><Relationship Id="rId129" Type="http://schemas.openxmlformats.org/officeDocument/2006/relationships/image" Target="../media/image640.png"/><Relationship Id="rId54" Type="http://schemas.openxmlformats.org/officeDocument/2006/relationships/customXml" Target="../ink/ink81.xml"/><Relationship Id="rId70" Type="http://schemas.openxmlformats.org/officeDocument/2006/relationships/customXml" Target="../ink/ink86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99.xml"/><Relationship Id="rId140" Type="http://schemas.openxmlformats.org/officeDocument/2006/relationships/customXml" Target="../ink/ink121.xml"/><Relationship Id="rId145" Type="http://schemas.openxmlformats.org/officeDocument/2006/relationships/image" Target="../media/image720.png"/><Relationship Id="rId161" Type="http://schemas.openxmlformats.org/officeDocument/2006/relationships/customXml" Target="../ink/ink131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7.xml"/><Relationship Id="rId23" Type="http://schemas.openxmlformats.org/officeDocument/2006/relationships/image" Target="../media/image1111.png"/><Relationship Id="rId28" Type="http://schemas.openxmlformats.org/officeDocument/2006/relationships/customXml" Target="../ink/ink68.xml"/><Relationship Id="rId49" Type="http://schemas.openxmlformats.org/officeDocument/2006/relationships/image" Target="../media/image241.png"/><Relationship Id="rId114" Type="http://schemas.openxmlformats.org/officeDocument/2006/relationships/customXml" Target="../ink/ink108.xml"/><Relationship Id="rId119" Type="http://schemas.openxmlformats.org/officeDocument/2006/relationships/image" Target="../media/image590.png"/><Relationship Id="rId44" Type="http://schemas.openxmlformats.org/officeDocument/2006/relationships/customXml" Target="../ink/ink76.xml"/><Relationship Id="rId60" Type="http://schemas.openxmlformats.org/officeDocument/2006/relationships/customXml" Target="../ink/ink84.xml"/><Relationship Id="rId81" Type="http://schemas.openxmlformats.org/officeDocument/2006/relationships/image" Target="../media/image400.png"/><Relationship Id="rId86" Type="http://schemas.openxmlformats.org/officeDocument/2006/relationships/customXml" Target="../ink/ink94.xml"/><Relationship Id="rId130" Type="http://schemas.openxmlformats.org/officeDocument/2006/relationships/customXml" Target="../ink/ink116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29.xml"/><Relationship Id="rId13" Type="http://schemas.openxmlformats.org/officeDocument/2006/relationships/image" Target="../media/image611.png"/><Relationship Id="rId18" Type="http://schemas.openxmlformats.org/officeDocument/2006/relationships/customXml" Target="../ink/ink63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71.xml"/><Relationship Id="rId50" Type="http://schemas.openxmlformats.org/officeDocument/2006/relationships/customXml" Target="../ink/ink79.xml"/><Relationship Id="rId55" Type="http://schemas.openxmlformats.org/officeDocument/2006/relationships/image" Target="../media/image270.png"/><Relationship Id="rId76" Type="http://schemas.openxmlformats.org/officeDocument/2006/relationships/customXml" Target="../ink/ink89.xml"/><Relationship Id="rId97" Type="http://schemas.openxmlformats.org/officeDocument/2006/relationships/image" Target="../media/image480.png"/><Relationship Id="rId104" Type="http://schemas.openxmlformats.org/officeDocument/2006/relationships/customXml" Target="../ink/ink103.xml"/><Relationship Id="rId120" Type="http://schemas.openxmlformats.org/officeDocument/2006/relationships/customXml" Target="../ink/ink111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24.xml"/><Relationship Id="rId167" Type="http://schemas.openxmlformats.org/officeDocument/2006/relationships/customXml" Target="../ink/ink134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97.xml"/><Relationship Id="rId162" Type="http://schemas.openxmlformats.org/officeDocument/2006/relationships/image" Target="../media/image330.png"/><Relationship Id="rId2" Type="http://schemas.openxmlformats.org/officeDocument/2006/relationships/customXml" Target="../ink/ink55.xml"/><Relationship Id="rId29" Type="http://schemas.openxmlformats.org/officeDocument/2006/relationships/image" Target="../media/image140.png"/><Relationship Id="rId24" Type="http://schemas.openxmlformats.org/officeDocument/2006/relationships/customXml" Target="../ink/ink66.xml"/><Relationship Id="rId40" Type="http://schemas.openxmlformats.org/officeDocument/2006/relationships/customXml" Target="../ink/ink74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06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19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92.xml"/><Relationship Id="rId152" Type="http://schemas.openxmlformats.org/officeDocument/2006/relationships/customXml" Target="../ink/ink127.xml"/><Relationship Id="rId19" Type="http://schemas.openxmlformats.org/officeDocument/2006/relationships/image" Target="../media/image911.png"/><Relationship Id="rId14" Type="http://schemas.openxmlformats.org/officeDocument/2006/relationships/customXml" Target="../ink/ink61.xml"/><Relationship Id="rId30" Type="http://schemas.openxmlformats.org/officeDocument/2006/relationships/customXml" Target="../ink/ink69.xml"/><Relationship Id="rId35" Type="http://schemas.openxmlformats.org/officeDocument/2006/relationships/image" Target="../media/image170.png"/><Relationship Id="rId56" Type="http://schemas.openxmlformats.org/officeDocument/2006/relationships/customXml" Target="../ink/ink82.xml"/><Relationship Id="rId77" Type="http://schemas.openxmlformats.org/officeDocument/2006/relationships/image" Target="../media/image380.png"/><Relationship Id="rId100" Type="http://schemas.openxmlformats.org/officeDocument/2006/relationships/customXml" Target="../ink/ink101.xml"/><Relationship Id="rId105" Type="http://schemas.openxmlformats.org/officeDocument/2006/relationships/image" Target="../media/image520.png"/><Relationship Id="rId126" Type="http://schemas.openxmlformats.org/officeDocument/2006/relationships/customXml" Target="../ink/ink114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58.xml"/><Relationship Id="rId51" Type="http://schemas.openxmlformats.org/officeDocument/2006/relationships/image" Target="../media/image251.png"/><Relationship Id="rId72" Type="http://schemas.openxmlformats.org/officeDocument/2006/relationships/customXml" Target="../ink/ink87.xml"/><Relationship Id="rId93" Type="http://schemas.openxmlformats.org/officeDocument/2006/relationships/image" Target="../media/image460.png"/><Relationship Id="rId98" Type="http://schemas.openxmlformats.org/officeDocument/2006/relationships/customXml" Target="../ink/ink100.xml"/><Relationship Id="rId121" Type="http://schemas.openxmlformats.org/officeDocument/2006/relationships/image" Target="../media/image600.png"/><Relationship Id="rId142" Type="http://schemas.openxmlformats.org/officeDocument/2006/relationships/customXml" Target="../ink/ink122.xml"/><Relationship Id="rId163" Type="http://schemas.openxmlformats.org/officeDocument/2006/relationships/customXml" Target="../ink/ink132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77.xml"/><Relationship Id="rId116" Type="http://schemas.openxmlformats.org/officeDocument/2006/relationships/customXml" Target="../ink/ink109.xml"/><Relationship Id="rId137" Type="http://schemas.openxmlformats.org/officeDocument/2006/relationships/image" Target="../media/image680.png"/><Relationship Id="rId158" Type="http://schemas.openxmlformats.org/officeDocument/2006/relationships/image" Target="../media/image21.png"/><Relationship Id="rId20" Type="http://schemas.openxmlformats.org/officeDocument/2006/relationships/customXml" Target="../ink/ink64.xml"/><Relationship Id="rId41" Type="http://schemas.openxmlformats.org/officeDocument/2006/relationships/image" Target="../media/image200.png"/><Relationship Id="rId62" Type="http://schemas.openxmlformats.org/officeDocument/2006/relationships/customXml" Target="../ink/ink85.xml"/><Relationship Id="rId83" Type="http://schemas.openxmlformats.org/officeDocument/2006/relationships/image" Target="../media/image412.png"/><Relationship Id="rId88" Type="http://schemas.openxmlformats.org/officeDocument/2006/relationships/customXml" Target="../ink/ink95.xml"/><Relationship Id="rId111" Type="http://schemas.openxmlformats.org/officeDocument/2006/relationships/image" Target="../media/image550.png"/><Relationship Id="rId132" Type="http://schemas.openxmlformats.org/officeDocument/2006/relationships/customXml" Target="../ink/ink117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72.xml"/><Relationship Id="rId57" Type="http://schemas.openxmlformats.org/officeDocument/2006/relationships/image" Target="../media/image280.png"/><Relationship Id="rId106" Type="http://schemas.openxmlformats.org/officeDocument/2006/relationships/customXml" Target="../ink/ink104.xml"/><Relationship Id="rId127" Type="http://schemas.openxmlformats.org/officeDocument/2006/relationships/image" Target="../media/image630.png"/><Relationship Id="rId10" Type="http://schemas.openxmlformats.org/officeDocument/2006/relationships/customXml" Target="../ink/ink59.xml"/><Relationship Id="rId31" Type="http://schemas.openxmlformats.org/officeDocument/2006/relationships/image" Target="../media/image150.png"/><Relationship Id="rId52" Type="http://schemas.openxmlformats.org/officeDocument/2006/relationships/customXml" Target="../ink/ink80.xml"/><Relationship Id="rId73" Type="http://schemas.openxmlformats.org/officeDocument/2006/relationships/image" Target="../media/image360.png"/><Relationship Id="rId78" Type="http://schemas.openxmlformats.org/officeDocument/2006/relationships/customXml" Target="../ink/ink90.xml"/><Relationship Id="rId94" Type="http://schemas.openxmlformats.org/officeDocument/2006/relationships/customXml" Target="../ink/ink98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12.xml"/><Relationship Id="rId143" Type="http://schemas.openxmlformats.org/officeDocument/2006/relationships/image" Target="../media/image712.png"/><Relationship Id="rId148" Type="http://schemas.openxmlformats.org/officeDocument/2006/relationships/customXml" Target="../ink/ink125.xml"/><Relationship Id="rId164" Type="http://schemas.openxmlformats.org/officeDocument/2006/relationships/image" Target="../media/image790.png"/><Relationship Id="rId4" Type="http://schemas.openxmlformats.org/officeDocument/2006/relationships/customXml" Target="../ink/ink56.xml"/><Relationship Id="rId9" Type="http://schemas.openxmlformats.org/officeDocument/2006/relationships/image" Target="../media/image411.png"/><Relationship Id="rId26" Type="http://schemas.openxmlformats.org/officeDocument/2006/relationships/customXml" Target="../ink/ink67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07.xml"/><Relationship Id="rId133" Type="http://schemas.openxmlformats.org/officeDocument/2006/relationships/image" Target="../media/image660.png"/><Relationship Id="rId154" Type="http://schemas.openxmlformats.org/officeDocument/2006/relationships/customXml" Target="../ink/ink128.xml"/><Relationship Id="rId16" Type="http://schemas.openxmlformats.org/officeDocument/2006/relationships/customXml" Target="../ink/ink62.xml"/><Relationship Id="rId37" Type="http://schemas.openxmlformats.org/officeDocument/2006/relationships/image" Target="../media/image180.png"/><Relationship Id="rId58" Type="http://schemas.openxmlformats.org/officeDocument/2006/relationships/customXml" Target="../ink/ink83.xml"/><Relationship Id="rId79" Type="http://schemas.openxmlformats.org/officeDocument/2006/relationships/image" Target="../media/image390.png"/><Relationship Id="rId102" Type="http://schemas.openxmlformats.org/officeDocument/2006/relationships/customXml" Target="../ink/ink102.xml"/><Relationship Id="rId123" Type="http://schemas.openxmlformats.org/officeDocument/2006/relationships/image" Target="../media/image612.png"/><Relationship Id="rId144" Type="http://schemas.openxmlformats.org/officeDocument/2006/relationships/customXml" Target="../ink/ink123.xml"/><Relationship Id="rId90" Type="http://schemas.openxmlformats.org/officeDocument/2006/relationships/customXml" Target="../ink/ink96.xml"/><Relationship Id="rId165" Type="http://schemas.openxmlformats.org/officeDocument/2006/relationships/customXml" Target="../ink/ink133.xml"/><Relationship Id="rId27" Type="http://schemas.openxmlformats.org/officeDocument/2006/relationships/image" Target="../media/image134.png"/><Relationship Id="rId48" Type="http://schemas.openxmlformats.org/officeDocument/2006/relationships/customXml" Target="../ink/ink78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18.xml"/><Relationship Id="rId80" Type="http://schemas.openxmlformats.org/officeDocument/2006/relationships/customXml" Target="../ink/ink91.xml"/><Relationship Id="rId155" Type="http://schemas.openxmlformats.org/officeDocument/2006/relationships/image" Target="../media/image770.png"/></Relationships>
</file>

<file path=ppt/slides/_rels/slide2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43.xml"/><Relationship Id="rId26" Type="http://schemas.openxmlformats.org/officeDocument/2006/relationships/customXml" Target="../ink/ink147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51.xml"/><Relationship Id="rId42" Type="http://schemas.openxmlformats.org/officeDocument/2006/relationships/customXml" Target="../ink/ink155.xml"/><Relationship Id="rId47" Type="http://schemas.openxmlformats.org/officeDocument/2006/relationships/image" Target="../media/image230.png"/><Relationship Id="rId50" Type="http://schemas.openxmlformats.org/officeDocument/2006/relationships/customXml" Target="../ink/ink159.xml"/><Relationship Id="rId7" Type="http://schemas.openxmlformats.org/officeDocument/2006/relationships/image" Target="../media/image310.png"/><Relationship Id="rId2" Type="http://schemas.openxmlformats.org/officeDocument/2006/relationships/customXml" Target="../ink/ink135.xml"/><Relationship Id="rId16" Type="http://schemas.openxmlformats.org/officeDocument/2006/relationships/customXml" Target="../ink/ink142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46.xml"/><Relationship Id="rId32" Type="http://schemas.openxmlformats.org/officeDocument/2006/relationships/customXml" Target="../ink/ink150.xml"/><Relationship Id="rId37" Type="http://schemas.openxmlformats.org/officeDocument/2006/relationships/image" Target="../media/image181.png"/><Relationship Id="rId40" Type="http://schemas.openxmlformats.org/officeDocument/2006/relationships/customXml" Target="../ink/ink154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39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56.xml"/><Relationship Id="rId52" Type="http://schemas.openxmlformats.org/officeDocument/2006/relationships/customXml" Target="../ink/ink160.xml"/><Relationship Id="rId4" Type="http://schemas.openxmlformats.org/officeDocument/2006/relationships/customXml" Target="../ink/ink136.xml"/><Relationship Id="rId9" Type="http://schemas.openxmlformats.org/officeDocument/2006/relationships/image" Target="../media/image410.png"/><Relationship Id="rId14" Type="http://schemas.openxmlformats.org/officeDocument/2006/relationships/customXml" Target="../ink/ink141.xml"/><Relationship Id="rId22" Type="http://schemas.openxmlformats.org/officeDocument/2006/relationships/customXml" Target="../ink/ink145.xml"/><Relationship Id="rId27" Type="http://schemas.openxmlformats.org/officeDocument/2006/relationships/image" Target="../media/image131.png"/><Relationship Id="rId30" Type="http://schemas.openxmlformats.org/officeDocument/2006/relationships/customXml" Target="../ink/ink149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58.xml"/><Relationship Id="rId8" Type="http://schemas.openxmlformats.org/officeDocument/2006/relationships/customXml" Target="../ink/ink138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40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53.xml"/><Relationship Id="rId46" Type="http://schemas.openxmlformats.org/officeDocument/2006/relationships/customXml" Target="../ink/ink157.xml"/><Relationship Id="rId20" Type="http://schemas.openxmlformats.org/officeDocument/2006/relationships/customXml" Target="../ink/ink144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37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48.xml"/><Relationship Id="rId36" Type="http://schemas.openxmlformats.org/officeDocument/2006/relationships/customXml" Target="../ink/ink152.xml"/><Relationship Id="rId49" Type="http://schemas.openxmlformats.org/officeDocument/2006/relationships/image" Target="../media/image2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image" Target="../media/image1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66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61.xml"/><Relationship Id="rId21" Type="http://schemas.openxmlformats.org/officeDocument/2006/relationships/customXml" Target="../ink/ink170.xml"/><Relationship Id="rId7" Type="http://schemas.openxmlformats.org/officeDocument/2006/relationships/customXml" Target="../ink/ink163.xml"/><Relationship Id="rId12" Type="http://schemas.openxmlformats.org/officeDocument/2006/relationships/image" Target="../media/image910.png"/><Relationship Id="rId17" Type="http://schemas.openxmlformats.org/officeDocument/2006/relationships/customXml" Target="../ink/ink168.xml"/><Relationship Id="rId25" Type="http://schemas.openxmlformats.org/officeDocument/2006/relationships/customXml" Target="../ink/ink172.xml"/><Relationship Id="rId2" Type="http://schemas.openxmlformats.org/officeDocument/2006/relationships/image" Target="../media/image22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65.xml"/><Relationship Id="rId24" Type="http://schemas.openxmlformats.org/officeDocument/2006/relationships/image" Target="../media/image980.png"/><Relationship Id="rId5" Type="http://schemas.openxmlformats.org/officeDocument/2006/relationships/customXml" Target="../ink/ink162.xml"/><Relationship Id="rId15" Type="http://schemas.openxmlformats.org/officeDocument/2006/relationships/customXml" Target="../ink/ink167.xml"/><Relationship Id="rId23" Type="http://schemas.openxmlformats.org/officeDocument/2006/relationships/customXml" Target="../ink/ink171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169.xml"/><Relationship Id="rId4" Type="http://schemas.openxmlformats.org/officeDocument/2006/relationships/image" Target="../media/image870.png"/><Relationship Id="rId9" Type="http://schemas.openxmlformats.org/officeDocument/2006/relationships/customXml" Target="../ink/ink164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7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tiff"/><Relationship Id="rId7" Type="http://schemas.openxmlformats.org/officeDocument/2006/relationships/image" Target="../media/image44.tiff"/><Relationship Id="rId2" Type="http://schemas.openxmlformats.org/officeDocument/2006/relationships/image" Target="../media/image39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tiff"/><Relationship Id="rId5" Type="http://schemas.openxmlformats.org/officeDocument/2006/relationships/image" Target="../media/image42.tiff"/><Relationship Id="rId4" Type="http://schemas.openxmlformats.org/officeDocument/2006/relationships/image" Target="../media/image41.tiff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png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7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99.png"/><Relationship Id="rId7" Type="http://schemas.openxmlformats.org/officeDocument/2006/relationships/image" Target="../media/image104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3.png"/><Relationship Id="rId5" Type="http://schemas.openxmlformats.org/officeDocument/2006/relationships/image" Target="../media/image101.png"/><Relationship Id="rId4" Type="http://schemas.openxmlformats.org/officeDocument/2006/relationships/image" Target="../media/image100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B9ECB2-453E-0440-65C6-463FD2F97B26}"/>
              </a:ext>
            </a:extLst>
          </p:cNvPr>
          <p:cNvSpPr txBox="1"/>
          <p:nvPr/>
        </p:nvSpPr>
        <p:spPr>
          <a:xfrm>
            <a:off x="830510" y="136135"/>
            <a:ext cx="526549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Sankey completed.</a:t>
            </a:r>
          </a:p>
          <a:p>
            <a:endParaRPr lang="en-US" sz="1400" dirty="0"/>
          </a:p>
          <a:p>
            <a:r>
              <a:rPr lang="en-US" sz="1400" dirty="0"/>
              <a:t>Next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Rehab plantings into pt-plantings and centroids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get rehab list of </a:t>
            </a:r>
            <a:r>
              <a:rPr lang="en-US" sz="1200" dirty="0" err="1">
                <a:solidFill>
                  <a:srgbClr val="C00000"/>
                </a:solidFill>
              </a:rPr>
              <a:t>plantingIDs</a:t>
            </a:r>
            <a:r>
              <a:rPr lang="en-US" sz="1200" dirty="0">
                <a:solidFill>
                  <a:srgbClr val="C00000"/>
                </a:solidFill>
              </a:rPr>
              <a:t> with </a:t>
            </a:r>
            <a:r>
              <a:rPr lang="en-US" sz="1200" dirty="0" err="1">
                <a:solidFill>
                  <a:srgbClr val="C00000"/>
                </a:solidFill>
              </a:rPr>
              <a:t>planting_location_code</a:t>
            </a:r>
            <a:endParaRPr lang="en-US" sz="1200" dirty="0">
              <a:solidFill>
                <a:srgbClr val="C00000"/>
              </a:solidFill>
            </a:endParaRP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sf:  how to append features?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construct records in </a:t>
            </a:r>
            <a:r>
              <a:rPr lang="en-US" sz="1200" dirty="0" err="1">
                <a:solidFill>
                  <a:srgbClr val="C00000"/>
                </a:solidFill>
              </a:rPr>
              <a:t>pt_plantings</a:t>
            </a:r>
            <a:r>
              <a:rPr lang="en-US" sz="1200" dirty="0">
                <a:solidFill>
                  <a:srgbClr val="C00000"/>
                </a:solidFill>
              </a:rPr>
              <a:t> structure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append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Create restoration areas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Create  donor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Integrate monitoring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Make and stage graphs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Make web tables with </a:t>
            </a:r>
            <a:r>
              <a:rPr lang="en-US" sz="1400" dirty="0" err="1"/>
              <a:t>graphURL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Update service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51083E6-675B-004C-4D2B-D71A76F08BD3}"/>
              </a:ext>
            </a:extLst>
          </p:cNvPr>
          <p:cNvCxnSpPr/>
          <p:nvPr/>
        </p:nvCxnSpPr>
        <p:spPr>
          <a:xfrm>
            <a:off x="181069" y="2340734"/>
            <a:ext cx="64944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F11C776A-24E4-E47B-760C-EB2D4C0F7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122" y="453006"/>
            <a:ext cx="5163271" cy="140037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278D628-B96F-F0FD-BEC3-38194DE3B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8219" y="2657605"/>
            <a:ext cx="3553321" cy="21434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B15FDF-75FF-1BA8-D304-4150870574AC}"/>
              </a:ext>
            </a:extLst>
          </p:cNvPr>
          <p:cNvSpPr txBox="1"/>
          <p:nvPr/>
        </p:nvSpPr>
        <p:spPr>
          <a:xfrm>
            <a:off x="830509" y="4001632"/>
            <a:ext cx="48731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Use rehab list </a:t>
            </a:r>
            <a:r>
              <a:rPr lang="en-US" sz="1200" dirty="0" err="1"/>
              <a:t>planting_location_code</a:t>
            </a:r>
            <a:r>
              <a:rPr lang="en-US" sz="1200" dirty="0"/>
              <a:t> to select records from </a:t>
            </a:r>
            <a:r>
              <a:rPr lang="en-US" sz="1200" dirty="0" err="1"/>
              <a:t>planting_locations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copy points and modify attributes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Bind to existing spatial layer for </a:t>
            </a:r>
            <a:r>
              <a:rPr lang="en-US" sz="1200"/>
              <a:t>that geometry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5B6C2A25-7008-F36A-58F0-3EFB7160B1DE}"/>
              </a:ext>
            </a:extLst>
          </p:cNvPr>
          <p:cNvSpPr/>
          <p:nvPr/>
        </p:nvSpPr>
        <p:spPr>
          <a:xfrm>
            <a:off x="6933537" y="2083243"/>
            <a:ext cx="675861" cy="1852654"/>
          </a:xfrm>
          <a:custGeom>
            <a:avLst/>
            <a:gdLst>
              <a:gd name="csX0" fmla="*/ 0 w 675861"/>
              <a:gd name="csY0" fmla="*/ 1852654 h 1852654"/>
              <a:gd name="csX1" fmla="*/ 675861 w 675861"/>
              <a:gd name="csY1" fmla="*/ 0 h 1852654"/>
              <a:gd name="csX0" fmla="*/ 0 w 675861"/>
              <a:gd name="csY0" fmla="*/ 1852658 h 1852658"/>
              <a:gd name="csX1" fmla="*/ 675861 w 675861"/>
              <a:gd name="csY1" fmla="*/ 4 h 1852658"/>
              <a:gd name="csX0" fmla="*/ 0 w 675861"/>
              <a:gd name="csY0" fmla="*/ 1852657 h 1852657"/>
              <a:gd name="csX1" fmla="*/ 675861 w 675861"/>
              <a:gd name="csY1" fmla="*/ 3 h 1852657"/>
              <a:gd name="csX0" fmla="*/ 0 w 675861"/>
              <a:gd name="csY0" fmla="*/ 1852654 h 1852654"/>
              <a:gd name="csX1" fmla="*/ 675861 w 675861"/>
              <a:gd name="csY1" fmla="*/ 0 h 1852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5861" h="1852654">
                <a:moveTo>
                  <a:pt x="0" y="1852654"/>
                </a:moveTo>
                <a:cubicBezTo>
                  <a:pt x="376362" y="1839403"/>
                  <a:pt x="283596" y="21203"/>
                  <a:pt x="67586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3047448-B351-F6AE-C95A-FE32F577BF01}"/>
              </a:ext>
            </a:extLst>
          </p:cNvPr>
          <p:cNvGrpSpPr/>
          <p:nvPr/>
        </p:nvGrpSpPr>
        <p:grpSpPr>
          <a:xfrm>
            <a:off x="1466444" y="241909"/>
            <a:ext cx="622998" cy="603780"/>
            <a:chOff x="956986" y="763233"/>
            <a:chExt cx="622998" cy="603780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49503-DBBF-AB98-796C-BC52F201C067}"/>
              </a:ext>
            </a:extLst>
          </p:cNvPr>
          <p:cNvSpPr txBox="1"/>
          <p:nvPr/>
        </p:nvSpPr>
        <p:spPr>
          <a:xfrm>
            <a:off x="4165474" y="2745322"/>
            <a:ext cx="1298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72318-5582-5699-9488-32C095C09682}"/>
              </a:ext>
            </a:extLst>
          </p:cNvPr>
          <p:cNvSpPr txBox="1"/>
          <p:nvPr/>
        </p:nvSpPr>
        <p:spPr>
          <a:xfrm>
            <a:off x="9112090" y="4283678"/>
            <a:ext cx="1574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tables to publish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0540CC3-2F96-2970-557E-BC8773E708DE}"/>
              </a:ext>
            </a:extLst>
          </p:cNvPr>
          <p:cNvGrpSpPr/>
          <p:nvPr/>
        </p:nvGrpSpPr>
        <p:grpSpPr>
          <a:xfrm>
            <a:off x="453012" y="642492"/>
            <a:ext cx="622998" cy="757669"/>
            <a:chOff x="956986" y="763233"/>
            <a:chExt cx="622998" cy="757669"/>
          </a:xfrm>
        </p:grpSpPr>
        <p:pic>
          <p:nvPicPr>
            <p:cNvPr id="26" name="Picture 25" descr="Enhance your Excel spreadsheets with tables, images and ...">
              <a:extLst>
                <a:ext uri="{FF2B5EF4-FFF2-40B4-BE49-F238E27FC236}">
                  <a16:creationId xmlns:a16="http://schemas.microsoft.com/office/drawing/2014/main" id="{67D83418-2393-5B8A-DC4E-D136159AA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B57CAAC-FB19-BBBF-C08D-2C0588E3D4AC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revised 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67C7581-9B46-C1CD-96C3-42E353920AF4}"/>
              </a:ext>
            </a:extLst>
          </p:cNvPr>
          <p:cNvGrpSpPr/>
          <p:nvPr/>
        </p:nvGrpSpPr>
        <p:grpSpPr>
          <a:xfrm>
            <a:off x="1014044" y="1453640"/>
            <a:ext cx="705128" cy="603675"/>
            <a:chOff x="907870" y="763233"/>
            <a:chExt cx="705128" cy="603675"/>
          </a:xfrm>
        </p:grpSpPr>
        <p:pic>
          <p:nvPicPr>
            <p:cNvPr id="34" name="Picture 33" descr="Enhance your Excel spreadsheets with tables, images and ...">
              <a:extLst>
                <a:ext uri="{FF2B5EF4-FFF2-40B4-BE49-F238E27FC236}">
                  <a16:creationId xmlns:a16="http://schemas.microsoft.com/office/drawing/2014/main" id="{7177729B-DC99-0028-97E8-C3EC4196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99B1FF-3BD7-E65B-8B7F-B4353E5AE681}"/>
                </a:ext>
              </a:extLst>
            </p:cNvPr>
            <p:cNvSpPr txBox="1"/>
            <p:nvPr/>
          </p:nvSpPr>
          <p:spPr>
            <a:xfrm>
              <a:off x="907870" y="1120687"/>
              <a:ext cx="7051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snapshot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F4820C52-EE40-9020-791D-F9AABF815C66}"/>
              </a:ext>
            </a:extLst>
          </p:cNvPr>
          <p:cNvSpPr/>
          <p:nvPr/>
        </p:nvSpPr>
        <p:spPr>
          <a:xfrm>
            <a:off x="968188" y="457200"/>
            <a:ext cx="443753" cy="161365"/>
          </a:xfrm>
          <a:custGeom>
            <a:avLst/>
            <a:gdLst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43753" h="161365">
                <a:moveTo>
                  <a:pt x="443753" y="0"/>
                </a:moveTo>
                <a:cubicBezTo>
                  <a:pt x="289304" y="17865"/>
                  <a:pt x="141387" y="81451"/>
                  <a:pt x="0" y="161365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1E4402A-0CFD-2127-BFBE-5D1CF424849E}"/>
              </a:ext>
            </a:extLst>
          </p:cNvPr>
          <p:cNvSpPr/>
          <p:nvPr/>
        </p:nvSpPr>
        <p:spPr>
          <a:xfrm>
            <a:off x="757646" y="1365069"/>
            <a:ext cx="342900" cy="271054"/>
          </a:xfrm>
          <a:custGeom>
            <a:avLst/>
            <a:gdLst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129"/>
              <a:gd name="csX1" fmla="*/ 342900 w 342900"/>
              <a:gd name="csY1" fmla="*/ 271054 h 271129"/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054"/>
              <a:gd name="csX1" fmla="*/ 342900 w 342900"/>
              <a:gd name="csY1" fmla="*/ 271054 h 271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2900" h="271054">
                <a:moveTo>
                  <a:pt x="0" y="0"/>
                </a:moveTo>
                <a:cubicBezTo>
                  <a:pt x="52251" y="162197"/>
                  <a:pt x="166551" y="259080"/>
                  <a:pt x="342900" y="27105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31E29E-F63F-19EC-BF63-11F4C6C01A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66" y="0"/>
            <a:ext cx="117704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469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DFAD8-254E-B1F9-BEE4-35A7BD532477}"/>
              </a:ext>
            </a:extLst>
          </p:cNvPr>
          <p:cNvSpPr txBox="1"/>
          <p:nvPr/>
        </p:nvSpPr>
        <p:spPr>
          <a:xfrm>
            <a:off x="6932698" y="1967303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72498" y="6289080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/>
              <a:t>point 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represented as points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61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plantings 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 GPS 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r>
              <a:rPr lang="en-US" sz="800" dirty="0"/>
              <a:t>planting GPS</a:t>
            </a:r>
          </a:p>
          <a:p>
            <a:r>
              <a:rPr lang="en-US" sz="800" dirty="0"/>
              <a:t>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8E5CDA-6BA6-632E-9A67-DF99BBD20B33}"/>
              </a:ext>
            </a:extLst>
          </p:cNvPr>
          <p:cNvSpPr txBox="1"/>
          <p:nvPr/>
        </p:nvSpPr>
        <p:spPr>
          <a:xfrm>
            <a:off x="9698533" y="4707620"/>
            <a:ext cx="346222" cy="2154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1829517-0263-8CA8-B2F8-9B79CB6292D3}"/>
              </a:ext>
            </a:extLst>
          </p:cNvPr>
          <p:cNvCxnSpPr>
            <a:cxnSpLocks/>
          </p:cNvCxnSpPr>
          <p:nvPr/>
        </p:nvCxnSpPr>
        <p:spPr>
          <a:xfrm>
            <a:off x="5139049" y="401973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4168204-2691-E128-CBDC-84383371E212}"/>
              </a:ext>
            </a:extLst>
          </p:cNvPr>
          <p:cNvCxnSpPr>
            <a:cxnSpLocks/>
          </p:cNvCxnSpPr>
          <p:nvPr/>
        </p:nvCxnSpPr>
        <p:spPr>
          <a:xfrm>
            <a:off x="5139049" y="581986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35AEB7B-4596-306B-B630-DD51CB842583}"/>
              </a:ext>
            </a:extLst>
          </p:cNvPr>
          <p:cNvSpPr txBox="1"/>
          <p:nvPr/>
        </p:nvSpPr>
        <p:spPr>
          <a:xfrm>
            <a:off x="2967654" y="459990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2B2A1E-C2EE-EE35-75BC-09835ACC7E8F}"/>
              </a:ext>
            </a:extLst>
          </p:cNvPr>
          <p:cNvSpPr txBox="1"/>
          <p:nvPr/>
        </p:nvSpPr>
        <p:spPr>
          <a:xfrm>
            <a:off x="2967653" y="590922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B8D7897-74E2-7976-6B81-C25C7B217551}"/>
              </a:ext>
            </a:extLst>
          </p:cNvPr>
          <p:cNvSpPr txBox="1"/>
          <p:nvPr/>
        </p:nvSpPr>
        <p:spPr>
          <a:xfrm>
            <a:off x="2967652" y="6642561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6FB7A9-1195-2834-C4BE-1D26DCA4D34E}"/>
              </a:ext>
            </a:extLst>
          </p:cNvPr>
          <p:cNvSpPr txBox="1"/>
          <p:nvPr/>
        </p:nvSpPr>
        <p:spPr>
          <a:xfrm>
            <a:off x="5617024" y="429846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B6D04A2-402E-7BE8-5F72-B3D43A40B8FF}"/>
              </a:ext>
            </a:extLst>
          </p:cNvPr>
          <p:cNvSpPr txBox="1"/>
          <p:nvPr/>
        </p:nvSpPr>
        <p:spPr>
          <a:xfrm>
            <a:off x="5645339" y="4760487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E5306A-403D-AACD-D6A4-D2DB577A546C}"/>
              </a:ext>
            </a:extLst>
          </p:cNvPr>
          <p:cNvSpPr txBox="1"/>
          <p:nvPr/>
        </p:nvSpPr>
        <p:spPr>
          <a:xfrm>
            <a:off x="5181744" y="5162379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F3DAE4-E7A7-CF2A-A571-FA981DBDCE25}"/>
              </a:ext>
            </a:extLst>
          </p:cNvPr>
          <p:cNvSpPr txBox="1"/>
          <p:nvPr/>
        </p:nvSpPr>
        <p:spPr>
          <a:xfrm>
            <a:off x="9560421" y="232663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BA4DC4-A9E3-B7AA-102B-7DC9052D0BA5}"/>
              </a:ext>
            </a:extLst>
          </p:cNvPr>
          <p:cNvSpPr txBox="1"/>
          <p:nvPr/>
        </p:nvSpPr>
        <p:spPr>
          <a:xfrm>
            <a:off x="5181744" y="5290178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119186-B23E-732A-259A-240C0522E2B8}"/>
              </a:ext>
            </a:extLst>
          </p:cNvPr>
          <p:cNvSpPr txBox="1"/>
          <p:nvPr/>
        </p:nvSpPr>
        <p:spPr>
          <a:xfrm>
            <a:off x="5181744" y="5470522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39A4842-212E-5FEB-0F57-F74F16D77259}"/>
              </a:ext>
            </a:extLst>
          </p:cNvPr>
          <p:cNvSpPr txBox="1"/>
          <p:nvPr/>
        </p:nvSpPr>
        <p:spPr>
          <a:xfrm>
            <a:off x="5682510" y="6073833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86EBF4-5AE5-2037-E20A-6EE11F8A1726}"/>
              </a:ext>
            </a:extLst>
          </p:cNvPr>
          <p:cNvSpPr txBox="1"/>
          <p:nvPr/>
        </p:nvSpPr>
        <p:spPr>
          <a:xfrm>
            <a:off x="6970043" y="417102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B617B18-6495-130D-F389-AF5922343FAF}"/>
              </a:ext>
            </a:extLst>
          </p:cNvPr>
          <p:cNvSpPr txBox="1"/>
          <p:nvPr/>
        </p:nvSpPr>
        <p:spPr>
          <a:xfrm>
            <a:off x="6932698" y="4760486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69C396-DF57-28AE-7A96-5D34B7987002}"/>
              </a:ext>
            </a:extLst>
          </p:cNvPr>
          <p:cNvSpPr txBox="1"/>
          <p:nvPr/>
        </p:nvSpPr>
        <p:spPr>
          <a:xfrm>
            <a:off x="6987941" y="510695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1260A-4643-3DBE-23EE-CC619DF3E45E}"/>
              </a:ext>
            </a:extLst>
          </p:cNvPr>
          <p:cNvSpPr/>
          <p:nvPr/>
        </p:nvSpPr>
        <p:spPr>
          <a:xfrm>
            <a:off x="933128" y="1753403"/>
            <a:ext cx="190831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68EAF3-6E44-3B77-3035-DF336B6461A4}"/>
              </a:ext>
            </a:extLst>
          </p:cNvPr>
          <p:cNvSpPr/>
          <p:nvPr/>
        </p:nvSpPr>
        <p:spPr>
          <a:xfrm>
            <a:off x="2695332" y="1801380"/>
            <a:ext cx="190831" cy="149047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C0C62-C104-C006-9AAE-F5E514B5C605}"/>
              </a:ext>
            </a:extLst>
          </p:cNvPr>
          <p:cNvSpPr txBox="1"/>
          <p:nvPr/>
        </p:nvSpPr>
        <p:spPr>
          <a:xfrm>
            <a:off x="1193699" y="2172502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AC05-9E3E-DB42-D41F-EFBB08092BB5}"/>
              </a:ext>
            </a:extLst>
          </p:cNvPr>
          <p:cNvSpPr txBox="1"/>
          <p:nvPr/>
        </p:nvSpPr>
        <p:spPr>
          <a:xfrm>
            <a:off x="2968165" y="1801380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one elevation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46F87-B561-21D8-77EE-F54510DDEE03}"/>
              </a:ext>
            </a:extLst>
          </p:cNvPr>
          <p:cNvSpPr/>
          <p:nvPr/>
        </p:nvSpPr>
        <p:spPr>
          <a:xfrm>
            <a:off x="2695332" y="3473825"/>
            <a:ext cx="192024" cy="12801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45376D-A261-7C81-C33D-CA48C8766101}"/>
              </a:ext>
            </a:extLst>
          </p:cNvPr>
          <p:cNvSpPr txBox="1"/>
          <p:nvPr/>
        </p:nvSpPr>
        <p:spPr>
          <a:xfrm>
            <a:off x="2968163" y="3321638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multiple elevations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CE7953-330E-2114-FD94-19078918818B}"/>
              </a:ext>
            </a:extLst>
          </p:cNvPr>
          <p:cNvSpPr/>
          <p:nvPr/>
        </p:nvSpPr>
        <p:spPr>
          <a:xfrm>
            <a:off x="2695332" y="3831791"/>
            <a:ext cx="192024" cy="2194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CB3BA-453C-3F80-80F9-5D6418ACA9DC}"/>
              </a:ext>
            </a:extLst>
          </p:cNvPr>
          <p:cNvSpPr txBox="1"/>
          <p:nvPr/>
        </p:nvSpPr>
        <p:spPr>
          <a:xfrm>
            <a:off x="2968164" y="3783243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elevation is NA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FFB3E4DB-727B-FA67-797F-58E77A9817FF}"/>
              </a:ext>
            </a:extLst>
          </p:cNvPr>
          <p:cNvSpPr/>
          <p:nvPr/>
        </p:nvSpPr>
        <p:spPr>
          <a:xfrm>
            <a:off x="1770908" y="2664945"/>
            <a:ext cx="577210" cy="512465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45B0B-353C-0F8F-7856-80F852E7F70F}"/>
              </a:ext>
            </a:extLst>
          </p:cNvPr>
          <p:cNvSpPr txBox="1"/>
          <p:nvPr/>
        </p:nvSpPr>
        <p:spPr>
          <a:xfrm>
            <a:off x="1425154" y="1058460"/>
            <a:ext cx="1587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Elevation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ADEC77-C9FA-2563-95A9-5101FF414903}"/>
              </a:ext>
            </a:extLst>
          </p:cNvPr>
          <p:cNvGrpSpPr/>
          <p:nvPr/>
        </p:nvGrpSpPr>
        <p:grpSpPr>
          <a:xfrm>
            <a:off x="8285865" y="920423"/>
            <a:ext cx="1236421" cy="4351734"/>
            <a:chOff x="6276981" y="697493"/>
            <a:chExt cx="1236421" cy="435173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89B1E57-7C10-F521-9D40-B2BF673C4611}"/>
                </a:ext>
              </a:extLst>
            </p:cNvPr>
            <p:cNvSpPr/>
            <p:nvPr/>
          </p:nvSpPr>
          <p:spPr>
            <a:xfrm>
              <a:off x="6276981" y="697493"/>
              <a:ext cx="197791" cy="435173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DDC45BF-A7E6-18BE-7CD1-3C21362976BF}"/>
                </a:ext>
              </a:extLst>
            </p:cNvPr>
            <p:cNvSpPr txBox="1"/>
            <p:nvPr/>
          </p:nvSpPr>
          <p:spPr>
            <a:xfrm>
              <a:off x="6511495" y="2062990"/>
              <a:ext cx="1001907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rtlCol="0">
              <a:spAutoFit/>
            </a:bodyPr>
            <a:lstStyle/>
            <a:p>
              <a:r>
                <a:rPr lang="en-US" sz="800" dirty="0"/>
                <a:t>plantings with</a:t>
              </a:r>
            </a:p>
            <a:p>
              <a:r>
                <a:rPr lang="en-US" sz="800" dirty="0"/>
                <a:t>coordinates</a:t>
              </a:r>
            </a:p>
            <a:p>
              <a:r>
                <a:rPr lang="en-US" sz="800" dirty="0">
                  <a:solidFill>
                    <a:srgbClr val="C00000"/>
                  </a:solidFill>
                </a:rPr>
                <a:t>204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0E2C8C4-3315-B2A2-E838-4167F67AA090}"/>
              </a:ext>
            </a:extLst>
          </p:cNvPr>
          <p:cNvGrpSpPr/>
          <p:nvPr/>
        </p:nvGrpSpPr>
        <p:grpSpPr>
          <a:xfrm>
            <a:off x="9186071" y="1257610"/>
            <a:ext cx="1105593" cy="5051266"/>
            <a:chOff x="7730797" y="1326106"/>
            <a:chExt cx="1105593" cy="505126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6BB7C5-A8DD-2C03-C718-AF104043BBC9}"/>
                </a:ext>
              </a:extLst>
            </p:cNvPr>
            <p:cNvSpPr txBox="1"/>
            <p:nvPr/>
          </p:nvSpPr>
          <p:spPr>
            <a:xfrm>
              <a:off x="7730797" y="5361709"/>
              <a:ext cx="110559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relationships </a:t>
              </a:r>
              <a:r>
                <a:rPr lang="en-US" sz="1200" b="1" i="1" dirty="0"/>
                <a:t>within</a:t>
              </a:r>
              <a:r>
                <a:rPr lang="en-US" sz="1200" dirty="0"/>
                <a:t> a planting occasion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E18580E-0AF4-60AF-43F5-37EED632B0AB}"/>
                </a:ext>
              </a:extLst>
            </p:cNvPr>
            <p:cNvGrpSpPr/>
            <p:nvPr/>
          </p:nvGrpSpPr>
          <p:grpSpPr>
            <a:xfrm>
              <a:off x="7940290" y="1326106"/>
              <a:ext cx="857274" cy="3492592"/>
              <a:chOff x="7940290" y="1326106"/>
              <a:chExt cx="857274" cy="3492592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9EF3BA6-EC3F-3095-5DB7-38D074830AB6}"/>
                  </a:ext>
                </a:extLst>
              </p:cNvPr>
              <p:cNvSpPr/>
              <p:nvPr/>
            </p:nvSpPr>
            <p:spPr>
              <a:xfrm>
                <a:off x="7953607" y="4666389"/>
                <a:ext cx="169964" cy="11146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2E1DF7C-7355-68C2-8DF5-7808B59BD173}"/>
                  </a:ext>
                </a:extLst>
              </p:cNvPr>
              <p:cNvSpPr/>
              <p:nvPr/>
            </p:nvSpPr>
            <p:spPr>
              <a:xfrm>
                <a:off x="7940290" y="1326106"/>
                <a:ext cx="196598" cy="201561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6810E00-98AF-8E02-6D92-328A1E4693E1}"/>
                  </a:ext>
                </a:extLst>
              </p:cNvPr>
              <p:cNvSpPr/>
              <p:nvPr/>
            </p:nvSpPr>
            <p:spPr>
              <a:xfrm>
                <a:off x="7940290" y="3830206"/>
                <a:ext cx="196598" cy="44548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17C1080-4E98-6562-5955-B2289F331152}"/>
                  </a:ext>
                </a:extLst>
              </p:cNvPr>
              <p:cNvSpPr txBox="1"/>
              <p:nvPr/>
            </p:nvSpPr>
            <p:spPr>
              <a:xfrm>
                <a:off x="8198533" y="1702771"/>
                <a:ext cx="39647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single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48AD32E-FD86-7BFD-661E-BD9B9F0A7560}"/>
                  </a:ext>
                </a:extLst>
              </p:cNvPr>
              <p:cNvSpPr txBox="1"/>
              <p:nvPr/>
            </p:nvSpPr>
            <p:spPr>
              <a:xfrm>
                <a:off x="8159274" y="4603254"/>
                <a:ext cx="625327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replicates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7328D69-FC36-64DE-EAA4-0C81BD0526DD}"/>
                  </a:ext>
                </a:extLst>
              </p:cNvPr>
              <p:cNvSpPr txBox="1"/>
              <p:nvPr/>
            </p:nvSpPr>
            <p:spPr>
              <a:xfrm>
                <a:off x="8172237" y="3944781"/>
                <a:ext cx="625327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collocated</a:t>
                </a: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EE08E63-1902-7C15-4820-29CC64C5AE8C}"/>
              </a:ext>
            </a:extLst>
          </p:cNvPr>
          <p:cNvGrpSpPr/>
          <p:nvPr/>
        </p:nvGrpSpPr>
        <p:grpSpPr>
          <a:xfrm>
            <a:off x="10445504" y="1257609"/>
            <a:ext cx="1105593" cy="5051267"/>
            <a:chOff x="9687098" y="1326106"/>
            <a:chExt cx="1105593" cy="505126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D0DF34F-F397-821A-4F5A-3AC73A58B555}"/>
                </a:ext>
              </a:extLst>
            </p:cNvPr>
            <p:cNvSpPr txBox="1"/>
            <p:nvPr/>
          </p:nvSpPr>
          <p:spPr>
            <a:xfrm>
              <a:off x="9687098" y="5361710"/>
              <a:ext cx="110559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relationships </a:t>
              </a:r>
              <a:r>
                <a:rPr lang="en-US" sz="1200" b="1" i="1" dirty="0"/>
                <a:t>across</a:t>
              </a:r>
              <a:r>
                <a:rPr lang="en-US" sz="1200" dirty="0"/>
                <a:t> planting occasions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3F0123-E24D-E2BC-96AD-2CB4655E3ED9}"/>
                </a:ext>
              </a:extLst>
            </p:cNvPr>
            <p:cNvGrpSpPr/>
            <p:nvPr/>
          </p:nvGrpSpPr>
          <p:grpSpPr>
            <a:xfrm>
              <a:off x="9776382" y="1326106"/>
              <a:ext cx="656359" cy="3396016"/>
              <a:chOff x="9776382" y="1326106"/>
              <a:chExt cx="656359" cy="3396016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88A62A4-EA43-0665-F171-4087C5AA3F81}"/>
                  </a:ext>
                </a:extLst>
              </p:cNvPr>
              <p:cNvSpPr/>
              <p:nvPr/>
            </p:nvSpPr>
            <p:spPr>
              <a:xfrm>
                <a:off x="9776382" y="1326106"/>
                <a:ext cx="196598" cy="259750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1367041-1F87-DF00-D702-F3FB9C83C3CE}"/>
                  </a:ext>
                </a:extLst>
              </p:cNvPr>
              <p:cNvSpPr/>
              <p:nvPr/>
            </p:nvSpPr>
            <p:spPr>
              <a:xfrm>
                <a:off x="9777574" y="4337692"/>
                <a:ext cx="196598" cy="38443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316CD9B-D25E-23E1-90A6-A8F04E4DEC29}"/>
                  </a:ext>
                </a:extLst>
              </p:cNvPr>
              <p:cNvSpPr txBox="1"/>
              <p:nvPr/>
            </p:nvSpPr>
            <p:spPr>
              <a:xfrm>
                <a:off x="10036265" y="1702771"/>
                <a:ext cx="39647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initial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D25CB82-6004-8D85-A05A-B9326FD5A904}"/>
                  </a:ext>
                </a:extLst>
              </p:cNvPr>
              <p:cNvSpPr txBox="1"/>
              <p:nvPr/>
            </p:nvSpPr>
            <p:spPr>
              <a:xfrm>
                <a:off x="10005205" y="4422185"/>
                <a:ext cx="42753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repeat</a:t>
                </a:r>
              </a:p>
            </p:txBody>
          </p:sp>
        </p:grp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C1579EA5-C65F-50D5-12CD-89C6C777B55D}"/>
              </a:ext>
            </a:extLst>
          </p:cNvPr>
          <p:cNvSpPr txBox="1"/>
          <p:nvPr/>
        </p:nvSpPr>
        <p:spPr>
          <a:xfrm>
            <a:off x="7729436" y="304423"/>
            <a:ext cx="3247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Planting Relationships</a:t>
            </a:r>
          </a:p>
        </p:txBody>
      </p:sp>
    </p:spTree>
    <p:extLst>
      <p:ext uri="{BB962C8B-B14F-4D97-AF65-F5344CB8AC3E}">
        <p14:creationId xmlns:p14="http://schemas.microsoft.com/office/powerpoint/2010/main" val="4159988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20053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329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8684351" y="4088777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45339" y="6261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represented as points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locations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29060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 GPS 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GPS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7CF299-7C49-3EC7-0D72-A96A09D3A5C2}"/>
              </a:ext>
            </a:extLst>
          </p:cNvPr>
          <p:cNvSpPr txBox="1"/>
          <p:nvPr/>
        </p:nvSpPr>
        <p:spPr>
          <a:xfrm>
            <a:off x="11335951" y="5984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08106A-F81A-8D5C-A490-4A807B43B0AC}"/>
              </a:ext>
            </a:extLst>
          </p:cNvPr>
          <p:cNvSpPr txBox="1"/>
          <p:nvPr/>
        </p:nvSpPr>
        <p:spPr>
          <a:xfrm>
            <a:off x="8702570" y="1008114"/>
            <a:ext cx="663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good + multiple coords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E3DC17-0377-23AA-CFDA-436FDBD72008}"/>
              </a:ext>
            </a:extLst>
          </p:cNvPr>
          <p:cNvSpPr txBox="1"/>
          <p:nvPr/>
        </p:nvSpPr>
        <p:spPr>
          <a:xfrm>
            <a:off x="2241170" y="4165721"/>
            <a:ext cx="574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6812FA-3996-F08D-DB1A-B452C5FF89CE}"/>
              </a:ext>
            </a:extLst>
          </p:cNvPr>
          <p:cNvSpPr txBox="1"/>
          <p:nvPr/>
        </p:nvSpPr>
        <p:spPr>
          <a:xfrm>
            <a:off x="10304604" y="60184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6B3718-C37E-EA18-C631-FBAE93BA4933}"/>
              </a:ext>
            </a:extLst>
          </p:cNvPr>
          <p:cNvSpPr txBox="1"/>
          <p:nvPr/>
        </p:nvSpPr>
        <p:spPr>
          <a:xfrm>
            <a:off x="10457004" y="61708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09E877-9FEC-C63D-B3C6-1483028A5BF4}"/>
              </a:ext>
            </a:extLst>
          </p:cNvPr>
          <p:cNvSpPr txBox="1"/>
          <p:nvPr/>
        </p:nvSpPr>
        <p:spPr>
          <a:xfrm>
            <a:off x="10609404" y="63232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8C59A-AF60-0313-D57F-6BA2ED6A294A}"/>
              </a:ext>
            </a:extLst>
          </p:cNvPr>
          <p:cNvSpPr txBox="1"/>
          <p:nvPr/>
        </p:nvSpPr>
        <p:spPr>
          <a:xfrm>
            <a:off x="9635159" y="4714751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385F174A-B892-7EFB-2D7D-C3441A94FF90}"/>
              </a:ext>
            </a:extLst>
          </p:cNvPr>
          <p:cNvSpPr/>
          <p:nvPr/>
        </p:nvSpPr>
        <p:spPr>
          <a:xfrm>
            <a:off x="9303354" y="431287"/>
            <a:ext cx="45719" cy="337302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F9EB47-977E-06FD-3888-7748C52D9A5A}"/>
              </a:ext>
            </a:extLst>
          </p:cNvPr>
          <p:cNvCxnSpPr>
            <a:endCxn id="29" idx="0"/>
          </p:cNvCxnSpPr>
          <p:nvPr/>
        </p:nvCxnSpPr>
        <p:spPr>
          <a:xfrm>
            <a:off x="9875108" y="4446883"/>
            <a:ext cx="0" cy="267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958537F-4CAD-08C0-A584-D9702C695F80}"/>
              </a:ext>
            </a:extLst>
          </p:cNvPr>
          <p:cNvSpPr txBox="1"/>
          <p:nvPr/>
        </p:nvSpPr>
        <p:spPr>
          <a:xfrm>
            <a:off x="2241858" y="5594599"/>
            <a:ext cx="5735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2DAA6AB-F13E-BE9E-4102-214418F73107}"/>
              </a:ext>
            </a:extLst>
          </p:cNvPr>
          <p:cNvSpPr txBox="1"/>
          <p:nvPr/>
        </p:nvSpPr>
        <p:spPr>
          <a:xfrm>
            <a:off x="2264572" y="6400420"/>
            <a:ext cx="52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3BB142-475C-95F4-6F74-EEE5D176A453}"/>
              </a:ext>
            </a:extLst>
          </p:cNvPr>
          <p:cNvSpPr txBox="1"/>
          <p:nvPr/>
        </p:nvSpPr>
        <p:spPr>
          <a:xfrm>
            <a:off x="11365764" y="51666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E2A087-18B9-077A-259B-6A512DA08C24}"/>
              </a:ext>
            </a:extLst>
          </p:cNvPr>
          <p:cNvSpPr txBox="1"/>
          <p:nvPr/>
        </p:nvSpPr>
        <p:spPr>
          <a:xfrm>
            <a:off x="11518164" y="53190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72F8BB-4F40-1666-A868-0FCA4DB1E0A3}"/>
              </a:ext>
            </a:extLst>
          </p:cNvPr>
          <p:cNvSpPr txBox="1"/>
          <p:nvPr/>
        </p:nvSpPr>
        <p:spPr>
          <a:xfrm>
            <a:off x="11670564" y="54714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21BA45-7D37-E1F6-5684-5F9F487117D3}"/>
              </a:ext>
            </a:extLst>
          </p:cNvPr>
          <p:cNvSpPr txBox="1"/>
          <p:nvPr/>
        </p:nvSpPr>
        <p:spPr>
          <a:xfrm>
            <a:off x="2231471" y="1687830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79C16F-DC51-658F-C869-1E496D604E73}"/>
              </a:ext>
            </a:extLst>
          </p:cNvPr>
          <p:cNvSpPr txBox="1"/>
          <p:nvPr/>
        </p:nvSpPr>
        <p:spPr>
          <a:xfrm>
            <a:off x="3522789" y="111272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0A76BD-669F-8787-EF67-2D30FF1634A9}"/>
              </a:ext>
            </a:extLst>
          </p:cNvPr>
          <p:cNvSpPr txBox="1"/>
          <p:nvPr/>
        </p:nvSpPr>
        <p:spPr>
          <a:xfrm>
            <a:off x="3522789" y="409281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858BC1-413B-F09A-DD03-AA1D02B0C702}"/>
              </a:ext>
            </a:extLst>
          </p:cNvPr>
          <p:cNvSpPr txBox="1"/>
          <p:nvPr/>
        </p:nvSpPr>
        <p:spPr>
          <a:xfrm>
            <a:off x="3522789" y="507137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D41E4D-0F41-D7D9-F382-90BB28433928}"/>
              </a:ext>
            </a:extLst>
          </p:cNvPr>
          <p:cNvSpPr txBox="1"/>
          <p:nvPr/>
        </p:nvSpPr>
        <p:spPr>
          <a:xfrm>
            <a:off x="3498800" y="5923365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ED065C-CC6D-4878-9FF9-651DDC49322C}"/>
              </a:ext>
            </a:extLst>
          </p:cNvPr>
          <p:cNvSpPr txBox="1"/>
          <p:nvPr/>
        </p:nvSpPr>
        <p:spPr>
          <a:xfrm>
            <a:off x="8841995" y="454547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3B89BC-0F3B-C309-7002-5968DEE2BBC8}"/>
              </a:ext>
            </a:extLst>
          </p:cNvPr>
          <p:cNvSpPr txBox="1"/>
          <p:nvPr/>
        </p:nvSpPr>
        <p:spPr>
          <a:xfrm>
            <a:off x="4676527" y="5055990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13 (2)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206222-121F-54EE-D554-B1C8EE38B833}"/>
              </a:ext>
            </a:extLst>
          </p:cNvPr>
          <p:cNvSpPr txBox="1"/>
          <p:nvPr/>
        </p:nvSpPr>
        <p:spPr>
          <a:xfrm>
            <a:off x="4878583" y="4514696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E2FF4A-A1A9-758D-41A5-2D4FFB56C632}"/>
              </a:ext>
            </a:extLst>
          </p:cNvPr>
          <p:cNvSpPr txBox="1"/>
          <p:nvPr/>
        </p:nvSpPr>
        <p:spPr>
          <a:xfrm>
            <a:off x="4825436" y="4062162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944EF3-FCFB-7F3B-7CAF-7F4DB9D73F34}"/>
              </a:ext>
            </a:extLst>
          </p:cNvPr>
          <p:cNvSpPr txBox="1"/>
          <p:nvPr/>
        </p:nvSpPr>
        <p:spPr>
          <a:xfrm>
            <a:off x="4855715" y="3452154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0DC6B2-F5CB-A509-86D0-CF63F4038A49}"/>
              </a:ext>
            </a:extLst>
          </p:cNvPr>
          <p:cNvSpPr txBox="1"/>
          <p:nvPr/>
        </p:nvSpPr>
        <p:spPr>
          <a:xfrm>
            <a:off x="4878583" y="125391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D54745-830A-3AFB-1CF9-DFC0E2B7804E}"/>
              </a:ext>
            </a:extLst>
          </p:cNvPr>
          <p:cNvSpPr txBox="1"/>
          <p:nvPr/>
        </p:nvSpPr>
        <p:spPr>
          <a:xfrm>
            <a:off x="4699395" y="527880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14 (1)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47D3795-F786-143B-3172-513E35972903}"/>
              </a:ext>
            </a:extLst>
          </p:cNvPr>
          <p:cNvSpPr txBox="1"/>
          <p:nvPr/>
        </p:nvSpPr>
        <p:spPr>
          <a:xfrm>
            <a:off x="4699395" y="550197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15 (9)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9134A72-4600-8297-C3D1-C54DE1749960}"/>
              </a:ext>
            </a:extLst>
          </p:cNvPr>
          <p:cNvSpPr txBox="1"/>
          <p:nvPr/>
        </p:nvSpPr>
        <p:spPr>
          <a:xfrm>
            <a:off x="6211602" y="4960349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C3964D-F192-DA6C-C3EF-8B764DFFA223}"/>
              </a:ext>
            </a:extLst>
          </p:cNvPr>
          <p:cNvSpPr txBox="1"/>
          <p:nvPr/>
        </p:nvSpPr>
        <p:spPr>
          <a:xfrm>
            <a:off x="6195913" y="335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BB496F-2311-3FD9-7EF0-9D697A757B23}"/>
              </a:ext>
            </a:extLst>
          </p:cNvPr>
          <p:cNvSpPr txBox="1"/>
          <p:nvPr/>
        </p:nvSpPr>
        <p:spPr>
          <a:xfrm>
            <a:off x="6188366" y="194852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453363-4774-446E-2F24-4F1F2D2F0CBF}"/>
              </a:ext>
            </a:extLst>
          </p:cNvPr>
          <p:cNvSpPr txBox="1"/>
          <p:nvPr/>
        </p:nvSpPr>
        <p:spPr>
          <a:xfrm>
            <a:off x="4803705" y="615691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2B3622-B13E-CE05-3A8C-A715FC836CDC}"/>
              </a:ext>
            </a:extLst>
          </p:cNvPr>
          <p:cNvSpPr txBox="1"/>
          <p:nvPr/>
        </p:nvSpPr>
        <p:spPr>
          <a:xfrm>
            <a:off x="4846639" y="583519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DE94BC-280A-EBAC-D774-C839BBA81670}"/>
              </a:ext>
            </a:extLst>
          </p:cNvPr>
          <p:cNvSpPr txBox="1"/>
          <p:nvPr/>
        </p:nvSpPr>
        <p:spPr>
          <a:xfrm>
            <a:off x="6179213" y="466858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9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2F14059-47C3-D8EE-B6B5-966B4A518B3D}"/>
              </a:ext>
            </a:extLst>
          </p:cNvPr>
          <p:cNvSpPr txBox="1"/>
          <p:nvPr/>
        </p:nvSpPr>
        <p:spPr>
          <a:xfrm>
            <a:off x="6034039" y="4505127"/>
            <a:ext cx="7812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22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252B431-5350-6D68-B337-C0B092C059A7}"/>
              </a:ext>
            </a:extLst>
          </p:cNvPr>
          <p:cNvSpPr txBox="1"/>
          <p:nvPr/>
        </p:nvSpPr>
        <p:spPr>
          <a:xfrm>
            <a:off x="6169495" y="4327305"/>
            <a:ext cx="6375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21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(2)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49994D-7A6A-E28A-AF1E-15089D2753FB}"/>
              </a:ext>
            </a:extLst>
          </p:cNvPr>
          <p:cNvSpPr txBox="1"/>
          <p:nvPr/>
        </p:nvSpPr>
        <p:spPr>
          <a:xfrm>
            <a:off x="6199013" y="396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B52783-9427-D0A1-C35E-29E8DEA0CE6A}"/>
              </a:ext>
            </a:extLst>
          </p:cNvPr>
          <p:cNvSpPr txBox="1"/>
          <p:nvPr/>
        </p:nvSpPr>
        <p:spPr>
          <a:xfrm>
            <a:off x="7493501" y="3766871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27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82AF93-8FD0-F2F5-67EA-B02CF93C9CF2}"/>
              </a:ext>
            </a:extLst>
          </p:cNvPr>
          <p:cNvSpPr txBox="1"/>
          <p:nvPr/>
        </p:nvSpPr>
        <p:spPr>
          <a:xfrm>
            <a:off x="7488271" y="2365120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730A5FE-8689-E9B9-85F8-A0C793237DFF}"/>
              </a:ext>
            </a:extLst>
          </p:cNvPr>
          <p:cNvSpPr txBox="1"/>
          <p:nvPr/>
        </p:nvSpPr>
        <p:spPr>
          <a:xfrm>
            <a:off x="6156983" y="612613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26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latin typeface="Aptos" panose="02110004020202020204"/>
              </a:rPr>
              <a:t>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90500">
                  <a:schemeClr val="bg1"/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FA2AAE-FC6C-DB58-FD31-8796D31ED6A2}"/>
              </a:ext>
            </a:extLst>
          </p:cNvPr>
          <p:cNvSpPr txBox="1"/>
          <p:nvPr/>
        </p:nvSpPr>
        <p:spPr>
          <a:xfrm>
            <a:off x="6182162" y="565044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E966F27-B6A0-BE78-D9D6-2C369E93BC04}"/>
              </a:ext>
            </a:extLst>
          </p:cNvPr>
          <p:cNvCxnSpPr/>
          <p:nvPr/>
        </p:nvCxnSpPr>
        <p:spPr>
          <a:xfrm>
            <a:off x="5171742" y="399076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4DB520E-3C72-AF20-25CF-217F7D4903DA}"/>
              </a:ext>
            </a:extLst>
          </p:cNvPr>
          <p:cNvCxnSpPr/>
          <p:nvPr/>
        </p:nvCxnSpPr>
        <p:spPr>
          <a:xfrm>
            <a:off x="5147404" y="583519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3B6B001-75EE-CE30-F441-83913DDBF5AC}"/>
              </a:ext>
            </a:extLst>
          </p:cNvPr>
          <p:cNvSpPr txBox="1"/>
          <p:nvPr/>
        </p:nvSpPr>
        <p:spPr>
          <a:xfrm>
            <a:off x="8722719" y="382738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E23B4B7-1DDA-E03B-3F1D-BA2566F2A627}"/>
              </a:ext>
            </a:extLst>
          </p:cNvPr>
          <p:cNvSpPr txBox="1"/>
          <p:nvPr/>
        </p:nvSpPr>
        <p:spPr>
          <a:xfrm>
            <a:off x="8815131" y="2439255"/>
            <a:ext cx="593639" cy="338554"/>
          </a:xfrm>
          <a:prstGeom prst="rect">
            <a:avLst/>
          </a:prstGeom>
          <a:noFill/>
          <a:effectLst>
            <a:glow rad="127000">
              <a:schemeClr val="accent1"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32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latin typeface="Aptos" panose="02110004020202020204"/>
              </a:rPr>
              <a:t>204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27000">
                  <a:schemeClr val="bg1">
                    <a:lumMod val="75000"/>
                  </a:schemeClr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6FD02ED-D405-3088-C61C-3870ABADC5DB}"/>
              </a:ext>
            </a:extLst>
          </p:cNvPr>
          <p:cNvSpPr txBox="1"/>
          <p:nvPr/>
        </p:nvSpPr>
        <p:spPr>
          <a:xfrm>
            <a:off x="7514026" y="503420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23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07C6C1-94EB-1D99-91EE-C4AB6C953217}"/>
              </a:ext>
            </a:extLst>
          </p:cNvPr>
          <p:cNvSpPr txBox="1"/>
          <p:nvPr/>
        </p:nvSpPr>
        <p:spPr>
          <a:xfrm>
            <a:off x="7516701" y="444688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ACAAB0B-742F-17B7-7C41-0DEB318F448A}"/>
              </a:ext>
            </a:extLst>
          </p:cNvPr>
          <p:cNvSpPr txBox="1"/>
          <p:nvPr/>
        </p:nvSpPr>
        <p:spPr>
          <a:xfrm>
            <a:off x="7507592" y="418770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3054355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17829</TotalTime>
  <Words>3643</Words>
  <Application>Microsoft Office PowerPoint</Application>
  <PresentationFormat>Widescreen</PresentationFormat>
  <Paragraphs>904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9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Pete Dowty</cp:lastModifiedBy>
  <cp:revision>33</cp:revision>
  <dcterms:created xsi:type="dcterms:W3CDTF">2026-02-18T17:07:24Z</dcterms:created>
  <dcterms:modified xsi:type="dcterms:W3CDTF">2026-06-11T23:03:23Z</dcterms:modified>
  <cp:category/>
</cp:coreProperties>
</file>