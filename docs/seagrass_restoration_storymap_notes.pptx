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290" r:id="rId5"/>
    <p:sldId id="291" r:id="rId6"/>
    <p:sldId id="294" r:id="rId7"/>
    <p:sldId id="287" r:id="rId8"/>
    <p:sldId id="281" r:id="rId9"/>
    <p:sldId id="292" r:id="rId10"/>
    <p:sldId id="283" r:id="rId11"/>
    <p:sldId id="284" r:id="rId12"/>
    <p:sldId id="295" r:id="rId13"/>
    <p:sldId id="297" r:id="rId14"/>
    <p:sldId id="288" r:id="rId15"/>
    <p:sldId id="289" r:id="rId16"/>
    <p:sldId id="273" r:id="rId17"/>
    <p:sldId id="271" r:id="rId18"/>
    <p:sldId id="272" r:id="rId19"/>
    <p:sldId id="276" r:id="rId20"/>
    <p:sldId id="277" r:id="rId21"/>
    <p:sldId id="274" r:id="rId22"/>
    <p:sldId id="278" r:id="rId23"/>
    <p:sldId id="280" r:id="rId24"/>
    <p:sldId id="286" r:id="rId25"/>
    <p:sldId id="282" r:id="rId26"/>
    <p:sldId id="285" r:id="rId27"/>
    <p:sldId id="275" r:id="rId28"/>
    <p:sldId id="270" r:id="rId29"/>
    <p:sldId id="265" r:id="rId30"/>
    <p:sldId id="268" r:id="rId31"/>
    <p:sldId id="269" r:id="rId32"/>
    <p:sldId id="267" r:id="rId33"/>
    <p:sldId id="266" r:id="rId34"/>
    <p:sldId id="257" r:id="rId35"/>
    <p:sldId id="258" r:id="rId36"/>
    <p:sldId id="259" r:id="rId37"/>
    <p:sldId id="260" r:id="rId38"/>
    <p:sldId id="261" r:id="rId39"/>
    <p:sldId id="262" r:id="rId40"/>
    <p:sldId id="263" r:id="rId41"/>
    <p:sldId id="264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600"/>
    <a:srgbClr val="006300"/>
    <a:srgbClr val="FB7700"/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40" dt="2026-05-27T00:30:04.8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39" autoAdjust="0"/>
    <p:restoredTop sz="96182" autoAdjust="0"/>
  </p:normalViewPr>
  <p:slideViewPr>
    <p:cSldViewPr snapToGrid="0">
      <p:cViewPr>
        <p:scale>
          <a:sx n="110" d="100"/>
          <a:sy n="110" d="100"/>
        </p:scale>
        <p:origin x="492" y="36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18T05:27:18.121" v="4875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5-27T00:39:11.494" v="8047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0T13:44:35.216" v="5334" actId="478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0T13:44:28.229" v="533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5-20T13:53:09.982" v="5353" actId="207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2T21:05:27.319" v="6364" actId="20577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2T20:20:38.585" v="6311" actId="20577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modSp new mod">
        <pc:chgData name="DOWTY, PETER (DNR)" userId="01cf875a-4e15-4928-8f93-7a0dfa1efb6b" providerId="ADAL" clId="{E9054DD1-CDF4-4BE2-A4C5-BD4B0395A89E}" dt="2026-05-21T14:40:37.083" v="5897" actId="20577"/>
        <pc:sldMkLst>
          <pc:docMk/>
          <pc:sldMk cId="1516653873" sldId="293"/>
        </pc:sldMkLst>
        <pc:spChg chg="add mod">
          <ac:chgData name="DOWTY, PETER (DNR)" userId="01cf875a-4e15-4928-8f93-7a0dfa1efb6b" providerId="ADAL" clId="{E9054DD1-CDF4-4BE2-A4C5-BD4B0395A89E}" dt="2026-05-21T14:40:37.083" v="5897" actId="20577"/>
          <ac:spMkLst>
            <pc:docMk/>
            <pc:sldMk cId="1516653873" sldId="293"/>
            <ac:spMk id="2" creationId="{CD4194DB-425F-6788-6B16-09016EFB40F6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6T17:32:36.808" v="6637" actId="1076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5-26T17:32:36.808" v="663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del mod">
          <ac:chgData name="DOWTY, PETER (DNR)" userId="01cf875a-4e15-4928-8f93-7a0dfa1efb6b" providerId="ADAL" clId="{E9054DD1-CDF4-4BE2-A4C5-BD4B0395A89E}" dt="2026-05-26T17:28:37.850" v="6623" actId="478"/>
          <ac:cxnSpMkLst>
            <pc:docMk/>
            <pc:sldMk cId="3137760217" sldId="294"/>
            <ac:cxnSpMk id="36" creationId="{ED7CF8A9-A217-E237-B7D4-6863B60FD80C}"/>
          </ac:cxnSpMkLst>
        </pc:cxnChg>
        <pc:cxnChg chg="add del mod">
          <ac:chgData name="DOWTY, PETER (DNR)" userId="01cf875a-4e15-4928-8f93-7a0dfa1efb6b" providerId="ADAL" clId="{E9054DD1-CDF4-4BE2-A4C5-BD4B0395A89E}" dt="2026-05-26T17:28:37.850" v="6623" actId="478"/>
          <ac:cxnSpMkLst>
            <pc:docMk/>
            <pc:sldMk cId="3137760217" sldId="294"/>
            <ac:cxnSpMk id="37" creationId="{DA14923A-82F5-AF74-52E2-2BC072B0361B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modSp new mod">
        <pc:chgData name="DOWTY, PETER (DNR)" userId="01cf875a-4e15-4928-8f93-7a0dfa1efb6b" providerId="ADAL" clId="{E9054DD1-CDF4-4BE2-A4C5-BD4B0395A89E}" dt="2026-05-26T17:26:56.792" v="6621" actId="20577"/>
        <pc:sldMkLst>
          <pc:docMk/>
          <pc:sldMk cId="3010123803" sldId="296"/>
        </pc:sldMkLst>
        <pc:spChg chg="add mod">
          <ac:chgData name="DOWTY, PETER (DNR)" userId="01cf875a-4e15-4928-8f93-7a0dfa1efb6b" providerId="ADAL" clId="{E9054DD1-CDF4-4BE2-A4C5-BD4B0395A89E}" dt="2026-05-26T17:26:56.792" v="6621" actId="20577"/>
          <ac:spMkLst>
            <pc:docMk/>
            <pc:sldMk cId="3010123803" sldId="296"/>
            <ac:spMk id="2" creationId="{1CCD730C-45E2-A1C2-E060-B6E20208C889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">
          <ac:chgData name="Pete Dowty" userId="91aba14b6835b0ae" providerId="LiveId" clId="{19439AC1-6599-4CEB-9020-36158C74069D}" dt="2026-05-26T04:46:12.440" v="198"/>
          <ac:inkMkLst>
            <pc:docMk/>
            <pc:sldMk cId="3033079533" sldId="284"/>
            <ac:inkMk id="18" creationId="{68949AED-4F42-C2A8-14D6-3A2183E78EC1}"/>
          </ac:inkMkLst>
        </pc:inkChg>
        <pc:inkChg chg="add">
          <ac:chgData name="Pete Dowty" userId="91aba14b6835b0ae" providerId="LiveId" clId="{19439AC1-6599-4CEB-9020-36158C74069D}" dt="2026-05-26T04:46:13.292" v="199"/>
          <ac:inkMkLst>
            <pc:docMk/>
            <pc:sldMk cId="3033079533" sldId="284"/>
            <ac:inkMk id="37" creationId="{55843F89-6E50-165F-3CF6-F5CE228C7ED8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39" creationId="{1FBD919D-7E4D-9650-C837-75251657FF89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0" creationId="{D86FCBBA-B7A7-C169-4517-A55F9D3F0073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1" creationId="{E921675D-9949-A1BB-562F-9356D46E7CB7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2" creationId="{76DD8506-34B6-6BC8-5036-7EDAD17BB46F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3" creationId="{D040A60C-8C43-F4CA-AED7-1F784A65DF6E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4" creationId="{038F7C75-529A-71B0-7944-400A368D0E78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5" creationId="{5A30E88B-6ED9-49C7-60F9-31D55C7258A7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6" creationId="{8FFFF63F-D477-9837-CB22-C029B1559524}"/>
          </ac:inkMkLst>
        </pc:inkChg>
        <pc:inkChg chg="add">
          <ac:chgData name="Pete Dowty" userId="91aba14b6835b0ae" providerId="LiveId" clId="{19439AC1-6599-4CEB-9020-36158C74069D}" dt="2026-05-26T04:46:18.039" v="208"/>
          <ac:inkMkLst>
            <pc:docMk/>
            <pc:sldMk cId="3033079533" sldId="284"/>
            <ac:inkMk id="47" creationId="{CEE85AD4-DE04-D9DD-6398-6B4CB6732A31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8" creationId="{8F1AC1CC-7C62-57C3-3053-964EDCDA9944}"/>
          </ac:inkMkLst>
        </pc:inkChg>
        <pc:inkChg chg="add">
          <ac:chgData name="Pete Dowty" userId="91aba14b6835b0ae" providerId="LiveId" clId="{19439AC1-6599-4CEB-9020-36158C74069D}" dt="2026-05-26T04:46:18.456" v="210"/>
          <ac:inkMkLst>
            <pc:docMk/>
            <pc:sldMk cId="3033079533" sldId="284"/>
            <ac:inkMk id="49" creationId="{4B2E256F-3F2B-E43E-6BDC-17548AF135D5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3" creationId="{7E189439-CAB7-13B6-8F04-300E561926B9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4" creationId="{98057F6C-A7E4-C365-BA97-5F51C8EB6FE3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5" creationId="{FD508814-617F-5943-DC6F-C02251F0795C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6" creationId="{622BC046-045A-E105-F19F-A1F9650F1C73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7" creationId="{1FD9DA96-9953-4C12-E7BD-FAB9881C14C3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9" creationId="{FABADA87-52E6-A33D-7B54-360845406C40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1" creationId="{65BD9677-858E-AE84-F12E-69A3785F9AA0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2" creationId="{9C0EC768-8881-150C-E07B-6195542031EC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3" creationId="{E807AC71-7800-1B53-7A7E-049FF2102065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4" creationId="{2B9F85BC-45DB-F000-FB75-EDFA0C33754E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5" creationId="{8FFF4F51-8F7A-CB34-6242-0F57BEBFBAA5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6" creationId="{FD97F7ED-186B-F38A-14F6-1D89ED1482DD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7" creationId="{92E40C88-17E7-972D-8BBF-C97CF0F6B75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69" creationId="{7A68D065-5619-4102-0378-7D761100EE0E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0" creationId="{C1249A4C-7F9D-6FAC-F34D-946DECC42261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1" creationId="{CA7D9BC6-AB3D-141B-CA6D-64C607B57B7E}"/>
          </ac:inkMkLst>
        </pc:inkChg>
        <pc:inkChg chg="add">
          <ac:chgData name="Pete Dowty" userId="91aba14b6835b0ae" providerId="LiveId" clId="{19439AC1-6599-4CEB-9020-36158C74069D}" dt="2026-05-26T04:46:47.922" v="230"/>
          <ac:inkMkLst>
            <pc:docMk/>
            <pc:sldMk cId="3033079533" sldId="284"/>
            <ac:inkMk id="72" creationId="{7E877682-B8A7-28D7-2804-66045C405B83}"/>
          </ac:inkMkLst>
        </pc:inkChg>
        <pc:inkChg chg="add">
          <ac:chgData name="Pete Dowty" userId="91aba14b6835b0ae" providerId="LiveId" clId="{19439AC1-6599-4CEB-9020-36158C74069D}" dt="2026-05-26T04:46:48.238" v="231"/>
          <ac:inkMkLst>
            <pc:docMk/>
            <pc:sldMk cId="3033079533" sldId="284"/>
            <ac:inkMk id="73" creationId="{320981C9-A3A5-4684-E8EA-3EC31C23852B}"/>
          </ac:inkMkLst>
        </pc:inkChg>
        <pc:inkChg chg="add">
          <ac:chgData name="Pete Dowty" userId="91aba14b6835b0ae" providerId="LiveId" clId="{19439AC1-6599-4CEB-9020-36158C74069D}" dt="2026-05-26T04:46:48.554" v="232"/>
          <ac:inkMkLst>
            <pc:docMk/>
            <pc:sldMk cId="3033079533" sldId="284"/>
            <ac:inkMk id="74" creationId="{A164539F-8680-0ADC-C1D1-B92CCBB9EF09}"/>
          </ac:inkMkLst>
        </pc:inkChg>
        <pc:inkChg chg="add">
          <ac:chgData name="Pete Dowty" userId="91aba14b6835b0ae" providerId="LiveId" clId="{19439AC1-6599-4CEB-9020-36158C74069D}" dt="2026-05-26T04:46:48.838" v="233"/>
          <ac:inkMkLst>
            <pc:docMk/>
            <pc:sldMk cId="3033079533" sldId="284"/>
            <ac:inkMk id="75" creationId="{54C80F20-4170-D89F-3B54-65A630B83275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6" creationId="{4B27DC56-7BE9-7E2C-2E07-273E95B84A54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7" creationId="{189B96D1-E105-D49C-69CA-CB2903AB13E0}"/>
          </ac:inkMkLst>
        </pc:inkChg>
        <pc:inkChg chg="add">
          <ac:chgData name="Pete Dowty" userId="91aba14b6835b0ae" providerId="LiveId" clId="{19439AC1-6599-4CEB-9020-36158C74069D}" dt="2026-05-26T04:46:50.088" v="236"/>
          <ac:inkMkLst>
            <pc:docMk/>
            <pc:sldMk cId="3033079533" sldId="284"/>
            <ac:inkMk id="78" creationId="{DCE68CA9-18BA-05B2-4C71-094ADCAEAA25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9" creationId="{3EE17138-BB10-E123-471D-219F652E35F4}"/>
          </ac:inkMkLst>
        </pc:inkChg>
        <pc:inkChg chg="add">
          <ac:chgData name="Pete Dowty" userId="91aba14b6835b0ae" providerId="LiveId" clId="{19439AC1-6599-4CEB-9020-36158C74069D}" dt="2026-05-26T04:46:50.587" v="238"/>
          <ac:inkMkLst>
            <pc:docMk/>
            <pc:sldMk cId="3033079533" sldId="284"/>
            <ac:inkMk id="80" creationId="{77728FAF-52D4-B6C7-FE91-B5F8A03602D7}"/>
          </ac:inkMkLst>
        </pc:inkChg>
        <pc:inkChg chg="add">
          <ac:chgData name="Pete Dowty" userId="91aba14b6835b0ae" providerId="LiveId" clId="{19439AC1-6599-4CEB-9020-36158C74069D}" dt="2026-05-26T04:46:51.007" v="239"/>
          <ac:inkMkLst>
            <pc:docMk/>
            <pc:sldMk cId="3033079533" sldId="284"/>
            <ac:inkMk id="81" creationId="{45DF6F7E-B3D1-EDA8-1C3D-353B2AC1B51F}"/>
          </ac:inkMkLst>
        </pc:inkChg>
        <pc:inkChg chg="add">
          <ac:chgData name="Pete Dowty" userId="91aba14b6835b0ae" providerId="LiveId" clId="{19439AC1-6599-4CEB-9020-36158C74069D}" dt="2026-05-26T04:46:51.471" v="240"/>
          <ac:inkMkLst>
            <pc:docMk/>
            <pc:sldMk cId="3033079533" sldId="284"/>
            <ac:inkMk id="82" creationId="{9EDDC6D8-9234-7C6A-FAB3-F2ABF6B7F134}"/>
          </ac:inkMkLst>
        </pc:inkChg>
        <pc:inkChg chg="add">
          <ac:chgData name="Pete Dowty" userId="91aba14b6835b0ae" providerId="LiveId" clId="{19439AC1-6599-4CEB-9020-36158C74069D}" dt="2026-05-26T04:46:51.819" v="241"/>
          <ac:inkMkLst>
            <pc:docMk/>
            <pc:sldMk cId="3033079533" sldId="284"/>
            <ac:inkMk id="83" creationId="{42392A7E-E3FB-779F-FEAB-48EBF54E6C37}"/>
          </ac:inkMkLst>
        </pc:inkChg>
        <pc:inkChg chg="add">
          <ac:chgData name="Pete Dowty" userId="91aba14b6835b0ae" providerId="LiveId" clId="{19439AC1-6599-4CEB-9020-36158C74069D}" dt="2026-05-26T04:46:52.053" v="242"/>
          <ac:inkMkLst>
            <pc:docMk/>
            <pc:sldMk cId="3033079533" sldId="284"/>
            <ac:inkMk id="84" creationId="{6DEB591A-B8B9-8961-0787-56767DF27DFF}"/>
          </ac:inkMkLst>
        </pc:inkChg>
        <pc:inkChg chg="add">
          <ac:chgData name="Pete Dowty" userId="91aba14b6835b0ae" providerId="LiveId" clId="{19439AC1-6599-4CEB-9020-36158C74069D}" dt="2026-05-26T04:46:52.507" v="243"/>
          <ac:inkMkLst>
            <pc:docMk/>
            <pc:sldMk cId="3033079533" sldId="284"/>
            <ac:inkMk id="85" creationId="{57A391F0-962F-D7BA-39C6-B9925DD4A6DC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86" creationId="{B6B729D7-8936-2EF7-EEA4-2E50DBCB0D32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87" creationId="{52FDA0D1-94C7-C816-B158-E3201E2A61B6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88" creationId="{7809DA1D-8A31-E78B-8B17-A34C6809422F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89" creationId="{45CF9165-0219-EEFC-7F05-3518E15A92D8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1" creationId="{8860F6E0-64FC-EF39-23F4-B5467516024E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2" creationId="{05B9F8AE-3517-D959-C049-2B2BD0720E35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3" creationId="{49B96A0A-1782-3412-576B-84DA51EF69DE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4" creationId="{B2C2C051-9AF9-8D4D-550D-CD9BC400C675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5" creationId="{F6A80B97-28CF-6781-BBE9-EDDB629AED1E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6" creationId="{B32864B9-D8A5-AB01-C5CE-DAF1169AA1BA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7" creationId="{D70EAEF1-79B3-101E-FEE6-3D488D418EEA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8" creationId="{4B0C15AF-E250-1324-8EB3-65D9496BD5E0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">
          <ac:chgData name="Pete Dowty" userId="91aba14b6835b0ae" providerId="LiveId" clId="{19439AC1-6599-4CEB-9020-36158C74069D}" dt="2026-05-26T04:47:04.702" v="258"/>
          <ac:inkMkLst>
            <pc:docMk/>
            <pc:sldMk cId="3033079533" sldId="284"/>
            <ac:inkMk id="100" creationId="{34D524A5-3FC6-321E-E5B3-696C5664989D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1" creationId="{23195608-F588-27B9-6130-4D45A08A1DF8}"/>
          </ac:inkMkLst>
        </pc:inkChg>
        <pc:inkChg chg="add">
          <ac:chgData name="Pete Dowty" userId="91aba14b6835b0ae" providerId="LiveId" clId="{19439AC1-6599-4CEB-9020-36158C74069D}" dt="2026-05-26T04:47:05.519" v="260"/>
          <ac:inkMkLst>
            <pc:docMk/>
            <pc:sldMk cId="3033079533" sldId="284"/>
            <ac:inkMk id="102" creationId="{05C874A5-C616-E4F3-AD65-8B8CB9C4397B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3" creationId="{8510366B-4B8C-E8B0-067B-7E0A11DD59A4}"/>
          </ac:inkMkLst>
        </pc:inkChg>
        <pc:inkChg chg="add">
          <ac:chgData name="Pete Dowty" userId="91aba14b6835b0ae" providerId="LiveId" clId="{19439AC1-6599-4CEB-9020-36158C74069D}" dt="2026-05-26T04:47:06.601" v="262"/>
          <ac:inkMkLst>
            <pc:docMk/>
            <pc:sldMk cId="3033079533" sldId="284"/>
            <ac:inkMk id="104" creationId="{5CB8BAFA-B3C0-E2D1-8B7B-9D2D785A1D07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5" creationId="{D2653E07-648C-2346-517E-6FFEDE3FC6E3}"/>
          </ac:inkMkLst>
        </pc:inkChg>
        <pc:inkChg chg="add">
          <ac:chgData name="Pete Dowty" userId="91aba14b6835b0ae" providerId="LiveId" clId="{19439AC1-6599-4CEB-9020-36158C74069D}" dt="2026-05-26T04:47:07.284" v="264"/>
          <ac:inkMkLst>
            <pc:docMk/>
            <pc:sldMk cId="3033079533" sldId="284"/>
            <ac:inkMk id="106" creationId="{6802DFEA-6B3D-66BA-BE14-D6E2D99B60BB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7" creationId="{2C9E7F8C-68C0-24C3-F937-521B81AEB6FB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8" creationId="{F30FA3F8-2B85-408B-6A56-5F4A31759D9C}"/>
          </ac:inkMkLst>
        </pc:inkChg>
        <pc:inkChg chg="add">
          <ac:chgData name="Pete Dowty" userId="91aba14b6835b0ae" providerId="LiveId" clId="{19439AC1-6599-4CEB-9020-36158C74069D}" dt="2026-05-26T04:47:08.730" v="267"/>
          <ac:inkMkLst>
            <pc:docMk/>
            <pc:sldMk cId="3033079533" sldId="284"/>
            <ac:inkMk id="109" creationId="{C9481BEF-0CAD-FD42-C571-DE0B9E988AD2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0" creationId="{729E9261-3FDA-0583-8A54-A5A5E40E0F2A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1" creationId="{F866F494-A94C-B37B-4A1B-1CBAC8CB492F}"/>
          </ac:inkMkLst>
        </pc:inkChg>
        <pc:inkChg chg="add">
          <ac:chgData name="Pete Dowty" userId="91aba14b6835b0ae" providerId="LiveId" clId="{19439AC1-6599-4CEB-9020-36158C74069D}" dt="2026-05-26T04:47:10.251" v="270"/>
          <ac:inkMkLst>
            <pc:docMk/>
            <pc:sldMk cId="3033079533" sldId="284"/>
            <ac:inkMk id="112" creationId="{E22F354E-6711-9E32-B42F-FE8C0AFED675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3" creationId="{317B0973-8031-63B2-96F7-9404655E4571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4" creationId="{280BA758-7169-2FC3-265F-4A33B2FDF3DC}"/>
          </ac:inkMkLst>
        </pc:inkChg>
        <pc:inkChg chg="add">
          <ac:chgData name="Pete Dowty" userId="91aba14b6835b0ae" providerId="LiveId" clId="{19439AC1-6599-4CEB-9020-36158C74069D}" dt="2026-05-26T04:47:11.634" v="273"/>
          <ac:inkMkLst>
            <pc:docMk/>
            <pc:sldMk cId="3033079533" sldId="284"/>
            <ac:inkMk id="115" creationId="{0E28AB6C-450F-EDC2-0468-79057C45ED15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6" creationId="{6A38F74B-5DE8-F92D-96E9-91E4025D4A30}"/>
          </ac:inkMkLst>
        </pc:inkChg>
        <pc:inkChg chg="add del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18" creationId="{0ADC234C-0CE8-9189-AE8D-136233BFE20B}"/>
          </ac:inkMkLst>
        </pc:inkChg>
        <pc:inkChg chg="add del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19" creationId="{ABC30132-9E9C-502F-AE04-D1874391D157}"/>
          </ac:inkMkLst>
        </pc:inkChg>
        <pc:inkChg chg="add del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0" creationId="{F52F82BD-405D-6B23-A2FD-681802C9895A}"/>
          </ac:inkMkLst>
        </pc:inkChg>
        <pc:inkChg chg="add del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1" creationId="{C4F4A42B-A767-E000-DF81-E81E46D3D1D5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23" creationId="{5DD18F8A-1A22-5B50-02D7-54A27EAED03E}"/>
          </ac:inkMkLst>
        </pc:inkChg>
        <pc:inkChg chg="add">
          <ac:chgData name="Pete Dowty" userId="91aba14b6835b0ae" providerId="LiveId" clId="{19439AC1-6599-4CEB-9020-36158C74069D}" dt="2026-05-26T04:47:30.816" v="282"/>
          <ac:inkMkLst>
            <pc:docMk/>
            <pc:sldMk cId="3033079533" sldId="284"/>
            <ac:inkMk id="124" creationId="{2B1B7055-F66F-EE44-08CB-36595FB69321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25" creationId="{64BC5F83-306A-1FAB-00D2-09108D4ABA6B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26" creationId="{5FF3D556-CF8F-C842-7CE0-FCEF015141EA}"/>
          </ac:inkMkLst>
        </pc:inkChg>
        <pc:inkChg chg="add">
          <ac:chgData name="Pete Dowty" userId="91aba14b6835b0ae" providerId="LiveId" clId="{19439AC1-6599-4CEB-9020-36158C74069D}" dt="2026-05-26T04:47:31.983" v="285"/>
          <ac:inkMkLst>
            <pc:docMk/>
            <pc:sldMk cId="3033079533" sldId="284"/>
            <ac:inkMk id="127" creationId="{D97CA655-4E9F-0C4D-EAD3-214C94A045F3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28" creationId="{A4C02C96-7E76-BC2E-B2BD-BB3DAB6D4BE9}"/>
          </ac:inkMkLst>
        </pc:inkChg>
        <pc:inkChg chg="add">
          <ac:chgData name="Pete Dowty" userId="91aba14b6835b0ae" providerId="LiveId" clId="{19439AC1-6599-4CEB-9020-36158C74069D}" dt="2026-05-26T04:47:32.583" v="287"/>
          <ac:inkMkLst>
            <pc:docMk/>
            <pc:sldMk cId="3033079533" sldId="284"/>
            <ac:inkMk id="129" creationId="{8E88BAE6-0606-547A-3273-10194EE750E2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0" creationId="{DF1CF783-2CA1-8B0D-CB35-C5A69B6328B4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1" creationId="{019B7155-0988-EF91-FA99-BAB49A5B1430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2" creationId="{A12A3CB5-5A48-113C-73F2-560E78E8BA12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3" creationId="{CD82C0FF-3494-1AF1-1234-F95140114467}"/>
          </ac:inkMkLst>
        </pc:inkChg>
        <pc:inkChg chg="add">
          <ac:chgData name="Pete Dowty" userId="91aba14b6835b0ae" providerId="LiveId" clId="{19439AC1-6599-4CEB-9020-36158C74069D}" dt="2026-05-26T04:47:35.182" v="292"/>
          <ac:inkMkLst>
            <pc:docMk/>
            <pc:sldMk cId="3033079533" sldId="284"/>
            <ac:inkMk id="134" creationId="{EF7546C8-92D6-EBF4-E346-F38447545FE0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5" creationId="{4F30A0BC-FA87-9EDD-EC64-4801A47BA6EC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6" creationId="{C9D46122-4807-026A-D7B2-15E1E79E2890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38" creationId="{CE4EB016-2E8C-54F5-B762-955A7D11EBE9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39" creationId="{FFDBFDC4-C05E-4657-95CF-18D750B3149D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0" creationId="{2257E7B9-088F-4EEA-E7ED-18EAA3221A81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1" creationId="{4A97B0B1-361D-761A-119C-E51D1DB48410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2" creationId="{F6C66C20-9DCF-3ACC-3C15-70080CA7FC8B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3" creationId="{B9E85E02-F112-38CE-C119-8F1E67BE6F88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4" creationId="{49521994-6CF9-AB4B-1403-3D9677A14158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47" creationId="{17C0856C-9D9F-D9D1-AF56-104B4CD3AC37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48" creationId="{D35D7B58-763F-624E-86E5-D1813BCCE44A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49" creationId="{2110C174-E67F-DA12-8347-9327CF703196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0" creationId="{94931963-6F95-4786-91F2-D171B3B028A5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1" creationId="{34081D5D-F07B-7EE8-2E99-7C7A67092FAF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2" creationId="{D28ADB8C-8DC2-BF7E-015E-AF230E0AFE25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3" creationId="{06488012-947D-EEAC-6B3F-2613630A3CB7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4" creationId="{F9517974-F6E5-830C-196C-60BE7DF61ECA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57" creationId="{5D6B484A-D08F-E287-F711-798FE7CEF16F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58" creationId="{7C32A34F-33CC-E5AA-2705-093CEC0568B5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59" creationId="{2CE9CE31-F8B8-1FD9-BD84-57DFB1768032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0" creationId="{07B0678E-5A13-684C-2894-0858D2878FE7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1" creationId="{D43B6CA1-6289-35EB-9DD0-F76602E364E8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2" creationId="{C6C4F356-BCE4-583A-6C5E-5C148A39A679}"/>
          </ac:inkMkLst>
        </pc:inkChg>
        <pc:inkChg chg="add">
          <ac:chgData name="Pete Dowty" userId="91aba14b6835b0ae" providerId="LiveId" clId="{19439AC1-6599-4CEB-9020-36158C74069D}" dt="2026-05-26T04:52:31.472" v="391"/>
          <ac:inkMkLst>
            <pc:docMk/>
            <pc:sldMk cId="3033079533" sldId="284"/>
            <ac:inkMk id="163" creationId="{CFF2A587-1A95-8BC3-88AF-FA0D7E7B8A7A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4" creationId="{701DF675-86F8-CAC6-288A-498BFB5A3C2E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5" creationId="{D801745B-4463-071B-96CF-6D5D6B548738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6" creationId="{B8022FDA-4660-FCA1-6B91-D0D2D2379187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68" creationId="{2144DF95-233C-43BB-21BA-1DB8D6926A18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69" creationId="{4FE9B28E-380E-EC8E-305D-9B85357B13B6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0" creationId="{B38579BD-A91F-FA8B-C2EA-AE06A5015214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1" creationId="{4B7EB227-3030-5315-EF93-CA204C199086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2" creationId="{3BB6AC2D-D624-B79B-748E-E2B3AAF249AA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3" creationId="{6BC577D0-504A-8250-A9AC-00FF883568C7}"/>
          </ac:inkMkLst>
        </pc:inkChg>
        <pc:inkChg chg="add">
          <ac:chgData name="Pete Dowty" userId="91aba14b6835b0ae" providerId="LiveId" clId="{19439AC1-6599-4CEB-9020-36158C74069D}" dt="2026-05-26T04:52:36.556" v="402"/>
          <ac:inkMkLst>
            <pc:docMk/>
            <pc:sldMk cId="3033079533" sldId="284"/>
            <ac:inkMk id="174" creationId="{B73C0127-490B-6420-FB63-263DE9B0C77D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5" creationId="{A72A2947-46D8-482C-7F71-524BEC5F6FD5}"/>
          </ac:inkMkLst>
        </pc:inkChg>
        <pc:inkChg chg="add">
          <ac:chgData name="Pete Dowty" userId="91aba14b6835b0ae" providerId="LiveId" clId="{19439AC1-6599-4CEB-9020-36158C74069D}" dt="2026-05-26T04:52:37.169" v="404"/>
          <ac:inkMkLst>
            <pc:docMk/>
            <pc:sldMk cId="3033079533" sldId="284"/>
            <ac:inkMk id="176" creationId="{E2D867B1-9500-B908-7830-701D09BB723B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7" creationId="{320DF160-8C88-B463-FD79-CFA23A79467A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8" creationId="{D0577275-EE5F-E203-B4B6-CC33B4DBF24B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9" creationId="{61BFFE1A-D702-95F0-1C8F-B49BAF10CC54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1" creationId="{62E13EAD-5DFE-8ABF-E029-B8F8142D0164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2" creationId="{88A1DAF3-E627-E117-A57E-6007A6CFD161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3" creationId="{D095BB35-191F-E6C8-1650-2A9EE3D5A233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4" creationId="{EE548801-46A9-E446-01E1-E4B847DE38B5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5" creationId="{D9DF9303-FA19-032E-6AA1-C66AA1A8CE49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6" creationId="{F42EB0EC-61F8-89BB-66EF-E7BB8D6E1066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7" creationId="{96E11F9F-1683-A186-D563-F01DA1004D06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0" creationId="{A17CFCED-875B-2021-5063-F71678F20376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1" creationId="{73C9B2C5-74FE-0D50-38EC-2D7E2A9F5DD3}"/>
          </ac:inkMkLst>
        </pc:inkChg>
        <pc:inkChg chg="add">
          <ac:chgData name="Pete Dowty" userId="91aba14b6835b0ae" providerId="LiveId" clId="{19439AC1-6599-4CEB-9020-36158C74069D}" dt="2026-05-26T04:53:09.420" v="420"/>
          <ac:inkMkLst>
            <pc:docMk/>
            <pc:sldMk cId="3033079533" sldId="284"/>
            <ac:inkMk id="192" creationId="{3C6051A8-95DA-47A1-6F16-D032331B8645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3" creationId="{3B678148-A31F-0DF3-5A23-5F16BEAC78E3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4" creationId="{C518004C-3693-B5E9-7F3B-8BEBE61016F2}"/>
          </ac:inkMkLst>
        </pc:inkChg>
        <pc:inkChg chg="add">
          <ac:chgData name="Pete Dowty" userId="91aba14b6835b0ae" providerId="LiveId" clId="{19439AC1-6599-4CEB-9020-36158C74069D}" dt="2026-05-26T04:53:10.716" v="423"/>
          <ac:inkMkLst>
            <pc:docMk/>
            <pc:sldMk cId="3033079533" sldId="284"/>
            <ac:inkMk id="195" creationId="{488894A8-7920-D191-FBDB-ADFA5699DB1A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6" creationId="{DEA41C11-1463-BA61-E5E9-3C7DF0F92761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7" creationId="{86724B8E-5665-9A45-B49D-8C5BC678683A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8" creationId="{15309465-330D-0B3F-CD8E-8242B9583B1E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9" creationId="{6290C6A8-D380-7655-E1A6-50528871548F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0" creationId="{A77E9368-91A6-CCFF-1196-1F09DB8E845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2" creationId="{A64A84F5-908D-E547-AF59-7C66096CDAB2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3" creationId="{0689C6C6-7649-7D23-EECB-16CE4BBB6008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4" creationId="{2D6AF4C1-A1A1-AF18-887B-9169128BE873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5" creationId="{7D6BA25E-10A2-69FF-9E0B-677B45FADC59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6" creationId="{BA2A640B-323F-5614-496C-4E631CA21908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7" creationId="{CED54211-A58B-11E0-0775-EC1D6AEB5FE6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8" creationId="{6D5F60B4-9605-6B89-D648-1B9C3A21FACB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9" creationId="{EA09402D-8518-25CC-955B-C16A300AB3E9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del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1" creationId="{BF33497C-0D83-1842-7F59-F7F4D370BF04}"/>
          </ac:inkMkLst>
        </pc:inkChg>
        <pc:inkChg chg="add del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2" creationId="{058C0FAA-5BEC-873D-F85A-52343337B084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14" creationId="{7D8464D9-66E8-4741-BF62-18D1AEE130EE}"/>
          </ac:inkMkLst>
        </pc:inkChg>
        <pc:inkChg chg="add">
          <ac:chgData name="Pete Dowty" userId="91aba14b6835b0ae" providerId="LiveId" clId="{19439AC1-6599-4CEB-9020-36158C74069D}" dt="2026-05-26T04:53:33.050" v="443"/>
          <ac:inkMkLst>
            <pc:docMk/>
            <pc:sldMk cId="3033079533" sldId="284"/>
            <ac:inkMk id="215" creationId="{910A79C3-22E1-81D7-BA86-C9A171BD6F72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16" creationId="{7237FA7E-C41D-2170-534A-197D886F7CD2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17" creationId="{627FB75C-3EFB-252B-956C-32C78CEFF08F}"/>
          </ac:inkMkLst>
        </pc:inkChg>
        <pc:inkChg chg="add">
          <ac:chgData name="Pete Dowty" userId="91aba14b6835b0ae" providerId="LiveId" clId="{19439AC1-6599-4CEB-9020-36158C74069D}" dt="2026-05-26T04:53:34.217" v="446"/>
          <ac:inkMkLst>
            <pc:docMk/>
            <pc:sldMk cId="3033079533" sldId="284"/>
            <ac:inkMk id="218" creationId="{0047A419-5016-E582-0B4A-3B6FD66BD421}"/>
          </ac:inkMkLst>
        </pc:inkChg>
        <pc:inkChg chg="add">
          <ac:chgData name="Pete Dowty" userId="91aba14b6835b0ae" providerId="LiveId" clId="{19439AC1-6599-4CEB-9020-36158C74069D}" dt="2026-05-26T04:53:34.429" v="447"/>
          <ac:inkMkLst>
            <pc:docMk/>
            <pc:sldMk cId="3033079533" sldId="284"/>
            <ac:inkMk id="219" creationId="{2B869FEE-CCAF-9A43-5E44-89A6D521FDA5}"/>
          </ac:inkMkLst>
        </pc:inkChg>
        <pc:inkChg chg="add">
          <ac:chgData name="Pete Dowty" userId="91aba14b6835b0ae" providerId="LiveId" clId="{19439AC1-6599-4CEB-9020-36158C74069D}" dt="2026-05-26T04:53:34.774" v="448"/>
          <ac:inkMkLst>
            <pc:docMk/>
            <pc:sldMk cId="3033079533" sldId="284"/>
            <ac:inkMk id="220" creationId="{D094A0D8-F0BE-EF1F-DA59-9E54B276A530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21" creationId="{AB4B5D94-0365-8292-C624-CDE5E8404770}"/>
          </ac:inkMkLst>
        </pc:inkChg>
        <pc:inkChg chg="add">
          <ac:chgData name="Pete Dowty" userId="91aba14b6835b0ae" providerId="LiveId" clId="{19439AC1-6599-4CEB-9020-36158C74069D}" dt="2026-05-26T04:53:35.362" v="450"/>
          <ac:inkMkLst>
            <pc:docMk/>
            <pc:sldMk cId="3033079533" sldId="284"/>
            <ac:inkMk id="222" creationId="{E4945BFE-B90C-4508-6E10-73748BDED3DA}"/>
          </ac:inkMkLst>
        </pc:inkChg>
        <pc:inkChg chg="add">
          <ac:chgData name="Pete Dowty" userId="91aba14b6835b0ae" providerId="LiveId" clId="{19439AC1-6599-4CEB-9020-36158C74069D}" dt="2026-05-26T04:53:35.545" v="451"/>
          <ac:inkMkLst>
            <pc:docMk/>
            <pc:sldMk cId="3033079533" sldId="284"/>
            <ac:inkMk id="223" creationId="{F994E2F9-A0F9-75CE-1FB8-FAD53A92A3E2}"/>
          </ac:inkMkLst>
        </pc:inkChg>
        <pc:inkChg chg="add">
          <ac:chgData name="Pete Dowty" userId="91aba14b6835b0ae" providerId="LiveId" clId="{19439AC1-6599-4CEB-9020-36158C74069D}" dt="2026-05-26T04:53:36.330" v="452"/>
          <ac:inkMkLst>
            <pc:docMk/>
            <pc:sldMk cId="3033079533" sldId="284"/>
            <ac:inkMk id="224" creationId="{9C49A62B-3C8D-FB27-77AA-9067BA993289}"/>
          </ac:inkMkLst>
        </pc:inkChg>
        <pc:inkChg chg="add">
          <ac:chgData name="Pete Dowty" userId="91aba14b6835b0ae" providerId="LiveId" clId="{19439AC1-6599-4CEB-9020-36158C74069D}" dt="2026-05-26T04:53:36.649" v="453"/>
          <ac:inkMkLst>
            <pc:docMk/>
            <pc:sldMk cId="3033079533" sldId="284"/>
            <ac:inkMk id="225" creationId="{3478D003-1317-86C9-53A1-B241769837FC}"/>
          </ac:inkMkLst>
        </pc:inkChg>
        <pc:inkChg chg="add">
          <ac:chgData name="Pete Dowty" userId="91aba14b6835b0ae" providerId="LiveId" clId="{19439AC1-6599-4CEB-9020-36158C74069D}" dt="2026-05-26T04:53:36.846" v="454"/>
          <ac:inkMkLst>
            <pc:docMk/>
            <pc:sldMk cId="3033079533" sldId="284"/>
            <ac:inkMk id="226" creationId="{1491624B-7261-BA63-3343-55823584919E}"/>
          </ac:inkMkLst>
        </pc:inkChg>
        <pc:inkChg chg="add">
          <ac:chgData name="Pete Dowty" userId="91aba14b6835b0ae" providerId="LiveId" clId="{19439AC1-6599-4CEB-9020-36158C74069D}" dt="2026-05-26T04:53:37.334" v="455"/>
          <ac:inkMkLst>
            <pc:docMk/>
            <pc:sldMk cId="3033079533" sldId="284"/>
            <ac:inkMk id="227" creationId="{8E885993-79A2-6316-E197-36B82E51FADB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28" creationId="{771C403E-3B4E-24E6-2EE7-79519419F05B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29" creationId="{11357FD3-9815-EF71-4CA0-5DC756C07FCC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0" creationId="{619EA9D5-B2A5-3F9B-927A-4924D7229FFA}"/>
          </ac:inkMkLst>
        </pc:inkChg>
        <pc:inkChg chg="add">
          <ac:chgData name="Pete Dowty" userId="91aba14b6835b0ae" providerId="LiveId" clId="{19439AC1-6599-4CEB-9020-36158C74069D}" dt="2026-05-26T04:53:38.766" v="459"/>
          <ac:inkMkLst>
            <pc:docMk/>
            <pc:sldMk cId="3033079533" sldId="284"/>
            <ac:inkMk id="231" creationId="{3352DE2B-1D59-2428-D5CE-9EF352F5FC2E}"/>
          </ac:inkMkLst>
        </pc:inkChg>
        <pc:inkChg chg="add">
          <ac:chgData name="Pete Dowty" userId="91aba14b6835b0ae" providerId="LiveId" clId="{19439AC1-6599-4CEB-9020-36158C74069D}" dt="2026-05-26T04:53:39.198" v="460"/>
          <ac:inkMkLst>
            <pc:docMk/>
            <pc:sldMk cId="3033079533" sldId="284"/>
            <ac:inkMk id="232" creationId="{9273D075-DCD2-9191-F861-94C4C3ACBE0E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3" creationId="{E0EC3940-0862-B872-D57F-0532E8AF0072}"/>
          </ac:inkMkLst>
        </pc:inkChg>
        <pc:inkChg chg="add">
          <ac:chgData name="Pete Dowty" userId="91aba14b6835b0ae" providerId="LiveId" clId="{19439AC1-6599-4CEB-9020-36158C74069D}" dt="2026-05-26T04:53:39.799" v="462"/>
          <ac:inkMkLst>
            <pc:docMk/>
            <pc:sldMk cId="3033079533" sldId="284"/>
            <ac:inkMk id="234" creationId="{6D438F97-81CF-2B75-4D94-CDAC8F366C69}"/>
          </ac:inkMkLst>
        </pc:inkChg>
        <pc:inkChg chg="add">
          <ac:chgData name="Pete Dowty" userId="91aba14b6835b0ae" providerId="LiveId" clId="{19439AC1-6599-4CEB-9020-36158C74069D}" dt="2026-05-26T04:53:40.047" v="463"/>
          <ac:inkMkLst>
            <pc:docMk/>
            <pc:sldMk cId="3033079533" sldId="284"/>
            <ac:inkMk id="235" creationId="{5EFDE342-6724-C64B-EA92-58960CAA0E49}"/>
          </ac:inkMkLst>
        </pc:inkChg>
        <pc:inkChg chg="add">
          <ac:chgData name="Pete Dowty" userId="91aba14b6835b0ae" providerId="LiveId" clId="{19439AC1-6599-4CEB-9020-36158C74069D}" dt="2026-05-26T04:53:40.228" v="464"/>
          <ac:inkMkLst>
            <pc:docMk/>
            <pc:sldMk cId="3033079533" sldId="284"/>
            <ac:inkMk id="236" creationId="{03DF9084-6D95-5D95-9141-433C5348411A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7" creationId="{8A576E4A-253A-E315-BE0C-829E4E1A980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39" creationId="{0C957A29-66F0-DD20-7FE7-3BAFCBECFB49}"/>
          </ac:inkMkLst>
        </pc:inkChg>
        <pc:inkChg chg="add">
          <ac:chgData name="Pete Dowty" userId="91aba14b6835b0ae" providerId="LiveId" clId="{19439AC1-6599-4CEB-9020-36158C74069D}" dt="2026-05-26T04:53:45.679" v="468"/>
          <ac:inkMkLst>
            <pc:docMk/>
            <pc:sldMk cId="3033079533" sldId="284"/>
            <ac:inkMk id="240" creationId="{D997BAA2-89AF-0B46-5119-296E56D50B8D}"/>
          </ac:inkMkLst>
        </pc:inkChg>
        <pc:inkChg chg="add">
          <ac:chgData name="Pete Dowty" userId="91aba14b6835b0ae" providerId="LiveId" clId="{19439AC1-6599-4CEB-9020-36158C74069D}" dt="2026-05-26T04:53:45.878" v="469"/>
          <ac:inkMkLst>
            <pc:docMk/>
            <pc:sldMk cId="3033079533" sldId="284"/>
            <ac:inkMk id="241" creationId="{51D1BD77-EA9E-5D41-B407-3DF2FC69D2F5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2" creationId="{940E664A-39EB-3585-A543-C33CC1443AC8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3" creationId="{F904F58D-60AD-89E4-7E92-A9BDEAC5C9BE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4" creationId="{766F5BAA-BCE8-DE68-89A7-62B333E2B084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5" creationId="{64B9C59B-CC84-5C2B-9076-4CBF47EC4003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6" creationId="{96512324-96D6-D719-1F43-40BDF5F548C3}"/>
          </ac:inkMkLst>
        </pc:inkChg>
        <pc:inkChg chg="add">
          <ac:chgData name="Pete Dowty" userId="91aba14b6835b0ae" providerId="LiveId" clId="{19439AC1-6599-4CEB-9020-36158C74069D}" dt="2026-05-26T04:53:48.081" v="475"/>
          <ac:inkMkLst>
            <pc:docMk/>
            <pc:sldMk cId="3033079533" sldId="284"/>
            <ac:inkMk id="247" creationId="{88B2524B-BFB7-1817-EC9E-FCD767D9E461}"/>
          </ac:inkMkLst>
        </pc:inkChg>
        <pc:inkChg chg="add">
          <ac:chgData name="Pete Dowty" userId="91aba14b6835b0ae" providerId="LiveId" clId="{19439AC1-6599-4CEB-9020-36158C74069D}" dt="2026-05-26T04:53:48.278" v="476"/>
          <ac:inkMkLst>
            <pc:docMk/>
            <pc:sldMk cId="3033079533" sldId="284"/>
            <ac:inkMk id="248" creationId="{297A48EC-9880-01EE-C658-B2774CAB2F9B}"/>
          </ac:inkMkLst>
        </pc:inkChg>
        <pc:inkChg chg="add">
          <ac:chgData name="Pete Dowty" userId="91aba14b6835b0ae" providerId="LiveId" clId="{19439AC1-6599-4CEB-9020-36158C74069D}" dt="2026-05-26T04:53:48.829" v="477"/>
          <ac:inkMkLst>
            <pc:docMk/>
            <pc:sldMk cId="3033079533" sldId="284"/>
            <ac:inkMk id="249" creationId="{57747286-C882-3F99-072E-3069885833F1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0" creationId="{4AD0698E-891F-29B8-2AC6-0F132DDCC17C}"/>
          </ac:inkMkLst>
        </pc:inkChg>
        <pc:inkChg chg="add">
          <ac:chgData name="Pete Dowty" userId="91aba14b6835b0ae" providerId="LiveId" clId="{19439AC1-6599-4CEB-9020-36158C74069D}" dt="2026-05-26T04:53:49.462" v="479"/>
          <ac:inkMkLst>
            <pc:docMk/>
            <pc:sldMk cId="3033079533" sldId="284"/>
            <ac:inkMk id="251" creationId="{70C9908B-C0F6-116F-7015-AC55DDDC396E}"/>
          </ac:inkMkLst>
        </pc:inkChg>
        <pc:inkChg chg="add">
          <ac:chgData name="Pete Dowty" userId="91aba14b6835b0ae" providerId="LiveId" clId="{19439AC1-6599-4CEB-9020-36158C74069D}" dt="2026-05-26T04:53:49.783" v="480"/>
          <ac:inkMkLst>
            <pc:docMk/>
            <pc:sldMk cId="3033079533" sldId="284"/>
            <ac:inkMk id="252" creationId="{58DDDBDC-0CE0-D848-8E8B-4E145E09F71A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3" creationId="{1112906A-7BDA-7174-E503-B5830684CD8E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4" creationId="{ADB140AF-48BC-18A4-CEBC-722999879589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56" creationId="{F24A9506-8584-9BE5-C5CD-7BA9886114B0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57" creationId="{45F01969-73D8-1166-7EFB-0B7A430AEE8B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58" creationId="{08152F1F-8C7E-0115-095A-E78B235ABD56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59" creationId="{98778DF3-DB76-0D7F-FFFF-FB9254A62219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0" creationId="{7BA09262-C009-A20C-CC72-A2970A084C38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1" creationId="{ECBF6994-C226-BE12-174B-A5916CB09B5F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2" creationId="{B032C878-2C40-F51F-C4D6-1AD74CADE732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3" creationId="{926F2801-8761-491E-5C42-987657A58E29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del">
          <ac:chgData name="Pete Dowty" userId="91aba14b6835b0ae" providerId="LiveId" clId="{19439AC1-6599-4CEB-9020-36158C74069D}" dt="2026-05-26T04:24:52.393" v="2"/>
          <ac:inkMkLst>
            <pc:docMk/>
            <pc:sldMk cId="1516653873" sldId="293"/>
            <ac:inkMk id="3" creationId="{528675DE-FF7D-423B-EE68-022CA673C9A8}"/>
          </ac:inkMkLst>
        </pc:inkChg>
        <pc:inkChg chg="add del">
          <ac:chgData name="Pete Dowty" userId="91aba14b6835b0ae" providerId="LiveId" clId="{19439AC1-6599-4CEB-9020-36158C74069D}" dt="2026-05-26T04:24:52.393" v="2"/>
          <ac:inkMkLst>
            <pc:docMk/>
            <pc:sldMk cId="1516653873" sldId="293"/>
            <ac:inkMk id="4" creationId="{BC03BBF8-D66E-0F7B-F34A-9101B08F1E9E}"/>
          </ac:inkMkLst>
        </pc:inkChg>
        <pc:inkChg chg="add reco">
          <ac:chgData name="Pete Dowty" userId="91aba14b6835b0ae" providerId="LiveId" clId="{19439AC1-6599-4CEB-9020-36158C74069D}" dt="2026-05-26T04:24:52.393" v="2"/>
          <ac:inkMkLst>
            <pc:docMk/>
            <pc:sldMk cId="1516653873" sldId="293"/>
            <ac:inkMk id="5" creationId="{51211B94-B415-2887-BE19-8D3EC3FA8CE9}"/>
          </ac:inkMkLst>
        </pc:inkChg>
        <pc:inkChg chg="add del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6" creationId="{77269F08-7C2F-F8CF-216A-926E788FC881}"/>
          </ac:inkMkLst>
        </pc:inkChg>
        <pc:inkChg chg="add del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7" creationId="{66B8E5AD-1DC7-09C5-E34F-9C7ECFFEC1C4}"/>
          </ac:inkMkLst>
        </pc:inkChg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9" creationId="{1763E861-07A0-F907-4875-BE7E45D2D061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10" creationId="{294CBBD2-3B6C-0139-FAF6-AE140E0EF1BA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11" creationId="{DB0CEA02-468F-8329-2EB8-78B7D7CE09C4}"/>
          </ac:inkMkLst>
        </pc:inkChg>
        <pc:inkChg chg="add">
          <ac:chgData name="Pete Dowty" userId="91aba14b6835b0ae" providerId="LiveId" clId="{19439AC1-6599-4CEB-9020-36158C74069D}" dt="2026-05-26T04:25:01.542" v="9"/>
          <ac:inkMkLst>
            <pc:docMk/>
            <pc:sldMk cId="1516653873" sldId="293"/>
            <ac:inkMk id="12" creationId="{1AC9D4BB-51FF-C67D-23A8-60181C12EC64}"/>
          </ac:inkMkLst>
        </pc:inkChg>
        <pc:inkChg chg="add">
          <ac:chgData name="Pete Dowty" userId="91aba14b6835b0ae" providerId="LiveId" clId="{19439AC1-6599-4CEB-9020-36158C74069D}" dt="2026-05-26T04:25:01.926" v="10"/>
          <ac:inkMkLst>
            <pc:docMk/>
            <pc:sldMk cId="1516653873" sldId="293"/>
            <ac:inkMk id="13" creationId="{9A682886-A9DC-56FA-0517-9B955E7378F8}"/>
          </ac:inkMkLst>
        </pc:inkChg>
        <pc:inkChg chg="add">
          <ac:chgData name="Pete Dowty" userId="91aba14b6835b0ae" providerId="LiveId" clId="{19439AC1-6599-4CEB-9020-36158C74069D}" dt="2026-05-26T04:25:02.109" v="11"/>
          <ac:inkMkLst>
            <pc:docMk/>
            <pc:sldMk cId="1516653873" sldId="293"/>
            <ac:inkMk id="14" creationId="{C698CF64-CBB3-FB93-DB6D-66F775FCC8BD}"/>
          </ac:inkMkLst>
        </pc:inkChg>
        <pc:inkChg chg="add">
          <ac:chgData name="Pete Dowty" userId="91aba14b6835b0ae" providerId="LiveId" clId="{19439AC1-6599-4CEB-9020-36158C74069D}" dt="2026-05-26T04:25:02.830" v="12"/>
          <ac:inkMkLst>
            <pc:docMk/>
            <pc:sldMk cId="1516653873" sldId="293"/>
            <ac:inkMk id="15" creationId="{37DE1A3E-B1A9-2A0C-84BC-E24BF1C1E3A9}"/>
          </ac:inkMkLst>
        </pc:inkChg>
        <pc:inkChg chg="add">
          <ac:chgData name="Pete Dowty" userId="91aba14b6835b0ae" providerId="LiveId" clId="{19439AC1-6599-4CEB-9020-36158C74069D}" dt="2026-05-26T04:25:03.116" v="13"/>
          <ac:inkMkLst>
            <pc:docMk/>
            <pc:sldMk cId="1516653873" sldId="293"/>
            <ac:inkMk id="16" creationId="{621B9602-5B7A-4EBE-C3C8-9A037FC50DCE}"/>
          </ac:inkMkLst>
        </pc:inkChg>
        <pc:inkChg chg="add">
          <ac:chgData name="Pete Dowty" userId="91aba14b6835b0ae" providerId="LiveId" clId="{19439AC1-6599-4CEB-9020-36158C74069D}" dt="2026-05-26T04:25:03.396" v="14"/>
          <ac:inkMkLst>
            <pc:docMk/>
            <pc:sldMk cId="1516653873" sldId="293"/>
            <ac:inkMk id="17" creationId="{D8E14E22-88A3-3CAC-FCE5-43973CE4B806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18" creationId="{0FDCE765-A8B8-4104-3A4C-F80A8E0032F6}"/>
          </ac:inkMkLst>
        </pc:inkChg>
        <pc:inkChg chg="add">
          <ac:chgData name="Pete Dowty" userId="91aba14b6835b0ae" providerId="LiveId" clId="{19439AC1-6599-4CEB-9020-36158C74069D}" dt="2026-05-26T04:25:04.663" v="16"/>
          <ac:inkMkLst>
            <pc:docMk/>
            <pc:sldMk cId="1516653873" sldId="293"/>
            <ac:inkMk id="19" creationId="{303FFBA6-B3F0-8996-2C6C-23BE680478B1}"/>
          </ac:inkMkLst>
        </pc:inkChg>
        <pc:inkChg chg="add">
          <ac:chgData name="Pete Dowty" userId="91aba14b6835b0ae" providerId="LiveId" clId="{19439AC1-6599-4CEB-9020-36158C74069D}" dt="2026-05-26T04:25:04.981" v="17"/>
          <ac:inkMkLst>
            <pc:docMk/>
            <pc:sldMk cId="1516653873" sldId="293"/>
            <ac:inkMk id="20" creationId="{08EC9A2A-DE71-6BED-AECD-DAEC0ED9F74A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21" creationId="{1AB326B5-ACB0-5B46-9A44-AC0F8AC4F6EF}"/>
          </ac:inkMkLst>
        </pc:inkChg>
        <pc:inkChg chg="add">
          <ac:chgData name="Pete Dowty" userId="91aba14b6835b0ae" providerId="LiveId" clId="{19439AC1-6599-4CEB-9020-36158C74069D}" dt="2026-05-26T04:25:05.696" v="19"/>
          <ac:inkMkLst>
            <pc:docMk/>
            <pc:sldMk cId="1516653873" sldId="293"/>
            <ac:inkMk id="22" creationId="{6FEA3BC0-DE30-C41E-5ACE-6A7700F5AE71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23" creationId="{B5D5B780-8EC6-9A70-A814-307953D33837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24" creationId="{2E5F5C51-C290-F28B-C2B5-2308B96B5744}"/>
          </ac:inkMkLst>
        </pc:inkChg>
        <pc:inkChg chg="add">
          <ac:chgData name="Pete Dowty" userId="91aba14b6835b0ae" providerId="LiveId" clId="{19439AC1-6599-4CEB-9020-36158C74069D}" dt="2026-05-26T04:25:06.863" v="22"/>
          <ac:inkMkLst>
            <pc:docMk/>
            <pc:sldMk cId="1516653873" sldId="293"/>
            <ac:inkMk id="25" creationId="{47DE242B-92A2-D9D2-A91F-0328E21A7AE8}"/>
          </ac:inkMkLst>
        </pc:inkChg>
        <pc:inkChg chg="add">
          <ac:chgData name="Pete Dowty" userId="91aba14b6835b0ae" providerId="LiveId" clId="{19439AC1-6599-4CEB-9020-36158C74069D}" dt="2026-05-26T04:25:07.549" v="23"/>
          <ac:inkMkLst>
            <pc:docMk/>
            <pc:sldMk cId="1516653873" sldId="293"/>
            <ac:inkMk id="26" creationId="{379375DE-964B-BD71-78FC-89FE38E03311}"/>
          </ac:inkMkLst>
        </pc:inkChg>
        <pc:inkChg chg="add">
          <ac:chgData name="Pete Dowty" userId="91aba14b6835b0ae" providerId="LiveId" clId="{19439AC1-6599-4CEB-9020-36158C74069D}" dt="2026-05-26T04:25:07.850" v="24"/>
          <ac:inkMkLst>
            <pc:docMk/>
            <pc:sldMk cId="1516653873" sldId="293"/>
            <ac:inkMk id="27" creationId="{234E36A0-18DA-D6E1-9F70-821AB8D1DAD4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28" creationId="{2F0221F4-1B08-2DAF-D77F-D8E1E8442E6B}"/>
          </ac:inkMkLst>
        </pc:inkChg>
        <pc:inkChg chg="add">
          <ac:chgData name="Pete Dowty" userId="91aba14b6835b0ae" providerId="LiveId" clId="{19439AC1-6599-4CEB-9020-36158C74069D}" dt="2026-05-26T04:25:08.546" v="26"/>
          <ac:inkMkLst>
            <pc:docMk/>
            <pc:sldMk cId="1516653873" sldId="293"/>
            <ac:inkMk id="29" creationId="{FB75073F-4CFC-704B-69F7-84D2B70CCA6D}"/>
          </ac:inkMkLst>
        </pc:inkChg>
        <pc:inkChg chg="add">
          <ac:chgData name="Pete Dowty" userId="91aba14b6835b0ae" providerId="LiveId" clId="{19439AC1-6599-4CEB-9020-36158C74069D}" dt="2026-05-26T04:25:08.929" v="27"/>
          <ac:inkMkLst>
            <pc:docMk/>
            <pc:sldMk cId="1516653873" sldId="293"/>
            <ac:inkMk id="30" creationId="{DD99F9F4-98FE-E4D6-40A8-AD22719BFA72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del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4" creationId="{C1A9A4AC-AE14-7DB9-F357-7F2B6364FD1F}"/>
          </ac:inkMkLst>
        </pc:inkChg>
        <pc:inkChg chg="add del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5" creationId="{6956FDCF-7B48-665D-7FAE-8609FB1E8E91}"/>
          </ac:inkMkLst>
        </pc:inkChg>
        <pc:inkChg chg="add del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6" creationId="{F0195BE5-5DE5-A10D-0DF6-2AA21132DE6E}"/>
          </ac:inkMkLst>
        </pc:inkChg>
        <pc:inkChg chg="add del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7" creationId="{D024821D-0BA5-C0EC-9444-D5685AE81A52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39" creationId="{5C170C20-109B-B65C-BED0-596300FAD1A9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0" creationId="{5DA5B93A-33A3-553D-24AC-3679936C3CAE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1" creationId="{A4AE823C-313B-B1B0-316D-0B09D5647852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2" creationId="{6EADA073-CAAB-FB75-658F-2F11C37687B7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3" creationId="{6FCCB360-E14D-A4D8-38DE-13ECB863DD71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4" creationId="{41F712D7-D31D-EE9F-2549-64FD091F71A3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del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7" creationId="{58C418A4-4DFA-0B7D-D019-83D8BA514712}"/>
          </ac:inkMkLst>
        </pc:inkChg>
        <pc:inkChg chg="add del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8" creationId="{2BF0ADEB-51C4-1A0F-523A-2740758EFE8E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del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0" creationId="{9B4DEF90-1A5F-C84E-523E-7998DC864690}"/>
          </ac:inkMkLst>
        </pc:inkChg>
        <pc:inkChg chg="add del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1" creationId="{F562F320-433A-BBC8-0183-D864E354D2B2}"/>
          </ac:inkMkLst>
        </pc:inkChg>
        <pc:inkChg chg="add del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2" creationId="{6D6041FC-C635-EC4F-8E63-5A3466C1E00C}"/>
          </ac:inkMkLst>
        </pc:inkChg>
        <pc:inkChg chg="add del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3" creationId="{4F5A8A9E-8463-A680-2137-89D98E922BC4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5" creationId="{69820793-3A3E-8EF7-6E60-9E2DF8E18FDA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6" creationId="{AE798055-44F5-ACD8-B154-B4DA6C82F6CE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7" creationId="{81FCCE17-3BFB-0234-8FD0-EB38B18B912F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8" creationId="{5CA06BD8-986E-395B-6068-D162B64C60FD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9" creationId="{BD2E667F-B084-539F-408F-E247DD90F718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61" creationId="{ABDB93C3-A0E7-5785-B2A7-4481D28D56AE}"/>
          </ac:inkMkLst>
        </pc:inkChg>
        <pc:inkChg chg="add">
          <ac:chgData name="Pete Dowty" userId="91aba14b6835b0ae" providerId="LiveId" clId="{19439AC1-6599-4CEB-9020-36158C74069D}" dt="2026-05-26T04:25:54.811" v="57"/>
          <ac:inkMkLst>
            <pc:docMk/>
            <pc:sldMk cId="1516653873" sldId="293"/>
            <ac:inkMk id="62" creationId="{4871D662-0555-152F-702E-1607B01095E4}"/>
          </ac:inkMkLst>
        </pc:inkChg>
        <pc:inkChg chg="add">
          <ac:chgData name="Pete Dowty" userId="91aba14b6835b0ae" providerId="LiveId" clId="{19439AC1-6599-4CEB-9020-36158C74069D}" dt="2026-05-26T04:25:55.579" v="58"/>
          <ac:inkMkLst>
            <pc:docMk/>
            <pc:sldMk cId="1516653873" sldId="293"/>
            <ac:inkMk id="63" creationId="{927BA86B-E662-61B2-5365-5508501ED327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64" creationId="{B32A12E2-E2DF-DADF-00E8-0C28993034C9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65" creationId="{7C08C791-F615-49E2-4C0F-77234E649E18}"/>
          </ac:inkMkLst>
        </pc:inkChg>
        <pc:inkChg chg="add">
          <ac:chgData name="Pete Dowty" userId="91aba14b6835b0ae" providerId="LiveId" clId="{19439AC1-6599-4CEB-9020-36158C74069D}" dt="2026-05-26T04:25:56.738" v="61"/>
          <ac:inkMkLst>
            <pc:docMk/>
            <pc:sldMk cId="1516653873" sldId="293"/>
            <ac:inkMk id="66" creationId="{558EC443-AE81-245F-C834-4691D45C8970}"/>
          </ac:inkMkLst>
        </pc:inkChg>
        <pc:inkChg chg="add">
          <ac:chgData name="Pete Dowty" userId="91aba14b6835b0ae" providerId="LiveId" clId="{19439AC1-6599-4CEB-9020-36158C74069D}" dt="2026-05-26T04:25:56.971" v="62"/>
          <ac:inkMkLst>
            <pc:docMk/>
            <pc:sldMk cId="1516653873" sldId="293"/>
            <ac:inkMk id="67" creationId="{958927A7-FE3E-4D22-FD25-469BD9E8B402}"/>
          </ac:inkMkLst>
        </pc:inkChg>
        <pc:inkChg chg="add">
          <ac:chgData name="Pete Dowty" userId="91aba14b6835b0ae" providerId="LiveId" clId="{19439AC1-6599-4CEB-9020-36158C74069D}" dt="2026-05-26T04:25:57.139" v="63"/>
          <ac:inkMkLst>
            <pc:docMk/>
            <pc:sldMk cId="1516653873" sldId="293"/>
            <ac:inkMk id="68" creationId="{02DCF46B-9EF8-D37B-662E-A9B683099A7C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69" creationId="{14D69A24-134A-44A8-5852-975844E60B74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70" creationId="{FFEB68DB-7D3F-51DC-90D4-99C0294ECA55}"/>
          </ac:inkMkLst>
        </pc:inkChg>
        <pc:inkChg chg="add">
          <ac:chgData name="Pete Dowty" userId="91aba14b6835b0ae" providerId="LiveId" clId="{19439AC1-6599-4CEB-9020-36158C74069D}" dt="2026-05-26T04:25:58.471" v="66"/>
          <ac:inkMkLst>
            <pc:docMk/>
            <pc:sldMk cId="1516653873" sldId="293"/>
            <ac:inkMk id="71" creationId="{99CA67F4-D60F-52CC-B776-864587C979AB}"/>
          </ac:inkMkLst>
        </pc:inkChg>
        <pc:inkChg chg="add">
          <ac:chgData name="Pete Dowty" userId="91aba14b6835b0ae" providerId="LiveId" clId="{19439AC1-6599-4CEB-9020-36158C74069D}" dt="2026-05-26T04:25:58.688" v="67"/>
          <ac:inkMkLst>
            <pc:docMk/>
            <pc:sldMk cId="1516653873" sldId="293"/>
            <ac:inkMk id="72" creationId="{E600577D-8503-032F-FD88-82B153E41DD3}"/>
          </ac:inkMkLst>
        </pc:inkChg>
        <pc:inkChg chg="add">
          <ac:chgData name="Pete Dowty" userId="91aba14b6835b0ae" providerId="LiveId" clId="{19439AC1-6599-4CEB-9020-36158C74069D}" dt="2026-05-26T04:25:59.077" v="68"/>
          <ac:inkMkLst>
            <pc:docMk/>
            <pc:sldMk cId="1516653873" sldId="293"/>
            <ac:inkMk id="73" creationId="{9CC86421-9F2B-89E3-5AF4-001FBFCAC96C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74" creationId="{8060CCB8-ED57-48E2-05C0-DDDCE91538C7}"/>
          </ac:inkMkLst>
        </pc:inkChg>
        <pc:inkChg chg="add">
          <ac:chgData name="Pete Dowty" userId="91aba14b6835b0ae" providerId="LiveId" clId="{19439AC1-6599-4CEB-9020-36158C74069D}" dt="2026-05-26T04:25:59.758" v="70"/>
          <ac:inkMkLst>
            <pc:docMk/>
            <pc:sldMk cId="1516653873" sldId="293"/>
            <ac:inkMk id="75" creationId="{5CF4CA97-16C8-FA74-E76E-7CD6334946CB}"/>
          </ac:inkMkLst>
        </pc:inkChg>
        <pc:inkChg chg="add">
          <ac:chgData name="Pete Dowty" userId="91aba14b6835b0ae" providerId="LiveId" clId="{19439AC1-6599-4CEB-9020-36158C74069D}" dt="2026-05-26T04:25:59.976" v="71"/>
          <ac:inkMkLst>
            <pc:docMk/>
            <pc:sldMk cId="1516653873" sldId="293"/>
            <ac:inkMk id="76" creationId="{6B62C200-2D16-3C83-A2E0-7CDBD2A6C28B}"/>
          </ac:inkMkLst>
        </pc:inkChg>
        <pc:inkChg chg="add">
          <ac:chgData name="Pete Dowty" userId="91aba14b6835b0ae" providerId="LiveId" clId="{19439AC1-6599-4CEB-9020-36158C74069D}" dt="2026-05-26T04:26:00.123" v="72"/>
          <ac:inkMkLst>
            <pc:docMk/>
            <pc:sldMk cId="1516653873" sldId="293"/>
            <ac:inkMk id="77" creationId="{2F8A0000-4755-E230-687B-185F99A84989}"/>
          </ac:inkMkLst>
        </pc:inkChg>
        <pc:inkChg chg="add">
          <ac:chgData name="Pete Dowty" userId="91aba14b6835b0ae" providerId="LiveId" clId="{19439AC1-6599-4CEB-9020-36158C74069D}" dt="2026-05-26T04:26:00.578" v="73"/>
          <ac:inkMkLst>
            <pc:docMk/>
            <pc:sldMk cId="1516653873" sldId="293"/>
            <ac:inkMk id="78" creationId="{56D72D8E-A597-00CC-4B5A-EBA90E2E8113}"/>
          </ac:inkMkLst>
        </pc:inkChg>
        <pc:inkChg chg="add">
          <ac:chgData name="Pete Dowty" userId="91aba14b6835b0ae" providerId="LiveId" clId="{19439AC1-6599-4CEB-9020-36158C74069D}" dt="2026-05-26T04:26:00.859" v="74"/>
          <ac:inkMkLst>
            <pc:docMk/>
            <pc:sldMk cId="1516653873" sldId="293"/>
            <ac:inkMk id="79" creationId="{61CA9F92-377E-9AF2-8392-A73C39A63489}"/>
          </ac:inkMkLst>
        </pc:inkChg>
        <pc:inkChg chg="add">
          <ac:chgData name="Pete Dowty" userId="91aba14b6835b0ae" providerId="LiveId" clId="{19439AC1-6599-4CEB-9020-36158C74069D}" dt="2026-05-26T04:26:01.310" v="75"/>
          <ac:inkMkLst>
            <pc:docMk/>
            <pc:sldMk cId="1516653873" sldId="293"/>
            <ac:inkMk id="80" creationId="{94390D1F-E962-F7A6-C07F-F8ADF7A588C2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1" creationId="{B1F86FC4-A02C-FD21-8A96-F15477F501C1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2" creationId="{AAF1AFEB-6825-13EA-60DC-2E7BD4C1EE43}"/>
          </ac:inkMkLst>
        </pc:inkChg>
        <pc:inkChg chg="add">
          <ac:chgData name="Pete Dowty" userId="91aba14b6835b0ae" providerId="LiveId" clId="{19439AC1-6599-4CEB-9020-36158C74069D}" dt="2026-05-26T04:26:02.844" v="78"/>
          <ac:inkMkLst>
            <pc:docMk/>
            <pc:sldMk cId="1516653873" sldId="293"/>
            <ac:inkMk id="83" creationId="{FD372636-EA19-043E-8494-3A6585675C19}"/>
          </ac:inkMkLst>
        </pc:inkChg>
        <pc:inkChg chg="add">
          <ac:chgData name="Pete Dowty" userId="91aba14b6835b0ae" providerId="LiveId" clId="{19439AC1-6599-4CEB-9020-36158C74069D}" dt="2026-05-26T04:26:03.124" v="79"/>
          <ac:inkMkLst>
            <pc:docMk/>
            <pc:sldMk cId="1516653873" sldId="293"/>
            <ac:inkMk id="84" creationId="{27CBAEE0-B02B-99F3-E243-8DE2D73DAE28}"/>
          </ac:inkMkLst>
        </pc:inkChg>
        <pc:inkChg chg="add">
          <ac:chgData name="Pete Dowty" userId="91aba14b6835b0ae" providerId="LiveId" clId="{19439AC1-6599-4CEB-9020-36158C74069D}" dt="2026-05-26T04:26:03.958" v="80"/>
          <ac:inkMkLst>
            <pc:docMk/>
            <pc:sldMk cId="1516653873" sldId="293"/>
            <ac:inkMk id="85" creationId="{D27822CF-FCF0-5288-7AF8-4F8175ECC1FC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6" creationId="{0C1DD2D9-3453-982B-1671-36F80FB3E594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del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89" creationId="{5471FD47-909F-88C7-4569-BBC7E9D50A6D}"/>
          </ac:inkMkLst>
        </pc:inkChg>
        <pc:inkChg chg="add del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0" creationId="{6BBA5798-3A9F-4042-EABF-C2CC13CB54B3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2" creationId="{9941395B-9B04-DA4D-C375-FACC4FEE01E9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3" creationId="{2F23F078-A60C-950A-0B3A-565631F8FCBA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4" creationId="{5A6657E0-1B51-DCD4-F033-7E16212ABC3B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5" creationId="{D3B9639A-2495-E30A-2005-B90658407C97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6" creationId="{DDC59D59-1642-1ED0-81F8-7FAFED17F60E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7" creationId="{00400D2D-B74D-E0D4-0B0B-2BB52EB34EA2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8" creationId="{78E6A617-0776-BB73-0F53-F6E5A557BA20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9" creationId="{92B9655B-00AE-9622-B6BB-E09966F07305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del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1" creationId="{529BE97A-7A70-7E24-F997-B9E01C3B6E8A}"/>
          </ac:inkMkLst>
        </pc:inkChg>
        <pc:inkChg chg="add del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2" creationId="{808E1E89-2B09-34A9-F8A8-ACF30CE4762A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">
          <ac:chgData name="Pete Dowty" userId="91aba14b6835b0ae" providerId="LiveId" clId="{19439AC1-6599-4CEB-9020-36158C74069D}" dt="2026-05-26T04:27:37.786" v="103"/>
          <ac:inkMkLst>
            <pc:docMk/>
            <pc:sldMk cId="1516653873" sldId="293"/>
            <ac:inkMk id="111" creationId="{4F293A9E-5C8B-1EA0-DC1B-EF5D537E474E}"/>
          </ac:inkMkLst>
        </pc:inkChg>
        <pc:inkChg chg="add">
          <ac:chgData name="Pete Dowty" userId="91aba14b6835b0ae" providerId="LiveId" clId="{19439AC1-6599-4CEB-9020-36158C74069D}" dt="2026-05-26T04:27:38.001" v="104"/>
          <ac:inkMkLst>
            <pc:docMk/>
            <pc:sldMk cId="1516653873" sldId="293"/>
            <ac:inkMk id="112" creationId="{E476D404-21D7-D2BF-0996-E3E627A86A99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13" creationId="{59B2F78C-D1CB-2FD7-3E44-2AD459A17AF5}"/>
          </ac:inkMkLst>
        </pc:inkChg>
        <pc:inkChg chg="add">
          <ac:chgData name="Pete Dowty" userId="91aba14b6835b0ae" providerId="LiveId" clId="{19439AC1-6599-4CEB-9020-36158C74069D}" dt="2026-05-26T04:27:39.184" v="106"/>
          <ac:inkMkLst>
            <pc:docMk/>
            <pc:sldMk cId="1516653873" sldId="293"/>
            <ac:inkMk id="114" creationId="{2EFE83CC-DB0E-A60E-12BD-0ECF0349F8EF}"/>
          </ac:inkMkLst>
        </pc:inkChg>
        <pc:inkChg chg="add">
          <ac:chgData name="Pete Dowty" userId="91aba14b6835b0ae" providerId="LiveId" clId="{19439AC1-6599-4CEB-9020-36158C74069D}" dt="2026-05-26T04:27:39.755" v="107"/>
          <ac:inkMkLst>
            <pc:docMk/>
            <pc:sldMk cId="1516653873" sldId="293"/>
            <ac:inkMk id="115" creationId="{0AA933A6-39C6-6916-71D2-B7776477604E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16" creationId="{71021EC0-DB9C-6A2F-43E0-A5098C93743A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17" creationId="{10384E2A-A335-3CE3-92BF-57398315FD87}"/>
          </ac:inkMkLst>
        </pc:inkChg>
        <pc:inkChg chg="add">
          <ac:chgData name="Pete Dowty" userId="91aba14b6835b0ae" providerId="LiveId" clId="{19439AC1-6599-4CEB-9020-36158C74069D}" dt="2026-05-26T04:27:40.734" v="110"/>
          <ac:inkMkLst>
            <pc:docMk/>
            <pc:sldMk cId="1516653873" sldId="293"/>
            <ac:inkMk id="118" creationId="{91EDDBA2-8DA9-3661-0388-8BF4A826774D}"/>
          </ac:inkMkLst>
        </pc:inkChg>
        <pc:inkChg chg="add">
          <ac:chgData name="Pete Dowty" userId="91aba14b6835b0ae" providerId="LiveId" clId="{19439AC1-6599-4CEB-9020-36158C74069D}" dt="2026-05-26T04:27:41.575" v="111"/>
          <ac:inkMkLst>
            <pc:docMk/>
            <pc:sldMk cId="1516653873" sldId="293"/>
            <ac:inkMk id="119" creationId="{F5A8C087-8032-A9BF-5C7F-280B55DA7337}"/>
          </ac:inkMkLst>
        </pc:inkChg>
        <pc:inkChg chg="add">
          <ac:chgData name="Pete Dowty" userId="91aba14b6835b0ae" providerId="LiveId" clId="{19439AC1-6599-4CEB-9020-36158C74069D}" dt="2026-05-26T04:27:41.886" v="112"/>
          <ac:inkMkLst>
            <pc:docMk/>
            <pc:sldMk cId="1516653873" sldId="293"/>
            <ac:inkMk id="120" creationId="{4E67C4EF-496B-B97F-45FD-3373C5F4D7BE}"/>
          </ac:inkMkLst>
        </pc:inkChg>
        <pc:inkChg chg="add">
          <ac:chgData name="Pete Dowty" userId="91aba14b6835b0ae" providerId="LiveId" clId="{19439AC1-6599-4CEB-9020-36158C74069D}" dt="2026-05-26T04:27:42.186" v="113"/>
          <ac:inkMkLst>
            <pc:docMk/>
            <pc:sldMk cId="1516653873" sldId="293"/>
            <ac:inkMk id="121" creationId="{6FE6305C-78F2-9E20-6614-797F7677AEF0}"/>
          </ac:inkMkLst>
        </pc:inkChg>
        <pc:inkChg chg="add">
          <ac:chgData name="Pete Dowty" userId="91aba14b6835b0ae" providerId="LiveId" clId="{19439AC1-6599-4CEB-9020-36158C74069D}" dt="2026-05-26T04:27:43.267" v="114"/>
          <ac:inkMkLst>
            <pc:docMk/>
            <pc:sldMk cId="1516653873" sldId="293"/>
            <ac:inkMk id="122" creationId="{DB07D04C-636A-D513-D457-03A77BCF282A}"/>
          </ac:inkMkLst>
        </pc:inkChg>
        <pc:inkChg chg="add">
          <ac:chgData name="Pete Dowty" userId="91aba14b6835b0ae" providerId="LiveId" clId="{19439AC1-6599-4CEB-9020-36158C74069D}" dt="2026-05-26T04:27:44.068" v="115"/>
          <ac:inkMkLst>
            <pc:docMk/>
            <pc:sldMk cId="1516653873" sldId="293"/>
            <ac:inkMk id="123" creationId="{3BD533B5-2E1A-6462-DE18-FC76F01C4723}"/>
          </ac:inkMkLst>
        </pc:inkChg>
        <pc:inkChg chg="add">
          <ac:chgData name="Pete Dowty" userId="91aba14b6835b0ae" providerId="LiveId" clId="{19439AC1-6599-4CEB-9020-36158C74069D}" dt="2026-05-26T04:27:44.467" v="116"/>
          <ac:inkMkLst>
            <pc:docMk/>
            <pc:sldMk cId="1516653873" sldId="293"/>
            <ac:inkMk id="124" creationId="{F273F82A-07A0-E44E-CD5A-6918A5B80909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25" creationId="{F0340DE9-F528-E7E4-F0CC-94438FC6CCC4}"/>
          </ac:inkMkLst>
        </pc:inkChg>
        <pc:inkChg chg="add">
          <ac:chgData name="Pete Dowty" userId="91aba14b6835b0ae" providerId="LiveId" clId="{19439AC1-6599-4CEB-9020-36158C74069D}" dt="2026-05-26T04:27:45.001" v="118"/>
          <ac:inkMkLst>
            <pc:docMk/>
            <pc:sldMk cId="1516653873" sldId="293"/>
            <ac:inkMk id="126" creationId="{C776616F-3893-7492-5B87-C493A882E1E9}"/>
          </ac:inkMkLst>
        </pc:inkChg>
        <pc:inkChg chg="add">
          <ac:chgData name="Pete Dowty" userId="91aba14b6835b0ae" providerId="LiveId" clId="{19439AC1-6599-4CEB-9020-36158C74069D}" dt="2026-05-26T04:27:45.216" v="119"/>
          <ac:inkMkLst>
            <pc:docMk/>
            <pc:sldMk cId="1516653873" sldId="293"/>
            <ac:inkMk id="127" creationId="{FB6985BB-F068-6F4B-A0EB-C269FD5B7637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28" creationId="{B856D8C5-617D-2217-CB9C-CCAF87DE6D8C}"/>
          </ac:inkMkLst>
        </pc:inkChg>
        <pc:inkChg chg="add">
          <ac:chgData name="Pete Dowty" userId="91aba14b6835b0ae" providerId="LiveId" clId="{19439AC1-6599-4CEB-9020-36158C74069D}" dt="2026-05-26T04:27:45.834" v="121"/>
          <ac:inkMkLst>
            <pc:docMk/>
            <pc:sldMk cId="1516653873" sldId="293"/>
            <ac:inkMk id="129" creationId="{CE080AD4-C16B-1D2C-DD40-536023E57EE2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30" creationId="{20C07083-0DDD-0F71-7B48-770E7E6D1E16}"/>
          </ac:inkMkLst>
        </pc:inkChg>
        <pc:inkChg chg="add">
          <ac:chgData name="Pete Dowty" userId="91aba14b6835b0ae" providerId="LiveId" clId="{19439AC1-6599-4CEB-9020-36158C74069D}" dt="2026-05-26T04:27:46.852" v="123"/>
          <ac:inkMkLst>
            <pc:docMk/>
            <pc:sldMk cId="1516653873" sldId="293"/>
            <ac:inkMk id="131" creationId="{B46D03C0-1987-1F64-4B7F-223E37D241BC}"/>
          </ac:inkMkLst>
        </pc:inkChg>
        <pc:inkChg chg="add">
          <ac:chgData name="Pete Dowty" userId="91aba14b6835b0ae" providerId="LiveId" clId="{19439AC1-6599-4CEB-9020-36158C74069D}" dt="2026-05-26T04:27:47.533" v="124"/>
          <ac:inkMkLst>
            <pc:docMk/>
            <pc:sldMk cId="1516653873" sldId="293"/>
            <ac:inkMk id="132" creationId="{FD613B78-03EC-FC62-4C3C-518E865C924B}"/>
          </ac:inkMkLst>
        </pc:inkChg>
        <pc:inkChg chg="add">
          <ac:chgData name="Pete Dowty" userId="91aba14b6835b0ae" providerId="LiveId" clId="{19439AC1-6599-4CEB-9020-36158C74069D}" dt="2026-05-26T04:27:47.784" v="125"/>
          <ac:inkMkLst>
            <pc:docMk/>
            <pc:sldMk cId="1516653873" sldId="293"/>
            <ac:inkMk id="133" creationId="{5E80FA25-687C-B666-FF6F-363FDB308E58}"/>
          </ac:inkMkLst>
        </pc:inkChg>
        <pc:inkChg chg="add">
          <ac:chgData name="Pete Dowty" userId="91aba14b6835b0ae" providerId="LiveId" clId="{19439AC1-6599-4CEB-9020-36158C74069D}" dt="2026-05-26T04:27:48.130" v="126"/>
          <ac:inkMkLst>
            <pc:docMk/>
            <pc:sldMk cId="1516653873" sldId="293"/>
            <ac:inkMk id="134" creationId="{EDFFE591-D14B-1311-294C-6E77BB4A9306}"/>
          </ac:inkMkLst>
        </pc:inkChg>
        <pc:inkChg chg="add">
          <ac:chgData name="Pete Dowty" userId="91aba14b6835b0ae" providerId="LiveId" clId="{19439AC1-6599-4CEB-9020-36158C74069D}" dt="2026-05-26T04:27:48.413" v="127"/>
          <ac:inkMkLst>
            <pc:docMk/>
            <pc:sldMk cId="1516653873" sldId="293"/>
            <ac:inkMk id="135" creationId="{EE21F543-4FB6-E3EE-E73C-142AE5754188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36" creationId="{AA1CBA3D-EA19-304D-8873-13D18BD872C8}"/>
          </ac:inkMkLst>
        </pc:inkChg>
        <pc:inkChg chg="add">
          <ac:chgData name="Pete Dowty" userId="91aba14b6835b0ae" providerId="LiveId" clId="{19439AC1-6599-4CEB-9020-36158C74069D}" dt="2026-05-26T04:27:49.063" v="129"/>
          <ac:inkMkLst>
            <pc:docMk/>
            <pc:sldMk cId="1516653873" sldId="293"/>
            <ac:inkMk id="137" creationId="{B0F3309A-2C8C-01D0-3C5F-2DB81813600C}"/>
          </ac:inkMkLst>
        </pc:inkChg>
        <pc:inkChg chg="add">
          <ac:chgData name="Pete Dowty" userId="91aba14b6835b0ae" providerId="LiveId" clId="{19439AC1-6599-4CEB-9020-36158C74069D}" dt="2026-05-26T04:27:49.401" v="130"/>
          <ac:inkMkLst>
            <pc:docMk/>
            <pc:sldMk cId="1516653873" sldId="293"/>
            <ac:inkMk id="138" creationId="{814290FF-C0E4-71B9-454E-F1E89BAB2EF4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39" creationId="{59EEF7AD-7521-327C-17F4-39EB12592683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del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4" creationId="{A5282AA4-B90A-78A2-3E73-90C347FF08CA}"/>
          </ac:inkMkLst>
        </pc:inkChg>
        <pc:inkChg chg="add del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5" creationId="{448FC0D0-60CF-DBCB-1FBB-BDDB492AEFCE}"/>
          </ac:inkMkLst>
        </pc:inkChg>
        <pc:inkChg chg="add del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6" creationId="{CCF683C5-022E-38B7-239E-1D2E678BA0B7}"/>
          </ac:inkMkLst>
        </pc:inkChg>
        <pc:inkChg chg="add del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7" creationId="{F3D27506-0304-CD31-0CB3-7E668EB90AAC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">
          <ac:chgData name="Pete Dowty" userId="91aba14b6835b0ae" providerId="LiveId" clId="{19439AC1-6599-4CEB-9020-36158C74069D}" dt="2026-05-26T04:30:28.652" v="138"/>
          <ac:inkMkLst>
            <pc:docMk/>
            <pc:sldMk cId="1516653873" sldId="293"/>
            <ac:inkMk id="149" creationId="{13280FF5-9BBD-079F-C322-89AC215A1381}"/>
          </ac:inkMkLst>
        </pc:inkChg>
        <pc:inkChg chg="add">
          <ac:chgData name="Pete Dowty" userId="91aba14b6835b0ae" providerId="LiveId" clId="{19439AC1-6599-4CEB-9020-36158C74069D}" dt="2026-05-26T04:30:28.956" v="139"/>
          <ac:inkMkLst>
            <pc:docMk/>
            <pc:sldMk cId="1516653873" sldId="293"/>
            <ac:inkMk id="150" creationId="{B1E64D60-FAA7-2F18-7944-7B2BF25B8288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1" creationId="{EE6DDEF9-15F2-5DF7-03B3-20152F530EF7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2" creationId="{DAB203E5-0935-6E26-4EDA-E8AF1CE1CECB}"/>
          </ac:inkMkLst>
        </pc:inkChg>
        <pc:inkChg chg="add">
          <ac:chgData name="Pete Dowty" userId="91aba14b6835b0ae" providerId="LiveId" clId="{19439AC1-6599-4CEB-9020-36158C74069D}" dt="2026-05-26T04:30:30.355" v="142"/>
          <ac:inkMkLst>
            <pc:docMk/>
            <pc:sldMk cId="1516653873" sldId="293"/>
            <ac:inkMk id="153" creationId="{2829AB09-D958-10B8-D11C-6BAA29203DB1}"/>
          </ac:inkMkLst>
        </pc:inkChg>
        <pc:inkChg chg="add">
          <ac:chgData name="Pete Dowty" userId="91aba14b6835b0ae" providerId="LiveId" clId="{19439AC1-6599-4CEB-9020-36158C74069D}" dt="2026-05-26T04:30:30.705" v="143"/>
          <ac:inkMkLst>
            <pc:docMk/>
            <pc:sldMk cId="1516653873" sldId="293"/>
            <ac:inkMk id="154" creationId="{6D9EA546-AAF8-8641-2D37-5B6C7C6DA9E8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5" creationId="{F3ED37EC-83BE-FF57-C942-DA22AC316918}"/>
          </ac:inkMkLst>
        </pc:inkChg>
        <pc:inkChg chg="add">
          <ac:chgData name="Pete Dowty" userId="91aba14b6835b0ae" providerId="LiveId" clId="{19439AC1-6599-4CEB-9020-36158C74069D}" dt="2026-05-26T04:30:31.454" v="145"/>
          <ac:inkMkLst>
            <pc:docMk/>
            <pc:sldMk cId="1516653873" sldId="293"/>
            <ac:inkMk id="156" creationId="{B4A47ED0-85D4-A537-2D7A-03030AEE8AA6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7" creationId="{6EEC263E-A8BB-88D9-D861-DD087D90DBD8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8" creationId="{E9FF4FED-ACD6-2FAC-58F4-60AD2FD9808E}"/>
          </ac:inkMkLst>
        </pc:inkChg>
        <pc:inkChg chg="add">
          <ac:chgData name="Pete Dowty" userId="91aba14b6835b0ae" providerId="LiveId" clId="{19439AC1-6599-4CEB-9020-36158C74069D}" dt="2026-05-26T04:30:32.136" v="148"/>
          <ac:inkMkLst>
            <pc:docMk/>
            <pc:sldMk cId="1516653873" sldId="293"/>
            <ac:inkMk id="159" creationId="{FD25EFDD-68E6-293A-E154-E2EB201C2387}"/>
          </ac:inkMkLst>
        </pc:inkChg>
        <pc:inkChg chg="add">
          <ac:chgData name="Pete Dowty" userId="91aba14b6835b0ae" providerId="LiveId" clId="{19439AC1-6599-4CEB-9020-36158C74069D}" dt="2026-05-26T04:30:32.369" v="149"/>
          <ac:inkMkLst>
            <pc:docMk/>
            <pc:sldMk cId="1516653873" sldId="293"/>
            <ac:inkMk id="160" creationId="{8FEA9720-340D-7ADF-BC24-9D7A39138EEE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1" creationId="{13311A96-925A-D97C-35BB-024F5778894E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2" creationId="{D9441CB6-09B3-7382-AC8D-9A169EBA5DD2}"/>
          </ac:inkMkLst>
        </pc:inkChg>
        <pc:inkChg chg="add">
          <ac:chgData name="Pete Dowty" userId="91aba14b6835b0ae" providerId="LiveId" clId="{19439AC1-6599-4CEB-9020-36158C74069D}" dt="2026-05-26T04:30:33.071" v="152"/>
          <ac:inkMkLst>
            <pc:docMk/>
            <pc:sldMk cId="1516653873" sldId="293"/>
            <ac:inkMk id="163" creationId="{A2EC2D76-46B6-30FF-8BB6-BEE1309FE1A5}"/>
          </ac:inkMkLst>
        </pc:inkChg>
        <pc:inkChg chg="add">
          <ac:chgData name="Pete Dowty" userId="91aba14b6835b0ae" providerId="LiveId" clId="{19439AC1-6599-4CEB-9020-36158C74069D}" dt="2026-05-26T04:30:34.056" v="153"/>
          <ac:inkMkLst>
            <pc:docMk/>
            <pc:sldMk cId="1516653873" sldId="293"/>
            <ac:inkMk id="164" creationId="{DB627565-4234-F53C-6E97-751A8CDE8581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5" creationId="{2F1009BE-078E-FB87-B861-DED0117F2AB5}"/>
          </ac:inkMkLst>
        </pc:inkChg>
        <pc:inkChg chg="add">
          <ac:chgData name="Pete Dowty" userId="91aba14b6835b0ae" providerId="LiveId" clId="{19439AC1-6599-4CEB-9020-36158C74069D}" dt="2026-05-26T04:30:34.806" v="155"/>
          <ac:inkMkLst>
            <pc:docMk/>
            <pc:sldMk cId="1516653873" sldId="293"/>
            <ac:inkMk id="166" creationId="{6ED1E23A-6635-D0AE-C285-A9676E44C9D7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7" creationId="{303A3222-BBFB-374C-F100-70DCC9590C8A}"/>
          </ac:inkMkLst>
        </pc:inkChg>
        <pc:inkChg chg="add">
          <ac:chgData name="Pete Dowty" userId="91aba14b6835b0ae" providerId="LiveId" clId="{19439AC1-6599-4CEB-9020-36158C74069D}" dt="2026-05-26T04:30:35.235" v="157"/>
          <ac:inkMkLst>
            <pc:docMk/>
            <pc:sldMk cId="1516653873" sldId="293"/>
            <ac:inkMk id="168" creationId="{40C78ED0-4068-B610-736F-01481BD3DE31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del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1" creationId="{0018BC5D-7BA6-60BC-86B8-1798ED8602BC}"/>
          </ac:inkMkLst>
        </pc:inkChg>
        <pc:inkChg chg="add del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2" creationId="{550594FF-0A97-1F3B-0D49-15212BA1FA3F}"/>
          </ac:inkMkLst>
        </pc:inkChg>
        <pc:inkChg chg="add del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3" creationId="{65848D4E-F80F-0EBC-6EBF-16DEE510DA45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del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5" creationId="{EB4BAC59-B5DD-7EEC-F4B1-2FCF4C084EC6}"/>
          </ac:inkMkLst>
        </pc:inkChg>
        <pc:inkChg chg="add del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6" creationId="{48817CE9-6D1D-3005-24B2-67FD416DC392}"/>
          </ac:inkMkLst>
        </pc:inkChg>
        <pc:inkChg chg="add del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7" creationId="{0C37AEEB-D498-0FB6-FC2C-F3612A51333D}"/>
          </ac:inkMkLst>
        </pc:inkChg>
        <pc:inkChg chg="add del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8" creationId="{A1C2A027-F95C-3D53-7836-016EE1383D8C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">
          <ac:chgData name="Pete Dowty" userId="91aba14b6835b0ae" providerId="LiveId" clId="{19439AC1-6599-4CEB-9020-36158C74069D}" dt="2026-05-26T04:31:18.314" v="168"/>
          <ac:inkMkLst>
            <pc:docMk/>
            <pc:sldMk cId="1516653873" sldId="293"/>
            <ac:inkMk id="180" creationId="{5849F22E-C7CE-04CB-919D-736E82A4ED35}"/>
          </ac:inkMkLst>
        </pc:inkChg>
        <pc:inkChg chg="add">
          <ac:chgData name="Pete Dowty" userId="91aba14b6835b0ae" providerId="LiveId" clId="{19439AC1-6599-4CEB-9020-36158C74069D}" dt="2026-05-26T04:31:18.901" v="169"/>
          <ac:inkMkLst>
            <pc:docMk/>
            <pc:sldMk cId="1516653873" sldId="293"/>
            <ac:inkMk id="181" creationId="{FAEF0065-15D5-41CA-D7F2-C9BF975591E6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82" creationId="{09CCD27F-EC3F-96A3-D277-F93EB94B4A71}"/>
          </ac:inkMkLst>
        </pc:inkChg>
        <pc:inkChg chg="add">
          <ac:chgData name="Pete Dowty" userId="91aba14b6835b0ae" providerId="LiveId" clId="{19439AC1-6599-4CEB-9020-36158C74069D}" dt="2026-05-26T04:31:19.414" v="171"/>
          <ac:inkMkLst>
            <pc:docMk/>
            <pc:sldMk cId="1516653873" sldId="293"/>
            <ac:inkMk id="183" creationId="{36A211BC-7B04-A920-35F0-8786A11A3FC7}"/>
          </ac:inkMkLst>
        </pc:inkChg>
        <pc:inkChg chg="add">
          <ac:chgData name="Pete Dowty" userId="91aba14b6835b0ae" providerId="LiveId" clId="{19439AC1-6599-4CEB-9020-36158C74069D}" dt="2026-05-26T04:31:19.901" v="172"/>
          <ac:inkMkLst>
            <pc:docMk/>
            <pc:sldMk cId="1516653873" sldId="293"/>
            <ac:inkMk id="184" creationId="{5270C515-BB13-0ECD-9CF4-10D71DE5D43F}"/>
          </ac:inkMkLst>
        </pc:inkChg>
        <pc:inkChg chg="add">
          <ac:chgData name="Pete Dowty" userId="91aba14b6835b0ae" providerId="LiveId" clId="{19439AC1-6599-4CEB-9020-36158C74069D}" dt="2026-05-26T04:31:20.217" v="173"/>
          <ac:inkMkLst>
            <pc:docMk/>
            <pc:sldMk cId="1516653873" sldId="293"/>
            <ac:inkMk id="185" creationId="{DCEA59C4-0EDE-A36D-8C52-EDEF13CDECE1}"/>
          </ac:inkMkLst>
        </pc:inkChg>
        <pc:inkChg chg="add">
          <ac:chgData name="Pete Dowty" userId="91aba14b6835b0ae" providerId="LiveId" clId="{19439AC1-6599-4CEB-9020-36158C74069D}" dt="2026-05-26T04:31:20.801" v="174"/>
          <ac:inkMkLst>
            <pc:docMk/>
            <pc:sldMk cId="1516653873" sldId="293"/>
            <ac:inkMk id="186" creationId="{D591684D-8607-4F28-2E4F-0C384137388B}"/>
          </ac:inkMkLst>
        </pc:inkChg>
        <pc:inkChg chg="add">
          <ac:chgData name="Pete Dowty" userId="91aba14b6835b0ae" providerId="LiveId" clId="{19439AC1-6599-4CEB-9020-36158C74069D}" dt="2026-05-26T04:31:21.032" v="175"/>
          <ac:inkMkLst>
            <pc:docMk/>
            <pc:sldMk cId="1516653873" sldId="293"/>
            <ac:inkMk id="187" creationId="{947D2B9C-DC29-4E92-2B25-B989F6CD0412}"/>
          </ac:inkMkLst>
        </pc:inkChg>
        <pc:inkChg chg="add">
          <ac:chgData name="Pete Dowty" userId="91aba14b6835b0ae" providerId="LiveId" clId="{19439AC1-6599-4CEB-9020-36158C74069D}" dt="2026-05-26T04:31:21.336" v="176"/>
          <ac:inkMkLst>
            <pc:docMk/>
            <pc:sldMk cId="1516653873" sldId="293"/>
            <ac:inkMk id="188" creationId="{ECB3FB58-B1C0-CE61-FA23-4B0A1A6F9BDB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89" creationId="{1B36A57D-598E-D765-2BAE-50A2FDDF84ED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0" creationId="{C58EF3BD-120A-6A53-BBBD-BA5EA7697125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1" creationId="{D1EAD9D9-98F6-5217-F288-3A3616C42F5A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2" creationId="{DDE20D62-0003-35D2-0CA9-9D44128B866F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3" creationId="{CBD6C467-F82C-9C37-96EF-1CD969B9ACC4}"/>
          </ac:inkMkLst>
        </pc:inkChg>
        <pc:inkChg chg="add">
          <ac:chgData name="Pete Dowty" userId="91aba14b6835b0ae" providerId="LiveId" clId="{19439AC1-6599-4CEB-9020-36158C74069D}" dt="2026-05-26T04:31:24.817" v="182"/>
          <ac:inkMkLst>
            <pc:docMk/>
            <pc:sldMk cId="1516653873" sldId="293"/>
            <ac:inkMk id="194" creationId="{A193622B-2F92-77FF-23EE-E2367B9878DA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5" creationId="{18377C28-B13D-BDF9-73B4-F17C5A8C95AD}"/>
          </ac:inkMkLst>
        </pc:inkChg>
        <pc:inkChg chg="add">
          <ac:chgData name="Pete Dowty" userId="91aba14b6835b0ae" providerId="LiveId" clId="{19439AC1-6599-4CEB-9020-36158C74069D}" dt="2026-05-26T04:31:25.301" v="184"/>
          <ac:inkMkLst>
            <pc:docMk/>
            <pc:sldMk cId="1516653873" sldId="293"/>
            <ac:inkMk id="196" creationId="{0294F273-E223-31D3-3526-A84B5C85EB02}"/>
          </ac:inkMkLst>
        </pc:inkChg>
        <pc:inkChg chg="add">
          <ac:chgData name="Pete Dowty" userId="91aba14b6835b0ae" providerId="LiveId" clId="{19439AC1-6599-4CEB-9020-36158C74069D}" dt="2026-05-26T04:31:25.650" v="185"/>
          <ac:inkMkLst>
            <pc:docMk/>
            <pc:sldMk cId="1516653873" sldId="293"/>
            <ac:inkMk id="197" creationId="{C1C9AC28-3006-DB60-4492-BE974B3510E7}"/>
          </ac:inkMkLst>
        </pc:inkChg>
        <pc:inkChg chg="add">
          <ac:chgData name="Pete Dowty" userId="91aba14b6835b0ae" providerId="LiveId" clId="{19439AC1-6599-4CEB-9020-36158C74069D}" dt="2026-05-26T04:31:26.234" v="186"/>
          <ac:inkMkLst>
            <pc:docMk/>
            <pc:sldMk cId="1516653873" sldId="293"/>
            <ac:inkMk id="198" creationId="{3763C198-2DDC-3543-CE04-31BC889F85E4}"/>
          </ac:inkMkLst>
        </pc:inkChg>
        <pc:inkChg chg="add">
          <ac:chgData name="Pete Dowty" userId="91aba14b6835b0ae" providerId="LiveId" clId="{19439AC1-6599-4CEB-9020-36158C74069D}" dt="2026-05-26T04:31:26.430" v="187"/>
          <ac:inkMkLst>
            <pc:docMk/>
            <pc:sldMk cId="1516653873" sldId="293"/>
            <ac:inkMk id="199" creationId="{0B0E2F7D-6DDD-1400-CF08-61154DCDC2D1}"/>
          </ac:inkMkLst>
        </pc:inkChg>
        <pc:inkChg chg="add">
          <ac:chgData name="Pete Dowty" userId="91aba14b6835b0ae" providerId="LiveId" clId="{19439AC1-6599-4CEB-9020-36158C74069D}" dt="2026-05-26T04:31:26.613" v="188"/>
          <ac:inkMkLst>
            <pc:docMk/>
            <pc:sldMk cId="1516653873" sldId="293"/>
            <ac:inkMk id="200" creationId="{96A8D4E1-3D9A-D257-D9D6-EB0862F48A7C}"/>
          </ac:inkMkLst>
        </pc:inkChg>
        <pc:inkChg chg="add">
          <ac:chgData name="Pete Dowty" userId="91aba14b6835b0ae" providerId="LiveId" clId="{19439AC1-6599-4CEB-9020-36158C74069D}" dt="2026-05-26T04:31:26.796" v="189"/>
          <ac:inkMkLst>
            <pc:docMk/>
            <pc:sldMk cId="1516653873" sldId="293"/>
            <ac:inkMk id="201" creationId="{856D0FFF-9BA3-4D24-C571-69A5D6F9CE76}"/>
          </ac:inkMkLst>
        </pc:inkChg>
        <pc:inkChg chg="add">
          <ac:chgData name="Pete Dowty" userId="91aba14b6835b0ae" providerId="LiveId" clId="{19439AC1-6599-4CEB-9020-36158C74069D}" dt="2026-05-26T04:31:27.381" v="190"/>
          <ac:inkMkLst>
            <pc:docMk/>
            <pc:sldMk cId="1516653873" sldId="293"/>
            <ac:inkMk id="202" creationId="{1AE6FEC6-7D19-F99F-C61F-A8342AD74EB1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3" creationId="{6976EE08-477A-2D3F-5C66-B4EDD0F6B6EA}"/>
          </ac:inkMkLst>
        </pc:inkChg>
        <pc:inkChg chg="add">
          <ac:chgData name="Pete Dowty" userId="91aba14b6835b0ae" providerId="LiveId" clId="{19439AC1-6599-4CEB-9020-36158C74069D}" dt="2026-05-26T04:31:28.763" v="192"/>
          <ac:inkMkLst>
            <pc:docMk/>
            <pc:sldMk cId="1516653873" sldId="293"/>
            <ac:inkMk id="204" creationId="{CBD91E5A-1F1F-F13B-3955-9BDF1003593B}"/>
          </ac:inkMkLst>
        </pc:inkChg>
        <pc:inkChg chg="add">
          <ac:chgData name="Pete Dowty" userId="91aba14b6835b0ae" providerId="LiveId" clId="{19439AC1-6599-4CEB-9020-36158C74069D}" dt="2026-05-26T04:31:29.213" v="193"/>
          <ac:inkMkLst>
            <pc:docMk/>
            <pc:sldMk cId="1516653873" sldId="293"/>
            <ac:inkMk id="205" creationId="{70B51D34-4505-57E4-1558-6CCD37937D3D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6" creationId="{7BEFBD41-E3C1-643C-3CDB-66D24F2DAFBB}"/>
          </ac:inkMkLst>
        </pc:inkChg>
        <pc:inkChg chg="add">
          <ac:chgData name="Pete Dowty" userId="91aba14b6835b0ae" providerId="LiveId" clId="{19439AC1-6599-4CEB-9020-36158C74069D}" dt="2026-05-26T04:31:29.563" v="195"/>
          <ac:inkMkLst>
            <pc:docMk/>
            <pc:sldMk cId="1516653873" sldId="293"/>
            <ac:inkMk id="207" creationId="{F906EFDD-8CBD-AF31-CEF3-8FDD7B57CEF6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2" creationId="{E490B901-F42C-4C50-882A-BC09E762D007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3" creationId="{9AA7E12A-252B-3004-7298-8593178F8F6F}"/>
          </ac:inkMkLst>
        </pc:inkChg>
        <pc:inkChg chg="add">
          <ac:chgData name="Pete Dowty" userId="91aba14b6835b0ae" providerId="LiveId" clId="{19439AC1-6599-4CEB-9020-36158C74069D}" dt="2026-05-26T04:49:23.556" v="308"/>
          <ac:inkMkLst>
            <pc:docMk/>
            <pc:sldMk cId="1227621520" sldId="295"/>
            <ac:inkMk id="4" creationId="{B11716B5-CC82-FE6D-CC4F-46291EAC40E3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5" creationId="{24E608D6-FAA9-0DB5-9B2A-EB79206EF3B2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6" creationId="{A7AB7FCF-6AD3-F844-72E5-CCB694365CF4}"/>
          </ac:inkMkLst>
        </pc:inkChg>
        <pc:inkChg chg="add">
          <ac:chgData name="Pete Dowty" userId="91aba14b6835b0ae" providerId="LiveId" clId="{19439AC1-6599-4CEB-9020-36158C74069D}" dt="2026-05-26T04:49:24.675" v="311"/>
          <ac:inkMkLst>
            <pc:docMk/>
            <pc:sldMk cId="1227621520" sldId="295"/>
            <ac:inkMk id="7" creationId="{E3A3631A-2045-1FC6-5431-D58459B31F70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8" creationId="{249F1943-40EC-65C1-4DC7-188D6807B8C2}"/>
          </ac:inkMkLst>
        </pc:inkChg>
        <pc:inkChg chg="add">
          <ac:chgData name="Pete Dowty" userId="91aba14b6835b0ae" providerId="LiveId" clId="{19439AC1-6599-4CEB-9020-36158C74069D}" dt="2026-05-26T04:49:25.523" v="313"/>
          <ac:inkMkLst>
            <pc:docMk/>
            <pc:sldMk cId="1227621520" sldId="295"/>
            <ac:inkMk id="9" creationId="{E5918870-A9A1-3896-1372-B965AA829D58}"/>
          </ac:inkMkLst>
        </pc:inkChg>
        <pc:inkChg chg="add">
          <ac:chgData name="Pete Dowty" userId="91aba14b6835b0ae" providerId="LiveId" clId="{19439AC1-6599-4CEB-9020-36158C74069D}" dt="2026-05-26T04:49:25.790" v="314"/>
          <ac:inkMkLst>
            <pc:docMk/>
            <pc:sldMk cId="1227621520" sldId="295"/>
            <ac:inkMk id="10" creationId="{E5686450-7A6A-40E2-A13F-56460911D315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1" creationId="{799D4921-D023-EB51-8420-6A09516CE5D7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2" creationId="{3F1B4043-51C0-2582-BE1C-0A6FE39EDA40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3" creationId="{A0FA5802-F8CD-1B6F-4154-A78DED9A74D5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17" creationId="{BECBC375-C854-BECF-A0D9-DB162F57D23A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18" creationId="{1B4482CE-6AB8-9DD6-6CD1-54F8955B81D0}"/>
          </ac:inkMkLst>
        </pc:inkChg>
        <pc:inkChg chg="add">
          <ac:chgData name="Pete Dowty" userId="91aba14b6835b0ae" providerId="LiveId" clId="{19439AC1-6599-4CEB-9020-36158C74069D}" dt="2026-05-26T04:49:29.356" v="321"/>
          <ac:inkMkLst>
            <pc:docMk/>
            <pc:sldMk cId="1227621520" sldId="295"/>
            <ac:inkMk id="19" creationId="{D206A376-A54C-9CC3-508E-B6E0FA596A47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0" creationId="{0144A15E-3484-090F-F721-66B3E0E0C50B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1" creationId="{87B7F77E-AC88-36C3-8237-3397ED721072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2" creationId="{E4690852-4151-2F81-AE0D-5E38464C9CCC}"/>
          </ac:inkMkLst>
        </pc:inkChg>
        <pc:inkChg chg="add">
          <ac:chgData name="Pete Dowty" userId="91aba14b6835b0ae" providerId="LiveId" clId="{19439AC1-6599-4CEB-9020-36158C74069D}" dt="2026-05-26T04:49:31.688" v="325"/>
          <ac:inkMkLst>
            <pc:docMk/>
            <pc:sldMk cId="1227621520" sldId="295"/>
            <ac:inkMk id="23" creationId="{F3450D0A-E750-62DF-4C32-E67D822D1AAB}"/>
          </ac:inkMkLst>
        </pc:inkChg>
        <pc:inkChg chg="add">
          <ac:chgData name="Pete Dowty" userId="91aba14b6835b0ae" providerId="LiveId" clId="{19439AC1-6599-4CEB-9020-36158C74069D}" dt="2026-05-26T04:49:31.989" v="326"/>
          <ac:inkMkLst>
            <pc:docMk/>
            <pc:sldMk cId="1227621520" sldId="295"/>
            <ac:inkMk id="24" creationId="{CC5343A3-317F-BA50-EB99-B6DD4DE21E74}"/>
          </ac:inkMkLst>
        </pc:inkChg>
        <pc:inkChg chg="add">
          <ac:chgData name="Pete Dowty" userId="91aba14b6835b0ae" providerId="LiveId" clId="{19439AC1-6599-4CEB-9020-36158C74069D}" dt="2026-05-26T04:49:32.138" v="327"/>
          <ac:inkMkLst>
            <pc:docMk/>
            <pc:sldMk cId="1227621520" sldId="295"/>
            <ac:inkMk id="25" creationId="{BFC28DD0-1A44-0FC8-7835-9C58D0927E42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6" creationId="{D80738A5-C680-1E13-460E-C2D48F322159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7" creationId="{ECC4BCA0-3574-045D-DB9B-F0156485BB68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del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2" creationId="{E3FA98FD-B1A8-5EDF-279D-3BB1E0C1421E}"/>
          </ac:inkMkLst>
        </pc:inkChg>
        <pc:inkChg chg="add del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3" creationId="{28908D8A-016A-85E4-6F66-57AB26346ACC}"/>
          </ac:inkMkLst>
        </pc:inkChg>
        <pc:inkChg chg="add del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4" creationId="{B70E603B-7B64-42AE-4B21-D8D0A2CA8B6E}"/>
          </ac:inkMkLst>
        </pc:inkChg>
        <pc:inkChg chg="add del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5" creationId="{2BD0BDAF-4441-A00C-4318-18933C4B96FD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37" creationId="{84A54E96-D106-A4C1-3B95-C208DA51ABDB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38" creationId="{AF2B07A7-D0C6-7F33-626C-C68608064EB1}"/>
          </ac:inkMkLst>
        </pc:inkChg>
        <pc:inkChg chg="add">
          <ac:chgData name="Pete Dowty" userId="91aba14b6835b0ae" providerId="LiveId" clId="{19439AC1-6599-4CEB-9020-36158C74069D}" dt="2026-05-26T04:50:10.186" v="338"/>
          <ac:inkMkLst>
            <pc:docMk/>
            <pc:sldMk cId="1227621520" sldId="295"/>
            <ac:inkMk id="39" creationId="{BB390391-4F5B-F8C0-1C3B-7199614C2E6B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0" creationId="{7E4518E2-D34D-F9D2-BF9B-832D26241B40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1" creationId="{A6312311-A01F-F33C-8CB4-62EEA29B9F14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2" creationId="{A2354AEB-361A-A756-0915-E485A975F9D3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3" creationId="{01332BF5-6511-564D-F41A-FB2672CF615B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4" creationId="{0F0E942C-9AEF-CB08-2001-C7A86B5B2450}"/>
          </ac:inkMkLst>
        </pc:inkChg>
        <pc:inkChg chg="add">
          <ac:chgData name="Pete Dowty" userId="91aba14b6835b0ae" providerId="LiveId" clId="{19439AC1-6599-4CEB-9020-36158C74069D}" dt="2026-05-26T04:50:12.302" v="344"/>
          <ac:inkMkLst>
            <pc:docMk/>
            <pc:sldMk cId="1227621520" sldId="295"/>
            <ac:inkMk id="45" creationId="{4426A698-66A7-D322-BA59-2DF93428EC2A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6" creationId="{6CB62225-0C1E-6FC1-4B61-42BCFB1B72D7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7" creationId="{0087D55C-6406-942F-9B68-B105376DFDC0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49" creationId="{802C1C3A-CD4E-B63B-4A7D-E0D938A46854}"/>
          </ac:inkMkLst>
        </pc:inkChg>
        <pc:inkChg chg="add">
          <ac:chgData name="Pete Dowty" userId="91aba14b6835b0ae" providerId="LiveId" clId="{19439AC1-6599-4CEB-9020-36158C74069D}" dt="2026-05-26T04:50:14.318" v="349"/>
          <ac:inkMkLst>
            <pc:docMk/>
            <pc:sldMk cId="1227621520" sldId="295"/>
            <ac:inkMk id="50" creationId="{3DD17CE4-6589-EFFC-2014-FF8777534742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1" creationId="{EEC8CD0F-E45E-2923-2914-E88FE2D840BC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2" creationId="{AFB2788A-37B3-EA2C-9657-E8B9A7E2BBAE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3" creationId="{FFCFF305-74E6-6D44-8221-5B2CA6470CD4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4" creationId="{8EBA3E3C-5858-02AF-C394-35200E1B2E95}"/>
          </ac:inkMkLst>
        </pc:inkChg>
        <pc:inkChg chg="add">
          <ac:chgData name="Pete Dowty" userId="91aba14b6835b0ae" providerId="LiveId" clId="{19439AC1-6599-4CEB-9020-36158C74069D}" dt="2026-05-26T04:50:15.818" v="354"/>
          <ac:inkMkLst>
            <pc:docMk/>
            <pc:sldMk cId="1227621520" sldId="295"/>
            <ac:inkMk id="55" creationId="{2E919152-A827-A4A8-C804-360EC87FC396}"/>
          </ac:inkMkLst>
        </pc:inkChg>
        <pc:inkChg chg="add">
          <ac:chgData name="Pete Dowty" userId="91aba14b6835b0ae" providerId="LiveId" clId="{19439AC1-6599-4CEB-9020-36158C74069D}" dt="2026-05-26T04:50:16.135" v="355"/>
          <ac:inkMkLst>
            <pc:docMk/>
            <pc:sldMk cId="1227621520" sldId="295"/>
            <ac:inkMk id="56" creationId="{89A6E412-5F5F-8CAD-3172-E3C433DD3C7C}"/>
          </ac:inkMkLst>
        </pc:inkChg>
        <pc:inkChg chg="add">
          <ac:chgData name="Pete Dowty" userId="91aba14b6835b0ae" providerId="LiveId" clId="{19439AC1-6599-4CEB-9020-36158C74069D}" dt="2026-05-26T04:50:16.384" v="356"/>
          <ac:inkMkLst>
            <pc:docMk/>
            <pc:sldMk cId="1227621520" sldId="295"/>
            <ac:inkMk id="57" creationId="{49F8A9A3-9904-FE0B-02BA-102AD5DC98C0}"/>
          </ac:inkMkLst>
        </pc:inkChg>
        <pc:inkChg chg="add">
          <ac:chgData name="Pete Dowty" userId="91aba14b6835b0ae" providerId="LiveId" clId="{19439AC1-6599-4CEB-9020-36158C74069D}" dt="2026-05-26T04:50:16.765" v="357"/>
          <ac:inkMkLst>
            <pc:docMk/>
            <pc:sldMk cId="1227621520" sldId="295"/>
            <ac:inkMk id="58" creationId="{0FD79D60-5347-66F5-4384-AEE227EE4800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9" creationId="{C551833A-14B3-813C-6545-571262FFA2DA}"/>
          </ac:inkMkLst>
        </pc:inkChg>
        <pc:inkChg chg="add">
          <ac:chgData name="Pete Dowty" userId="91aba14b6835b0ae" providerId="LiveId" clId="{19439AC1-6599-4CEB-9020-36158C74069D}" dt="2026-05-26T04:50:17.380" v="359"/>
          <ac:inkMkLst>
            <pc:docMk/>
            <pc:sldMk cId="1227621520" sldId="295"/>
            <ac:inkMk id="60" creationId="{7A82CA78-FC24-D292-D228-C8E47298DA6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5" creationId="{C74FB800-FCBD-5ABC-1976-4E728F07D149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6" creationId="{CAB3BA83-638B-1492-BE2A-42AC6FAAFA20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7" creationId="{6DBACA55-5874-30D0-53E6-9FB1254FA107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8" creationId="{620382E1-D755-100E-6434-7047949030FD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9" creationId="{E96F4313-AE0D-7CF7-A104-FC4B1D882976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0" creationId="{209AED83-029A-3433-19C5-C67BB18B60CC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2" creationId="{42D0BF8C-AA47-4ECE-A136-BF28376B1764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3" creationId="{9129F23C-7368-C080-2F75-B74E4987A3D4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4" creationId="{A64B4CCA-6EB0-80E6-8310-A00DAC2A2DC4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5" creationId="{75044563-E809-EE2D-AE45-DC5EBCC05B19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6" creationId="{86BF9DD7-1C25-9CEF-E6BE-84E4FF03E58C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7" creationId="{40599B15-C85F-70DD-A920-AE2DE131B111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79" creationId="{3E81C9CA-D703-C6E2-C5C0-665BBE904EB1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0" creationId="{44553922-D619-A9DC-08CF-F3D0E3A2AE11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1" creationId="{C89E4F91-895F-D41E-517F-66A96CAB3F09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2" creationId="{A0038BC9-FCC7-23C2-5EB4-437FAC85C8B2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3" creationId="{FC001FCE-F099-68BC-B8EC-EE35D3C720B7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4" creationId="{B3FF1388-8F38-9285-9E54-497F25BCEB66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86" creationId="{C29863BB-F11B-BEA7-428F-365BAC692A85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87" creationId="{1A9ACFF3-4704-1CC8-3CD6-D1108298A80B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88" creationId="{0C21BF6C-4012-D5F9-7A0D-6CDBF3115490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89" creationId="{CB064B54-FABA-D76E-EB35-317EE72EAACA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0" creationId="{8ED94DD8-44EC-F252-A0C0-A49997166D18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1" creationId="{A25A3599-1D88-86AE-E52C-D6DA63EBE6F0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">
          <ac:chgData name="Pete Dowty" userId="91aba14b6835b0ae" providerId="LiveId" clId="{19439AC1-6599-4CEB-9020-36158C74069D}" dt="2026-05-26T04:55:42.306" v="507"/>
          <ac:inkMkLst>
            <pc:docMk/>
            <pc:sldMk cId="1227621520" sldId="295"/>
            <ac:inkMk id="93" creationId="{09A5ACDF-3C2A-0A35-A956-95A445F580A6}"/>
          </ac:inkMkLst>
        </pc:inkChg>
        <pc:inkChg chg="add">
          <ac:chgData name="Pete Dowty" userId="91aba14b6835b0ae" providerId="LiveId" clId="{19439AC1-6599-4CEB-9020-36158C74069D}" dt="2026-05-26T04:55:42.790" v="508"/>
          <ac:inkMkLst>
            <pc:docMk/>
            <pc:sldMk cId="1227621520" sldId="295"/>
            <ac:inkMk id="94" creationId="{B31AC821-264B-ABED-8091-07B60FEE9201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95" creationId="{990DAFFA-9403-346D-08F3-6298353BF186}"/>
          </ac:inkMkLst>
        </pc:inkChg>
        <pc:inkChg chg="add">
          <ac:chgData name="Pete Dowty" userId="91aba14b6835b0ae" providerId="LiveId" clId="{19439AC1-6599-4CEB-9020-36158C74069D}" dt="2026-05-26T04:55:43.455" v="510"/>
          <ac:inkMkLst>
            <pc:docMk/>
            <pc:sldMk cId="1227621520" sldId="295"/>
            <ac:inkMk id="96" creationId="{5886845D-0FC9-DED9-E4B0-0CA082828025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97" creationId="{EE406C76-BFFF-9427-A1A2-34185CF9D79D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98" creationId="{CACFD2DF-7B6C-422B-FD87-1361579E6E01}"/>
          </ac:inkMkLst>
        </pc:inkChg>
        <pc:inkChg chg="add">
          <ac:chgData name="Pete Dowty" userId="91aba14b6835b0ae" providerId="LiveId" clId="{19439AC1-6599-4CEB-9020-36158C74069D}" dt="2026-05-26T04:55:44.388" v="513"/>
          <ac:inkMkLst>
            <pc:docMk/>
            <pc:sldMk cId="1227621520" sldId="295"/>
            <ac:inkMk id="99" creationId="{8BB91F30-7630-F930-3A72-7E780ACC7F88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00" creationId="{C3E02F02-2AEC-3B72-76E9-2733DA98F304}"/>
          </ac:inkMkLst>
        </pc:inkChg>
        <pc:inkChg chg="add">
          <ac:chgData name="Pete Dowty" userId="91aba14b6835b0ae" providerId="LiveId" clId="{19439AC1-6599-4CEB-9020-36158C74069D}" dt="2026-05-26T04:55:45.090" v="515"/>
          <ac:inkMkLst>
            <pc:docMk/>
            <pc:sldMk cId="1227621520" sldId="295"/>
            <ac:inkMk id="101" creationId="{6E23481C-A05E-5075-B854-0BAEC8742ACE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02" creationId="{A4521DD8-3D0E-7AED-7570-03C6B6FB860B}"/>
          </ac:inkMkLst>
        </pc:inkChg>
        <pc:inkChg chg="add">
          <ac:chgData name="Pete Dowty" userId="91aba14b6835b0ae" providerId="LiveId" clId="{19439AC1-6599-4CEB-9020-36158C74069D}" dt="2026-05-26T04:55:45.622" v="517"/>
          <ac:inkMkLst>
            <pc:docMk/>
            <pc:sldMk cId="1227621520" sldId="295"/>
            <ac:inkMk id="103" creationId="{69766948-4CE6-ED7D-0715-3A7F22403819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04" creationId="{948217B1-BCD5-5A3B-B482-DF833E3319D8}"/>
          </ac:inkMkLst>
        </pc:inkChg>
        <pc:inkChg chg="add">
          <ac:chgData name="Pete Dowty" userId="91aba14b6835b0ae" providerId="LiveId" clId="{19439AC1-6599-4CEB-9020-36158C74069D}" dt="2026-05-26T04:55:46.391" v="519"/>
          <ac:inkMkLst>
            <pc:docMk/>
            <pc:sldMk cId="1227621520" sldId="295"/>
            <ac:inkMk id="105" creationId="{8C8FEAF4-798E-53A9-10F5-54DD5C90EC26}"/>
          </ac:inkMkLst>
        </pc:inkChg>
        <pc:inkChg chg="add">
          <ac:chgData name="Pete Dowty" userId="91aba14b6835b0ae" providerId="LiveId" clId="{19439AC1-6599-4CEB-9020-36158C74069D}" dt="2026-05-26T04:55:46.723" v="520"/>
          <ac:inkMkLst>
            <pc:docMk/>
            <pc:sldMk cId="1227621520" sldId="295"/>
            <ac:inkMk id="106" creationId="{9BF6D5B8-4ECE-E1F4-0BAB-46F2DB5FF367}"/>
          </ac:inkMkLst>
        </pc:inkChg>
        <pc:inkChg chg="add">
          <ac:chgData name="Pete Dowty" userId="91aba14b6835b0ae" providerId="LiveId" clId="{19439AC1-6599-4CEB-9020-36158C74069D}" dt="2026-05-26T04:55:47.188" v="521"/>
          <ac:inkMkLst>
            <pc:docMk/>
            <pc:sldMk cId="1227621520" sldId="295"/>
            <ac:inkMk id="107" creationId="{8884019D-B510-22FE-A46E-8C319B4C63C0}"/>
          </ac:inkMkLst>
        </pc:inkChg>
        <pc:inkChg chg="add">
          <ac:chgData name="Pete Dowty" userId="91aba14b6835b0ae" providerId="LiveId" clId="{19439AC1-6599-4CEB-9020-36158C74069D}" dt="2026-05-26T04:55:48.255" v="522"/>
          <ac:inkMkLst>
            <pc:docMk/>
            <pc:sldMk cId="1227621520" sldId="295"/>
            <ac:inkMk id="108" creationId="{79CE9F88-FF4E-1C37-7797-367AD8292C14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09" creationId="{F157A51F-A9BD-67F2-E933-70CF0BB18FAE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0" creationId="{BED00F0B-7790-CEF5-1967-1EBBCD8D789C}"/>
          </ac:inkMkLst>
        </pc:inkChg>
        <pc:inkChg chg="add">
          <ac:chgData name="Pete Dowty" userId="91aba14b6835b0ae" providerId="LiveId" clId="{19439AC1-6599-4CEB-9020-36158C74069D}" dt="2026-05-26T04:55:49.538" v="525"/>
          <ac:inkMkLst>
            <pc:docMk/>
            <pc:sldMk cId="1227621520" sldId="295"/>
            <ac:inkMk id="111" creationId="{D1D4CEEA-411D-B779-ADA2-DEDC2D563DC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4" creationId="{B1421681-8873-266A-5173-53EF7A52731F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5" creationId="{FABEAE28-BC51-68E3-B45C-CD90DBCB0305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6" creationId="{63F63E54-1FF8-430D-4F10-66531617AEE2}"/>
          </ac:inkMkLst>
        </pc:inkChg>
        <pc:inkChg chg="add">
          <ac:chgData name="Pete Dowty" userId="91aba14b6835b0ae" providerId="LiveId" clId="{19439AC1-6599-4CEB-9020-36158C74069D}" dt="2026-05-26T04:56:04.985" v="530"/>
          <ac:inkMkLst>
            <pc:docMk/>
            <pc:sldMk cId="1227621520" sldId="295"/>
            <ac:inkMk id="117" creationId="{7EC9DAA4-2E05-3F92-8099-A8A68A32F568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8" creationId="{9BD68933-0754-5148-D4A4-7E4F9A547203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9" creationId="{329B1CA7-763B-8E96-BE4C-EDC9100D4C0B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20" creationId="{E421C382-A1B2-08D7-7B03-CF3431089C84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21" creationId="{FF9CB55E-F02A-7C26-AED9-A7EF4284FF84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22" creationId="{45B8D89A-7DFE-DDA7-4AB5-13274A2D2F12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23" creationId="{D6669715-C0A8-26E0-85E4-5FC9A0CAE8F5}"/>
          </ac:inkMkLst>
        </pc:inkChg>
        <pc:inkChg chg="add">
          <ac:chgData name="Pete Dowty" userId="91aba14b6835b0ae" providerId="LiveId" clId="{19439AC1-6599-4CEB-9020-36158C74069D}" dt="2026-05-26T04:56:07.519" v="537"/>
          <ac:inkMkLst>
            <pc:docMk/>
            <pc:sldMk cId="1227621520" sldId="295"/>
            <ac:inkMk id="124" creationId="{C4D92A55-4469-E91E-5B0A-E9EADB375E22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26" creationId="{EDC4709A-6436-D936-8558-3FA1592A9256}"/>
          </ac:inkMkLst>
        </pc:inkChg>
        <pc:inkChg chg="add">
          <ac:chgData name="Pete Dowty" userId="91aba14b6835b0ae" providerId="LiveId" clId="{19439AC1-6599-4CEB-9020-36158C74069D}" dt="2026-05-26T04:56:08.953" v="540"/>
          <ac:inkMkLst>
            <pc:docMk/>
            <pc:sldMk cId="1227621520" sldId="295"/>
            <ac:inkMk id="127" creationId="{141D5219-7374-22B5-2282-647ADA10DE59}"/>
          </ac:inkMkLst>
        </pc:inkChg>
        <pc:inkChg chg="add">
          <ac:chgData name="Pete Dowty" userId="91aba14b6835b0ae" providerId="LiveId" clId="{19439AC1-6599-4CEB-9020-36158C74069D}" dt="2026-05-26T04:56:09.170" v="541"/>
          <ac:inkMkLst>
            <pc:docMk/>
            <pc:sldMk cId="1227621520" sldId="295"/>
            <ac:inkMk id="128" creationId="{8CD57804-561F-791D-92BE-F770D638E2A1}"/>
          </ac:inkMkLst>
        </pc:inkChg>
        <pc:inkChg chg="add">
          <ac:chgData name="Pete Dowty" userId="91aba14b6835b0ae" providerId="LiveId" clId="{19439AC1-6599-4CEB-9020-36158C74069D}" dt="2026-05-26T04:56:09.502" v="542"/>
          <ac:inkMkLst>
            <pc:docMk/>
            <pc:sldMk cId="1227621520" sldId="295"/>
            <ac:inkMk id="129" creationId="{F8CC58FE-F512-AE4F-1853-082853DD7989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0" creationId="{E2183DFF-9372-F431-DAE3-B1F96C80A342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1" creationId="{C4AAE435-BF29-0B68-BAA5-665F7C7F1348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2" creationId="{0A802960-5B18-FFBC-12EB-2A9E96B2912E}"/>
          </ac:inkMkLst>
        </pc:inkChg>
        <pc:inkChg chg="add">
          <ac:chgData name="Pete Dowty" userId="91aba14b6835b0ae" providerId="LiveId" clId="{19439AC1-6599-4CEB-9020-36158C74069D}" dt="2026-05-26T04:56:12.019" v="546"/>
          <ac:inkMkLst>
            <pc:docMk/>
            <pc:sldMk cId="1227621520" sldId="295"/>
            <ac:inkMk id="133" creationId="{62E7E3D5-C63D-C5B3-51D2-BD22A94FD6AA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4" creationId="{D8113EEE-2876-26FA-F85D-61B72D202FE8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5" creationId="{DF518DEE-CAEC-FB50-1F0A-C0645D6759AB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6" creationId="{30C270DA-A53A-FCE7-8086-C24669457BCE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7" creationId="{3824D2E2-A7FC-6BC3-B322-F978905A6CFF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8" creationId="{AC1B0E9E-89F9-58B9-E475-AB328732E8BF}"/>
          </ac:inkMkLst>
        </pc:inkChg>
        <pc:inkChg chg="add">
          <ac:chgData name="Pete Dowty" userId="91aba14b6835b0ae" providerId="LiveId" clId="{19439AC1-6599-4CEB-9020-36158C74069D}" dt="2026-05-26T04:56:14.064" v="552"/>
          <ac:inkMkLst>
            <pc:docMk/>
            <pc:sldMk cId="1227621520" sldId="295"/>
            <ac:inkMk id="139" creationId="{55328272-501E-6988-FEA7-9DF261C83BBC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1" creationId="{E56A2BE9-119D-56AF-5BA6-0B1D3A528577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2" creationId="{6E768133-217F-9172-632C-963C75A3CE25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3" creationId="{AED5431A-4C5A-13CE-7AE7-F27124112BE2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4" creationId="{A0456438-8D7A-E3BC-C152-2BDB59A8BAED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5" creationId="{BF976BFB-8119-83FD-7064-B64FB3DF48C0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6" creationId="{26BA10A0-632A-2D1F-9355-3227544DA268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7" creationId="{827E470A-39BA-70E4-194F-74F30D9594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49" creationId="{19A42059-9268-C43E-7CFA-7C7EAFB8D4C1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0" creationId="{65F62EA2-E0CC-95EE-98F0-35A30D7AC34A}"/>
          </ac:inkMkLst>
        </pc:inkChg>
        <pc:inkChg chg="add">
          <ac:chgData name="Pete Dowty" userId="91aba14b6835b0ae" providerId="LiveId" clId="{19439AC1-6599-4CEB-9020-36158C74069D}" dt="2026-05-26T04:57:02.099" v="565"/>
          <ac:inkMkLst>
            <pc:docMk/>
            <pc:sldMk cId="1227621520" sldId="295"/>
            <ac:inkMk id="151" creationId="{FE939453-A617-C106-1FB7-C76E4755AF4F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2" creationId="{5E2BDDB2-E389-B7AD-09AB-DFCAA819E136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3" creationId="{2C827FED-29A2-3F05-B4B5-E14F0F4A7092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4" creationId="{2184B295-90E4-85B2-7C1B-41DDAAEDBD19}"/>
          </ac:inkMkLst>
        </pc:inkChg>
        <pc:inkChg chg="add">
          <ac:chgData name="Pete Dowty" userId="91aba14b6835b0ae" providerId="LiveId" clId="{19439AC1-6599-4CEB-9020-36158C74069D}" dt="2026-05-26T04:57:03.515" v="569"/>
          <ac:inkMkLst>
            <pc:docMk/>
            <pc:sldMk cId="1227621520" sldId="295"/>
            <ac:inkMk id="155" creationId="{5C2F6FEF-8394-8BB2-A420-08AA544A26C7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6" creationId="{20ED724E-8D32-56D7-A900-658F76223205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7" creationId="{EDD89FE6-0C4A-B2A5-A223-F94CA5ED9D94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8" creationId="{22CD3DE8-5963-3056-B9F1-BAD813734E13}"/>
          </ac:inkMkLst>
        </pc:inkChg>
        <pc:inkChg chg="add">
          <ac:chgData name="Pete Dowty" userId="91aba14b6835b0ae" providerId="LiveId" clId="{19439AC1-6599-4CEB-9020-36158C74069D}" dt="2026-05-26T04:57:05.534" v="573"/>
          <ac:inkMkLst>
            <pc:docMk/>
            <pc:sldMk cId="1227621520" sldId="295"/>
            <ac:inkMk id="159" creationId="{D428A4FC-8F41-E8B8-1F2D-2C924D7A0B44}"/>
          </ac:inkMkLst>
        </pc:inkChg>
        <pc:inkChg chg="add">
          <ac:chgData name="Pete Dowty" userId="91aba14b6835b0ae" providerId="LiveId" clId="{19439AC1-6599-4CEB-9020-36158C74069D}" dt="2026-05-26T04:57:06.247" v="574"/>
          <ac:inkMkLst>
            <pc:docMk/>
            <pc:sldMk cId="1227621520" sldId="295"/>
            <ac:inkMk id="160" creationId="{46D7D2C9-8330-CF8C-F386-03E73C92CEF6}"/>
          </ac:inkMkLst>
        </pc:inkChg>
        <pc:inkChg chg="add">
          <ac:chgData name="Pete Dowty" userId="91aba14b6835b0ae" providerId="LiveId" clId="{19439AC1-6599-4CEB-9020-36158C74069D}" dt="2026-05-26T04:57:06.614" v="575"/>
          <ac:inkMkLst>
            <pc:docMk/>
            <pc:sldMk cId="1227621520" sldId="295"/>
            <ac:inkMk id="161" creationId="{D3E5D7F5-27DE-047B-AA46-98302E9473D9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2" creationId="{6A1C62B0-07F7-103F-F589-47BFCCE89084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4" creationId="{3A12297C-C40D-D420-2D53-904E0C592C75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5" creationId="{5D6FF045-57BC-68B9-D4CC-B4BC782BECD5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6" creationId="{3AD82AC8-F013-E56A-A87D-062B1BAE7BCF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7" creationId="{3AAB34D5-A995-819B-DB80-B1BFC9699F7F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8" creationId="{5D696038-CA1F-26D3-F38A-169DCD10ADB4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">
          <ac:chgData name="Pete Dowty" userId="91aba14b6835b0ae" providerId="LiveId" clId="{19439AC1-6599-4CEB-9020-36158C74069D}" dt="2026-05-26T04:57:34.956" v="584"/>
          <ac:inkMkLst>
            <pc:docMk/>
            <pc:sldMk cId="1227621520" sldId="295"/>
            <ac:inkMk id="170" creationId="{F1FABE96-556A-05D7-08A6-EB2279215509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1" creationId="{6F0C8298-B167-82D3-3D10-0F596CBE63A6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2" creationId="{133F95B1-A21F-EC3A-2A9C-6F34A5AA9A4B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3" creationId="{8C9D74C7-23E1-EE18-F57C-24BABD03F2F2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4" creationId="{7070CB16-BA79-CFC3-C23C-5F65B956203C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5" creationId="{2DFFE42F-E576-FB3A-8174-6D1ADB08213E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6" creationId="{64CEFF10-8915-B546-98E3-FBE266DAFF33}"/>
          </ac:inkMkLst>
        </pc:inkChg>
        <pc:inkChg chg="add">
          <ac:chgData name="Pete Dowty" userId="91aba14b6835b0ae" providerId="LiveId" clId="{19439AC1-6599-4CEB-9020-36158C74069D}" dt="2026-05-26T04:57:37.777" v="591"/>
          <ac:inkMkLst>
            <pc:docMk/>
            <pc:sldMk cId="1227621520" sldId="295"/>
            <ac:inkMk id="177" creationId="{339E0840-7A72-4AF4-FC09-531A031A74CE}"/>
          </ac:inkMkLst>
        </pc:inkChg>
        <pc:inkChg chg="add">
          <ac:chgData name="Pete Dowty" userId="91aba14b6835b0ae" providerId="LiveId" clId="{19439AC1-6599-4CEB-9020-36158C74069D}" dt="2026-05-26T04:57:38.828" v="592"/>
          <ac:inkMkLst>
            <pc:docMk/>
            <pc:sldMk cId="1227621520" sldId="295"/>
            <ac:inkMk id="178" creationId="{8E919514-39A0-A259-FC03-357506BFBE12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9" creationId="{E63F8CB7-9245-29F3-30C0-33D473E043AF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80" creationId="{C09D30FB-F4D2-AD7D-27AC-700CDC4BE0A3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81" creationId="{38BC7846-A829-48CE-DFE2-FAAAE266B887}"/>
          </ac:inkMkLst>
        </pc:inkChg>
        <pc:inkChg chg="add">
          <ac:chgData name="Pete Dowty" userId="91aba14b6835b0ae" providerId="LiveId" clId="{19439AC1-6599-4CEB-9020-36158C74069D}" dt="2026-05-26T04:57:40.248" v="596"/>
          <ac:inkMkLst>
            <pc:docMk/>
            <pc:sldMk cId="1227621520" sldId="295"/>
            <ac:inkMk id="182" creationId="{5F19413F-A893-9821-32CB-7563B7501F68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83" creationId="{7218EC58-41B9-50EC-06A7-CFF8D9C5481E}"/>
          </ac:inkMkLst>
        </pc:inkChg>
        <pc:inkChg chg="add">
          <ac:chgData name="Pete Dowty" userId="91aba14b6835b0ae" providerId="LiveId" clId="{19439AC1-6599-4CEB-9020-36158C74069D}" dt="2026-05-26T04:57:40.961" v="598"/>
          <ac:inkMkLst>
            <pc:docMk/>
            <pc:sldMk cId="1227621520" sldId="295"/>
            <ac:inkMk id="184" creationId="{95109F1C-4FCF-5B9B-28D7-3E7B17220B67}"/>
          </ac:inkMkLst>
        </pc:inkChg>
        <pc:inkChg chg="add">
          <ac:chgData name="Pete Dowty" userId="91aba14b6835b0ae" providerId="LiveId" clId="{19439AC1-6599-4CEB-9020-36158C74069D}" dt="2026-05-26T04:57:41.075" v="599"/>
          <ac:inkMkLst>
            <pc:docMk/>
            <pc:sldMk cId="1227621520" sldId="295"/>
            <ac:inkMk id="185" creationId="{12902C1C-6574-39E1-72A8-17083BEBE958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87" creationId="{0B8F4C77-D299-FE87-036C-D8A1E3B14635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88" creationId="{CF969E2F-9B9B-1AAF-AEF6-12EA0F19AC80}"/>
          </ac:inkMkLst>
        </pc:inkChg>
        <pc:inkChg chg="add">
          <ac:chgData name="Pete Dowty" userId="91aba14b6835b0ae" providerId="LiveId" clId="{19439AC1-6599-4CEB-9020-36158C74069D}" dt="2026-05-26T04:57:42.492" v="603"/>
          <ac:inkMkLst>
            <pc:docMk/>
            <pc:sldMk cId="1227621520" sldId="295"/>
            <ac:inkMk id="189" creationId="{61D5014C-2F64-A877-8E27-23928ED8B06F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0" creationId="{DE21A8D8-C84B-C7C8-2E39-000FD0ACCF9B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1" creationId="{1F00085A-7A4E-9A08-73B8-F2F6C0636388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2" creationId="{D7ACB885-4CDA-08CD-A83D-9053B0BD1834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3" creationId="{9E91F776-DFEF-84BF-B9CA-271055FFABEB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4" creationId="{BCF68162-A673-1AD9-D3BB-5714A595F09B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5" creationId="{F44417ED-865F-9093-C6C2-D64EF4AF96CB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0.25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1 2882 6685,'53'-40'98,"1"0"0,0 0 0,1 0 0,1 2 0,1-1 1,6-1-1,0 0 0,2 0 0,-1 1 0,1-1 1,0 1 95,1-3 1,0 0-1,1-1 1,4 0 0,0-1-1,1 0 1,2-3 0,0 0-1,1 1 1,0 0 0,1 0-1,0 0 1,0 0-1,1 0 1,-1 0 0,1 0-1,1 0 1,0 1 0,1-2-1,0 0 1,0 1 0,0 0-1,1 1 1,-1 0-1,0 2 1,-1 0 0,0 1-287,-2 2 1,0 0 0,-1 2 0,0 1 0,-1 2 0,-2 0 0,-5 2 0,-3 1 0,1 0 0,1 0 0,-1 0-1,0 1 80,-1 0 0,-1 0 1,1 1-1,-2 3 1,2 0-1,-2 0 1,26-11-1,-2 0 1,-2 3-1,-1 0-62,-1 3 0,-3 0 0,-7 4 0,-2 2 0,-2 3 0,0 1 0,-4 1 0,0 0 1,-3 1 0,0 1 0,-1 3 1,-1 1-1,-7 1 0,-2 1 1,-1 0-1,-1 1-388,40-10 1,-5-1-1,-13 3 1,-8 7 135,-6 3 0,-5-1 0,-5 5 0,-7 2-186,-8 2 0,-6 2 1,-7 0-1,-1-2 511,1-4 0,3 4 0,-3-4 0,-5 4 0</inkml:trace>
  <inkml:trace contextRef="#ctx0" brushRef="#br1" timeOffset="1602">4873 4139 9869,'-10'33'169,"-7"-3"1,-1-13-1,-7-9 1,2-2 189,0-1 0,-1 1 85,7-6-350,-1 0 0,11 0 1,7 0-1,9 0 96,7 0 1,3 0-1,5-2 1,7-4-37,7-5 0,3-5 0,10-3 0,5-2 63,4-3 1,10-9-1,9 0 1,7-9-116,-40 17 0,3-1 1,10-3-1,2-2 0,9-8 1,2-3-1,9-5 1,3 0-164,-24 14 0,0 0 0,2-2 0,4-2 0,1 0 0,0-1 0,3-1 0,0 0 0,2 0 0,2-1 0,1-1 0,1 0 123,2-2 1,1 0 0,0 1 0,-2 2-1,-1 1 1,0 0 0,0-1 0,0-1-1,-1 1 1,0 2 0,0 0 0,1 0-34,-2 1 0,1 1 1,1 0-1,0 0 1,0 1-1,1 0 1,-1 0-1,0 1 0,1 0 1,-2 0-1,1 0 1,0 1-22,-3 0 1,0-1-1,0 2 1,1 1-1,0 0 1,-1 0-1,0-1 1,-1-1-1,0 1 1,1 0 0,-1 0-1,1 1-72,-1 0 1,0 0 0,-1 1 0,-4 3-1,-2-1 1,1 2 0,0 1 0,1 0 0,-2 1-1,27-10 1,-2 0-213,-4 2 0,-1 0 1,1 4-1,-1 0 0,-6-1 1,-1 0-1,-4 2 0,-2 1-31,-6 3 1,-2 0 0,-7 1-1,-2 1 1,0 3 0,-1 1-1,-4 1 1,-1-1-356,38-12 0,-15 6 0,-18 9 0,-11 5-763,-14 1 1425,-8 2 0,-11 6 0,-4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66" Type="http://schemas.openxmlformats.org/officeDocument/2006/relationships/customXml" Target="../ink/ink33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67" Type="http://schemas.openxmlformats.org/officeDocument/2006/relationships/image" Target="../media/image36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2.xml"/><Relationship Id="rId26" Type="http://schemas.openxmlformats.org/officeDocument/2006/relationships/customXml" Target="../ink/ink46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50.xml"/><Relationship Id="rId42" Type="http://schemas.openxmlformats.org/officeDocument/2006/relationships/customXml" Target="../ink/ink54.xml"/><Relationship Id="rId47" Type="http://schemas.openxmlformats.org/officeDocument/2006/relationships/image" Target="../media/image60.png"/><Relationship Id="rId50" Type="http://schemas.openxmlformats.org/officeDocument/2006/relationships/customXml" Target="../ink/ink58.xml"/><Relationship Id="rId7" Type="http://schemas.openxmlformats.org/officeDocument/2006/relationships/image" Target="../media/image40.png"/><Relationship Id="rId2" Type="http://schemas.openxmlformats.org/officeDocument/2006/relationships/customXml" Target="../ink/ink34.xml"/><Relationship Id="rId16" Type="http://schemas.openxmlformats.org/officeDocument/2006/relationships/customXml" Target="../ink/ink41.xml"/><Relationship Id="rId29" Type="http://schemas.openxmlformats.org/officeDocument/2006/relationships/image" Target="../media/image51.png"/><Relationship Id="rId11" Type="http://schemas.openxmlformats.org/officeDocument/2006/relationships/image" Target="../media/image42.png"/><Relationship Id="rId24" Type="http://schemas.openxmlformats.org/officeDocument/2006/relationships/customXml" Target="../ink/ink45.xml"/><Relationship Id="rId32" Type="http://schemas.openxmlformats.org/officeDocument/2006/relationships/customXml" Target="../ink/ink49.xml"/><Relationship Id="rId37" Type="http://schemas.openxmlformats.org/officeDocument/2006/relationships/image" Target="../media/image55.png"/><Relationship Id="rId40" Type="http://schemas.openxmlformats.org/officeDocument/2006/relationships/customXml" Target="../ink/ink53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8.xml"/><Relationship Id="rId19" Type="http://schemas.openxmlformats.org/officeDocument/2006/relationships/image" Target="../media/image46.png"/><Relationship Id="rId31" Type="http://schemas.openxmlformats.org/officeDocument/2006/relationships/image" Target="../media/image52.png"/><Relationship Id="rId44" Type="http://schemas.openxmlformats.org/officeDocument/2006/relationships/customXml" Target="../ink/ink55.xml"/><Relationship Id="rId52" Type="http://schemas.openxmlformats.org/officeDocument/2006/relationships/customXml" Target="../ink/ink59.xml"/><Relationship Id="rId4" Type="http://schemas.openxmlformats.org/officeDocument/2006/relationships/customXml" Target="../ink/ink35.xml"/><Relationship Id="rId9" Type="http://schemas.openxmlformats.org/officeDocument/2006/relationships/image" Target="../media/image41.png"/><Relationship Id="rId14" Type="http://schemas.openxmlformats.org/officeDocument/2006/relationships/customXml" Target="../ink/ink40.xml"/><Relationship Id="rId22" Type="http://schemas.openxmlformats.org/officeDocument/2006/relationships/customXml" Target="../ink/ink44.xml"/><Relationship Id="rId27" Type="http://schemas.openxmlformats.org/officeDocument/2006/relationships/image" Target="../media/image50.png"/><Relationship Id="rId30" Type="http://schemas.openxmlformats.org/officeDocument/2006/relationships/customXml" Target="../ink/ink48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7.xml"/><Relationship Id="rId8" Type="http://schemas.openxmlformats.org/officeDocument/2006/relationships/customXml" Target="../ink/ink37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9.xml"/><Relationship Id="rId17" Type="http://schemas.openxmlformats.org/officeDocument/2006/relationships/image" Target="../media/image45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2.xml"/><Relationship Id="rId46" Type="http://schemas.openxmlformats.org/officeDocument/2006/relationships/customXml" Target="../ink/ink56.xml"/><Relationship Id="rId20" Type="http://schemas.openxmlformats.org/officeDocument/2006/relationships/customXml" Target="../ink/ink43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6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7.xml"/><Relationship Id="rId36" Type="http://schemas.openxmlformats.org/officeDocument/2006/relationships/customXml" Target="../ink/ink51.xml"/><Relationship Id="rId49" Type="http://schemas.openxmlformats.org/officeDocument/2006/relationships/image" Target="../media/image61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8.xml"/><Relationship Id="rId26" Type="http://schemas.openxmlformats.org/officeDocument/2006/relationships/customXml" Target="../ink/ink72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6.xml"/><Relationship Id="rId42" Type="http://schemas.openxmlformats.org/officeDocument/2006/relationships/customXml" Target="../ink/ink80.xml"/><Relationship Id="rId47" Type="http://schemas.openxmlformats.org/officeDocument/2006/relationships/image" Target="../media/image86.png"/><Relationship Id="rId50" Type="http://schemas.openxmlformats.org/officeDocument/2006/relationships/customXml" Target="../ink/ink84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60.xml"/><Relationship Id="rId16" Type="http://schemas.openxmlformats.org/officeDocument/2006/relationships/customXml" Target="../ink/ink67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1.xml"/><Relationship Id="rId32" Type="http://schemas.openxmlformats.org/officeDocument/2006/relationships/customXml" Target="../ink/ink75.xml"/><Relationship Id="rId37" Type="http://schemas.openxmlformats.org/officeDocument/2006/relationships/image" Target="../media/image81.png"/><Relationship Id="rId40" Type="http://schemas.openxmlformats.org/officeDocument/2006/relationships/customXml" Target="../ink/ink79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1.xml"/><Relationship Id="rId9" Type="http://schemas.openxmlformats.org/officeDocument/2006/relationships/image" Target="../media/image67.png"/><Relationship Id="rId14" Type="http://schemas.openxmlformats.org/officeDocument/2006/relationships/customXml" Target="../ink/ink66.xml"/><Relationship Id="rId22" Type="http://schemas.openxmlformats.org/officeDocument/2006/relationships/customXml" Target="../ink/ink70.xml"/><Relationship Id="rId27" Type="http://schemas.openxmlformats.org/officeDocument/2006/relationships/image" Target="../media/image76.png"/><Relationship Id="rId30" Type="http://schemas.openxmlformats.org/officeDocument/2006/relationships/customXml" Target="../ink/ink74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3.xml"/><Relationship Id="rId56" Type="http://schemas.openxmlformats.org/officeDocument/2006/relationships/customXml" Target="../ink/ink87.xml"/><Relationship Id="rId8" Type="http://schemas.openxmlformats.org/officeDocument/2006/relationships/customXml" Target="../ink/ink63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5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8.xml"/><Relationship Id="rId46" Type="http://schemas.openxmlformats.org/officeDocument/2006/relationships/customXml" Target="../ink/ink82.xml"/><Relationship Id="rId20" Type="http://schemas.openxmlformats.org/officeDocument/2006/relationships/customXml" Target="../ink/ink69.xml"/><Relationship Id="rId41" Type="http://schemas.openxmlformats.org/officeDocument/2006/relationships/image" Target="../media/image83.png"/><Relationship Id="rId54" Type="http://schemas.openxmlformats.org/officeDocument/2006/relationships/customXml" Target="../ink/ink8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2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3.xml"/><Relationship Id="rId36" Type="http://schemas.openxmlformats.org/officeDocument/2006/relationships/customXml" Target="../ink/ink77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4.xml"/><Relationship Id="rId31" Type="http://schemas.openxmlformats.org/officeDocument/2006/relationships/image" Target="../media/image78.png"/><Relationship Id="rId44" Type="http://schemas.openxmlformats.org/officeDocument/2006/relationships/customXml" Target="../ink/ink81.xml"/><Relationship Id="rId52" Type="http://schemas.openxmlformats.org/officeDocument/2006/relationships/customXml" Target="../ink/ink8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8.xml"/><Relationship Id="rId84" Type="http://schemas.openxmlformats.org/officeDocument/2006/relationships/customXml" Target="../ink/ink126.xml"/><Relationship Id="rId138" Type="http://schemas.openxmlformats.org/officeDocument/2006/relationships/customXml" Target="../ink/ink153.xml"/><Relationship Id="rId159" Type="http://schemas.openxmlformats.org/officeDocument/2006/relationships/customXml" Target="../ink/ink163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3.xml"/><Relationship Id="rId53" Type="http://schemas.openxmlformats.org/officeDocument/2006/relationships/image" Target="../media/image261.png"/><Relationship Id="rId74" Type="http://schemas.openxmlformats.org/officeDocument/2006/relationships/customXml" Target="../ink/ink121.xml"/><Relationship Id="rId128" Type="http://schemas.openxmlformats.org/officeDocument/2006/relationships/customXml" Target="../ink/ink148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8.xml"/><Relationship Id="rId43" Type="http://schemas.openxmlformats.org/officeDocument/2006/relationships/image" Target="../media/image210.png"/><Relationship Id="rId118" Type="http://schemas.openxmlformats.org/officeDocument/2006/relationships/customXml" Target="../ink/ink143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9.xml"/><Relationship Id="rId12" Type="http://schemas.openxmlformats.org/officeDocument/2006/relationships/customXml" Target="../ink/ink93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6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8.xml"/><Relationship Id="rId124" Type="http://schemas.openxmlformats.org/officeDocument/2006/relationships/customXml" Target="../ink/ink146.xml"/><Relationship Id="rId129" Type="http://schemas.openxmlformats.org/officeDocument/2006/relationships/image" Target="../media/image640.png"/><Relationship Id="rId54" Type="http://schemas.openxmlformats.org/officeDocument/2006/relationships/customXml" Target="../ink/ink114.xml"/><Relationship Id="rId70" Type="http://schemas.openxmlformats.org/officeDocument/2006/relationships/customXml" Target="../ink/ink119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2.xml"/><Relationship Id="rId140" Type="http://schemas.openxmlformats.org/officeDocument/2006/relationships/customXml" Target="../ink/ink154.xml"/><Relationship Id="rId145" Type="http://schemas.openxmlformats.org/officeDocument/2006/relationships/image" Target="../media/image720.png"/><Relationship Id="rId161" Type="http://schemas.openxmlformats.org/officeDocument/2006/relationships/customXml" Target="../ink/ink164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0.xml"/><Relationship Id="rId23" Type="http://schemas.openxmlformats.org/officeDocument/2006/relationships/image" Target="../media/image1111.png"/><Relationship Id="rId28" Type="http://schemas.openxmlformats.org/officeDocument/2006/relationships/customXml" Target="../ink/ink101.xml"/><Relationship Id="rId49" Type="http://schemas.openxmlformats.org/officeDocument/2006/relationships/image" Target="../media/image241.png"/><Relationship Id="rId114" Type="http://schemas.openxmlformats.org/officeDocument/2006/relationships/customXml" Target="../ink/ink141.xml"/><Relationship Id="rId119" Type="http://schemas.openxmlformats.org/officeDocument/2006/relationships/image" Target="../media/image590.png"/><Relationship Id="rId44" Type="http://schemas.openxmlformats.org/officeDocument/2006/relationships/customXml" Target="../ink/ink109.xml"/><Relationship Id="rId60" Type="http://schemas.openxmlformats.org/officeDocument/2006/relationships/customXml" Target="../ink/ink117.xml"/><Relationship Id="rId81" Type="http://schemas.openxmlformats.org/officeDocument/2006/relationships/image" Target="../media/image400.png"/><Relationship Id="rId86" Type="http://schemas.openxmlformats.org/officeDocument/2006/relationships/customXml" Target="../ink/ink127.xml"/><Relationship Id="rId130" Type="http://schemas.openxmlformats.org/officeDocument/2006/relationships/customXml" Target="../ink/ink149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2.xml"/><Relationship Id="rId13" Type="http://schemas.openxmlformats.org/officeDocument/2006/relationships/image" Target="../media/image611.png"/><Relationship Id="rId18" Type="http://schemas.openxmlformats.org/officeDocument/2006/relationships/customXml" Target="../ink/ink96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4.xml"/><Relationship Id="rId50" Type="http://schemas.openxmlformats.org/officeDocument/2006/relationships/customXml" Target="../ink/ink112.xml"/><Relationship Id="rId55" Type="http://schemas.openxmlformats.org/officeDocument/2006/relationships/image" Target="../media/image270.png"/><Relationship Id="rId76" Type="http://schemas.openxmlformats.org/officeDocument/2006/relationships/customXml" Target="../ink/ink122.xml"/><Relationship Id="rId97" Type="http://schemas.openxmlformats.org/officeDocument/2006/relationships/image" Target="../media/image480.png"/><Relationship Id="rId104" Type="http://schemas.openxmlformats.org/officeDocument/2006/relationships/customXml" Target="../ink/ink136.xml"/><Relationship Id="rId120" Type="http://schemas.openxmlformats.org/officeDocument/2006/relationships/customXml" Target="../ink/ink144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7.xml"/><Relationship Id="rId167" Type="http://schemas.openxmlformats.org/officeDocument/2006/relationships/customXml" Target="../ink/ink167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30.xml"/><Relationship Id="rId162" Type="http://schemas.openxmlformats.org/officeDocument/2006/relationships/image" Target="../media/image330.png"/><Relationship Id="rId2" Type="http://schemas.openxmlformats.org/officeDocument/2006/relationships/customXml" Target="../ink/ink88.xml"/><Relationship Id="rId29" Type="http://schemas.openxmlformats.org/officeDocument/2006/relationships/image" Target="../media/image140.png"/><Relationship Id="rId24" Type="http://schemas.openxmlformats.org/officeDocument/2006/relationships/customXml" Target="../ink/ink99.xml"/><Relationship Id="rId40" Type="http://schemas.openxmlformats.org/officeDocument/2006/relationships/customXml" Target="../ink/ink107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9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2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5.xml"/><Relationship Id="rId152" Type="http://schemas.openxmlformats.org/officeDocument/2006/relationships/customXml" Target="../ink/ink160.xml"/><Relationship Id="rId19" Type="http://schemas.openxmlformats.org/officeDocument/2006/relationships/image" Target="../media/image911.png"/><Relationship Id="rId14" Type="http://schemas.openxmlformats.org/officeDocument/2006/relationships/customXml" Target="../ink/ink94.xml"/><Relationship Id="rId30" Type="http://schemas.openxmlformats.org/officeDocument/2006/relationships/customXml" Target="../ink/ink102.xml"/><Relationship Id="rId35" Type="http://schemas.openxmlformats.org/officeDocument/2006/relationships/image" Target="../media/image170.png"/><Relationship Id="rId56" Type="http://schemas.openxmlformats.org/officeDocument/2006/relationships/customXml" Target="../ink/ink115.xml"/><Relationship Id="rId77" Type="http://schemas.openxmlformats.org/officeDocument/2006/relationships/image" Target="../media/image380.png"/><Relationship Id="rId100" Type="http://schemas.openxmlformats.org/officeDocument/2006/relationships/customXml" Target="../ink/ink134.xml"/><Relationship Id="rId105" Type="http://schemas.openxmlformats.org/officeDocument/2006/relationships/image" Target="../media/image520.png"/><Relationship Id="rId126" Type="http://schemas.openxmlformats.org/officeDocument/2006/relationships/customXml" Target="../ink/ink147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1.xml"/><Relationship Id="rId51" Type="http://schemas.openxmlformats.org/officeDocument/2006/relationships/image" Target="../media/image251.png"/><Relationship Id="rId72" Type="http://schemas.openxmlformats.org/officeDocument/2006/relationships/customXml" Target="../ink/ink120.xml"/><Relationship Id="rId93" Type="http://schemas.openxmlformats.org/officeDocument/2006/relationships/image" Target="../media/image460.png"/><Relationship Id="rId98" Type="http://schemas.openxmlformats.org/officeDocument/2006/relationships/customXml" Target="../ink/ink133.xml"/><Relationship Id="rId121" Type="http://schemas.openxmlformats.org/officeDocument/2006/relationships/image" Target="../media/image600.png"/><Relationship Id="rId142" Type="http://schemas.openxmlformats.org/officeDocument/2006/relationships/customXml" Target="../ink/ink155.xml"/><Relationship Id="rId163" Type="http://schemas.openxmlformats.org/officeDocument/2006/relationships/customXml" Target="../ink/ink165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10.xml"/><Relationship Id="rId116" Type="http://schemas.openxmlformats.org/officeDocument/2006/relationships/customXml" Target="../ink/ink142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7.xml"/><Relationship Id="rId41" Type="http://schemas.openxmlformats.org/officeDocument/2006/relationships/image" Target="../media/image200.png"/><Relationship Id="rId62" Type="http://schemas.openxmlformats.org/officeDocument/2006/relationships/customXml" Target="../ink/ink118.xml"/><Relationship Id="rId83" Type="http://schemas.openxmlformats.org/officeDocument/2006/relationships/image" Target="../media/image412.png"/><Relationship Id="rId88" Type="http://schemas.openxmlformats.org/officeDocument/2006/relationships/customXml" Target="../ink/ink128.xml"/><Relationship Id="rId111" Type="http://schemas.openxmlformats.org/officeDocument/2006/relationships/image" Target="../media/image550.png"/><Relationship Id="rId132" Type="http://schemas.openxmlformats.org/officeDocument/2006/relationships/customXml" Target="../ink/ink150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5.xml"/><Relationship Id="rId57" Type="http://schemas.openxmlformats.org/officeDocument/2006/relationships/image" Target="../media/image280.png"/><Relationship Id="rId106" Type="http://schemas.openxmlformats.org/officeDocument/2006/relationships/customXml" Target="../ink/ink137.xml"/><Relationship Id="rId127" Type="http://schemas.openxmlformats.org/officeDocument/2006/relationships/image" Target="../media/image630.png"/><Relationship Id="rId10" Type="http://schemas.openxmlformats.org/officeDocument/2006/relationships/customXml" Target="../ink/ink92.xml"/><Relationship Id="rId31" Type="http://schemas.openxmlformats.org/officeDocument/2006/relationships/image" Target="../media/image150.png"/><Relationship Id="rId52" Type="http://schemas.openxmlformats.org/officeDocument/2006/relationships/customXml" Target="../ink/ink113.xml"/><Relationship Id="rId73" Type="http://schemas.openxmlformats.org/officeDocument/2006/relationships/image" Target="../media/image360.png"/><Relationship Id="rId78" Type="http://schemas.openxmlformats.org/officeDocument/2006/relationships/customXml" Target="../ink/ink123.xml"/><Relationship Id="rId94" Type="http://schemas.openxmlformats.org/officeDocument/2006/relationships/customXml" Target="../ink/ink131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5.xml"/><Relationship Id="rId143" Type="http://schemas.openxmlformats.org/officeDocument/2006/relationships/image" Target="../media/image712.png"/><Relationship Id="rId148" Type="http://schemas.openxmlformats.org/officeDocument/2006/relationships/customXml" Target="../ink/ink158.xml"/><Relationship Id="rId164" Type="http://schemas.openxmlformats.org/officeDocument/2006/relationships/image" Target="../media/image790.png"/><Relationship Id="rId4" Type="http://schemas.openxmlformats.org/officeDocument/2006/relationships/customXml" Target="../ink/ink89.xml"/><Relationship Id="rId9" Type="http://schemas.openxmlformats.org/officeDocument/2006/relationships/image" Target="../media/image411.png"/><Relationship Id="rId26" Type="http://schemas.openxmlformats.org/officeDocument/2006/relationships/customXml" Target="../ink/ink100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40.xml"/><Relationship Id="rId133" Type="http://schemas.openxmlformats.org/officeDocument/2006/relationships/image" Target="../media/image660.png"/><Relationship Id="rId154" Type="http://schemas.openxmlformats.org/officeDocument/2006/relationships/customXml" Target="../ink/ink161.xml"/><Relationship Id="rId16" Type="http://schemas.openxmlformats.org/officeDocument/2006/relationships/customXml" Target="../ink/ink95.xml"/><Relationship Id="rId37" Type="http://schemas.openxmlformats.org/officeDocument/2006/relationships/image" Target="../media/image180.png"/><Relationship Id="rId58" Type="http://schemas.openxmlformats.org/officeDocument/2006/relationships/customXml" Target="../ink/ink116.xml"/><Relationship Id="rId79" Type="http://schemas.openxmlformats.org/officeDocument/2006/relationships/image" Target="../media/image390.png"/><Relationship Id="rId102" Type="http://schemas.openxmlformats.org/officeDocument/2006/relationships/customXml" Target="../ink/ink135.xml"/><Relationship Id="rId123" Type="http://schemas.openxmlformats.org/officeDocument/2006/relationships/image" Target="../media/image612.png"/><Relationship Id="rId144" Type="http://schemas.openxmlformats.org/officeDocument/2006/relationships/customXml" Target="../ink/ink156.xml"/><Relationship Id="rId90" Type="http://schemas.openxmlformats.org/officeDocument/2006/relationships/customXml" Target="../ink/ink129.xml"/><Relationship Id="rId165" Type="http://schemas.openxmlformats.org/officeDocument/2006/relationships/customXml" Target="../ink/ink166.xml"/><Relationship Id="rId27" Type="http://schemas.openxmlformats.org/officeDocument/2006/relationships/image" Target="../media/image134.png"/><Relationship Id="rId48" Type="http://schemas.openxmlformats.org/officeDocument/2006/relationships/customXml" Target="../ink/ink111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1.xml"/><Relationship Id="rId80" Type="http://schemas.openxmlformats.org/officeDocument/2006/relationships/customXml" Target="../ink/ink124.xml"/><Relationship Id="rId155" Type="http://schemas.openxmlformats.org/officeDocument/2006/relationships/image" Target="../media/image770.pn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6.xml"/><Relationship Id="rId26" Type="http://schemas.openxmlformats.org/officeDocument/2006/relationships/customXml" Target="../ink/ink180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4.xml"/><Relationship Id="rId42" Type="http://schemas.openxmlformats.org/officeDocument/2006/relationships/customXml" Target="../ink/ink188.xml"/><Relationship Id="rId47" Type="http://schemas.openxmlformats.org/officeDocument/2006/relationships/image" Target="../media/image230.png"/><Relationship Id="rId50" Type="http://schemas.openxmlformats.org/officeDocument/2006/relationships/customXml" Target="../ink/ink192.xml"/><Relationship Id="rId7" Type="http://schemas.openxmlformats.org/officeDocument/2006/relationships/image" Target="../media/image310.png"/><Relationship Id="rId2" Type="http://schemas.openxmlformats.org/officeDocument/2006/relationships/customXml" Target="../ink/ink168.xml"/><Relationship Id="rId16" Type="http://schemas.openxmlformats.org/officeDocument/2006/relationships/customXml" Target="../ink/ink175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9.xml"/><Relationship Id="rId32" Type="http://schemas.openxmlformats.org/officeDocument/2006/relationships/customXml" Target="../ink/ink183.xml"/><Relationship Id="rId37" Type="http://schemas.openxmlformats.org/officeDocument/2006/relationships/image" Target="../media/image181.png"/><Relationship Id="rId40" Type="http://schemas.openxmlformats.org/officeDocument/2006/relationships/customXml" Target="../ink/ink187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2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9.xml"/><Relationship Id="rId52" Type="http://schemas.openxmlformats.org/officeDocument/2006/relationships/customXml" Target="../ink/ink193.xml"/><Relationship Id="rId4" Type="http://schemas.openxmlformats.org/officeDocument/2006/relationships/customXml" Target="../ink/ink169.xml"/><Relationship Id="rId9" Type="http://schemas.openxmlformats.org/officeDocument/2006/relationships/image" Target="../media/image410.png"/><Relationship Id="rId14" Type="http://schemas.openxmlformats.org/officeDocument/2006/relationships/customXml" Target="../ink/ink174.xml"/><Relationship Id="rId22" Type="http://schemas.openxmlformats.org/officeDocument/2006/relationships/customXml" Target="../ink/ink178.xml"/><Relationship Id="rId27" Type="http://schemas.openxmlformats.org/officeDocument/2006/relationships/image" Target="../media/image131.png"/><Relationship Id="rId30" Type="http://schemas.openxmlformats.org/officeDocument/2006/relationships/customXml" Target="../ink/ink182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1.xml"/><Relationship Id="rId8" Type="http://schemas.openxmlformats.org/officeDocument/2006/relationships/customXml" Target="../ink/ink171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3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6.xml"/><Relationship Id="rId46" Type="http://schemas.openxmlformats.org/officeDocument/2006/relationships/customXml" Target="../ink/ink190.xml"/><Relationship Id="rId20" Type="http://schemas.openxmlformats.org/officeDocument/2006/relationships/customXml" Target="../ink/ink177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70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1.xml"/><Relationship Id="rId36" Type="http://schemas.openxmlformats.org/officeDocument/2006/relationships/customXml" Target="../ink/ink185.xml"/><Relationship Id="rId49" Type="http://schemas.openxmlformats.org/officeDocument/2006/relationships/image" Target="../media/image2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jpeg"/><Relationship Id="rId4" Type="http://schemas.openxmlformats.org/officeDocument/2006/relationships/image" Target="../media/image9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9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4.xml"/><Relationship Id="rId21" Type="http://schemas.openxmlformats.org/officeDocument/2006/relationships/customXml" Target="../ink/ink203.xml"/><Relationship Id="rId7" Type="http://schemas.openxmlformats.org/officeDocument/2006/relationships/customXml" Target="../ink/ink196.xml"/><Relationship Id="rId12" Type="http://schemas.openxmlformats.org/officeDocument/2006/relationships/image" Target="../media/image910.png"/><Relationship Id="rId17" Type="http://schemas.openxmlformats.org/officeDocument/2006/relationships/customXml" Target="../ink/ink201.xml"/><Relationship Id="rId25" Type="http://schemas.openxmlformats.org/officeDocument/2006/relationships/customXml" Target="../ink/ink205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8.xml"/><Relationship Id="rId24" Type="http://schemas.openxmlformats.org/officeDocument/2006/relationships/image" Target="../media/image980.png"/><Relationship Id="rId5" Type="http://schemas.openxmlformats.org/officeDocument/2006/relationships/customXml" Target="../ink/ink195.xml"/><Relationship Id="rId15" Type="http://schemas.openxmlformats.org/officeDocument/2006/relationships/customXml" Target="../ink/ink200.xml"/><Relationship Id="rId23" Type="http://schemas.openxmlformats.org/officeDocument/2006/relationships/customXml" Target="../ink/ink204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2.xml"/><Relationship Id="rId4" Type="http://schemas.openxmlformats.org/officeDocument/2006/relationships/image" Target="../media/image870.png"/><Relationship Id="rId9" Type="http://schemas.openxmlformats.org/officeDocument/2006/relationships/customXml" Target="../ink/ink197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tiff"/><Relationship Id="rId7" Type="http://schemas.openxmlformats.org/officeDocument/2006/relationships/image" Target="../media/image119.tiff"/><Relationship Id="rId2" Type="http://schemas.openxmlformats.org/officeDocument/2006/relationships/image" Target="../media/image114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tiff"/><Relationship Id="rId5" Type="http://schemas.openxmlformats.org/officeDocument/2006/relationships/image" Target="../media/image117.tiff"/><Relationship Id="rId4" Type="http://schemas.openxmlformats.org/officeDocument/2006/relationships/image" Target="../media/image116.tiff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33.png"/><Relationship Id="rId7" Type="http://schemas.openxmlformats.org/officeDocument/2006/relationships/image" Target="../media/image138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Make a plan for special cases (eventual treatment may depend on monitoring data granularity):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4194DB-425F-6788-6B16-09016EFB40F6}"/>
              </a:ext>
            </a:extLst>
          </p:cNvPr>
          <p:cNvSpPr txBox="1"/>
          <p:nvPr/>
        </p:nvSpPr>
        <p:spPr>
          <a:xfrm>
            <a:off x="854110" y="633046"/>
            <a:ext cx="82396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Making plantings table</a:t>
            </a:r>
          </a:p>
          <a:p>
            <a:endParaRPr lang="en-US" dirty="0"/>
          </a:p>
          <a:p>
            <a:r>
              <a:rPr lang="en-US" dirty="0"/>
              <a:t>Selection and reduction of planting GPS points to plantings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1211B94-B415-2887-BE19-8D3EC3FA8CE9}"/>
                  </a:ext>
                </a:extLst>
              </p14:cNvPr>
              <p14:cNvContentPartPr/>
              <p14:nvPr/>
            </p14:nvContentPartPr>
            <p14:xfrm>
              <a:off x="1971463" y="159661"/>
              <a:ext cx="4149000" cy="15278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1211B94-B415-2887-BE19-8D3EC3FA8CE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61023" y="148864"/>
                <a:ext cx="4173840" cy="15526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35183" y="2303461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24743" y="2293021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454743" y="2309941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44297" y="2299149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32943" y="2228221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822143" y="2217421"/>
                <a:ext cx="1467000" cy="47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594183" y="2297341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583743" y="2286553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586583" y="2292301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575783" y="2281853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265543" y="2228221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55103" y="2217421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598983" y="2612341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588543" y="2601541"/>
                <a:ext cx="46080" cy="5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047343" y="2896741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036543" y="2885941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694983" y="2938501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684183" y="2928061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593903" y="2866501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583098" y="2856050"/>
                <a:ext cx="876969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28543" y="2800261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317745" y="2789461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889183" y="2746981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878385" y="2736541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29783" y="3555541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118983" y="3544741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07583" y="3535741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1696787" y="3525301"/>
                <a:ext cx="1052993" cy="53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09423" y="3711781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098983" y="3701383"/>
                <a:ext cx="59400" cy="1093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096823" y="3621061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86383" y="3610261"/>
                <a:ext cx="103320" cy="30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2978023" y="3724381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967583" y="3713941"/>
                <a:ext cx="37296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41543" y="3743461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30743" y="3732661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656263" y="3604861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645823" y="3594421"/>
                <a:ext cx="37944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07903" y="3586141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897103" y="3575341"/>
                <a:ext cx="327600" cy="36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580103" y="3969541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569663" y="3959092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4990063" y="4195981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4979263" y="4185181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08983" y="4017061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998185" y="4006614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172983" y="4082941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62540" y="4072141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390903" y="3969541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380463" y="3959093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19703" y="4060981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108903" y="4050541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278303" y="3958381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8267503" y="3947941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172983" y="4654981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162543" y="4644181"/>
                <a:ext cx="410040" cy="43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782823" y="4664701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772383" y="4654261"/>
                <a:ext cx="631440" cy="35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295343" y="4531141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5284543" y="4520694"/>
                <a:ext cx="2280600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385623" y="4573261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4375183" y="4562461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751223" y="4564981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2740423" y="4554181"/>
                <a:ext cx="1272600" cy="38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CD730C-45E2-A1C2-E060-B6E20208C889}"/>
              </a:ext>
            </a:extLst>
          </p:cNvPr>
          <p:cNvSpPr txBox="1"/>
          <p:nvPr/>
        </p:nvSpPr>
        <p:spPr>
          <a:xfrm>
            <a:off x="1125415" y="894303"/>
            <a:ext cx="680273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Split p_gps_pts1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Get coord/no-coord stats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Filter out no-coord records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Write to </a:t>
            </a:r>
            <a:r>
              <a:rPr lang="en-US" dirty="0" err="1"/>
              <a:t>gdb</a:t>
            </a:r>
            <a:r>
              <a:rPr lang="en-US" dirty="0"/>
              <a:t> as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Build planting geometries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Get centroids</a:t>
            </a:r>
          </a:p>
        </p:txBody>
      </p:sp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6834" y="3239619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6316745" y="5218500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10993</TotalTime>
  <Words>2692</Words>
  <Application>Microsoft Office PowerPoint</Application>
  <PresentationFormat>Widescreen</PresentationFormat>
  <Paragraphs>579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50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33</cp:revision>
  <dcterms:created xsi:type="dcterms:W3CDTF">2026-02-18T17:07:24Z</dcterms:created>
  <dcterms:modified xsi:type="dcterms:W3CDTF">2026-05-27T00:39:18Z</dcterms:modified>
  <cp:category/>
</cp:coreProperties>
</file>