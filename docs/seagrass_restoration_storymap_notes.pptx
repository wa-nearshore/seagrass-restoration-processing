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1" r:id="rId3"/>
    <p:sldId id="312" r:id="rId4"/>
    <p:sldId id="293" r:id="rId5"/>
    <p:sldId id="296" r:id="rId6"/>
    <p:sldId id="298" r:id="rId7"/>
    <p:sldId id="301" r:id="rId8"/>
    <p:sldId id="310" r:id="rId9"/>
    <p:sldId id="304" r:id="rId10"/>
    <p:sldId id="309" r:id="rId11"/>
    <p:sldId id="302" r:id="rId12"/>
    <p:sldId id="308" r:id="rId13"/>
    <p:sldId id="305" r:id="rId14"/>
    <p:sldId id="306" r:id="rId15"/>
    <p:sldId id="307" r:id="rId16"/>
    <p:sldId id="299" r:id="rId17"/>
    <p:sldId id="290" r:id="rId18"/>
    <p:sldId id="291" r:id="rId19"/>
    <p:sldId id="294" r:id="rId20"/>
    <p:sldId id="287" r:id="rId21"/>
    <p:sldId id="281" r:id="rId22"/>
    <p:sldId id="292" r:id="rId23"/>
    <p:sldId id="283" r:id="rId24"/>
    <p:sldId id="284" r:id="rId25"/>
    <p:sldId id="295" r:id="rId26"/>
    <p:sldId id="297" r:id="rId27"/>
    <p:sldId id="288" r:id="rId28"/>
    <p:sldId id="289" r:id="rId29"/>
    <p:sldId id="273" r:id="rId30"/>
    <p:sldId id="271" r:id="rId31"/>
    <p:sldId id="272" r:id="rId32"/>
    <p:sldId id="276" r:id="rId33"/>
    <p:sldId id="277" r:id="rId34"/>
    <p:sldId id="274" r:id="rId35"/>
    <p:sldId id="278" r:id="rId36"/>
    <p:sldId id="280" r:id="rId37"/>
    <p:sldId id="286" r:id="rId38"/>
    <p:sldId id="282" r:id="rId39"/>
    <p:sldId id="285" r:id="rId40"/>
    <p:sldId id="275" r:id="rId41"/>
    <p:sldId id="270" r:id="rId42"/>
    <p:sldId id="265" r:id="rId43"/>
    <p:sldId id="268" r:id="rId44"/>
    <p:sldId id="269" r:id="rId45"/>
    <p:sldId id="267" r:id="rId46"/>
    <p:sldId id="266" r:id="rId47"/>
    <p:sldId id="257" r:id="rId48"/>
    <p:sldId id="258" r:id="rId49"/>
    <p:sldId id="259" r:id="rId50"/>
    <p:sldId id="260" r:id="rId51"/>
    <p:sldId id="261" r:id="rId52"/>
    <p:sldId id="262" r:id="rId53"/>
    <p:sldId id="263" r:id="rId54"/>
    <p:sldId id="264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C9BA0"/>
    <a:srgbClr val="FB7700"/>
    <a:srgbClr val="FF8585"/>
    <a:srgbClr val="CDCDCD"/>
    <a:srgbClr val="FFFFFF"/>
    <a:srgbClr val="7F7F7F"/>
    <a:srgbClr val="00E600"/>
    <a:srgbClr val="006300"/>
    <a:srgbClr val="FFFFCC"/>
    <a:srgbClr val="F9DA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786C6D-AB95-9740-AEFC-2D45BBDF4D29}" v="48" dt="2026-06-22T03:47:54.07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62" autoAdjust="0"/>
    <p:restoredTop sz="96182" autoAdjust="0"/>
  </p:normalViewPr>
  <p:slideViewPr>
    <p:cSldViewPr snapToGrid="0">
      <p:cViewPr varScale="1">
        <p:scale>
          <a:sx n="106" d="100"/>
          <a:sy n="106" d="100"/>
        </p:scale>
        <p:origin x="876" y="102"/>
      </p:cViewPr>
      <p:guideLst>
        <p:guide orient="horz" pos="187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 sldOrd">
      <pc:chgData name="DOWTY, PETER (DNR)" userId="01cf875a-4e15-4928-8f93-7a0dfa1efb6b" providerId="ADAL" clId="{660F8803-2738-5EFD-95AE-06E7480F19FB}" dt="2026-06-11T05:16:38.255" v="5664" actId="20577"/>
      <pc:docMkLst>
        <pc:docMk/>
      </pc:docMkLst>
      <pc:sldChg chg="addSp modSp mod">
        <pc:chgData name="DOWTY, PETER (DNR)" userId="01cf875a-4e15-4928-8f93-7a0dfa1efb6b" providerId="ADAL" clId="{660F8803-2738-5EFD-95AE-06E7480F19FB}" dt="2026-06-11T05:16:38.255" v="5664" actId="20577"/>
        <pc:sldMkLst>
          <pc:docMk/>
          <pc:sldMk cId="1516653873" sldId="293"/>
        </pc:sldMkLst>
        <pc:spChg chg="mod">
          <ac:chgData name="DOWTY, PETER (DNR)" userId="01cf875a-4e15-4928-8f93-7a0dfa1efb6b" providerId="ADAL" clId="{660F8803-2738-5EFD-95AE-06E7480F19FB}" dt="2026-06-11T05:16:38.255" v="5664" actId="20577"/>
          <ac:spMkLst>
            <pc:docMk/>
            <pc:sldMk cId="1516653873" sldId="293"/>
            <ac:spMk id="2" creationId="{3CB9ECB2-453E-0440-65C6-463FD2F97B26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  <pc:sldChg chg="addSp delSp mod">
        <pc:chgData name="DOWTY, PETER (DNR)" userId="01cf875a-4e15-4928-8f93-7a0dfa1efb6b" providerId="ADAL" clId="{660F8803-2738-5EFD-95AE-06E7480F19FB}" dt="2026-06-11T05:04:45.055" v="5337" actId="21"/>
        <pc:sldMkLst>
          <pc:docMk/>
          <pc:sldMk cId="1080191347" sldId="302"/>
        </pc:sldMkLst>
      </pc:sldChg>
      <pc:sldChg chg="addSp modSp mod ord">
        <pc:chgData name="DOWTY, PETER (DNR)" userId="01cf875a-4e15-4928-8f93-7a0dfa1efb6b" providerId="ADAL" clId="{660F8803-2738-5EFD-95AE-06E7480F19FB}" dt="2026-06-11T04:44:36.080" v="5309" actId="20578"/>
        <pc:sldMkLst>
          <pc:docMk/>
          <pc:sldMk cId="2110894095" sldId="304"/>
        </pc:sldMkLst>
        <pc:spChg chg="add mod">
          <ac:chgData name="DOWTY, PETER (DNR)" userId="01cf875a-4e15-4928-8f93-7a0dfa1efb6b" providerId="ADAL" clId="{660F8803-2738-5EFD-95AE-06E7480F19FB}" dt="2026-06-05T03:09:24.414" v="5276" actId="1076"/>
          <ac:spMkLst>
            <pc:docMk/>
            <pc:sldMk cId="2110894095" sldId="304"/>
            <ac:spMk id="5" creationId="{B4549503-DBBF-AB98-796C-BC52F201C067}"/>
          </ac:spMkLst>
        </pc:spChg>
        <pc:spChg chg="add mod">
          <ac:chgData name="DOWTY, PETER (DNR)" userId="01cf875a-4e15-4928-8f93-7a0dfa1efb6b" providerId="ADAL" clId="{660F8803-2738-5EFD-95AE-06E7480F19FB}" dt="2026-06-05T03:10:12.214" v="5307" actId="1076"/>
          <ac:spMkLst>
            <pc:docMk/>
            <pc:sldMk cId="2110894095" sldId="304"/>
            <ac:spMk id="7" creationId="{63472318-5582-5699-9488-32C095C09682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6-11T05:12:57.841" v="5518" actId="20577"/>
        <pc:sldMkLst>
          <pc:docMk/>
          <pc:sldMk cId="4159988265" sldId="305"/>
        </pc:sldMkLst>
        <pc:spChg chg="mod">
          <ac:chgData name="DOWTY, PETER (DNR)" userId="01cf875a-4e15-4928-8f93-7a0dfa1efb6b" providerId="ADAL" clId="{660F8803-2738-5EFD-95AE-06E7480F19FB}" dt="2026-06-11T04:55:40.696" v="5316" actId="1076"/>
          <ac:spMkLst>
            <pc:docMk/>
            <pc:sldMk cId="4159988265" sldId="305"/>
            <ac:spMk id="3" creationId="{0668EAF3-6E44-3B77-3035-DF336B6461A4}"/>
          </ac:spMkLst>
        </pc:spChg>
        <pc:spChg chg="mod">
          <ac:chgData name="DOWTY, PETER (DNR)" userId="01cf875a-4e15-4928-8f93-7a0dfa1efb6b" providerId="ADAL" clId="{660F8803-2738-5EFD-95AE-06E7480F19FB}" dt="2026-06-11T04:54:34.565" v="5311" actId="20577"/>
          <ac:spMkLst>
            <pc:docMk/>
            <pc:sldMk cId="4159988265" sldId="305"/>
            <ac:spMk id="4" creationId="{B51C0C62-C104-C006-9AAE-F5E514B5C605}"/>
          </ac:spMkLst>
        </pc:spChg>
        <pc:spChg chg="mod">
          <ac:chgData name="DOWTY, PETER (DNR)" userId="01cf875a-4e15-4928-8f93-7a0dfa1efb6b" providerId="ADAL" clId="{660F8803-2738-5EFD-95AE-06E7480F19FB}" dt="2026-06-11T04:55:29.306" v="5314" actId="207"/>
          <ac:spMkLst>
            <pc:docMk/>
            <pc:sldMk cId="4159988265" sldId="305"/>
            <ac:spMk id="6" creationId="{3B246F87-B561-21D8-77EE-F54510DDEE03}"/>
          </ac:spMkLst>
        </pc:spChg>
        <pc:spChg chg="mod">
          <ac:chgData name="DOWTY, PETER (DNR)" userId="01cf875a-4e15-4928-8f93-7a0dfa1efb6b" providerId="ADAL" clId="{660F8803-2738-5EFD-95AE-06E7480F19FB}" dt="2026-06-11T05:00:59.655" v="5317" actId="14100"/>
          <ac:spMkLst>
            <pc:docMk/>
            <pc:sldMk cId="4159988265" sldId="305"/>
            <ac:spMk id="9" creationId="{E0CE7953-330E-2114-FD94-19078918818B}"/>
          </ac:spMkLst>
        </pc:spChg>
        <pc:spChg chg="add mod">
          <ac:chgData name="DOWTY, PETER (DNR)" userId="01cf875a-4e15-4928-8f93-7a0dfa1efb6b" providerId="ADAL" clId="{660F8803-2738-5EFD-95AE-06E7480F19FB}" dt="2026-06-11T05:01:51.262" v="5322" actId="207"/>
          <ac:spMkLst>
            <pc:docMk/>
            <pc:sldMk cId="4159988265" sldId="305"/>
            <ac:spMk id="11" creationId="{FFB3E4DB-727B-FA67-797F-58E77A9817FF}"/>
          </ac:spMkLst>
        </pc:spChg>
        <pc:spChg chg="add mod">
          <ac:chgData name="DOWTY, PETER (DNR)" userId="01cf875a-4e15-4928-8f93-7a0dfa1efb6b" providerId="ADAL" clId="{660F8803-2738-5EFD-95AE-06E7480F19FB}" dt="2026-06-11T05:03:34.353" v="5335" actId="1076"/>
          <ac:spMkLst>
            <pc:docMk/>
            <pc:sldMk cId="4159988265" sldId="305"/>
            <ac:spMk id="12" creationId="{93C45B0B-353C-0F8F-7856-80F852E7F70F}"/>
          </ac:spMkLst>
        </pc:spChg>
        <pc:spChg chg="add mod">
          <ac:chgData name="DOWTY, PETER (DNR)" userId="01cf875a-4e15-4928-8f93-7a0dfa1efb6b" providerId="ADAL" clId="{660F8803-2738-5EFD-95AE-06E7480F19FB}" dt="2026-06-11T05:04:56.809" v="5340" actId="1076"/>
          <ac:spMkLst>
            <pc:docMk/>
            <pc:sldMk cId="4159988265" sldId="305"/>
            <ac:spMk id="13" creationId="{289B1E57-7C10-F521-9D40-B2BF673C4611}"/>
          </ac:spMkLst>
        </pc:spChg>
        <pc:spChg chg="add mod">
          <ac:chgData name="DOWTY, PETER (DNR)" userId="01cf875a-4e15-4928-8f93-7a0dfa1efb6b" providerId="ADAL" clId="{660F8803-2738-5EFD-95AE-06E7480F19FB}" dt="2026-06-11T05:05:35.191" v="5343" actId="1076"/>
          <ac:spMkLst>
            <pc:docMk/>
            <pc:sldMk cId="4159988265" sldId="305"/>
            <ac:spMk id="14" creationId="{EDDC45BF-A7E6-18BE-7CD1-3C21362976BF}"/>
          </ac:spMkLst>
        </pc:spChg>
        <pc:spChg chg="add mod">
          <ac:chgData name="DOWTY, PETER (DNR)" userId="01cf875a-4e15-4928-8f93-7a0dfa1efb6b" providerId="ADAL" clId="{660F8803-2738-5EFD-95AE-06E7480F19FB}" dt="2026-06-11T05:12:41.820" v="5515" actId="114"/>
          <ac:spMkLst>
            <pc:docMk/>
            <pc:sldMk cId="4159988265" sldId="305"/>
            <ac:spMk id="15" creationId="{586BB7C5-A8DD-2C03-C718-AF104043BBC9}"/>
          </ac:spMkLst>
        </pc:spChg>
        <pc:spChg chg="add mod">
          <ac:chgData name="DOWTY, PETER (DNR)" userId="01cf875a-4e15-4928-8f93-7a0dfa1efb6b" providerId="ADAL" clId="{660F8803-2738-5EFD-95AE-06E7480F19FB}" dt="2026-06-11T05:12:57.841" v="5518" actId="20577"/>
          <ac:spMkLst>
            <pc:docMk/>
            <pc:sldMk cId="4159988265" sldId="305"/>
            <ac:spMk id="16" creationId="{FD0DF34F-F397-821A-4F5A-3AC73A58B555}"/>
          </ac:spMkLst>
        </pc:spChg>
        <pc:spChg chg="add mod">
          <ac:chgData name="DOWTY, PETER (DNR)" userId="01cf875a-4e15-4928-8f93-7a0dfa1efb6b" providerId="ADAL" clId="{660F8803-2738-5EFD-95AE-06E7480F19FB}" dt="2026-06-11T05:10:26.450" v="5503" actId="14100"/>
          <ac:spMkLst>
            <pc:docMk/>
            <pc:sldMk cId="4159988265" sldId="305"/>
            <ac:spMk id="17" creationId="{B9EF3BA6-EC3F-3095-5DB7-38D074830AB6}"/>
          </ac:spMkLst>
        </pc:spChg>
        <pc:spChg chg="add mod">
          <ac:chgData name="DOWTY, PETER (DNR)" userId="01cf875a-4e15-4928-8f93-7a0dfa1efb6b" providerId="ADAL" clId="{660F8803-2738-5EFD-95AE-06E7480F19FB}" dt="2026-06-11T05:10:46.077" v="5508" actId="14100"/>
          <ac:spMkLst>
            <pc:docMk/>
            <pc:sldMk cId="4159988265" sldId="305"/>
            <ac:spMk id="18" creationId="{92E1DF7C-7355-68C2-8DF5-7808B59BD173}"/>
          </ac:spMkLst>
        </pc:spChg>
        <pc:spChg chg="add mod">
          <ac:chgData name="DOWTY, PETER (DNR)" userId="01cf875a-4e15-4928-8f93-7a0dfa1efb6b" providerId="ADAL" clId="{660F8803-2738-5EFD-95AE-06E7480F19FB}" dt="2026-06-11T05:10:53.556" v="5509" actId="1076"/>
          <ac:spMkLst>
            <pc:docMk/>
            <pc:sldMk cId="4159988265" sldId="305"/>
            <ac:spMk id="19" creationId="{16810E00-98AF-8E02-6D92-328A1E4693E1}"/>
          </ac:spMkLst>
        </pc:spChg>
        <pc:spChg chg="add mod">
          <ac:chgData name="DOWTY, PETER (DNR)" userId="01cf875a-4e15-4928-8f93-7a0dfa1efb6b" providerId="ADAL" clId="{660F8803-2738-5EFD-95AE-06E7480F19FB}" dt="2026-06-11T05:09:10.750" v="5481" actId="14100"/>
          <ac:spMkLst>
            <pc:docMk/>
            <pc:sldMk cId="4159988265" sldId="305"/>
            <ac:spMk id="20" creationId="{717C1080-4E98-6562-5955-B2289F331152}"/>
          </ac:spMkLst>
        </pc:spChg>
        <pc:spChg chg="add mod">
          <ac:chgData name="DOWTY, PETER (DNR)" userId="01cf875a-4e15-4928-8f93-7a0dfa1efb6b" providerId="ADAL" clId="{660F8803-2738-5EFD-95AE-06E7480F19FB}" dt="2026-06-11T05:10:29.719" v="5504" actId="1076"/>
          <ac:spMkLst>
            <pc:docMk/>
            <pc:sldMk cId="4159988265" sldId="305"/>
            <ac:spMk id="21" creationId="{C48AD32E-FD86-7BFD-661E-BD9B9F0A7560}"/>
          </ac:spMkLst>
        </pc:spChg>
        <pc:spChg chg="add mod">
          <ac:chgData name="DOWTY, PETER (DNR)" userId="01cf875a-4e15-4928-8f93-7a0dfa1efb6b" providerId="ADAL" clId="{660F8803-2738-5EFD-95AE-06E7480F19FB}" dt="2026-06-11T05:10:53.556" v="5509" actId="1076"/>
          <ac:spMkLst>
            <pc:docMk/>
            <pc:sldMk cId="4159988265" sldId="305"/>
            <ac:spMk id="22" creationId="{C7328D69-FC36-64DE-EAA4-0C81BD0526DD}"/>
          </ac:spMkLst>
        </pc:spChg>
        <pc:spChg chg="add mod">
          <ac:chgData name="DOWTY, PETER (DNR)" userId="01cf875a-4e15-4928-8f93-7a0dfa1efb6b" providerId="ADAL" clId="{660F8803-2738-5EFD-95AE-06E7480F19FB}" dt="2026-06-11T05:10:15.489" v="5502" actId="14100"/>
          <ac:spMkLst>
            <pc:docMk/>
            <pc:sldMk cId="4159988265" sldId="305"/>
            <ac:spMk id="24" creationId="{088A62A4-EA43-0665-F171-4087C5AA3F81}"/>
          </ac:spMkLst>
        </pc:spChg>
        <pc:spChg chg="add mod">
          <ac:chgData name="DOWTY, PETER (DNR)" userId="01cf875a-4e15-4928-8f93-7a0dfa1efb6b" providerId="ADAL" clId="{660F8803-2738-5EFD-95AE-06E7480F19FB}" dt="2026-06-11T05:10:07.285" v="5500" actId="1076"/>
          <ac:spMkLst>
            <pc:docMk/>
            <pc:sldMk cId="4159988265" sldId="305"/>
            <ac:spMk id="25" creationId="{61367041-1F87-DF00-D702-F3FB9C83C3CE}"/>
          </ac:spMkLst>
        </pc:spChg>
        <pc:spChg chg="add mod">
          <ac:chgData name="DOWTY, PETER (DNR)" userId="01cf875a-4e15-4928-8f93-7a0dfa1efb6b" providerId="ADAL" clId="{660F8803-2738-5EFD-95AE-06E7480F19FB}" dt="2026-06-11T05:09:36.844" v="5490" actId="20577"/>
          <ac:spMkLst>
            <pc:docMk/>
            <pc:sldMk cId="4159988265" sldId="305"/>
            <ac:spMk id="26" creationId="{9316CD9B-D25E-23E1-90A6-A8F04E4DEC29}"/>
          </ac:spMkLst>
        </pc:spChg>
        <pc:spChg chg="add mod">
          <ac:chgData name="DOWTY, PETER (DNR)" userId="01cf875a-4e15-4928-8f93-7a0dfa1efb6b" providerId="ADAL" clId="{660F8803-2738-5EFD-95AE-06E7480F19FB}" dt="2026-06-11T05:10:11.174" v="5501" actId="1076"/>
          <ac:spMkLst>
            <pc:docMk/>
            <pc:sldMk cId="4159988265" sldId="305"/>
            <ac:spMk id="27" creationId="{2D25CB82-6004-8D85-A05A-B9326FD5A904}"/>
          </ac:spMkLst>
        </pc:spChg>
      </pc:sldChg>
      <pc:sldChg chg="delSp mod">
        <pc:chgData name="DOWTY, PETER (DNR)" userId="01cf875a-4e15-4928-8f93-7a0dfa1efb6b" providerId="ADAL" clId="{660F8803-2738-5EFD-95AE-06E7480F19FB}" dt="2026-06-11T05:12:07.659" v="5510" actId="478"/>
        <pc:sldMkLst>
          <pc:docMk/>
          <pc:sldMk cId="2602005344" sldId="306"/>
        </pc:sldMkLst>
      </pc:sldChg>
      <pc:sldChg chg="ord">
        <pc:chgData name="DOWTY, PETER (DNR)" userId="01cf875a-4e15-4928-8f93-7a0dfa1efb6b" providerId="ADAL" clId="{660F8803-2738-5EFD-95AE-06E7480F19FB}" dt="2026-06-11T04:54:21.700" v="5310" actId="20578"/>
        <pc:sldMkLst>
          <pc:docMk/>
          <pc:sldMk cId="3305435514" sldId="307"/>
        </pc:sldMkLst>
      </pc:sldChg>
    </pc:docChg>
  </pc:docChgLst>
  <pc:docChgLst>
    <pc:chgData name="DOWTY, PETER (DNR)" userId="01cf875a-4e15-4928-8f93-7a0dfa1efb6b" providerId="ADAL" clId="{E9054DD1-CDF4-4BE2-A4C5-BD4B0395A89E}"/>
    <pc:docChg chg="undo custSel addSld delSld modSld sldOrd">
      <pc:chgData name="DOWTY, PETER (DNR)" userId="01cf875a-4e15-4928-8f93-7a0dfa1efb6b" providerId="ADAL" clId="{E9054DD1-CDF4-4BE2-A4C5-BD4B0395A89E}" dt="2026-06-22T23:18:51.888" v="14895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9T22:21:42.052" v="11163" actId="20577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9T22:21:42.052" v="1116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">
        <pc:chgData name="DOWTY, PETER (DNR)" userId="01cf875a-4e15-4928-8f93-7a0dfa1efb6b" providerId="ADAL" clId="{E9054DD1-CDF4-4BE2-A4C5-BD4B0395A89E}" dt="2026-06-04T18:26:44.978" v="13800" actId="478"/>
        <pc:sldMkLst>
          <pc:docMk/>
          <pc:sldMk cId="593582493" sldId="290"/>
        </pc:sldMkLst>
      </pc:sldChg>
      <pc:sldChg chg="addSp delSp modSp new mod">
        <pc:chgData name="DOWTY, PETER (DNR)" userId="01cf875a-4e15-4928-8f93-7a0dfa1efb6b" providerId="ADAL" clId="{E9054DD1-CDF4-4BE2-A4C5-BD4B0395A89E}" dt="2026-05-29T20:13:02.017" v="10956" actId="1076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9T20:13:02.017" v="10956" actId="1076"/>
          <ac:spMkLst>
            <pc:docMk/>
            <pc:sldMk cId="3134302452" sldId="292"/>
            <ac:spMk id="8" creationId="{E3F8C15D-A137-1AA1-5F6F-B41F31613801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6-12T20:03:15.869" v="14878" actId="11529"/>
        <pc:sldMkLst>
          <pc:docMk/>
          <pc:sldMk cId="1516653873" sldId="293"/>
        </pc:sldMkLst>
        <pc:spChg chg="mod">
          <ac:chgData name="DOWTY, PETER (DNR)" userId="01cf875a-4e15-4928-8f93-7a0dfa1efb6b" providerId="ADAL" clId="{E9054DD1-CDF4-4BE2-A4C5-BD4B0395A89E}" dt="2026-06-11T21:24:00.424" v="14581" actId="1076"/>
          <ac:spMkLst>
            <pc:docMk/>
            <pc:sldMk cId="1516653873" sldId="293"/>
            <ac:spMk id="2" creationId="{3CB9ECB2-453E-0440-65C6-463FD2F97B26}"/>
          </ac:spMkLst>
        </pc:spChg>
        <pc:spChg chg="add mod">
          <ac:chgData name="DOWTY, PETER (DNR)" userId="01cf875a-4e15-4928-8f93-7a0dfa1efb6b" providerId="ADAL" clId="{E9054DD1-CDF4-4BE2-A4C5-BD4B0395A89E}" dt="2026-06-12T20:03:08.233" v="14877" actId="1076"/>
          <ac:spMkLst>
            <pc:docMk/>
            <pc:sldMk cId="1516653873" sldId="293"/>
            <ac:spMk id="4" creationId="{E6C1ADBB-D26A-7090-FBC9-CC9549763EF3}"/>
          </ac:spMkLst>
        </pc:spChg>
        <pc:spChg chg="add mod">
          <ac:chgData name="DOWTY, PETER (DNR)" userId="01cf875a-4e15-4928-8f93-7a0dfa1efb6b" providerId="ADAL" clId="{E9054DD1-CDF4-4BE2-A4C5-BD4B0395A89E}" dt="2026-06-11T23:03:22.854" v="14782" actId="20577"/>
          <ac:spMkLst>
            <pc:docMk/>
            <pc:sldMk cId="1516653873" sldId="293"/>
            <ac:spMk id="11" creationId="{98B15FDF-75FF-1BA8-D304-4150870574AC}"/>
          </ac:spMkLst>
        </pc:spChg>
        <pc:picChg chg="add mod">
          <ac:chgData name="DOWTY, PETER (DNR)" userId="01cf875a-4e15-4928-8f93-7a0dfa1efb6b" providerId="ADAL" clId="{E9054DD1-CDF4-4BE2-A4C5-BD4B0395A89E}" dt="2026-06-11T20:51:57.364" v="14578" actId="1076"/>
          <ac:picMkLst>
            <pc:docMk/>
            <pc:sldMk cId="1516653873" sldId="293"/>
            <ac:picMk id="8" creationId="{F11C776A-24E4-E47B-760C-EB2D4C0F711D}"/>
          </ac:picMkLst>
        </pc:picChg>
        <pc:picChg chg="add mod">
          <ac:chgData name="DOWTY, PETER (DNR)" userId="01cf875a-4e15-4928-8f93-7a0dfa1efb6b" providerId="ADAL" clId="{E9054DD1-CDF4-4BE2-A4C5-BD4B0395A89E}" dt="2026-06-11T20:52:53.082" v="14580" actId="1076"/>
          <ac:picMkLst>
            <pc:docMk/>
            <pc:sldMk cId="1516653873" sldId="293"/>
            <ac:picMk id="10" creationId="{5278D628-B96F-F0FD-BEC3-38194DE3BA7E}"/>
          </ac:picMkLst>
        </pc:picChg>
        <pc:cxnChg chg="add mod">
          <ac:chgData name="DOWTY, PETER (DNR)" userId="01cf875a-4e15-4928-8f93-7a0dfa1efb6b" providerId="ADAL" clId="{E9054DD1-CDF4-4BE2-A4C5-BD4B0395A89E}" dt="2026-06-12T20:02:24.332" v="14786" actId="1036"/>
          <ac:cxnSpMkLst>
            <pc:docMk/>
            <pc:sldMk cId="1516653873" sldId="293"/>
            <ac:cxnSpMk id="5" creationId="{251083E6-675B-004C-4D2B-D71A76F08BD3}"/>
          </ac:cxnSpMkLst>
        </pc:cxnChg>
        <pc:cxnChg chg="add">
          <ac:chgData name="DOWTY, PETER (DNR)" userId="01cf875a-4e15-4928-8f93-7a0dfa1efb6b" providerId="ADAL" clId="{E9054DD1-CDF4-4BE2-A4C5-BD4B0395A89E}" dt="2026-06-12T20:03:15.869" v="14878" actId="11529"/>
          <ac:cxnSpMkLst>
            <pc:docMk/>
            <pc:sldMk cId="1516653873" sldId="293"/>
            <ac:cxnSpMk id="15" creationId="{0E665843-C6D4-7788-8A81-D19ED514BD69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3T22:26:51.947" v="12403" actId="20577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6-03T21:34:58.198" v="12278" actId="1076"/>
          <ac:spMkLst>
            <pc:docMk/>
            <pc:sldMk cId="3137760217" sldId="294"/>
            <ac:spMk id="36" creationId="{72357900-A3A2-2DE9-8EEF-6E2C14DB3032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6-03T22:26:51.947" v="12403" actId="20577"/>
          <ac:spMkLst>
            <pc:docMk/>
            <pc:sldMk cId="3137760217" sldId="294"/>
            <ac:spMk id="57" creationId="{CA5F0FE3-3780-57D8-248A-D6CD1CB2383C}"/>
          </ac:spMkLst>
        </pc:spChg>
        <pc:spChg chg="add mod">
          <ac:chgData name="DOWTY, PETER (DNR)" userId="01cf875a-4e15-4928-8f93-7a0dfa1efb6b" providerId="ADAL" clId="{E9054DD1-CDF4-4BE2-A4C5-BD4B0395A89E}" dt="2026-06-03T22:08:30.317" v="12366" actId="1076"/>
          <ac:spMkLst>
            <pc:docMk/>
            <pc:sldMk cId="3137760217" sldId="294"/>
            <ac:spMk id="58" creationId="{A6F14E57-65C0-B8E8-CFCC-D231A2EC9D90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spChg chg="add mod">
          <ac:chgData name="DOWTY, PETER (DNR)" userId="01cf875a-4e15-4928-8f93-7a0dfa1efb6b" providerId="ADAL" clId="{E9054DD1-CDF4-4BE2-A4C5-BD4B0395A89E}" dt="2026-06-03T22:08:42.478" v="12387" actId="20577"/>
          <ac:spMkLst>
            <pc:docMk/>
            <pc:sldMk cId="3137760217" sldId="294"/>
            <ac:spMk id="61" creationId="{2D573B84-9D85-2596-9D98-1F6C83F80C93}"/>
          </ac:spMkLst>
        </pc:s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6-03T21:34:54.751" v="1227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add mod">
          <ac:chgData name="DOWTY, PETER (DNR)" userId="01cf875a-4e15-4928-8f93-7a0dfa1efb6b" providerId="ADAL" clId="{E9054DD1-CDF4-4BE2-A4C5-BD4B0395A89E}" dt="2026-06-03T21:35:11.033" v="12280" actId="1076"/>
          <ac:picMkLst>
            <pc:docMk/>
            <pc:sldMk cId="3137760217" sldId="294"/>
            <ac:picMk id="37" creationId="{271CD24A-69D0-075C-3024-3D03536AC5C2}"/>
          </ac:picMkLst>
        </pc:pic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9T15:19:08.803" v="10840" actId="20577"/>
        <pc:sldMkLst>
          <pc:docMk/>
          <pc:sldMk cId="1855335790" sldId="299"/>
        </pc:sldMkLst>
        <pc:spChg chg="add mod">
          <ac:chgData name="DOWTY, PETER (DNR)" userId="01cf875a-4e15-4928-8f93-7a0dfa1efb6b" providerId="ADAL" clId="{E9054DD1-CDF4-4BE2-A4C5-BD4B0395A89E}" dt="2026-05-29T15:19:08.803" v="10840" actId="20577"/>
          <ac:spMkLst>
            <pc:docMk/>
            <pc:sldMk cId="1855335790" sldId="299"/>
            <ac:spMk id="2" creationId="{91872E4C-457F-A6C4-D212-195D8EF99E6F}"/>
          </ac:spMkLst>
        </pc:spChg>
        <pc:spChg chg="add mod">
          <ac:chgData name="DOWTY, PETER (DNR)" userId="01cf875a-4e15-4928-8f93-7a0dfa1efb6b" providerId="ADAL" clId="{E9054DD1-CDF4-4BE2-A4C5-BD4B0395A89E}" dt="2026-05-29T14:46:29.265" v="10649" actId="20577"/>
          <ac:spMkLst>
            <pc:docMk/>
            <pc:sldMk cId="1855335790" sldId="299"/>
            <ac:spMk id="3" creationId="{BAB875C9-6FF0-341C-D10E-2D1DF71EBF1B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6-03T17:58:36.478" v="12152" actId="167"/>
        <pc:sldMkLst>
          <pc:docMk/>
          <pc:sldMk cId="1835506812" sldId="301"/>
        </pc:sldMkLst>
        <pc:spChg chg="mod">
          <ac:chgData name="DOWTY, PETER (DNR)" userId="01cf875a-4e15-4928-8f93-7a0dfa1efb6b" providerId="ADAL" clId="{E9054DD1-CDF4-4BE2-A4C5-BD4B0395A89E}" dt="2026-06-02T23:19:18.098" v="12063" actId="1076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5" creationId="{1CED1F09-6351-E795-E318-A20C479DCB53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6" creationId="{C57DAA61-636A-167A-BF10-D9C62AAE5ABF}"/>
          </ac:spMkLst>
        </pc:spChg>
        <pc:spChg chg="add mod">
          <ac:chgData name="DOWTY, PETER (DNR)" userId="01cf875a-4e15-4928-8f93-7a0dfa1efb6b" providerId="ADAL" clId="{E9054DD1-CDF4-4BE2-A4C5-BD4B0395A89E}" dt="2026-06-02T23:19:16.560" v="12062" actId="1076"/>
          <ac:spMkLst>
            <pc:docMk/>
            <pc:sldMk cId="1835506812" sldId="301"/>
            <ac:spMk id="7" creationId="{C097202F-5269-B3A1-9550-91B91B620E13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8" creationId="{BEF021BE-C797-2D88-A2DC-EC1C57124C11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9" creationId="{F63EF6BB-30C4-4646-80EE-00023B834A24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0" creationId="{AF2E4861-F20C-839A-F738-717D7645DDBB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2" creationId="{1C02C181-C779-4DB3-48EB-D9B5D2EB5829}"/>
          </ac:spMkLst>
        </pc:spChg>
        <pc:spChg chg="add mod">
          <ac:chgData name="DOWTY, PETER (DNR)" userId="01cf875a-4e15-4928-8f93-7a0dfa1efb6b" providerId="ADAL" clId="{E9054DD1-CDF4-4BE2-A4C5-BD4B0395A89E}" dt="2026-06-01T23:53:52.698" v="11674" actId="20577"/>
          <ac:spMkLst>
            <pc:docMk/>
            <pc:sldMk cId="1835506812" sldId="301"/>
            <ac:spMk id="13" creationId="{33F81F00-E7A6-4243-97DA-17CAA6DD8143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4" creationId="{9CDF2E68-DBC4-D65D-C845-DCC42B8E4DB8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5" creationId="{FE5B4845-0DBF-B970-33CE-C0B63C4338E5}"/>
          </ac:spMkLst>
        </pc:spChg>
        <pc:spChg chg="add mod">
          <ac:chgData name="DOWTY, PETER (DNR)" userId="01cf875a-4e15-4928-8f93-7a0dfa1efb6b" providerId="ADAL" clId="{E9054DD1-CDF4-4BE2-A4C5-BD4B0395A89E}" dt="2026-06-01T23:57:00.940" v="11679" actId="1076"/>
          <ac:spMkLst>
            <pc:docMk/>
            <pc:sldMk cId="1835506812" sldId="301"/>
            <ac:spMk id="16" creationId="{08034E2F-6BF4-32C2-75D8-B3B11F2AFCD7}"/>
          </ac:spMkLst>
        </pc:spChg>
        <pc:spChg chg="add mod">
          <ac:chgData name="DOWTY, PETER (DNR)" userId="01cf875a-4e15-4928-8f93-7a0dfa1efb6b" providerId="ADAL" clId="{E9054DD1-CDF4-4BE2-A4C5-BD4B0395A89E}" dt="2026-06-01T23:57:12.286" v="11680" actId="1076"/>
          <ac:spMkLst>
            <pc:docMk/>
            <pc:sldMk cId="1835506812" sldId="301"/>
            <ac:spMk id="17" creationId="{3C711E85-6069-1C4A-9783-72909BEE2CE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8" creationId="{CC194844-EC75-D7C1-2B11-5F77BA63552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9" creationId="{B8807046-6FF6-7FEB-80A8-A288A37AEAC8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0" creationId="{02CDAE73-7217-34BB-5F69-27329849BDB2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1" creationId="{AFC53919-C338-F790-806D-00971349364F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2" creationId="{205546D8-0762-BE98-4083-21600FE46AF5}"/>
          </ac:spMkLst>
        </pc:spChg>
        <pc:spChg chg="add mod">
          <ac:chgData name="DOWTY, PETER (DNR)" userId="01cf875a-4e15-4928-8f93-7a0dfa1efb6b" providerId="ADAL" clId="{E9054DD1-CDF4-4BE2-A4C5-BD4B0395A89E}" dt="2026-06-03T16:58:12.656" v="12084" actId="1076"/>
          <ac:spMkLst>
            <pc:docMk/>
            <pc:sldMk cId="1835506812" sldId="301"/>
            <ac:spMk id="23" creationId="{F1E87337-20FD-C8F0-87F2-A6980D388AE5}"/>
          </ac:spMkLst>
        </pc:spChg>
        <pc:spChg chg="add mod">
          <ac:chgData name="DOWTY, PETER (DNR)" userId="01cf875a-4e15-4928-8f93-7a0dfa1efb6b" providerId="ADAL" clId="{E9054DD1-CDF4-4BE2-A4C5-BD4B0395A89E}" dt="2026-06-02T15:13:01.717" v="11788" actId="1076"/>
          <ac:spMkLst>
            <pc:docMk/>
            <pc:sldMk cId="1835506812" sldId="301"/>
            <ac:spMk id="25" creationId="{2D9679E1-4BAC-BA48-C59A-257390CDC79F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6" creationId="{C0ABF959-5BC4-471A-54AD-ACA7AF7AF094}"/>
          </ac:spMkLst>
        </pc:spChg>
        <pc:spChg chg="add mod">
          <ac:chgData name="DOWTY, PETER (DNR)" userId="01cf875a-4e15-4928-8f93-7a0dfa1efb6b" providerId="ADAL" clId="{E9054DD1-CDF4-4BE2-A4C5-BD4B0395A89E}" dt="2026-06-02T15:14:08.781" v="11796" actId="20577"/>
          <ac:spMkLst>
            <pc:docMk/>
            <pc:sldMk cId="1835506812" sldId="301"/>
            <ac:spMk id="27" creationId="{BA03D427-46CE-A87E-7479-DB97639C94FE}"/>
          </ac:spMkLst>
        </pc:spChg>
        <pc:spChg chg="add mod">
          <ac:chgData name="DOWTY, PETER (DNR)" userId="01cf875a-4e15-4928-8f93-7a0dfa1efb6b" providerId="ADAL" clId="{E9054DD1-CDF4-4BE2-A4C5-BD4B0395A89E}" dt="2026-06-02T15:14:19.312" v="11802" actId="20577"/>
          <ac:spMkLst>
            <pc:docMk/>
            <pc:sldMk cId="1835506812" sldId="301"/>
            <ac:spMk id="28" creationId="{5E32C94E-F937-B57F-7394-72097CD9FD7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29" creationId="{042BF2F3-4CF6-0944-53D2-C766BDB236C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0" creationId="{5EB3344F-1E47-7B91-09A1-81AD7247D778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1" creationId="{1CD8231A-1A62-26D7-A849-A406F6B9342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2" creationId="{2EBBC36A-8DB4-451A-9CF8-88561C17841B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3" creationId="{03494EC8-87B3-112F-7B4C-9687216B1468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4" creationId="{43C3F10B-430C-4A9B-C1BE-DAF99A70EFA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5" creationId="{B86E6CC8-5D07-6368-DA13-F6A7E149010F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6" creationId="{03A276EE-5199-3DD7-365D-649D9CDA7F46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37" creationId="{7D16656C-E0AF-B118-BCA5-7D46074F14E8}"/>
          </ac:spMkLst>
        </pc:spChg>
        <pc:spChg chg="add mod">
          <ac:chgData name="DOWTY, PETER (DNR)" userId="01cf875a-4e15-4928-8f93-7a0dfa1efb6b" providerId="ADAL" clId="{E9054DD1-CDF4-4BE2-A4C5-BD4B0395A89E}" dt="2026-06-01T23:46:14.419" v="11647" actId="1076"/>
          <ac:spMkLst>
            <pc:docMk/>
            <pc:sldMk cId="1835506812" sldId="301"/>
            <ac:spMk id="38" creationId="{06F082C8-39FD-7C61-B8FE-3590E4A25BB9}"/>
          </ac:spMkLst>
        </pc:spChg>
        <pc:spChg chg="add mod">
          <ac:chgData name="DOWTY, PETER (DNR)" userId="01cf875a-4e15-4928-8f93-7a0dfa1efb6b" providerId="ADAL" clId="{E9054DD1-CDF4-4BE2-A4C5-BD4B0395A89E}" dt="2026-06-01T23:50:00.704" v="11667" actId="20577"/>
          <ac:spMkLst>
            <pc:docMk/>
            <pc:sldMk cId="1835506812" sldId="301"/>
            <ac:spMk id="39" creationId="{038D1C5A-DC0D-09E2-625D-8934D2198D3C}"/>
          </ac:spMkLst>
        </pc:spChg>
        <pc:spChg chg="add mod ord">
          <ac:chgData name="DOWTY, PETER (DNR)" userId="01cf875a-4e15-4928-8f93-7a0dfa1efb6b" providerId="ADAL" clId="{E9054DD1-CDF4-4BE2-A4C5-BD4B0395A89E}" dt="2026-06-03T17:51:08.266" v="12099" actId="167"/>
          <ac:spMkLst>
            <pc:docMk/>
            <pc:sldMk cId="1835506812" sldId="301"/>
            <ac:spMk id="42" creationId="{F9265CB6-2D04-501C-0F09-3FFF83160315}"/>
          </ac:spMkLst>
        </pc:spChg>
        <pc:spChg chg="add mod">
          <ac:chgData name="DOWTY, PETER (DNR)" userId="01cf875a-4e15-4928-8f93-7a0dfa1efb6b" providerId="ADAL" clId="{E9054DD1-CDF4-4BE2-A4C5-BD4B0395A89E}" dt="2026-06-03T17:54:46.175" v="12104" actId="122"/>
          <ac:spMkLst>
            <pc:docMk/>
            <pc:sldMk cId="1835506812" sldId="301"/>
            <ac:spMk id="43" creationId="{3637AE5A-FEBB-30E5-6325-292F8E1DA0F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4" creationId="{6DA6A340-2509-0F04-8EC5-1C1D48219A6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5" creationId="{A2B0DB32-DBDA-81A6-A337-D943C88AA08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6" creationId="{EEA2693D-4F80-B26D-B85F-2BEDECBC274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7" creationId="{7B93C9D5-1E81-E818-2949-2530223BC0EB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8" creationId="{E70E7CFD-7483-0DD7-79C5-A362416B9CA7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9" creationId="{1C2E54EB-245A-DC25-4BB6-C3C0454CF3A1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0" creationId="{10A2254F-AD7B-2E8A-A1E2-139507A26D1A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1" creationId="{EED36589-D173-4EA4-61A8-C34BE0ACB4B9}"/>
          </ac:spMkLst>
        </pc:spChg>
        <pc:spChg chg="add mod">
          <ac:chgData name="DOWTY, PETER (DNR)" userId="01cf875a-4e15-4928-8f93-7a0dfa1efb6b" providerId="ADAL" clId="{E9054DD1-CDF4-4BE2-A4C5-BD4B0395A89E}" dt="2026-06-02T00:20:00.284" v="11780" actId="20577"/>
          <ac:spMkLst>
            <pc:docMk/>
            <pc:sldMk cId="1835506812" sldId="301"/>
            <ac:spMk id="52" creationId="{C9290E5F-569F-61A5-6E7A-C4368AA99F54}"/>
          </ac:spMkLst>
        </pc:spChg>
        <pc:spChg chg="add mod">
          <ac:chgData name="DOWTY, PETER (DNR)" userId="01cf875a-4e15-4928-8f93-7a0dfa1efb6b" providerId="ADAL" clId="{E9054DD1-CDF4-4BE2-A4C5-BD4B0395A89E}" dt="2026-06-02T00:19:26.010" v="11779" actId="20577"/>
          <ac:spMkLst>
            <pc:docMk/>
            <pc:sldMk cId="1835506812" sldId="301"/>
            <ac:spMk id="53" creationId="{425D6CF1-3692-5F01-A863-1F90B0E95B38}"/>
          </ac:spMkLst>
        </pc:spChg>
        <pc:spChg chg="add mod">
          <ac:chgData name="DOWTY, PETER (DNR)" userId="01cf875a-4e15-4928-8f93-7a0dfa1efb6b" providerId="ADAL" clId="{E9054DD1-CDF4-4BE2-A4C5-BD4B0395A89E}" dt="2026-06-02T00:26:17.340" v="11782" actId="1076"/>
          <ac:spMkLst>
            <pc:docMk/>
            <pc:sldMk cId="1835506812" sldId="301"/>
            <ac:spMk id="54" creationId="{B9361667-2091-4FE8-BADA-38DFD9EF324F}"/>
          </ac:spMkLst>
        </pc:spChg>
        <pc:spChg chg="add mod">
          <ac:chgData name="DOWTY, PETER (DNR)" userId="01cf875a-4e15-4928-8f93-7a0dfa1efb6b" providerId="ADAL" clId="{E9054DD1-CDF4-4BE2-A4C5-BD4B0395A89E}" dt="2026-06-02T00:27:06.699" v="11784" actId="1076"/>
          <ac:spMkLst>
            <pc:docMk/>
            <pc:sldMk cId="1835506812" sldId="301"/>
            <ac:spMk id="55" creationId="{30FADCC8-FDAB-E84B-411A-8B6311D9D4E5}"/>
          </ac:spMkLst>
        </pc:spChg>
        <pc:spChg chg="add mod">
          <ac:chgData name="DOWTY, PETER (DNR)" userId="01cf875a-4e15-4928-8f93-7a0dfa1efb6b" providerId="ADAL" clId="{E9054DD1-CDF4-4BE2-A4C5-BD4B0395A89E}" dt="2026-06-02T00:28:08.596" v="11786" actId="20577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DOWTY, PETER (DNR)" userId="01cf875a-4e15-4928-8f93-7a0dfa1efb6b" providerId="ADAL" clId="{E9054DD1-CDF4-4BE2-A4C5-BD4B0395A89E}" dt="2026-06-02T15:51:29.159" v="11893" actId="1076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63" creationId="{236A0260-4A8B-3F99-2C18-0B712A54B012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64" creationId="{E16AB1D7-E866-5271-7E44-C49EFC182B53}"/>
          </ac:spMkLst>
        </pc:spChg>
        <pc:spChg chg="add mod">
          <ac:chgData name="DOWTY, PETER (DNR)" userId="01cf875a-4e15-4928-8f93-7a0dfa1efb6b" providerId="ADAL" clId="{E9054DD1-CDF4-4BE2-A4C5-BD4B0395A89E}" dt="2026-06-02T22:17:49.933" v="11973" actId="1076"/>
          <ac:spMkLst>
            <pc:docMk/>
            <pc:sldMk cId="1835506812" sldId="301"/>
            <ac:spMk id="68" creationId="{B0841662-720A-5FE5-9844-B2D7F7BF1419}"/>
          </ac:spMkLst>
        </pc:spChg>
        <pc:spChg chg="add mod">
          <ac:chgData name="DOWTY, PETER (DNR)" userId="01cf875a-4e15-4928-8f93-7a0dfa1efb6b" providerId="ADAL" clId="{E9054DD1-CDF4-4BE2-A4C5-BD4B0395A89E}" dt="2026-06-02T23:05:32.203" v="12023" actId="1076"/>
          <ac:spMkLst>
            <pc:docMk/>
            <pc:sldMk cId="1835506812" sldId="301"/>
            <ac:spMk id="69" creationId="{932CC6CF-F0F5-3E85-F792-24F455C8A8B9}"/>
          </ac:spMkLst>
        </pc:spChg>
        <pc:spChg chg="add mod">
          <ac:chgData name="DOWTY, PETER (DNR)" userId="01cf875a-4e15-4928-8f93-7a0dfa1efb6b" providerId="ADAL" clId="{E9054DD1-CDF4-4BE2-A4C5-BD4B0395A89E}" dt="2026-06-02T22:18:47.650" v="11996" actId="20577"/>
          <ac:spMkLst>
            <pc:docMk/>
            <pc:sldMk cId="1835506812" sldId="301"/>
            <ac:spMk id="70" creationId="{FC65503B-189C-429D-108A-617AB44A93CE}"/>
          </ac:spMkLst>
        </pc:spChg>
        <pc:spChg chg="add mod">
          <ac:chgData name="DOWTY, PETER (DNR)" userId="01cf875a-4e15-4928-8f93-7a0dfa1efb6b" providerId="ADAL" clId="{E9054DD1-CDF4-4BE2-A4C5-BD4B0395A89E}" dt="2026-06-02T23:09:09.143" v="12032" actId="14100"/>
          <ac:spMkLst>
            <pc:docMk/>
            <pc:sldMk cId="1835506812" sldId="301"/>
            <ac:spMk id="71" creationId="{BA12BE36-ADE2-E38B-5909-E8790792C55C}"/>
          </ac:spMkLst>
        </pc:spChg>
        <pc:spChg chg="add mod">
          <ac:chgData name="DOWTY, PETER (DNR)" userId="01cf875a-4e15-4928-8f93-7a0dfa1efb6b" providerId="ADAL" clId="{E9054DD1-CDF4-4BE2-A4C5-BD4B0395A89E}" dt="2026-06-03T17:55:49.783" v="12124" actId="20577"/>
          <ac:spMkLst>
            <pc:docMk/>
            <pc:sldMk cId="1835506812" sldId="301"/>
            <ac:spMk id="72" creationId="{0A5B5348-380B-5147-6E36-E753F79F32EC}"/>
          </ac:spMkLst>
        </pc:spChg>
        <pc:spChg chg="add mod">
          <ac:chgData name="DOWTY, PETER (DNR)" userId="01cf875a-4e15-4928-8f93-7a0dfa1efb6b" providerId="ADAL" clId="{E9054DD1-CDF4-4BE2-A4C5-BD4B0395A89E}" dt="2026-06-03T17:55:52.558" v="12126" actId="20577"/>
          <ac:spMkLst>
            <pc:docMk/>
            <pc:sldMk cId="1835506812" sldId="301"/>
            <ac:spMk id="73" creationId="{CE1D182E-0603-F7D6-873D-1FD6F7D86DC4}"/>
          </ac:spMkLst>
        </pc:spChg>
        <pc:spChg chg="add mod">
          <ac:chgData name="DOWTY, PETER (DNR)" userId="01cf875a-4e15-4928-8f93-7a0dfa1efb6b" providerId="ADAL" clId="{E9054DD1-CDF4-4BE2-A4C5-BD4B0395A89E}" dt="2026-06-03T17:55:45.942" v="12122" actId="20577"/>
          <ac:spMkLst>
            <pc:docMk/>
            <pc:sldMk cId="1835506812" sldId="301"/>
            <ac:spMk id="74" creationId="{004CC4C5-230D-3DDB-684D-8257A0C2A81D}"/>
          </ac:spMkLst>
        </pc:spChg>
        <pc:spChg chg="add mod">
          <ac:chgData name="DOWTY, PETER (DNR)" userId="01cf875a-4e15-4928-8f93-7a0dfa1efb6b" providerId="ADAL" clId="{E9054DD1-CDF4-4BE2-A4C5-BD4B0395A89E}" dt="2026-06-03T17:55:39.321" v="12120" actId="20577"/>
          <ac:spMkLst>
            <pc:docMk/>
            <pc:sldMk cId="1835506812" sldId="301"/>
            <ac:spMk id="75" creationId="{0C19321E-66E8-18AB-6F4D-046CC80DABD7}"/>
          </ac:spMkLst>
        </pc:spChg>
        <pc:spChg chg="add mod">
          <ac:chgData name="DOWTY, PETER (DNR)" userId="01cf875a-4e15-4928-8f93-7a0dfa1efb6b" providerId="ADAL" clId="{E9054DD1-CDF4-4BE2-A4C5-BD4B0395A89E}" dt="2026-06-03T17:55:55.502" v="12128" actId="20577"/>
          <ac:spMkLst>
            <pc:docMk/>
            <pc:sldMk cId="1835506812" sldId="301"/>
            <ac:spMk id="76" creationId="{A41F176F-7050-C6D9-12FD-1676C7D59B28}"/>
          </ac:spMkLst>
        </pc:spChg>
        <pc:spChg chg="add mod">
          <ac:chgData name="DOWTY, PETER (DNR)" userId="01cf875a-4e15-4928-8f93-7a0dfa1efb6b" providerId="ADAL" clId="{E9054DD1-CDF4-4BE2-A4C5-BD4B0395A89E}" dt="2026-06-02T23:20:39.385" v="12069" actId="20577"/>
          <ac:spMkLst>
            <pc:docMk/>
            <pc:sldMk cId="1835506812" sldId="301"/>
            <ac:spMk id="77" creationId="{619B5D77-A214-239D-BEFB-BE8928806529}"/>
          </ac:spMkLst>
        </pc:spChg>
        <pc:spChg chg="add mod">
          <ac:chgData name="DOWTY, PETER (DNR)" userId="01cf875a-4e15-4928-8f93-7a0dfa1efb6b" providerId="ADAL" clId="{E9054DD1-CDF4-4BE2-A4C5-BD4B0395A89E}" dt="2026-06-02T23:20:49.671" v="12071" actId="1076"/>
          <ac:spMkLst>
            <pc:docMk/>
            <pc:sldMk cId="1835506812" sldId="301"/>
            <ac:spMk id="78" creationId="{76FBC816-53A8-AA48-4750-A91E06EA1753}"/>
          </ac:spMkLst>
        </pc:spChg>
        <pc:spChg chg="add mod">
          <ac:chgData name="DOWTY, PETER (DNR)" userId="01cf875a-4e15-4928-8f93-7a0dfa1efb6b" providerId="ADAL" clId="{E9054DD1-CDF4-4BE2-A4C5-BD4B0395A89E}" dt="2026-06-02T23:20:55.144" v="12073" actId="20577"/>
          <ac:spMkLst>
            <pc:docMk/>
            <pc:sldMk cId="1835506812" sldId="301"/>
            <ac:spMk id="79" creationId="{C6EF30A8-BE1F-9158-9A95-34FB0ADDCD04}"/>
          </ac:spMkLst>
        </pc:spChg>
        <pc:spChg chg="add mod">
          <ac:chgData name="DOWTY, PETER (DNR)" userId="01cf875a-4e15-4928-8f93-7a0dfa1efb6b" providerId="ADAL" clId="{E9054DD1-CDF4-4BE2-A4C5-BD4B0395A89E}" dt="2026-06-02T23:21:20.191" v="12078" actId="206"/>
          <ac:spMkLst>
            <pc:docMk/>
            <pc:sldMk cId="1835506812" sldId="301"/>
            <ac:spMk id="80" creationId="{7E51EC16-1C5E-02A9-78C8-712716F591FD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1" creationId="{5310AE6D-8ADF-9D00-09C7-486B12564722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2" creationId="{D0485799-8A5A-DC67-A24F-51A7C5F2E323}"/>
          </ac:spMkLst>
        </pc:spChg>
        <pc:spChg chg="add mod">
          <ac:chgData name="DOWTY, PETER (DNR)" userId="01cf875a-4e15-4928-8f93-7a0dfa1efb6b" providerId="ADAL" clId="{E9054DD1-CDF4-4BE2-A4C5-BD4B0395A89E}" dt="2026-06-03T17:55:58.094" v="12130" actId="20577"/>
          <ac:spMkLst>
            <pc:docMk/>
            <pc:sldMk cId="1835506812" sldId="301"/>
            <ac:spMk id="83" creationId="{ECE2DC99-4EBB-BAD5-FEE8-06E7BB98F48C}"/>
          </ac:spMkLst>
        </pc:spChg>
        <pc:spChg chg="add mod">
          <ac:chgData name="DOWTY, PETER (DNR)" userId="01cf875a-4e15-4928-8f93-7a0dfa1efb6b" providerId="ADAL" clId="{E9054DD1-CDF4-4BE2-A4C5-BD4B0395A89E}" dt="2026-06-03T17:56:00.783" v="12132" actId="20577"/>
          <ac:spMkLst>
            <pc:docMk/>
            <pc:sldMk cId="1835506812" sldId="301"/>
            <ac:spMk id="84" creationId="{95B9A113-9E6A-8220-22CE-7E702667E34C}"/>
          </ac:spMkLst>
        </pc:spChg>
        <pc:spChg chg="add mod ord">
          <ac:chgData name="DOWTY, PETER (DNR)" userId="01cf875a-4e15-4928-8f93-7a0dfa1efb6b" providerId="ADAL" clId="{E9054DD1-CDF4-4BE2-A4C5-BD4B0395A89E}" dt="2026-06-03T17:58:36.478" v="12152" actId="167"/>
          <ac:spMkLst>
            <pc:docMk/>
            <pc:sldMk cId="1835506812" sldId="301"/>
            <ac:spMk id="85" creationId="{530B9661-8511-330E-89B6-36C854FA7E81}"/>
          </ac:spMkLst>
        </pc:spChg>
        <pc:cxnChg chg="add mod">
          <ac:chgData name="DOWTY, PETER (DNR)" userId="01cf875a-4e15-4928-8f93-7a0dfa1efb6b" providerId="ADAL" clId="{E9054DD1-CDF4-4BE2-A4C5-BD4B0395A89E}" dt="2026-06-03T17:12:28.176" v="12088" actId="1076"/>
          <ac:cxnSpMkLst>
            <pc:docMk/>
            <pc:sldMk cId="1835506812" sldId="301"/>
            <ac:cxnSpMk id="41" creationId="{7F15E203-A647-EB72-450F-5F2788475573}"/>
          </ac:cxnSpMkLst>
        </pc:cxnChg>
        <pc:cxnChg chg="add">
          <ac:chgData name="DOWTY, PETER (DNR)" userId="01cf875a-4e15-4928-8f93-7a0dfa1efb6b" providerId="ADAL" clId="{E9054DD1-CDF4-4BE2-A4C5-BD4B0395A89E}" dt="2026-06-02T15:14:35.006" v="11803" actId="11529"/>
          <ac:cxnSpMkLst>
            <pc:docMk/>
            <pc:sldMk cId="1835506812" sldId="301"/>
            <ac:cxnSpMk id="61" creationId="{86508DE1-7F13-D615-9196-8199CD7F7CC7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10T23:52:46.866" v="14238" actId="478"/>
        <pc:sldMkLst>
          <pc:docMk/>
          <pc:sldMk cId="1080191347" sldId="302"/>
        </pc:sldMkLst>
        <pc:spChg chg="mod">
          <ac:chgData name="DOWTY, PETER (DNR)" userId="01cf875a-4e15-4928-8f93-7a0dfa1efb6b" providerId="ADAL" clId="{E9054DD1-CDF4-4BE2-A4C5-BD4B0395A89E}" dt="2026-06-10T19:54:09.094" v="14134" actId="255"/>
          <ac:spMkLst>
            <pc:docMk/>
            <pc:sldMk cId="1080191347" sldId="302"/>
            <ac:spMk id="3" creationId="{8110A3D7-C4FB-1C83-A200-76837EBCE22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4" creationId="{C76B6FD2-BF8A-F576-88C8-D581036D168C}"/>
          </ac:spMkLst>
        </pc:spChg>
        <pc:spChg chg="add mod">
          <ac:chgData name="DOWTY, PETER (DNR)" userId="01cf875a-4e15-4928-8f93-7a0dfa1efb6b" providerId="ADAL" clId="{E9054DD1-CDF4-4BE2-A4C5-BD4B0395A89E}" dt="2026-06-04T14:25:46.681" v="12411" actId="1076"/>
          <ac:spMkLst>
            <pc:docMk/>
            <pc:sldMk cId="1080191347" sldId="302"/>
            <ac:spMk id="5" creationId="{7AC1CA6E-69D4-8FB4-7C1F-5B7431AB8082}"/>
          </ac:spMkLst>
        </pc:spChg>
        <pc:spChg chg="add mod">
          <ac:chgData name="DOWTY, PETER (DNR)" userId="01cf875a-4e15-4928-8f93-7a0dfa1efb6b" providerId="ADAL" clId="{E9054DD1-CDF4-4BE2-A4C5-BD4B0395A89E}" dt="2026-06-04T14:25:50.172" v="12412" actId="1076"/>
          <ac:spMkLst>
            <pc:docMk/>
            <pc:sldMk cId="1080191347" sldId="302"/>
            <ac:spMk id="6" creationId="{C4C9CCD5-87E8-518C-2C95-870A247B881F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7" creationId="{CED4FAD6-04BE-5DA1-3F40-825D4B15626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8" creationId="{B94BF8CE-D3B7-CA0B-519C-D1C5FF051D53}"/>
          </ac:spMkLst>
        </pc:spChg>
        <pc:spChg chg="add mod">
          <ac:chgData name="DOWTY, PETER (DNR)" userId="01cf875a-4e15-4928-8f93-7a0dfa1efb6b" providerId="ADAL" clId="{E9054DD1-CDF4-4BE2-A4C5-BD4B0395A89E}" dt="2026-06-04T14:25:54.825" v="12413" actId="1076"/>
          <ac:spMkLst>
            <pc:docMk/>
            <pc:sldMk cId="1080191347" sldId="302"/>
            <ac:spMk id="9" creationId="{70CE1DF2-106A-9D2C-B806-8247E001DF76}"/>
          </ac:spMkLst>
        </pc:spChg>
        <pc:spChg chg="add mod">
          <ac:chgData name="DOWTY, PETER (DNR)" userId="01cf875a-4e15-4928-8f93-7a0dfa1efb6b" providerId="ADAL" clId="{E9054DD1-CDF4-4BE2-A4C5-BD4B0395A89E}" dt="2026-06-04T14:25:58.192" v="12414" actId="1076"/>
          <ac:spMkLst>
            <pc:docMk/>
            <pc:sldMk cId="1080191347" sldId="302"/>
            <ac:spMk id="10" creationId="{06FD703F-EFBF-62D2-4C8E-207F501ADCA5}"/>
          </ac:spMkLst>
        </pc:spChg>
        <pc:spChg chg="mod">
          <ac:chgData name="DOWTY, PETER (DNR)" userId="01cf875a-4e15-4928-8f93-7a0dfa1efb6b" providerId="ADAL" clId="{E9054DD1-CDF4-4BE2-A4C5-BD4B0395A89E}" dt="2026-06-10T23:46:06.498" v="14218" actId="1035"/>
          <ac:spMkLst>
            <pc:docMk/>
            <pc:sldMk cId="1080191347" sldId="302"/>
            <ac:spMk id="13" creationId="{B5800FFF-7611-C428-D8AA-524DA9785E78}"/>
          </ac:spMkLst>
        </pc:spChg>
        <pc:spChg chg="mod">
          <ac:chgData name="DOWTY, PETER (DNR)" userId="01cf875a-4e15-4928-8f93-7a0dfa1efb6b" providerId="ADAL" clId="{E9054DD1-CDF4-4BE2-A4C5-BD4B0395A89E}" dt="2026-06-10T23:51:24.724" v="14232" actId="255"/>
          <ac:spMkLst>
            <pc:docMk/>
            <pc:sldMk cId="1080191347" sldId="302"/>
            <ac:spMk id="14" creationId="{8C33BD06-B30D-B6EF-C110-1688C122209E}"/>
          </ac:spMkLst>
        </pc:spChg>
        <pc:spChg chg="mod">
          <ac:chgData name="DOWTY, PETER (DNR)" userId="01cf875a-4e15-4928-8f93-7a0dfa1efb6b" providerId="ADAL" clId="{E9054DD1-CDF4-4BE2-A4C5-BD4B0395A89E}" dt="2026-06-10T19:52:27.329" v="14130" actId="255"/>
          <ac:spMkLst>
            <pc:docMk/>
            <pc:sldMk cId="1080191347" sldId="302"/>
            <ac:spMk id="15" creationId="{966E100B-84E3-DAB6-AC32-CE5766CC72A5}"/>
          </ac:spMkLst>
        </pc:spChg>
        <pc:spChg chg="mod">
          <ac:chgData name="DOWTY, PETER (DNR)" userId="01cf875a-4e15-4928-8f93-7a0dfa1efb6b" providerId="ADAL" clId="{E9054DD1-CDF4-4BE2-A4C5-BD4B0395A89E}" dt="2026-06-10T23:50:19.371" v="14231" actId="255"/>
          <ac:spMkLst>
            <pc:docMk/>
            <pc:sldMk cId="1080191347" sldId="302"/>
            <ac:spMk id="17" creationId="{5CC19D89-2E0F-8942-F81C-349299689EC2}"/>
          </ac:spMkLst>
        </pc:spChg>
        <pc:spChg chg="mod">
          <ac:chgData name="DOWTY, PETER (DNR)" userId="01cf875a-4e15-4928-8f93-7a0dfa1efb6b" providerId="ADAL" clId="{E9054DD1-CDF4-4BE2-A4C5-BD4B0395A89E}" dt="2026-06-10T19:52:31.571" v="14131" actId="255"/>
          <ac:spMkLst>
            <pc:docMk/>
            <pc:sldMk cId="1080191347" sldId="302"/>
            <ac:spMk id="19" creationId="{1214ADD2-1773-4F92-44C7-3A15CE7BB40C}"/>
          </ac:spMkLst>
        </pc:spChg>
        <pc:spChg chg="mod">
          <ac:chgData name="DOWTY, PETER (DNR)" userId="01cf875a-4e15-4928-8f93-7a0dfa1efb6b" providerId="ADAL" clId="{E9054DD1-CDF4-4BE2-A4C5-BD4B0395A89E}" dt="2026-06-10T23:28:23.957" v="14156" actId="20577"/>
          <ac:spMkLst>
            <pc:docMk/>
            <pc:sldMk cId="1080191347" sldId="302"/>
            <ac:spMk id="21" creationId="{972BC3C7-B01B-E3E2-306F-2D831BC47D3B}"/>
          </ac:spMkLst>
        </pc:spChg>
        <pc:spChg chg="mod">
          <ac:chgData name="DOWTY, PETER (DNR)" userId="01cf875a-4e15-4928-8f93-7a0dfa1efb6b" providerId="ADAL" clId="{E9054DD1-CDF4-4BE2-A4C5-BD4B0395A89E}" dt="2026-06-10T19:52:35.910" v="14132" actId="255"/>
          <ac:spMkLst>
            <pc:docMk/>
            <pc:sldMk cId="1080191347" sldId="302"/>
            <ac:spMk id="22" creationId="{1D247A57-E1B6-9B0B-8F6B-E131E0CB4748}"/>
          </ac:spMkLst>
        </pc:spChg>
        <pc:spChg chg="mod">
          <ac:chgData name="DOWTY, PETER (DNR)" userId="01cf875a-4e15-4928-8f93-7a0dfa1efb6b" providerId="ADAL" clId="{E9054DD1-CDF4-4BE2-A4C5-BD4B0395A89E}" dt="2026-06-10T19:52:22.955" v="14129" actId="255"/>
          <ac:spMkLst>
            <pc:docMk/>
            <pc:sldMk cId="1080191347" sldId="302"/>
            <ac:spMk id="23" creationId="{F4054005-B522-6C17-0561-68EF1063906B}"/>
          </ac:spMkLst>
        </pc:spChg>
        <pc:spChg chg="mod">
          <ac:chgData name="DOWTY, PETER (DNR)" userId="01cf875a-4e15-4928-8f93-7a0dfa1efb6b" providerId="ADAL" clId="{E9054DD1-CDF4-4BE2-A4C5-BD4B0395A89E}" dt="2026-06-10T19:52:17.173" v="14128" actId="255"/>
          <ac:spMkLst>
            <pc:docMk/>
            <pc:sldMk cId="1080191347" sldId="302"/>
            <ac:spMk id="24" creationId="{A07D71C0-6478-95C2-434E-C8C14D578D1D}"/>
          </ac:spMkLst>
        </pc:spChg>
        <pc:spChg chg="mod">
          <ac:chgData name="DOWTY, PETER (DNR)" userId="01cf875a-4e15-4928-8f93-7a0dfa1efb6b" providerId="ADAL" clId="{E9054DD1-CDF4-4BE2-A4C5-BD4B0395A89E}" dt="2026-06-10T19:51:55.740" v="14127" actId="255"/>
          <ac:spMkLst>
            <pc:docMk/>
            <pc:sldMk cId="1080191347" sldId="302"/>
            <ac:spMk id="25" creationId="{A4C45E72-8F99-B1E5-C180-E49562B77EAF}"/>
          </ac:spMkLst>
        </pc:spChg>
        <pc:spChg chg="add mod">
          <ac:chgData name="DOWTY, PETER (DNR)" userId="01cf875a-4e15-4928-8f93-7a0dfa1efb6b" providerId="ADAL" clId="{E9054DD1-CDF4-4BE2-A4C5-BD4B0395A89E}" dt="2026-06-10T20:53:02.629" v="14149" actId="1076"/>
          <ac:spMkLst>
            <pc:docMk/>
            <pc:sldMk cId="1080191347" sldId="302"/>
            <ac:spMk id="28" creationId="{8C8E5CDA-6BA6-632E-9A67-DF99BBD20B33}"/>
          </ac:spMkLst>
        </pc:spChg>
        <pc:spChg chg="add mod">
          <ac:chgData name="DOWTY, PETER (DNR)" userId="01cf875a-4e15-4928-8f93-7a0dfa1efb6b" providerId="ADAL" clId="{E9054DD1-CDF4-4BE2-A4C5-BD4B0395A89E}" dt="2026-06-10T23:43:01.080" v="14165" actId="1076"/>
          <ac:spMkLst>
            <pc:docMk/>
            <pc:sldMk cId="1080191347" sldId="302"/>
            <ac:spMk id="41" creationId="{635AEB7B-4596-306B-B630-DD51CB842583}"/>
          </ac:spMkLst>
        </pc:spChg>
        <pc:spChg chg="add mod">
          <ac:chgData name="DOWTY, PETER (DNR)" userId="01cf875a-4e15-4928-8f93-7a0dfa1efb6b" providerId="ADAL" clId="{E9054DD1-CDF4-4BE2-A4C5-BD4B0395A89E}" dt="2026-06-10T23:43:12.820" v="14169" actId="1076"/>
          <ac:spMkLst>
            <pc:docMk/>
            <pc:sldMk cId="1080191347" sldId="302"/>
            <ac:spMk id="42" creationId="{542B2A1E-C2EE-EE35-75BC-09835ACC7E8F}"/>
          </ac:spMkLst>
        </pc:spChg>
        <pc:spChg chg="add mod">
          <ac:chgData name="DOWTY, PETER (DNR)" userId="01cf875a-4e15-4928-8f93-7a0dfa1efb6b" providerId="ADAL" clId="{E9054DD1-CDF4-4BE2-A4C5-BD4B0395A89E}" dt="2026-06-10T23:43:24.107" v="14173" actId="1076"/>
          <ac:spMkLst>
            <pc:docMk/>
            <pc:sldMk cId="1080191347" sldId="302"/>
            <ac:spMk id="43" creationId="{8B8D7897-74E2-7976-6B81-C25C7B217551}"/>
          </ac:spMkLst>
        </pc:spChg>
        <pc:spChg chg="add mod">
          <ac:chgData name="DOWTY, PETER (DNR)" userId="01cf875a-4e15-4928-8f93-7a0dfa1efb6b" providerId="ADAL" clId="{E9054DD1-CDF4-4BE2-A4C5-BD4B0395A89E}" dt="2026-06-10T23:43:57.561" v="14176" actId="1076"/>
          <ac:spMkLst>
            <pc:docMk/>
            <pc:sldMk cId="1080191347" sldId="302"/>
            <ac:spMk id="44" creationId="{A36FB7A9-1195-2834-C4BE-1D26DCA4D34E}"/>
          </ac:spMkLst>
        </pc:spChg>
        <pc:spChg chg="add mod">
          <ac:chgData name="DOWTY, PETER (DNR)" userId="01cf875a-4e15-4928-8f93-7a0dfa1efb6b" providerId="ADAL" clId="{E9054DD1-CDF4-4BE2-A4C5-BD4B0395A89E}" dt="2026-06-10T23:44:09.176" v="14180" actId="1076"/>
          <ac:spMkLst>
            <pc:docMk/>
            <pc:sldMk cId="1080191347" sldId="302"/>
            <ac:spMk id="45" creationId="{0B6D04A2-402E-7BE8-5F72-B3D43A40B8FF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6" creationId="{5FE5306A-403D-AACD-D6A4-D2DB577A546C}"/>
          </ac:spMkLst>
        </pc:spChg>
        <pc:spChg chg="add mod">
          <ac:chgData name="DOWTY, PETER (DNR)" userId="01cf875a-4e15-4928-8f93-7a0dfa1efb6b" providerId="ADAL" clId="{E9054DD1-CDF4-4BE2-A4C5-BD4B0395A89E}" dt="2026-06-10T23:52:35.942" v="14237" actId="20577"/>
          <ac:spMkLst>
            <pc:docMk/>
            <pc:sldMk cId="1080191347" sldId="302"/>
            <ac:spMk id="47" creationId="{F6F3DAE4-E7A7-CF2A-A571-FA981DBDCE25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8" creationId="{CDBA4DC4-A9E3-B7AA-102B-7DC9052D0BA5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9" creationId="{2E119186-B23E-732A-259A-240C0522E2B8}"/>
          </ac:spMkLst>
        </pc:spChg>
        <pc:spChg chg="add mod">
          <ac:chgData name="DOWTY, PETER (DNR)" userId="01cf875a-4e15-4928-8f93-7a0dfa1efb6b" providerId="ADAL" clId="{E9054DD1-CDF4-4BE2-A4C5-BD4B0395A89E}" dt="2026-06-10T23:45:49.427" v="14209" actId="1076"/>
          <ac:spMkLst>
            <pc:docMk/>
            <pc:sldMk cId="1080191347" sldId="302"/>
            <ac:spMk id="50" creationId="{739A4842-212E-5FEB-0F57-F74F16D77259}"/>
          </ac:spMkLst>
        </pc:spChg>
        <pc:spChg chg="add mod">
          <ac:chgData name="DOWTY, PETER (DNR)" userId="01cf875a-4e15-4928-8f93-7a0dfa1efb6b" providerId="ADAL" clId="{E9054DD1-CDF4-4BE2-A4C5-BD4B0395A89E}" dt="2026-06-10T23:49:46.495" v="14223" actId="1076"/>
          <ac:spMkLst>
            <pc:docMk/>
            <pc:sldMk cId="1080191347" sldId="302"/>
            <ac:spMk id="51" creationId="{5B86EBF4-5AE5-2037-E20A-6EE11F8A1726}"/>
          </ac:spMkLst>
        </pc:spChg>
        <pc:spChg chg="add mod">
          <ac:chgData name="DOWTY, PETER (DNR)" userId="01cf875a-4e15-4928-8f93-7a0dfa1efb6b" providerId="ADAL" clId="{E9054DD1-CDF4-4BE2-A4C5-BD4B0395A89E}" dt="2026-06-10T23:49:59.603" v="14226" actId="1076"/>
          <ac:spMkLst>
            <pc:docMk/>
            <pc:sldMk cId="1080191347" sldId="302"/>
            <ac:spMk id="52" creationId="{EB617B18-6495-130D-F389-AF5922343FAF}"/>
          </ac:spMkLst>
        </pc:spChg>
        <pc:spChg chg="add mod">
          <ac:chgData name="DOWTY, PETER (DNR)" userId="01cf875a-4e15-4928-8f93-7a0dfa1efb6b" providerId="ADAL" clId="{E9054DD1-CDF4-4BE2-A4C5-BD4B0395A89E}" dt="2026-06-10T23:50:07.753" v="14230" actId="1076"/>
          <ac:spMkLst>
            <pc:docMk/>
            <pc:sldMk cId="1080191347" sldId="302"/>
            <ac:spMk id="53" creationId="{8A69C396-DF57-28AE-7A96-5D34B7987002}"/>
          </ac:spMkLst>
        </pc:spChg>
        <pc:picChg chg="add ord">
          <ac:chgData name="DOWTY, PETER (DNR)" userId="01cf875a-4e15-4928-8f93-7a0dfa1efb6b" providerId="ADAL" clId="{E9054DD1-CDF4-4BE2-A4C5-BD4B0395A89E}" dt="2026-06-04T14:25:06.932" v="12406" actId="167"/>
          <ac:picMkLst>
            <pc:docMk/>
            <pc:sldMk cId="1080191347" sldId="302"/>
            <ac:picMk id="12" creationId="{FFEB0EB2-5612-339D-9A81-7118DD120316}"/>
          </ac:picMkLst>
        </pc:picChg>
        <pc:cxnChg chg="add mod">
          <ac:chgData name="DOWTY, PETER (DNR)" userId="01cf875a-4e15-4928-8f93-7a0dfa1efb6b" providerId="ADAL" clId="{E9054DD1-CDF4-4BE2-A4C5-BD4B0395A89E}" dt="2026-06-10T19:47:23.148" v="14126" actId="552"/>
          <ac:cxnSpMkLst>
            <pc:docMk/>
            <pc:sldMk cId="1080191347" sldId="302"/>
            <ac:cxnSpMk id="36" creationId="{91829517-0263-8CA8-B2F8-9B79CB6292D3}"/>
          </ac:cxnSpMkLst>
        </pc:cxnChg>
        <pc:cxnChg chg="add mod">
          <ac:chgData name="DOWTY, PETER (DNR)" userId="01cf875a-4e15-4928-8f93-7a0dfa1efb6b" providerId="ADAL" clId="{E9054DD1-CDF4-4BE2-A4C5-BD4B0395A89E}" dt="2026-06-10T19:47:23.148" v="14126" actId="552"/>
          <ac:cxnSpMkLst>
            <pc:docMk/>
            <pc:sldMk cId="1080191347" sldId="302"/>
            <ac:cxnSpMk id="38" creationId="{94168204-2691-E128-CBDC-84383371E212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4T15:49:00.094" v="12641" actId="2085"/>
        <pc:sldMkLst>
          <pc:docMk/>
          <pc:sldMk cId="2110894095" sldId="304"/>
        </pc:sldMkLst>
        <pc:spChg chg="mod">
          <ac:chgData name="DOWTY, PETER (DNR)" userId="01cf875a-4e15-4928-8f93-7a0dfa1efb6b" providerId="ADAL" clId="{E9054DD1-CDF4-4BE2-A4C5-BD4B0395A89E}" dt="2026-06-04T15:12:34.414" v="12449"/>
          <ac:spMkLst>
            <pc:docMk/>
            <pc:sldMk cId="2110894095" sldId="304"/>
            <ac:spMk id="4" creationId="{712285E7-F927-7092-04F0-970231A6F020}"/>
          </ac:spMkLst>
        </pc:spChg>
        <pc:spChg chg="add mod">
          <ac:chgData name="DOWTY, PETER (DNR)" userId="01cf875a-4e15-4928-8f93-7a0dfa1efb6b" providerId="ADAL" clId="{E9054DD1-CDF4-4BE2-A4C5-BD4B0395A89E}" dt="2026-06-04T15:28:17.134" v="12562" actId="164"/>
          <ac:spMkLst>
            <pc:docMk/>
            <pc:sldMk cId="2110894095" sldId="304"/>
            <ac:spMk id="10" creationId="{988E3680-0C8B-5FA2-80EF-4E66112407A7}"/>
          </ac:spMkLst>
        </pc:spChg>
        <pc:spChg chg="add mod">
          <ac:chgData name="DOWTY, PETER (DNR)" userId="01cf875a-4e15-4928-8f93-7a0dfa1efb6b" providerId="ADAL" clId="{E9054DD1-CDF4-4BE2-A4C5-BD4B0395A89E}" dt="2026-06-04T15:27:36.429" v="12551" actId="164"/>
          <ac:spMkLst>
            <pc:docMk/>
            <pc:sldMk cId="2110894095" sldId="304"/>
            <ac:spMk id="13" creationId="{F4BE5D1A-2F91-BD6D-F25B-9D1092B2A704}"/>
          </ac:spMkLst>
        </pc:spChg>
        <pc:spChg chg="add mod">
          <ac:chgData name="DOWTY, PETER (DNR)" userId="01cf875a-4e15-4928-8f93-7a0dfa1efb6b" providerId="ADAL" clId="{E9054DD1-CDF4-4BE2-A4C5-BD4B0395A89E}" dt="2026-06-04T15:27:46.609" v="12554" actId="164"/>
          <ac:spMkLst>
            <pc:docMk/>
            <pc:sldMk cId="2110894095" sldId="304"/>
            <ac:spMk id="14" creationId="{AAC45B44-B37F-B4F0-D9C5-7B975D2EB634}"/>
          </ac:spMkLst>
        </pc:spChg>
        <pc:spChg chg="add mod">
          <ac:chgData name="DOWTY, PETER (DNR)" userId="01cf875a-4e15-4928-8f93-7a0dfa1efb6b" providerId="ADAL" clId="{E9054DD1-CDF4-4BE2-A4C5-BD4B0395A89E}" dt="2026-06-04T15:28:45.882" v="12567" actId="1076"/>
          <ac:spMkLst>
            <pc:docMk/>
            <pc:sldMk cId="2110894095" sldId="304"/>
            <ac:spMk id="18" creationId="{93206ECF-11F2-BD8C-69FC-060A6AA0F6D5}"/>
          </ac:spMkLst>
        </pc:spChg>
        <pc:spChg chg="add mod">
          <ac:chgData name="DOWTY, PETER (DNR)" userId="01cf875a-4e15-4928-8f93-7a0dfa1efb6b" providerId="ADAL" clId="{E9054DD1-CDF4-4BE2-A4C5-BD4B0395A89E}" dt="2026-06-04T15:46:06.415" v="12617" actId="164"/>
          <ac:spMkLst>
            <pc:docMk/>
            <pc:sldMk cId="2110894095" sldId="304"/>
            <ac:spMk id="20" creationId="{1CABE73D-55A3-A1BB-6544-C7C4220AE85F}"/>
          </ac:spMkLst>
        </pc:spChg>
        <pc:spChg chg="add mod">
          <ac:chgData name="DOWTY, PETER (DNR)" userId="01cf875a-4e15-4928-8f93-7a0dfa1efb6b" providerId="ADAL" clId="{E9054DD1-CDF4-4BE2-A4C5-BD4B0395A89E}" dt="2026-06-04T15:44:26.904" v="12606" actId="692"/>
          <ac:spMkLst>
            <pc:docMk/>
            <pc:sldMk cId="2110894095" sldId="304"/>
            <ac:spMk id="23" creationId="{0444A720-0743-A403-29F0-D186B9756847}"/>
          </ac:spMkLst>
        </pc:spChg>
        <pc:spChg chg="add mod">
          <ac:chgData name="DOWTY, PETER (DNR)" userId="01cf875a-4e15-4928-8f93-7a0dfa1efb6b" providerId="ADAL" clId="{E9054DD1-CDF4-4BE2-A4C5-BD4B0395A89E}" dt="2026-06-04T15:44:20.900" v="12605" actId="692"/>
          <ac:spMkLst>
            <pc:docMk/>
            <pc:sldMk cId="2110894095" sldId="304"/>
            <ac:spMk id="24" creationId="{38DCF909-18C6-CCE8-304F-CBCC5920211B}"/>
          </ac:spMkLst>
        </pc:spChg>
        <pc:spChg chg="add mod">
          <ac:chgData name="DOWTY, PETER (DNR)" userId="01cf875a-4e15-4928-8f93-7a0dfa1efb6b" providerId="ADAL" clId="{E9054DD1-CDF4-4BE2-A4C5-BD4B0395A89E}" dt="2026-06-04T15:45:11.060" v="12612" actId="206"/>
          <ac:spMkLst>
            <pc:docMk/>
            <pc:sldMk cId="2110894095" sldId="304"/>
            <ac:spMk id="25" creationId="{9819A01B-DAF9-47BA-8B3E-D37DCA563D18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29" creationId="{97AD3633-5493-573A-A57D-9E890C792950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30" creationId="{FE4F82EB-1018-C6CF-B177-123EE9B65213}"/>
          </ac:spMkLst>
        </pc:spChg>
        <pc:spChg chg="add mod">
          <ac:chgData name="DOWTY, PETER (DNR)" userId="01cf875a-4e15-4928-8f93-7a0dfa1efb6b" providerId="ADAL" clId="{E9054DD1-CDF4-4BE2-A4C5-BD4B0395A89E}" dt="2026-06-04T15:49:00.094" v="12641" actId="2085"/>
          <ac:spMkLst>
            <pc:docMk/>
            <pc:sldMk cId="2110894095" sldId="304"/>
            <ac:spMk id="31" creationId="{3C0C2B12-6EE0-65F3-E58C-7B7B97C13F6B}"/>
          </ac:spMkLst>
        </pc:spChg>
        <pc:grpChg chg="add mod">
          <ac:chgData name="DOWTY, PETER (DNR)" userId="01cf875a-4e15-4928-8f93-7a0dfa1efb6b" providerId="ADAL" clId="{E9054DD1-CDF4-4BE2-A4C5-BD4B0395A89E}" dt="2026-06-04T15:27:36.429" v="12551" actId="164"/>
          <ac:grpSpMkLst>
            <pc:docMk/>
            <pc:sldMk cId="2110894095" sldId="304"/>
            <ac:grpSpMk id="15" creationId="{404BAFDD-F7F9-C609-3EA9-9BB590308389}"/>
          </ac:grpSpMkLst>
        </pc:grpChg>
        <pc:grpChg chg="add mod">
          <ac:chgData name="DOWTY, PETER (DNR)" userId="01cf875a-4e15-4928-8f93-7a0dfa1efb6b" providerId="ADAL" clId="{E9054DD1-CDF4-4BE2-A4C5-BD4B0395A89E}" dt="2026-06-04T15:27:46.609" v="12554" actId="164"/>
          <ac:grpSpMkLst>
            <pc:docMk/>
            <pc:sldMk cId="2110894095" sldId="304"/>
            <ac:grpSpMk id="16" creationId="{A2C5E197-7950-D37A-0A17-5553365FEF81}"/>
          </ac:grpSpMkLst>
        </pc:grpChg>
        <pc:grpChg chg="add mod">
          <ac:chgData name="DOWTY, PETER (DNR)" userId="01cf875a-4e15-4928-8f93-7a0dfa1efb6b" providerId="ADAL" clId="{E9054DD1-CDF4-4BE2-A4C5-BD4B0395A89E}" dt="2026-06-04T15:28:17.134" v="12562" actId="164"/>
          <ac:grpSpMkLst>
            <pc:docMk/>
            <pc:sldMk cId="2110894095" sldId="304"/>
            <ac:grpSpMk id="17" creationId="{E193D287-7A2C-4435-D7D6-FD0A99E1C201}"/>
          </ac:grpSpMkLst>
        </pc:grpChg>
        <pc:grpChg chg="add mod">
          <ac:chgData name="DOWTY, PETER (DNR)" userId="01cf875a-4e15-4928-8f93-7a0dfa1efb6b" providerId="ADAL" clId="{E9054DD1-CDF4-4BE2-A4C5-BD4B0395A89E}" dt="2026-06-04T15:46:12.471" v="12618" actId="1076"/>
          <ac:grpSpMkLst>
            <pc:docMk/>
            <pc:sldMk cId="2110894095" sldId="304"/>
            <ac:grpSpMk id="28" creationId="{E9606D63-5F5D-9254-899F-8548AEF49430}"/>
          </ac:grpSpMkLst>
        </pc:grpChg>
        <pc:picChg chg="mod">
          <ac:chgData name="DOWTY, PETER (DNR)" userId="01cf875a-4e15-4928-8f93-7a0dfa1efb6b" providerId="ADAL" clId="{E9054DD1-CDF4-4BE2-A4C5-BD4B0395A89E}" dt="2026-06-04T15:12:34.414" v="12449"/>
          <ac:picMkLst>
            <pc:docMk/>
            <pc:sldMk cId="2110894095" sldId="304"/>
            <ac:picMk id="3" creationId="{0462DB5D-EB87-78FB-E0AF-1C0991FE0A1B}"/>
          </ac:picMkLst>
        </pc:picChg>
        <pc:picChg chg="add mod">
          <ac:chgData name="DOWTY, PETER (DNR)" userId="01cf875a-4e15-4928-8f93-7a0dfa1efb6b" providerId="ADAL" clId="{E9054DD1-CDF4-4BE2-A4C5-BD4B0395A89E}" dt="2026-06-04T15:28:51.460" v="12568" actId="1076"/>
          <ac:picMkLst>
            <pc:docMk/>
            <pc:sldMk cId="2110894095" sldId="304"/>
            <ac:picMk id="6" creationId="{B7C82D8D-5066-1592-E185-16107D664398}"/>
          </ac:picMkLst>
        </pc:picChg>
        <pc:picChg chg="add mod">
          <ac:chgData name="DOWTY, PETER (DNR)" userId="01cf875a-4e15-4928-8f93-7a0dfa1efb6b" providerId="ADAL" clId="{E9054DD1-CDF4-4BE2-A4C5-BD4B0395A89E}" dt="2026-06-04T15:19:18.263" v="12461" actId="1076"/>
          <ac:picMkLst>
            <pc:docMk/>
            <pc:sldMk cId="2110894095" sldId="304"/>
            <ac:picMk id="8" creationId="{808F7182-63DE-8EAC-2087-EB03D3550FF6}"/>
          </ac:picMkLst>
        </pc:picChg>
        <pc:picChg chg="add mod">
          <ac:chgData name="DOWTY, PETER (DNR)" userId="01cf875a-4e15-4928-8f93-7a0dfa1efb6b" providerId="ADAL" clId="{E9054DD1-CDF4-4BE2-A4C5-BD4B0395A89E}" dt="2026-06-04T15:28:17.134" v="12562" actId="164"/>
          <ac:picMkLst>
            <pc:docMk/>
            <pc:sldMk cId="2110894095" sldId="304"/>
            <ac:picMk id="9" creationId="{8DA68175-3CE6-5329-0E84-73A93947A2D0}"/>
          </ac:picMkLst>
        </pc:picChg>
        <pc:picChg chg="add mod modCrop">
          <ac:chgData name="DOWTY, PETER (DNR)" userId="01cf875a-4e15-4928-8f93-7a0dfa1efb6b" providerId="ADAL" clId="{E9054DD1-CDF4-4BE2-A4C5-BD4B0395A89E}" dt="2026-06-04T15:27:36.429" v="12551" actId="164"/>
          <ac:picMkLst>
            <pc:docMk/>
            <pc:sldMk cId="2110894095" sldId="304"/>
            <ac:picMk id="11" creationId="{4F7E892A-1AF4-32F9-E8F1-186202DACB00}"/>
          </ac:picMkLst>
        </pc:picChg>
        <pc:picChg chg="add mod modCrop">
          <ac:chgData name="DOWTY, PETER (DNR)" userId="01cf875a-4e15-4928-8f93-7a0dfa1efb6b" providerId="ADAL" clId="{E9054DD1-CDF4-4BE2-A4C5-BD4B0395A89E}" dt="2026-06-04T15:27:46.609" v="12554" actId="164"/>
          <ac:picMkLst>
            <pc:docMk/>
            <pc:sldMk cId="2110894095" sldId="304"/>
            <ac:picMk id="12" creationId="{AEB0CE5D-2CF0-EB08-663C-3115CE2133B8}"/>
          </ac:picMkLst>
        </pc:picChg>
        <pc:picChg chg="add mod">
          <ac:chgData name="DOWTY, PETER (DNR)" userId="01cf875a-4e15-4928-8f93-7a0dfa1efb6b" providerId="ADAL" clId="{E9054DD1-CDF4-4BE2-A4C5-BD4B0395A89E}" dt="2026-06-04T15:46:06.415" v="12617" actId="164"/>
          <ac:picMkLst>
            <pc:docMk/>
            <pc:sldMk cId="2110894095" sldId="304"/>
            <ac:picMk id="19" creationId="{01CCA45F-9AC7-EB57-3399-C3A6163FF143}"/>
          </ac:picMkLst>
        </pc:picChg>
        <pc:cxnChg chg="add mod">
          <ac:chgData name="DOWTY, PETER (DNR)" userId="01cf875a-4e15-4928-8f93-7a0dfa1efb6b" providerId="ADAL" clId="{E9054DD1-CDF4-4BE2-A4C5-BD4B0395A89E}" dt="2026-06-04T15:45:35.896" v="12616" actId="208"/>
          <ac:cxnSpMkLst>
            <pc:docMk/>
            <pc:sldMk cId="2110894095" sldId="304"/>
            <ac:cxnSpMk id="27" creationId="{D0B49C01-5B12-B60B-9D1F-77900E024B99}"/>
          </ac:cxnSpMkLst>
        </pc:cxnChg>
      </pc:sldChg>
      <pc:sldChg chg="addSp modSp mod">
        <pc:chgData name="DOWTY, PETER (DNR)" userId="01cf875a-4e15-4928-8f93-7a0dfa1efb6b" providerId="ADAL" clId="{E9054DD1-CDF4-4BE2-A4C5-BD4B0395A89E}" dt="2026-06-11T14:31:09.413" v="14454" actId="1076"/>
        <pc:sldMkLst>
          <pc:docMk/>
          <pc:sldMk cId="4159988265" sldId="305"/>
        </pc:sldMkLst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2" creationId="{5261260A-4643-3DBE-23EE-CC619DF3E45E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3" creationId="{0668EAF3-6E44-3B77-3035-DF336B6461A4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4" creationId="{B51C0C62-C104-C006-9AAE-F5E514B5C605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5" creationId="{2F96AC05-9E3E-DB42-D41F-EFBB08092BB5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6" creationId="{3B246F87-B561-21D8-77EE-F54510DDEE03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7" creationId="{1F45376D-A261-7C81-C33D-CA48C8766101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9" creationId="{E0CE7953-330E-2114-FD94-19078918818B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10" creationId="{0E6CB3BA-453C-3F80-80F9-5D6418ACA9DC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11" creationId="{FFB3E4DB-727B-FA67-797F-58E77A9817FF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12" creationId="{93C45B0B-353C-0F8F-7856-80F852E7F70F}"/>
          </ac:spMkLst>
        </pc:spChg>
        <pc:spChg chg="mod">
          <ac:chgData name="DOWTY, PETER (DNR)" userId="01cf875a-4e15-4928-8f93-7a0dfa1efb6b" providerId="ADAL" clId="{E9054DD1-CDF4-4BE2-A4C5-BD4B0395A89E}" dt="2026-06-11T14:29:07.398" v="14404" actId="164"/>
          <ac:spMkLst>
            <pc:docMk/>
            <pc:sldMk cId="4159988265" sldId="305"/>
            <ac:spMk id="13" creationId="{289B1E57-7C10-F521-9D40-B2BF673C4611}"/>
          </ac:spMkLst>
        </pc:spChg>
        <pc:spChg chg="mod">
          <ac:chgData name="DOWTY, PETER (DNR)" userId="01cf875a-4e15-4928-8f93-7a0dfa1efb6b" providerId="ADAL" clId="{E9054DD1-CDF4-4BE2-A4C5-BD4B0395A89E}" dt="2026-06-11T14:29:07.398" v="14404" actId="164"/>
          <ac:spMkLst>
            <pc:docMk/>
            <pc:sldMk cId="4159988265" sldId="305"/>
            <ac:spMk id="14" creationId="{EDDC45BF-A7E6-18BE-7CD1-3C21362976BF}"/>
          </ac:spMkLst>
        </pc:spChg>
        <pc:spChg chg="mod">
          <ac:chgData name="DOWTY, PETER (DNR)" userId="01cf875a-4e15-4928-8f93-7a0dfa1efb6b" providerId="ADAL" clId="{E9054DD1-CDF4-4BE2-A4C5-BD4B0395A89E}" dt="2026-06-11T14:30:03.911" v="14411" actId="164"/>
          <ac:spMkLst>
            <pc:docMk/>
            <pc:sldMk cId="4159988265" sldId="305"/>
            <ac:spMk id="15" creationId="{586BB7C5-A8DD-2C03-C718-AF104043BBC9}"/>
          </ac:spMkLst>
        </pc:spChg>
        <pc:spChg chg="mod">
          <ac:chgData name="DOWTY, PETER (DNR)" userId="01cf875a-4e15-4928-8f93-7a0dfa1efb6b" providerId="ADAL" clId="{E9054DD1-CDF4-4BE2-A4C5-BD4B0395A89E}" dt="2026-06-11T14:30:26.285" v="14415" actId="164"/>
          <ac:spMkLst>
            <pc:docMk/>
            <pc:sldMk cId="4159988265" sldId="305"/>
            <ac:spMk id="16" creationId="{FD0DF34F-F397-821A-4F5A-3AC73A58B555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17" creationId="{B9EF3BA6-EC3F-3095-5DB7-38D074830AB6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18" creationId="{92E1DF7C-7355-68C2-8DF5-7808B59BD173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19" creationId="{16810E00-98AF-8E02-6D92-328A1E4693E1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20" creationId="{717C1080-4E98-6562-5955-B2289F331152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21" creationId="{C48AD32E-FD86-7BFD-661E-BD9B9F0A7560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22" creationId="{C7328D69-FC36-64DE-EAA4-0C81BD0526DD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4" creationId="{088A62A4-EA43-0665-F171-4087C5AA3F81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5" creationId="{61367041-1F87-DF00-D702-F3FB9C83C3CE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6" creationId="{9316CD9B-D25E-23E1-90A6-A8F04E4DEC29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7" creationId="{2D25CB82-6004-8D85-A05A-B9326FD5A904}"/>
          </ac:spMkLst>
        </pc:spChg>
        <pc:spChg chg="add mod">
          <ac:chgData name="DOWTY, PETER (DNR)" userId="01cf875a-4e15-4928-8f93-7a0dfa1efb6b" providerId="ADAL" clId="{E9054DD1-CDF4-4BE2-A4C5-BD4B0395A89E}" dt="2026-06-11T14:31:09.413" v="14454" actId="1076"/>
          <ac:spMkLst>
            <pc:docMk/>
            <pc:sldMk cId="4159988265" sldId="305"/>
            <ac:spMk id="31" creationId="{C1579EA5-C65F-50D5-12CD-89C6C777B55D}"/>
          </ac:spMkLst>
        </pc:spChg>
        <pc:grpChg chg="add mod">
          <ac:chgData name="DOWTY, PETER (DNR)" userId="01cf875a-4e15-4928-8f93-7a0dfa1efb6b" providerId="ADAL" clId="{E9054DD1-CDF4-4BE2-A4C5-BD4B0395A89E}" dt="2026-06-11T14:30:41.248" v="14418" actId="1076"/>
          <ac:grpSpMkLst>
            <pc:docMk/>
            <pc:sldMk cId="4159988265" sldId="305"/>
            <ac:grpSpMk id="8" creationId="{27ADEC77-C9FA-2563-95A9-5101FF414903}"/>
          </ac:grpSpMkLst>
        </pc:grpChg>
        <pc:grpChg chg="add mod">
          <ac:chgData name="DOWTY, PETER (DNR)" userId="01cf875a-4e15-4928-8f93-7a0dfa1efb6b" providerId="ADAL" clId="{E9054DD1-CDF4-4BE2-A4C5-BD4B0395A89E}" dt="2026-06-11T14:30:03.911" v="14411" actId="164"/>
          <ac:grpSpMkLst>
            <pc:docMk/>
            <pc:sldMk cId="4159988265" sldId="305"/>
            <ac:grpSpMk id="23" creationId="{6E18580E-0AF4-60AF-43F5-37EED632B0AB}"/>
          </ac:grpSpMkLst>
        </pc:grpChg>
        <pc:grpChg chg="add mod">
          <ac:chgData name="DOWTY, PETER (DNR)" userId="01cf875a-4e15-4928-8f93-7a0dfa1efb6b" providerId="ADAL" clId="{E9054DD1-CDF4-4BE2-A4C5-BD4B0395A89E}" dt="2026-06-11T14:30:34.942" v="14417" actId="1076"/>
          <ac:grpSpMkLst>
            <pc:docMk/>
            <pc:sldMk cId="4159988265" sldId="305"/>
            <ac:grpSpMk id="28" creationId="{50E2C8C4-3315-B2A2-E838-4167F67AA090}"/>
          </ac:grpSpMkLst>
        </pc:grpChg>
        <pc:grpChg chg="add mod">
          <ac:chgData name="DOWTY, PETER (DNR)" userId="01cf875a-4e15-4928-8f93-7a0dfa1efb6b" providerId="ADAL" clId="{E9054DD1-CDF4-4BE2-A4C5-BD4B0395A89E}" dt="2026-06-11T14:30:26.285" v="14415" actId="164"/>
          <ac:grpSpMkLst>
            <pc:docMk/>
            <pc:sldMk cId="4159988265" sldId="305"/>
            <ac:grpSpMk id="29" creationId="{DF3F0123-E24D-E2BC-96AD-2CB4655E3ED9}"/>
          </ac:grpSpMkLst>
        </pc:grpChg>
        <pc:grpChg chg="add mod">
          <ac:chgData name="DOWTY, PETER (DNR)" userId="01cf875a-4e15-4928-8f93-7a0dfa1efb6b" providerId="ADAL" clId="{E9054DD1-CDF4-4BE2-A4C5-BD4B0395A89E}" dt="2026-06-11T14:30:30.492" v="14416" actId="1076"/>
          <ac:grpSpMkLst>
            <pc:docMk/>
            <pc:sldMk cId="4159988265" sldId="305"/>
            <ac:grpSpMk id="30" creationId="{BEE08E63-1902-7C15-4820-29CC64C5AE8C}"/>
          </ac:grpSpMkLst>
        </pc:grpChg>
      </pc:sldChg>
      <pc:sldChg chg="addSp delSp modSp add mod">
        <pc:chgData name="DOWTY, PETER (DNR)" userId="01cf875a-4e15-4928-8f93-7a0dfa1efb6b" providerId="ADAL" clId="{E9054DD1-CDF4-4BE2-A4C5-BD4B0395A89E}" dt="2026-06-10T19:36:43.713" v="14119" actId="1076"/>
        <pc:sldMkLst>
          <pc:docMk/>
          <pc:sldMk cId="3305435514" sldId="307"/>
        </pc:sldMkLst>
        <pc:spChg chg="mod">
          <ac:chgData name="DOWTY, PETER (DNR)" userId="01cf875a-4e15-4928-8f93-7a0dfa1efb6b" providerId="ADAL" clId="{E9054DD1-CDF4-4BE2-A4C5-BD4B0395A89E}" dt="2026-06-10T14:41:31.995" v="13907" actId="1037"/>
          <ac:spMkLst>
            <pc:docMk/>
            <pc:sldMk cId="3305435514" sldId="307"/>
            <ac:spMk id="22" creationId="{1D247A57-E1B6-9B0B-8F6B-E131E0CB4748}"/>
          </ac:spMkLst>
        </pc:spChg>
        <pc:spChg chg="mod">
          <ac:chgData name="DOWTY, PETER (DNR)" userId="01cf875a-4e15-4928-8f93-7a0dfa1efb6b" providerId="ADAL" clId="{E9054DD1-CDF4-4BE2-A4C5-BD4B0395A89E}" dt="2026-06-10T19:36:43.713" v="14119" actId="1076"/>
          <ac:spMkLst>
            <pc:docMk/>
            <pc:sldMk cId="3305435514" sldId="307"/>
            <ac:spMk id="46" creationId="{4AED065C-CC6D-4878-9FF9-651DDC49322C}"/>
          </ac:spMkLst>
        </pc:spChg>
        <pc:spChg chg="mod">
          <ac:chgData name="DOWTY, PETER (DNR)" userId="01cf875a-4e15-4928-8f93-7a0dfa1efb6b" providerId="ADAL" clId="{E9054DD1-CDF4-4BE2-A4C5-BD4B0395A89E}" dt="2026-06-10T19:25:35.329" v="14013" actId="20577"/>
          <ac:spMkLst>
            <pc:docMk/>
            <pc:sldMk cId="3305435514" sldId="307"/>
            <ac:spMk id="63" creationId="{12B52783-9427-D0A1-C35E-29E8DEA0CE6A}"/>
          </ac:spMkLst>
        </pc:spChg>
        <pc:spChg chg="mod">
          <ac:chgData name="DOWTY, PETER (DNR)" userId="01cf875a-4e15-4928-8f93-7a0dfa1efb6b" providerId="ADAL" clId="{E9054DD1-CDF4-4BE2-A4C5-BD4B0395A89E}" dt="2026-06-10T19:24:22.598" v="13999" actId="20577"/>
          <ac:spMkLst>
            <pc:docMk/>
            <pc:sldMk cId="3305435514" sldId="307"/>
            <ac:spMk id="64" creationId="{5F82AF93-8FD0-F2F5-67EA-B02CF93C9CF2}"/>
          </ac:spMkLst>
        </pc:spChg>
        <pc:spChg chg="add mod">
          <ac:chgData name="DOWTY, PETER (DNR)" userId="01cf875a-4e15-4928-8f93-7a0dfa1efb6b" providerId="ADAL" clId="{E9054DD1-CDF4-4BE2-A4C5-BD4B0395A89E}" dt="2026-06-10T19:35:56.071" v="14110" actId="1076"/>
          <ac:spMkLst>
            <pc:docMk/>
            <pc:sldMk cId="3305435514" sldId="307"/>
            <ac:spMk id="69" creationId="{73B6B001-75EE-CE30-F441-83913DDBF5AC}"/>
          </ac:spMkLst>
        </pc:spChg>
        <pc:spChg chg="add mod">
          <ac:chgData name="DOWTY, PETER (DNR)" userId="01cf875a-4e15-4928-8f93-7a0dfa1efb6b" providerId="ADAL" clId="{E9054DD1-CDF4-4BE2-A4C5-BD4B0395A89E}" dt="2026-06-10T19:34:33.684" v="14101" actId="14838"/>
          <ac:spMkLst>
            <pc:docMk/>
            <pc:sldMk cId="3305435514" sldId="307"/>
            <ac:spMk id="70" creationId="{8E23B4B7-1DDA-E03B-3F1D-BA2566F2A627}"/>
          </ac:spMkLst>
        </pc:spChg>
        <pc:spChg chg="add mod">
          <ac:chgData name="DOWTY, PETER (DNR)" userId="01cf875a-4e15-4928-8f93-7a0dfa1efb6b" providerId="ADAL" clId="{E9054DD1-CDF4-4BE2-A4C5-BD4B0395A89E}" dt="2026-06-10T19:28:41.340" v="14047" actId="1076"/>
          <ac:spMkLst>
            <pc:docMk/>
            <pc:sldMk cId="3305435514" sldId="307"/>
            <ac:spMk id="71" creationId="{B6FD02ED-D405-3088-C61C-3870ABADC5DB}"/>
          </ac:spMkLst>
        </pc:spChg>
        <pc:spChg chg="add mod">
          <ac:chgData name="DOWTY, PETER (DNR)" userId="01cf875a-4e15-4928-8f93-7a0dfa1efb6b" providerId="ADAL" clId="{E9054DD1-CDF4-4BE2-A4C5-BD4B0395A89E}" dt="2026-06-10T19:27:37.848" v="14033" actId="1076"/>
          <ac:spMkLst>
            <pc:docMk/>
            <pc:sldMk cId="3305435514" sldId="307"/>
            <ac:spMk id="72" creationId="{4607C6C1-94EB-1D99-91EE-C4AB6C953217}"/>
          </ac:spMkLst>
        </pc:spChg>
        <pc:spChg chg="add mod">
          <ac:chgData name="DOWTY, PETER (DNR)" userId="01cf875a-4e15-4928-8f93-7a0dfa1efb6b" providerId="ADAL" clId="{E9054DD1-CDF4-4BE2-A4C5-BD4B0395A89E}" dt="2026-06-10T19:27:09.614" v="14026" actId="1076"/>
          <ac:spMkLst>
            <pc:docMk/>
            <pc:sldMk cId="3305435514" sldId="307"/>
            <ac:spMk id="73" creationId="{DACAAB0B-742F-17B7-7C41-0DEB318F448A}"/>
          </ac:spMkLst>
        </pc:spChg>
        <pc:picChg chg="mod">
          <ac:chgData name="DOWTY, PETER (DNR)" userId="01cf875a-4e15-4928-8f93-7a0dfa1efb6b" providerId="ADAL" clId="{E9054DD1-CDF4-4BE2-A4C5-BD4B0395A89E}" dt="2026-06-10T19:28:02.135" v="14046" actId="1076"/>
          <ac:picMkLst>
            <pc:docMk/>
            <pc:sldMk cId="3305435514" sldId="307"/>
            <ac:picMk id="12" creationId="{FFEB0EB2-5612-339D-9A81-7118DD120316}"/>
          </ac:picMkLst>
        </pc:picChg>
        <pc:cxnChg chg="add mod">
          <ac:chgData name="DOWTY, PETER (DNR)" userId="01cf875a-4e15-4928-8f93-7a0dfa1efb6b" providerId="ADAL" clId="{E9054DD1-CDF4-4BE2-A4C5-BD4B0395A89E}" dt="2026-06-10T16:56:18.443" v="13991" actId="1582"/>
          <ac:cxnSpMkLst>
            <pc:docMk/>
            <pc:sldMk cId="3305435514" sldId="307"/>
            <ac:cxnSpMk id="67" creationId="{EE966F27-B6A0-BE78-D9D6-2C369E93BC04}"/>
          </ac:cxnSpMkLst>
        </pc:cxnChg>
        <pc:cxnChg chg="add mod">
          <ac:chgData name="DOWTY, PETER (DNR)" userId="01cf875a-4e15-4928-8f93-7a0dfa1efb6b" providerId="ADAL" clId="{E9054DD1-CDF4-4BE2-A4C5-BD4B0395A89E}" dt="2026-06-10T16:56:18.443" v="13991" actId="1582"/>
          <ac:cxnSpMkLst>
            <pc:docMk/>
            <pc:sldMk cId="3305435514" sldId="307"/>
            <ac:cxnSpMk id="68" creationId="{54DB520E-3C72-AF20-25CF-217F7D4903DA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6-22T23:18:51.888" v="14895"/>
        <pc:sldMkLst>
          <pc:docMk/>
          <pc:sldMk cId="2867469800" sldId="308"/>
        </pc:sldMkLst>
        <pc:spChg chg="add mod">
          <ac:chgData name="DOWTY, PETER (DNR)" userId="01cf875a-4e15-4928-8f93-7a0dfa1efb6b" providerId="ADAL" clId="{E9054DD1-CDF4-4BE2-A4C5-BD4B0395A89E}" dt="2026-06-22T20:16:21.005" v="14880" actId="208"/>
          <ac:spMkLst>
            <pc:docMk/>
            <pc:sldMk cId="2867469800" sldId="308"/>
            <ac:spMk id="2" creationId="{6B57603C-EB1D-3B79-B4FD-F14DB7137554}"/>
          </ac:spMkLst>
        </pc:spChg>
        <pc:spChg chg="add mod">
          <ac:chgData name="DOWTY, PETER (DNR)" userId="01cf875a-4e15-4928-8f93-7a0dfa1efb6b" providerId="ADAL" clId="{E9054DD1-CDF4-4BE2-A4C5-BD4B0395A89E}" dt="2026-06-22T20:16:38.170" v="14894" actId="1076"/>
          <ac:spMkLst>
            <pc:docMk/>
            <pc:sldMk cId="2867469800" sldId="308"/>
            <ac:spMk id="3" creationId="{5A096CEC-898D-156C-36EB-35817C9BBDD0}"/>
          </ac:spMkLst>
        </pc:spChg>
        <pc:picChg chg="add mod">
          <ac:chgData name="DOWTY, PETER (DNR)" userId="01cf875a-4e15-4928-8f93-7a0dfa1efb6b" providerId="ADAL" clId="{E9054DD1-CDF4-4BE2-A4C5-BD4B0395A89E}" dt="2026-06-11T16:17:25.058" v="14536" actId="931"/>
          <ac:picMkLst>
            <pc:docMk/>
            <pc:sldMk cId="2867469800" sldId="308"/>
            <ac:picMk id="5" creationId="{BA31E29E-F63F-19EC-BF63-11F4C6C01AF2}"/>
          </ac:picMkLst>
        </pc:pic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DC861EC1-FB29-4C02-B83C-8A44B3A41BE2}"/>
    <pc:docChg chg="modSld">
      <pc:chgData name="DOWTY, PETER (DNR)" userId="01cf875a-4e15-4928-8f93-7a0dfa1efb6b" providerId="ADAL" clId="{DC861EC1-FB29-4C02-B83C-8A44B3A41BE2}" dt="2026-06-23T02:31:37.016" v="0"/>
      <pc:docMkLst>
        <pc:docMk/>
      </pc:docMkLst>
      <pc:sldChg chg="addSp mod">
        <pc:chgData name="DOWTY, PETER (DNR)" userId="01cf875a-4e15-4928-8f93-7a0dfa1efb6b" providerId="ADAL" clId="{DC861EC1-FB29-4C02-B83C-8A44B3A41BE2}" dt="2026-06-23T02:31:37.016" v="0"/>
        <pc:sldMkLst>
          <pc:docMk/>
          <pc:sldMk cId="4105985679" sldId="311"/>
        </pc:sldMkLst>
        <pc:inkChg chg="add">
          <ac:chgData name="DOWTY, PETER (DNR)" userId="01cf875a-4e15-4928-8f93-7a0dfa1efb6b" providerId="ADAL" clId="{DC861EC1-FB29-4C02-B83C-8A44B3A41BE2}" dt="2026-06-23T02:31:37.016" v="0"/>
          <ac:inkMkLst>
            <pc:docMk/>
            <pc:sldMk cId="4105985679" sldId="311"/>
            <ac:inkMk id="14" creationId="{6686C5A7-E2E3-55A1-34F3-0D9BEECAC181}"/>
          </ac:inkMkLst>
        </pc:inkChg>
      </pc:sldChg>
    </pc:docChg>
  </pc:docChgLst>
  <pc:docChgLst>
    <pc:chgData name="Pete Dowty" userId="91aba14b6835b0ae" providerId="LiveId" clId="{660F8803-2738-5EFD-95AE-06E7480F19FB}"/>
    <pc:docChg chg="undo custSel addSld delSld modSld sldOrd">
      <pc:chgData name="Pete Dowty" userId="91aba14b6835b0ae" providerId="LiveId" clId="{660F8803-2738-5EFD-95AE-06E7480F19FB}" dt="2026-06-22T03:55:32.968" v="4388" actId="14100"/>
      <pc:docMkLst>
        <pc:docMk/>
      </pc:docMkLst>
      <pc:sldChg chg="addSp delSp modSp mod">
        <pc:chgData name="Pete Dowty" userId="91aba14b6835b0ae" providerId="LiveId" clId="{660F8803-2738-5EFD-95AE-06E7480F19FB}" dt="2026-06-12T04:03:03.487" v="2927" actId="478"/>
        <pc:sldMkLst>
          <pc:docMk/>
          <pc:sldMk cId="1516653873" sldId="293"/>
        </pc:sldMkLst>
        <pc:spChg chg="add mod">
          <ac:chgData name="Pete Dowty" userId="91aba14b6835b0ae" providerId="LiveId" clId="{660F8803-2738-5EFD-95AE-06E7480F19FB}" dt="2026-06-09T05:08:22.228" v="2709" actId="20577"/>
          <ac:spMkLst>
            <pc:docMk/>
            <pc:sldMk cId="1516653873" sldId="293"/>
            <ac:spMk id="2" creationId="{3CB9ECB2-453E-0440-65C6-463FD2F97B26}"/>
          </ac:spMkLst>
        </pc:spChg>
        <pc:spChg chg="add mod">
          <ac:chgData name="Pete Dowty" userId="91aba14b6835b0ae" providerId="LiveId" clId="{660F8803-2738-5EFD-95AE-06E7480F19FB}" dt="2026-06-12T03:48:03.834" v="2856" actId="1076"/>
          <ac:spMkLst>
            <pc:docMk/>
            <pc:sldMk cId="1516653873" sldId="293"/>
            <ac:spMk id="7" creationId="{E0CD528A-E4D3-7555-818C-B7FB788B65DF}"/>
          </ac:spMkLst>
        </pc:spChg>
        <pc:spChg chg="mod">
          <ac:chgData name="Pete Dowty" userId="91aba14b6835b0ae" providerId="LiveId" clId="{660F8803-2738-5EFD-95AE-06E7480F19FB}" dt="2026-06-12T03:46:52.196" v="2830" actId="1076"/>
          <ac:spMkLst>
            <pc:docMk/>
            <pc:sldMk cId="1516653873" sldId="293"/>
            <ac:spMk id="11" creationId="{98B15FDF-75FF-1BA8-D304-4150870574AC}"/>
          </ac:spMkLst>
        </pc:spChg>
        <pc:spChg chg="add mod">
          <ac:chgData name="Pete Dowty" userId="91aba14b6835b0ae" providerId="LiveId" clId="{660F8803-2738-5EFD-95AE-06E7480F19FB}" dt="2026-06-12T03:49:58.593" v="2864" actId="207"/>
          <ac:spMkLst>
            <pc:docMk/>
            <pc:sldMk cId="1516653873" sldId="293"/>
            <ac:spMk id="12" creationId="{B242F891-4D7D-484E-E58F-D70F4DAA2F86}"/>
          </ac:spMkLst>
        </pc:spChg>
        <pc:spChg chg="add mod">
          <ac:chgData name="Pete Dowty" userId="91aba14b6835b0ae" providerId="LiveId" clId="{660F8803-2738-5EFD-95AE-06E7480F19FB}" dt="2026-06-12T03:53:49.222" v="2874" actId="208"/>
          <ac:spMkLst>
            <pc:docMk/>
            <pc:sldMk cId="1516653873" sldId="293"/>
            <ac:spMk id="17" creationId="{4218A011-B31E-5756-43B8-545BA231B7B8}"/>
          </ac:spMkLst>
        </pc:spChg>
        <pc:spChg chg="add mod">
          <ac:chgData name="Pete Dowty" userId="91aba14b6835b0ae" providerId="LiveId" clId="{660F8803-2738-5EFD-95AE-06E7480F19FB}" dt="2026-06-12T03:54:40.160" v="2880" actId="206"/>
          <ac:spMkLst>
            <pc:docMk/>
            <pc:sldMk cId="1516653873" sldId="293"/>
            <ac:spMk id="18" creationId="{136F3C05-73F9-C8DE-76A6-79760AC890F6}"/>
          </ac:spMkLst>
        </pc:spChg>
        <pc:spChg chg="add mod">
          <ac:chgData name="Pete Dowty" userId="91aba14b6835b0ae" providerId="LiveId" clId="{660F8803-2738-5EFD-95AE-06E7480F19FB}" dt="2026-06-12T03:58:10.071" v="2883" actId="208"/>
          <ac:spMkLst>
            <pc:docMk/>
            <pc:sldMk cId="1516653873" sldId="293"/>
            <ac:spMk id="19" creationId="{7F0D0B57-C14B-B0EF-7AC6-63C7736A7DEA}"/>
          </ac:spMkLst>
        </pc:spChg>
        <pc:spChg chg="add mod">
          <ac:chgData name="Pete Dowty" userId="91aba14b6835b0ae" providerId="LiveId" clId="{660F8803-2738-5EFD-95AE-06E7480F19FB}" dt="2026-06-12T04:00:04.029" v="2900" actId="255"/>
          <ac:spMkLst>
            <pc:docMk/>
            <pc:sldMk cId="1516653873" sldId="293"/>
            <ac:spMk id="20" creationId="{62AC18E7-1FFA-4ECA-06EF-4D05CFF39DEC}"/>
          </ac:spMkLst>
        </pc:spChg>
        <pc:spChg chg="add mod">
          <ac:chgData name="Pete Dowty" userId="91aba14b6835b0ae" providerId="LiveId" clId="{660F8803-2738-5EFD-95AE-06E7480F19FB}" dt="2026-06-12T03:59:52.417" v="2899" actId="206"/>
          <ac:spMkLst>
            <pc:docMk/>
            <pc:sldMk cId="1516653873" sldId="293"/>
            <ac:spMk id="21" creationId="{32DFE7C5-AB8B-0CA0-4313-08C0A7A59117}"/>
          </ac:spMkLst>
        </pc:spChg>
        <pc:spChg chg="add mod">
          <ac:chgData name="Pete Dowty" userId="91aba14b6835b0ae" providerId="LiveId" clId="{660F8803-2738-5EFD-95AE-06E7480F19FB}" dt="2026-06-12T04:00:16.127" v="2906" actId="20577"/>
          <ac:spMkLst>
            <pc:docMk/>
            <pc:sldMk cId="1516653873" sldId="293"/>
            <ac:spMk id="22" creationId="{40C17E96-9B4C-137F-CA73-D3D0DAED2790}"/>
          </ac:spMkLst>
        </pc:spChg>
        <pc:spChg chg="add mod">
          <ac:chgData name="Pete Dowty" userId="91aba14b6835b0ae" providerId="LiveId" clId="{660F8803-2738-5EFD-95AE-06E7480F19FB}" dt="2026-06-12T04:01:45.896" v="2914" actId="1076"/>
          <ac:spMkLst>
            <pc:docMk/>
            <pc:sldMk cId="1516653873" sldId="293"/>
            <ac:spMk id="23" creationId="{0604D8AD-FD17-287F-AE7C-D60523729C01}"/>
          </ac:spMkLst>
        </pc:spChg>
        <pc:spChg chg="add mod">
          <ac:chgData name="Pete Dowty" userId="91aba14b6835b0ae" providerId="LiveId" clId="{660F8803-2738-5EFD-95AE-06E7480F19FB}" dt="2026-06-12T04:02:51.172" v="2925" actId="1076"/>
          <ac:spMkLst>
            <pc:docMk/>
            <pc:sldMk cId="1516653873" sldId="293"/>
            <ac:spMk id="26" creationId="{47646B5E-1122-96B1-F80D-E56554A5D84F}"/>
          </ac:spMkLst>
        </pc:spChg>
        <pc:spChg chg="add mod">
          <ac:chgData name="Pete Dowty" userId="91aba14b6835b0ae" providerId="LiveId" clId="{660F8803-2738-5EFD-95AE-06E7480F19FB}" dt="2026-06-12T04:02:41.187" v="2924" actId="1076"/>
          <ac:spMkLst>
            <pc:docMk/>
            <pc:sldMk cId="1516653873" sldId="293"/>
            <ac:spMk id="27" creationId="{437E86B1-4F4C-A62A-752D-255D1DC74905}"/>
          </ac:spMkLst>
        </pc:spChg>
        <pc:spChg chg="add mod">
          <ac:chgData name="Pete Dowty" userId="91aba14b6835b0ae" providerId="LiveId" clId="{660F8803-2738-5EFD-95AE-06E7480F19FB}" dt="2026-06-12T04:02:30.129" v="2921" actId="1076"/>
          <ac:spMkLst>
            <pc:docMk/>
            <pc:sldMk cId="1516653873" sldId="293"/>
            <ac:spMk id="28" creationId="{EA0572C3-C0B5-B36B-65C6-823512DE46B9}"/>
          </ac:spMkLst>
        </pc:spChg>
        <pc:grpChg chg="add">
          <ac:chgData name="Pete Dowty" userId="91aba14b6835b0ae" providerId="LiveId" clId="{660F8803-2738-5EFD-95AE-06E7480F19FB}" dt="2026-06-12T03:48:22.044" v="2857" actId="164"/>
          <ac:grpSpMkLst>
            <pc:docMk/>
            <pc:sldMk cId="1516653873" sldId="293"/>
            <ac:grpSpMk id="9" creationId="{9BED97E2-94BB-071D-F3D4-B6F7B44C9DA1}"/>
          </ac:grpSpMkLst>
        </pc:grpChg>
        <pc:picChg chg="add mod">
          <ac:chgData name="Pete Dowty" userId="91aba14b6835b0ae" providerId="LiveId" clId="{660F8803-2738-5EFD-95AE-06E7480F19FB}" dt="2026-06-12T03:46:47.288" v="2829" actId="1076"/>
          <ac:picMkLst>
            <pc:docMk/>
            <pc:sldMk cId="1516653873" sldId="293"/>
            <ac:picMk id="3" creationId="{074E7BE8-DDFA-F39D-DF6D-C4330D494718}"/>
          </ac:picMkLst>
        </pc:picChg>
        <pc:picChg chg="add mod">
          <ac:chgData name="Pete Dowty" userId="91aba14b6835b0ae" providerId="LiveId" clId="{660F8803-2738-5EFD-95AE-06E7480F19FB}" dt="2026-06-12T03:47:36.897" v="2833" actId="1076"/>
          <ac:picMkLst>
            <pc:docMk/>
            <pc:sldMk cId="1516653873" sldId="293"/>
            <ac:picMk id="6" creationId="{43D3E1AC-F208-6031-C570-E14D19BDDFE5}"/>
          </ac:picMkLst>
        </pc:picChg>
        <pc:picChg chg="mod">
          <ac:chgData name="Pete Dowty" userId="91aba14b6835b0ae" providerId="LiveId" clId="{660F8803-2738-5EFD-95AE-06E7480F19FB}" dt="2026-06-12T03:45:03.183" v="2823" actId="1076"/>
          <ac:picMkLst>
            <pc:docMk/>
            <pc:sldMk cId="1516653873" sldId="293"/>
            <ac:picMk id="8" creationId="{F11C776A-24E4-E47B-760C-EB2D4C0F711D}"/>
          </ac:picMkLst>
        </pc:picChg>
        <pc:picChg chg="mod">
          <ac:chgData name="Pete Dowty" userId="91aba14b6835b0ae" providerId="LiveId" clId="{660F8803-2738-5EFD-95AE-06E7480F19FB}" dt="2026-06-12T03:45:11.341" v="2825" actId="1076"/>
          <ac:picMkLst>
            <pc:docMk/>
            <pc:sldMk cId="1516653873" sldId="293"/>
            <ac:picMk id="10" creationId="{5278D628-B96F-F0FD-BEC3-38194DE3BA7E}"/>
          </ac:picMkLst>
        </pc:picChg>
        <pc:cxnChg chg="add mod">
          <ac:chgData name="Pete Dowty" userId="91aba14b6835b0ae" providerId="LiveId" clId="{660F8803-2738-5EFD-95AE-06E7480F19FB}" dt="2026-06-12T03:49:42.708" v="2861" actId="208"/>
          <ac:cxnSpMkLst>
            <pc:docMk/>
            <pc:sldMk cId="1516653873" sldId="293"/>
            <ac:cxnSpMk id="14" creationId="{121E07D9-6ACA-BE8F-FC06-799196501474}"/>
          </ac:cxnSpMkLst>
        </pc:cxnChg>
        <pc:cxnChg chg="add mod">
          <ac:chgData name="Pete Dowty" userId="91aba14b6835b0ae" providerId="LiveId" clId="{660F8803-2738-5EFD-95AE-06E7480F19FB}" dt="2026-06-12T03:51:20.533" v="2871" actId="1076"/>
          <ac:cxnSpMkLst>
            <pc:docMk/>
            <pc:sldMk cId="1516653873" sldId="293"/>
            <ac:cxnSpMk id="16" creationId="{2794B0C4-4AB9-9DE7-B6F0-F412829E5CA2}"/>
          </ac:cxnSpMkLst>
        </pc:cxnChg>
      </pc:sldChg>
      <pc:sldChg chg="addSp delSp modSp mod">
        <pc:chgData name="Pete Dowty" userId="91aba14b6835b0ae" providerId="LiveId" clId="{660F8803-2738-5EFD-95AE-06E7480F19FB}" dt="2026-06-06T04:42:08.651" v="1706" actId="206"/>
        <pc:sldMkLst>
          <pc:docMk/>
          <pc:sldMk cId="1835506812" sldId="301"/>
        </pc:sldMkLst>
        <pc:spChg chg="add mod">
          <ac:chgData name="Pete Dowty" userId="91aba14b6835b0ae" providerId="LiveId" clId="{660F8803-2738-5EFD-95AE-06E7480F19FB}" dt="2026-06-03T04:52:49.327" v="753" actId="14838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Pete Dowty" userId="91aba14b6835b0ae" providerId="LiveId" clId="{660F8803-2738-5EFD-95AE-06E7480F19FB}" dt="2026-06-02T03:48:18.771" v="451" actId="1076"/>
          <ac:spMkLst>
            <pc:docMk/>
            <pc:sldMk cId="1835506812" sldId="301"/>
            <ac:spMk id="3" creationId="{CAEEE0A7-E838-7A8E-4208-4764CC1864A6}"/>
          </ac:spMkLst>
        </pc:spChg>
        <pc:spChg chg="add mod">
          <ac:chgData name="Pete Dowty" userId="91aba14b6835b0ae" providerId="LiveId" clId="{660F8803-2738-5EFD-95AE-06E7480F19FB}" dt="2026-06-02T03:49:21.644" v="462" actId="206"/>
          <ac:spMkLst>
            <pc:docMk/>
            <pc:sldMk cId="1835506812" sldId="301"/>
            <ac:spMk id="4" creationId="{845D2CD3-1BD2-E08B-13B3-C8808A1F1B7E}"/>
          </ac:spMkLst>
        </pc:spChg>
        <pc:spChg chg="mod">
          <ac:chgData name="Pete Dowty" userId="91aba14b6835b0ae" providerId="LiveId" clId="{660F8803-2738-5EFD-95AE-06E7480F19FB}" dt="2026-06-02T03:46:13.686" v="444" actId="20577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Pete Dowty" userId="91aba14b6835b0ae" providerId="LiveId" clId="{660F8803-2738-5EFD-95AE-06E7480F19FB}" dt="2026-06-02T03:50:14.641" v="467" actId="206"/>
          <ac:spMkLst>
            <pc:docMk/>
            <pc:sldMk cId="1835506812" sldId="301"/>
            <ac:spMk id="24" creationId="{5CC45558-C687-C147-B236-08CCF3BD9772}"/>
          </ac:spMkLst>
        </pc:spChg>
        <pc:spChg chg="add mod">
          <ac:chgData name="Pete Dowty" userId="91aba14b6835b0ae" providerId="LiveId" clId="{660F8803-2738-5EFD-95AE-06E7480F19FB}" dt="2026-06-06T04:42:08.651" v="1706" actId="206"/>
          <ac:spMkLst>
            <pc:docMk/>
            <pc:sldMk cId="1835506812" sldId="301"/>
            <ac:spMk id="40" creationId="{5B6C2A25-7008-F36A-58F0-3EFB7160B1DE}"/>
          </ac:spMkLst>
        </pc:spChg>
        <pc:spChg chg="mod">
          <ac:chgData name="Pete Dowty" userId="91aba14b6835b0ae" providerId="LiveId" clId="{660F8803-2738-5EFD-95AE-06E7480F19FB}" dt="2026-06-02T03:57:07.012" v="475" actId="20577"/>
          <ac:spMkLst>
            <pc:docMk/>
            <pc:sldMk cId="1835506812" sldId="301"/>
            <ac:spMk id="51" creationId="{EED36589-D173-4EA4-61A8-C34BE0ACB4B9}"/>
          </ac:spMkLst>
        </pc:spChg>
        <pc:spChg chg="mod">
          <ac:chgData name="Pete Dowty" userId="91aba14b6835b0ae" providerId="LiveId" clId="{660F8803-2738-5EFD-95AE-06E7480F19FB}" dt="2026-06-03T04:53:22.607" v="785" actId="14838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Pete Dowty" userId="91aba14b6835b0ae" providerId="LiveId" clId="{660F8803-2738-5EFD-95AE-06E7480F19FB}" dt="2026-06-03T04:46:29.830" v="657" actId="206"/>
          <ac:spMkLst>
            <pc:docMk/>
            <pc:sldMk cId="1835506812" sldId="301"/>
            <ac:spMk id="58" creationId="{055B6D82-9674-EF47-D6B5-835E2F7AA9CE}"/>
          </ac:spMkLst>
        </pc:spChg>
        <pc:spChg chg="add mod">
          <ac:chgData name="Pete Dowty" userId="91aba14b6835b0ae" providerId="LiveId" clId="{660F8803-2738-5EFD-95AE-06E7480F19FB}" dt="2026-06-03T04:51:37.640" v="684" actId="167"/>
          <ac:spMkLst>
            <pc:docMk/>
            <pc:sldMk cId="1835506812" sldId="301"/>
            <ac:spMk id="59" creationId="{4C469FAC-C07F-037F-EC31-D26B79491074}"/>
          </ac:spMkLst>
        </pc:spChg>
        <pc:spChg chg="mod">
          <ac:chgData name="Pete Dowty" userId="91aba14b6835b0ae" providerId="LiveId" clId="{660F8803-2738-5EFD-95AE-06E7480F19FB}" dt="2026-06-03T04:42:43.691" v="651" actId="20577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Pete Dowty" userId="91aba14b6835b0ae" providerId="LiveId" clId="{660F8803-2738-5EFD-95AE-06E7480F19FB}" dt="2026-06-03T04:49:13.101" v="670" actId="206"/>
          <ac:spMkLst>
            <pc:docMk/>
            <pc:sldMk cId="1835506812" sldId="301"/>
            <ac:spMk id="65" creationId="{FC9531D5-C169-16E6-F354-D8B05CE744A5}"/>
          </ac:spMkLst>
        </pc:spChg>
        <pc:spChg chg="add mod">
          <ac:chgData name="Pete Dowty" userId="91aba14b6835b0ae" providerId="LiveId" clId="{660F8803-2738-5EFD-95AE-06E7480F19FB}" dt="2026-06-03T04:49:48.538" v="675" actId="206"/>
          <ac:spMkLst>
            <pc:docMk/>
            <pc:sldMk cId="1835506812" sldId="301"/>
            <ac:spMk id="66" creationId="{97748B36-302E-BB5B-5014-EF4C8350C1BC}"/>
          </ac:spMkLst>
        </pc:spChg>
        <pc:spChg chg="add mod">
          <ac:chgData name="Pete Dowty" userId="91aba14b6835b0ae" providerId="LiveId" clId="{660F8803-2738-5EFD-95AE-06E7480F19FB}" dt="2026-06-03T04:51:30.653" v="683" actId="167"/>
          <ac:spMkLst>
            <pc:docMk/>
            <pc:sldMk cId="1835506812" sldId="301"/>
            <ac:spMk id="67" creationId="{891E5C1F-C693-FC21-C6D2-BE1974D8F3F0}"/>
          </ac:spMkLst>
        </pc:spChg>
        <pc:cxnChg chg="add mod">
          <ac:chgData name="Pete Dowty" userId="91aba14b6835b0ae" providerId="LiveId" clId="{660F8803-2738-5EFD-95AE-06E7480F19FB}" dt="2026-06-02T04:00:10.964" v="478" actId="208"/>
          <ac:cxnSpMkLst>
            <pc:docMk/>
            <pc:sldMk cId="1835506812" sldId="301"/>
            <ac:cxnSpMk id="57" creationId="{DF16117C-E93E-553D-5465-6872273B16C0}"/>
          </ac:cxnSpMkLst>
        </pc:cxnChg>
        <pc:cxnChg chg="add mod">
          <ac:chgData name="Pete Dowty" userId="91aba14b6835b0ae" providerId="LiveId" clId="{660F8803-2738-5EFD-95AE-06E7480F19FB}" dt="2026-06-02T04:07:05.793" v="515" actId="208"/>
          <ac:cxnSpMkLst>
            <pc:docMk/>
            <pc:sldMk cId="1835506812" sldId="301"/>
            <ac:cxnSpMk id="60" creationId="{2150FF30-BBA1-C4F4-7E2D-91785648075A}"/>
          </ac:cxnSpMkLst>
        </pc:cxnChg>
      </pc:sldChg>
      <pc:sldChg chg="addSp delSp modSp mod">
        <pc:chgData name="Pete Dowty" userId="91aba14b6835b0ae" providerId="LiveId" clId="{660F8803-2738-5EFD-95AE-06E7480F19FB}" dt="2026-06-08T03:15:29.967" v="2351" actId="571"/>
        <pc:sldMkLst>
          <pc:docMk/>
          <pc:sldMk cId="1080191347" sldId="302"/>
        </pc:sldMkLst>
        <pc:spChg chg="add mod">
          <ac:chgData name="Pete Dowty" userId="91aba14b6835b0ae" providerId="LiveId" clId="{660F8803-2738-5EFD-95AE-06E7480F19FB}" dt="2026-06-06T04:04:06.711" v="1464" actId="1076"/>
          <ac:spMkLst>
            <pc:docMk/>
            <pc:sldMk cId="1080191347" sldId="302"/>
            <ac:spMk id="2" creationId="{80CDFAD8-254E-B1F9-BEE4-35A7BD532477}"/>
          </ac:spMkLst>
        </pc:spChg>
        <pc:spChg chg="add mod">
          <ac:chgData name="Pete Dowty" userId="91aba14b6835b0ae" providerId="LiveId" clId="{660F8803-2738-5EFD-95AE-06E7480F19FB}" dt="2026-06-06T22:28:48.481" v="2245" actId="20577"/>
          <ac:spMkLst>
            <pc:docMk/>
            <pc:sldMk cId="1080191347" sldId="302"/>
            <ac:spMk id="3" creationId="{8110A3D7-C4FB-1C83-A200-76837EBCE228}"/>
          </ac:spMkLst>
        </pc:spChg>
        <pc:spChg chg="mod">
          <ac:chgData name="Pete Dowty" userId="91aba14b6835b0ae" providerId="LiveId" clId="{660F8803-2738-5EFD-95AE-06E7480F19FB}" dt="2026-06-07T04:04:17.872" v="2290" actId="1076"/>
          <ac:spMkLst>
            <pc:docMk/>
            <pc:sldMk cId="1080191347" sldId="302"/>
            <ac:spMk id="10" creationId="{06FD703F-EFBF-62D2-4C8E-207F501ADCA5}"/>
          </ac:spMkLst>
        </pc:spChg>
        <pc:spChg chg="add mod">
          <ac:chgData name="Pete Dowty" userId="91aba14b6835b0ae" providerId="LiveId" clId="{660F8803-2738-5EFD-95AE-06E7480F19FB}" dt="2026-06-06T22:27:37.447" v="2235" actId="1076"/>
          <ac:spMkLst>
            <pc:docMk/>
            <pc:sldMk cId="1080191347" sldId="302"/>
            <ac:spMk id="13" creationId="{B5800FFF-7611-C428-D8AA-524DA9785E78}"/>
          </ac:spMkLst>
        </pc:spChg>
        <pc:spChg chg="add mod">
          <ac:chgData name="Pete Dowty" userId="91aba14b6835b0ae" providerId="LiveId" clId="{660F8803-2738-5EFD-95AE-06E7480F19FB}" dt="2026-06-06T22:29:08.001" v="2253" actId="1076"/>
          <ac:spMkLst>
            <pc:docMk/>
            <pc:sldMk cId="1080191347" sldId="302"/>
            <ac:spMk id="14" creationId="{8C33BD06-B30D-B6EF-C110-1688C122209E}"/>
          </ac:spMkLst>
        </pc:spChg>
        <pc:spChg chg="add mod">
          <ac:chgData name="Pete Dowty" userId="91aba14b6835b0ae" providerId="LiveId" clId="{660F8803-2738-5EFD-95AE-06E7480F19FB}" dt="2026-06-06T04:29:45.817" v="1572" actId="20577"/>
          <ac:spMkLst>
            <pc:docMk/>
            <pc:sldMk cId="1080191347" sldId="302"/>
            <ac:spMk id="15" creationId="{966E100B-84E3-DAB6-AC32-CE5766CC72A5}"/>
          </ac:spMkLst>
        </pc:spChg>
        <pc:spChg chg="add mod">
          <ac:chgData name="Pete Dowty" userId="91aba14b6835b0ae" providerId="LiveId" clId="{660F8803-2738-5EFD-95AE-06E7480F19FB}" dt="2026-06-06T22:28:59.338" v="2249" actId="1076"/>
          <ac:spMkLst>
            <pc:docMk/>
            <pc:sldMk cId="1080191347" sldId="302"/>
            <ac:spMk id="17" creationId="{5CC19D89-2E0F-8942-F81C-349299689EC2}"/>
          </ac:spMkLst>
        </pc:spChg>
        <pc:spChg chg="add mod">
          <ac:chgData name="Pete Dowty" userId="91aba14b6835b0ae" providerId="LiveId" clId="{660F8803-2738-5EFD-95AE-06E7480F19FB}" dt="2026-06-06T04:38:40.181" v="1698" actId="20577"/>
          <ac:spMkLst>
            <pc:docMk/>
            <pc:sldMk cId="1080191347" sldId="302"/>
            <ac:spMk id="19" creationId="{1214ADD2-1773-4F92-44C7-3A15CE7BB40C}"/>
          </ac:spMkLst>
        </pc:spChg>
        <pc:spChg chg="add mod">
          <ac:chgData name="Pete Dowty" userId="91aba14b6835b0ae" providerId="LiveId" clId="{660F8803-2738-5EFD-95AE-06E7480F19FB}" dt="2026-06-06T04:46:22.015" v="1737" actId="20577"/>
          <ac:spMkLst>
            <pc:docMk/>
            <pc:sldMk cId="1080191347" sldId="302"/>
            <ac:spMk id="21" creationId="{972BC3C7-B01B-E3E2-306F-2D831BC47D3B}"/>
          </ac:spMkLst>
        </pc:spChg>
        <pc:spChg chg="add mod">
          <ac:chgData name="Pete Dowty" userId="91aba14b6835b0ae" providerId="LiveId" clId="{660F8803-2738-5EFD-95AE-06E7480F19FB}" dt="2026-06-06T04:33:20.370" v="1583" actId="14100"/>
          <ac:spMkLst>
            <pc:docMk/>
            <pc:sldMk cId="1080191347" sldId="302"/>
            <ac:spMk id="22" creationId="{1D247A57-E1B6-9B0B-8F6B-E131E0CB4748}"/>
          </ac:spMkLst>
        </pc:spChg>
        <pc:spChg chg="add mod">
          <ac:chgData name="Pete Dowty" userId="91aba14b6835b0ae" providerId="LiveId" clId="{660F8803-2738-5EFD-95AE-06E7480F19FB}" dt="2026-06-06T04:27:03.564" v="1566" actId="20577"/>
          <ac:spMkLst>
            <pc:docMk/>
            <pc:sldMk cId="1080191347" sldId="302"/>
            <ac:spMk id="23" creationId="{F4054005-B522-6C17-0561-68EF1063906B}"/>
          </ac:spMkLst>
        </pc:spChg>
        <pc:spChg chg="add mod">
          <ac:chgData name="Pete Dowty" userId="91aba14b6835b0ae" providerId="LiveId" clId="{660F8803-2738-5EFD-95AE-06E7480F19FB}" dt="2026-06-06T04:25:58.042" v="1555" actId="3064"/>
          <ac:spMkLst>
            <pc:docMk/>
            <pc:sldMk cId="1080191347" sldId="302"/>
            <ac:spMk id="24" creationId="{A07D71C0-6478-95C2-434E-C8C14D578D1D}"/>
          </ac:spMkLst>
        </pc:spChg>
        <pc:spChg chg="add mod">
          <ac:chgData name="Pete Dowty" userId="91aba14b6835b0ae" providerId="LiveId" clId="{660F8803-2738-5EFD-95AE-06E7480F19FB}" dt="2026-06-06T04:23:00.246" v="1535" actId="14100"/>
          <ac:spMkLst>
            <pc:docMk/>
            <pc:sldMk cId="1080191347" sldId="302"/>
            <ac:spMk id="25" creationId="{A4C45E72-8F99-B1E5-C180-E49562B77EAF}"/>
          </ac:spMkLst>
        </pc:spChg>
        <pc:picChg chg="mod">
          <ac:chgData name="Pete Dowty" userId="91aba14b6835b0ae" providerId="LiveId" clId="{660F8803-2738-5EFD-95AE-06E7480F19FB}" dt="2026-06-07T04:08:01.094" v="2339" actId="1076"/>
          <ac:picMkLst>
            <pc:docMk/>
            <pc:sldMk cId="1080191347" sldId="302"/>
            <ac:picMk id="12" creationId="{FFEB0EB2-5612-339D-9A81-7118DD120316}"/>
          </ac:picMkLst>
        </pc:picChg>
      </pc:sldChg>
      <pc:sldChg chg="addSp delSp modSp mod">
        <pc:chgData name="Pete Dowty" userId="91aba14b6835b0ae" providerId="LiveId" clId="{660F8803-2738-5EFD-95AE-06E7480F19FB}" dt="2026-06-06T14:20:55.156" v="2153" actId="206"/>
        <pc:sldMkLst>
          <pc:docMk/>
          <pc:sldMk cId="2110894095" sldId="304"/>
        </pc:sldMkLst>
        <pc:spChg chg="mod topLvl">
          <ac:chgData name="Pete Dowty" userId="91aba14b6835b0ae" providerId="LiveId" clId="{660F8803-2738-5EFD-95AE-06E7480F19FB}" dt="2026-06-06T14:17:49.162" v="2110" actId="1076"/>
          <ac:spMkLst>
            <pc:docMk/>
            <pc:sldMk cId="2110894095" sldId="304"/>
            <ac:spMk id="4" creationId="{712285E7-F927-7092-04F0-970231A6F020}"/>
          </ac:spMkLst>
        </pc:spChg>
        <pc:spChg chg="mod">
          <ac:chgData name="Pete Dowty" userId="91aba14b6835b0ae" providerId="LiveId" clId="{660F8803-2738-5EFD-95AE-06E7480F19FB}" dt="2026-06-06T14:19:10.133" v="2142" actId="20577"/>
          <ac:spMkLst>
            <pc:docMk/>
            <pc:sldMk cId="2110894095" sldId="304"/>
            <ac:spMk id="32" creationId="{2B57CAAC-FB19-BBBF-C08D-2C0588E3D4AC}"/>
          </ac:spMkLst>
        </pc:spChg>
        <pc:spChg chg="mod">
          <ac:chgData name="Pete Dowty" userId="91aba14b6835b0ae" providerId="LiveId" clId="{660F8803-2738-5EFD-95AE-06E7480F19FB}" dt="2026-06-06T14:18:40.556" v="2128" actId="1076"/>
          <ac:spMkLst>
            <pc:docMk/>
            <pc:sldMk cId="2110894095" sldId="304"/>
            <ac:spMk id="35" creationId="{BC99B1FF-3BD7-E65B-8B7F-B4353E5AE681}"/>
          </ac:spMkLst>
        </pc:spChg>
        <pc:spChg chg="add mod">
          <ac:chgData name="Pete Dowty" userId="91aba14b6835b0ae" providerId="LiveId" clId="{660F8803-2738-5EFD-95AE-06E7480F19FB}" dt="2026-06-06T14:20:23.862" v="2147" actId="206"/>
          <ac:spMkLst>
            <pc:docMk/>
            <pc:sldMk cId="2110894095" sldId="304"/>
            <ac:spMk id="36" creationId="{F4820C52-EE40-9020-791D-F9AABF815C66}"/>
          </ac:spMkLst>
        </pc:spChg>
        <pc:spChg chg="add mod">
          <ac:chgData name="Pete Dowty" userId="91aba14b6835b0ae" providerId="LiveId" clId="{660F8803-2738-5EFD-95AE-06E7480F19FB}" dt="2026-06-06T14:20:55.156" v="2153" actId="206"/>
          <ac:spMkLst>
            <pc:docMk/>
            <pc:sldMk cId="2110894095" sldId="304"/>
            <ac:spMk id="37" creationId="{A1E4402A-0CFD-2127-BFBE-5D1CF424849E}"/>
          </ac:spMkLst>
        </pc:spChg>
        <pc:grpChg chg="add mod">
          <ac:chgData name="Pete Dowty" userId="91aba14b6835b0ae" providerId="LiveId" clId="{660F8803-2738-5EFD-95AE-06E7480F19FB}" dt="2026-06-06T14:18:12.289" v="2115" actId="1076"/>
          <ac:grpSpMkLst>
            <pc:docMk/>
            <pc:sldMk cId="2110894095" sldId="304"/>
            <ac:grpSpMk id="21" creationId="{B3047448-B351-F6AE-C95A-FE32F577BF01}"/>
          </ac:grpSpMkLst>
        </pc:grpChg>
        <pc:grpChg chg="add mod">
          <ac:chgData name="Pete Dowty" userId="91aba14b6835b0ae" providerId="LiveId" clId="{660F8803-2738-5EFD-95AE-06E7480F19FB}" dt="2026-06-06T14:18:25.381" v="2118" actId="1076"/>
          <ac:grpSpMkLst>
            <pc:docMk/>
            <pc:sldMk cId="2110894095" sldId="304"/>
            <ac:grpSpMk id="22" creationId="{60540CC3-2F96-2970-557E-BC8773E708DE}"/>
          </ac:grpSpMkLst>
        </pc:grpChg>
        <pc:grpChg chg="add mod">
          <ac:chgData name="Pete Dowty" userId="91aba14b6835b0ae" providerId="LiveId" clId="{660F8803-2738-5EFD-95AE-06E7480F19FB}" dt="2026-06-06T14:18:21.603" v="2117" actId="1076"/>
          <ac:grpSpMkLst>
            <pc:docMk/>
            <pc:sldMk cId="2110894095" sldId="304"/>
            <ac:grpSpMk id="33" creationId="{067C7581-9B46-C1CD-96C3-42E353920AF4}"/>
          </ac:grpSpMkLst>
        </pc:grpChg>
        <pc:picChg chg="mod topLvl">
          <ac:chgData name="Pete Dowty" userId="91aba14b6835b0ae" providerId="LiveId" clId="{660F8803-2738-5EFD-95AE-06E7480F19FB}" dt="2026-06-06T14:17:40.136" v="2108" actId="14100"/>
          <ac:picMkLst>
            <pc:docMk/>
            <pc:sldMk cId="2110894095" sldId="304"/>
            <ac:picMk id="3" creationId="{0462DB5D-EB87-78FB-E0AF-1C0991FE0A1B}"/>
          </ac:picMkLst>
        </pc:picChg>
        <pc:picChg chg="mod">
          <ac:chgData name="Pete Dowty" userId="91aba14b6835b0ae" providerId="LiveId" clId="{660F8803-2738-5EFD-95AE-06E7480F19FB}" dt="2026-06-06T14:18:06.398" v="2112"/>
          <ac:picMkLst>
            <pc:docMk/>
            <pc:sldMk cId="2110894095" sldId="304"/>
            <ac:picMk id="26" creationId="{67D83418-2393-5B8A-DC4E-D136159AA585}"/>
          </ac:picMkLst>
        </pc:picChg>
        <pc:picChg chg="mod">
          <ac:chgData name="Pete Dowty" userId="91aba14b6835b0ae" providerId="LiveId" clId="{660F8803-2738-5EFD-95AE-06E7480F19FB}" dt="2026-06-06T14:18:07.691" v="2113"/>
          <ac:picMkLst>
            <pc:docMk/>
            <pc:sldMk cId="2110894095" sldId="304"/>
            <ac:picMk id="34" creationId="{7177729B-DC99-0028-97E8-C3EC4196C8C7}"/>
          </ac:picMkLst>
        </pc:picChg>
      </pc:sldChg>
      <pc:sldChg chg="addSp modSp new mod">
        <pc:chgData name="Pete Dowty" userId="91aba14b6835b0ae" providerId="LiveId" clId="{660F8803-2738-5EFD-95AE-06E7480F19FB}" dt="2026-06-06T15:23:13.203" v="2229" actId="1076"/>
        <pc:sldMkLst>
          <pc:docMk/>
          <pc:sldMk cId="4159988265" sldId="305"/>
        </pc:sldMkLst>
        <pc:spChg chg="add mod">
          <ac:chgData name="Pete Dowty" userId="91aba14b6835b0ae" providerId="LiveId" clId="{660F8803-2738-5EFD-95AE-06E7480F19FB}" dt="2026-06-06T13:54:17.562" v="1869" actId="14100"/>
          <ac:spMkLst>
            <pc:docMk/>
            <pc:sldMk cId="4159988265" sldId="305"/>
            <ac:spMk id="2" creationId="{5261260A-4643-3DBE-23EE-CC619DF3E45E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3" creationId="{0668EAF3-6E44-3B77-3035-DF336B6461A4}"/>
          </ac:spMkLst>
        </pc:spChg>
        <pc:spChg chg="add mod">
          <ac:chgData name="Pete Dowty" userId="91aba14b6835b0ae" providerId="LiveId" clId="{660F8803-2738-5EFD-95AE-06E7480F19FB}" dt="2026-06-06T04:54:53.143" v="1821" actId="255"/>
          <ac:spMkLst>
            <pc:docMk/>
            <pc:sldMk cId="4159988265" sldId="305"/>
            <ac:spMk id="4" creationId="{B51C0C62-C104-C006-9AAE-F5E514B5C605}"/>
          </ac:spMkLst>
        </pc:spChg>
        <pc:spChg chg="add mod">
          <ac:chgData name="Pete Dowty" userId="91aba14b6835b0ae" providerId="LiveId" clId="{660F8803-2738-5EFD-95AE-06E7480F19FB}" dt="2026-06-06T04:56:52.560" v="1846" actId="207"/>
          <ac:spMkLst>
            <pc:docMk/>
            <pc:sldMk cId="4159988265" sldId="305"/>
            <ac:spMk id="5" creationId="{2F96AC05-9E3E-DB42-D41F-EFBB08092BB5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6" creationId="{3B246F87-B561-21D8-77EE-F54510DDEE03}"/>
          </ac:spMkLst>
        </pc:spChg>
        <pc:spChg chg="add mod">
          <ac:chgData name="Pete Dowty" userId="91aba14b6835b0ae" providerId="LiveId" clId="{660F8803-2738-5EFD-95AE-06E7480F19FB}" dt="2026-06-06T15:23:13.203" v="2229" actId="1076"/>
          <ac:spMkLst>
            <pc:docMk/>
            <pc:sldMk cId="4159988265" sldId="305"/>
            <ac:spMk id="7" creationId="{1F45376D-A261-7C81-C33D-CA48C8766101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9" creationId="{E0CE7953-330E-2114-FD94-19078918818B}"/>
          </ac:spMkLst>
        </pc:spChg>
        <pc:spChg chg="add mod">
          <ac:chgData name="Pete Dowty" userId="91aba14b6835b0ae" providerId="LiveId" clId="{660F8803-2738-5EFD-95AE-06E7480F19FB}" dt="2026-06-06T15:23:10.338" v="2228" actId="1076"/>
          <ac:spMkLst>
            <pc:docMk/>
            <pc:sldMk cId="4159988265" sldId="305"/>
            <ac:spMk id="10" creationId="{0E6CB3BA-453C-3F80-80F9-5D6418ACA9DC}"/>
          </ac:spMkLst>
        </pc:spChg>
      </pc:sldChg>
      <pc:sldChg chg="addSp modSp new mod">
        <pc:chgData name="Pete Dowty" userId="91aba14b6835b0ae" providerId="LiveId" clId="{660F8803-2738-5EFD-95AE-06E7480F19FB}" dt="2026-06-06T15:36:45.716" v="2230" actId="207"/>
        <pc:sldMkLst>
          <pc:docMk/>
          <pc:sldMk cId="2602005344" sldId="306"/>
        </pc:sldMkLst>
      </pc:sldChg>
      <pc:sldChg chg="addSp delSp modSp mod">
        <pc:chgData name="Pete Dowty" userId="91aba14b6835b0ae" providerId="LiveId" clId="{660F8803-2738-5EFD-95AE-06E7480F19FB}" dt="2026-06-10T04:00:09.666" v="2821" actId="1076"/>
        <pc:sldMkLst>
          <pc:docMk/>
          <pc:sldMk cId="3305435514" sldId="307"/>
        </pc:sldMkLst>
        <pc:spChg chg="mod">
          <ac:chgData name="Pete Dowty" userId="91aba14b6835b0ae" providerId="LiveId" clId="{660F8803-2738-5EFD-95AE-06E7480F19FB}" dt="2026-06-10T03:58:37.610" v="2817" actId="1076"/>
          <ac:spMkLst>
            <pc:docMk/>
            <pc:sldMk cId="3305435514" sldId="307"/>
            <ac:spMk id="19" creationId="{1214ADD2-1773-4F92-44C7-3A15CE7BB40C}"/>
          </ac:spMkLst>
        </pc:spChg>
        <pc:spChg chg="mod">
          <ac:chgData name="Pete Dowty" userId="91aba14b6835b0ae" providerId="LiveId" clId="{660F8803-2738-5EFD-95AE-06E7480F19FB}" dt="2026-06-10T03:38:04.469" v="2786" actId="20577"/>
          <ac:spMkLst>
            <pc:docMk/>
            <pc:sldMk cId="3305435514" sldId="307"/>
            <ac:spMk id="54" creationId="{59134A72-4600-8297-C3D1-C54DE1749960}"/>
          </ac:spMkLst>
        </pc:spChg>
        <pc:spChg chg="mod">
          <ac:chgData name="Pete Dowty" userId="91aba14b6835b0ae" providerId="LiveId" clId="{660F8803-2738-5EFD-95AE-06E7480F19FB}" dt="2026-06-10T03:34:26.068" v="2710" actId="1076"/>
          <ac:spMkLst>
            <pc:docMk/>
            <pc:sldMk cId="3305435514" sldId="307"/>
            <ac:spMk id="55" creationId="{BCC3964D-F192-DA6C-C3EF-8B764DFFA223}"/>
          </ac:spMkLst>
        </pc:spChg>
        <pc:spChg chg="add mod">
          <ac:chgData name="Pete Dowty" userId="91aba14b6835b0ae" providerId="LiveId" clId="{660F8803-2738-5EFD-95AE-06E7480F19FB}" dt="2026-06-10T03:37:46.257" v="2780" actId="1076"/>
          <ac:spMkLst>
            <pc:docMk/>
            <pc:sldMk cId="3305435514" sldId="307"/>
            <ac:spMk id="59" creationId="{37DE94BC-280A-EBAC-D774-C839BBA81670}"/>
          </ac:spMkLst>
        </pc:spChg>
        <pc:spChg chg="add mod">
          <ac:chgData name="Pete Dowty" userId="91aba14b6835b0ae" providerId="LiveId" clId="{660F8803-2738-5EFD-95AE-06E7480F19FB}" dt="2026-06-10T03:37:42.383" v="2779" actId="1076"/>
          <ac:spMkLst>
            <pc:docMk/>
            <pc:sldMk cId="3305435514" sldId="307"/>
            <ac:spMk id="60" creationId="{F2F14059-47C3-D8EE-B6B5-966B4A518B3D}"/>
          </ac:spMkLst>
        </pc:spChg>
        <pc:spChg chg="add mod">
          <ac:chgData name="Pete Dowty" userId="91aba14b6835b0ae" providerId="LiveId" clId="{660F8803-2738-5EFD-95AE-06E7480F19FB}" dt="2026-06-10T03:37:27.945" v="2773" actId="1076"/>
          <ac:spMkLst>
            <pc:docMk/>
            <pc:sldMk cId="3305435514" sldId="307"/>
            <ac:spMk id="61" creationId="{7252B431-5350-6D68-B337-C0B092C059A7}"/>
          </ac:spMkLst>
        </pc:spChg>
        <pc:spChg chg="add mod">
          <ac:chgData name="Pete Dowty" userId="91aba14b6835b0ae" providerId="LiveId" clId="{660F8803-2738-5EFD-95AE-06E7480F19FB}" dt="2026-06-10T03:35:04.498" v="2724" actId="20577"/>
          <ac:spMkLst>
            <pc:docMk/>
            <pc:sldMk cId="3305435514" sldId="307"/>
            <ac:spMk id="62" creationId="{8F49994D-7A6A-E28A-AF1E-15089D2753FB}"/>
          </ac:spMkLst>
        </pc:spChg>
        <pc:spChg chg="add mod">
          <ac:chgData name="Pete Dowty" userId="91aba14b6835b0ae" providerId="LiveId" clId="{660F8803-2738-5EFD-95AE-06E7480F19FB}" dt="2026-06-10T03:38:15.605" v="2787"/>
          <ac:spMkLst>
            <pc:docMk/>
            <pc:sldMk cId="3305435514" sldId="307"/>
            <ac:spMk id="63" creationId="{12B52783-9427-D0A1-C35E-29E8DEA0CE6A}"/>
          </ac:spMkLst>
        </pc:spChg>
        <pc:spChg chg="add mod">
          <ac:chgData name="Pete Dowty" userId="91aba14b6835b0ae" providerId="LiveId" clId="{660F8803-2738-5EFD-95AE-06E7480F19FB}" dt="2026-06-10T03:38:16.204" v="2788"/>
          <ac:spMkLst>
            <pc:docMk/>
            <pc:sldMk cId="3305435514" sldId="307"/>
            <ac:spMk id="64" creationId="{5F82AF93-8FD0-F2F5-67EA-B02CF93C9CF2}"/>
          </ac:spMkLst>
        </pc:spChg>
        <pc:spChg chg="add mod">
          <ac:chgData name="Pete Dowty" userId="91aba14b6835b0ae" providerId="LiveId" clId="{660F8803-2738-5EFD-95AE-06E7480F19FB}" dt="2026-06-10T04:00:06.592" v="2819" actId="1076"/>
          <ac:spMkLst>
            <pc:docMk/>
            <pc:sldMk cId="3305435514" sldId="307"/>
            <ac:spMk id="65" creationId="{4730A5FE-8689-E9B9-85F8-A0C793237DFF}"/>
          </ac:spMkLst>
        </pc:spChg>
        <pc:spChg chg="add mod">
          <ac:chgData name="Pete Dowty" userId="91aba14b6835b0ae" providerId="LiveId" clId="{660F8803-2738-5EFD-95AE-06E7480F19FB}" dt="2026-06-10T03:38:42.114" v="2797" actId="20577"/>
          <ac:spMkLst>
            <pc:docMk/>
            <pc:sldMk cId="3305435514" sldId="307"/>
            <ac:spMk id="66" creationId="{9AFA2AAE-FC6C-DB58-FD31-8796D31ED6A2}"/>
          </ac:spMkLst>
        </pc:spChg>
        <pc:picChg chg="mod">
          <ac:chgData name="Pete Dowty" userId="91aba14b6835b0ae" providerId="LiveId" clId="{660F8803-2738-5EFD-95AE-06E7480F19FB}" dt="2026-06-10T04:00:09.666" v="2821" actId="1076"/>
          <ac:picMkLst>
            <pc:docMk/>
            <pc:sldMk cId="3305435514" sldId="307"/>
            <ac:picMk id="12" creationId="{FFEB0EB2-5612-339D-9A81-7118DD120316}"/>
          </ac:picMkLst>
        </pc:picChg>
      </pc:sldChg>
      <pc:sldChg chg="addSp modSp new mod">
        <pc:chgData name="Pete Dowty" userId="91aba14b6835b0ae" providerId="LiveId" clId="{660F8803-2738-5EFD-95AE-06E7480F19FB}" dt="2026-06-19T16:52:49.741" v="3048" actId="20577"/>
        <pc:sldMkLst>
          <pc:docMk/>
          <pc:sldMk cId="4122703943" sldId="309"/>
        </pc:sldMkLst>
        <pc:spChg chg="add mod">
          <ac:chgData name="Pete Dowty" userId="91aba14b6835b0ae" providerId="LiveId" clId="{660F8803-2738-5EFD-95AE-06E7480F19FB}" dt="2026-06-19T16:52:49.741" v="3048" actId="20577"/>
          <ac:spMkLst>
            <pc:docMk/>
            <pc:sldMk cId="4122703943" sldId="309"/>
            <ac:spMk id="2" creationId="{34CF72EE-6ED2-BD6B-38FC-E4BB3CEDEDCE}"/>
          </ac:spMkLst>
        </pc:spChg>
      </pc:sldChg>
      <pc:sldChg chg="new setBg">
        <pc:chgData name="Pete Dowty" userId="91aba14b6835b0ae" providerId="LiveId" clId="{660F8803-2738-5EFD-95AE-06E7480F19FB}" dt="2026-06-12T04:14:00.754" v="3024"/>
        <pc:sldMkLst>
          <pc:docMk/>
          <pc:sldMk cId="3293361723" sldId="310"/>
        </pc:sldMkLst>
      </pc:sldChg>
      <pc:sldChg chg="addSp delSp modSp new mod ord">
        <pc:chgData name="Pete Dowty" userId="91aba14b6835b0ae" providerId="LiveId" clId="{660F8803-2738-5EFD-95AE-06E7480F19FB}" dt="2026-06-21T14:04:29.939" v="3733" actId="208"/>
        <pc:sldMkLst>
          <pc:docMk/>
          <pc:sldMk cId="4105985679" sldId="311"/>
        </pc:sldMkLst>
        <pc:spChg chg="add mod">
          <ac:chgData name="Pete Dowty" userId="91aba14b6835b0ae" providerId="LiveId" clId="{660F8803-2738-5EFD-95AE-06E7480F19FB}" dt="2026-06-21T14:04:29.939" v="3733" actId="208"/>
          <ac:spMkLst>
            <pc:docMk/>
            <pc:sldMk cId="4105985679" sldId="311"/>
            <ac:spMk id="2" creationId="{D8376C5D-3801-7D55-3BF8-443E83269B1E}"/>
          </ac:spMkLst>
        </pc:spChg>
        <pc:spChg chg="add mod">
          <ac:chgData name="Pete Dowty" userId="91aba14b6835b0ae" providerId="LiveId" clId="{660F8803-2738-5EFD-95AE-06E7480F19FB}" dt="2026-06-21T04:44:33.173" v="3352" actId="1076"/>
          <ac:spMkLst>
            <pc:docMk/>
            <pc:sldMk cId="4105985679" sldId="311"/>
            <ac:spMk id="3" creationId="{3951A741-31BF-60FA-A0C0-BCD26BCFF84A}"/>
          </ac:spMkLst>
        </pc:spChg>
        <pc:spChg chg="add mod">
          <ac:chgData name="Pete Dowty" userId="91aba14b6835b0ae" providerId="LiveId" clId="{660F8803-2738-5EFD-95AE-06E7480F19FB}" dt="2026-06-21T14:04:29.939" v="3733" actId="208"/>
          <ac:spMkLst>
            <pc:docMk/>
            <pc:sldMk cId="4105985679" sldId="311"/>
            <ac:spMk id="4" creationId="{372BA0CE-7341-17C2-9DC9-26C3BDED9E28}"/>
          </ac:spMkLst>
        </pc:spChg>
        <pc:spChg chg="add mod">
          <ac:chgData name="Pete Dowty" userId="91aba14b6835b0ae" providerId="LiveId" clId="{660F8803-2738-5EFD-95AE-06E7480F19FB}" dt="2026-06-21T04:44:29.396" v="3351" actId="1076"/>
          <ac:spMkLst>
            <pc:docMk/>
            <pc:sldMk cId="4105985679" sldId="311"/>
            <ac:spMk id="5" creationId="{E163C22F-957F-A179-7918-D2218A52FBFC}"/>
          </ac:spMkLst>
        </pc:spChg>
        <pc:spChg chg="add mod">
          <ac:chgData name="Pete Dowty" userId="91aba14b6835b0ae" providerId="LiveId" clId="{660F8803-2738-5EFD-95AE-06E7480F19FB}" dt="2026-06-21T14:04:29.939" v="3733" actId="208"/>
          <ac:spMkLst>
            <pc:docMk/>
            <pc:sldMk cId="4105985679" sldId="311"/>
            <ac:spMk id="6" creationId="{81C51E30-7947-1034-5D93-4993962A4BB9}"/>
          </ac:spMkLst>
        </pc:spChg>
        <pc:spChg chg="add mod">
          <ac:chgData name="Pete Dowty" userId="91aba14b6835b0ae" providerId="LiveId" clId="{660F8803-2738-5EFD-95AE-06E7480F19FB}" dt="2026-06-21T04:44:25.822" v="3350" actId="1076"/>
          <ac:spMkLst>
            <pc:docMk/>
            <pc:sldMk cId="4105985679" sldId="311"/>
            <ac:spMk id="7" creationId="{27C0E837-5B1A-B61D-3969-1D5C9A6D8DAE}"/>
          </ac:spMkLst>
        </pc:spChg>
        <pc:spChg chg="add mod">
          <ac:chgData name="Pete Dowty" userId="91aba14b6835b0ae" providerId="LiveId" clId="{660F8803-2738-5EFD-95AE-06E7480F19FB}" dt="2026-06-21T04:50:57.589" v="3398" actId="207"/>
          <ac:spMkLst>
            <pc:docMk/>
            <pc:sldMk cId="4105985679" sldId="311"/>
            <ac:spMk id="8" creationId="{4FADDADE-C6FB-E5F2-0B3D-7DBB7EA31B39}"/>
          </ac:spMkLst>
        </pc:spChg>
        <pc:spChg chg="add mod">
          <ac:chgData name="Pete Dowty" userId="91aba14b6835b0ae" providerId="LiveId" clId="{660F8803-2738-5EFD-95AE-06E7480F19FB}" dt="2026-06-21T04:51:13.383" v="3406" actId="207"/>
          <ac:spMkLst>
            <pc:docMk/>
            <pc:sldMk cId="4105985679" sldId="311"/>
            <ac:spMk id="9" creationId="{603AC6C6-3245-C02E-6372-E7CCDE1A5824}"/>
          </ac:spMkLst>
        </pc:spChg>
        <pc:spChg chg="add mod">
          <ac:chgData name="Pete Dowty" userId="91aba14b6835b0ae" providerId="LiveId" clId="{660F8803-2738-5EFD-95AE-06E7480F19FB}" dt="2026-06-21T04:52:35.145" v="3414" actId="20577"/>
          <ac:spMkLst>
            <pc:docMk/>
            <pc:sldMk cId="4105985679" sldId="311"/>
            <ac:spMk id="10" creationId="{67C4C3F0-5756-3EB5-6106-46B1F23F85D8}"/>
          </ac:spMkLst>
        </pc:spChg>
        <pc:spChg chg="add mod">
          <ac:chgData name="Pete Dowty" userId="91aba14b6835b0ae" providerId="LiveId" clId="{660F8803-2738-5EFD-95AE-06E7480F19FB}" dt="2026-06-21T04:54:39.360" v="3419"/>
          <ac:spMkLst>
            <pc:docMk/>
            <pc:sldMk cId="4105985679" sldId="311"/>
            <ac:spMk id="11" creationId="{963D2E58-C438-1697-4C3A-2C221566FEF2}"/>
          </ac:spMkLst>
        </pc:spChg>
        <pc:spChg chg="add mod">
          <ac:chgData name="Pete Dowty" userId="91aba14b6835b0ae" providerId="LiveId" clId="{660F8803-2738-5EFD-95AE-06E7480F19FB}" dt="2026-06-21T13:39:16.050" v="3588" actId="1076"/>
          <ac:spMkLst>
            <pc:docMk/>
            <pc:sldMk cId="4105985679" sldId="311"/>
            <ac:spMk id="13" creationId="{233AB3C2-3DE1-6208-BAE2-680C46A84B6F}"/>
          </ac:spMkLst>
        </pc:spChg>
        <pc:spChg chg="add mod">
          <ac:chgData name="Pete Dowty" userId="91aba14b6835b0ae" providerId="LiveId" clId="{660F8803-2738-5EFD-95AE-06E7480F19FB}" dt="2026-06-21T13:41:04.498" v="3664" actId="179"/>
          <ac:spMkLst>
            <pc:docMk/>
            <pc:sldMk cId="4105985679" sldId="311"/>
            <ac:spMk id="21" creationId="{4D6629B2-E208-4479-437C-8ACBA7AC643C}"/>
          </ac:spMkLst>
        </pc:spChg>
        <pc:spChg chg="add del mod">
          <ac:chgData name="Pete Dowty" userId="91aba14b6835b0ae" providerId="LiveId" clId="{660F8803-2738-5EFD-95AE-06E7480F19FB}" dt="2026-06-21T13:41:21.535" v="3665" actId="478"/>
          <ac:spMkLst>
            <pc:docMk/>
            <pc:sldMk cId="4105985679" sldId="311"/>
            <ac:spMk id="22" creationId="{77F685E5-F3E8-4B43-86EE-0A009A02A539}"/>
          </ac:spMkLst>
        </pc:spChg>
        <pc:spChg chg="add del mod">
          <ac:chgData name="Pete Dowty" userId="91aba14b6835b0ae" providerId="LiveId" clId="{660F8803-2738-5EFD-95AE-06E7480F19FB}" dt="2026-06-21T13:41:21.535" v="3665" actId="478"/>
          <ac:spMkLst>
            <pc:docMk/>
            <pc:sldMk cId="4105985679" sldId="311"/>
            <ac:spMk id="23" creationId="{51FAD1EA-9B19-D174-C98F-E913C7C8F06B}"/>
          </ac:spMkLst>
        </pc:spChg>
        <pc:spChg chg="add del mod">
          <ac:chgData name="Pete Dowty" userId="91aba14b6835b0ae" providerId="LiveId" clId="{660F8803-2738-5EFD-95AE-06E7480F19FB}" dt="2026-06-21T13:41:21.535" v="3665" actId="478"/>
          <ac:spMkLst>
            <pc:docMk/>
            <pc:sldMk cId="4105985679" sldId="311"/>
            <ac:spMk id="24" creationId="{ACEFD419-0182-7B36-5408-AFE848951581}"/>
          </ac:spMkLst>
        </pc:spChg>
        <pc:spChg chg="add mod">
          <ac:chgData name="Pete Dowty" userId="91aba14b6835b0ae" providerId="LiveId" clId="{660F8803-2738-5EFD-95AE-06E7480F19FB}" dt="2026-06-21T13:59:56.102" v="3732" actId="1076"/>
          <ac:spMkLst>
            <pc:docMk/>
            <pc:sldMk cId="4105985679" sldId="311"/>
            <ac:spMk id="26" creationId="{202F8DFC-C890-BC28-2682-4E117914FCB0}"/>
          </ac:spMkLst>
        </pc:spChg>
        <pc:picChg chg="add mod">
          <ac:chgData name="Pete Dowty" userId="91aba14b6835b0ae" providerId="LiveId" clId="{660F8803-2738-5EFD-95AE-06E7480F19FB}" dt="2026-06-21T13:38:55.388" v="3584" actId="1076"/>
          <ac:picMkLst>
            <pc:docMk/>
            <pc:sldMk cId="4105985679" sldId="311"/>
            <ac:picMk id="12" creationId="{3F5404A7-56F1-393B-BD0E-358FE7C9E937}"/>
          </ac:picMkLst>
        </pc:picChg>
        <pc:picChg chg="add mod">
          <ac:chgData name="Pete Dowty" userId="91aba14b6835b0ae" providerId="LiveId" clId="{660F8803-2738-5EFD-95AE-06E7480F19FB}" dt="2026-06-21T13:54:02.338" v="3671" actId="1076"/>
          <ac:picMkLst>
            <pc:docMk/>
            <pc:sldMk cId="4105985679" sldId="311"/>
            <ac:picMk id="25" creationId="{66B75841-952B-192F-8498-5F6967CD8426}"/>
          </ac:picMkLst>
        </pc:picChg>
        <pc:cxnChg chg="add del mod">
          <ac:chgData name="Pete Dowty" userId="91aba14b6835b0ae" providerId="LiveId" clId="{660F8803-2738-5EFD-95AE-06E7480F19FB}" dt="2026-06-21T13:38:45.319" v="3582" actId="478"/>
          <ac:cxnSpMkLst>
            <pc:docMk/>
            <pc:sldMk cId="4105985679" sldId="311"/>
            <ac:cxnSpMk id="15" creationId="{06DC48CA-748C-AE2F-3164-DEA7E74388EC}"/>
          </ac:cxnSpMkLst>
        </pc:cxnChg>
        <pc:cxnChg chg="add del mod">
          <ac:chgData name="Pete Dowty" userId="91aba14b6835b0ae" providerId="LiveId" clId="{660F8803-2738-5EFD-95AE-06E7480F19FB}" dt="2026-06-21T13:38:45.319" v="3582" actId="478"/>
          <ac:cxnSpMkLst>
            <pc:docMk/>
            <pc:sldMk cId="4105985679" sldId="311"/>
            <ac:cxnSpMk id="16" creationId="{6689E7A0-D2CC-4C70-EBAE-896AF6AE13E9}"/>
          </ac:cxnSpMkLst>
        </pc:cxnChg>
        <pc:cxnChg chg="add del mod">
          <ac:chgData name="Pete Dowty" userId="91aba14b6835b0ae" providerId="LiveId" clId="{660F8803-2738-5EFD-95AE-06E7480F19FB}" dt="2026-06-21T13:38:45.319" v="3582" actId="478"/>
          <ac:cxnSpMkLst>
            <pc:docMk/>
            <pc:sldMk cId="4105985679" sldId="311"/>
            <ac:cxnSpMk id="17" creationId="{4030DEC0-837F-662B-54A2-AFBABA1A6B2F}"/>
          </ac:cxnSpMkLst>
        </pc:cxnChg>
        <pc:cxnChg chg="add del mod">
          <ac:chgData name="Pete Dowty" userId="91aba14b6835b0ae" providerId="LiveId" clId="{660F8803-2738-5EFD-95AE-06E7480F19FB}" dt="2026-06-21T13:38:45.319" v="3582" actId="478"/>
          <ac:cxnSpMkLst>
            <pc:docMk/>
            <pc:sldMk cId="4105985679" sldId="311"/>
            <ac:cxnSpMk id="18" creationId="{6B475B8D-DB28-AC9A-611B-4D9CAE499561}"/>
          </ac:cxnSpMkLst>
        </pc:cxnChg>
        <pc:cxnChg chg="add del mod">
          <ac:chgData name="Pete Dowty" userId="91aba14b6835b0ae" providerId="LiveId" clId="{660F8803-2738-5EFD-95AE-06E7480F19FB}" dt="2026-06-21T13:38:45.319" v="3582" actId="478"/>
          <ac:cxnSpMkLst>
            <pc:docMk/>
            <pc:sldMk cId="4105985679" sldId="311"/>
            <ac:cxnSpMk id="19" creationId="{6FD11AA7-E861-3BDE-7CE0-517392D9F149}"/>
          </ac:cxnSpMkLst>
        </pc:cxnChg>
      </pc:sldChg>
      <pc:sldChg chg="addSp modSp new mod">
        <pc:chgData name="Pete Dowty" userId="91aba14b6835b0ae" providerId="LiveId" clId="{660F8803-2738-5EFD-95AE-06E7480F19FB}" dt="2026-06-22T03:55:32.968" v="4388" actId="14100"/>
        <pc:sldMkLst>
          <pc:docMk/>
          <pc:sldMk cId="1430110170" sldId="312"/>
        </pc:sldMkLst>
        <pc:spChg chg="add mod">
          <ac:chgData name="Pete Dowty" userId="91aba14b6835b0ae" providerId="LiveId" clId="{660F8803-2738-5EFD-95AE-06E7480F19FB}" dt="2026-06-22T03:47:38.916" v="3917" actId="1076"/>
          <ac:spMkLst>
            <pc:docMk/>
            <pc:sldMk cId="1430110170" sldId="312"/>
            <ac:spMk id="3" creationId="{71DA827D-D70A-4327-2E9E-0CC6A523140F}"/>
          </ac:spMkLst>
        </pc:spChg>
        <pc:spChg chg="add mod">
          <ac:chgData name="Pete Dowty" userId="91aba14b6835b0ae" providerId="LiveId" clId="{660F8803-2738-5EFD-95AE-06E7480F19FB}" dt="2026-06-22T03:55:21.333" v="4386" actId="313"/>
          <ac:spMkLst>
            <pc:docMk/>
            <pc:sldMk cId="1430110170" sldId="312"/>
            <ac:spMk id="4" creationId="{A2271209-82A8-86AD-AF45-BDDD9820A14F}"/>
          </ac:spMkLst>
        </pc:spChg>
        <pc:picChg chg="add mod">
          <ac:chgData name="Pete Dowty" userId="91aba14b6835b0ae" providerId="LiveId" clId="{660F8803-2738-5EFD-95AE-06E7480F19FB}" dt="2026-06-22T03:55:32.968" v="4388" actId="14100"/>
          <ac:picMkLst>
            <pc:docMk/>
            <pc:sldMk cId="1430110170" sldId="312"/>
            <ac:picMk id="2" creationId="{EF582326-9A41-40CD-7562-EF9D05EB5365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3T02:31:37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6113 280 7768,'-17'0'127,"0"-8"0,-1-2 0,-1-2 0,-5 1 1,-3-3-1,-2-1 0,0-3 0,0 1 1,0-1-1,-2 1 0,-4-1 112,-4 1 1,-2 1 0,4 3 0,-1 1-236,-3-1 0,-12 5 0,3 0 0,-2 2-74,-5 0 0,-7-1 1,0 3-1,-4-2-55,-2 2 1,-5 2-1,-3 2 1,-1 0 45,-5 0 1,-1 0 0,-3 0 0,-1 0 104,-4 0 1,2 8 0,-8 2 0,0 1 57,2 1 0,46-7 0,1 2 0,-45 10 0,-2 0-24,47-8 0,-1 0 0,0 0 0,-1-1 0,1 1 1,-1 0-1,2 0 0,1 1 1,-44 14 1,2-3 0,-2 8 0,44-14 0,-1-1-52,-2-1 0,1 1 0,1 3 0,1-1 1,0-1-1,1-1 0,0 2 0,1 1-12,-44 18 1,43-15 0,1 1 0,0 0 0,1 1 0,-1 0 0,0 0-2,0 3 1,-1-1 0,3-2 0,-1 0 0,-2 2-1,-1 1 1,2 0 0,1 0-2,-39 26 0,3 5 1,8-7-1,-3 5 0,-3 4 0,4 0 0,-3-5 0,3-3 40,8-3 1,6 3 0,10-3 0,-1 3 31,1 3 1,7-1 0,3 1-1,1-1-24,0 0 0,0 3 0,7 1 0,-1 4-43,0 2 1,0-4 0,2 4 0,2 3-2,2 2 0,1-6 0,-1 8 0,6-3-10,4-3 0,1 6 0,1-3 0,1 4 36,5-2 0,1-8 0,6 4 0,-2 2 50,2 2 0,2 2 1,2 0-1,0 0 17,0 0 1,2 1 0,4 1-1,4 0-15,-1-4 0,9-2 1,-3 4-1,7 2 8,-1 3 0,4-1 0,1 6 0,1-3 11,4-3 0,4 5 0,4 1 0,3 0-58,3-5 0,1-3 0,7-2 0,1 2-9,4 3 0,-3-5 0,5 2 1,0-8 15,4-4 0,12 0 0,3-3 0,3-1 18,-1-6 1,1 3 0,5-9 0,-42-20 0,-1-1-5,3 1 1,0-1 0,42 17 0,-42-17 0,1-1 0,-1 0 0,1-1-37,1-1 1,1-2-1,5 1 1,1-1-1,0-1 1,0-1 0,0 0-1,-1-1 6,-3 0 1,0-1 0,2-2 0,1-2-1,3 2 1,1-1 0,1-1 0,2-1-18,2 1 0,0-2 0,-2-2 1,0 0-1,2-1 0,0-1 1,-1 1-1,0-2-86,1-1 0,0 0 0,3-1 0,0 0 0,5-1 0,0 0 0,1 0 1,-1 0 80,0 0 0,0 0 0,0-1 0,0 0 1,0-1-1,1 0 0,2-1 0,1-2 11,2 0 1,0 1 0,-3 1-1,-1 0 1,-1-3 0,0 0 0,-2 0-1,1 0 13,1 2 1,0-1-1,-2-3 1,1 0 0,3 3-1,0 1 1,-1-2-1,-1 0 0,-1 0 1,0 0 0,2 1 0,-1-1 0,0-3 0,0 0 0,0 0 0,-1 1-4,2-1 0,0 0 0,-4 3 0,0 1 0,1-1 0,-1 0 1,-2-1-1,-2 0-26,-1 0 0,0-1 0,3-2 0,0 0 0,-2 0 0,0-1 0,0-1 0,0 1-11,-2 0 0,0 0 0,-2-1 0,0-1 1,-2 1-1,0-1 0,1-1 0,-1-1 16,1-3 0,0-1 1,-5 1-1,1-1 0,3-3 1,0 0-1,-2-1 0,0 1 0,0 0 1,-1-1 0,-4 0 0,-1 0 0,1-3-1,0-1 1,-1 1 0,-1 0-21,-3 0 1,-1 0-1,2-1 1,-1-1-1,-1 0 1,-1 0-1,0-2 1,0 0 41,-1-1 0,-1 0 1,33-31-1,-5-4 0,-8 2 11,-4-2 0,1-4 1,-7-2-1,0 0-16,-3 4 0,-12 0 1,-3-7-1,-6-7-3,-5-3 1,-2 5 0,-6 3-1,-1-1-2,-4-4 0,-5 1 0,-9-3 0,-3 1 80,-7 5 0,-5-1 0,-7 3 0,-7 1 105,-8-3 0,1 6 0,-9-2 0,-1 6 48,-3 4 1,-3-2 0,-3-7 0,-1-3-156,2 2 1,2 4 0,-1 4 0,-3 0-96,-6-5 1,-4 3 0,33 32-1,0 0 1,-37-30-45,35 33 1,-1 0 0,1-1 0,0 0-1,-3-1 1,1 0 0,0 1 0,0 0-54,-35-30 1,36 31 0,-1 0 0,-39-27 0,38 30 0,-2 0 57,-2 0 0,-1 0 1,4 0-1,1 0 1,-4 1-1,0 1 1,2-1-1,-1 0 16,0 1 1,1 0-1,-3 0 1,0 0-1,0-1 1,-1 1-1,0 0 1,-1 0 22,1 3 1,1 0 0,0-2 0,0 1 0,1 3 0,-1 0 0,-1-2 0,-1-1-23,-2 0 0,-1 0 0,2 2 0,1 1 1,0 1-1,1 0 0,0 0 0,1 1 10,-2 1 0,1 1 1,-3-1-1,-1 1 0,-3 1 1,-1-1-1,0 1 0,1 0-5,1 1 1,1 1-1,4 0 1,-1 1-1,-1-3 1,-1 1-1,-1 0 1,-1 1 1,-2 1 1,0 1 0,0-2 0,1 0 0,-2 4 0,-1 1 0,3 0 0,0 1-9,1 0 1,-1 0 0,-3 4 0,-1 1 0,0-1 0,0 0 0,-1 0 0,-1 1-12,1-1 0,0 2 1,1-1-1,0 2 1,-3 3-1,1 0 0,1-1 1,0 0-10,-1-2 0,-1 0 0,0 2 0,0 0 0,-1-2 0,0 1 0,0 0 0,0 2 25,-1-1 1,1 2 0,2-2 0,0 2-1,0-1 1,0 2 0,-2 0 0,1 1 15,1 3 0,0 0 1,-1-1-1,0 0 0,-3 0 1,-1 1-1,0 2 0,-2 0-18,0 2 0,0 1 1,6-1-1,0 0 1,-2 2-1,0 1 1,-1-1-1,0 1-1,-3 1 0,0 1 1,0 1-1,0 1 1,1 0-1,0 1 1,1 0-1,2 1 7,2 1 1,-1 1-1,0-2 1,-2 1 0,-1 2-1,0 2 1,1 0-1,0 1 5,1 0 1,0 0 0,2-2 0,0 1 0,1-1-1,1 0 1,2 2 0,0 1 6,-1 1 1,1 2-1,3-2 1,-1 0 0,0 2-1,0 0 1,3-1 0,1 1 5,3 0 0,1 0 0,1-1 0,0 0 0,2 3 1,-1 0-1,0 0 0,1 0 44,-1 1 1,0-1-1,-29 25 1,5 4-1,8 0-16,9 4 0,1-2 0,9 2 0,4 0-67,6-2 1,6 6-1,7-4 1,1 4-112,-1 2 1,9-6 0,3 0 0,4 2-62,2 2 1,8 2 0,3 0 0,7 0 69,5 0 1,4-3 0,8-1-1,2 0 115,4 6 1,-2-8-1,7 6 1,3 0 11,1 4 0,4 5 0,-25-35 0,1 0 1,1-1-1,0 1 61,0 0 1,0-1 0,3 2 0,0-1-1,-3 2 1,0 0 0,2 2 0,0 1-1,2 2 1,0 1-1,-5-5 1,0 1-1,4 3 1,2 0-1,-2-1 1,2-1-40,0 0 0,1-1 0,1 2 1,0-1-1,4 4 0,1-1 0,2 0 1,0-1-25,-1-1 0,1-1 1,0 2-1,-1-1 0,0-2 1,0-1-1,0 1 0,1 1 13,1 2 0,1-1 0,-2-5 0,1-1 0,3 1 0,1-1 1,0 1-1,1 0 35,0 0 1,1 1-1,0 2 1,1-1 0,-2-2-1,0-1 1,0 1 0,-1 0 7,0-2 0,-1-1 0,1-4 0,1 0 0,3 0 0,1-1 0,2 0 0,0 0 3,4 1 1,-1 0 0,-5-5 0,0 0 0,5 1 0,1 0 0,-2-3 0,0 0-19,1-2 1,2-2 0,6 0 0,0-2 0,0-1 0,0-1 0,2-2 0,0-1-10,-1-2 0,-1 1 0,1-2 0,0 0 0,3 0 0,2-1 0,1 0 0,1-2-105,2-2 0,-1-1 0,-1-2 1,0-1-1,0-1 0,1-2 0,1-2 1,1 0 94,1-2 1,1 0 0,4-3 0,1 0 0,-2-2 0,1-2 0,0-3 0,1-1 7,-2-2 1,0-2 0,3 0-1,-1-3 1,-2-1 0,1-2-1,2-2 1,1-1-12,2-2 0,0 0 0,-5 1 0,-1-1 0,1-4 0,1 0 0,-4 1 0,1 0-19,-2-1 0,1-1 0,4-3 0,0-2 0,-1-3 0,-1-1 0,1 0 0,1 0 13,-2 1 1,-1-1-1,-5-3 1,1 0-1,2 1 1,1-1-1,-1-3 1,-1-2-110,2-2 1,-1 0 0,-5 0 0,-1 0 0,1 1 0,0-1 0,-4 1 0,-1-1 100,-1 1 0,0-1 1,-3 0-1,0-1 0,-2-2 1,0 0-1,-2-1 0,0 1-14,-2 0 1,-2-1-1,0-2 1,-1-1 0,0 0-1,0 0 1,-2-1-1,-1-1-91,-1 0 0,-2-2 0,-5 3 1,-2 0-1,-2 0 0,-1-1 1,-2 1-1,0 0 59,-3 0 0,-1-1 1,-2 0-1,-2 0 0,-2-2 1,-1-1-1,-3 3 0,-2 0 18,-3 3 0,-3-1 0,-8 0 1,-3 0-1,0 0 0,-2-1 1,-2 0-1,-2 0 38,0-3 0,-2 1 1,-6 3-1,-4 0 1,-2 0-1,-3 1 1,-4 1-1,-4 2 14,-3-1 1,-3 1-1,-1-2 1,-4 1-1,-3-1 1,-3 1 0,-4 0-1,-1 1 162,-4 3 0,-1 1 0,-3-1 0,-1 1 0,-7 1 0,-2 1 1,-3-1-1,-2 1-49,-6-2 1,-1 1 0,-2 5 0,-2 1-1,-3-2 1,-2 0 0,-2 3 0,-1 1-124,-3 1 1,-2 2 0,28 11-1,-1 1 1,-1-1 0,-5 0 0,-1 1-1,0-1 1,-1 0 0,0 0 0,-1 0-116,1 0 1,0 0-1,-1 1 1,0 1-1,0 2 1,0-1-1,-2 1 1,-1-1-1,0 1 1,-2-1-1,-1 0 1,0 0-12,-4-1 0,0 0 0,0 1 0,2 2 0,0 2 0,-1 0 1,-2 0-1,-1 2 0,0-1 0,1 2 0,0 0 0,0 1-264,0 0 1,-1 1 0,0 1 0,-1 1 0,-1 2 0,0 0 0,-3 0 0,-1 2 0,1 0 0,0 0 0,1 1 0,0 1-85,2 1 0,0 0 1,-1 1-1,-1-1 1,0 2-1,0 0 464,-2 1 0,-1 1 0,1 1 0,1 0 0,0 1 0,-1 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customXml" Target="../ink/ink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eg"/><Relationship Id="rId3" Type="http://schemas.openxmlformats.org/officeDocument/2006/relationships/image" Target="../media/image14.png"/><Relationship Id="rId7" Type="http://schemas.openxmlformats.org/officeDocument/2006/relationships/image" Target="../media/image18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10.xml"/><Relationship Id="rId26" Type="http://schemas.openxmlformats.org/officeDocument/2006/relationships/customXml" Target="../ink/ink14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18.xml"/><Relationship Id="rId42" Type="http://schemas.openxmlformats.org/officeDocument/2006/relationships/customXml" Target="../ink/ink22.xml"/><Relationship Id="rId47" Type="http://schemas.openxmlformats.org/officeDocument/2006/relationships/image" Target="../media/image60.png"/><Relationship Id="rId50" Type="http://schemas.openxmlformats.org/officeDocument/2006/relationships/customXml" Target="../ink/ink26.xml"/><Relationship Id="rId7" Type="http://schemas.openxmlformats.org/officeDocument/2006/relationships/image" Target="../media/image401.png"/><Relationship Id="rId2" Type="http://schemas.openxmlformats.org/officeDocument/2006/relationships/customXml" Target="../ink/ink2.xml"/><Relationship Id="rId16" Type="http://schemas.openxmlformats.org/officeDocument/2006/relationships/customXml" Target="../ink/ink9.xml"/><Relationship Id="rId29" Type="http://schemas.openxmlformats.org/officeDocument/2006/relationships/image" Target="../media/image51.png"/><Relationship Id="rId11" Type="http://schemas.openxmlformats.org/officeDocument/2006/relationships/image" Target="../media/image421.png"/><Relationship Id="rId24" Type="http://schemas.openxmlformats.org/officeDocument/2006/relationships/customXml" Target="../ink/ink13.xml"/><Relationship Id="rId32" Type="http://schemas.openxmlformats.org/officeDocument/2006/relationships/customXml" Target="../ink/ink17.xml"/><Relationship Id="rId37" Type="http://schemas.openxmlformats.org/officeDocument/2006/relationships/image" Target="../media/image55.png"/><Relationship Id="rId40" Type="http://schemas.openxmlformats.org/officeDocument/2006/relationships/customXml" Target="../ink/ink21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6.xml"/><Relationship Id="rId19" Type="http://schemas.openxmlformats.org/officeDocument/2006/relationships/image" Target="../media/image461.png"/><Relationship Id="rId31" Type="http://schemas.openxmlformats.org/officeDocument/2006/relationships/image" Target="../media/image52.png"/><Relationship Id="rId44" Type="http://schemas.openxmlformats.org/officeDocument/2006/relationships/customXml" Target="../ink/ink23.xml"/><Relationship Id="rId52" Type="http://schemas.openxmlformats.org/officeDocument/2006/relationships/customXml" Target="../ink/ink27.xml"/><Relationship Id="rId4" Type="http://schemas.openxmlformats.org/officeDocument/2006/relationships/customXml" Target="../ink/ink3.xml"/><Relationship Id="rId9" Type="http://schemas.openxmlformats.org/officeDocument/2006/relationships/image" Target="../media/image413.png"/><Relationship Id="rId14" Type="http://schemas.openxmlformats.org/officeDocument/2006/relationships/customXml" Target="../ink/ink8.xml"/><Relationship Id="rId22" Type="http://schemas.openxmlformats.org/officeDocument/2006/relationships/customXml" Target="../ink/ink12.xml"/><Relationship Id="rId27" Type="http://schemas.openxmlformats.org/officeDocument/2006/relationships/image" Target="../media/image50.png"/><Relationship Id="rId30" Type="http://schemas.openxmlformats.org/officeDocument/2006/relationships/customXml" Target="../ink/ink16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25.xml"/><Relationship Id="rId8" Type="http://schemas.openxmlformats.org/officeDocument/2006/relationships/customXml" Target="../ink/ink5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7.xml"/><Relationship Id="rId17" Type="http://schemas.openxmlformats.org/officeDocument/2006/relationships/image" Target="../media/image451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20.xml"/><Relationship Id="rId46" Type="http://schemas.openxmlformats.org/officeDocument/2006/relationships/customXml" Target="../ink/ink24.xml"/><Relationship Id="rId20" Type="http://schemas.openxmlformats.org/officeDocument/2006/relationships/customXml" Target="../ink/ink11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15.xml"/><Relationship Id="rId36" Type="http://schemas.openxmlformats.org/officeDocument/2006/relationships/customXml" Target="../ink/ink19.xml"/><Relationship Id="rId49" Type="http://schemas.openxmlformats.org/officeDocument/2006/relationships/image" Target="../media/image61.png"/></Relationships>
</file>

<file path=ppt/slides/_rels/slide2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36.xml"/><Relationship Id="rId26" Type="http://schemas.openxmlformats.org/officeDocument/2006/relationships/customXml" Target="../ink/ink40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44.xml"/><Relationship Id="rId42" Type="http://schemas.openxmlformats.org/officeDocument/2006/relationships/customXml" Target="../ink/ink48.xml"/><Relationship Id="rId47" Type="http://schemas.openxmlformats.org/officeDocument/2006/relationships/image" Target="../media/image86.png"/><Relationship Id="rId50" Type="http://schemas.openxmlformats.org/officeDocument/2006/relationships/customXml" Target="../ink/ink52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28.xml"/><Relationship Id="rId16" Type="http://schemas.openxmlformats.org/officeDocument/2006/relationships/customXml" Target="../ink/ink35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39.xml"/><Relationship Id="rId32" Type="http://schemas.openxmlformats.org/officeDocument/2006/relationships/customXml" Target="../ink/ink43.xml"/><Relationship Id="rId37" Type="http://schemas.openxmlformats.org/officeDocument/2006/relationships/image" Target="../media/image81.png"/><Relationship Id="rId40" Type="http://schemas.openxmlformats.org/officeDocument/2006/relationships/customXml" Target="../ink/ink47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29.xml"/><Relationship Id="rId9" Type="http://schemas.openxmlformats.org/officeDocument/2006/relationships/image" Target="../media/image67.png"/><Relationship Id="rId14" Type="http://schemas.openxmlformats.org/officeDocument/2006/relationships/customXml" Target="../ink/ink34.xml"/><Relationship Id="rId22" Type="http://schemas.openxmlformats.org/officeDocument/2006/relationships/customXml" Target="../ink/ink38.xml"/><Relationship Id="rId27" Type="http://schemas.openxmlformats.org/officeDocument/2006/relationships/image" Target="../media/image76.png"/><Relationship Id="rId30" Type="http://schemas.openxmlformats.org/officeDocument/2006/relationships/customXml" Target="../ink/ink42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51.xml"/><Relationship Id="rId56" Type="http://schemas.openxmlformats.org/officeDocument/2006/relationships/customXml" Target="../ink/ink55.xml"/><Relationship Id="rId8" Type="http://schemas.openxmlformats.org/officeDocument/2006/relationships/customXml" Target="../ink/ink31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33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46.xml"/><Relationship Id="rId46" Type="http://schemas.openxmlformats.org/officeDocument/2006/relationships/customXml" Target="../ink/ink50.xml"/><Relationship Id="rId20" Type="http://schemas.openxmlformats.org/officeDocument/2006/relationships/customXml" Target="../ink/ink37.xml"/><Relationship Id="rId41" Type="http://schemas.openxmlformats.org/officeDocument/2006/relationships/image" Target="../media/image83.png"/><Relationship Id="rId54" Type="http://schemas.openxmlformats.org/officeDocument/2006/relationships/customXml" Target="../ink/ink54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0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41.xml"/><Relationship Id="rId36" Type="http://schemas.openxmlformats.org/officeDocument/2006/relationships/customXml" Target="../ink/ink45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32.xml"/><Relationship Id="rId31" Type="http://schemas.openxmlformats.org/officeDocument/2006/relationships/image" Target="../media/image78.png"/><Relationship Id="rId44" Type="http://schemas.openxmlformats.org/officeDocument/2006/relationships/customXml" Target="../ink/ink49.xml"/><Relationship Id="rId52" Type="http://schemas.openxmlformats.org/officeDocument/2006/relationships/customXml" Target="../ink/ink5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76.xml"/><Relationship Id="rId84" Type="http://schemas.openxmlformats.org/officeDocument/2006/relationships/customXml" Target="../ink/ink94.xml"/><Relationship Id="rId138" Type="http://schemas.openxmlformats.org/officeDocument/2006/relationships/customXml" Target="../ink/ink121.xml"/><Relationship Id="rId159" Type="http://schemas.openxmlformats.org/officeDocument/2006/relationships/customXml" Target="../ink/ink131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71.xml"/><Relationship Id="rId53" Type="http://schemas.openxmlformats.org/officeDocument/2006/relationships/image" Target="../media/image261.png"/><Relationship Id="rId74" Type="http://schemas.openxmlformats.org/officeDocument/2006/relationships/customXml" Target="../ink/ink89.xml"/><Relationship Id="rId128" Type="http://schemas.openxmlformats.org/officeDocument/2006/relationships/customXml" Target="../ink/ink116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66.xml"/><Relationship Id="rId43" Type="http://schemas.openxmlformats.org/officeDocument/2006/relationships/image" Target="../media/image210.png"/><Relationship Id="rId118" Type="http://schemas.openxmlformats.org/officeDocument/2006/relationships/customXml" Target="../ink/ink111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27.xml"/><Relationship Id="rId12" Type="http://schemas.openxmlformats.org/officeDocument/2006/relationships/customXml" Target="../ink/ink61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74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06.xml"/><Relationship Id="rId124" Type="http://schemas.openxmlformats.org/officeDocument/2006/relationships/customXml" Target="../ink/ink114.xml"/><Relationship Id="rId129" Type="http://schemas.openxmlformats.org/officeDocument/2006/relationships/image" Target="../media/image640.png"/><Relationship Id="rId54" Type="http://schemas.openxmlformats.org/officeDocument/2006/relationships/customXml" Target="../ink/ink82.xml"/><Relationship Id="rId70" Type="http://schemas.openxmlformats.org/officeDocument/2006/relationships/customXml" Target="../ink/ink87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100.xml"/><Relationship Id="rId140" Type="http://schemas.openxmlformats.org/officeDocument/2006/relationships/customXml" Target="../ink/ink122.xml"/><Relationship Id="rId145" Type="http://schemas.openxmlformats.org/officeDocument/2006/relationships/image" Target="../media/image720.png"/><Relationship Id="rId161" Type="http://schemas.openxmlformats.org/officeDocument/2006/relationships/customXml" Target="../ink/ink132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8.xml"/><Relationship Id="rId23" Type="http://schemas.openxmlformats.org/officeDocument/2006/relationships/image" Target="../media/image1111.png"/><Relationship Id="rId28" Type="http://schemas.openxmlformats.org/officeDocument/2006/relationships/customXml" Target="../ink/ink69.xml"/><Relationship Id="rId49" Type="http://schemas.openxmlformats.org/officeDocument/2006/relationships/image" Target="../media/image241.png"/><Relationship Id="rId114" Type="http://schemas.openxmlformats.org/officeDocument/2006/relationships/customXml" Target="../ink/ink109.xml"/><Relationship Id="rId119" Type="http://schemas.openxmlformats.org/officeDocument/2006/relationships/image" Target="../media/image590.png"/><Relationship Id="rId44" Type="http://schemas.openxmlformats.org/officeDocument/2006/relationships/customXml" Target="../ink/ink77.xml"/><Relationship Id="rId60" Type="http://schemas.openxmlformats.org/officeDocument/2006/relationships/customXml" Target="../ink/ink85.xml"/><Relationship Id="rId81" Type="http://schemas.openxmlformats.org/officeDocument/2006/relationships/image" Target="../media/image400.png"/><Relationship Id="rId86" Type="http://schemas.openxmlformats.org/officeDocument/2006/relationships/customXml" Target="../ink/ink95.xml"/><Relationship Id="rId130" Type="http://schemas.openxmlformats.org/officeDocument/2006/relationships/customXml" Target="../ink/ink117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30.xml"/><Relationship Id="rId13" Type="http://schemas.openxmlformats.org/officeDocument/2006/relationships/image" Target="../media/image611.png"/><Relationship Id="rId18" Type="http://schemas.openxmlformats.org/officeDocument/2006/relationships/customXml" Target="../ink/ink64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72.xml"/><Relationship Id="rId50" Type="http://schemas.openxmlformats.org/officeDocument/2006/relationships/customXml" Target="../ink/ink80.xml"/><Relationship Id="rId55" Type="http://schemas.openxmlformats.org/officeDocument/2006/relationships/image" Target="../media/image270.png"/><Relationship Id="rId76" Type="http://schemas.openxmlformats.org/officeDocument/2006/relationships/customXml" Target="../ink/ink90.xml"/><Relationship Id="rId97" Type="http://schemas.openxmlformats.org/officeDocument/2006/relationships/image" Target="../media/image480.png"/><Relationship Id="rId104" Type="http://schemas.openxmlformats.org/officeDocument/2006/relationships/customXml" Target="../ink/ink104.xml"/><Relationship Id="rId120" Type="http://schemas.openxmlformats.org/officeDocument/2006/relationships/customXml" Target="../ink/ink112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25.xml"/><Relationship Id="rId167" Type="http://schemas.openxmlformats.org/officeDocument/2006/relationships/customXml" Target="../ink/ink135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98.xml"/><Relationship Id="rId162" Type="http://schemas.openxmlformats.org/officeDocument/2006/relationships/image" Target="../media/image330.png"/><Relationship Id="rId2" Type="http://schemas.openxmlformats.org/officeDocument/2006/relationships/customXml" Target="../ink/ink56.xml"/><Relationship Id="rId29" Type="http://schemas.openxmlformats.org/officeDocument/2006/relationships/image" Target="../media/image140.png"/><Relationship Id="rId24" Type="http://schemas.openxmlformats.org/officeDocument/2006/relationships/customXml" Target="../ink/ink67.xml"/><Relationship Id="rId40" Type="http://schemas.openxmlformats.org/officeDocument/2006/relationships/customXml" Target="../ink/ink75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07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20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93.xml"/><Relationship Id="rId152" Type="http://schemas.openxmlformats.org/officeDocument/2006/relationships/customXml" Target="../ink/ink128.xml"/><Relationship Id="rId19" Type="http://schemas.openxmlformats.org/officeDocument/2006/relationships/image" Target="../media/image911.png"/><Relationship Id="rId14" Type="http://schemas.openxmlformats.org/officeDocument/2006/relationships/customXml" Target="../ink/ink62.xml"/><Relationship Id="rId30" Type="http://schemas.openxmlformats.org/officeDocument/2006/relationships/customXml" Target="../ink/ink70.xml"/><Relationship Id="rId35" Type="http://schemas.openxmlformats.org/officeDocument/2006/relationships/image" Target="../media/image170.png"/><Relationship Id="rId56" Type="http://schemas.openxmlformats.org/officeDocument/2006/relationships/customXml" Target="../ink/ink83.xml"/><Relationship Id="rId77" Type="http://schemas.openxmlformats.org/officeDocument/2006/relationships/image" Target="../media/image380.png"/><Relationship Id="rId100" Type="http://schemas.openxmlformats.org/officeDocument/2006/relationships/customXml" Target="../ink/ink102.xml"/><Relationship Id="rId105" Type="http://schemas.openxmlformats.org/officeDocument/2006/relationships/image" Target="../media/image520.png"/><Relationship Id="rId126" Type="http://schemas.openxmlformats.org/officeDocument/2006/relationships/customXml" Target="../ink/ink115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59.xml"/><Relationship Id="rId51" Type="http://schemas.openxmlformats.org/officeDocument/2006/relationships/image" Target="../media/image251.png"/><Relationship Id="rId72" Type="http://schemas.openxmlformats.org/officeDocument/2006/relationships/customXml" Target="../ink/ink88.xml"/><Relationship Id="rId93" Type="http://schemas.openxmlformats.org/officeDocument/2006/relationships/image" Target="../media/image460.png"/><Relationship Id="rId98" Type="http://schemas.openxmlformats.org/officeDocument/2006/relationships/customXml" Target="../ink/ink101.xml"/><Relationship Id="rId121" Type="http://schemas.openxmlformats.org/officeDocument/2006/relationships/image" Target="../media/image600.png"/><Relationship Id="rId142" Type="http://schemas.openxmlformats.org/officeDocument/2006/relationships/customXml" Target="../ink/ink123.xml"/><Relationship Id="rId163" Type="http://schemas.openxmlformats.org/officeDocument/2006/relationships/customXml" Target="../ink/ink133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78.xml"/><Relationship Id="rId116" Type="http://schemas.openxmlformats.org/officeDocument/2006/relationships/customXml" Target="../ink/ink110.xml"/><Relationship Id="rId137" Type="http://schemas.openxmlformats.org/officeDocument/2006/relationships/image" Target="../media/image680.png"/><Relationship Id="rId158" Type="http://schemas.openxmlformats.org/officeDocument/2006/relationships/image" Target="../media/image27.png"/><Relationship Id="rId20" Type="http://schemas.openxmlformats.org/officeDocument/2006/relationships/customXml" Target="../ink/ink65.xml"/><Relationship Id="rId41" Type="http://schemas.openxmlformats.org/officeDocument/2006/relationships/image" Target="../media/image200.png"/><Relationship Id="rId62" Type="http://schemas.openxmlformats.org/officeDocument/2006/relationships/customXml" Target="../ink/ink86.xml"/><Relationship Id="rId83" Type="http://schemas.openxmlformats.org/officeDocument/2006/relationships/image" Target="../media/image412.png"/><Relationship Id="rId88" Type="http://schemas.openxmlformats.org/officeDocument/2006/relationships/customXml" Target="../ink/ink96.xml"/><Relationship Id="rId111" Type="http://schemas.openxmlformats.org/officeDocument/2006/relationships/image" Target="../media/image550.png"/><Relationship Id="rId132" Type="http://schemas.openxmlformats.org/officeDocument/2006/relationships/customXml" Target="../ink/ink118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73.xml"/><Relationship Id="rId57" Type="http://schemas.openxmlformats.org/officeDocument/2006/relationships/image" Target="../media/image280.png"/><Relationship Id="rId106" Type="http://schemas.openxmlformats.org/officeDocument/2006/relationships/customXml" Target="../ink/ink105.xml"/><Relationship Id="rId127" Type="http://schemas.openxmlformats.org/officeDocument/2006/relationships/image" Target="../media/image630.png"/><Relationship Id="rId10" Type="http://schemas.openxmlformats.org/officeDocument/2006/relationships/customXml" Target="../ink/ink60.xml"/><Relationship Id="rId31" Type="http://schemas.openxmlformats.org/officeDocument/2006/relationships/image" Target="../media/image150.png"/><Relationship Id="rId52" Type="http://schemas.openxmlformats.org/officeDocument/2006/relationships/customXml" Target="../ink/ink81.xml"/><Relationship Id="rId73" Type="http://schemas.openxmlformats.org/officeDocument/2006/relationships/image" Target="../media/image360.png"/><Relationship Id="rId78" Type="http://schemas.openxmlformats.org/officeDocument/2006/relationships/customXml" Target="../ink/ink91.xml"/><Relationship Id="rId94" Type="http://schemas.openxmlformats.org/officeDocument/2006/relationships/customXml" Target="../ink/ink99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13.xml"/><Relationship Id="rId143" Type="http://schemas.openxmlformats.org/officeDocument/2006/relationships/image" Target="../media/image712.png"/><Relationship Id="rId148" Type="http://schemas.openxmlformats.org/officeDocument/2006/relationships/customXml" Target="../ink/ink126.xml"/><Relationship Id="rId164" Type="http://schemas.openxmlformats.org/officeDocument/2006/relationships/image" Target="../media/image790.png"/><Relationship Id="rId4" Type="http://schemas.openxmlformats.org/officeDocument/2006/relationships/customXml" Target="../ink/ink57.xml"/><Relationship Id="rId9" Type="http://schemas.openxmlformats.org/officeDocument/2006/relationships/image" Target="../media/image411.png"/><Relationship Id="rId26" Type="http://schemas.openxmlformats.org/officeDocument/2006/relationships/customXml" Target="../ink/ink68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08.xml"/><Relationship Id="rId133" Type="http://schemas.openxmlformats.org/officeDocument/2006/relationships/image" Target="../media/image660.png"/><Relationship Id="rId154" Type="http://schemas.openxmlformats.org/officeDocument/2006/relationships/customXml" Target="../ink/ink129.xml"/><Relationship Id="rId16" Type="http://schemas.openxmlformats.org/officeDocument/2006/relationships/customXml" Target="../ink/ink63.xml"/><Relationship Id="rId37" Type="http://schemas.openxmlformats.org/officeDocument/2006/relationships/image" Target="../media/image180.png"/><Relationship Id="rId58" Type="http://schemas.openxmlformats.org/officeDocument/2006/relationships/customXml" Target="../ink/ink84.xml"/><Relationship Id="rId79" Type="http://schemas.openxmlformats.org/officeDocument/2006/relationships/image" Target="../media/image390.png"/><Relationship Id="rId102" Type="http://schemas.openxmlformats.org/officeDocument/2006/relationships/customXml" Target="../ink/ink103.xml"/><Relationship Id="rId123" Type="http://schemas.openxmlformats.org/officeDocument/2006/relationships/image" Target="../media/image612.png"/><Relationship Id="rId144" Type="http://schemas.openxmlformats.org/officeDocument/2006/relationships/customXml" Target="../ink/ink124.xml"/><Relationship Id="rId90" Type="http://schemas.openxmlformats.org/officeDocument/2006/relationships/customXml" Target="../ink/ink97.xml"/><Relationship Id="rId165" Type="http://schemas.openxmlformats.org/officeDocument/2006/relationships/customXml" Target="../ink/ink134.xml"/><Relationship Id="rId27" Type="http://schemas.openxmlformats.org/officeDocument/2006/relationships/image" Target="../media/image134.png"/><Relationship Id="rId48" Type="http://schemas.openxmlformats.org/officeDocument/2006/relationships/customXml" Target="../ink/ink79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19.xml"/><Relationship Id="rId80" Type="http://schemas.openxmlformats.org/officeDocument/2006/relationships/customXml" Target="../ink/ink92.xml"/><Relationship Id="rId155" Type="http://schemas.openxmlformats.org/officeDocument/2006/relationships/image" Target="../media/image770.png"/></Relationships>
</file>

<file path=ppt/slides/_rels/slide3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44.xml"/><Relationship Id="rId26" Type="http://schemas.openxmlformats.org/officeDocument/2006/relationships/customXml" Target="../ink/ink148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52.xml"/><Relationship Id="rId42" Type="http://schemas.openxmlformats.org/officeDocument/2006/relationships/customXml" Target="../ink/ink156.xml"/><Relationship Id="rId47" Type="http://schemas.openxmlformats.org/officeDocument/2006/relationships/image" Target="../media/image230.png"/><Relationship Id="rId50" Type="http://schemas.openxmlformats.org/officeDocument/2006/relationships/customXml" Target="../ink/ink160.xml"/><Relationship Id="rId7" Type="http://schemas.openxmlformats.org/officeDocument/2006/relationships/image" Target="../media/image310.png"/><Relationship Id="rId2" Type="http://schemas.openxmlformats.org/officeDocument/2006/relationships/customXml" Target="../ink/ink136.xml"/><Relationship Id="rId16" Type="http://schemas.openxmlformats.org/officeDocument/2006/relationships/customXml" Target="../ink/ink143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47.xml"/><Relationship Id="rId32" Type="http://schemas.openxmlformats.org/officeDocument/2006/relationships/customXml" Target="../ink/ink151.xml"/><Relationship Id="rId37" Type="http://schemas.openxmlformats.org/officeDocument/2006/relationships/image" Target="../media/image181.png"/><Relationship Id="rId40" Type="http://schemas.openxmlformats.org/officeDocument/2006/relationships/customXml" Target="../ink/ink155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40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57.xml"/><Relationship Id="rId52" Type="http://schemas.openxmlformats.org/officeDocument/2006/relationships/customXml" Target="../ink/ink161.xml"/><Relationship Id="rId4" Type="http://schemas.openxmlformats.org/officeDocument/2006/relationships/customXml" Target="../ink/ink137.xml"/><Relationship Id="rId9" Type="http://schemas.openxmlformats.org/officeDocument/2006/relationships/image" Target="../media/image410.png"/><Relationship Id="rId14" Type="http://schemas.openxmlformats.org/officeDocument/2006/relationships/customXml" Target="../ink/ink142.xml"/><Relationship Id="rId22" Type="http://schemas.openxmlformats.org/officeDocument/2006/relationships/customXml" Target="../ink/ink146.xml"/><Relationship Id="rId27" Type="http://schemas.openxmlformats.org/officeDocument/2006/relationships/image" Target="../media/image131.png"/><Relationship Id="rId30" Type="http://schemas.openxmlformats.org/officeDocument/2006/relationships/customXml" Target="../ink/ink150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59.xml"/><Relationship Id="rId8" Type="http://schemas.openxmlformats.org/officeDocument/2006/relationships/customXml" Target="../ink/ink139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41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54.xml"/><Relationship Id="rId46" Type="http://schemas.openxmlformats.org/officeDocument/2006/relationships/customXml" Target="../ink/ink158.xml"/><Relationship Id="rId20" Type="http://schemas.openxmlformats.org/officeDocument/2006/relationships/customXml" Target="../ink/ink145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38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49.xml"/><Relationship Id="rId36" Type="http://schemas.openxmlformats.org/officeDocument/2006/relationships/customXml" Target="../ink/ink153.xml"/><Relationship Id="rId49" Type="http://schemas.openxmlformats.org/officeDocument/2006/relationships/image" Target="../media/image24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jpeg"/><Relationship Id="rId4" Type="http://schemas.openxmlformats.org/officeDocument/2006/relationships/image" Target="../media/image1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67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62.xml"/><Relationship Id="rId21" Type="http://schemas.openxmlformats.org/officeDocument/2006/relationships/customXml" Target="../ink/ink171.xml"/><Relationship Id="rId7" Type="http://schemas.openxmlformats.org/officeDocument/2006/relationships/customXml" Target="../ink/ink164.xml"/><Relationship Id="rId12" Type="http://schemas.openxmlformats.org/officeDocument/2006/relationships/image" Target="../media/image910.png"/><Relationship Id="rId17" Type="http://schemas.openxmlformats.org/officeDocument/2006/relationships/customXml" Target="../ink/ink169.xml"/><Relationship Id="rId25" Type="http://schemas.openxmlformats.org/officeDocument/2006/relationships/customXml" Target="../ink/ink173.xml"/><Relationship Id="rId2" Type="http://schemas.openxmlformats.org/officeDocument/2006/relationships/image" Target="../media/image28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66.xml"/><Relationship Id="rId24" Type="http://schemas.openxmlformats.org/officeDocument/2006/relationships/image" Target="../media/image980.png"/><Relationship Id="rId5" Type="http://schemas.openxmlformats.org/officeDocument/2006/relationships/customXml" Target="../ink/ink163.xml"/><Relationship Id="rId15" Type="http://schemas.openxmlformats.org/officeDocument/2006/relationships/customXml" Target="../ink/ink168.xml"/><Relationship Id="rId23" Type="http://schemas.openxmlformats.org/officeDocument/2006/relationships/customXml" Target="../ink/ink172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170.xml"/><Relationship Id="rId4" Type="http://schemas.openxmlformats.org/officeDocument/2006/relationships/image" Target="../media/image870.png"/><Relationship Id="rId9" Type="http://schemas.openxmlformats.org/officeDocument/2006/relationships/customXml" Target="../ink/ink165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17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tiff"/><Relationship Id="rId7" Type="http://schemas.openxmlformats.org/officeDocument/2006/relationships/image" Target="../media/image52.tiff"/><Relationship Id="rId2" Type="http://schemas.openxmlformats.org/officeDocument/2006/relationships/image" Target="../media/image47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tiff"/><Relationship Id="rId5" Type="http://schemas.openxmlformats.org/officeDocument/2006/relationships/image" Target="../media/image50.tiff"/><Relationship Id="rId4" Type="http://schemas.openxmlformats.org/officeDocument/2006/relationships/image" Target="../media/image49.tiff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9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image" Target="../media/image101.png"/><Relationship Id="rId7" Type="http://schemas.openxmlformats.org/officeDocument/2006/relationships/image" Target="../media/image106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5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8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9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Discussion points: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treating separately but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GPS records with </a:t>
            </a:r>
            <a:r>
              <a:rPr lang="en-US" sz="1600" dirty="0" err="1">
                <a:solidFill>
                  <a:srgbClr val="C00000"/>
                </a:solidFill>
              </a:rPr>
              <a:t>planting_geometry</a:t>
            </a:r>
            <a:r>
              <a:rPr lang="en-US" sz="1600" dirty="0">
                <a:solidFill>
                  <a:srgbClr val="C00000"/>
                </a:solidFill>
              </a:rPr>
              <a:t>=polygon only have two GPS points, treating spatially as lines.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Line plantings “DEL” extends onto land.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8376C5D-3801-7D55-3BF8-443E83269B1E}"/>
              </a:ext>
            </a:extLst>
          </p:cNvPr>
          <p:cNvSpPr/>
          <p:nvPr/>
        </p:nvSpPr>
        <p:spPr>
          <a:xfrm>
            <a:off x="1426129" y="830510"/>
            <a:ext cx="1400962" cy="547814"/>
          </a:xfrm>
          <a:prstGeom prst="roundRect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err="1"/>
              <a:t>p_gps_pts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51A741-31BF-60FA-A0C0-BCD26BCFF84A}"/>
              </a:ext>
            </a:extLst>
          </p:cNvPr>
          <p:cNvSpPr txBox="1"/>
          <p:nvPr/>
        </p:nvSpPr>
        <p:spPr>
          <a:xfrm>
            <a:off x="1358308" y="1437734"/>
            <a:ext cx="153660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29 unique values &amp; NA </a:t>
            </a:r>
            <a:r>
              <a:rPr lang="en-US" sz="1000" dirty="0" err="1"/>
              <a:t>donor_site_name</a:t>
            </a:r>
            <a:endParaRPr lang="en-US" sz="100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72BA0CE-7341-17C2-9DC9-26C3BDED9E28}"/>
              </a:ext>
            </a:extLst>
          </p:cNvPr>
          <p:cNvSpPr/>
          <p:nvPr/>
        </p:nvSpPr>
        <p:spPr>
          <a:xfrm>
            <a:off x="3549942" y="830510"/>
            <a:ext cx="1400962" cy="547814"/>
          </a:xfrm>
          <a:prstGeom prst="roundRect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err="1"/>
              <a:t>donor_sites</a:t>
            </a:r>
            <a:endParaRPr lang="en-US" sz="1100" dirty="0"/>
          </a:p>
          <a:p>
            <a:pPr algn="ctr"/>
            <a:r>
              <a:rPr lang="en-US" sz="800" dirty="0"/>
              <a:t>(Matrix sheet)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63C22F-957F-A179-7918-D2218A52FBFC}"/>
              </a:ext>
            </a:extLst>
          </p:cNvPr>
          <p:cNvSpPr txBox="1"/>
          <p:nvPr/>
        </p:nvSpPr>
        <p:spPr>
          <a:xfrm>
            <a:off x="3372463" y="1437241"/>
            <a:ext cx="17559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30 records (all with site names)</a:t>
            </a:r>
          </a:p>
          <a:p>
            <a:pPr algn="ctr"/>
            <a:r>
              <a:rPr lang="en-US" sz="900" dirty="0"/>
              <a:t>24 unique site names</a:t>
            </a:r>
          </a:p>
          <a:p>
            <a:pPr algn="ctr"/>
            <a:endParaRPr lang="en-US" sz="900" dirty="0"/>
          </a:p>
          <a:p>
            <a:pPr algn="ctr"/>
            <a:r>
              <a:rPr lang="en-US" sz="900" dirty="0"/>
              <a:t>3 of 24 without coords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1C51E30-7947-1034-5D93-4993962A4BB9}"/>
              </a:ext>
            </a:extLst>
          </p:cNvPr>
          <p:cNvSpPr/>
          <p:nvPr/>
        </p:nvSpPr>
        <p:spPr>
          <a:xfrm>
            <a:off x="5673755" y="830510"/>
            <a:ext cx="1400962" cy="547814"/>
          </a:xfrm>
          <a:prstGeom prst="roundRect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err="1"/>
              <a:t>donor_site_codes</a:t>
            </a:r>
            <a:endParaRPr lang="en-US" sz="1100" dirty="0"/>
          </a:p>
          <a:p>
            <a:pPr algn="ctr"/>
            <a:r>
              <a:rPr lang="en-US" sz="800" dirty="0"/>
              <a:t>(csv file)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C0E837-5B1A-B61D-3969-1D5C9A6D8DAE}"/>
              </a:ext>
            </a:extLst>
          </p:cNvPr>
          <p:cNvSpPr txBox="1"/>
          <p:nvPr/>
        </p:nvSpPr>
        <p:spPr>
          <a:xfrm>
            <a:off x="5496276" y="1444936"/>
            <a:ext cx="175591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 donor sites + Mixed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ADDADE-C6FB-E5F2-0B3D-7DBB7EA31B39}"/>
              </a:ext>
            </a:extLst>
          </p:cNvPr>
          <p:cNvSpPr txBox="1"/>
          <p:nvPr/>
        </p:nvSpPr>
        <p:spPr>
          <a:xfrm>
            <a:off x="5561270" y="2229348"/>
            <a:ext cx="17559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 err="1">
                <a:solidFill>
                  <a:srgbClr val="C00000"/>
                </a:solidFill>
              </a:rPr>
              <a:t>donor_site_name</a:t>
            </a:r>
            <a:endParaRPr lang="en-US" sz="900" dirty="0">
              <a:solidFill>
                <a:srgbClr val="C00000"/>
              </a:solidFill>
            </a:endParaRPr>
          </a:p>
          <a:p>
            <a:pPr algn="ctr"/>
            <a:r>
              <a:rPr lang="en-US" sz="900" dirty="0" err="1">
                <a:solidFill>
                  <a:srgbClr val="C00000"/>
                </a:solidFill>
              </a:rPr>
              <a:t>donor_site_code</a:t>
            </a:r>
            <a:endParaRPr lang="en-US" sz="900" dirty="0">
              <a:solidFill>
                <a:srgbClr val="C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3AC6C6-3245-C02E-6372-E7CCDE1A5824}"/>
              </a:ext>
            </a:extLst>
          </p:cNvPr>
          <p:cNvSpPr txBox="1"/>
          <p:nvPr/>
        </p:nvSpPr>
        <p:spPr>
          <a:xfrm>
            <a:off x="3299922" y="2249786"/>
            <a:ext cx="175591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 err="1">
                <a:solidFill>
                  <a:srgbClr val="C00000"/>
                </a:solidFill>
              </a:rPr>
              <a:t>site_name</a:t>
            </a:r>
            <a:endParaRPr lang="en-US" sz="900" dirty="0">
              <a:solidFill>
                <a:srgbClr val="C0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C4C3F0-5756-3EB5-6106-46B1F23F85D8}"/>
              </a:ext>
            </a:extLst>
          </p:cNvPr>
          <p:cNvSpPr txBox="1"/>
          <p:nvPr/>
        </p:nvSpPr>
        <p:spPr>
          <a:xfrm>
            <a:off x="1138992" y="2263500"/>
            <a:ext cx="175591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 err="1">
                <a:solidFill>
                  <a:srgbClr val="C00000"/>
                </a:solidFill>
              </a:rPr>
              <a:t>donor_site_name</a:t>
            </a:r>
            <a:endParaRPr lang="en-US" sz="900" dirty="0">
              <a:solidFill>
                <a:srgbClr val="C00000"/>
              </a:solidFill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63D2E58-C438-1697-4C3A-2C221566FEF2}"/>
              </a:ext>
            </a:extLst>
          </p:cNvPr>
          <p:cNvSpPr/>
          <p:nvPr/>
        </p:nvSpPr>
        <p:spPr>
          <a:xfrm>
            <a:off x="2440641" y="2528048"/>
            <a:ext cx="1600200" cy="308442"/>
          </a:xfrm>
          <a:custGeom>
            <a:avLst/>
            <a:gdLst>
              <a:gd name="csX0" fmla="*/ 0 w 1600200"/>
              <a:gd name="csY0" fmla="*/ 26894 h 26894"/>
              <a:gd name="csX1" fmla="*/ 1600200 w 1600200"/>
              <a:gd name="csY1" fmla="*/ 0 h 26894"/>
              <a:gd name="csX0" fmla="*/ 0 w 1600200"/>
              <a:gd name="csY0" fmla="*/ 26894 h 191395"/>
              <a:gd name="csX1" fmla="*/ 1600200 w 1600200"/>
              <a:gd name="csY1" fmla="*/ 0 h 191395"/>
              <a:gd name="csX0" fmla="*/ 0 w 1600200"/>
              <a:gd name="csY0" fmla="*/ 26894 h 308442"/>
              <a:gd name="csX1" fmla="*/ 1600200 w 1600200"/>
              <a:gd name="csY1" fmla="*/ 0 h 308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00200" h="308442">
                <a:moveTo>
                  <a:pt x="0" y="26894"/>
                </a:moveTo>
                <a:cubicBezTo>
                  <a:pt x="318247" y="394446"/>
                  <a:pt x="1349189" y="419100"/>
                  <a:pt x="1600200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F5404A7-56F1-393B-BD0E-358FE7C9E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5" y="2598680"/>
            <a:ext cx="1342176" cy="145961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33AB3C2-3DE1-6208-BAE2-680C46A84B6F}"/>
              </a:ext>
            </a:extLst>
          </p:cNvPr>
          <p:cNvSpPr txBox="1"/>
          <p:nvPr/>
        </p:nvSpPr>
        <p:spPr>
          <a:xfrm>
            <a:off x="270916" y="3097656"/>
            <a:ext cx="86807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>
                <a:solidFill>
                  <a:srgbClr val="C00000"/>
                </a:solidFill>
              </a:rPr>
              <a:t>not matched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D6629B2-E208-4479-437C-8ACBA7AC643C}"/>
              </a:ext>
            </a:extLst>
          </p:cNvPr>
          <p:cNvSpPr txBox="1"/>
          <p:nvPr/>
        </p:nvSpPr>
        <p:spPr>
          <a:xfrm>
            <a:off x="1004335" y="4343402"/>
            <a:ext cx="1822755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5 donor site in </a:t>
            </a:r>
            <a:r>
              <a:rPr lang="en-US" sz="900" dirty="0" err="1"/>
              <a:t>gps_pts</a:t>
            </a:r>
            <a:r>
              <a:rPr lang="en-US" sz="900" dirty="0"/>
              <a:t> not matched in </a:t>
            </a:r>
            <a:r>
              <a:rPr lang="en-US" sz="900" dirty="0" err="1"/>
              <a:t>donor_sites</a:t>
            </a:r>
            <a:r>
              <a:rPr lang="en-US" sz="900" dirty="0"/>
              <a:t> table:</a:t>
            </a:r>
          </a:p>
          <a:p>
            <a:pPr marL="233363"/>
            <a:r>
              <a:rPr lang="en-US" sz="900" dirty="0">
                <a:solidFill>
                  <a:srgbClr val="BC9BA0"/>
                </a:solidFill>
              </a:rPr>
              <a:t>Ketron Island</a:t>
            </a:r>
          </a:p>
          <a:p>
            <a:pPr marL="233363"/>
            <a:r>
              <a:rPr lang="en-US" sz="900" dirty="0">
                <a:solidFill>
                  <a:srgbClr val="BC9BA0"/>
                </a:solidFill>
              </a:rPr>
              <a:t>Anderson Island</a:t>
            </a:r>
          </a:p>
          <a:p>
            <a:pPr marL="233363"/>
            <a:r>
              <a:rPr lang="en-US" sz="900" dirty="0">
                <a:solidFill>
                  <a:srgbClr val="BC9BA0"/>
                </a:solidFill>
              </a:rPr>
              <a:t>Cutts Island</a:t>
            </a:r>
          </a:p>
          <a:p>
            <a:pPr marL="233363"/>
            <a:r>
              <a:rPr lang="en-US" sz="900" dirty="0">
                <a:solidFill>
                  <a:srgbClr val="BC9BA0"/>
                </a:solidFill>
              </a:rPr>
              <a:t>Shine Beach</a:t>
            </a:r>
          </a:p>
          <a:p>
            <a:pPr marL="233363"/>
            <a:r>
              <a:rPr lang="en-US" sz="900" dirty="0">
                <a:solidFill>
                  <a:srgbClr val="BC9BA0"/>
                </a:solidFill>
              </a:rPr>
              <a:t>Stuart Island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66B75841-952B-192F-8498-5F6967CD84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622" y="5565209"/>
            <a:ext cx="4819282" cy="72554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202F8DFC-C890-BC28-2682-4E117914FCB0}"/>
              </a:ext>
            </a:extLst>
          </p:cNvPr>
          <p:cNvSpPr txBox="1"/>
          <p:nvPr/>
        </p:nvSpPr>
        <p:spPr>
          <a:xfrm>
            <a:off x="6231339" y="4058297"/>
            <a:ext cx="21717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Add a Mixed logical variable to </a:t>
            </a:r>
            <a:r>
              <a:rPr lang="en-US" sz="1400" dirty="0" err="1"/>
              <a:t>planting_donor_assoc</a:t>
            </a:r>
            <a:endParaRPr lang="en-US" sz="14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686C5A7-E2E3-55A1-34F3-0D9BEECAC181}"/>
                  </a:ext>
                </a:extLst>
              </p14:cNvPr>
              <p14:cNvContentPartPr/>
              <p14:nvPr/>
            </p14:nvContentPartPr>
            <p14:xfrm>
              <a:off x="5498383" y="3378781"/>
              <a:ext cx="3898800" cy="236448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686C5A7-E2E3-55A1-34F3-0D9BEECAC18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467783" y="3347821"/>
                <a:ext cx="3960360" cy="2425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05985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F582326-9A41-40CD-7562-EF9D05EB53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50" y="235124"/>
            <a:ext cx="4395229" cy="452143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DA827D-D70A-4327-2E9E-0CC6A523140F}"/>
              </a:ext>
            </a:extLst>
          </p:cNvPr>
          <p:cNvSpPr txBox="1"/>
          <p:nvPr/>
        </p:nvSpPr>
        <p:spPr>
          <a:xfrm>
            <a:off x="4914551" y="448267"/>
            <a:ext cx="53255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Step through </a:t>
            </a:r>
            <a:r>
              <a:rPr lang="en-US" dirty="0" err="1"/>
              <a:t>donor_sites</a:t>
            </a:r>
            <a:r>
              <a:rPr lang="en-US" dirty="0"/>
              <a:t> from matrix and refer to map for any ambiguity</a:t>
            </a:r>
          </a:p>
          <a:p>
            <a:pPr marL="342900" indent="-342900">
              <a:buAutoNum type="arabicPeriod"/>
            </a:pPr>
            <a:r>
              <a:rPr lang="en-US" dirty="0"/>
              <a:t>Create csv with vicinity, name, alt name</a:t>
            </a:r>
          </a:p>
          <a:p>
            <a:pPr marL="342900" indent="-342900">
              <a:buAutoNum type="arabicPeriod"/>
            </a:pPr>
            <a:r>
              <a:rPr lang="en-US" dirty="0"/>
              <a:t>Identify cases with no coords and add coords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271209-82A8-86AD-AF45-BDDD9820A14F}"/>
              </a:ext>
            </a:extLst>
          </p:cNvPr>
          <p:cNvSpPr txBox="1"/>
          <p:nvPr/>
        </p:nvSpPr>
        <p:spPr>
          <a:xfrm>
            <a:off x="4815281" y="2713565"/>
            <a:ext cx="687058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Issue 1:  ambiguity in donor sites listed in </a:t>
            </a:r>
            <a:r>
              <a:rPr lang="en-US" dirty="0" err="1">
                <a:solidFill>
                  <a:schemeClr val="accent1"/>
                </a:solidFill>
              </a:rPr>
              <a:t>gps_pts</a:t>
            </a:r>
            <a:r>
              <a:rPr lang="en-US" dirty="0">
                <a:solidFill>
                  <a:schemeClr val="accent1"/>
                </a:solidFill>
              </a:rPr>
              <a:t> at Anderson Island.  The matrix </a:t>
            </a:r>
            <a:r>
              <a:rPr lang="en-US" dirty="0" err="1">
                <a:solidFill>
                  <a:schemeClr val="accent1"/>
                </a:solidFill>
              </a:rPr>
              <a:t>gps_pts</a:t>
            </a:r>
            <a:r>
              <a:rPr lang="en-US" dirty="0">
                <a:solidFill>
                  <a:schemeClr val="accent1"/>
                </a:solidFill>
              </a:rPr>
              <a:t> includes: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10 records  with </a:t>
            </a:r>
            <a:r>
              <a:rPr lang="en-US" dirty="0" err="1">
                <a:solidFill>
                  <a:schemeClr val="accent1"/>
                </a:solidFill>
              </a:rPr>
              <a:t>donor_site</a:t>
            </a:r>
            <a:r>
              <a:rPr lang="en-US" dirty="0">
                <a:solidFill>
                  <a:schemeClr val="accent1"/>
                </a:solidFill>
              </a:rPr>
              <a:t> = “Anderson Island”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8 records with </a:t>
            </a:r>
            <a:r>
              <a:rPr lang="en-US" dirty="0" err="1">
                <a:solidFill>
                  <a:schemeClr val="accent1"/>
                </a:solidFill>
              </a:rPr>
              <a:t>donor_site</a:t>
            </a:r>
            <a:r>
              <a:rPr lang="en-US" dirty="0">
                <a:solidFill>
                  <a:schemeClr val="accent1"/>
                </a:solidFill>
              </a:rPr>
              <a:t> = “Sandy Point”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13 records with </a:t>
            </a:r>
            <a:r>
              <a:rPr lang="en-US" dirty="0" err="1">
                <a:solidFill>
                  <a:schemeClr val="accent1"/>
                </a:solidFill>
              </a:rPr>
              <a:t>donor_site</a:t>
            </a:r>
            <a:r>
              <a:rPr lang="en-US" dirty="0">
                <a:solidFill>
                  <a:schemeClr val="accent1"/>
                </a:solidFill>
              </a:rPr>
              <a:t> = “Thompson Cove”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accent1"/>
                </a:solidFill>
              </a:rPr>
              <a:t>Donor sites sheet in matrix only has records (with coords) for: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Sandy 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Thompson Cove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accent1"/>
                </a:solidFill>
              </a:rPr>
              <a:t>Need clarification on the 10 records with “Anderson Island”</a:t>
            </a:r>
          </a:p>
        </p:txBody>
      </p:sp>
    </p:spTree>
    <p:extLst>
      <p:ext uri="{BB962C8B-B14F-4D97-AF65-F5344CB8AC3E}">
        <p14:creationId xmlns:p14="http://schemas.microsoft.com/office/powerpoint/2010/main" val="14301101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B9ECB2-453E-0440-65C6-463FD2F97B26}"/>
              </a:ext>
            </a:extLst>
          </p:cNvPr>
          <p:cNvSpPr txBox="1"/>
          <p:nvPr/>
        </p:nvSpPr>
        <p:spPr>
          <a:xfrm>
            <a:off x="830510" y="136135"/>
            <a:ext cx="5265490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Sankey completed.</a:t>
            </a:r>
          </a:p>
          <a:p>
            <a:endParaRPr lang="en-US" sz="1400" dirty="0"/>
          </a:p>
          <a:p>
            <a:r>
              <a:rPr lang="en-US" sz="1400" dirty="0"/>
              <a:t>Next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Rehab plantings into pt-plantings and centroids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get rehab list of </a:t>
            </a:r>
            <a:r>
              <a:rPr lang="en-US" sz="1200" dirty="0" err="1">
                <a:solidFill>
                  <a:srgbClr val="C00000"/>
                </a:solidFill>
              </a:rPr>
              <a:t>plantingIDs</a:t>
            </a:r>
            <a:r>
              <a:rPr lang="en-US" sz="1200" dirty="0">
                <a:solidFill>
                  <a:srgbClr val="C00000"/>
                </a:solidFill>
              </a:rPr>
              <a:t> with </a:t>
            </a:r>
            <a:r>
              <a:rPr lang="en-US" sz="1200" dirty="0" err="1">
                <a:solidFill>
                  <a:srgbClr val="C00000"/>
                </a:solidFill>
              </a:rPr>
              <a:t>planting_location_code</a:t>
            </a:r>
            <a:endParaRPr lang="en-US" sz="1200" dirty="0">
              <a:solidFill>
                <a:srgbClr val="C00000"/>
              </a:solidFill>
            </a:endParaRP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sf:  how to append features?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construct records in </a:t>
            </a:r>
            <a:r>
              <a:rPr lang="en-US" sz="1200" dirty="0" err="1">
                <a:solidFill>
                  <a:srgbClr val="C00000"/>
                </a:solidFill>
              </a:rPr>
              <a:t>pt_plantings</a:t>
            </a:r>
            <a:r>
              <a:rPr lang="en-US" sz="1200" dirty="0">
                <a:solidFill>
                  <a:srgbClr val="C00000"/>
                </a:solidFill>
              </a:rPr>
              <a:t> structure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append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Create restoration areas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Create  donor tables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Integrate monitoring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Make and stage graphs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Make web tables with </a:t>
            </a:r>
            <a:r>
              <a:rPr lang="en-US" sz="1400" dirty="0" err="1"/>
              <a:t>graphURL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Update service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51083E6-675B-004C-4D2B-D71A76F08BD3}"/>
              </a:ext>
            </a:extLst>
          </p:cNvPr>
          <p:cNvCxnSpPr/>
          <p:nvPr/>
        </p:nvCxnSpPr>
        <p:spPr>
          <a:xfrm>
            <a:off x="117694" y="1889515"/>
            <a:ext cx="64944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F11C776A-24E4-E47B-760C-EB2D4C0F7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3626" y="385894"/>
            <a:ext cx="5163271" cy="140037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278D628-B96F-F0FD-BEC3-38194DE3B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3576" y="1988354"/>
            <a:ext cx="3553321" cy="21434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8B15FDF-75FF-1BA8-D304-4150870574AC}"/>
              </a:ext>
            </a:extLst>
          </p:cNvPr>
          <p:cNvSpPr txBox="1"/>
          <p:nvPr/>
        </p:nvSpPr>
        <p:spPr>
          <a:xfrm>
            <a:off x="570451" y="3686269"/>
            <a:ext cx="48731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Use rehab list </a:t>
            </a:r>
            <a:r>
              <a:rPr lang="en-US" sz="1200" dirty="0" err="1"/>
              <a:t>planting_location_code</a:t>
            </a:r>
            <a:r>
              <a:rPr lang="en-US" sz="1200" dirty="0"/>
              <a:t> to select records from </a:t>
            </a:r>
            <a:r>
              <a:rPr lang="en-US" sz="1200" dirty="0" err="1"/>
              <a:t>planting_locations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copy points and modify attributes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Bind to existing spatial layer for that geometry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4E7BE8-DDFA-F39D-DF6D-C4330D4947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473" y="5398374"/>
            <a:ext cx="5062057" cy="903939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9BED97E2-94BB-071D-F3D4-B6F7B44C9DA1}"/>
              </a:ext>
            </a:extLst>
          </p:cNvPr>
          <p:cNvGrpSpPr/>
          <p:nvPr/>
        </p:nvGrpSpPr>
        <p:grpSpPr>
          <a:xfrm>
            <a:off x="2517632" y="5398374"/>
            <a:ext cx="1241571" cy="683859"/>
            <a:chOff x="2517632" y="5398374"/>
            <a:chExt cx="1241571" cy="683859"/>
          </a:xfrm>
        </p:grpSpPr>
        <p:pic>
          <p:nvPicPr>
            <p:cNvPr id="6" name="Graphic 5" descr="Table outline">
              <a:extLst>
                <a:ext uri="{FF2B5EF4-FFF2-40B4-BE49-F238E27FC236}">
                  <a16:creationId xmlns:a16="http://schemas.microsoft.com/office/drawing/2014/main" id="{43D3E1AC-F208-6031-C570-E14D19BDDF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813582" y="5398374"/>
              <a:ext cx="649673" cy="649673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0CD528A-E4D3-7555-818C-B7FB788B65DF}"/>
                </a:ext>
              </a:extLst>
            </p:cNvPr>
            <p:cNvSpPr txBox="1"/>
            <p:nvPr/>
          </p:nvSpPr>
          <p:spPr>
            <a:xfrm>
              <a:off x="2517632" y="5866789"/>
              <a:ext cx="124157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 err="1"/>
                <a:t>planting_locations</a:t>
              </a:r>
              <a:endParaRPr lang="en-US" sz="800" dirty="0"/>
            </a:p>
          </p:txBody>
        </p:sp>
      </p:grpSp>
      <p:sp>
        <p:nvSpPr>
          <p:cNvPr id="12" name="Diamond 11">
            <a:extLst>
              <a:ext uri="{FF2B5EF4-FFF2-40B4-BE49-F238E27FC236}">
                <a16:creationId xmlns:a16="http://schemas.microsoft.com/office/drawing/2014/main" id="{B242F891-4D7D-484E-E58F-D70F4DAA2F86}"/>
              </a:ext>
            </a:extLst>
          </p:cNvPr>
          <p:cNvSpPr/>
          <p:nvPr/>
        </p:nvSpPr>
        <p:spPr>
          <a:xfrm>
            <a:off x="4664279" y="5544973"/>
            <a:ext cx="285226" cy="356474"/>
          </a:xfrm>
          <a:prstGeom prst="diamond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21E07D9-6ACA-BE8F-FC06-799196501474}"/>
              </a:ext>
            </a:extLst>
          </p:cNvPr>
          <p:cNvCxnSpPr/>
          <p:nvPr/>
        </p:nvCxnSpPr>
        <p:spPr>
          <a:xfrm>
            <a:off x="3463255" y="5723210"/>
            <a:ext cx="1041633" cy="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794B0C4-4AB9-9DE7-B6F0-F412829E5CA2}"/>
              </a:ext>
            </a:extLst>
          </p:cNvPr>
          <p:cNvCxnSpPr/>
          <p:nvPr/>
        </p:nvCxnSpPr>
        <p:spPr>
          <a:xfrm>
            <a:off x="5054367" y="5723210"/>
            <a:ext cx="1041633" cy="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eform 16">
            <a:extLst>
              <a:ext uri="{FF2B5EF4-FFF2-40B4-BE49-F238E27FC236}">
                <a16:creationId xmlns:a16="http://schemas.microsoft.com/office/drawing/2014/main" id="{4218A011-B31E-5756-43B8-545BA231B7B8}"/>
              </a:ext>
            </a:extLst>
          </p:cNvPr>
          <p:cNvSpPr/>
          <p:nvPr/>
        </p:nvSpPr>
        <p:spPr>
          <a:xfrm>
            <a:off x="9957732" y="402035"/>
            <a:ext cx="1048624" cy="1460321"/>
          </a:xfrm>
          <a:custGeom>
            <a:avLst/>
            <a:gdLst>
              <a:gd name="csX0" fmla="*/ 545285 w 1048624"/>
              <a:gd name="csY0" fmla="*/ 637 h 1460321"/>
              <a:gd name="csX1" fmla="*/ 478173 w 1048624"/>
              <a:gd name="csY1" fmla="*/ 42582 h 1460321"/>
              <a:gd name="csX2" fmla="*/ 461395 w 1048624"/>
              <a:gd name="csY2" fmla="*/ 67748 h 1460321"/>
              <a:gd name="csX3" fmla="*/ 436228 w 1048624"/>
              <a:gd name="csY3" fmla="*/ 84526 h 1460321"/>
              <a:gd name="csX4" fmla="*/ 343949 w 1048624"/>
              <a:gd name="csY4" fmla="*/ 160027 h 1460321"/>
              <a:gd name="csX5" fmla="*/ 310393 w 1048624"/>
              <a:gd name="csY5" fmla="*/ 176805 h 1460321"/>
              <a:gd name="csX6" fmla="*/ 268448 w 1048624"/>
              <a:gd name="csY6" fmla="*/ 193583 h 1460321"/>
              <a:gd name="csX7" fmla="*/ 226503 w 1048624"/>
              <a:gd name="csY7" fmla="*/ 218750 h 1460321"/>
              <a:gd name="csX8" fmla="*/ 134224 w 1048624"/>
              <a:gd name="csY8" fmla="*/ 285862 h 1460321"/>
              <a:gd name="csX9" fmla="*/ 83890 w 1048624"/>
              <a:gd name="csY9" fmla="*/ 319418 h 1460321"/>
              <a:gd name="csX10" fmla="*/ 67112 w 1048624"/>
              <a:gd name="csY10" fmla="*/ 344585 h 1460321"/>
              <a:gd name="csX11" fmla="*/ 33556 w 1048624"/>
              <a:gd name="csY11" fmla="*/ 369752 h 1460321"/>
              <a:gd name="csX12" fmla="*/ 0 w 1048624"/>
              <a:gd name="csY12" fmla="*/ 436864 h 1460321"/>
              <a:gd name="csX13" fmla="*/ 8389 w 1048624"/>
              <a:gd name="csY13" fmla="*/ 738868 h 1460321"/>
              <a:gd name="csX14" fmla="*/ 16778 w 1048624"/>
              <a:gd name="csY14" fmla="*/ 780813 h 1460321"/>
              <a:gd name="csX15" fmla="*/ 25167 w 1048624"/>
              <a:gd name="csY15" fmla="*/ 847925 h 1460321"/>
              <a:gd name="csX16" fmla="*/ 41945 w 1048624"/>
              <a:gd name="csY16" fmla="*/ 906648 h 1460321"/>
              <a:gd name="csX17" fmla="*/ 67112 w 1048624"/>
              <a:gd name="csY17" fmla="*/ 990537 h 1460321"/>
              <a:gd name="csX18" fmla="*/ 83890 w 1048624"/>
              <a:gd name="csY18" fmla="*/ 1032482 h 1460321"/>
              <a:gd name="csX19" fmla="*/ 100668 w 1048624"/>
              <a:gd name="csY19" fmla="*/ 1099594 h 1460321"/>
              <a:gd name="csX20" fmla="*/ 109057 w 1048624"/>
              <a:gd name="csY20" fmla="*/ 1124761 h 1460321"/>
              <a:gd name="csX21" fmla="*/ 142613 w 1048624"/>
              <a:gd name="csY21" fmla="*/ 1175095 h 1460321"/>
              <a:gd name="csX22" fmla="*/ 159391 w 1048624"/>
              <a:gd name="csY22" fmla="*/ 1208651 h 1460321"/>
              <a:gd name="csX23" fmla="*/ 167780 w 1048624"/>
              <a:gd name="csY23" fmla="*/ 1233818 h 1460321"/>
              <a:gd name="csX24" fmla="*/ 184558 w 1048624"/>
              <a:gd name="csY24" fmla="*/ 1258985 h 1460321"/>
              <a:gd name="csX25" fmla="*/ 209725 w 1048624"/>
              <a:gd name="csY25" fmla="*/ 1309319 h 1460321"/>
              <a:gd name="csX26" fmla="*/ 234892 w 1048624"/>
              <a:gd name="csY26" fmla="*/ 1334486 h 1460321"/>
              <a:gd name="csX27" fmla="*/ 293615 w 1048624"/>
              <a:gd name="csY27" fmla="*/ 1409987 h 1460321"/>
              <a:gd name="csX28" fmla="*/ 318782 w 1048624"/>
              <a:gd name="csY28" fmla="*/ 1426765 h 1460321"/>
              <a:gd name="csX29" fmla="*/ 369116 w 1048624"/>
              <a:gd name="csY29" fmla="*/ 1443543 h 1460321"/>
              <a:gd name="csX30" fmla="*/ 436228 w 1048624"/>
              <a:gd name="csY30" fmla="*/ 1460321 h 1460321"/>
              <a:gd name="csX31" fmla="*/ 595618 w 1048624"/>
              <a:gd name="csY31" fmla="*/ 1443543 h 1460321"/>
              <a:gd name="csX32" fmla="*/ 713064 w 1048624"/>
              <a:gd name="csY32" fmla="*/ 1426765 h 1460321"/>
              <a:gd name="csX33" fmla="*/ 805343 w 1048624"/>
              <a:gd name="csY33" fmla="*/ 1384820 h 1460321"/>
              <a:gd name="csX34" fmla="*/ 889233 w 1048624"/>
              <a:gd name="csY34" fmla="*/ 1309319 h 1460321"/>
              <a:gd name="csX35" fmla="*/ 939567 w 1048624"/>
              <a:gd name="csY35" fmla="*/ 1233818 h 1460321"/>
              <a:gd name="csX36" fmla="*/ 956345 w 1048624"/>
              <a:gd name="csY36" fmla="*/ 1208651 h 1460321"/>
              <a:gd name="csX37" fmla="*/ 973123 w 1048624"/>
              <a:gd name="csY37" fmla="*/ 1183484 h 1460321"/>
              <a:gd name="csX38" fmla="*/ 989901 w 1048624"/>
              <a:gd name="csY38" fmla="*/ 1149928 h 1460321"/>
              <a:gd name="csX39" fmla="*/ 1031846 w 1048624"/>
              <a:gd name="csY39" fmla="*/ 1074427 h 1460321"/>
              <a:gd name="csX40" fmla="*/ 1048624 w 1048624"/>
              <a:gd name="csY40" fmla="*/ 1007315 h 1460321"/>
              <a:gd name="csX41" fmla="*/ 1040235 w 1048624"/>
              <a:gd name="csY41" fmla="*/ 898259 h 1460321"/>
              <a:gd name="csX42" fmla="*/ 1031846 w 1048624"/>
              <a:gd name="csY42" fmla="*/ 831147 h 1460321"/>
              <a:gd name="csX43" fmla="*/ 1023457 w 1048624"/>
              <a:gd name="csY43" fmla="*/ 663367 h 1460321"/>
              <a:gd name="csX44" fmla="*/ 998290 w 1048624"/>
              <a:gd name="csY44" fmla="*/ 554310 h 1460321"/>
              <a:gd name="csX45" fmla="*/ 981512 w 1048624"/>
              <a:gd name="csY45" fmla="*/ 520754 h 1460321"/>
              <a:gd name="csX46" fmla="*/ 973123 w 1048624"/>
              <a:gd name="csY46" fmla="*/ 487198 h 1460321"/>
              <a:gd name="csX47" fmla="*/ 956345 w 1048624"/>
              <a:gd name="csY47" fmla="*/ 445253 h 1460321"/>
              <a:gd name="csX48" fmla="*/ 931178 w 1048624"/>
              <a:gd name="csY48" fmla="*/ 378141 h 1460321"/>
              <a:gd name="csX49" fmla="*/ 914400 w 1048624"/>
              <a:gd name="csY49" fmla="*/ 352974 h 1460321"/>
              <a:gd name="csX50" fmla="*/ 906011 w 1048624"/>
              <a:gd name="csY50" fmla="*/ 327807 h 1460321"/>
              <a:gd name="csX51" fmla="*/ 855677 w 1048624"/>
              <a:gd name="csY51" fmla="*/ 252306 h 1460321"/>
              <a:gd name="csX52" fmla="*/ 822121 w 1048624"/>
              <a:gd name="csY52" fmla="*/ 193583 h 1460321"/>
              <a:gd name="csX53" fmla="*/ 729842 w 1048624"/>
              <a:gd name="csY53" fmla="*/ 101304 h 1460321"/>
              <a:gd name="csX54" fmla="*/ 679508 w 1048624"/>
              <a:gd name="csY54" fmla="*/ 84526 h 1460321"/>
              <a:gd name="csX55" fmla="*/ 654341 w 1048624"/>
              <a:gd name="csY55" fmla="*/ 76137 h 1460321"/>
              <a:gd name="csX56" fmla="*/ 629174 w 1048624"/>
              <a:gd name="csY56" fmla="*/ 59359 h 1460321"/>
              <a:gd name="csX57" fmla="*/ 604007 w 1048624"/>
              <a:gd name="csY57" fmla="*/ 50971 h 1460321"/>
              <a:gd name="csX58" fmla="*/ 545285 w 1048624"/>
              <a:gd name="csY58" fmla="*/ 34193 h 1460321"/>
              <a:gd name="csX59" fmla="*/ 520118 w 1048624"/>
              <a:gd name="csY59" fmla="*/ 17415 h 1460321"/>
              <a:gd name="csX60" fmla="*/ 545285 w 1048624"/>
              <a:gd name="csY60" fmla="*/ 637 h 14603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</a:cxnLst>
            <a:rect l="l" t="t" r="r" b="b"/>
            <a:pathLst>
              <a:path w="1048624" h="1460321">
                <a:moveTo>
                  <a:pt x="545285" y="637"/>
                </a:moveTo>
                <a:cubicBezTo>
                  <a:pt x="538294" y="4831"/>
                  <a:pt x="498773" y="26102"/>
                  <a:pt x="478173" y="42582"/>
                </a:cubicBezTo>
                <a:cubicBezTo>
                  <a:pt x="470300" y="48880"/>
                  <a:pt x="468524" y="60619"/>
                  <a:pt x="461395" y="67748"/>
                </a:cubicBezTo>
                <a:cubicBezTo>
                  <a:pt x="454266" y="74877"/>
                  <a:pt x="443973" y="78071"/>
                  <a:pt x="436228" y="84526"/>
                </a:cubicBezTo>
                <a:cubicBezTo>
                  <a:pt x="393193" y="120389"/>
                  <a:pt x="416062" y="123970"/>
                  <a:pt x="343949" y="160027"/>
                </a:cubicBezTo>
                <a:cubicBezTo>
                  <a:pt x="332764" y="165620"/>
                  <a:pt x="321821" y="171726"/>
                  <a:pt x="310393" y="176805"/>
                </a:cubicBezTo>
                <a:cubicBezTo>
                  <a:pt x="296632" y="182921"/>
                  <a:pt x="281917" y="186849"/>
                  <a:pt x="268448" y="193583"/>
                </a:cubicBezTo>
                <a:cubicBezTo>
                  <a:pt x="253864" y="200875"/>
                  <a:pt x="240259" y="209996"/>
                  <a:pt x="226503" y="218750"/>
                </a:cubicBezTo>
                <a:cubicBezTo>
                  <a:pt x="131038" y="279500"/>
                  <a:pt x="218760" y="224381"/>
                  <a:pt x="134224" y="285862"/>
                </a:cubicBezTo>
                <a:cubicBezTo>
                  <a:pt x="117916" y="297722"/>
                  <a:pt x="83890" y="319418"/>
                  <a:pt x="83890" y="319418"/>
                </a:cubicBezTo>
                <a:cubicBezTo>
                  <a:pt x="78297" y="327807"/>
                  <a:pt x="74241" y="337456"/>
                  <a:pt x="67112" y="344585"/>
                </a:cubicBezTo>
                <a:cubicBezTo>
                  <a:pt x="57225" y="354472"/>
                  <a:pt x="41780" y="358445"/>
                  <a:pt x="33556" y="369752"/>
                </a:cubicBezTo>
                <a:cubicBezTo>
                  <a:pt x="18845" y="389979"/>
                  <a:pt x="0" y="436864"/>
                  <a:pt x="0" y="436864"/>
                </a:cubicBezTo>
                <a:cubicBezTo>
                  <a:pt x="2796" y="537532"/>
                  <a:pt x="3482" y="638281"/>
                  <a:pt x="8389" y="738868"/>
                </a:cubicBezTo>
                <a:cubicBezTo>
                  <a:pt x="9084" y="753110"/>
                  <a:pt x="14610" y="766720"/>
                  <a:pt x="16778" y="780813"/>
                </a:cubicBezTo>
                <a:cubicBezTo>
                  <a:pt x="20206" y="803096"/>
                  <a:pt x="21461" y="825687"/>
                  <a:pt x="25167" y="847925"/>
                </a:cubicBezTo>
                <a:cubicBezTo>
                  <a:pt x="30412" y="879395"/>
                  <a:pt x="33966" y="878722"/>
                  <a:pt x="41945" y="906648"/>
                </a:cubicBezTo>
                <a:cubicBezTo>
                  <a:pt x="54306" y="949910"/>
                  <a:pt x="47175" y="940695"/>
                  <a:pt x="67112" y="990537"/>
                </a:cubicBezTo>
                <a:cubicBezTo>
                  <a:pt x="72705" y="1004519"/>
                  <a:pt x="79461" y="1018089"/>
                  <a:pt x="83890" y="1032482"/>
                </a:cubicBezTo>
                <a:cubicBezTo>
                  <a:pt x="90671" y="1054521"/>
                  <a:pt x="93376" y="1077718"/>
                  <a:pt x="100668" y="1099594"/>
                </a:cubicBezTo>
                <a:cubicBezTo>
                  <a:pt x="103464" y="1107983"/>
                  <a:pt x="104763" y="1117031"/>
                  <a:pt x="109057" y="1124761"/>
                </a:cubicBezTo>
                <a:cubicBezTo>
                  <a:pt x="118850" y="1142388"/>
                  <a:pt x="133595" y="1157059"/>
                  <a:pt x="142613" y="1175095"/>
                </a:cubicBezTo>
                <a:cubicBezTo>
                  <a:pt x="148206" y="1186280"/>
                  <a:pt x="154465" y="1197157"/>
                  <a:pt x="159391" y="1208651"/>
                </a:cubicBezTo>
                <a:cubicBezTo>
                  <a:pt x="162874" y="1216779"/>
                  <a:pt x="163825" y="1225909"/>
                  <a:pt x="167780" y="1233818"/>
                </a:cubicBezTo>
                <a:cubicBezTo>
                  <a:pt x="172289" y="1242836"/>
                  <a:pt x="180049" y="1249967"/>
                  <a:pt x="184558" y="1258985"/>
                </a:cubicBezTo>
                <a:cubicBezTo>
                  <a:pt x="203475" y="1296820"/>
                  <a:pt x="179673" y="1273256"/>
                  <a:pt x="209725" y="1309319"/>
                </a:cubicBezTo>
                <a:cubicBezTo>
                  <a:pt x="217320" y="1318433"/>
                  <a:pt x="227608" y="1325121"/>
                  <a:pt x="234892" y="1334486"/>
                </a:cubicBezTo>
                <a:cubicBezTo>
                  <a:pt x="269353" y="1378793"/>
                  <a:pt x="257529" y="1379915"/>
                  <a:pt x="293615" y="1409987"/>
                </a:cubicBezTo>
                <a:cubicBezTo>
                  <a:pt x="301360" y="1416442"/>
                  <a:pt x="309569" y="1422670"/>
                  <a:pt x="318782" y="1426765"/>
                </a:cubicBezTo>
                <a:cubicBezTo>
                  <a:pt x="334943" y="1433948"/>
                  <a:pt x="351958" y="1439254"/>
                  <a:pt x="369116" y="1443543"/>
                </a:cubicBezTo>
                <a:lnTo>
                  <a:pt x="436228" y="1460321"/>
                </a:lnTo>
                <a:cubicBezTo>
                  <a:pt x="587794" y="1446542"/>
                  <a:pt x="470972" y="1458207"/>
                  <a:pt x="595618" y="1443543"/>
                </a:cubicBezTo>
                <a:cubicBezTo>
                  <a:pt x="692408" y="1432156"/>
                  <a:pt x="642281" y="1440922"/>
                  <a:pt x="713064" y="1426765"/>
                </a:cubicBezTo>
                <a:cubicBezTo>
                  <a:pt x="788085" y="1389254"/>
                  <a:pt x="756448" y="1401118"/>
                  <a:pt x="805343" y="1384820"/>
                </a:cubicBezTo>
                <a:cubicBezTo>
                  <a:pt x="834224" y="1363159"/>
                  <a:pt x="869159" y="1339429"/>
                  <a:pt x="889233" y="1309319"/>
                </a:cubicBezTo>
                <a:lnTo>
                  <a:pt x="939567" y="1233818"/>
                </a:lnTo>
                <a:lnTo>
                  <a:pt x="956345" y="1208651"/>
                </a:lnTo>
                <a:cubicBezTo>
                  <a:pt x="961938" y="1200262"/>
                  <a:pt x="968614" y="1192502"/>
                  <a:pt x="973123" y="1183484"/>
                </a:cubicBezTo>
                <a:cubicBezTo>
                  <a:pt x="978716" y="1172299"/>
                  <a:pt x="983467" y="1160651"/>
                  <a:pt x="989901" y="1149928"/>
                </a:cubicBezTo>
                <a:cubicBezTo>
                  <a:pt x="1020344" y="1099190"/>
                  <a:pt x="1020597" y="1115674"/>
                  <a:pt x="1031846" y="1074427"/>
                </a:cubicBezTo>
                <a:cubicBezTo>
                  <a:pt x="1037913" y="1052180"/>
                  <a:pt x="1048624" y="1007315"/>
                  <a:pt x="1048624" y="1007315"/>
                </a:cubicBezTo>
                <a:cubicBezTo>
                  <a:pt x="1045828" y="970963"/>
                  <a:pt x="1043692" y="934554"/>
                  <a:pt x="1040235" y="898259"/>
                </a:cubicBezTo>
                <a:cubicBezTo>
                  <a:pt x="1038098" y="875816"/>
                  <a:pt x="1033452" y="853634"/>
                  <a:pt x="1031846" y="831147"/>
                </a:cubicBezTo>
                <a:cubicBezTo>
                  <a:pt x="1027856" y="775293"/>
                  <a:pt x="1027922" y="719185"/>
                  <a:pt x="1023457" y="663367"/>
                </a:cubicBezTo>
                <a:cubicBezTo>
                  <a:pt x="1022151" y="647048"/>
                  <a:pt x="999757" y="557244"/>
                  <a:pt x="998290" y="554310"/>
                </a:cubicBezTo>
                <a:cubicBezTo>
                  <a:pt x="992697" y="543125"/>
                  <a:pt x="985903" y="532463"/>
                  <a:pt x="981512" y="520754"/>
                </a:cubicBezTo>
                <a:cubicBezTo>
                  <a:pt x="977464" y="509959"/>
                  <a:pt x="976769" y="498136"/>
                  <a:pt x="973123" y="487198"/>
                </a:cubicBezTo>
                <a:cubicBezTo>
                  <a:pt x="968361" y="472912"/>
                  <a:pt x="961632" y="459353"/>
                  <a:pt x="956345" y="445253"/>
                </a:cubicBezTo>
                <a:cubicBezTo>
                  <a:pt x="945454" y="416211"/>
                  <a:pt x="947391" y="410567"/>
                  <a:pt x="931178" y="378141"/>
                </a:cubicBezTo>
                <a:cubicBezTo>
                  <a:pt x="926669" y="369123"/>
                  <a:pt x="918909" y="361992"/>
                  <a:pt x="914400" y="352974"/>
                </a:cubicBezTo>
                <a:cubicBezTo>
                  <a:pt x="910445" y="345065"/>
                  <a:pt x="909966" y="335716"/>
                  <a:pt x="906011" y="327807"/>
                </a:cubicBezTo>
                <a:cubicBezTo>
                  <a:pt x="889831" y="295446"/>
                  <a:pt x="876753" y="280407"/>
                  <a:pt x="855677" y="252306"/>
                </a:cubicBezTo>
                <a:cubicBezTo>
                  <a:pt x="839196" y="202862"/>
                  <a:pt x="858398" y="251626"/>
                  <a:pt x="822121" y="193583"/>
                </a:cubicBezTo>
                <a:cubicBezTo>
                  <a:pt x="793033" y="147042"/>
                  <a:pt x="810247" y="128106"/>
                  <a:pt x="729842" y="101304"/>
                </a:cubicBezTo>
                <a:lnTo>
                  <a:pt x="679508" y="84526"/>
                </a:lnTo>
                <a:cubicBezTo>
                  <a:pt x="671119" y="81730"/>
                  <a:pt x="661699" y="81042"/>
                  <a:pt x="654341" y="76137"/>
                </a:cubicBezTo>
                <a:cubicBezTo>
                  <a:pt x="645952" y="70544"/>
                  <a:pt x="638192" y="63868"/>
                  <a:pt x="629174" y="59359"/>
                </a:cubicBezTo>
                <a:cubicBezTo>
                  <a:pt x="621265" y="55405"/>
                  <a:pt x="612509" y="53400"/>
                  <a:pt x="604007" y="50971"/>
                </a:cubicBezTo>
                <a:cubicBezTo>
                  <a:pt x="591463" y="47387"/>
                  <a:pt x="558695" y="40898"/>
                  <a:pt x="545285" y="34193"/>
                </a:cubicBezTo>
                <a:cubicBezTo>
                  <a:pt x="536267" y="29684"/>
                  <a:pt x="528764" y="22602"/>
                  <a:pt x="520118" y="17415"/>
                </a:cubicBezTo>
                <a:cubicBezTo>
                  <a:pt x="514756" y="14198"/>
                  <a:pt x="552276" y="-3557"/>
                  <a:pt x="545285" y="637"/>
                </a:cubicBezTo>
                <a:close/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136F3C05-73F9-C8DE-76A6-79760AC890F6}"/>
              </a:ext>
            </a:extLst>
          </p:cNvPr>
          <p:cNvSpPr/>
          <p:nvPr/>
        </p:nvSpPr>
        <p:spPr>
          <a:xfrm>
            <a:off x="4798503" y="1149292"/>
            <a:ext cx="5117284" cy="4303552"/>
          </a:xfrm>
          <a:custGeom>
            <a:avLst/>
            <a:gdLst>
              <a:gd name="csX0" fmla="*/ 5117284 w 5117284"/>
              <a:gd name="csY0" fmla="*/ 0 h 4303552"/>
              <a:gd name="csX1" fmla="*/ 0 w 5117284"/>
              <a:gd name="csY1" fmla="*/ 4303552 h 4303552"/>
              <a:gd name="csX0" fmla="*/ 5117284 w 5117284"/>
              <a:gd name="csY0" fmla="*/ 0 h 4303552"/>
              <a:gd name="csX1" fmla="*/ 0 w 5117284"/>
              <a:gd name="csY1" fmla="*/ 4303552 h 4303552"/>
              <a:gd name="csX0" fmla="*/ 5117284 w 5117284"/>
              <a:gd name="csY0" fmla="*/ 0 h 4303552"/>
              <a:gd name="csX1" fmla="*/ 0 w 5117284"/>
              <a:gd name="csY1" fmla="*/ 4303552 h 430355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117284" h="4303552">
                <a:moveTo>
                  <a:pt x="5117284" y="0"/>
                </a:moveTo>
                <a:cubicBezTo>
                  <a:pt x="3336022" y="444616"/>
                  <a:pt x="11185" y="2743200"/>
                  <a:pt x="0" y="4303552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7F0D0B57-C14B-B0EF-7AC6-63C7736A7DEA}"/>
              </a:ext>
            </a:extLst>
          </p:cNvPr>
          <p:cNvSpPr/>
          <p:nvPr/>
        </p:nvSpPr>
        <p:spPr>
          <a:xfrm>
            <a:off x="8061820" y="5402491"/>
            <a:ext cx="1518408" cy="939586"/>
          </a:xfrm>
          <a:custGeom>
            <a:avLst/>
            <a:gdLst>
              <a:gd name="csX0" fmla="*/ 570452 w 1518408"/>
              <a:gd name="csY0" fmla="*/ 19 h 939586"/>
              <a:gd name="csX1" fmla="*/ 385894 w 1518408"/>
              <a:gd name="csY1" fmla="*/ 19 h 939586"/>
              <a:gd name="csX2" fmla="*/ 209725 w 1518408"/>
              <a:gd name="csY2" fmla="*/ 8408 h 939586"/>
              <a:gd name="csX3" fmla="*/ 159391 w 1518408"/>
              <a:gd name="csY3" fmla="*/ 25186 h 939586"/>
              <a:gd name="csX4" fmla="*/ 134224 w 1518408"/>
              <a:gd name="csY4" fmla="*/ 33575 h 939586"/>
              <a:gd name="csX5" fmla="*/ 92279 w 1518408"/>
              <a:gd name="csY5" fmla="*/ 75520 h 939586"/>
              <a:gd name="csX6" fmla="*/ 50334 w 1518408"/>
              <a:gd name="csY6" fmla="*/ 125854 h 939586"/>
              <a:gd name="csX7" fmla="*/ 41945 w 1518408"/>
              <a:gd name="csY7" fmla="*/ 159410 h 939586"/>
              <a:gd name="csX8" fmla="*/ 25167 w 1518408"/>
              <a:gd name="csY8" fmla="*/ 209744 h 939586"/>
              <a:gd name="csX9" fmla="*/ 16778 w 1518408"/>
              <a:gd name="csY9" fmla="*/ 268467 h 939586"/>
              <a:gd name="csX10" fmla="*/ 8389 w 1518408"/>
              <a:gd name="csY10" fmla="*/ 318801 h 939586"/>
              <a:gd name="csX11" fmla="*/ 0 w 1518408"/>
              <a:gd name="csY11" fmla="*/ 419469 h 939586"/>
              <a:gd name="csX12" fmla="*/ 8389 w 1518408"/>
              <a:gd name="csY12" fmla="*/ 679527 h 939586"/>
              <a:gd name="csX13" fmla="*/ 16778 w 1518408"/>
              <a:gd name="csY13" fmla="*/ 729861 h 939586"/>
              <a:gd name="csX14" fmla="*/ 83890 w 1518408"/>
              <a:gd name="csY14" fmla="*/ 813751 h 939586"/>
              <a:gd name="csX15" fmla="*/ 209725 w 1518408"/>
              <a:gd name="csY15" fmla="*/ 864085 h 939586"/>
              <a:gd name="csX16" fmla="*/ 251670 w 1518408"/>
              <a:gd name="csY16" fmla="*/ 880863 h 939586"/>
              <a:gd name="csX17" fmla="*/ 327171 w 1518408"/>
              <a:gd name="csY17" fmla="*/ 897641 h 939586"/>
              <a:gd name="csX18" fmla="*/ 377505 w 1518408"/>
              <a:gd name="csY18" fmla="*/ 906030 h 939586"/>
              <a:gd name="csX19" fmla="*/ 595619 w 1518408"/>
              <a:gd name="csY19" fmla="*/ 922808 h 939586"/>
              <a:gd name="csX20" fmla="*/ 696286 w 1518408"/>
              <a:gd name="csY20" fmla="*/ 939586 h 939586"/>
              <a:gd name="csX21" fmla="*/ 889233 w 1518408"/>
              <a:gd name="csY21" fmla="*/ 931197 h 939586"/>
              <a:gd name="csX22" fmla="*/ 956345 w 1518408"/>
              <a:gd name="csY22" fmla="*/ 922808 h 939586"/>
              <a:gd name="csX23" fmla="*/ 1015068 w 1518408"/>
              <a:gd name="csY23" fmla="*/ 914419 h 939586"/>
              <a:gd name="csX24" fmla="*/ 1182848 w 1518408"/>
              <a:gd name="csY24" fmla="*/ 906030 h 939586"/>
              <a:gd name="csX25" fmla="*/ 1266738 w 1518408"/>
              <a:gd name="csY25" fmla="*/ 855696 h 939586"/>
              <a:gd name="csX26" fmla="*/ 1291905 w 1518408"/>
              <a:gd name="csY26" fmla="*/ 838918 h 939586"/>
              <a:gd name="csX27" fmla="*/ 1317072 w 1518408"/>
              <a:gd name="csY27" fmla="*/ 822140 h 939586"/>
              <a:gd name="csX28" fmla="*/ 1342239 w 1518408"/>
              <a:gd name="csY28" fmla="*/ 796973 h 939586"/>
              <a:gd name="csX29" fmla="*/ 1417740 w 1518408"/>
              <a:gd name="csY29" fmla="*/ 738250 h 939586"/>
              <a:gd name="csX30" fmla="*/ 1451296 w 1518408"/>
              <a:gd name="csY30" fmla="*/ 687916 h 939586"/>
              <a:gd name="csX31" fmla="*/ 1459685 w 1518408"/>
              <a:gd name="csY31" fmla="*/ 662749 h 939586"/>
              <a:gd name="csX32" fmla="*/ 1493241 w 1518408"/>
              <a:gd name="csY32" fmla="*/ 604026 h 939586"/>
              <a:gd name="csX33" fmla="*/ 1501630 w 1518408"/>
              <a:gd name="csY33" fmla="*/ 570470 h 939586"/>
              <a:gd name="csX34" fmla="*/ 1518408 w 1518408"/>
              <a:gd name="csY34" fmla="*/ 520137 h 939586"/>
              <a:gd name="csX35" fmla="*/ 1501630 w 1518408"/>
              <a:gd name="csY35" fmla="*/ 218133 h 939586"/>
              <a:gd name="csX36" fmla="*/ 1459685 w 1518408"/>
              <a:gd name="csY36" fmla="*/ 151021 h 939586"/>
              <a:gd name="csX37" fmla="*/ 1426129 w 1518408"/>
              <a:gd name="csY37" fmla="*/ 134243 h 939586"/>
              <a:gd name="csX38" fmla="*/ 1400962 w 1518408"/>
              <a:gd name="csY38" fmla="*/ 117465 h 939586"/>
              <a:gd name="csX39" fmla="*/ 1367406 w 1518408"/>
              <a:gd name="csY39" fmla="*/ 100687 h 939586"/>
              <a:gd name="csX40" fmla="*/ 1342239 w 1518408"/>
              <a:gd name="csY40" fmla="*/ 83909 h 939586"/>
              <a:gd name="csX41" fmla="*/ 1249960 w 1518408"/>
              <a:gd name="csY41" fmla="*/ 67131 h 939586"/>
              <a:gd name="csX42" fmla="*/ 1199626 w 1518408"/>
              <a:gd name="csY42" fmla="*/ 50353 h 939586"/>
              <a:gd name="csX43" fmla="*/ 1157681 w 1518408"/>
              <a:gd name="csY43" fmla="*/ 33575 h 939586"/>
              <a:gd name="csX44" fmla="*/ 1107347 w 1518408"/>
              <a:gd name="csY44" fmla="*/ 25186 h 939586"/>
              <a:gd name="csX45" fmla="*/ 1031846 w 1518408"/>
              <a:gd name="csY45" fmla="*/ 8408 h 939586"/>
              <a:gd name="csX46" fmla="*/ 335560 w 1518408"/>
              <a:gd name="csY46" fmla="*/ 19 h 9395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</a:cxnLst>
            <a:rect l="l" t="t" r="r" b="b"/>
            <a:pathLst>
              <a:path w="1518408" h="939586">
                <a:moveTo>
                  <a:pt x="570452" y="19"/>
                </a:moveTo>
                <a:cubicBezTo>
                  <a:pt x="418464" y="19018"/>
                  <a:pt x="605789" y="19"/>
                  <a:pt x="385894" y="19"/>
                </a:cubicBezTo>
                <a:cubicBezTo>
                  <a:pt x="327104" y="19"/>
                  <a:pt x="268448" y="5612"/>
                  <a:pt x="209725" y="8408"/>
                </a:cubicBezTo>
                <a:lnTo>
                  <a:pt x="159391" y="25186"/>
                </a:lnTo>
                <a:lnTo>
                  <a:pt x="134224" y="33575"/>
                </a:lnTo>
                <a:cubicBezTo>
                  <a:pt x="103464" y="79715"/>
                  <a:pt x="134224" y="40566"/>
                  <a:pt x="92279" y="75520"/>
                </a:cubicBezTo>
                <a:cubicBezTo>
                  <a:pt x="68057" y="95705"/>
                  <a:pt x="66831" y="101108"/>
                  <a:pt x="50334" y="125854"/>
                </a:cubicBezTo>
                <a:cubicBezTo>
                  <a:pt x="47538" y="137039"/>
                  <a:pt x="45258" y="148367"/>
                  <a:pt x="41945" y="159410"/>
                </a:cubicBezTo>
                <a:cubicBezTo>
                  <a:pt x="36863" y="176350"/>
                  <a:pt x="25167" y="209744"/>
                  <a:pt x="25167" y="209744"/>
                </a:cubicBezTo>
                <a:cubicBezTo>
                  <a:pt x="22371" y="229318"/>
                  <a:pt x="19785" y="248924"/>
                  <a:pt x="16778" y="268467"/>
                </a:cubicBezTo>
                <a:cubicBezTo>
                  <a:pt x="14192" y="285279"/>
                  <a:pt x="10267" y="301896"/>
                  <a:pt x="8389" y="318801"/>
                </a:cubicBezTo>
                <a:cubicBezTo>
                  <a:pt x="4671" y="352267"/>
                  <a:pt x="2796" y="385913"/>
                  <a:pt x="0" y="419469"/>
                </a:cubicBezTo>
                <a:cubicBezTo>
                  <a:pt x="2796" y="506155"/>
                  <a:pt x="3708" y="592922"/>
                  <a:pt x="8389" y="679527"/>
                </a:cubicBezTo>
                <a:cubicBezTo>
                  <a:pt x="9307" y="696512"/>
                  <a:pt x="12653" y="713359"/>
                  <a:pt x="16778" y="729861"/>
                </a:cubicBezTo>
                <a:cubicBezTo>
                  <a:pt x="29275" y="779848"/>
                  <a:pt x="30993" y="792592"/>
                  <a:pt x="83890" y="813751"/>
                </a:cubicBezTo>
                <a:lnTo>
                  <a:pt x="209725" y="864085"/>
                </a:lnTo>
                <a:cubicBezTo>
                  <a:pt x="223707" y="869678"/>
                  <a:pt x="237061" y="877211"/>
                  <a:pt x="251670" y="880863"/>
                </a:cubicBezTo>
                <a:cubicBezTo>
                  <a:pt x="287576" y="889840"/>
                  <a:pt x="288121" y="890541"/>
                  <a:pt x="327171" y="897641"/>
                </a:cubicBezTo>
                <a:cubicBezTo>
                  <a:pt x="343906" y="900684"/>
                  <a:pt x="360570" y="904442"/>
                  <a:pt x="377505" y="906030"/>
                </a:cubicBezTo>
                <a:cubicBezTo>
                  <a:pt x="450106" y="912836"/>
                  <a:pt x="595619" y="922808"/>
                  <a:pt x="595619" y="922808"/>
                </a:cubicBezTo>
                <a:cubicBezTo>
                  <a:pt x="630961" y="931644"/>
                  <a:pt x="657009" y="939586"/>
                  <a:pt x="696286" y="939586"/>
                </a:cubicBezTo>
                <a:cubicBezTo>
                  <a:pt x="760662" y="939586"/>
                  <a:pt x="824917" y="933993"/>
                  <a:pt x="889233" y="931197"/>
                </a:cubicBezTo>
                <a:lnTo>
                  <a:pt x="956345" y="922808"/>
                </a:lnTo>
                <a:cubicBezTo>
                  <a:pt x="975945" y="920195"/>
                  <a:pt x="995349" y="915880"/>
                  <a:pt x="1015068" y="914419"/>
                </a:cubicBezTo>
                <a:cubicBezTo>
                  <a:pt x="1070912" y="910282"/>
                  <a:pt x="1126921" y="908826"/>
                  <a:pt x="1182848" y="906030"/>
                </a:cubicBezTo>
                <a:cubicBezTo>
                  <a:pt x="1234440" y="880234"/>
                  <a:pt x="1205999" y="896189"/>
                  <a:pt x="1266738" y="855696"/>
                </a:cubicBezTo>
                <a:lnTo>
                  <a:pt x="1291905" y="838918"/>
                </a:lnTo>
                <a:cubicBezTo>
                  <a:pt x="1300294" y="833325"/>
                  <a:pt x="1309943" y="829269"/>
                  <a:pt x="1317072" y="822140"/>
                </a:cubicBezTo>
                <a:cubicBezTo>
                  <a:pt x="1325461" y="813751"/>
                  <a:pt x="1332874" y="804257"/>
                  <a:pt x="1342239" y="796973"/>
                </a:cubicBezTo>
                <a:cubicBezTo>
                  <a:pt x="1377921" y="769221"/>
                  <a:pt x="1392743" y="770389"/>
                  <a:pt x="1417740" y="738250"/>
                </a:cubicBezTo>
                <a:cubicBezTo>
                  <a:pt x="1430120" y="722333"/>
                  <a:pt x="1444919" y="707046"/>
                  <a:pt x="1451296" y="687916"/>
                </a:cubicBezTo>
                <a:cubicBezTo>
                  <a:pt x="1454092" y="679527"/>
                  <a:pt x="1455730" y="670658"/>
                  <a:pt x="1459685" y="662749"/>
                </a:cubicBezTo>
                <a:cubicBezTo>
                  <a:pt x="1484024" y="614071"/>
                  <a:pt x="1471180" y="662855"/>
                  <a:pt x="1493241" y="604026"/>
                </a:cubicBezTo>
                <a:cubicBezTo>
                  <a:pt x="1497289" y="593231"/>
                  <a:pt x="1498317" y="581513"/>
                  <a:pt x="1501630" y="570470"/>
                </a:cubicBezTo>
                <a:cubicBezTo>
                  <a:pt x="1506712" y="553531"/>
                  <a:pt x="1518408" y="520137"/>
                  <a:pt x="1518408" y="520137"/>
                </a:cubicBezTo>
                <a:cubicBezTo>
                  <a:pt x="1518390" y="519733"/>
                  <a:pt x="1509318" y="261700"/>
                  <a:pt x="1501630" y="218133"/>
                </a:cubicBezTo>
                <a:cubicBezTo>
                  <a:pt x="1499051" y="203516"/>
                  <a:pt x="1469490" y="159425"/>
                  <a:pt x="1459685" y="151021"/>
                </a:cubicBezTo>
                <a:cubicBezTo>
                  <a:pt x="1450190" y="142882"/>
                  <a:pt x="1436987" y="140448"/>
                  <a:pt x="1426129" y="134243"/>
                </a:cubicBezTo>
                <a:cubicBezTo>
                  <a:pt x="1417375" y="129241"/>
                  <a:pt x="1409716" y="122467"/>
                  <a:pt x="1400962" y="117465"/>
                </a:cubicBezTo>
                <a:cubicBezTo>
                  <a:pt x="1390104" y="111260"/>
                  <a:pt x="1378264" y="106892"/>
                  <a:pt x="1367406" y="100687"/>
                </a:cubicBezTo>
                <a:cubicBezTo>
                  <a:pt x="1358652" y="95685"/>
                  <a:pt x="1351506" y="87881"/>
                  <a:pt x="1342239" y="83909"/>
                </a:cubicBezTo>
                <a:cubicBezTo>
                  <a:pt x="1322462" y="75433"/>
                  <a:pt x="1263568" y="69075"/>
                  <a:pt x="1249960" y="67131"/>
                </a:cubicBezTo>
                <a:cubicBezTo>
                  <a:pt x="1233182" y="61538"/>
                  <a:pt x="1216047" y="56921"/>
                  <a:pt x="1199626" y="50353"/>
                </a:cubicBezTo>
                <a:cubicBezTo>
                  <a:pt x="1185644" y="44760"/>
                  <a:pt x="1172209" y="37537"/>
                  <a:pt x="1157681" y="33575"/>
                </a:cubicBezTo>
                <a:cubicBezTo>
                  <a:pt x="1141271" y="29100"/>
                  <a:pt x="1123951" y="28876"/>
                  <a:pt x="1107347" y="25186"/>
                </a:cubicBezTo>
                <a:cubicBezTo>
                  <a:pt x="1064239" y="15606"/>
                  <a:pt x="1094374" y="10195"/>
                  <a:pt x="1031846" y="8408"/>
                </a:cubicBezTo>
                <a:cubicBezTo>
                  <a:pt x="709179" y="-811"/>
                  <a:pt x="594577" y="19"/>
                  <a:pt x="335560" y="19"/>
                </a:cubicBezTo>
              </a:path>
            </a:pathLst>
          </a:custGeom>
          <a:noFill/>
          <a:ln>
            <a:solidFill>
              <a:srgbClr val="FB77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AC18E7-1FFA-4ECA-06EF-4D05CFF39DEC}"/>
              </a:ext>
            </a:extLst>
          </p:cNvPr>
          <p:cNvSpPr txBox="1"/>
          <p:nvPr/>
        </p:nvSpPr>
        <p:spPr>
          <a:xfrm>
            <a:off x="4488111" y="5940325"/>
            <a:ext cx="609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select</a:t>
            </a: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32DFE7C5-AB8B-0CA0-4313-08C0A7A59117}"/>
              </a:ext>
            </a:extLst>
          </p:cNvPr>
          <p:cNvSpPr/>
          <p:nvPr/>
        </p:nvSpPr>
        <p:spPr>
          <a:xfrm>
            <a:off x="9462781" y="1619075"/>
            <a:ext cx="2634933" cy="3884103"/>
          </a:xfrm>
          <a:custGeom>
            <a:avLst/>
            <a:gdLst>
              <a:gd name="csX0" fmla="*/ 0 w 2703684"/>
              <a:gd name="csY0" fmla="*/ 3884103 h 3884103"/>
              <a:gd name="csX1" fmla="*/ 2483141 w 2703684"/>
              <a:gd name="csY1" fmla="*/ 1610686 h 3884103"/>
              <a:gd name="csX2" fmla="*/ 2424418 w 2703684"/>
              <a:gd name="csY2" fmla="*/ 0 h 3884103"/>
              <a:gd name="csX0" fmla="*/ 0 w 2696648"/>
              <a:gd name="csY0" fmla="*/ 3884103 h 3884103"/>
              <a:gd name="csX1" fmla="*/ 2483141 w 2696648"/>
              <a:gd name="csY1" fmla="*/ 1610686 h 3884103"/>
              <a:gd name="csX2" fmla="*/ 2424418 w 2696648"/>
              <a:gd name="csY2" fmla="*/ 0 h 3884103"/>
              <a:gd name="csX0" fmla="*/ 0 w 2634933"/>
              <a:gd name="csY0" fmla="*/ 3884103 h 3884103"/>
              <a:gd name="csX1" fmla="*/ 2483141 w 2634933"/>
              <a:gd name="csY1" fmla="*/ 1610686 h 3884103"/>
              <a:gd name="csX2" fmla="*/ 2424418 w 2634933"/>
              <a:gd name="csY2" fmla="*/ 0 h 3884103"/>
              <a:gd name="csX0" fmla="*/ 0 w 2634933"/>
              <a:gd name="csY0" fmla="*/ 3884103 h 3884103"/>
              <a:gd name="csX1" fmla="*/ 2483141 w 2634933"/>
              <a:gd name="csY1" fmla="*/ 1610686 h 3884103"/>
              <a:gd name="csX2" fmla="*/ 2424418 w 2634933"/>
              <a:gd name="csY2" fmla="*/ 0 h 38841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34933" h="3884103">
                <a:moveTo>
                  <a:pt x="0" y="3884103"/>
                </a:moveTo>
                <a:cubicBezTo>
                  <a:pt x="1039535" y="3071069"/>
                  <a:pt x="2129405" y="2157368"/>
                  <a:pt x="2483141" y="1610686"/>
                </a:cubicBezTo>
                <a:cubicBezTo>
                  <a:pt x="2744599" y="1147894"/>
                  <a:pt x="2630647" y="171275"/>
                  <a:pt x="2424418" y="0"/>
                </a:cubicBezTo>
              </a:path>
            </a:pathLst>
          </a:custGeom>
          <a:noFill/>
          <a:ln>
            <a:solidFill>
              <a:srgbClr val="FB77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0C17E96-9B4C-137F-CA73-D3D0DAED2790}"/>
              </a:ext>
            </a:extLst>
          </p:cNvPr>
          <p:cNvSpPr txBox="1"/>
          <p:nvPr/>
        </p:nvSpPr>
        <p:spPr>
          <a:xfrm>
            <a:off x="10566779" y="4617013"/>
            <a:ext cx="609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join</a:t>
            </a:r>
          </a:p>
        </p:txBody>
      </p:sp>
      <p:sp>
        <p:nvSpPr>
          <p:cNvPr id="23" name="Sun 22">
            <a:extLst>
              <a:ext uri="{FF2B5EF4-FFF2-40B4-BE49-F238E27FC236}">
                <a16:creationId xmlns:a16="http://schemas.microsoft.com/office/drawing/2014/main" id="{0604D8AD-FD17-287F-AE7C-D60523729C01}"/>
              </a:ext>
            </a:extLst>
          </p:cNvPr>
          <p:cNvSpPr/>
          <p:nvPr/>
        </p:nvSpPr>
        <p:spPr>
          <a:xfrm>
            <a:off x="7202148" y="5237186"/>
            <a:ext cx="146607" cy="146607"/>
          </a:xfrm>
          <a:prstGeom prst="sun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Sun 25">
            <a:extLst>
              <a:ext uri="{FF2B5EF4-FFF2-40B4-BE49-F238E27FC236}">
                <a16:creationId xmlns:a16="http://schemas.microsoft.com/office/drawing/2014/main" id="{47646B5E-1122-96B1-F80D-E56554A5D84F}"/>
              </a:ext>
            </a:extLst>
          </p:cNvPr>
          <p:cNvSpPr/>
          <p:nvPr/>
        </p:nvSpPr>
        <p:spPr>
          <a:xfrm>
            <a:off x="8653320" y="5196112"/>
            <a:ext cx="146607" cy="146607"/>
          </a:xfrm>
          <a:prstGeom prst="sun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7E86B1-4F4C-A62A-752D-255D1DC74905}"/>
              </a:ext>
            </a:extLst>
          </p:cNvPr>
          <p:cNvSpPr txBox="1"/>
          <p:nvPr/>
        </p:nvSpPr>
        <p:spPr>
          <a:xfrm>
            <a:off x="10634351" y="194354"/>
            <a:ext cx="609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FK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0572C3-C0B5-B36B-65C6-823512DE46B9}"/>
              </a:ext>
            </a:extLst>
          </p:cNvPr>
          <p:cNvSpPr txBox="1"/>
          <p:nvPr/>
        </p:nvSpPr>
        <p:spPr>
          <a:xfrm>
            <a:off x="7289581" y="5180116"/>
            <a:ext cx="453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PK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C1ADBB-D26A-7090-FBC9-CC9549763EF3}"/>
              </a:ext>
            </a:extLst>
          </p:cNvPr>
          <p:cNvSpPr txBox="1"/>
          <p:nvPr/>
        </p:nvSpPr>
        <p:spPr>
          <a:xfrm>
            <a:off x="3941954" y="1862356"/>
            <a:ext cx="19994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en-US" sz="1000" dirty="0">
                <a:solidFill>
                  <a:srgbClr val="C00000"/>
                </a:solidFill>
              </a:rPr>
              <a:t>Get land polygon layer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solidFill>
                  <a:srgbClr val="C00000"/>
                </a:solidFill>
              </a:rPr>
              <a:t>Create convex hull for restoration areas with obstacles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E665843-C6D4-7788-8A81-D19ED514BD69}"/>
              </a:ext>
            </a:extLst>
          </p:cNvPr>
          <p:cNvCxnSpPr/>
          <p:nvPr/>
        </p:nvCxnSpPr>
        <p:spPr>
          <a:xfrm>
            <a:off x="3138417" y="1889515"/>
            <a:ext cx="803537" cy="165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530B9661-8511-330E-89B6-36C854FA7E81}"/>
              </a:ext>
            </a:extLst>
          </p:cNvPr>
          <p:cNvSpPr/>
          <p:nvPr/>
        </p:nvSpPr>
        <p:spPr>
          <a:xfrm>
            <a:off x="3298158" y="243191"/>
            <a:ext cx="1666250" cy="5972783"/>
          </a:xfrm>
          <a:custGeom>
            <a:avLst/>
            <a:gdLst>
              <a:gd name="csX0" fmla="*/ 18456 w 1793100"/>
              <a:gd name="csY0" fmla="*/ 0 h 5963055"/>
              <a:gd name="csX1" fmla="*/ 222737 w 1793100"/>
              <a:gd name="csY1" fmla="*/ 1682885 h 5963055"/>
              <a:gd name="csX2" fmla="*/ 1594337 w 1793100"/>
              <a:gd name="csY2" fmla="*/ 2568102 h 5963055"/>
              <a:gd name="csX3" fmla="*/ 1662431 w 1793100"/>
              <a:gd name="csY3" fmla="*/ 4387175 h 5963055"/>
              <a:gd name="csX4" fmla="*/ 427018 w 1793100"/>
              <a:gd name="csY4" fmla="*/ 4961107 h 5963055"/>
              <a:gd name="csX5" fmla="*/ 135188 w 1793100"/>
              <a:gd name="csY5" fmla="*/ 5963055 h 5963055"/>
              <a:gd name="csX0" fmla="*/ 63676 w 1711860"/>
              <a:gd name="csY0" fmla="*/ 0 h 5972783"/>
              <a:gd name="csX1" fmla="*/ 141497 w 1711860"/>
              <a:gd name="csY1" fmla="*/ 1692613 h 5972783"/>
              <a:gd name="csX2" fmla="*/ 1513097 w 1711860"/>
              <a:gd name="csY2" fmla="*/ 2577830 h 5972783"/>
              <a:gd name="csX3" fmla="*/ 1581191 w 1711860"/>
              <a:gd name="csY3" fmla="*/ 4396903 h 5972783"/>
              <a:gd name="csX4" fmla="*/ 345778 w 1711860"/>
              <a:gd name="csY4" fmla="*/ 4970835 h 5972783"/>
              <a:gd name="csX5" fmla="*/ 53948 w 1711860"/>
              <a:gd name="csY5" fmla="*/ 5972783 h 5972783"/>
              <a:gd name="csX0" fmla="*/ 48157 w 1696341"/>
              <a:gd name="csY0" fmla="*/ 0 h 5972783"/>
              <a:gd name="csX1" fmla="*/ 125978 w 1696341"/>
              <a:gd name="csY1" fmla="*/ 1692613 h 5972783"/>
              <a:gd name="csX2" fmla="*/ 1497578 w 1696341"/>
              <a:gd name="csY2" fmla="*/ 2577830 h 5972783"/>
              <a:gd name="csX3" fmla="*/ 1565672 w 1696341"/>
              <a:gd name="csY3" fmla="*/ 4396903 h 5972783"/>
              <a:gd name="csX4" fmla="*/ 330259 w 1696341"/>
              <a:gd name="csY4" fmla="*/ 4970835 h 5972783"/>
              <a:gd name="csX5" fmla="*/ 38429 w 1696341"/>
              <a:gd name="csY5" fmla="*/ 5972783 h 5972783"/>
              <a:gd name="csX0" fmla="*/ 48157 w 1706277"/>
              <a:gd name="csY0" fmla="*/ 0 h 5972783"/>
              <a:gd name="csX1" fmla="*/ 125978 w 1706277"/>
              <a:gd name="csY1" fmla="*/ 1692613 h 5972783"/>
              <a:gd name="csX2" fmla="*/ 1497578 w 1706277"/>
              <a:gd name="csY2" fmla="*/ 2577830 h 5972783"/>
              <a:gd name="csX3" fmla="*/ 1565672 w 1706277"/>
              <a:gd name="csY3" fmla="*/ 4396903 h 5972783"/>
              <a:gd name="csX4" fmla="*/ 330259 w 1706277"/>
              <a:gd name="csY4" fmla="*/ 4970835 h 5972783"/>
              <a:gd name="csX5" fmla="*/ 38429 w 1706277"/>
              <a:gd name="csY5" fmla="*/ 5972783 h 5972783"/>
              <a:gd name="csX0" fmla="*/ 48157 w 1698588"/>
              <a:gd name="csY0" fmla="*/ 0 h 5972783"/>
              <a:gd name="csX1" fmla="*/ 125978 w 1698588"/>
              <a:gd name="csY1" fmla="*/ 1692613 h 5972783"/>
              <a:gd name="csX2" fmla="*/ 1497578 w 1698588"/>
              <a:gd name="csY2" fmla="*/ 2577830 h 5972783"/>
              <a:gd name="csX3" fmla="*/ 1565672 w 1698588"/>
              <a:gd name="csY3" fmla="*/ 4396903 h 5972783"/>
              <a:gd name="csX4" fmla="*/ 330259 w 1698588"/>
              <a:gd name="csY4" fmla="*/ 4970835 h 5972783"/>
              <a:gd name="csX5" fmla="*/ 38429 w 1698588"/>
              <a:gd name="csY5" fmla="*/ 5972783 h 5972783"/>
              <a:gd name="csX0" fmla="*/ 48157 w 1646566"/>
              <a:gd name="csY0" fmla="*/ 0 h 5972783"/>
              <a:gd name="csX1" fmla="*/ 125978 w 1646566"/>
              <a:gd name="csY1" fmla="*/ 1692613 h 5972783"/>
              <a:gd name="csX2" fmla="*/ 1497578 w 1646566"/>
              <a:gd name="csY2" fmla="*/ 2577830 h 5972783"/>
              <a:gd name="csX3" fmla="*/ 1565672 w 1646566"/>
              <a:gd name="csY3" fmla="*/ 4396903 h 5972783"/>
              <a:gd name="csX4" fmla="*/ 330259 w 1646566"/>
              <a:gd name="csY4" fmla="*/ 4970835 h 5972783"/>
              <a:gd name="csX5" fmla="*/ 38429 w 1646566"/>
              <a:gd name="csY5" fmla="*/ 5972783 h 5972783"/>
              <a:gd name="csX0" fmla="*/ 48157 w 1584310"/>
              <a:gd name="csY0" fmla="*/ 0 h 5972783"/>
              <a:gd name="csX1" fmla="*/ 125978 w 1584310"/>
              <a:gd name="csY1" fmla="*/ 1692613 h 5972783"/>
              <a:gd name="csX2" fmla="*/ 1497578 w 1584310"/>
              <a:gd name="csY2" fmla="*/ 2577830 h 5972783"/>
              <a:gd name="csX3" fmla="*/ 1565672 w 1584310"/>
              <a:gd name="csY3" fmla="*/ 4396903 h 5972783"/>
              <a:gd name="csX4" fmla="*/ 330259 w 1584310"/>
              <a:gd name="csY4" fmla="*/ 4970835 h 5972783"/>
              <a:gd name="csX5" fmla="*/ 38429 w 1584310"/>
              <a:gd name="csY5" fmla="*/ 5972783 h 5972783"/>
              <a:gd name="csX0" fmla="*/ 48157 w 1666250"/>
              <a:gd name="csY0" fmla="*/ 0 h 5972783"/>
              <a:gd name="csX1" fmla="*/ 125978 w 1666250"/>
              <a:gd name="csY1" fmla="*/ 1692613 h 5972783"/>
              <a:gd name="csX2" fmla="*/ 1497578 w 1666250"/>
              <a:gd name="csY2" fmla="*/ 2577830 h 5972783"/>
              <a:gd name="csX3" fmla="*/ 1565672 w 1666250"/>
              <a:gd name="csY3" fmla="*/ 4396903 h 5972783"/>
              <a:gd name="csX4" fmla="*/ 213527 w 1666250"/>
              <a:gd name="csY4" fmla="*/ 4902741 h 5972783"/>
              <a:gd name="csX5" fmla="*/ 38429 w 1666250"/>
              <a:gd name="csY5" fmla="*/ 5972783 h 59727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66250" h="5972783">
                <a:moveTo>
                  <a:pt x="48157" y="0"/>
                </a:moveTo>
                <a:cubicBezTo>
                  <a:pt x="18974" y="627434"/>
                  <a:pt x="-76682" y="1243520"/>
                  <a:pt x="125978" y="1692613"/>
                </a:cubicBezTo>
                <a:cubicBezTo>
                  <a:pt x="328638" y="2141706"/>
                  <a:pt x="1393817" y="1504545"/>
                  <a:pt x="1497578" y="2577830"/>
                </a:cubicBezTo>
                <a:cubicBezTo>
                  <a:pt x="1601339" y="3651115"/>
                  <a:pt x="1779680" y="4009418"/>
                  <a:pt x="1565672" y="4396903"/>
                </a:cubicBezTo>
                <a:cubicBezTo>
                  <a:pt x="1351664" y="4784388"/>
                  <a:pt x="468067" y="4640094"/>
                  <a:pt x="213527" y="4902741"/>
                </a:cubicBezTo>
                <a:cubicBezTo>
                  <a:pt x="-41013" y="5165388"/>
                  <a:pt x="57074" y="5603132"/>
                  <a:pt x="38429" y="5972783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9265CB6-2D04-501C-0F09-3FFF83160315}"/>
              </a:ext>
            </a:extLst>
          </p:cNvPr>
          <p:cNvSpPr/>
          <p:nvPr/>
        </p:nvSpPr>
        <p:spPr>
          <a:xfrm>
            <a:off x="5223754" y="525294"/>
            <a:ext cx="1622176" cy="6089515"/>
          </a:xfrm>
          <a:custGeom>
            <a:avLst/>
            <a:gdLst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741799"/>
              <a:gd name="csY0" fmla="*/ 0 h 6050605"/>
              <a:gd name="csX1" fmla="*/ 1653702 w 1741799"/>
              <a:gd name="csY1" fmla="*/ 2947481 h 6050605"/>
              <a:gd name="csX2" fmla="*/ 1663429 w 1741799"/>
              <a:gd name="csY2" fmla="*/ 6050605 h 6050605"/>
              <a:gd name="csX0" fmla="*/ 0 w 1690270"/>
              <a:gd name="csY0" fmla="*/ 0 h 6050605"/>
              <a:gd name="csX1" fmla="*/ 1653702 w 1690270"/>
              <a:gd name="csY1" fmla="*/ 2947481 h 6050605"/>
              <a:gd name="csX2" fmla="*/ 1663429 w 1690270"/>
              <a:gd name="csY2" fmla="*/ 6050605 h 6050605"/>
              <a:gd name="csX0" fmla="*/ 0 w 1622176"/>
              <a:gd name="csY0" fmla="*/ 0 h 6089515"/>
              <a:gd name="csX1" fmla="*/ 1585608 w 1622176"/>
              <a:gd name="csY1" fmla="*/ 2986391 h 6089515"/>
              <a:gd name="csX2" fmla="*/ 1595335 w 1622176"/>
              <a:gd name="csY2" fmla="*/ 6089515 h 60895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22176" h="6089515">
                <a:moveTo>
                  <a:pt x="0" y="0"/>
                </a:moveTo>
                <a:cubicBezTo>
                  <a:pt x="688232" y="969523"/>
                  <a:pt x="1551561" y="1783404"/>
                  <a:pt x="1585608" y="2986391"/>
                </a:cubicBezTo>
                <a:cubicBezTo>
                  <a:pt x="1668292" y="4121284"/>
                  <a:pt x="1583175" y="5012987"/>
                  <a:pt x="1595335" y="6089515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4C469FAC-C07F-037F-EC31-D26B79491074}"/>
              </a:ext>
            </a:extLst>
          </p:cNvPr>
          <p:cNvSpPr/>
          <p:nvPr/>
        </p:nvSpPr>
        <p:spPr>
          <a:xfrm>
            <a:off x="4882393" y="3330429"/>
            <a:ext cx="2827090" cy="2298584"/>
          </a:xfrm>
          <a:custGeom>
            <a:avLst/>
            <a:gdLst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27090" h="2298584">
                <a:moveTo>
                  <a:pt x="0" y="2298584"/>
                </a:moveTo>
                <a:cubicBezTo>
                  <a:pt x="829811" y="2272019"/>
                  <a:pt x="1609288" y="1834393"/>
                  <a:pt x="1963024" y="1493241"/>
                </a:cubicBezTo>
                <a:cubicBezTo>
                  <a:pt x="2358705" y="1084977"/>
                  <a:pt x="2160864" y="60121"/>
                  <a:pt x="2827090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891E5C1F-C693-FC21-C6D2-BE1974D8F3F0}"/>
              </a:ext>
            </a:extLst>
          </p:cNvPr>
          <p:cNvSpPr/>
          <p:nvPr/>
        </p:nvSpPr>
        <p:spPr>
          <a:xfrm>
            <a:off x="7431438" y="2281806"/>
            <a:ext cx="413207" cy="2944535"/>
          </a:xfrm>
          <a:custGeom>
            <a:avLst/>
            <a:gdLst>
              <a:gd name="csX0" fmla="*/ 0 w 125835"/>
              <a:gd name="csY0" fmla="*/ 2944535 h 2944535"/>
              <a:gd name="csX1" fmla="*/ 125835 w 125835"/>
              <a:gd name="csY1" fmla="*/ 0 h 2944535"/>
              <a:gd name="csX0" fmla="*/ 0 w 235350"/>
              <a:gd name="csY0" fmla="*/ 2944535 h 2944535"/>
              <a:gd name="csX1" fmla="*/ 125835 w 235350"/>
              <a:gd name="csY1" fmla="*/ 0 h 2944535"/>
              <a:gd name="csX0" fmla="*/ 40140 w 187756"/>
              <a:gd name="csY0" fmla="*/ 2944535 h 2944535"/>
              <a:gd name="csX1" fmla="*/ 165975 w 187756"/>
              <a:gd name="csY1" fmla="*/ 0 h 2944535"/>
              <a:gd name="csX0" fmla="*/ 0 w 355284"/>
              <a:gd name="csY0" fmla="*/ 2944535 h 2944535"/>
              <a:gd name="csX1" fmla="*/ 125835 w 355284"/>
              <a:gd name="csY1" fmla="*/ 0 h 2944535"/>
              <a:gd name="csX0" fmla="*/ 101876 w 413207"/>
              <a:gd name="csY0" fmla="*/ 2944535 h 2944535"/>
              <a:gd name="csX1" fmla="*/ 227711 w 413207"/>
              <a:gd name="csY1" fmla="*/ 0 h 294453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13207" h="2944535">
                <a:moveTo>
                  <a:pt x="101876" y="2944535"/>
                </a:moveTo>
                <a:cubicBezTo>
                  <a:pt x="1058221" y="2927757"/>
                  <a:pt x="-569243" y="192947"/>
                  <a:pt x="22771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ED1F09-6351-E795-E318-A20C479DCB53}"/>
              </a:ext>
            </a:extLst>
          </p:cNvPr>
          <p:cNvSpPr/>
          <p:nvPr/>
        </p:nvSpPr>
        <p:spPr>
          <a:xfrm>
            <a:off x="4757640" y="2498673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7DAA61-636A-167A-BF10-D9C62AAE5ABF}"/>
              </a:ext>
            </a:extLst>
          </p:cNvPr>
          <p:cNvSpPr/>
          <p:nvPr/>
        </p:nvSpPr>
        <p:spPr>
          <a:xfrm>
            <a:off x="4760884" y="306293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97202F-5269-B3A1-9550-91B91B620E13}"/>
              </a:ext>
            </a:extLst>
          </p:cNvPr>
          <p:cNvSpPr/>
          <p:nvPr/>
        </p:nvSpPr>
        <p:spPr>
          <a:xfrm>
            <a:off x="8973761" y="2935026"/>
            <a:ext cx="68097" cy="1877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F021BE-C797-2D88-A2DC-EC1C57124C11}"/>
              </a:ext>
            </a:extLst>
          </p:cNvPr>
          <p:cNvSpPr/>
          <p:nvPr/>
        </p:nvSpPr>
        <p:spPr>
          <a:xfrm>
            <a:off x="8912156" y="1069605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3EF6BB-30C4-4646-80EE-00023B834A24}"/>
              </a:ext>
            </a:extLst>
          </p:cNvPr>
          <p:cNvSpPr/>
          <p:nvPr/>
        </p:nvSpPr>
        <p:spPr>
          <a:xfrm>
            <a:off x="8993220" y="3245429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2E4861-F20C-839A-F738-717D7645DDBB}"/>
              </a:ext>
            </a:extLst>
          </p:cNvPr>
          <p:cNvSpPr/>
          <p:nvPr/>
        </p:nvSpPr>
        <p:spPr>
          <a:xfrm>
            <a:off x="2151434" y="850988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ABCC7-A3DA-BEAD-7F8E-92BDC6A20361}"/>
              </a:ext>
            </a:extLst>
          </p:cNvPr>
          <p:cNvSpPr txBox="1"/>
          <p:nvPr/>
        </p:nvSpPr>
        <p:spPr>
          <a:xfrm>
            <a:off x="4838704" y="255900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ln_plantings_1pt</a:t>
            </a:r>
          </a:p>
          <a:p>
            <a:r>
              <a:rPr lang="en-US" sz="1000" dirty="0"/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C181-C779-4DB3-48EB-D9B5D2EB5829}"/>
              </a:ext>
            </a:extLst>
          </p:cNvPr>
          <p:cNvSpPr txBox="1"/>
          <p:nvPr/>
        </p:nvSpPr>
        <p:spPr>
          <a:xfrm>
            <a:off x="4863020" y="308985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ln_cln_plantings_2pt</a:t>
            </a:r>
          </a:p>
          <a:p>
            <a:r>
              <a:rPr lang="en-US" sz="10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F81F00-E7A6-4243-97DA-17CAA6DD8143}"/>
              </a:ext>
            </a:extLst>
          </p:cNvPr>
          <p:cNvSpPr txBox="1"/>
          <p:nvPr/>
        </p:nvSpPr>
        <p:spPr>
          <a:xfrm>
            <a:off x="2333831" y="1032627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F2E68-DBC4-D65D-C845-DCC42B8E4DB8}"/>
              </a:ext>
            </a:extLst>
          </p:cNvPr>
          <p:cNvSpPr/>
          <p:nvPr/>
        </p:nvSpPr>
        <p:spPr>
          <a:xfrm>
            <a:off x="3275797" y="852483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B4845-0DBF-B970-33CE-C0B63C4338E5}"/>
              </a:ext>
            </a:extLst>
          </p:cNvPr>
          <p:cNvSpPr/>
          <p:nvPr/>
        </p:nvSpPr>
        <p:spPr>
          <a:xfrm>
            <a:off x="3275797" y="1488688"/>
            <a:ext cx="81064" cy="1916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034E2F-6BF4-32C2-75D8-B3B11F2AFCD7}"/>
              </a:ext>
            </a:extLst>
          </p:cNvPr>
          <p:cNvSpPr txBox="1"/>
          <p:nvPr/>
        </p:nvSpPr>
        <p:spPr>
          <a:xfrm>
            <a:off x="3299303" y="860548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pt_plantings_cln</a:t>
            </a:r>
            <a:endParaRPr lang="en-US" sz="1000" dirty="0"/>
          </a:p>
          <a:p>
            <a:r>
              <a:rPr lang="en-US" sz="1000" dirty="0"/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711E85-6069-1C4A-9783-72909BEE2CE9}"/>
              </a:ext>
            </a:extLst>
          </p:cNvPr>
          <p:cNvSpPr txBox="1"/>
          <p:nvPr/>
        </p:nvSpPr>
        <p:spPr>
          <a:xfrm>
            <a:off x="3356861" y="1384438"/>
            <a:ext cx="1475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19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194844-EC75-D7C1-2B11-5F77BA635529}"/>
              </a:ext>
            </a:extLst>
          </p:cNvPr>
          <p:cNvSpPr/>
          <p:nvPr/>
        </p:nvSpPr>
        <p:spPr>
          <a:xfrm>
            <a:off x="2151434" y="254728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807046-6FF6-7FEB-80A8-A288A37AEAC8}"/>
              </a:ext>
            </a:extLst>
          </p:cNvPr>
          <p:cNvSpPr txBox="1"/>
          <p:nvPr/>
        </p:nvSpPr>
        <p:spPr>
          <a:xfrm>
            <a:off x="2262494" y="265428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CDAE73-7217-34BB-5F69-27329849BDB2}"/>
              </a:ext>
            </a:extLst>
          </p:cNvPr>
          <p:cNvSpPr/>
          <p:nvPr/>
        </p:nvSpPr>
        <p:spPr>
          <a:xfrm>
            <a:off x="1131653" y="815120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C53919-C338-F790-806D-00971349364F}"/>
              </a:ext>
            </a:extLst>
          </p:cNvPr>
          <p:cNvSpPr txBox="1"/>
          <p:nvPr/>
        </p:nvSpPr>
        <p:spPr>
          <a:xfrm>
            <a:off x="1172185" y="1109264"/>
            <a:ext cx="891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pt_recs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5546D8-0762-BE98-4083-21600FE46AF5}"/>
              </a:ext>
            </a:extLst>
          </p:cNvPr>
          <p:cNvSpPr/>
          <p:nvPr/>
        </p:nvSpPr>
        <p:spPr>
          <a:xfrm>
            <a:off x="1125168" y="252687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87337-20FD-C8F0-87F2-A6980D388AE5}"/>
              </a:ext>
            </a:extLst>
          </p:cNvPr>
          <p:cNvSpPr txBox="1"/>
          <p:nvPr/>
        </p:nvSpPr>
        <p:spPr>
          <a:xfrm>
            <a:off x="1093991" y="27349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ln_recs</a:t>
            </a:r>
            <a:endParaRPr lang="en-US" sz="1000" dirty="0"/>
          </a:p>
          <a:p>
            <a:r>
              <a:rPr lang="en-US" sz="1000" dirty="0"/>
              <a:t>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ABF959-5BC4-471A-54AD-ACA7AF7AF094}"/>
              </a:ext>
            </a:extLst>
          </p:cNvPr>
          <p:cNvSpPr/>
          <p:nvPr/>
        </p:nvSpPr>
        <p:spPr>
          <a:xfrm>
            <a:off x="5552061" y="820297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03D427-46CE-A87E-7479-DB97639C94FE}"/>
              </a:ext>
            </a:extLst>
          </p:cNvPr>
          <p:cNvSpPr txBox="1"/>
          <p:nvPr/>
        </p:nvSpPr>
        <p:spPr>
          <a:xfrm>
            <a:off x="5592593" y="832572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planting_pt</a:t>
            </a:r>
            <a:endParaRPr lang="en-US" sz="1000" dirty="0"/>
          </a:p>
          <a:p>
            <a:r>
              <a:rPr lang="en-US" sz="1000" dirty="0"/>
              <a:t>159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2BF2F3-4CF6-0944-53D2-C766BDB236C6}"/>
              </a:ext>
            </a:extLst>
          </p:cNvPr>
          <p:cNvSpPr/>
          <p:nvPr/>
        </p:nvSpPr>
        <p:spPr>
          <a:xfrm>
            <a:off x="1076530" y="4129908"/>
            <a:ext cx="81064" cy="38783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B3344F-1E47-7B91-09A1-81AD7247D778}"/>
              </a:ext>
            </a:extLst>
          </p:cNvPr>
          <p:cNvSpPr txBox="1"/>
          <p:nvPr/>
        </p:nvSpPr>
        <p:spPr>
          <a:xfrm>
            <a:off x="1117062" y="41072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py_recs</a:t>
            </a:r>
            <a:endParaRPr lang="en-US" sz="1000" dirty="0"/>
          </a:p>
          <a:p>
            <a:r>
              <a:rPr lang="en-US" sz="1000" dirty="0"/>
              <a:t>48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D8231A-1A62-26D7-A849-A406F6B93420}"/>
              </a:ext>
            </a:extLst>
          </p:cNvPr>
          <p:cNvSpPr/>
          <p:nvPr/>
        </p:nvSpPr>
        <p:spPr>
          <a:xfrm>
            <a:off x="1076520" y="5460687"/>
            <a:ext cx="82296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BBC36A-8DB4-451A-9CF8-88561C17841B}"/>
              </a:ext>
            </a:extLst>
          </p:cNvPr>
          <p:cNvSpPr txBox="1"/>
          <p:nvPr/>
        </p:nvSpPr>
        <p:spPr>
          <a:xfrm>
            <a:off x="1106516" y="5340516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grid_recs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494EC8-87B3-112F-7B4C-9687216B1468}"/>
              </a:ext>
            </a:extLst>
          </p:cNvPr>
          <p:cNvSpPr/>
          <p:nvPr/>
        </p:nvSpPr>
        <p:spPr>
          <a:xfrm>
            <a:off x="2096311" y="420836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C3F10B-430C-4A9B-C1BE-DAF99A70EFA9}"/>
              </a:ext>
            </a:extLst>
          </p:cNvPr>
          <p:cNvSpPr txBox="1"/>
          <p:nvPr/>
        </p:nvSpPr>
        <p:spPr>
          <a:xfrm>
            <a:off x="2207371" y="412854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E6CC8-5D07-6368-DA13-F6A7E149010F}"/>
              </a:ext>
            </a:extLst>
          </p:cNvPr>
          <p:cNvSpPr/>
          <p:nvPr/>
        </p:nvSpPr>
        <p:spPr>
          <a:xfrm>
            <a:off x="2085765" y="5467317"/>
            <a:ext cx="70527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276EE-5199-3DD7-365D-649D9CDA7F46}"/>
              </a:ext>
            </a:extLst>
          </p:cNvPr>
          <p:cNvSpPr txBox="1"/>
          <p:nvPr/>
        </p:nvSpPr>
        <p:spPr>
          <a:xfrm>
            <a:off x="2196824" y="5347146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D16656C-E0AF-B118-BCA5-7D46074F14E8}"/>
              </a:ext>
            </a:extLst>
          </p:cNvPr>
          <p:cNvSpPr/>
          <p:nvPr/>
        </p:nvSpPr>
        <p:spPr>
          <a:xfrm>
            <a:off x="4937603" y="1170214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082C8-39FD-7C61-B8FE-3590E4A25BB9}"/>
              </a:ext>
            </a:extLst>
          </p:cNvPr>
          <p:cNvSpPr/>
          <p:nvPr/>
        </p:nvSpPr>
        <p:spPr>
          <a:xfrm>
            <a:off x="262649" y="841954"/>
            <a:ext cx="87549" cy="38783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8D1C5A-DC0D-09E2-625D-8934D2198D3C}"/>
              </a:ext>
            </a:extLst>
          </p:cNvPr>
          <p:cNvSpPr txBox="1"/>
          <p:nvPr/>
        </p:nvSpPr>
        <p:spPr>
          <a:xfrm>
            <a:off x="355066" y="1468141"/>
            <a:ext cx="721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gps_recs</a:t>
            </a:r>
            <a:endParaRPr lang="en-US" sz="1000" dirty="0"/>
          </a:p>
          <a:p>
            <a:r>
              <a:rPr lang="en-US" sz="1000" dirty="0"/>
              <a:t>288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A6A340-2509-0F04-8EC5-1C1D48219A69}"/>
              </a:ext>
            </a:extLst>
          </p:cNvPr>
          <p:cNvSpPr/>
          <p:nvPr/>
        </p:nvSpPr>
        <p:spPr>
          <a:xfrm>
            <a:off x="3330101" y="529590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2B0DB32-DBDA-81A6-A337-D943C88AA080}"/>
              </a:ext>
            </a:extLst>
          </p:cNvPr>
          <p:cNvSpPr/>
          <p:nvPr/>
        </p:nvSpPr>
        <p:spPr>
          <a:xfrm>
            <a:off x="3340228" y="5547201"/>
            <a:ext cx="49854" cy="605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A2693D-4F80-B26D-B85F-2BEDECBC2740}"/>
              </a:ext>
            </a:extLst>
          </p:cNvPr>
          <p:cNvSpPr txBox="1"/>
          <p:nvPr/>
        </p:nvSpPr>
        <p:spPr>
          <a:xfrm>
            <a:off x="3400628" y="5147091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grid_plantings_cln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93C9D5-1E81-E818-2949-2530223BC0EB}"/>
              </a:ext>
            </a:extLst>
          </p:cNvPr>
          <p:cNvSpPr txBox="1"/>
          <p:nvPr/>
        </p:nvSpPr>
        <p:spPr>
          <a:xfrm>
            <a:off x="3365155" y="5495958"/>
            <a:ext cx="1585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4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70E7CFD-7483-0DD7-79C5-A362416B9CA7}"/>
              </a:ext>
            </a:extLst>
          </p:cNvPr>
          <p:cNvSpPr/>
          <p:nvPr/>
        </p:nvSpPr>
        <p:spPr>
          <a:xfrm>
            <a:off x="4719128" y="3920828"/>
            <a:ext cx="81064" cy="18452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C2E54EB-245A-DC25-4BB6-C3C0454CF3A1}"/>
              </a:ext>
            </a:extLst>
          </p:cNvPr>
          <p:cNvSpPr/>
          <p:nvPr/>
        </p:nvSpPr>
        <p:spPr>
          <a:xfrm>
            <a:off x="4719128" y="4340810"/>
            <a:ext cx="87549" cy="7676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A2254F-AD7B-2E8A-A1E2-139507A26D1A}"/>
              </a:ext>
            </a:extLst>
          </p:cNvPr>
          <p:cNvSpPr/>
          <p:nvPr/>
        </p:nvSpPr>
        <p:spPr>
          <a:xfrm>
            <a:off x="4719128" y="4653035"/>
            <a:ext cx="87549" cy="7860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D36589-D173-4EA4-61A8-C34BE0ACB4B9}"/>
              </a:ext>
            </a:extLst>
          </p:cNvPr>
          <p:cNvSpPr txBox="1"/>
          <p:nvPr/>
        </p:nvSpPr>
        <p:spPr>
          <a:xfrm>
            <a:off x="4779257" y="3792163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py_plantings_cln_4pt</a:t>
            </a:r>
          </a:p>
          <a:p>
            <a:r>
              <a:rPr lang="en-US" sz="10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290E5F-569F-61A5-6E7A-C4368AA99F54}"/>
              </a:ext>
            </a:extLst>
          </p:cNvPr>
          <p:cNvSpPr txBox="1"/>
          <p:nvPr/>
        </p:nvSpPr>
        <p:spPr>
          <a:xfrm>
            <a:off x="4779257" y="4198077"/>
            <a:ext cx="14314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py_plantings_cln_3pt</a:t>
            </a:r>
          </a:p>
          <a:p>
            <a:r>
              <a:rPr lang="en-US" sz="10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5D6CF1-3692-5F01-A863-1F90B0E95B38}"/>
              </a:ext>
            </a:extLst>
          </p:cNvPr>
          <p:cNvSpPr txBox="1"/>
          <p:nvPr/>
        </p:nvSpPr>
        <p:spPr>
          <a:xfrm>
            <a:off x="4779257" y="4531586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py_plantings_cln_2pt</a:t>
            </a:r>
          </a:p>
          <a:p>
            <a:r>
              <a:rPr lang="en-US" sz="1000" dirty="0"/>
              <a:t>2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B9361667-2091-4FE8-BADA-38DFD9EF324F}"/>
              </a:ext>
            </a:extLst>
          </p:cNvPr>
          <p:cNvSpPr/>
          <p:nvPr/>
        </p:nvSpPr>
        <p:spPr>
          <a:xfrm>
            <a:off x="6151933" y="3344951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0FADCC8-FDAB-E84B-411A-8B6311D9D4E5}"/>
              </a:ext>
            </a:extLst>
          </p:cNvPr>
          <p:cNvSpPr/>
          <p:nvPr/>
        </p:nvSpPr>
        <p:spPr>
          <a:xfrm>
            <a:off x="6766398" y="308690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0E8C92-55CC-CBBB-5D85-3B438ADFBC18}"/>
              </a:ext>
            </a:extLst>
          </p:cNvPr>
          <p:cNvSpPr txBox="1"/>
          <p:nvPr/>
        </p:nvSpPr>
        <p:spPr>
          <a:xfrm>
            <a:off x="6868534" y="311382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planting_ln</a:t>
            </a:r>
            <a:endParaRPr lang="en-US" sz="1000" dirty="0">
              <a:effectLst>
                <a:glow rad="50800">
                  <a:schemeClr val="bg1">
                    <a:alpha val="78000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846F38-ADDD-FC79-D2D1-5792DE64D04C}"/>
              </a:ext>
            </a:extLst>
          </p:cNvPr>
          <p:cNvSpPr txBox="1"/>
          <p:nvPr/>
        </p:nvSpPr>
        <p:spPr>
          <a:xfrm>
            <a:off x="6919412" y="3896130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planting_py</a:t>
            </a:r>
            <a:endParaRPr lang="en-US" sz="1000" dirty="0">
              <a:effectLst>
                <a:glow rad="88900">
                  <a:schemeClr val="bg1">
                    <a:alpha val="75378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EEE0A7-E838-7A8E-4208-4764CC1864A6}"/>
              </a:ext>
            </a:extLst>
          </p:cNvPr>
          <p:cNvSpPr/>
          <p:nvPr/>
        </p:nvSpPr>
        <p:spPr>
          <a:xfrm>
            <a:off x="6813319" y="389948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845D2CD3-1BD2-E08B-13B3-C8808A1F1B7E}"/>
              </a:ext>
            </a:extLst>
          </p:cNvPr>
          <p:cNvSpPr/>
          <p:nvPr/>
        </p:nvSpPr>
        <p:spPr>
          <a:xfrm>
            <a:off x="6122504" y="3915713"/>
            <a:ext cx="636105" cy="70722"/>
          </a:xfrm>
          <a:custGeom>
            <a:avLst/>
            <a:gdLst>
              <a:gd name="csX0" fmla="*/ 0 w 636105"/>
              <a:gd name="csY0" fmla="*/ 0 h 69574"/>
              <a:gd name="csX1" fmla="*/ 636105 w 636105"/>
              <a:gd name="csY1" fmla="*/ 69574 h 69574"/>
              <a:gd name="csX0" fmla="*/ 0 w 636105"/>
              <a:gd name="csY0" fmla="*/ 0 h 70793"/>
              <a:gd name="csX1" fmla="*/ 636105 w 636105"/>
              <a:gd name="csY1" fmla="*/ 69574 h 70793"/>
              <a:gd name="csX0" fmla="*/ 0 w 636105"/>
              <a:gd name="csY0" fmla="*/ 304 h 70722"/>
              <a:gd name="csX1" fmla="*/ 636105 w 636105"/>
              <a:gd name="csY1" fmla="*/ 69878 h 70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6105" h="70722">
                <a:moveTo>
                  <a:pt x="0" y="304"/>
                </a:moveTo>
                <a:cubicBezTo>
                  <a:pt x="224561" y="-5733"/>
                  <a:pt x="411544" y="80089"/>
                  <a:pt x="636105" y="69878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CC45558-C687-C147-B236-08CCF3BD9772}"/>
              </a:ext>
            </a:extLst>
          </p:cNvPr>
          <p:cNvSpPr/>
          <p:nvPr/>
        </p:nvSpPr>
        <p:spPr>
          <a:xfrm>
            <a:off x="6091825" y="4116889"/>
            <a:ext cx="647178" cy="204620"/>
          </a:xfrm>
          <a:custGeom>
            <a:avLst/>
            <a:gdLst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620"/>
              <a:gd name="csX1" fmla="*/ 647178 w 647178"/>
              <a:gd name="csY1" fmla="*/ 0 h 2046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7178" h="204620">
                <a:moveTo>
                  <a:pt x="0" y="204591"/>
                </a:moveTo>
                <a:cubicBezTo>
                  <a:pt x="215726" y="207375"/>
                  <a:pt x="431452" y="13918"/>
                  <a:pt x="647178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F16117C-E93E-553D-5465-6872273B16C0}"/>
              </a:ext>
            </a:extLst>
          </p:cNvPr>
          <p:cNvCxnSpPr>
            <a:stCxn id="12" idx="3"/>
          </p:cNvCxnSpPr>
          <p:nvPr/>
        </p:nvCxnSpPr>
        <p:spPr>
          <a:xfrm flipV="1">
            <a:off x="6185981" y="3207174"/>
            <a:ext cx="530156" cy="8274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150FF30-BBA1-C4F4-7E2D-91785648075A}"/>
              </a:ext>
            </a:extLst>
          </p:cNvPr>
          <p:cNvCxnSpPr>
            <a:stCxn id="16" idx="3"/>
          </p:cNvCxnSpPr>
          <p:nvPr/>
        </p:nvCxnSpPr>
        <p:spPr>
          <a:xfrm flipV="1">
            <a:off x="4486078" y="1032627"/>
            <a:ext cx="1015729" cy="2797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D9679E1-4BAC-BA48-C59A-257390CDC79F}"/>
              </a:ext>
            </a:extLst>
          </p:cNvPr>
          <p:cNvSpPr/>
          <p:nvPr/>
        </p:nvSpPr>
        <p:spPr>
          <a:xfrm>
            <a:off x="6758609" y="516763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32C94E-F937-B57F-7394-72097CD9FD72}"/>
              </a:ext>
            </a:extLst>
          </p:cNvPr>
          <p:cNvSpPr txBox="1"/>
          <p:nvPr/>
        </p:nvSpPr>
        <p:spPr>
          <a:xfrm>
            <a:off x="6771263" y="5067207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planting_gr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6508DE1-7F13-D615-9196-8199CD7F7CC7}"/>
              </a:ext>
            </a:extLst>
          </p:cNvPr>
          <p:cNvCxnSpPr/>
          <p:nvPr/>
        </p:nvCxnSpPr>
        <p:spPr>
          <a:xfrm>
            <a:off x="4570379" y="5295903"/>
            <a:ext cx="20055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3EC0EC5-9D61-CF99-DD83-A92179FEF23D}"/>
              </a:ext>
            </a:extLst>
          </p:cNvPr>
          <p:cNvSpPr txBox="1"/>
          <p:nvPr/>
        </p:nvSpPr>
        <p:spPr>
          <a:xfrm>
            <a:off x="7935985" y="5424173"/>
            <a:ext cx="37663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within a planting occasion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across planting locations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Test / Large-scale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Planting_method</a:t>
            </a:r>
            <a:endParaRPr lang="en-US" sz="12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6A0260-4A8B-3F99-2C18-0B712A54B012}"/>
              </a:ext>
            </a:extLst>
          </p:cNvPr>
          <p:cNvSpPr txBox="1"/>
          <p:nvPr/>
        </p:nvSpPr>
        <p:spPr>
          <a:xfrm>
            <a:off x="8984299" y="145310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6AB1D7-E866-5271-7E44-C49EFC182B53}"/>
              </a:ext>
            </a:extLst>
          </p:cNvPr>
          <p:cNvSpPr txBox="1"/>
          <p:nvPr/>
        </p:nvSpPr>
        <p:spPr>
          <a:xfrm>
            <a:off x="9074284" y="3207174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0841662-720A-5FE5-9844-B2D7F7BF1419}"/>
              </a:ext>
            </a:extLst>
          </p:cNvPr>
          <p:cNvSpPr/>
          <p:nvPr/>
        </p:nvSpPr>
        <p:spPr>
          <a:xfrm>
            <a:off x="7779687" y="1059223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2CC6CF-F0F5-3E85-F792-24F455C8A8B9}"/>
              </a:ext>
            </a:extLst>
          </p:cNvPr>
          <p:cNvSpPr/>
          <p:nvPr/>
        </p:nvSpPr>
        <p:spPr>
          <a:xfrm>
            <a:off x="7779686" y="3008578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C65503B-189C-429D-108A-617AB44A93CE}"/>
              </a:ext>
            </a:extLst>
          </p:cNvPr>
          <p:cNvSpPr txBox="1"/>
          <p:nvPr/>
        </p:nvSpPr>
        <p:spPr>
          <a:xfrm>
            <a:off x="7860751" y="137696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coordinates</a:t>
            </a:r>
          </a:p>
          <a:p>
            <a:r>
              <a:rPr lang="en-US" sz="1000" dirty="0"/>
              <a:t>204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12BE36-ADE2-E38B-5909-E8790792C55C}"/>
              </a:ext>
            </a:extLst>
          </p:cNvPr>
          <p:cNvSpPr txBox="1"/>
          <p:nvPr/>
        </p:nvSpPr>
        <p:spPr>
          <a:xfrm>
            <a:off x="7860751" y="2970323"/>
            <a:ext cx="11697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unknown coords</a:t>
            </a:r>
          </a:p>
          <a:p>
            <a:r>
              <a:rPr lang="en-US" sz="1000" dirty="0"/>
              <a:t>23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9B5D77-A214-239D-BEFB-BE8928806529}"/>
              </a:ext>
            </a:extLst>
          </p:cNvPr>
          <p:cNvSpPr txBox="1"/>
          <p:nvPr/>
        </p:nvSpPr>
        <p:spPr>
          <a:xfrm>
            <a:off x="9064542" y="266911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5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6FBC816-53A8-AA48-4750-A91E06EA1753}"/>
              </a:ext>
            </a:extLst>
          </p:cNvPr>
          <p:cNvSpPr/>
          <p:nvPr/>
        </p:nvSpPr>
        <p:spPr>
          <a:xfrm>
            <a:off x="10691485" y="1105192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6EF30A8-BE1F-9158-9A95-34FB0ADDCD04}"/>
              </a:ext>
            </a:extLst>
          </p:cNvPr>
          <p:cNvSpPr txBox="1"/>
          <p:nvPr/>
        </p:nvSpPr>
        <p:spPr>
          <a:xfrm>
            <a:off x="10763628" y="148868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165</a:t>
            </a: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E51EC16-1C5E-02A9-78C8-712716F591FD}"/>
              </a:ext>
            </a:extLst>
          </p:cNvPr>
          <p:cNvSpPr/>
          <p:nvPr/>
        </p:nvSpPr>
        <p:spPr>
          <a:xfrm>
            <a:off x="9844391" y="2286000"/>
            <a:ext cx="768486" cy="379379"/>
          </a:xfrm>
          <a:custGeom>
            <a:avLst/>
            <a:gdLst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68486" h="379379">
                <a:moveTo>
                  <a:pt x="0" y="379379"/>
                </a:moveTo>
                <a:cubicBezTo>
                  <a:pt x="236707" y="359923"/>
                  <a:pt x="502596" y="9728"/>
                  <a:pt x="768486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310AE6D-8ADF-9D00-09C7-486B12564722}"/>
              </a:ext>
            </a:extLst>
          </p:cNvPr>
          <p:cNvSpPr/>
          <p:nvPr/>
        </p:nvSpPr>
        <p:spPr>
          <a:xfrm>
            <a:off x="10642838" y="3029491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485799-8A5A-DC67-A24F-51A7C5F2E323}"/>
              </a:ext>
            </a:extLst>
          </p:cNvPr>
          <p:cNvSpPr txBox="1"/>
          <p:nvPr/>
        </p:nvSpPr>
        <p:spPr>
          <a:xfrm>
            <a:off x="10723902" y="2991236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055B6D82-9674-EF47-D6B5-835E2F7AA9CE}"/>
              </a:ext>
            </a:extLst>
          </p:cNvPr>
          <p:cNvSpPr/>
          <p:nvPr/>
        </p:nvSpPr>
        <p:spPr>
          <a:xfrm>
            <a:off x="3900881" y="1627464"/>
            <a:ext cx="3791824" cy="1459685"/>
          </a:xfrm>
          <a:custGeom>
            <a:avLst/>
            <a:gdLst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1824" h="1459685">
                <a:moveTo>
                  <a:pt x="0" y="0"/>
                </a:moveTo>
                <a:cubicBezTo>
                  <a:pt x="1230385" y="92279"/>
                  <a:pt x="2670496" y="1417740"/>
                  <a:pt x="3791824" y="1459685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FC9531D5-C169-16E6-F354-D8B05CE744A5}"/>
              </a:ext>
            </a:extLst>
          </p:cNvPr>
          <p:cNvSpPr/>
          <p:nvPr/>
        </p:nvSpPr>
        <p:spPr>
          <a:xfrm>
            <a:off x="6023295" y="1140903"/>
            <a:ext cx="1686188" cy="352337"/>
          </a:xfrm>
          <a:custGeom>
            <a:avLst/>
            <a:gdLst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86188" h="352337">
                <a:moveTo>
                  <a:pt x="0" y="0"/>
                </a:moveTo>
                <a:cubicBezTo>
                  <a:pt x="578841" y="16778"/>
                  <a:pt x="1115736" y="343947"/>
                  <a:pt x="1686188" y="352337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97748B36-302E-BB5B-5014-EF4C8350C1BC}"/>
              </a:ext>
            </a:extLst>
          </p:cNvPr>
          <p:cNvSpPr/>
          <p:nvPr/>
        </p:nvSpPr>
        <p:spPr>
          <a:xfrm>
            <a:off x="6954473" y="1853967"/>
            <a:ext cx="721454" cy="1266738"/>
          </a:xfrm>
          <a:custGeom>
            <a:avLst/>
            <a:gdLst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21454" h="1266738">
                <a:moveTo>
                  <a:pt x="0" y="1266738"/>
                </a:moveTo>
                <a:cubicBezTo>
                  <a:pt x="324375" y="1247164"/>
                  <a:pt x="254466" y="19574"/>
                  <a:pt x="721454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F15E203-A647-EB72-450F-5F2788475573}"/>
              </a:ext>
            </a:extLst>
          </p:cNvPr>
          <p:cNvCxnSpPr/>
          <p:nvPr/>
        </p:nvCxnSpPr>
        <p:spPr>
          <a:xfrm>
            <a:off x="8445627" y="292447"/>
            <a:ext cx="0" cy="62937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637AE5A-FEBB-30E5-6325-292F8E1DA0F9}"/>
              </a:ext>
            </a:extLst>
          </p:cNvPr>
          <p:cNvSpPr txBox="1"/>
          <p:nvPr/>
        </p:nvSpPr>
        <p:spPr>
          <a:xfrm>
            <a:off x="165370" y="292447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5B5348-380B-5147-6E36-E753F79F32EC}"/>
              </a:ext>
            </a:extLst>
          </p:cNvPr>
          <p:cNvSpPr txBox="1"/>
          <p:nvPr/>
        </p:nvSpPr>
        <p:spPr>
          <a:xfrm>
            <a:off x="3236567" y="37691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E1D182E-0603-F7D6-873D-1FD6F7D86DC4}"/>
              </a:ext>
            </a:extLst>
          </p:cNvPr>
          <p:cNvSpPr txBox="1"/>
          <p:nvPr/>
        </p:nvSpPr>
        <p:spPr>
          <a:xfrm>
            <a:off x="5051092" y="97348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4CC4C5-230D-3DDB-684D-8257A0C2A81D}"/>
              </a:ext>
            </a:extLst>
          </p:cNvPr>
          <p:cNvSpPr txBox="1"/>
          <p:nvPr/>
        </p:nvSpPr>
        <p:spPr>
          <a:xfrm>
            <a:off x="2069867" y="38752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C19321E-66E8-18AB-6F4D-046CC80DABD7}"/>
              </a:ext>
            </a:extLst>
          </p:cNvPr>
          <p:cNvSpPr txBox="1"/>
          <p:nvPr/>
        </p:nvSpPr>
        <p:spPr>
          <a:xfrm>
            <a:off x="1083626" y="38570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41F176F-7050-C6D9-12FD-1676C7D59B28}"/>
              </a:ext>
            </a:extLst>
          </p:cNvPr>
          <p:cNvSpPr txBox="1"/>
          <p:nvPr/>
        </p:nvSpPr>
        <p:spPr>
          <a:xfrm>
            <a:off x="7727282" y="61334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E2DC99-4EBB-BAD5-FEE8-06E7BB98F48C}"/>
              </a:ext>
            </a:extLst>
          </p:cNvPr>
          <p:cNvSpPr txBox="1"/>
          <p:nvPr/>
        </p:nvSpPr>
        <p:spPr>
          <a:xfrm>
            <a:off x="8845679" y="55386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5B9A113-9E6A-8220-22CE-7E702667E34C}"/>
              </a:ext>
            </a:extLst>
          </p:cNvPr>
          <p:cNvSpPr txBox="1"/>
          <p:nvPr/>
        </p:nvSpPr>
        <p:spPr>
          <a:xfrm>
            <a:off x="10642838" y="55274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5B6C2A25-7008-F36A-58F0-3EFB7160B1DE}"/>
              </a:ext>
            </a:extLst>
          </p:cNvPr>
          <p:cNvSpPr/>
          <p:nvPr/>
        </p:nvSpPr>
        <p:spPr>
          <a:xfrm>
            <a:off x="6933537" y="2083243"/>
            <a:ext cx="675861" cy="1852654"/>
          </a:xfrm>
          <a:custGeom>
            <a:avLst/>
            <a:gdLst>
              <a:gd name="csX0" fmla="*/ 0 w 675861"/>
              <a:gd name="csY0" fmla="*/ 1852654 h 1852654"/>
              <a:gd name="csX1" fmla="*/ 675861 w 675861"/>
              <a:gd name="csY1" fmla="*/ 0 h 1852654"/>
              <a:gd name="csX0" fmla="*/ 0 w 675861"/>
              <a:gd name="csY0" fmla="*/ 1852658 h 1852658"/>
              <a:gd name="csX1" fmla="*/ 675861 w 675861"/>
              <a:gd name="csY1" fmla="*/ 4 h 1852658"/>
              <a:gd name="csX0" fmla="*/ 0 w 675861"/>
              <a:gd name="csY0" fmla="*/ 1852657 h 1852657"/>
              <a:gd name="csX1" fmla="*/ 675861 w 675861"/>
              <a:gd name="csY1" fmla="*/ 3 h 1852657"/>
              <a:gd name="csX0" fmla="*/ 0 w 675861"/>
              <a:gd name="csY0" fmla="*/ 1852654 h 1852654"/>
              <a:gd name="csX1" fmla="*/ 675861 w 675861"/>
              <a:gd name="csY1" fmla="*/ 0 h 1852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5861" h="1852654">
                <a:moveTo>
                  <a:pt x="0" y="1852654"/>
                </a:moveTo>
                <a:cubicBezTo>
                  <a:pt x="376362" y="1839403"/>
                  <a:pt x="283596" y="21203"/>
                  <a:pt x="67586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506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3361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3047448-B351-F6AE-C95A-FE32F577BF01}"/>
              </a:ext>
            </a:extLst>
          </p:cNvPr>
          <p:cNvGrpSpPr/>
          <p:nvPr/>
        </p:nvGrpSpPr>
        <p:grpSpPr>
          <a:xfrm>
            <a:off x="1466444" y="241909"/>
            <a:ext cx="622998" cy="603780"/>
            <a:chOff x="956986" y="763233"/>
            <a:chExt cx="622998" cy="603780"/>
          </a:xfrm>
        </p:grpSpPr>
        <p:pic>
          <p:nvPicPr>
            <p:cNvPr id="3" name="Picture 2" descr="Enhance your Excel spreadsheets with tables, images and ...">
              <a:extLst>
                <a:ext uri="{FF2B5EF4-FFF2-40B4-BE49-F238E27FC236}">
                  <a16:creationId xmlns:a16="http://schemas.microsoft.com/office/drawing/2014/main" id="{0462DB5D-EB87-78FB-E0AF-1C0991FE0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12285E7-F927-7092-04F0-970231A6F020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matrix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7C82D8D-5066-1592-E185-16107D664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60" y="312963"/>
            <a:ext cx="3942216" cy="27677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8F7182-63DE-8EAC-2087-EB03D3550F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752" y="2354421"/>
            <a:ext cx="2976057" cy="214915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193D287-7A2C-4435-D7D6-FD0A99E1C201}"/>
              </a:ext>
            </a:extLst>
          </p:cNvPr>
          <p:cNvGrpSpPr/>
          <p:nvPr/>
        </p:nvGrpSpPr>
        <p:grpSpPr>
          <a:xfrm>
            <a:off x="4224044" y="3963896"/>
            <a:ext cx="1298155" cy="1278424"/>
            <a:chOff x="4224044" y="3963896"/>
            <a:chExt cx="1298155" cy="1278424"/>
          </a:xfrm>
        </p:grpSpPr>
        <p:pic>
          <p:nvPicPr>
            <p:cNvPr id="9" name="Picture 8" descr="Buy GIS Software | ArcGIS Product Pricing - Esri Store">
              <a:extLst>
                <a:ext uri="{FF2B5EF4-FFF2-40B4-BE49-F238E27FC236}">
                  <a16:creationId xmlns:a16="http://schemas.microsoft.com/office/drawing/2014/main" id="{8DA68175-3CE6-5329-0E84-73A93947A2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24044" y="3963896"/>
              <a:ext cx="1298155" cy="107936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8E3680-0C8B-5FA2-80EF-4E66112407A7}"/>
                </a:ext>
              </a:extLst>
            </p:cNvPr>
            <p:cNvSpPr txBox="1"/>
            <p:nvPr/>
          </p:nvSpPr>
          <p:spPr>
            <a:xfrm>
              <a:off x="4270006" y="4965321"/>
              <a:ext cx="1206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ArcGIS Online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04BAFDD-F7F9-C609-3EA9-9BB590308389}"/>
              </a:ext>
            </a:extLst>
          </p:cNvPr>
          <p:cNvGrpSpPr/>
          <p:nvPr/>
        </p:nvGrpSpPr>
        <p:grpSpPr>
          <a:xfrm>
            <a:off x="5271956" y="5486401"/>
            <a:ext cx="1138136" cy="924792"/>
            <a:chOff x="5271956" y="5486401"/>
            <a:chExt cx="1138136" cy="924792"/>
          </a:xfrm>
        </p:grpSpPr>
        <p:pic>
          <p:nvPicPr>
            <p:cNvPr id="11" name="Picture 10" descr="A diagram of a feature layer showing point, multipoint, polyline, polygon, and multipatch as possible geometric types">
              <a:extLst>
                <a:ext uri="{FF2B5EF4-FFF2-40B4-BE49-F238E27FC236}">
                  <a16:creationId xmlns:a16="http://schemas.microsoft.com/office/drawing/2014/main" id="{4F7E892A-1AF4-32F9-E8F1-186202DAC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40239" t="52257" r="39899" b="11474"/>
            <a:stretch>
              <a:fillRect/>
            </a:stretch>
          </p:blipFill>
          <p:spPr>
            <a:xfrm>
              <a:off x="5476237" y="5486401"/>
              <a:ext cx="729574" cy="74903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4BE5D1A-2F91-BD6D-F25B-9D1092B2A704}"/>
                </a:ext>
              </a:extLst>
            </p:cNvPr>
            <p:cNvSpPr txBox="1"/>
            <p:nvPr/>
          </p:nvSpPr>
          <p:spPr>
            <a:xfrm>
              <a:off x="5271956" y="6164972"/>
              <a:ext cx="113813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Feature Layer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C5E197-7950-D37A-0A17-5553365FEF81}"/>
              </a:ext>
            </a:extLst>
          </p:cNvPr>
          <p:cNvGrpSpPr/>
          <p:nvPr/>
        </p:nvGrpSpPr>
        <p:grpSpPr>
          <a:xfrm>
            <a:off x="2837748" y="5352232"/>
            <a:ext cx="1527240" cy="1058961"/>
            <a:chOff x="2837748" y="5352232"/>
            <a:chExt cx="1527240" cy="1058961"/>
          </a:xfrm>
        </p:grpSpPr>
        <p:pic>
          <p:nvPicPr>
            <p:cNvPr id="12" name="Picture 11" descr="ArcGIS Experience Builder and ArcGIS Web AppBuilder at Esri ...">
              <a:extLst>
                <a:ext uri="{FF2B5EF4-FFF2-40B4-BE49-F238E27FC236}">
                  <a16:creationId xmlns:a16="http://schemas.microsoft.com/office/drawing/2014/main" id="{AEB0CE5D-2CF0-EB08-663C-3115CE2133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47981"/>
            <a:stretch>
              <a:fillRect/>
            </a:stretch>
          </p:blipFill>
          <p:spPr>
            <a:xfrm>
              <a:off x="3137010" y="5352232"/>
              <a:ext cx="928716" cy="1008517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AC45B44-B37F-B4F0-D9C5-7B975D2EB634}"/>
                </a:ext>
              </a:extLst>
            </p:cNvPr>
            <p:cNvSpPr txBox="1"/>
            <p:nvPr/>
          </p:nvSpPr>
          <p:spPr>
            <a:xfrm>
              <a:off x="2837748" y="6164972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Experience Builder</a:t>
              </a:r>
            </a:p>
          </p:txBody>
        </p:sp>
      </p:grp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93206ECF-11F2-BD8C-69FC-060A6AA0F6D5}"/>
              </a:ext>
            </a:extLst>
          </p:cNvPr>
          <p:cNvSpPr/>
          <p:nvPr/>
        </p:nvSpPr>
        <p:spPr>
          <a:xfrm rot="5400000">
            <a:off x="4677429" y="3347535"/>
            <a:ext cx="45719" cy="3942214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9606D63-5F5D-9254-899F-8548AEF49430}"/>
              </a:ext>
            </a:extLst>
          </p:cNvPr>
          <p:cNvGrpSpPr/>
          <p:nvPr/>
        </p:nvGrpSpPr>
        <p:grpSpPr>
          <a:xfrm>
            <a:off x="311691" y="3825110"/>
            <a:ext cx="1527240" cy="1053925"/>
            <a:chOff x="632704" y="3572763"/>
            <a:chExt cx="1527240" cy="1053925"/>
          </a:xfrm>
        </p:grpSpPr>
        <p:pic>
          <p:nvPicPr>
            <p:cNvPr id="19" name="Picture 18" descr="App - ArcGIS Survey123">
              <a:extLst>
                <a:ext uri="{FF2B5EF4-FFF2-40B4-BE49-F238E27FC236}">
                  <a16:creationId xmlns:a16="http://schemas.microsoft.com/office/drawing/2014/main" id="{01CCA45F-9AC7-EB57-3399-C3A6163FF14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05191" y="3572763"/>
              <a:ext cx="782266" cy="78226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CABE73D-55A3-A1BB-6544-C7C4220AE85F}"/>
                </a:ext>
              </a:extLst>
            </p:cNvPr>
            <p:cNvSpPr txBox="1"/>
            <p:nvPr/>
          </p:nvSpPr>
          <p:spPr>
            <a:xfrm>
              <a:off x="632704" y="4380467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Survey 123</a:t>
              </a:r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444A720-0743-A403-29F0-D186B9756847}"/>
              </a:ext>
            </a:extLst>
          </p:cNvPr>
          <p:cNvSpPr/>
          <p:nvPr/>
        </p:nvSpPr>
        <p:spPr>
          <a:xfrm>
            <a:off x="1682885" y="1410511"/>
            <a:ext cx="1225685" cy="155642"/>
          </a:xfrm>
          <a:custGeom>
            <a:avLst/>
            <a:gdLst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25685" h="155642">
                <a:moveTo>
                  <a:pt x="0" y="155642"/>
                </a:moveTo>
                <a:cubicBezTo>
                  <a:pt x="437745" y="74578"/>
                  <a:pt x="787940" y="22698"/>
                  <a:pt x="1225685" y="0"/>
                </a:cubicBezTo>
              </a:path>
            </a:pathLst>
          </a:custGeom>
          <a:noFill/>
          <a:ln w="28575"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8DCF909-18C6-CCE8-304F-CBCC5920211B}"/>
              </a:ext>
            </a:extLst>
          </p:cNvPr>
          <p:cNvSpPr/>
          <p:nvPr/>
        </p:nvSpPr>
        <p:spPr>
          <a:xfrm>
            <a:off x="6955277" y="1741251"/>
            <a:ext cx="2091446" cy="671209"/>
          </a:xfrm>
          <a:custGeom>
            <a:avLst/>
            <a:gdLst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091446" h="671209">
                <a:moveTo>
                  <a:pt x="0" y="0"/>
                </a:moveTo>
                <a:cubicBezTo>
                  <a:pt x="765243" y="155642"/>
                  <a:pt x="1491573" y="301558"/>
                  <a:pt x="2091446" y="671209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819A01B-DAF9-47BA-8B3E-D37DCA563D18}"/>
              </a:ext>
            </a:extLst>
          </p:cNvPr>
          <p:cNvSpPr/>
          <p:nvPr/>
        </p:nvSpPr>
        <p:spPr>
          <a:xfrm>
            <a:off x="6624536" y="4591455"/>
            <a:ext cx="3083668" cy="1284051"/>
          </a:xfrm>
          <a:custGeom>
            <a:avLst/>
            <a:gdLst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83668" h="1284051">
                <a:moveTo>
                  <a:pt x="3083668" y="0"/>
                </a:moveTo>
                <a:cubicBezTo>
                  <a:pt x="2707533" y="1468877"/>
                  <a:pt x="1115438" y="1118681"/>
                  <a:pt x="0" y="1284051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0B49C01-5B12-B60B-9D1F-77900E024B99}"/>
              </a:ext>
            </a:extLst>
          </p:cNvPr>
          <p:cNvCxnSpPr/>
          <p:nvPr/>
        </p:nvCxnSpPr>
        <p:spPr>
          <a:xfrm flipH="1">
            <a:off x="4270006" y="5856490"/>
            <a:ext cx="866198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7AD3633-5493-573A-A57D-9E890C792950}"/>
              </a:ext>
            </a:extLst>
          </p:cNvPr>
          <p:cNvSpPr/>
          <p:nvPr/>
        </p:nvSpPr>
        <p:spPr>
          <a:xfrm>
            <a:off x="1050393" y="5058383"/>
            <a:ext cx="1790083" cy="749030"/>
          </a:xfrm>
          <a:custGeom>
            <a:avLst/>
            <a:gdLst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90083 w 1790083"/>
              <a:gd name="csY0" fmla="*/ 749030 h 749030"/>
              <a:gd name="csX1" fmla="*/ 193 w 1790083"/>
              <a:gd name="csY1" fmla="*/ 0 h 74903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90083" h="749030">
                <a:moveTo>
                  <a:pt x="1790083" y="749030"/>
                </a:moveTo>
                <a:cubicBezTo>
                  <a:pt x="989173" y="723089"/>
                  <a:pt x="-16020" y="560963"/>
                  <a:pt x="193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E4F82EB-1018-C6CF-B177-123EE9B65213}"/>
              </a:ext>
            </a:extLst>
          </p:cNvPr>
          <p:cNvSpPr/>
          <p:nvPr/>
        </p:nvSpPr>
        <p:spPr>
          <a:xfrm>
            <a:off x="1108953" y="2470826"/>
            <a:ext cx="1663430" cy="1225685"/>
          </a:xfrm>
          <a:custGeom>
            <a:avLst/>
            <a:gdLst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63430" h="1225685">
                <a:moveTo>
                  <a:pt x="0" y="1225685"/>
                </a:moveTo>
                <a:cubicBezTo>
                  <a:pt x="68094" y="573931"/>
                  <a:pt x="943583" y="116732"/>
                  <a:pt x="1663430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0C2B12-6EE0-65F3-E58C-7B7B97C13F6B}"/>
              </a:ext>
            </a:extLst>
          </p:cNvPr>
          <p:cNvSpPr/>
          <p:nvPr/>
        </p:nvSpPr>
        <p:spPr>
          <a:xfrm>
            <a:off x="493487" y="3777808"/>
            <a:ext cx="1225685" cy="1182524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549503-DBBF-AB98-796C-BC52F201C067}"/>
              </a:ext>
            </a:extLst>
          </p:cNvPr>
          <p:cNvSpPr txBox="1"/>
          <p:nvPr/>
        </p:nvSpPr>
        <p:spPr>
          <a:xfrm>
            <a:off x="4165474" y="2745322"/>
            <a:ext cx="1298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72318-5582-5699-9488-32C095C09682}"/>
              </a:ext>
            </a:extLst>
          </p:cNvPr>
          <p:cNvSpPr txBox="1"/>
          <p:nvPr/>
        </p:nvSpPr>
        <p:spPr>
          <a:xfrm>
            <a:off x="9112090" y="4283678"/>
            <a:ext cx="1574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tables to publish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0540CC3-2F96-2970-557E-BC8773E708DE}"/>
              </a:ext>
            </a:extLst>
          </p:cNvPr>
          <p:cNvGrpSpPr/>
          <p:nvPr/>
        </p:nvGrpSpPr>
        <p:grpSpPr>
          <a:xfrm>
            <a:off x="453012" y="642492"/>
            <a:ext cx="622998" cy="757669"/>
            <a:chOff x="956986" y="763233"/>
            <a:chExt cx="622998" cy="757669"/>
          </a:xfrm>
        </p:grpSpPr>
        <p:pic>
          <p:nvPicPr>
            <p:cNvPr id="26" name="Picture 25" descr="Enhance your Excel spreadsheets with tables, images and ...">
              <a:extLst>
                <a:ext uri="{FF2B5EF4-FFF2-40B4-BE49-F238E27FC236}">
                  <a16:creationId xmlns:a16="http://schemas.microsoft.com/office/drawing/2014/main" id="{67D83418-2393-5B8A-DC4E-D136159AA5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B57CAAC-FB19-BBBF-C08D-2C0588E3D4AC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revised 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67C7581-9B46-C1CD-96C3-42E353920AF4}"/>
              </a:ext>
            </a:extLst>
          </p:cNvPr>
          <p:cNvGrpSpPr/>
          <p:nvPr/>
        </p:nvGrpSpPr>
        <p:grpSpPr>
          <a:xfrm>
            <a:off x="1014044" y="1453640"/>
            <a:ext cx="705128" cy="603675"/>
            <a:chOff x="907870" y="763233"/>
            <a:chExt cx="705128" cy="603675"/>
          </a:xfrm>
        </p:grpSpPr>
        <p:pic>
          <p:nvPicPr>
            <p:cNvPr id="34" name="Picture 33" descr="Enhance your Excel spreadsheets with tables, images and ...">
              <a:extLst>
                <a:ext uri="{FF2B5EF4-FFF2-40B4-BE49-F238E27FC236}">
                  <a16:creationId xmlns:a16="http://schemas.microsoft.com/office/drawing/2014/main" id="{7177729B-DC99-0028-97E8-C3EC4196C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C99B1FF-3BD7-E65B-8B7F-B4353E5AE681}"/>
                </a:ext>
              </a:extLst>
            </p:cNvPr>
            <p:cNvSpPr txBox="1"/>
            <p:nvPr/>
          </p:nvSpPr>
          <p:spPr>
            <a:xfrm>
              <a:off x="907870" y="1120687"/>
              <a:ext cx="7051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snapshot</a:t>
              </a:r>
            </a:p>
          </p:txBody>
        </p:sp>
      </p:grpSp>
      <p:sp>
        <p:nvSpPr>
          <p:cNvPr id="36" name="Freeform 35">
            <a:extLst>
              <a:ext uri="{FF2B5EF4-FFF2-40B4-BE49-F238E27FC236}">
                <a16:creationId xmlns:a16="http://schemas.microsoft.com/office/drawing/2014/main" id="{F4820C52-EE40-9020-791D-F9AABF815C66}"/>
              </a:ext>
            </a:extLst>
          </p:cNvPr>
          <p:cNvSpPr/>
          <p:nvPr/>
        </p:nvSpPr>
        <p:spPr>
          <a:xfrm>
            <a:off x="968188" y="457200"/>
            <a:ext cx="443753" cy="161365"/>
          </a:xfrm>
          <a:custGeom>
            <a:avLst/>
            <a:gdLst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43753" h="161365">
                <a:moveTo>
                  <a:pt x="443753" y="0"/>
                </a:moveTo>
                <a:cubicBezTo>
                  <a:pt x="289304" y="17865"/>
                  <a:pt x="141387" y="81451"/>
                  <a:pt x="0" y="161365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A1E4402A-0CFD-2127-BFBE-5D1CF424849E}"/>
              </a:ext>
            </a:extLst>
          </p:cNvPr>
          <p:cNvSpPr/>
          <p:nvPr/>
        </p:nvSpPr>
        <p:spPr>
          <a:xfrm>
            <a:off x="757646" y="1365069"/>
            <a:ext cx="342900" cy="271054"/>
          </a:xfrm>
          <a:custGeom>
            <a:avLst/>
            <a:gdLst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129"/>
              <a:gd name="csX1" fmla="*/ 342900 w 342900"/>
              <a:gd name="csY1" fmla="*/ 271054 h 271129"/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054"/>
              <a:gd name="csX1" fmla="*/ 342900 w 342900"/>
              <a:gd name="csY1" fmla="*/ 271054 h 271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42900" h="271054">
                <a:moveTo>
                  <a:pt x="0" y="0"/>
                </a:moveTo>
                <a:cubicBezTo>
                  <a:pt x="52251" y="162197"/>
                  <a:pt x="166551" y="259080"/>
                  <a:pt x="342900" y="271054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8940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CF72EE-6ED2-BD6B-38FC-E4BB3CEDEDCE}"/>
              </a:ext>
            </a:extLst>
          </p:cNvPr>
          <p:cNvSpPr txBox="1"/>
          <p:nvPr/>
        </p:nvSpPr>
        <p:spPr>
          <a:xfrm>
            <a:off x="2239861" y="528506"/>
            <a:ext cx="45300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new </a:t>
            </a:r>
            <a:r>
              <a:rPr lang="en-US" dirty="0" err="1"/>
              <a:t>plantingID</a:t>
            </a:r>
            <a:r>
              <a:rPr lang="en-US" dirty="0"/>
              <a:t> scheme</a:t>
            </a:r>
          </a:p>
          <a:p>
            <a:r>
              <a:rPr lang="en-US" dirty="0"/>
              <a:t>occurrence of replicates </a:t>
            </a:r>
          </a:p>
          <a:p>
            <a:r>
              <a:rPr lang="en-US" dirty="0"/>
              <a:t>accommodation in </a:t>
            </a:r>
            <a:r>
              <a:rPr lang="en-US" dirty="0" err="1"/>
              <a:t>plantingID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27039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51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CDFAD8-254E-B1F9-BEE4-35A7BD532477}"/>
              </a:ext>
            </a:extLst>
          </p:cNvPr>
          <p:cNvSpPr txBox="1"/>
          <p:nvPr/>
        </p:nvSpPr>
        <p:spPr>
          <a:xfrm>
            <a:off x="6932698" y="1967303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72498" y="6289080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/>
              <a:t>point 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represented as points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61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47166" y="2203518"/>
            <a:ext cx="1001907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800" dirty="0">
                <a:solidFill>
                  <a:srgbClr val="C00000"/>
                </a:solidFill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3855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plantings </a:t>
            </a:r>
          </a:p>
          <a:p>
            <a:r>
              <a:rPr lang="en-US" sz="8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3855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 GPS records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r>
              <a:rPr lang="en-US" sz="800" dirty="0"/>
              <a:t>planting GPS</a:t>
            </a:r>
          </a:p>
          <a:p>
            <a:r>
              <a:rPr lang="en-US" sz="800" dirty="0"/>
              <a:t>records</a:t>
            </a:r>
          </a:p>
          <a:p>
            <a:r>
              <a:rPr lang="en-US" sz="8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C8E5CDA-6BA6-632E-9A67-DF99BBD20B33}"/>
              </a:ext>
            </a:extLst>
          </p:cNvPr>
          <p:cNvSpPr txBox="1"/>
          <p:nvPr/>
        </p:nvSpPr>
        <p:spPr>
          <a:xfrm>
            <a:off x="9698533" y="4707620"/>
            <a:ext cx="346222" cy="2154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1829517-0263-8CA8-B2F8-9B79CB6292D3}"/>
              </a:ext>
            </a:extLst>
          </p:cNvPr>
          <p:cNvCxnSpPr>
            <a:cxnSpLocks/>
          </p:cNvCxnSpPr>
          <p:nvPr/>
        </p:nvCxnSpPr>
        <p:spPr>
          <a:xfrm>
            <a:off x="5139049" y="4019739"/>
            <a:ext cx="749224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4168204-2691-E128-CBDC-84383371E212}"/>
              </a:ext>
            </a:extLst>
          </p:cNvPr>
          <p:cNvCxnSpPr>
            <a:cxnSpLocks/>
          </p:cNvCxnSpPr>
          <p:nvPr/>
        </p:nvCxnSpPr>
        <p:spPr>
          <a:xfrm>
            <a:off x="5139049" y="5819869"/>
            <a:ext cx="749224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35AEB7B-4596-306B-B630-DD51CB842583}"/>
              </a:ext>
            </a:extLst>
          </p:cNvPr>
          <p:cNvSpPr txBox="1"/>
          <p:nvPr/>
        </p:nvSpPr>
        <p:spPr>
          <a:xfrm>
            <a:off x="2967654" y="459990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2B2A1E-C2EE-EE35-75BC-09835ACC7E8F}"/>
              </a:ext>
            </a:extLst>
          </p:cNvPr>
          <p:cNvSpPr txBox="1"/>
          <p:nvPr/>
        </p:nvSpPr>
        <p:spPr>
          <a:xfrm>
            <a:off x="2967653" y="5909225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48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B8D7897-74E2-7976-6B81-C25C7B217551}"/>
              </a:ext>
            </a:extLst>
          </p:cNvPr>
          <p:cNvSpPr txBox="1"/>
          <p:nvPr/>
        </p:nvSpPr>
        <p:spPr>
          <a:xfrm>
            <a:off x="2967652" y="6642561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6FB7A9-1195-2834-C4BE-1D26DCA4D34E}"/>
              </a:ext>
            </a:extLst>
          </p:cNvPr>
          <p:cNvSpPr txBox="1"/>
          <p:nvPr/>
        </p:nvSpPr>
        <p:spPr>
          <a:xfrm>
            <a:off x="5617024" y="429846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B6D04A2-402E-7BE8-5F72-B3D43A40B8FF}"/>
              </a:ext>
            </a:extLst>
          </p:cNvPr>
          <p:cNvSpPr txBox="1"/>
          <p:nvPr/>
        </p:nvSpPr>
        <p:spPr>
          <a:xfrm>
            <a:off x="5645339" y="4760487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E5306A-403D-AACD-D6A4-D2DB577A546C}"/>
              </a:ext>
            </a:extLst>
          </p:cNvPr>
          <p:cNvSpPr txBox="1"/>
          <p:nvPr/>
        </p:nvSpPr>
        <p:spPr>
          <a:xfrm>
            <a:off x="5181744" y="5162379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F3DAE4-E7A7-CF2A-A571-FA981DBDCE25}"/>
              </a:ext>
            </a:extLst>
          </p:cNvPr>
          <p:cNvSpPr txBox="1"/>
          <p:nvPr/>
        </p:nvSpPr>
        <p:spPr>
          <a:xfrm>
            <a:off x="9560421" y="232663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BA4DC4-A9E3-B7AA-102B-7DC9052D0BA5}"/>
              </a:ext>
            </a:extLst>
          </p:cNvPr>
          <p:cNvSpPr txBox="1"/>
          <p:nvPr/>
        </p:nvSpPr>
        <p:spPr>
          <a:xfrm>
            <a:off x="5181744" y="5290178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119186-B23E-732A-259A-240C0522E2B8}"/>
              </a:ext>
            </a:extLst>
          </p:cNvPr>
          <p:cNvSpPr txBox="1"/>
          <p:nvPr/>
        </p:nvSpPr>
        <p:spPr>
          <a:xfrm>
            <a:off x="5181744" y="5470522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39A4842-212E-5FEB-0F57-F74F16D77259}"/>
              </a:ext>
            </a:extLst>
          </p:cNvPr>
          <p:cNvSpPr txBox="1"/>
          <p:nvPr/>
        </p:nvSpPr>
        <p:spPr>
          <a:xfrm>
            <a:off x="5682510" y="6073833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86EBF4-5AE5-2037-E20A-6EE11F8A1726}"/>
              </a:ext>
            </a:extLst>
          </p:cNvPr>
          <p:cNvSpPr txBox="1"/>
          <p:nvPr/>
        </p:nvSpPr>
        <p:spPr>
          <a:xfrm>
            <a:off x="6970043" y="417102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B617B18-6495-130D-F389-AF5922343FAF}"/>
              </a:ext>
            </a:extLst>
          </p:cNvPr>
          <p:cNvSpPr txBox="1"/>
          <p:nvPr/>
        </p:nvSpPr>
        <p:spPr>
          <a:xfrm>
            <a:off x="6932698" y="4760486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69C396-DF57-28AE-7A96-5D34B7987002}"/>
              </a:ext>
            </a:extLst>
          </p:cNvPr>
          <p:cNvSpPr txBox="1"/>
          <p:nvPr/>
        </p:nvSpPr>
        <p:spPr>
          <a:xfrm>
            <a:off x="6987941" y="5106955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801913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A31E29E-F63F-19EC-BF63-11F4C6C01A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66" y="0"/>
            <a:ext cx="11770468" cy="6858000"/>
          </a:xfrm>
          <a:prstGeom prst="rect">
            <a:avLst/>
          </a:prstGeom>
        </p:spPr>
      </p:pic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7603C-EB1D-3B79-B4FD-F14DB7137554}"/>
              </a:ext>
            </a:extLst>
          </p:cNvPr>
          <p:cNvSpPr/>
          <p:nvPr/>
        </p:nvSpPr>
        <p:spPr>
          <a:xfrm>
            <a:off x="7499733" y="3096285"/>
            <a:ext cx="259087" cy="307818"/>
          </a:xfrm>
          <a:custGeom>
            <a:avLst/>
            <a:gdLst>
              <a:gd name="csX0" fmla="*/ 186659 w 259087"/>
              <a:gd name="csY0" fmla="*/ 0 h 307818"/>
              <a:gd name="csX1" fmla="*/ 78017 w 259087"/>
              <a:gd name="csY1" fmla="*/ 9054 h 307818"/>
              <a:gd name="csX2" fmla="*/ 50857 w 259087"/>
              <a:gd name="csY2" fmla="*/ 36214 h 307818"/>
              <a:gd name="csX3" fmla="*/ 23697 w 259087"/>
              <a:gd name="csY3" fmla="*/ 54321 h 307818"/>
              <a:gd name="csX4" fmla="*/ 14643 w 259087"/>
              <a:gd name="csY4" fmla="*/ 81481 h 307818"/>
              <a:gd name="csX5" fmla="*/ 23697 w 259087"/>
              <a:gd name="csY5" fmla="*/ 280658 h 307818"/>
              <a:gd name="csX6" fmla="*/ 68964 w 259087"/>
              <a:gd name="csY6" fmla="*/ 289711 h 307818"/>
              <a:gd name="csX7" fmla="*/ 132338 w 259087"/>
              <a:gd name="csY7" fmla="*/ 307818 h 307818"/>
              <a:gd name="csX8" fmla="*/ 222873 w 259087"/>
              <a:gd name="csY8" fmla="*/ 298765 h 307818"/>
              <a:gd name="csX9" fmla="*/ 259087 w 259087"/>
              <a:gd name="csY9" fmla="*/ 244444 h 307818"/>
              <a:gd name="csX10" fmla="*/ 250033 w 259087"/>
              <a:gd name="csY10" fmla="*/ 135802 h 307818"/>
              <a:gd name="csX11" fmla="*/ 240980 w 259087"/>
              <a:gd name="csY11" fmla="*/ 99588 h 307818"/>
              <a:gd name="csX12" fmla="*/ 195713 w 259087"/>
              <a:gd name="csY12" fmla="*/ 72428 h 307818"/>
              <a:gd name="csX13" fmla="*/ 150445 w 259087"/>
              <a:gd name="csY13" fmla="*/ 36214 h 3078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259087" h="307818">
                <a:moveTo>
                  <a:pt x="186659" y="0"/>
                </a:moveTo>
                <a:cubicBezTo>
                  <a:pt x="150445" y="3018"/>
                  <a:pt x="113130" y="-309"/>
                  <a:pt x="78017" y="9054"/>
                </a:cubicBezTo>
                <a:cubicBezTo>
                  <a:pt x="65646" y="12353"/>
                  <a:pt x="60693" y="28017"/>
                  <a:pt x="50857" y="36214"/>
                </a:cubicBezTo>
                <a:cubicBezTo>
                  <a:pt x="42498" y="43180"/>
                  <a:pt x="32750" y="48285"/>
                  <a:pt x="23697" y="54321"/>
                </a:cubicBezTo>
                <a:cubicBezTo>
                  <a:pt x="20679" y="63374"/>
                  <a:pt x="17265" y="72305"/>
                  <a:pt x="14643" y="81481"/>
                </a:cubicBezTo>
                <a:cubicBezTo>
                  <a:pt x="-4975" y="150143"/>
                  <a:pt x="-7601" y="195706"/>
                  <a:pt x="23697" y="280658"/>
                </a:cubicBezTo>
                <a:cubicBezTo>
                  <a:pt x="29017" y="295097"/>
                  <a:pt x="53943" y="286373"/>
                  <a:pt x="68964" y="289711"/>
                </a:cubicBezTo>
                <a:cubicBezTo>
                  <a:pt x="103062" y="297288"/>
                  <a:pt x="102097" y="297738"/>
                  <a:pt x="132338" y="307818"/>
                </a:cubicBezTo>
                <a:cubicBezTo>
                  <a:pt x="162516" y="304800"/>
                  <a:pt x="195746" y="312328"/>
                  <a:pt x="222873" y="298765"/>
                </a:cubicBezTo>
                <a:cubicBezTo>
                  <a:pt x="242337" y="289033"/>
                  <a:pt x="259087" y="244444"/>
                  <a:pt x="259087" y="244444"/>
                </a:cubicBezTo>
                <a:cubicBezTo>
                  <a:pt x="256069" y="208230"/>
                  <a:pt x="254540" y="171861"/>
                  <a:pt x="250033" y="135802"/>
                </a:cubicBezTo>
                <a:cubicBezTo>
                  <a:pt x="248490" y="123455"/>
                  <a:pt x="249078" y="109035"/>
                  <a:pt x="240980" y="99588"/>
                </a:cubicBezTo>
                <a:cubicBezTo>
                  <a:pt x="229528" y="86228"/>
                  <a:pt x="210354" y="82189"/>
                  <a:pt x="195713" y="72428"/>
                </a:cubicBezTo>
                <a:cubicBezTo>
                  <a:pt x="165996" y="52617"/>
                  <a:pt x="167366" y="53133"/>
                  <a:pt x="150445" y="36214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096CEC-898D-156C-36EB-35817C9BBDD0}"/>
              </a:ext>
            </a:extLst>
          </p:cNvPr>
          <p:cNvSpPr txBox="1"/>
          <p:nvPr/>
        </p:nvSpPr>
        <p:spPr>
          <a:xfrm>
            <a:off x="7297093" y="3453898"/>
            <a:ext cx="6518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Could be 0</a:t>
            </a:r>
          </a:p>
        </p:txBody>
      </p:sp>
    </p:spTree>
    <p:extLst>
      <p:ext uri="{BB962C8B-B14F-4D97-AF65-F5344CB8AC3E}">
        <p14:creationId xmlns:p14="http://schemas.microsoft.com/office/powerpoint/2010/main" val="28674698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61260A-4643-3DBE-23EE-CC619DF3E45E}"/>
              </a:ext>
            </a:extLst>
          </p:cNvPr>
          <p:cNvSpPr/>
          <p:nvPr/>
        </p:nvSpPr>
        <p:spPr>
          <a:xfrm>
            <a:off x="933128" y="1753403"/>
            <a:ext cx="190831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68EAF3-6E44-3B77-3035-DF336B6461A4}"/>
              </a:ext>
            </a:extLst>
          </p:cNvPr>
          <p:cNvSpPr/>
          <p:nvPr/>
        </p:nvSpPr>
        <p:spPr>
          <a:xfrm>
            <a:off x="2695332" y="1801380"/>
            <a:ext cx="190831" cy="149047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C0C62-C104-C006-9AAE-F5E514B5C605}"/>
              </a:ext>
            </a:extLst>
          </p:cNvPr>
          <p:cNvSpPr txBox="1"/>
          <p:nvPr/>
        </p:nvSpPr>
        <p:spPr>
          <a:xfrm>
            <a:off x="1193699" y="2172502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96AC05-9E3E-DB42-D41F-EFBB08092BB5}"/>
              </a:ext>
            </a:extLst>
          </p:cNvPr>
          <p:cNvSpPr txBox="1"/>
          <p:nvPr/>
        </p:nvSpPr>
        <p:spPr>
          <a:xfrm>
            <a:off x="2968165" y="1801380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one elevation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130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246F87-B561-21D8-77EE-F54510DDEE03}"/>
              </a:ext>
            </a:extLst>
          </p:cNvPr>
          <p:cNvSpPr/>
          <p:nvPr/>
        </p:nvSpPr>
        <p:spPr>
          <a:xfrm>
            <a:off x="2695332" y="3473825"/>
            <a:ext cx="192024" cy="12801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45376D-A261-7C81-C33D-CA48C8766101}"/>
              </a:ext>
            </a:extLst>
          </p:cNvPr>
          <p:cNvSpPr txBox="1"/>
          <p:nvPr/>
        </p:nvSpPr>
        <p:spPr>
          <a:xfrm>
            <a:off x="2968163" y="3321638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multiple elevations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CE7953-330E-2114-FD94-19078918818B}"/>
              </a:ext>
            </a:extLst>
          </p:cNvPr>
          <p:cNvSpPr/>
          <p:nvPr/>
        </p:nvSpPr>
        <p:spPr>
          <a:xfrm>
            <a:off x="2695332" y="3831791"/>
            <a:ext cx="192024" cy="21945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CB3BA-453C-3F80-80F9-5D6418ACA9DC}"/>
              </a:ext>
            </a:extLst>
          </p:cNvPr>
          <p:cNvSpPr txBox="1"/>
          <p:nvPr/>
        </p:nvSpPr>
        <p:spPr>
          <a:xfrm>
            <a:off x="2968164" y="3783243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elevation is NA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FFB3E4DB-727B-FA67-797F-58E77A9817FF}"/>
              </a:ext>
            </a:extLst>
          </p:cNvPr>
          <p:cNvSpPr/>
          <p:nvPr/>
        </p:nvSpPr>
        <p:spPr>
          <a:xfrm>
            <a:off x="1770908" y="2664945"/>
            <a:ext cx="577210" cy="512465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C45B0B-353C-0F8F-7856-80F852E7F70F}"/>
              </a:ext>
            </a:extLst>
          </p:cNvPr>
          <p:cNvSpPr txBox="1"/>
          <p:nvPr/>
        </p:nvSpPr>
        <p:spPr>
          <a:xfrm>
            <a:off x="1425154" y="1058460"/>
            <a:ext cx="15877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Elevation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7ADEC77-C9FA-2563-95A9-5101FF414903}"/>
              </a:ext>
            </a:extLst>
          </p:cNvPr>
          <p:cNvGrpSpPr/>
          <p:nvPr/>
        </p:nvGrpSpPr>
        <p:grpSpPr>
          <a:xfrm>
            <a:off x="8285865" y="920423"/>
            <a:ext cx="1236421" cy="4351734"/>
            <a:chOff x="6276981" y="697493"/>
            <a:chExt cx="1236421" cy="435173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89B1E57-7C10-F521-9D40-B2BF673C4611}"/>
                </a:ext>
              </a:extLst>
            </p:cNvPr>
            <p:cNvSpPr/>
            <p:nvPr/>
          </p:nvSpPr>
          <p:spPr>
            <a:xfrm>
              <a:off x="6276981" y="697493"/>
              <a:ext cx="197791" cy="435173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DDC45BF-A7E6-18BE-7CD1-3C21362976BF}"/>
                </a:ext>
              </a:extLst>
            </p:cNvPr>
            <p:cNvSpPr txBox="1"/>
            <p:nvPr/>
          </p:nvSpPr>
          <p:spPr>
            <a:xfrm>
              <a:off x="6511495" y="2062990"/>
              <a:ext cx="1001907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rtlCol="0">
              <a:spAutoFit/>
            </a:bodyPr>
            <a:lstStyle/>
            <a:p>
              <a:r>
                <a:rPr lang="en-US" sz="800" dirty="0"/>
                <a:t>plantings with</a:t>
              </a:r>
            </a:p>
            <a:p>
              <a:r>
                <a:rPr lang="en-US" sz="800" dirty="0"/>
                <a:t>coordinates</a:t>
              </a:r>
            </a:p>
            <a:p>
              <a:r>
                <a:rPr lang="en-US" sz="800" dirty="0">
                  <a:solidFill>
                    <a:srgbClr val="C00000"/>
                  </a:solidFill>
                </a:rPr>
                <a:t>204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0E2C8C4-3315-B2A2-E838-4167F67AA090}"/>
              </a:ext>
            </a:extLst>
          </p:cNvPr>
          <p:cNvGrpSpPr/>
          <p:nvPr/>
        </p:nvGrpSpPr>
        <p:grpSpPr>
          <a:xfrm>
            <a:off x="9186071" y="1257610"/>
            <a:ext cx="1105593" cy="5051266"/>
            <a:chOff x="7730797" y="1326106"/>
            <a:chExt cx="1105593" cy="5051266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6BB7C5-A8DD-2C03-C718-AF104043BBC9}"/>
                </a:ext>
              </a:extLst>
            </p:cNvPr>
            <p:cNvSpPr txBox="1"/>
            <p:nvPr/>
          </p:nvSpPr>
          <p:spPr>
            <a:xfrm>
              <a:off x="7730797" y="5361709"/>
              <a:ext cx="110559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relationships </a:t>
              </a:r>
              <a:r>
                <a:rPr lang="en-US" sz="1200" b="1" i="1" dirty="0"/>
                <a:t>within</a:t>
              </a:r>
              <a:r>
                <a:rPr lang="en-US" sz="1200" dirty="0"/>
                <a:t> a planting occasion</a:t>
              </a: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E18580E-0AF4-60AF-43F5-37EED632B0AB}"/>
                </a:ext>
              </a:extLst>
            </p:cNvPr>
            <p:cNvGrpSpPr/>
            <p:nvPr/>
          </p:nvGrpSpPr>
          <p:grpSpPr>
            <a:xfrm>
              <a:off x="7940290" y="1326106"/>
              <a:ext cx="857274" cy="3492592"/>
              <a:chOff x="7940290" y="1326106"/>
              <a:chExt cx="857274" cy="3492592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9EF3BA6-EC3F-3095-5DB7-38D074830AB6}"/>
                  </a:ext>
                </a:extLst>
              </p:cNvPr>
              <p:cNvSpPr/>
              <p:nvPr/>
            </p:nvSpPr>
            <p:spPr>
              <a:xfrm>
                <a:off x="7953607" y="4666389"/>
                <a:ext cx="169964" cy="11146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2E1DF7C-7355-68C2-8DF5-7808B59BD173}"/>
                  </a:ext>
                </a:extLst>
              </p:cNvPr>
              <p:cNvSpPr/>
              <p:nvPr/>
            </p:nvSpPr>
            <p:spPr>
              <a:xfrm>
                <a:off x="7940290" y="1326106"/>
                <a:ext cx="196598" cy="201561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6810E00-98AF-8E02-6D92-328A1E4693E1}"/>
                  </a:ext>
                </a:extLst>
              </p:cNvPr>
              <p:cNvSpPr/>
              <p:nvPr/>
            </p:nvSpPr>
            <p:spPr>
              <a:xfrm>
                <a:off x="7940290" y="3830206"/>
                <a:ext cx="196598" cy="44548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17C1080-4E98-6562-5955-B2289F331152}"/>
                  </a:ext>
                </a:extLst>
              </p:cNvPr>
              <p:cNvSpPr txBox="1"/>
              <p:nvPr/>
            </p:nvSpPr>
            <p:spPr>
              <a:xfrm>
                <a:off x="8198533" y="1702771"/>
                <a:ext cx="396476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single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48AD32E-FD86-7BFD-661E-BD9B9F0A7560}"/>
                  </a:ext>
                </a:extLst>
              </p:cNvPr>
              <p:cNvSpPr txBox="1"/>
              <p:nvPr/>
            </p:nvSpPr>
            <p:spPr>
              <a:xfrm>
                <a:off x="8159274" y="4603254"/>
                <a:ext cx="625327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replicates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7328D69-FC36-64DE-EAA4-0C81BD0526DD}"/>
                  </a:ext>
                </a:extLst>
              </p:cNvPr>
              <p:cNvSpPr txBox="1"/>
              <p:nvPr/>
            </p:nvSpPr>
            <p:spPr>
              <a:xfrm>
                <a:off x="8172237" y="3944781"/>
                <a:ext cx="625327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collocated</a:t>
                </a: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EE08E63-1902-7C15-4820-29CC64C5AE8C}"/>
              </a:ext>
            </a:extLst>
          </p:cNvPr>
          <p:cNvGrpSpPr/>
          <p:nvPr/>
        </p:nvGrpSpPr>
        <p:grpSpPr>
          <a:xfrm>
            <a:off x="10445504" y="1257609"/>
            <a:ext cx="1105593" cy="5051267"/>
            <a:chOff x="9687098" y="1326106"/>
            <a:chExt cx="1105593" cy="505126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D0DF34F-F397-821A-4F5A-3AC73A58B555}"/>
                </a:ext>
              </a:extLst>
            </p:cNvPr>
            <p:cNvSpPr txBox="1"/>
            <p:nvPr/>
          </p:nvSpPr>
          <p:spPr>
            <a:xfrm>
              <a:off x="9687098" y="5361710"/>
              <a:ext cx="110559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relationships </a:t>
              </a:r>
              <a:r>
                <a:rPr lang="en-US" sz="1200" b="1" i="1" dirty="0"/>
                <a:t>across</a:t>
              </a:r>
              <a:r>
                <a:rPr lang="en-US" sz="1200" dirty="0"/>
                <a:t> planting occasions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3F0123-E24D-E2BC-96AD-2CB4655E3ED9}"/>
                </a:ext>
              </a:extLst>
            </p:cNvPr>
            <p:cNvGrpSpPr/>
            <p:nvPr/>
          </p:nvGrpSpPr>
          <p:grpSpPr>
            <a:xfrm>
              <a:off x="9776382" y="1326106"/>
              <a:ext cx="656359" cy="3396016"/>
              <a:chOff x="9776382" y="1326106"/>
              <a:chExt cx="656359" cy="3396016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88A62A4-EA43-0665-F171-4087C5AA3F81}"/>
                  </a:ext>
                </a:extLst>
              </p:cNvPr>
              <p:cNvSpPr/>
              <p:nvPr/>
            </p:nvSpPr>
            <p:spPr>
              <a:xfrm>
                <a:off x="9776382" y="1326106"/>
                <a:ext cx="196598" cy="259750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61367041-1F87-DF00-D702-F3FB9C83C3CE}"/>
                  </a:ext>
                </a:extLst>
              </p:cNvPr>
              <p:cNvSpPr/>
              <p:nvPr/>
            </p:nvSpPr>
            <p:spPr>
              <a:xfrm>
                <a:off x="9777574" y="4337692"/>
                <a:ext cx="196598" cy="38443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316CD9B-D25E-23E1-90A6-A8F04E4DEC29}"/>
                  </a:ext>
                </a:extLst>
              </p:cNvPr>
              <p:cNvSpPr txBox="1"/>
              <p:nvPr/>
            </p:nvSpPr>
            <p:spPr>
              <a:xfrm>
                <a:off x="10036265" y="1702771"/>
                <a:ext cx="396476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initial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D25CB82-6004-8D85-A05A-B9326FD5A904}"/>
                  </a:ext>
                </a:extLst>
              </p:cNvPr>
              <p:cNvSpPr txBox="1"/>
              <p:nvPr/>
            </p:nvSpPr>
            <p:spPr>
              <a:xfrm>
                <a:off x="10005205" y="4422185"/>
                <a:ext cx="427536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repeat</a:t>
                </a:r>
              </a:p>
            </p:txBody>
          </p:sp>
        </p:grp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C1579EA5-C65F-50D5-12CD-89C6C777B55D}"/>
              </a:ext>
            </a:extLst>
          </p:cNvPr>
          <p:cNvSpPr txBox="1"/>
          <p:nvPr/>
        </p:nvSpPr>
        <p:spPr>
          <a:xfrm>
            <a:off x="7729436" y="304423"/>
            <a:ext cx="3247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Planting Relationships</a:t>
            </a:r>
          </a:p>
        </p:txBody>
      </p:sp>
    </p:spTree>
    <p:extLst>
      <p:ext uri="{BB962C8B-B14F-4D97-AF65-F5344CB8AC3E}">
        <p14:creationId xmlns:p14="http://schemas.microsoft.com/office/powerpoint/2010/main" val="41599882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2005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329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1AD218-ABED-6710-1AB4-5D6431E496A5}"/>
              </a:ext>
            </a:extLst>
          </p:cNvPr>
          <p:cNvSpPr txBox="1"/>
          <p:nvPr/>
        </p:nvSpPr>
        <p:spPr>
          <a:xfrm>
            <a:off x="8684351" y="4088777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45339" y="6261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plantings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plantings represented as points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 locations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29060" y="2203518"/>
            <a:ext cx="1001907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plantings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 GPS records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 GPS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records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7CF299-7C49-3EC7-0D72-A96A09D3A5C2}"/>
              </a:ext>
            </a:extLst>
          </p:cNvPr>
          <p:cNvSpPr txBox="1"/>
          <p:nvPr/>
        </p:nvSpPr>
        <p:spPr>
          <a:xfrm>
            <a:off x="11335951" y="5984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08106A-F81A-8D5C-A490-4A807B43B0AC}"/>
              </a:ext>
            </a:extLst>
          </p:cNvPr>
          <p:cNvSpPr txBox="1"/>
          <p:nvPr/>
        </p:nvSpPr>
        <p:spPr>
          <a:xfrm>
            <a:off x="8702570" y="1008114"/>
            <a:ext cx="663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good + multiple coords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E3DC17-0377-23AA-CFDA-436FDBD72008}"/>
              </a:ext>
            </a:extLst>
          </p:cNvPr>
          <p:cNvSpPr txBox="1"/>
          <p:nvPr/>
        </p:nvSpPr>
        <p:spPr>
          <a:xfrm>
            <a:off x="2241170" y="4165721"/>
            <a:ext cx="574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6812FA-3996-F08D-DB1A-B452C5FF89CE}"/>
              </a:ext>
            </a:extLst>
          </p:cNvPr>
          <p:cNvSpPr txBox="1"/>
          <p:nvPr/>
        </p:nvSpPr>
        <p:spPr>
          <a:xfrm>
            <a:off x="10304604" y="60184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6B3718-C37E-EA18-C631-FBAE93BA4933}"/>
              </a:ext>
            </a:extLst>
          </p:cNvPr>
          <p:cNvSpPr txBox="1"/>
          <p:nvPr/>
        </p:nvSpPr>
        <p:spPr>
          <a:xfrm>
            <a:off x="10457004" y="61708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09E877-9FEC-C63D-B3C6-1483028A5BF4}"/>
              </a:ext>
            </a:extLst>
          </p:cNvPr>
          <p:cNvSpPr txBox="1"/>
          <p:nvPr/>
        </p:nvSpPr>
        <p:spPr>
          <a:xfrm>
            <a:off x="10609404" y="63232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F8C59A-AF60-0313-D57F-6BA2ED6A294A}"/>
              </a:ext>
            </a:extLst>
          </p:cNvPr>
          <p:cNvSpPr txBox="1"/>
          <p:nvPr/>
        </p:nvSpPr>
        <p:spPr>
          <a:xfrm>
            <a:off x="9635159" y="4714751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18</a:t>
            </a:r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385F174A-B892-7EFB-2D7D-C3441A94FF90}"/>
              </a:ext>
            </a:extLst>
          </p:cNvPr>
          <p:cNvSpPr/>
          <p:nvPr/>
        </p:nvSpPr>
        <p:spPr>
          <a:xfrm>
            <a:off x="9303354" y="431287"/>
            <a:ext cx="45719" cy="337302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F9EB47-977E-06FD-3888-7748C52D9A5A}"/>
              </a:ext>
            </a:extLst>
          </p:cNvPr>
          <p:cNvCxnSpPr>
            <a:endCxn id="29" idx="0"/>
          </p:cNvCxnSpPr>
          <p:nvPr/>
        </p:nvCxnSpPr>
        <p:spPr>
          <a:xfrm>
            <a:off x="9875108" y="4446883"/>
            <a:ext cx="0" cy="267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958537F-4CAD-08C0-A584-D9702C695F80}"/>
              </a:ext>
            </a:extLst>
          </p:cNvPr>
          <p:cNvSpPr txBox="1"/>
          <p:nvPr/>
        </p:nvSpPr>
        <p:spPr>
          <a:xfrm>
            <a:off x="2241858" y="5594599"/>
            <a:ext cx="5735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2DAA6AB-F13E-BE9E-4102-214418F73107}"/>
              </a:ext>
            </a:extLst>
          </p:cNvPr>
          <p:cNvSpPr txBox="1"/>
          <p:nvPr/>
        </p:nvSpPr>
        <p:spPr>
          <a:xfrm>
            <a:off x="2264572" y="6400420"/>
            <a:ext cx="5274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33BB142-475C-95F4-6F74-EEE5D176A453}"/>
              </a:ext>
            </a:extLst>
          </p:cNvPr>
          <p:cNvSpPr txBox="1"/>
          <p:nvPr/>
        </p:nvSpPr>
        <p:spPr>
          <a:xfrm>
            <a:off x="11365764" y="51666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E2A087-18B9-077A-259B-6A512DA08C24}"/>
              </a:ext>
            </a:extLst>
          </p:cNvPr>
          <p:cNvSpPr txBox="1"/>
          <p:nvPr/>
        </p:nvSpPr>
        <p:spPr>
          <a:xfrm>
            <a:off x="11518164" y="53190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472F8BB-4F40-1666-A868-0FCA4DB1E0A3}"/>
              </a:ext>
            </a:extLst>
          </p:cNvPr>
          <p:cNvSpPr txBox="1"/>
          <p:nvPr/>
        </p:nvSpPr>
        <p:spPr>
          <a:xfrm>
            <a:off x="11670564" y="54714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21BA45-7D37-E1F6-5684-5F9F487117D3}"/>
              </a:ext>
            </a:extLst>
          </p:cNvPr>
          <p:cNvSpPr txBox="1"/>
          <p:nvPr/>
        </p:nvSpPr>
        <p:spPr>
          <a:xfrm>
            <a:off x="2231471" y="1687830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C79C16F-DC51-658F-C869-1E496D604E73}"/>
              </a:ext>
            </a:extLst>
          </p:cNvPr>
          <p:cNvSpPr txBox="1"/>
          <p:nvPr/>
        </p:nvSpPr>
        <p:spPr>
          <a:xfrm>
            <a:off x="3522789" y="1112723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0A76BD-669F-8787-EF67-2D30FF1634A9}"/>
              </a:ext>
            </a:extLst>
          </p:cNvPr>
          <p:cNvSpPr txBox="1"/>
          <p:nvPr/>
        </p:nvSpPr>
        <p:spPr>
          <a:xfrm>
            <a:off x="3522789" y="4092813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858BC1-413B-F09A-DD03-AA1D02B0C702}"/>
              </a:ext>
            </a:extLst>
          </p:cNvPr>
          <p:cNvSpPr txBox="1"/>
          <p:nvPr/>
        </p:nvSpPr>
        <p:spPr>
          <a:xfrm>
            <a:off x="3522789" y="5071379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5D41E4D-0F41-D7D9-F382-90BB28433928}"/>
              </a:ext>
            </a:extLst>
          </p:cNvPr>
          <p:cNvSpPr txBox="1"/>
          <p:nvPr/>
        </p:nvSpPr>
        <p:spPr>
          <a:xfrm>
            <a:off x="3498800" y="5923365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AED065C-CC6D-4878-9FF9-651DDC49322C}"/>
              </a:ext>
            </a:extLst>
          </p:cNvPr>
          <p:cNvSpPr txBox="1"/>
          <p:nvPr/>
        </p:nvSpPr>
        <p:spPr>
          <a:xfrm>
            <a:off x="8841995" y="454547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03B89BC-0F3B-C309-7002-5968DEE2BBC8}"/>
              </a:ext>
            </a:extLst>
          </p:cNvPr>
          <p:cNvSpPr txBox="1"/>
          <p:nvPr/>
        </p:nvSpPr>
        <p:spPr>
          <a:xfrm>
            <a:off x="4676527" y="5055990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13 (2)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206222-121F-54EE-D554-B1C8EE38B833}"/>
              </a:ext>
            </a:extLst>
          </p:cNvPr>
          <p:cNvSpPr txBox="1"/>
          <p:nvPr/>
        </p:nvSpPr>
        <p:spPr>
          <a:xfrm>
            <a:off x="4878583" y="4514696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6E2FF4A-A1A9-758D-41A5-2D4FFB56C632}"/>
              </a:ext>
            </a:extLst>
          </p:cNvPr>
          <p:cNvSpPr txBox="1"/>
          <p:nvPr/>
        </p:nvSpPr>
        <p:spPr>
          <a:xfrm>
            <a:off x="4825436" y="4062162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C944EF3-FCFB-7F3B-7CAF-7F4DB9D73F34}"/>
              </a:ext>
            </a:extLst>
          </p:cNvPr>
          <p:cNvSpPr txBox="1"/>
          <p:nvPr/>
        </p:nvSpPr>
        <p:spPr>
          <a:xfrm>
            <a:off x="4855715" y="3452154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0DC6B2-F5CB-A509-86D0-CF63F4038A49}"/>
              </a:ext>
            </a:extLst>
          </p:cNvPr>
          <p:cNvSpPr txBox="1"/>
          <p:nvPr/>
        </p:nvSpPr>
        <p:spPr>
          <a:xfrm>
            <a:off x="4878583" y="1253919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7D54745-830A-3AFB-1CF9-DFC0E2B7804E}"/>
              </a:ext>
            </a:extLst>
          </p:cNvPr>
          <p:cNvSpPr txBox="1"/>
          <p:nvPr/>
        </p:nvSpPr>
        <p:spPr>
          <a:xfrm>
            <a:off x="4699395" y="5278804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14 (1)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47D3795-F786-143B-3172-513E35972903}"/>
              </a:ext>
            </a:extLst>
          </p:cNvPr>
          <p:cNvSpPr txBox="1"/>
          <p:nvPr/>
        </p:nvSpPr>
        <p:spPr>
          <a:xfrm>
            <a:off x="4699395" y="5501974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15 (9)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9134A72-4600-8297-C3D1-C54DE1749960}"/>
              </a:ext>
            </a:extLst>
          </p:cNvPr>
          <p:cNvSpPr txBox="1"/>
          <p:nvPr/>
        </p:nvSpPr>
        <p:spPr>
          <a:xfrm>
            <a:off x="6211602" y="4960349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C3964D-F192-DA6C-C3EF-8B764DFFA223}"/>
              </a:ext>
            </a:extLst>
          </p:cNvPr>
          <p:cNvSpPr txBox="1"/>
          <p:nvPr/>
        </p:nvSpPr>
        <p:spPr>
          <a:xfrm>
            <a:off x="6195913" y="335137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7BB496F-2311-3FD9-7EF0-9D697A757B23}"/>
              </a:ext>
            </a:extLst>
          </p:cNvPr>
          <p:cNvSpPr txBox="1"/>
          <p:nvPr/>
        </p:nvSpPr>
        <p:spPr>
          <a:xfrm>
            <a:off x="6188366" y="194852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9453363-4774-446E-2F24-4F1F2D2F0CBF}"/>
              </a:ext>
            </a:extLst>
          </p:cNvPr>
          <p:cNvSpPr txBox="1"/>
          <p:nvPr/>
        </p:nvSpPr>
        <p:spPr>
          <a:xfrm>
            <a:off x="4803705" y="615691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C2B3622-B13E-CE05-3A8C-A715FC836CDC}"/>
              </a:ext>
            </a:extLst>
          </p:cNvPr>
          <p:cNvSpPr txBox="1"/>
          <p:nvPr/>
        </p:nvSpPr>
        <p:spPr>
          <a:xfrm>
            <a:off x="4846639" y="583519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7DE94BC-280A-EBAC-D774-C839BBA81670}"/>
              </a:ext>
            </a:extLst>
          </p:cNvPr>
          <p:cNvSpPr txBox="1"/>
          <p:nvPr/>
        </p:nvSpPr>
        <p:spPr>
          <a:xfrm>
            <a:off x="6179213" y="466858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9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2F14059-47C3-D8EE-B6B5-966B4A518B3D}"/>
              </a:ext>
            </a:extLst>
          </p:cNvPr>
          <p:cNvSpPr txBox="1"/>
          <p:nvPr/>
        </p:nvSpPr>
        <p:spPr>
          <a:xfrm>
            <a:off x="6034039" y="4505127"/>
            <a:ext cx="7812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22</a:t>
            </a: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 (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252B431-5350-6D68-B337-C0B092C059A7}"/>
              </a:ext>
            </a:extLst>
          </p:cNvPr>
          <p:cNvSpPr txBox="1"/>
          <p:nvPr/>
        </p:nvSpPr>
        <p:spPr>
          <a:xfrm>
            <a:off x="6169495" y="4327305"/>
            <a:ext cx="6375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21</a:t>
            </a: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 (2)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F49994D-7A6A-E28A-AF1E-15089D2753FB}"/>
              </a:ext>
            </a:extLst>
          </p:cNvPr>
          <p:cNvSpPr txBox="1"/>
          <p:nvPr/>
        </p:nvSpPr>
        <p:spPr>
          <a:xfrm>
            <a:off x="6199013" y="396137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25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B52783-9427-D0A1-C35E-29E8DEA0CE6A}"/>
              </a:ext>
            </a:extLst>
          </p:cNvPr>
          <p:cNvSpPr txBox="1"/>
          <p:nvPr/>
        </p:nvSpPr>
        <p:spPr>
          <a:xfrm>
            <a:off x="7493501" y="3766871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27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82AF93-8FD0-F2F5-67EA-B02CF93C9CF2}"/>
              </a:ext>
            </a:extLst>
          </p:cNvPr>
          <p:cNvSpPr txBox="1"/>
          <p:nvPr/>
        </p:nvSpPr>
        <p:spPr>
          <a:xfrm>
            <a:off x="7488271" y="2365120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730A5FE-8689-E9B9-85F8-A0C793237DFF}"/>
              </a:ext>
            </a:extLst>
          </p:cNvPr>
          <p:cNvSpPr txBox="1"/>
          <p:nvPr/>
        </p:nvSpPr>
        <p:spPr>
          <a:xfrm>
            <a:off x="6156983" y="6126135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>
                  <a:glow rad="190500">
                    <a:schemeClr val="bg1"/>
                  </a:glo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Row 26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effectLst>
                  <a:glow rad="190500">
                    <a:schemeClr val="bg1"/>
                  </a:glow>
                </a:effectLst>
                <a:latin typeface="Aptos" panose="02110004020202020204"/>
              </a:rPr>
              <a:t>4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>
                <a:glow rad="190500">
                  <a:schemeClr val="bg1"/>
                </a:glow>
              </a:effectLs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AFA2AAE-FC6C-DB58-FD31-8796D31ED6A2}"/>
              </a:ext>
            </a:extLst>
          </p:cNvPr>
          <p:cNvSpPr txBox="1"/>
          <p:nvPr/>
        </p:nvSpPr>
        <p:spPr>
          <a:xfrm>
            <a:off x="6182162" y="565044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EE966F27-B6A0-BE78-D9D6-2C369E93BC04}"/>
              </a:ext>
            </a:extLst>
          </p:cNvPr>
          <p:cNvCxnSpPr/>
          <p:nvPr/>
        </p:nvCxnSpPr>
        <p:spPr>
          <a:xfrm>
            <a:off x="5171742" y="3990763"/>
            <a:ext cx="6496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4DB520E-3C72-AF20-25CF-217F7D4903DA}"/>
              </a:ext>
            </a:extLst>
          </p:cNvPr>
          <p:cNvCxnSpPr/>
          <p:nvPr/>
        </p:nvCxnSpPr>
        <p:spPr>
          <a:xfrm>
            <a:off x="5147404" y="5835193"/>
            <a:ext cx="6496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3B6B001-75EE-CE30-F441-83913DDBF5AC}"/>
              </a:ext>
            </a:extLst>
          </p:cNvPr>
          <p:cNvSpPr txBox="1"/>
          <p:nvPr/>
        </p:nvSpPr>
        <p:spPr>
          <a:xfrm>
            <a:off x="8722719" y="3827385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5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E23B4B7-1DDA-E03B-3F1D-BA2566F2A627}"/>
              </a:ext>
            </a:extLst>
          </p:cNvPr>
          <p:cNvSpPr txBox="1"/>
          <p:nvPr/>
        </p:nvSpPr>
        <p:spPr>
          <a:xfrm>
            <a:off x="8815131" y="2439255"/>
            <a:ext cx="593639" cy="338554"/>
          </a:xfrm>
          <a:prstGeom prst="rect">
            <a:avLst/>
          </a:prstGeom>
          <a:noFill/>
          <a:effectLst>
            <a:glow rad="127000">
              <a:schemeClr val="accent1"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>
                  <a:glow rad="127000">
                    <a:schemeClr val="bg1">
                      <a:lumMod val="75000"/>
                    </a:schemeClr>
                  </a:glo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Row 32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effectLst>
                  <a:glow rad="127000">
                    <a:schemeClr val="bg1">
                      <a:lumMod val="75000"/>
                    </a:schemeClr>
                  </a:glow>
                </a:effectLst>
                <a:latin typeface="Aptos" panose="02110004020202020204"/>
              </a:rPr>
              <a:t>204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>
                <a:glow rad="127000">
                  <a:schemeClr val="bg1">
                    <a:lumMod val="75000"/>
                  </a:schemeClr>
                </a:glow>
              </a:effectLs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6FD02ED-D405-3088-C61C-3870ABADC5DB}"/>
              </a:ext>
            </a:extLst>
          </p:cNvPr>
          <p:cNvSpPr txBox="1"/>
          <p:nvPr/>
        </p:nvSpPr>
        <p:spPr>
          <a:xfrm>
            <a:off x="7514026" y="503420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23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607C6C1-94EB-1D99-91EE-C4AB6C953217}"/>
              </a:ext>
            </a:extLst>
          </p:cNvPr>
          <p:cNvSpPr txBox="1"/>
          <p:nvPr/>
        </p:nvSpPr>
        <p:spPr>
          <a:xfrm>
            <a:off x="7516701" y="444688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ACAAB0B-742F-17B7-7C41-0DEB318F448A}"/>
              </a:ext>
            </a:extLst>
          </p:cNvPr>
          <p:cNvSpPr txBox="1"/>
          <p:nvPr/>
        </p:nvSpPr>
        <p:spPr>
          <a:xfrm>
            <a:off x="7507592" y="418770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3054355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872E4C-457F-A6C4-D212-195D8EF99E6F}"/>
              </a:ext>
            </a:extLst>
          </p:cNvPr>
          <p:cNvSpPr txBox="1"/>
          <p:nvPr/>
        </p:nvSpPr>
        <p:spPr>
          <a:xfrm>
            <a:off x="680936" y="418289"/>
            <a:ext cx="1050587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Working toward list of unique </a:t>
            </a:r>
            <a:r>
              <a:rPr lang="en-US" dirty="0" err="1"/>
              <a:t>planting_location_codes</a:t>
            </a:r>
            <a:r>
              <a:rPr lang="en-US" dirty="0"/>
              <a:t> with spatial/nonspatial breakdown.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sf, create line and polygon plantings, with the </a:t>
            </a:r>
            <a:r>
              <a:rPr lang="en-US" dirty="0" err="1"/>
              <a:t>planting_location_code</a:t>
            </a:r>
            <a:r>
              <a:rPr lang="en-US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multiple line or polygon plantings at same </a:t>
            </a:r>
            <a:r>
              <a:rPr lang="en-US" dirty="0" err="1"/>
              <a:t>planting_location_code</a:t>
            </a:r>
            <a:r>
              <a:rPr lang="en-US" dirty="0"/>
              <a:t>? (if so work out method to assign point coordinates to the </a:t>
            </a:r>
            <a:r>
              <a:rPr lang="en-US" dirty="0" err="1"/>
              <a:t>planting_location_code</a:t>
            </a:r>
            <a:r>
              <a:rPr lang="en-US" dirty="0"/>
              <a:t>, perhaps a centroid across all plantings at that </a:t>
            </a:r>
            <a:r>
              <a:rPr lang="en-US" dirty="0" err="1"/>
              <a:t>planting_location_code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line &amp; polygon planting features: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Summarize by </a:t>
            </a:r>
            <a:r>
              <a:rPr lang="en-US" sz="1400" dirty="0" err="1"/>
              <a:t>plantingID</a:t>
            </a:r>
            <a:r>
              <a:rPr lang="en-US" sz="1400" dirty="0"/>
              <a:t> to get attribute ‘</a:t>
            </a:r>
            <a:r>
              <a:rPr lang="en-US" sz="1400" dirty="0" err="1"/>
              <a:t>coords_present</a:t>
            </a:r>
            <a:r>
              <a:rPr lang="en-US" sz="1400" dirty="0"/>
              <a:t>’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Join back onto </a:t>
            </a:r>
            <a:r>
              <a:rPr lang="en-US" sz="1400" dirty="0" err="1"/>
              <a:t>gps_points</a:t>
            </a:r>
            <a:r>
              <a:rPr lang="en-US" sz="1400" dirty="0"/>
              <a:t> – remove records associated with </a:t>
            </a:r>
            <a:r>
              <a:rPr lang="en-US" sz="1400" dirty="0" err="1"/>
              <a:t>plantingIDs</a:t>
            </a:r>
            <a:r>
              <a:rPr lang="en-US" sz="1400" dirty="0"/>
              <a:t> with </a:t>
            </a:r>
            <a:r>
              <a:rPr lang="en-US" sz="1400" dirty="0" err="1"/>
              <a:t>coords_present</a:t>
            </a:r>
            <a:r>
              <a:rPr lang="en-US" sz="1400" dirty="0"/>
              <a:t>=FALSE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Make sf object. Project. 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Group and make lines and polygons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875C9-6FF0-341C-D10E-2D1DF71EBF1B}"/>
              </a:ext>
            </a:extLst>
          </p:cNvPr>
          <p:cNvSpPr txBox="1"/>
          <p:nvPr/>
        </p:nvSpPr>
        <p:spPr>
          <a:xfrm>
            <a:off x="680936" y="5875506"/>
            <a:ext cx="9961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 is to work around </a:t>
            </a:r>
            <a:r>
              <a:rPr lang="en-US" dirty="0" err="1"/>
              <a:t>planting_location_codes</a:t>
            </a:r>
            <a:r>
              <a:rPr lang="en-US" dirty="0"/>
              <a:t> with multiple sets of coords from different plantings</a:t>
            </a:r>
          </a:p>
        </p:txBody>
      </p:sp>
    </p:spTree>
    <p:extLst>
      <p:ext uri="{BB962C8B-B14F-4D97-AF65-F5344CB8AC3E}">
        <p14:creationId xmlns:p14="http://schemas.microsoft.com/office/powerpoint/2010/main" val="18553357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0820" y="3229820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357900-A3A2-2DE9-8EEF-6E2C14DB3032}"/>
              </a:ext>
            </a:extLst>
          </p:cNvPr>
          <p:cNvSpPr txBox="1"/>
          <p:nvPr/>
        </p:nvSpPr>
        <p:spPr>
          <a:xfrm>
            <a:off x="7839996" y="3008601"/>
            <a:ext cx="124571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Plantings_pt</a:t>
            </a:r>
            <a:endParaRPr lang="en-US" sz="1000" dirty="0"/>
          </a:p>
          <a:p>
            <a:r>
              <a:rPr lang="en-US" sz="1000" dirty="0" err="1"/>
              <a:t>Plantings_ln</a:t>
            </a:r>
            <a:endParaRPr lang="en-US" sz="1000" dirty="0"/>
          </a:p>
          <a:p>
            <a:r>
              <a:rPr lang="en-US" sz="1000" dirty="0" err="1"/>
              <a:t>Plantings_py</a:t>
            </a:r>
            <a:endParaRPr lang="en-US" sz="1000" dirty="0"/>
          </a:p>
          <a:p>
            <a:r>
              <a:rPr lang="en-US" sz="1000" dirty="0" err="1"/>
              <a:t>Planting_centroids</a:t>
            </a:r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(prior to no-coord recovery)</a:t>
            </a:r>
          </a:p>
        </p:txBody>
      </p:sp>
      <p:pic>
        <p:nvPicPr>
          <p:cNvPr id="37" name="Picture 36" descr="code file Icon - Free PNG &amp; SVG 2035030 - Noun Project">
            <a:extLst>
              <a:ext uri="{FF2B5EF4-FFF2-40B4-BE49-F238E27FC236}">
                <a16:creationId xmlns:a16="http://schemas.microsoft.com/office/drawing/2014/main" id="{271CD24A-69D0-075C-3024-3D03536AC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136" y="3178110"/>
            <a:ext cx="501780" cy="50178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5F0FE3-3780-57D8-248A-D6CD1CB2383C}"/>
              </a:ext>
            </a:extLst>
          </p:cNvPr>
          <p:cNvSpPr txBox="1"/>
          <p:nvPr/>
        </p:nvSpPr>
        <p:spPr>
          <a:xfrm>
            <a:off x="5550043" y="3008600"/>
            <a:ext cx="12457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Get list of PLC with multiple locations</a:t>
            </a:r>
          </a:p>
          <a:p>
            <a:endParaRPr lang="en-US" sz="1000" dirty="0"/>
          </a:p>
          <a:p>
            <a:r>
              <a:rPr lang="en-US" sz="1000"/>
              <a:t>Get centroids</a:t>
            </a:r>
            <a:endParaRPr 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F14E57-65C0-B8E8-CFCC-D231A2EC9D90}"/>
              </a:ext>
            </a:extLst>
          </p:cNvPr>
          <p:cNvSpPr txBox="1"/>
          <p:nvPr/>
        </p:nvSpPr>
        <p:spPr>
          <a:xfrm>
            <a:off x="7690013" y="2665660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Initial spatial layers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573B84-9D85-2596-9D98-1F6C83F80C93}"/>
              </a:ext>
            </a:extLst>
          </p:cNvPr>
          <p:cNvSpPr txBox="1"/>
          <p:nvPr/>
        </p:nvSpPr>
        <p:spPr>
          <a:xfrm>
            <a:off x="5385563" y="2665659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C00000"/>
                </a:solidFill>
              </a:rPr>
              <a:t>Planting_locations</a:t>
            </a:r>
            <a:endParaRPr lang="en-US" sz="12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2242602" y="5031650"/>
            <a:ext cx="864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 </a:t>
            </a:r>
            <a:r>
              <a:rPr lang="en-US" dirty="0" err="1"/>
              <a:t>planting_geometry</a:t>
            </a:r>
            <a:r>
              <a:rPr lang="en-US" dirty="0"/>
              <a:t> from polygon to line for the 2 AND_South_L2 records and the 2 AND_South_L3 records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18185</TotalTime>
  <Words>3668</Words>
  <Application>Microsoft Office PowerPoint</Application>
  <PresentationFormat>Widescreen</PresentationFormat>
  <Paragraphs>913</Paragraphs>
  <Slides>54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DOWTY, PETER (DNR)</cp:lastModifiedBy>
  <cp:revision>34</cp:revision>
  <dcterms:created xsi:type="dcterms:W3CDTF">2026-02-18T17:07:24Z</dcterms:created>
  <dcterms:modified xsi:type="dcterms:W3CDTF">2026-06-23T02:31:47Z</dcterms:modified>
  <cp:category/>
</cp:coreProperties>
</file>