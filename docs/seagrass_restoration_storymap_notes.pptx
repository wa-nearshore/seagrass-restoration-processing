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1" r:id="rId3"/>
    <p:sldId id="312" r:id="rId4"/>
    <p:sldId id="293" r:id="rId5"/>
    <p:sldId id="296" r:id="rId6"/>
    <p:sldId id="298" r:id="rId7"/>
    <p:sldId id="301" r:id="rId8"/>
    <p:sldId id="310" r:id="rId9"/>
    <p:sldId id="304" r:id="rId10"/>
    <p:sldId id="309" r:id="rId11"/>
    <p:sldId id="302" r:id="rId12"/>
    <p:sldId id="308" r:id="rId13"/>
    <p:sldId id="305" r:id="rId14"/>
    <p:sldId id="306" r:id="rId15"/>
    <p:sldId id="307" r:id="rId16"/>
    <p:sldId id="299" r:id="rId17"/>
    <p:sldId id="290" r:id="rId18"/>
    <p:sldId id="291" r:id="rId19"/>
    <p:sldId id="294" r:id="rId20"/>
    <p:sldId id="287" r:id="rId21"/>
    <p:sldId id="281" r:id="rId22"/>
    <p:sldId id="292" r:id="rId23"/>
    <p:sldId id="283" r:id="rId24"/>
    <p:sldId id="284" r:id="rId25"/>
    <p:sldId id="295" r:id="rId26"/>
    <p:sldId id="297" r:id="rId27"/>
    <p:sldId id="288" r:id="rId28"/>
    <p:sldId id="289" r:id="rId29"/>
    <p:sldId id="273" r:id="rId30"/>
    <p:sldId id="271" r:id="rId31"/>
    <p:sldId id="272" r:id="rId32"/>
    <p:sldId id="276" r:id="rId33"/>
    <p:sldId id="277" r:id="rId34"/>
    <p:sldId id="274" r:id="rId35"/>
    <p:sldId id="278" r:id="rId36"/>
    <p:sldId id="280" r:id="rId37"/>
    <p:sldId id="286" r:id="rId38"/>
    <p:sldId id="282" r:id="rId39"/>
    <p:sldId id="285" r:id="rId40"/>
    <p:sldId id="275" r:id="rId41"/>
    <p:sldId id="270" r:id="rId42"/>
    <p:sldId id="265" r:id="rId43"/>
    <p:sldId id="268" r:id="rId44"/>
    <p:sldId id="269" r:id="rId45"/>
    <p:sldId id="267" r:id="rId46"/>
    <p:sldId id="266" r:id="rId47"/>
    <p:sldId id="257" r:id="rId48"/>
    <p:sldId id="258" r:id="rId49"/>
    <p:sldId id="259" r:id="rId50"/>
    <p:sldId id="260" r:id="rId51"/>
    <p:sldId id="261" r:id="rId52"/>
    <p:sldId id="262" r:id="rId53"/>
    <p:sldId id="263" r:id="rId54"/>
    <p:sldId id="264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C9BA0"/>
    <a:srgbClr val="FB7700"/>
    <a:srgbClr val="FF8585"/>
    <a:srgbClr val="CDCDCD"/>
    <a:srgbClr val="FFFFFF"/>
    <a:srgbClr val="7F7F7F"/>
    <a:srgbClr val="00E600"/>
    <a:srgbClr val="006300"/>
    <a:srgbClr val="FFFFCC"/>
    <a:srgbClr val="F9DA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1" dt="2026-06-22T20:16:27.581"/>
    <p1510:client id="{C8786C6D-AB95-9740-AEFC-2D45BBDF4D29}" v="48" dt="2026-06-22T03:47:54.0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386" autoAdjust="0"/>
    <p:restoredTop sz="96182" autoAdjust="0"/>
  </p:normalViewPr>
  <p:slideViewPr>
    <p:cSldViewPr snapToGrid="0">
      <p:cViewPr varScale="1">
        <p:scale>
          <a:sx n="106" d="100"/>
          <a:sy n="106" d="100"/>
        </p:scale>
        <p:origin x="600" y="102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 sldOrd">
      <pc:chgData name="DOWTY, PETER (DNR)" userId="01cf875a-4e15-4928-8f93-7a0dfa1efb6b" providerId="ADAL" clId="{660F8803-2738-5EFD-95AE-06E7480F19FB}" dt="2026-06-11T05:16:38.255" v="5664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6-11T05:16:38.255" v="5664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660F8803-2738-5EFD-95AE-06E7480F19FB}" dt="2026-06-11T05:16:38.255" v="5664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delSp mod">
        <pc:chgData name="DOWTY, PETER (DNR)" userId="01cf875a-4e15-4928-8f93-7a0dfa1efb6b" providerId="ADAL" clId="{660F8803-2738-5EFD-95AE-06E7480F19FB}" dt="2026-06-11T05:04:45.055" v="5337" actId="21"/>
        <pc:sldMkLst>
          <pc:docMk/>
          <pc:sldMk cId="1080191347" sldId="302"/>
        </pc:sldMkLst>
      </pc:sldChg>
      <pc:sldChg chg="addSp modSp mod ord">
        <pc:chgData name="DOWTY, PETER (DNR)" userId="01cf875a-4e15-4928-8f93-7a0dfa1efb6b" providerId="ADAL" clId="{660F8803-2738-5EFD-95AE-06E7480F19FB}" dt="2026-06-11T04:44:36.080" v="5309" actId="20578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6-11T05:12:57.841" v="5518" actId="20577"/>
        <pc:sldMkLst>
          <pc:docMk/>
          <pc:sldMk cId="4159988265" sldId="305"/>
        </pc:sldMkLst>
        <pc:spChg chg="mod">
          <ac:chgData name="DOWTY, PETER (DNR)" userId="01cf875a-4e15-4928-8f93-7a0dfa1efb6b" providerId="ADAL" clId="{660F8803-2738-5EFD-95AE-06E7480F19FB}" dt="2026-06-11T04:55:40.696" v="5316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660F8803-2738-5EFD-95AE-06E7480F19FB}" dt="2026-06-11T04:54:34.565" v="5311" actId="20577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660F8803-2738-5EFD-95AE-06E7480F19FB}" dt="2026-06-11T04:55:29.306" v="5314" actId="207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660F8803-2738-5EFD-95AE-06E7480F19FB}" dt="2026-06-11T05:00:59.655" v="5317" actId="14100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DOWTY, PETER (DNR)" userId="01cf875a-4e15-4928-8f93-7a0dfa1efb6b" providerId="ADAL" clId="{660F8803-2738-5EFD-95AE-06E7480F19FB}" dt="2026-06-11T05:01:51.262" v="5322" actId="207"/>
          <ac:spMkLst>
            <pc:docMk/>
            <pc:sldMk cId="4159988265" sldId="305"/>
            <ac:spMk id="11" creationId="{FFB3E4DB-727B-FA67-797F-58E77A9817FF}"/>
          </ac:spMkLst>
        </pc:spChg>
        <pc:spChg chg="add mod">
          <ac:chgData name="DOWTY, PETER (DNR)" userId="01cf875a-4e15-4928-8f93-7a0dfa1efb6b" providerId="ADAL" clId="{660F8803-2738-5EFD-95AE-06E7480F19FB}" dt="2026-06-11T05:03:34.353" v="5335" actId="1076"/>
          <ac:spMkLst>
            <pc:docMk/>
            <pc:sldMk cId="4159988265" sldId="305"/>
            <ac:spMk id="12" creationId="{93C45B0B-353C-0F8F-7856-80F852E7F70F}"/>
          </ac:spMkLst>
        </pc:spChg>
        <pc:spChg chg="add mod">
          <ac:chgData name="DOWTY, PETER (DNR)" userId="01cf875a-4e15-4928-8f93-7a0dfa1efb6b" providerId="ADAL" clId="{660F8803-2738-5EFD-95AE-06E7480F19FB}" dt="2026-06-11T05:04:56.809" v="5340" actId="1076"/>
          <ac:spMkLst>
            <pc:docMk/>
            <pc:sldMk cId="4159988265" sldId="305"/>
            <ac:spMk id="13" creationId="{289B1E57-7C10-F521-9D40-B2BF673C4611}"/>
          </ac:spMkLst>
        </pc:spChg>
        <pc:spChg chg="add mod">
          <ac:chgData name="DOWTY, PETER (DNR)" userId="01cf875a-4e15-4928-8f93-7a0dfa1efb6b" providerId="ADAL" clId="{660F8803-2738-5EFD-95AE-06E7480F19FB}" dt="2026-06-11T05:05:35.191" v="5343" actId="1076"/>
          <ac:spMkLst>
            <pc:docMk/>
            <pc:sldMk cId="4159988265" sldId="305"/>
            <ac:spMk id="14" creationId="{EDDC45BF-A7E6-18BE-7CD1-3C21362976BF}"/>
          </ac:spMkLst>
        </pc:spChg>
        <pc:spChg chg="add mod">
          <ac:chgData name="DOWTY, PETER (DNR)" userId="01cf875a-4e15-4928-8f93-7a0dfa1efb6b" providerId="ADAL" clId="{660F8803-2738-5EFD-95AE-06E7480F19FB}" dt="2026-06-11T05:12:41.820" v="5515" actId="114"/>
          <ac:spMkLst>
            <pc:docMk/>
            <pc:sldMk cId="4159988265" sldId="305"/>
            <ac:spMk id="15" creationId="{586BB7C5-A8DD-2C03-C718-AF104043BBC9}"/>
          </ac:spMkLst>
        </pc:spChg>
        <pc:spChg chg="add mod">
          <ac:chgData name="DOWTY, PETER (DNR)" userId="01cf875a-4e15-4928-8f93-7a0dfa1efb6b" providerId="ADAL" clId="{660F8803-2738-5EFD-95AE-06E7480F19FB}" dt="2026-06-11T05:12:57.841" v="5518" actId="20577"/>
          <ac:spMkLst>
            <pc:docMk/>
            <pc:sldMk cId="4159988265" sldId="305"/>
            <ac:spMk id="16" creationId="{FD0DF34F-F397-821A-4F5A-3AC73A58B555}"/>
          </ac:spMkLst>
        </pc:spChg>
        <pc:spChg chg="add mod">
          <ac:chgData name="DOWTY, PETER (DNR)" userId="01cf875a-4e15-4928-8f93-7a0dfa1efb6b" providerId="ADAL" clId="{660F8803-2738-5EFD-95AE-06E7480F19FB}" dt="2026-06-11T05:10:26.450" v="5503" actId="14100"/>
          <ac:spMkLst>
            <pc:docMk/>
            <pc:sldMk cId="4159988265" sldId="305"/>
            <ac:spMk id="17" creationId="{B9EF3BA6-EC3F-3095-5DB7-38D074830AB6}"/>
          </ac:spMkLst>
        </pc:spChg>
        <pc:spChg chg="add mod">
          <ac:chgData name="DOWTY, PETER (DNR)" userId="01cf875a-4e15-4928-8f93-7a0dfa1efb6b" providerId="ADAL" clId="{660F8803-2738-5EFD-95AE-06E7480F19FB}" dt="2026-06-11T05:10:46.077" v="5508" actId="14100"/>
          <ac:spMkLst>
            <pc:docMk/>
            <pc:sldMk cId="4159988265" sldId="305"/>
            <ac:spMk id="18" creationId="{92E1DF7C-7355-68C2-8DF5-7808B59BD173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19" creationId="{16810E00-98AF-8E02-6D92-328A1E4693E1}"/>
          </ac:spMkLst>
        </pc:spChg>
        <pc:spChg chg="add mod">
          <ac:chgData name="DOWTY, PETER (DNR)" userId="01cf875a-4e15-4928-8f93-7a0dfa1efb6b" providerId="ADAL" clId="{660F8803-2738-5EFD-95AE-06E7480F19FB}" dt="2026-06-11T05:09:10.750" v="5481" actId="14100"/>
          <ac:spMkLst>
            <pc:docMk/>
            <pc:sldMk cId="4159988265" sldId="305"/>
            <ac:spMk id="20" creationId="{717C1080-4E98-6562-5955-B2289F331152}"/>
          </ac:spMkLst>
        </pc:spChg>
        <pc:spChg chg="add mod">
          <ac:chgData name="DOWTY, PETER (DNR)" userId="01cf875a-4e15-4928-8f93-7a0dfa1efb6b" providerId="ADAL" clId="{660F8803-2738-5EFD-95AE-06E7480F19FB}" dt="2026-06-11T05:10:29.719" v="5504" actId="1076"/>
          <ac:spMkLst>
            <pc:docMk/>
            <pc:sldMk cId="4159988265" sldId="305"/>
            <ac:spMk id="21" creationId="{C48AD32E-FD86-7BFD-661E-BD9B9F0A7560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22" creationId="{C7328D69-FC36-64DE-EAA4-0C81BD0526DD}"/>
          </ac:spMkLst>
        </pc:spChg>
        <pc:spChg chg="add mod">
          <ac:chgData name="DOWTY, PETER (DNR)" userId="01cf875a-4e15-4928-8f93-7a0dfa1efb6b" providerId="ADAL" clId="{660F8803-2738-5EFD-95AE-06E7480F19FB}" dt="2026-06-11T05:10:15.489" v="5502" actId="14100"/>
          <ac:spMkLst>
            <pc:docMk/>
            <pc:sldMk cId="4159988265" sldId="305"/>
            <ac:spMk id="24" creationId="{088A62A4-EA43-0665-F171-4087C5AA3F81}"/>
          </ac:spMkLst>
        </pc:spChg>
        <pc:spChg chg="add mod">
          <ac:chgData name="DOWTY, PETER (DNR)" userId="01cf875a-4e15-4928-8f93-7a0dfa1efb6b" providerId="ADAL" clId="{660F8803-2738-5EFD-95AE-06E7480F19FB}" dt="2026-06-11T05:10:07.285" v="5500" actId="1076"/>
          <ac:spMkLst>
            <pc:docMk/>
            <pc:sldMk cId="4159988265" sldId="305"/>
            <ac:spMk id="25" creationId="{61367041-1F87-DF00-D702-F3FB9C83C3CE}"/>
          </ac:spMkLst>
        </pc:spChg>
        <pc:spChg chg="add mod">
          <ac:chgData name="DOWTY, PETER (DNR)" userId="01cf875a-4e15-4928-8f93-7a0dfa1efb6b" providerId="ADAL" clId="{660F8803-2738-5EFD-95AE-06E7480F19FB}" dt="2026-06-11T05:09:36.844" v="5490" actId="20577"/>
          <ac:spMkLst>
            <pc:docMk/>
            <pc:sldMk cId="4159988265" sldId="305"/>
            <ac:spMk id="26" creationId="{9316CD9B-D25E-23E1-90A6-A8F04E4DEC29}"/>
          </ac:spMkLst>
        </pc:spChg>
        <pc:spChg chg="add mod">
          <ac:chgData name="DOWTY, PETER (DNR)" userId="01cf875a-4e15-4928-8f93-7a0dfa1efb6b" providerId="ADAL" clId="{660F8803-2738-5EFD-95AE-06E7480F19FB}" dt="2026-06-11T05:10:11.174" v="5501" actId="1076"/>
          <ac:spMkLst>
            <pc:docMk/>
            <pc:sldMk cId="4159988265" sldId="305"/>
            <ac:spMk id="27" creationId="{2D25CB82-6004-8D85-A05A-B9326FD5A904}"/>
          </ac:spMkLst>
        </pc:spChg>
      </pc:sldChg>
      <pc:sldChg chg="delSp mod">
        <pc:chgData name="DOWTY, PETER (DNR)" userId="01cf875a-4e15-4928-8f93-7a0dfa1efb6b" providerId="ADAL" clId="{660F8803-2738-5EFD-95AE-06E7480F19FB}" dt="2026-06-11T05:12:07.659" v="5510" actId="478"/>
        <pc:sldMkLst>
          <pc:docMk/>
          <pc:sldMk cId="2602005344" sldId="306"/>
        </pc:sldMkLst>
      </pc:sldChg>
      <pc:sldChg chg="ord">
        <pc:chgData name="DOWTY, PETER (DNR)" userId="01cf875a-4e15-4928-8f93-7a0dfa1efb6b" providerId="ADAL" clId="{660F8803-2738-5EFD-95AE-06E7480F19FB}" dt="2026-06-11T04:54:21.700" v="5310" actId="20578"/>
        <pc:sldMkLst>
          <pc:docMk/>
          <pc:sldMk cId="3305435514" sldId="307"/>
        </pc:sldMkLst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22T23:18:51.888" v="14895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12T20:03:15.869" v="14878" actId="11529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11T21:24:00.424" v="14581" actId="1076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DOWTY, PETER (DNR)" userId="01cf875a-4e15-4928-8f93-7a0dfa1efb6b" providerId="ADAL" clId="{E9054DD1-CDF4-4BE2-A4C5-BD4B0395A89E}" dt="2026-06-12T20:03:08.233" v="14877" actId="1076"/>
          <ac:spMkLst>
            <pc:docMk/>
            <pc:sldMk cId="1516653873" sldId="293"/>
            <ac:spMk id="4" creationId="{E6C1ADBB-D26A-7090-FBC9-CC9549763EF3}"/>
          </ac:spMkLst>
        </pc:spChg>
        <pc:spChg chg="add mod">
          <ac:chgData name="DOWTY, PETER (DNR)" userId="01cf875a-4e15-4928-8f93-7a0dfa1efb6b" providerId="ADAL" clId="{E9054DD1-CDF4-4BE2-A4C5-BD4B0395A89E}" dt="2026-06-11T23:03:22.854" v="14782" actId="20577"/>
          <ac:spMkLst>
            <pc:docMk/>
            <pc:sldMk cId="1516653873" sldId="293"/>
            <ac:spMk id="11" creationId="{98B15FDF-75FF-1BA8-D304-4150870574AC}"/>
          </ac:spMkLst>
        </pc:spChg>
        <pc:picChg chg="add mod">
          <ac:chgData name="DOWTY, PETER (DNR)" userId="01cf875a-4e15-4928-8f93-7a0dfa1efb6b" providerId="ADAL" clId="{E9054DD1-CDF4-4BE2-A4C5-BD4B0395A89E}" dt="2026-06-11T20:51:57.364" v="14578" actId="1076"/>
          <ac:picMkLst>
            <pc:docMk/>
            <pc:sldMk cId="1516653873" sldId="293"/>
            <ac:picMk id="8" creationId="{F11C776A-24E4-E47B-760C-EB2D4C0F711D}"/>
          </ac:picMkLst>
        </pc:picChg>
        <pc:picChg chg="add mod">
          <ac:chgData name="DOWTY, PETER (DNR)" userId="01cf875a-4e15-4928-8f93-7a0dfa1efb6b" providerId="ADAL" clId="{E9054DD1-CDF4-4BE2-A4C5-BD4B0395A89E}" dt="2026-06-11T20:52:53.082" v="14580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DOWTY, PETER (DNR)" userId="01cf875a-4e15-4928-8f93-7a0dfa1efb6b" providerId="ADAL" clId="{E9054DD1-CDF4-4BE2-A4C5-BD4B0395A89E}" dt="2026-06-12T20:02:24.332" v="14786" actId="1036"/>
          <ac:cxnSpMkLst>
            <pc:docMk/>
            <pc:sldMk cId="1516653873" sldId="293"/>
            <ac:cxnSpMk id="5" creationId="{251083E6-675B-004C-4D2B-D71A76F08BD3}"/>
          </ac:cxnSpMkLst>
        </pc:cxnChg>
        <pc:cxnChg chg="add">
          <ac:chgData name="DOWTY, PETER (DNR)" userId="01cf875a-4e15-4928-8f93-7a0dfa1efb6b" providerId="ADAL" clId="{E9054DD1-CDF4-4BE2-A4C5-BD4B0395A89E}" dt="2026-06-12T20:03:15.869" v="14878" actId="11529"/>
          <ac:cxnSpMkLst>
            <pc:docMk/>
            <pc:sldMk cId="1516653873" sldId="293"/>
            <ac:cxnSpMk id="15" creationId="{0E665843-C6D4-7788-8A81-D19ED514BD69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0T23:52:46.866" v="14238" actId="478"/>
        <pc:sldMkLst>
          <pc:docMk/>
          <pc:sldMk cId="1080191347" sldId="302"/>
        </pc:sldMkLst>
        <pc:spChg chg="mod">
          <ac:chgData name="DOWTY, PETER (DNR)" userId="01cf875a-4e15-4928-8f93-7a0dfa1efb6b" providerId="ADAL" clId="{E9054DD1-CDF4-4BE2-A4C5-BD4B0395A89E}" dt="2026-06-10T19:54:09.094" v="14134" actId="255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mod">
          <ac:chgData name="DOWTY, PETER (DNR)" userId="01cf875a-4e15-4928-8f93-7a0dfa1efb6b" providerId="ADAL" clId="{E9054DD1-CDF4-4BE2-A4C5-BD4B0395A89E}" dt="2026-06-10T23:46:06.498" v="14218" actId="1035"/>
          <ac:spMkLst>
            <pc:docMk/>
            <pc:sldMk cId="1080191347" sldId="302"/>
            <ac:spMk id="13" creationId="{B5800FFF-7611-C428-D8AA-524DA9785E78}"/>
          </ac:spMkLst>
        </pc:spChg>
        <pc:spChg chg="mod">
          <ac:chgData name="DOWTY, PETER (DNR)" userId="01cf875a-4e15-4928-8f93-7a0dfa1efb6b" providerId="ADAL" clId="{E9054DD1-CDF4-4BE2-A4C5-BD4B0395A89E}" dt="2026-06-10T23:51:24.724" v="14232" actId="255"/>
          <ac:spMkLst>
            <pc:docMk/>
            <pc:sldMk cId="1080191347" sldId="302"/>
            <ac:spMk id="14" creationId="{8C33BD06-B30D-B6EF-C110-1688C122209E}"/>
          </ac:spMkLst>
        </pc:spChg>
        <pc:spChg chg="mod">
          <ac:chgData name="DOWTY, PETER (DNR)" userId="01cf875a-4e15-4928-8f93-7a0dfa1efb6b" providerId="ADAL" clId="{E9054DD1-CDF4-4BE2-A4C5-BD4B0395A89E}" dt="2026-06-10T19:52:27.329" v="14130" actId="255"/>
          <ac:spMkLst>
            <pc:docMk/>
            <pc:sldMk cId="1080191347" sldId="302"/>
            <ac:spMk id="15" creationId="{966E100B-84E3-DAB6-AC32-CE5766CC72A5}"/>
          </ac:spMkLst>
        </pc:spChg>
        <pc:spChg chg="mod">
          <ac:chgData name="DOWTY, PETER (DNR)" userId="01cf875a-4e15-4928-8f93-7a0dfa1efb6b" providerId="ADAL" clId="{E9054DD1-CDF4-4BE2-A4C5-BD4B0395A89E}" dt="2026-06-10T23:50:19.371" v="14231" actId="255"/>
          <ac:spMkLst>
            <pc:docMk/>
            <pc:sldMk cId="1080191347" sldId="302"/>
            <ac:spMk id="17" creationId="{5CC19D89-2E0F-8942-F81C-349299689EC2}"/>
          </ac:spMkLst>
        </pc:spChg>
        <pc:spChg chg="mod">
          <ac:chgData name="DOWTY, PETER (DNR)" userId="01cf875a-4e15-4928-8f93-7a0dfa1efb6b" providerId="ADAL" clId="{E9054DD1-CDF4-4BE2-A4C5-BD4B0395A89E}" dt="2026-06-10T19:52:31.571" v="14131" actId="255"/>
          <ac:spMkLst>
            <pc:docMk/>
            <pc:sldMk cId="1080191347" sldId="302"/>
            <ac:spMk id="19" creationId="{1214ADD2-1773-4F92-44C7-3A15CE7BB40C}"/>
          </ac:spMkLst>
        </pc:spChg>
        <pc:spChg chg="mod">
          <ac:chgData name="DOWTY, PETER (DNR)" userId="01cf875a-4e15-4928-8f93-7a0dfa1efb6b" providerId="ADAL" clId="{E9054DD1-CDF4-4BE2-A4C5-BD4B0395A89E}" dt="2026-06-10T23:28:23.957" v="14156" actId="20577"/>
          <ac:spMkLst>
            <pc:docMk/>
            <pc:sldMk cId="1080191347" sldId="302"/>
            <ac:spMk id="21" creationId="{972BC3C7-B01B-E3E2-306F-2D831BC47D3B}"/>
          </ac:spMkLst>
        </pc:spChg>
        <pc:spChg chg="mod">
          <ac:chgData name="DOWTY, PETER (DNR)" userId="01cf875a-4e15-4928-8f93-7a0dfa1efb6b" providerId="ADAL" clId="{E9054DD1-CDF4-4BE2-A4C5-BD4B0395A89E}" dt="2026-06-10T19:52:35.910" v="14132" actId="255"/>
          <ac:spMkLst>
            <pc:docMk/>
            <pc:sldMk cId="1080191347" sldId="302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52:22.955" v="14129" actId="255"/>
          <ac:spMkLst>
            <pc:docMk/>
            <pc:sldMk cId="1080191347" sldId="302"/>
            <ac:spMk id="23" creationId="{F4054005-B522-6C17-0561-68EF1063906B}"/>
          </ac:spMkLst>
        </pc:spChg>
        <pc:spChg chg="mod">
          <ac:chgData name="DOWTY, PETER (DNR)" userId="01cf875a-4e15-4928-8f93-7a0dfa1efb6b" providerId="ADAL" clId="{E9054DD1-CDF4-4BE2-A4C5-BD4B0395A89E}" dt="2026-06-10T19:52:17.173" v="14128" actId="255"/>
          <ac:spMkLst>
            <pc:docMk/>
            <pc:sldMk cId="1080191347" sldId="302"/>
            <ac:spMk id="24" creationId="{A07D71C0-6478-95C2-434E-C8C14D578D1D}"/>
          </ac:spMkLst>
        </pc:spChg>
        <pc:spChg chg="mod">
          <ac:chgData name="DOWTY, PETER (DNR)" userId="01cf875a-4e15-4928-8f93-7a0dfa1efb6b" providerId="ADAL" clId="{E9054DD1-CDF4-4BE2-A4C5-BD4B0395A89E}" dt="2026-06-10T19:51:55.740" v="14127" actId="255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DOWTY, PETER (DNR)" userId="01cf875a-4e15-4928-8f93-7a0dfa1efb6b" providerId="ADAL" clId="{E9054DD1-CDF4-4BE2-A4C5-BD4B0395A89E}" dt="2026-06-10T20:53:02.629" v="14149" actId="1076"/>
          <ac:spMkLst>
            <pc:docMk/>
            <pc:sldMk cId="1080191347" sldId="302"/>
            <ac:spMk id="28" creationId="{8C8E5CDA-6BA6-632E-9A67-DF99BBD20B33}"/>
          </ac:spMkLst>
        </pc:spChg>
        <pc:spChg chg="add mod">
          <ac:chgData name="DOWTY, PETER (DNR)" userId="01cf875a-4e15-4928-8f93-7a0dfa1efb6b" providerId="ADAL" clId="{E9054DD1-CDF4-4BE2-A4C5-BD4B0395A89E}" dt="2026-06-10T23:43:01.080" v="14165" actId="1076"/>
          <ac:spMkLst>
            <pc:docMk/>
            <pc:sldMk cId="1080191347" sldId="302"/>
            <ac:spMk id="41" creationId="{635AEB7B-4596-306B-B630-DD51CB842583}"/>
          </ac:spMkLst>
        </pc:spChg>
        <pc:spChg chg="add mod">
          <ac:chgData name="DOWTY, PETER (DNR)" userId="01cf875a-4e15-4928-8f93-7a0dfa1efb6b" providerId="ADAL" clId="{E9054DD1-CDF4-4BE2-A4C5-BD4B0395A89E}" dt="2026-06-10T23:43:12.820" v="14169" actId="1076"/>
          <ac:spMkLst>
            <pc:docMk/>
            <pc:sldMk cId="1080191347" sldId="302"/>
            <ac:spMk id="42" creationId="{542B2A1E-C2EE-EE35-75BC-09835ACC7E8F}"/>
          </ac:spMkLst>
        </pc:spChg>
        <pc:spChg chg="add mod">
          <ac:chgData name="DOWTY, PETER (DNR)" userId="01cf875a-4e15-4928-8f93-7a0dfa1efb6b" providerId="ADAL" clId="{E9054DD1-CDF4-4BE2-A4C5-BD4B0395A89E}" dt="2026-06-10T23:43:24.107" v="14173" actId="1076"/>
          <ac:spMkLst>
            <pc:docMk/>
            <pc:sldMk cId="1080191347" sldId="302"/>
            <ac:spMk id="43" creationId="{8B8D7897-74E2-7976-6B81-C25C7B217551}"/>
          </ac:spMkLst>
        </pc:spChg>
        <pc:spChg chg="add mod">
          <ac:chgData name="DOWTY, PETER (DNR)" userId="01cf875a-4e15-4928-8f93-7a0dfa1efb6b" providerId="ADAL" clId="{E9054DD1-CDF4-4BE2-A4C5-BD4B0395A89E}" dt="2026-06-10T23:43:57.561" v="14176" actId="1076"/>
          <ac:spMkLst>
            <pc:docMk/>
            <pc:sldMk cId="1080191347" sldId="302"/>
            <ac:spMk id="44" creationId="{A36FB7A9-1195-2834-C4BE-1D26DCA4D34E}"/>
          </ac:spMkLst>
        </pc:spChg>
        <pc:spChg chg="add mod">
          <ac:chgData name="DOWTY, PETER (DNR)" userId="01cf875a-4e15-4928-8f93-7a0dfa1efb6b" providerId="ADAL" clId="{E9054DD1-CDF4-4BE2-A4C5-BD4B0395A89E}" dt="2026-06-10T23:44:09.176" v="14180" actId="1076"/>
          <ac:spMkLst>
            <pc:docMk/>
            <pc:sldMk cId="1080191347" sldId="302"/>
            <ac:spMk id="45" creationId="{0B6D04A2-402E-7BE8-5F72-B3D43A40B8FF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6" creationId="{5FE5306A-403D-AACD-D6A4-D2DB577A546C}"/>
          </ac:spMkLst>
        </pc:spChg>
        <pc:spChg chg="add mod">
          <ac:chgData name="DOWTY, PETER (DNR)" userId="01cf875a-4e15-4928-8f93-7a0dfa1efb6b" providerId="ADAL" clId="{E9054DD1-CDF4-4BE2-A4C5-BD4B0395A89E}" dt="2026-06-10T23:52:35.942" v="14237" actId="20577"/>
          <ac:spMkLst>
            <pc:docMk/>
            <pc:sldMk cId="1080191347" sldId="302"/>
            <ac:spMk id="47" creationId="{F6F3DAE4-E7A7-CF2A-A571-FA981DBDCE2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8" creationId="{CDBA4DC4-A9E3-B7AA-102B-7DC9052D0BA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9" creationId="{2E119186-B23E-732A-259A-240C0522E2B8}"/>
          </ac:spMkLst>
        </pc:spChg>
        <pc:spChg chg="add mod">
          <ac:chgData name="DOWTY, PETER (DNR)" userId="01cf875a-4e15-4928-8f93-7a0dfa1efb6b" providerId="ADAL" clId="{E9054DD1-CDF4-4BE2-A4C5-BD4B0395A89E}" dt="2026-06-10T23:45:49.427" v="14209" actId="1076"/>
          <ac:spMkLst>
            <pc:docMk/>
            <pc:sldMk cId="1080191347" sldId="302"/>
            <ac:spMk id="50" creationId="{739A4842-212E-5FEB-0F57-F74F16D77259}"/>
          </ac:spMkLst>
        </pc:spChg>
        <pc:spChg chg="add mod">
          <ac:chgData name="DOWTY, PETER (DNR)" userId="01cf875a-4e15-4928-8f93-7a0dfa1efb6b" providerId="ADAL" clId="{E9054DD1-CDF4-4BE2-A4C5-BD4B0395A89E}" dt="2026-06-10T23:49:46.495" v="14223" actId="1076"/>
          <ac:spMkLst>
            <pc:docMk/>
            <pc:sldMk cId="1080191347" sldId="302"/>
            <ac:spMk id="51" creationId="{5B86EBF4-5AE5-2037-E20A-6EE11F8A1726}"/>
          </ac:spMkLst>
        </pc:spChg>
        <pc:spChg chg="add mod">
          <ac:chgData name="DOWTY, PETER (DNR)" userId="01cf875a-4e15-4928-8f93-7a0dfa1efb6b" providerId="ADAL" clId="{E9054DD1-CDF4-4BE2-A4C5-BD4B0395A89E}" dt="2026-06-10T23:49:59.603" v="14226" actId="1076"/>
          <ac:spMkLst>
            <pc:docMk/>
            <pc:sldMk cId="1080191347" sldId="302"/>
            <ac:spMk id="52" creationId="{EB617B18-6495-130D-F389-AF5922343FAF}"/>
          </ac:spMkLst>
        </pc:spChg>
        <pc:spChg chg="add mod">
          <ac:chgData name="DOWTY, PETER (DNR)" userId="01cf875a-4e15-4928-8f93-7a0dfa1efb6b" providerId="ADAL" clId="{E9054DD1-CDF4-4BE2-A4C5-BD4B0395A89E}" dt="2026-06-10T23:50:07.753" v="14230" actId="1076"/>
          <ac:spMkLst>
            <pc:docMk/>
            <pc:sldMk cId="1080191347" sldId="302"/>
            <ac:spMk id="53" creationId="{8A69C396-DF57-28AE-7A96-5D34B7987002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6" creationId="{91829517-0263-8CA8-B2F8-9B79CB6292D3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8" creationId="{94168204-2691-E128-CBDC-84383371E212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Sp modSp mod">
        <pc:chgData name="DOWTY, PETER (DNR)" userId="01cf875a-4e15-4928-8f93-7a0dfa1efb6b" providerId="ADAL" clId="{E9054DD1-CDF4-4BE2-A4C5-BD4B0395A89E}" dt="2026-06-11T14:31:09.413" v="14454" actId="1076"/>
        <pc:sldMkLst>
          <pc:docMk/>
          <pc:sldMk cId="4159988265" sldId="305"/>
        </pc:sldMkLst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2" creationId="{5261260A-4643-3DBE-23EE-CC619DF3E45E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5" creationId="{2F96AC05-9E3E-DB42-D41F-EFBB08092BB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7" creationId="{1F45376D-A261-7C81-C33D-CA48C8766101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9" creationId="{E0CE7953-330E-2114-FD94-19078918818B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0" creationId="{0E6CB3BA-453C-3F80-80F9-5D6418ACA9DC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1" creationId="{FFB3E4DB-727B-FA67-797F-58E77A9817FF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2" creationId="{93C45B0B-353C-0F8F-7856-80F852E7F70F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3" creationId="{289B1E57-7C10-F521-9D40-B2BF673C4611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4" creationId="{EDDC45BF-A7E6-18BE-7CD1-3C21362976BF}"/>
          </ac:spMkLst>
        </pc:spChg>
        <pc:spChg chg="mod">
          <ac:chgData name="DOWTY, PETER (DNR)" userId="01cf875a-4e15-4928-8f93-7a0dfa1efb6b" providerId="ADAL" clId="{E9054DD1-CDF4-4BE2-A4C5-BD4B0395A89E}" dt="2026-06-11T14:30:03.911" v="14411" actId="164"/>
          <ac:spMkLst>
            <pc:docMk/>
            <pc:sldMk cId="4159988265" sldId="305"/>
            <ac:spMk id="15" creationId="{586BB7C5-A8DD-2C03-C718-AF104043BBC9}"/>
          </ac:spMkLst>
        </pc:spChg>
        <pc:spChg chg="mod">
          <ac:chgData name="DOWTY, PETER (DNR)" userId="01cf875a-4e15-4928-8f93-7a0dfa1efb6b" providerId="ADAL" clId="{E9054DD1-CDF4-4BE2-A4C5-BD4B0395A89E}" dt="2026-06-11T14:30:26.285" v="14415" actId="164"/>
          <ac:spMkLst>
            <pc:docMk/>
            <pc:sldMk cId="4159988265" sldId="305"/>
            <ac:spMk id="16" creationId="{FD0DF34F-F397-821A-4F5A-3AC73A58B555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7" creationId="{B9EF3BA6-EC3F-3095-5DB7-38D074830AB6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8" creationId="{92E1DF7C-7355-68C2-8DF5-7808B59BD173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9" creationId="{16810E00-98AF-8E02-6D92-328A1E4693E1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0" creationId="{717C1080-4E98-6562-5955-B2289F331152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1" creationId="{C48AD32E-FD86-7BFD-661E-BD9B9F0A7560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2" creationId="{C7328D69-FC36-64DE-EAA4-0C81BD0526DD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4" creationId="{088A62A4-EA43-0665-F171-4087C5AA3F81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5" creationId="{61367041-1F87-DF00-D702-F3FB9C83C3CE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6" creationId="{9316CD9B-D25E-23E1-90A6-A8F04E4DEC29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7" creationId="{2D25CB82-6004-8D85-A05A-B9326FD5A904}"/>
          </ac:spMkLst>
        </pc:spChg>
        <pc:spChg chg="add mod">
          <ac:chgData name="DOWTY, PETER (DNR)" userId="01cf875a-4e15-4928-8f93-7a0dfa1efb6b" providerId="ADAL" clId="{E9054DD1-CDF4-4BE2-A4C5-BD4B0395A89E}" dt="2026-06-11T14:31:09.413" v="14454" actId="1076"/>
          <ac:spMkLst>
            <pc:docMk/>
            <pc:sldMk cId="4159988265" sldId="305"/>
            <ac:spMk id="31" creationId="{C1579EA5-C65F-50D5-12CD-89C6C777B55D}"/>
          </ac:spMkLst>
        </pc:spChg>
        <pc:grpChg chg="add mod">
          <ac:chgData name="DOWTY, PETER (DNR)" userId="01cf875a-4e15-4928-8f93-7a0dfa1efb6b" providerId="ADAL" clId="{E9054DD1-CDF4-4BE2-A4C5-BD4B0395A89E}" dt="2026-06-11T14:30:41.248" v="14418" actId="1076"/>
          <ac:grpSpMkLst>
            <pc:docMk/>
            <pc:sldMk cId="4159988265" sldId="305"/>
            <ac:grpSpMk id="8" creationId="{27ADEC77-C9FA-2563-95A9-5101FF414903}"/>
          </ac:grpSpMkLst>
        </pc:grpChg>
        <pc:grpChg chg="add mod">
          <ac:chgData name="DOWTY, PETER (DNR)" userId="01cf875a-4e15-4928-8f93-7a0dfa1efb6b" providerId="ADAL" clId="{E9054DD1-CDF4-4BE2-A4C5-BD4B0395A89E}" dt="2026-06-11T14:30:03.911" v="14411" actId="164"/>
          <ac:grpSpMkLst>
            <pc:docMk/>
            <pc:sldMk cId="4159988265" sldId="305"/>
            <ac:grpSpMk id="23" creationId="{6E18580E-0AF4-60AF-43F5-37EED632B0AB}"/>
          </ac:grpSpMkLst>
        </pc:grpChg>
        <pc:grpChg chg="add mod">
          <ac:chgData name="DOWTY, PETER (DNR)" userId="01cf875a-4e15-4928-8f93-7a0dfa1efb6b" providerId="ADAL" clId="{E9054DD1-CDF4-4BE2-A4C5-BD4B0395A89E}" dt="2026-06-11T14:30:34.942" v="14417" actId="1076"/>
          <ac:grpSpMkLst>
            <pc:docMk/>
            <pc:sldMk cId="4159988265" sldId="305"/>
            <ac:grpSpMk id="28" creationId="{50E2C8C4-3315-B2A2-E838-4167F67AA090}"/>
          </ac:grpSpMkLst>
        </pc:grpChg>
        <pc:grpChg chg="add mod">
          <ac:chgData name="DOWTY, PETER (DNR)" userId="01cf875a-4e15-4928-8f93-7a0dfa1efb6b" providerId="ADAL" clId="{E9054DD1-CDF4-4BE2-A4C5-BD4B0395A89E}" dt="2026-06-11T14:30:26.285" v="14415" actId="164"/>
          <ac:grpSpMkLst>
            <pc:docMk/>
            <pc:sldMk cId="4159988265" sldId="305"/>
            <ac:grpSpMk id="29" creationId="{DF3F0123-E24D-E2BC-96AD-2CB4655E3ED9}"/>
          </ac:grpSpMkLst>
        </pc:grpChg>
        <pc:grpChg chg="add mod">
          <ac:chgData name="DOWTY, PETER (DNR)" userId="01cf875a-4e15-4928-8f93-7a0dfa1efb6b" providerId="ADAL" clId="{E9054DD1-CDF4-4BE2-A4C5-BD4B0395A89E}" dt="2026-06-11T14:30:30.492" v="14416" actId="1076"/>
          <ac:grpSpMkLst>
            <pc:docMk/>
            <pc:sldMk cId="4159988265" sldId="305"/>
            <ac:grpSpMk id="30" creationId="{BEE08E63-1902-7C15-4820-29CC64C5AE8C}"/>
          </ac:grpSpMkLst>
        </pc:grpChg>
      </pc:sldChg>
      <pc:sldChg chg="addSp delSp modSp add mod">
        <pc:chgData name="DOWTY, PETER (DNR)" userId="01cf875a-4e15-4928-8f93-7a0dfa1efb6b" providerId="ADAL" clId="{E9054DD1-CDF4-4BE2-A4C5-BD4B0395A89E}" dt="2026-06-10T19:36:43.713" v="14119" actId="1076"/>
        <pc:sldMkLst>
          <pc:docMk/>
          <pc:sldMk cId="3305435514" sldId="307"/>
        </pc:sldMkLst>
        <pc:spChg chg="mod">
          <ac:chgData name="DOWTY, PETER (DNR)" userId="01cf875a-4e15-4928-8f93-7a0dfa1efb6b" providerId="ADAL" clId="{E9054DD1-CDF4-4BE2-A4C5-BD4B0395A89E}" dt="2026-06-10T14:41:31.995" v="13907" actId="1037"/>
          <ac:spMkLst>
            <pc:docMk/>
            <pc:sldMk cId="3305435514" sldId="307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36:43.713" v="14119" actId="1076"/>
          <ac:spMkLst>
            <pc:docMk/>
            <pc:sldMk cId="3305435514" sldId="307"/>
            <ac:spMk id="46" creationId="{4AED065C-CC6D-4878-9FF9-651DDC49322C}"/>
          </ac:spMkLst>
        </pc:spChg>
        <pc:spChg chg="mod">
          <ac:chgData name="DOWTY, PETER (DNR)" userId="01cf875a-4e15-4928-8f93-7a0dfa1efb6b" providerId="ADAL" clId="{E9054DD1-CDF4-4BE2-A4C5-BD4B0395A89E}" dt="2026-06-10T19:25:35.329" v="14013" actId="20577"/>
          <ac:spMkLst>
            <pc:docMk/>
            <pc:sldMk cId="3305435514" sldId="307"/>
            <ac:spMk id="63" creationId="{12B52783-9427-D0A1-C35E-29E8DEA0CE6A}"/>
          </ac:spMkLst>
        </pc:spChg>
        <pc:spChg chg="mod">
          <ac:chgData name="DOWTY, PETER (DNR)" userId="01cf875a-4e15-4928-8f93-7a0dfa1efb6b" providerId="ADAL" clId="{E9054DD1-CDF4-4BE2-A4C5-BD4B0395A89E}" dt="2026-06-10T19:24:22.598" v="13999" actId="20577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DOWTY, PETER (DNR)" userId="01cf875a-4e15-4928-8f93-7a0dfa1efb6b" providerId="ADAL" clId="{E9054DD1-CDF4-4BE2-A4C5-BD4B0395A89E}" dt="2026-06-10T19:35:56.071" v="14110" actId="1076"/>
          <ac:spMkLst>
            <pc:docMk/>
            <pc:sldMk cId="3305435514" sldId="307"/>
            <ac:spMk id="69" creationId="{73B6B001-75EE-CE30-F441-83913DDBF5AC}"/>
          </ac:spMkLst>
        </pc:spChg>
        <pc:spChg chg="add mod">
          <ac:chgData name="DOWTY, PETER (DNR)" userId="01cf875a-4e15-4928-8f93-7a0dfa1efb6b" providerId="ADAL" clId="{E9054DD1-CDF4-4BE2-A4C5-BD4B0395A89E}" dt="2026-06-10T19:34:33.684" v="14101" actId="14838"/>
          <ac:spMkLst>
            <pc:docMk/>
            <pc:sldMk cId="3305435514" sldId="307"/>
            <ac:spMk id="70" creationId="{8E23B4B7-1DDA-E03B-3F1D-BA2566F2A627}"/>
          </ac:spMkLst>
        </pc:spChg>
        <pc:spChg chg="add mod">
          <ac:chgData name="DOWTY, PETER (DNR)" userId="01cf875a-4e15-4928-8f93-7a0dfa1efb6b" providerId="ADAL" clId="{E9054DD1-CDF4-4BE2-A4C5-BD4B0395A89E}" dt="2026-06-10T19:28:41.340" v="14047" actId="1076"/>
          <ac:spMkLst>
            <pc:docMk/>
            <pc:sldMk cId="3305435514" sldId="307"/>
            <ac:spMk id="71" creationId="{B6FD02ED-D405-3088-C61C-3870ABADC5DB}"/>
          </ac:spMkLst>
        </pc:spChg>
        <pc:spChg chg="add mod">
          <ac:chgData name="DOWTY, PETER (DNR)" userId="01cf875a-4e15-4928-8f93-7a0dfa1efb6b" providerId="ADAL" clId="{E9054DD1-CDF4-4BE2-A4C5-BD4B0395A89E}" dt="2026-06-10T19:27:37.848" v="14033" actId="1076"/>
          <ac:spMkLst>
            <pc:docMk/>
            <pc:sldMk cId="3305435514" sldId="307"/>
            <ac:spMk id="72" creationId="{4607C6C1-94EB-1D99-91EE-C4AB6C953217}"/>
          </ac:spMkLst>
        </pc:spChg>
        <pc:spChg chg="add mod">
          <ac:chgData name="DOWTY, PETER (DNR)" userId="01cf875a-4e15-4928-8f93-7a0dfa1efb6b" providerId="ADAL" clId="{E9054DD1-CDF4-4BE2-A4C5-BD4B0395A89E}" dt="2026-06-10T19:27:09.614" v="14026" actId="1076"/>
          <ac:spMkLst>
            <pc:docMk/>
            <pc:sldMk cId="3305435514" sldId="307"/>
            <ac:spMk id="73" creationId="{DACAAB0B-742F-17B7-7C41-0DEB318F448A}"/>
          </ac:spMkLst>
        </pc:spChg>
        <pc:picChg chg="mod">
          <ac:chgData name="DOWTY, PETER (DNR)" userId="01cf875a-4e15-4928-8f93-7a0dfa1efb6b" providerId="ADAL" clId="{E9054DD1-CDF4-4BE2-A4C5-BD4B0395A89E}" dt="2026-06-10T19:28:02.135" v="14046" actId="1076"/>
          <ac:picMkLst>
            <pc:docMk/>
            <pc:sldMk cId="3305435514" sldId="307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7" creationId="{EE966F27-B6A0-BE78-D9D6-2C369E93BC04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8" creationId="{54DB520E-3C72-AF20-25CF-217F7D4903DA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6-22T23:18:51.888" v="14895"/>
        <pc:sldMkLst>
          <pc:docMk/>
          <pc:sldMk cId="2867469800" sldId="308"/>
        </pc:sldMkLst>
        <pc:spChg chg="add mod">
          <ac:chgData name="DOWTY, PETER (DNR)" userId="01cf875a-4e15-4928-8f93-7a0dfa1efb6b" providerId="ADAL" clId="{E9054DD1-CDF4-4BE2-A4C5-BD4B0395A89E}" dt="2026-06-22T20:16:21.005" v="14880" actId="208"/>
          <ac:spMkLst>
            <pc:docMk/>
            <pc:sldMk cId="2867469800" sldId="308"/>
            <ac:spMk id="2" creationId="{6B57603C-EB1D-3B79-B4FD-F14DB7137554}"/>
          </ac:spMkLst>
        </pc:spChg>
        <pc:spChg chg="add mod">
          <ac:chgData name="DOWTY, PETER (DNR)" userId="01cf875a-4e15-4928-8f93-7a0dfa1efb6b" providerId="ADAL" clId="{E9054DD1-CDF4-4BE2-A4C5-BD4B0395A89E}" dt="2026-06-22T20:16:38.170" v="14894" actId="1076"/>
          <ac:spMkLst>
            <pc:docMk/>
            <pc:sldMk cId="2867469800" sldId="308"/>
            <ac:spMk id="3" creationId="{5A096CEC-898D-156C-36EB-35817C9BBDD0}"/>
          </ac:spMkLst>
        </pc:spChg>
        <pc:picChg chg="add mod">
          <ac:chgData name="DOWTY, PETER (DNR)" userId="01cf875a-4e15-4928-8f93-7a0dfa1efb6b" providerId="ADAL" clId="{E9054DD1-CDF4-4BE2-A4C5-BD4B0395A89E}" dt="2026-06-11T16:17:25.058" v="14536" actId="931"/>
          <ac:picMkLst>
            <pc:docMk/>
            <pc:sldMk cId="2867469800" sldId="308"/>
            <ac:picMk id="5" creationId="{BA31E29E-F63F-19EC-BF63-11F4C6C01AF2}"/>
          </ac:picMkLst>
        </pc:pic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 sldOrd">
      <pc:chgData name="Pete Dowty" userId="91aba14b6835b0ae" providerId="LiveId" clId="{660F8803-2738-5EFD-95AE-06E7480F19FB}" dt="2026-06-22T03:55:32.968" v="4388" actId="14100"/>
      <pc:docMkLst>
        <pc:docMk/>
      </pc:docMkLst>
      <pc:sldChg chg="addSp delSp modSp mod">
        <pc:chgData name="Pete Dowty" userId="91aba14b6835b0ae" providerId="LiveId" clId="{660F8803-2738-5EFD-95AE-06E7480F19FB}" dt="2026-06-12T04:03:03.487" v="2927" actId="478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Pete Dowty" userId="91aba14b6835b0ae" providerId="LiveId" clId="{660F8803-2738-5EFD-95AE-06E7480F19FB}" dt="2026-06-12T03:48:03.834" v="2856" actId="1076"/>
          <ac:spMkLst>
            <pc:docMk/>
            <pc:sldMk cId="1516653873" sldId="293"/>
            <ac:spMk id="7" creationId="{E0CD528A-E4D3-7555-818C-B7FB788B65DF}"/>
          </ac:spMkLst>
        </pc:spChg>
        <pc:spChg chg="mod">
          <ac:chgData name="Pete Dowty" userId="91aba14b6835b0ae" providerId="LiveId" clId="{660F8803-2738-5EFD-95AE-06E7480F19FB}" dt="2026-06-12T03:46:52.196" v="2830" actId="1076"/>
          <ac:spMkLst>
            <pc:docMk/>
            <pc:sldMk cId="1516653873" sldId="293"/>
            <ac:spMk id="11" creationId="{98B15FDF-75FF-1BA8-D304-4150870574AC}"/>
          </ac:spMkLst>
        </pc:spChg>
        <pc:spChg chg="add mod">
          <ac:chgData name="Pete Dowty" userId="91aba14b6835b0ae" providerId="LiveId" clId="{660F8803-2738-5EFD-95AE-06E7480F19FB}" dt="2026-06-12T03:49:58.593" v="2864" actId="207"/>
          <ac:spMkLst>
            <pc:docMk/>
            <pc:sldMk cId="1516653873" sldId="293"/>
            <ac:spMk id="12" creationId="{B242F891-4D7D-484E-E58F-D70F4DAA2F86}"/>
          </ac:spMkLst>
        </pc:spChg>
        <pc:spChg chg="add mod">
          <ac:chgData name="Pete Dowty" userId="91aba14b6835b0ae" providerId="LiveId" clId="{660F8803-2738-5EFD-95AE-06E7480F19FB}" dt="2026-06-12T03:53:49.222" v="2874" actId="208"/>
          <ac:spMkLst>
            <pc:docMk/>
            <pc:sldMk cId="1516653873" sldId="293"/>
            <ac:spMk id="17" creationId="{4218A011-B31E-5756-43B8-545BA231B7B8}"/>
          </ac:spMkLst>
        </pc:spChg>
        <pc:spChg chg="add mod">
          <ac:chgData name="Pete Dowty" userId="91aba14b6835b0ae" providerId="LiveId" clId="{660F8803-2738-5EFD-95AE-06E7480F19FB}" dt="2026-06-12T03:54:40.160" v="2880" actId="206"/>
          <ac:spMkLst>
            <pc:docMk/>
            <pc:sldMk cId="1516653873" sldId="293"/>
            <ac:spMk id="18" creationId="{136F3C05-73F9-C8DE-76A6-79760AC890F6}"/>
          </ac:spMkLst>
        </pc:spChg>
        <pc:spChg chg="add mod">
          <ac:chgData name="Pete Dowty" userId="91aba14b6835b0ae" providerId="LiveId" clId="{660F8803-2738-5EFD-95AE-06E7480F19FB}" dt="2026-06-12T03:58:10.071" v="2883" actId="208"/>
          <ac:spMkLst>
            <pc:docMk/>
            <pc:sldMk cId="1516653873" sldId="293"/>
            <ac:spMk id="19" creationId="{7F0D0B57-C14B-B0EF-7AC6-63C7736A7DEA}"/>
          </ac:spMkLst>
        </pc:spChg>
        <pc:spChg chg="add mod">
          <ac:chgData name="Pete Dowty" userId="91aba14b6835b0ae" providerId="LiveId" clId="{660F8803-2738-5EFD-95AE-06E7480F19FB}" dt="2026-06-12T04:00:04.029" v="2900" actId="255"/>
          <ac:spMkLst>
            <pc:docMk/>
            <pc:sldMk cId="1516653873" sldId="293"/>
            <ac:spMk id="20" creationId="{62AC18E7-1FFA-4ECA-06EF-4D05CFF39DEC}"/>
          </ac:spMkLst>
        </pc:spChg>
        <pc:spChg chg="add mod">
          <ac:chgData name="Pete Dowty" userId="91aba14b6835b0ae" providerId="LiveId" clId="{660F8803-2738-5EFD-95AE-06E7480F19FB}" dt="2026-06-12T03:59:52.417" v="2899" actId="206"/>
          <ac:spMkLst>
            <pc:docMk/>
            <pc:sldMk cId="1516653873" sldId="293"/>
            <ac:spMk id="21" creationId="{32DFE7C5-AB8B-0CA0-4313-08C0A7A59117}"/>
          </ac:spMkLst>
        </pc:spChg>
        <pc:spChg chg="add mod">
          <ac:chgData name="Pete Dowty" userId="91aba14b6835b0ae" providerId="LiveId" clId="{660F8803-2738-5EFD-95AE-06E7480F19FB}" dt="2026-06-12T04:00:16.127" v="2906" actId="20577"/>
          <ac:spMkLst>
            <pc:docMk/>
            <pc:sldMk cId="1516653873" sldId="293"/>
            <ac:spMk id="22" creationId="{40C17E96-9B4C-137F-CA73-D3D0DAED2790}"/>
          </ac:spMkLst>
        </pc:spChg>
        <pc:spChg chg="add mod">
          <ac:chgData name="Pete Dowty" userId="91aba14b6835b0ae" providerId="LiveId" clId="{660F8803-2738-5EFD-95AE-06E7480F19FB}" dt="2026-06-12T04:01:45.896" v="2914" actId="1076"/>
          <ac:spMkLst>
            <pc:docMk/>
            <pc:sldMk cId="1516653873" sldId="293"/>
            <ac:spMk id="23" creationId="{0604D8AD-FD17-287F-AE7C-D60523729C01}"/>
          </ac:spMkLst>
        </pc:spChg>
        <pc:spChg chg="add mod">
          <ac:chgData name="Pete Dowty" userId="91aba14b6835b0ae" providerId="LiveId" clId="{660F8803-2738-5EFD-95AE-06E7480F19FB}" dt="2026-06-12T04:02:51.172" v="2925" actId="1076"/>
          <ac:spMkLst>
            <pc:docMk/>
            <pc:sldMk cId="1516653873" sldId="293"/>
            <ac:spMk id="26" creationId="{47646B5E-1122-96B1-F80D-E56554A5D84F}"/>
          </ac:spMkLst>
        </pc:spChg>
        <pc:spChg chg="add mod">
          <ac:chgData name="Pete Dowty" userId="91aba14b6835b0ae" providerId="LiveId" clId="{660F8803-2738-5EFD-95AE-06E7480F19FB}" dt="2026-06-12T04:02:41.187" v="2924" actId="1076"/>
          <ac:spMkLst>
            <pc:docMk/>
            <pc:sldMk cId="1516653873" sldId="293"/>
            <ac:spMk id="27" creationId="{437E86B1-4F4C-A62A-752D-255D1DC74905}"/>
          </ac:spMkLst>
        </pc:spChg>
        <pc:spChg chg="add mod">
          <ac:chgData name="Pete Dowty" userId="91aba14b6835b0ae" providerId="LiveId" clId="{660F8803-2738-5EFD-95AE-06E7480F19FB}" dt="2026-06-12T04:02:30.129" v="2921" actId="1076"/>
          <ac:spMkLst>
            <pc:docMk/>
            <pc:sldMk cId="1516653873" sldId="293"/>
            <ac:spMk id="28" creationId="{EA0572C3-C0B5-B36B-65C6-823512DE46B9}"/>
          </ac:spMkLst>
        </pc:spChg>
        <pc:grpChg chg="add">
          <ac:chgData name="Pete Dowty" userId="91aba14b6835b0ae" providerId="LiveId" clId="{660F8803-2738-5EFD-95AE-06E7480F19FB}" dt="2026-06-12T03:48:22.044" v="2857" actId="164"/>
          <ac:grpSpMkLst>
            <pc:docMk/>
            <pc:sldMk cId="1516653873" sldId="293"/>
            <ac:grpSpMk id="9" creationId="{9BED97E2-94BB-071D-F3D4-B6F7B44C9DA1}"/>
          </ac:grpSpMkLst>
        </pc:grpChg>
        <pc:picChg chg="add mod">
          <ac:chgData name="Pete Dowty" userId="91aba14b6835b0ae" providerId="LiveId" clId="{660F8803-2738-5EFD-95AE-06E7480F19FB}" dt="2026-06-12T03:46:47.288" v="2829" actId="1076"/>
          <ac:picMkLst>
            <pc:docMk/>
            <pc:sldMk cId="1516653873" sldId="293"/>
            <ac:picMk id="3" creationId="{074E7BE8-DDFA-F39D-DF6D-C4330D494718}"/>
          </ac:picMkLst>
        </pc:picChg>
        <pc:picChg chg="add mod">
          <ac:chgData name="Pete Dowty" userId="91aba14b6835b0ae" providerId="LiveId" clId="{660F8803-2738-5EFD-95AE-06E7480F19FB}" dt="2026-06-12T03:47:36.897" v="2833" actId="1076"/>
          <ac:picMkLst>
            <pc:docMk/>
            <pc:sldMk cId="1516653873" sldId="293"/>
            <ac:picMk id="6" creationId="{43D3E1AC-F208-6031-C570-E14D19BDDFE5}"/>
          </ac:picMkLst>
        </pc:picChg>
        <pc:picChg chg="mod">
          <ac:chgData name="Pete Dowty" userId="91aba14b6835b0ae" providerId="LiveId" clId="{660F8803-2738-5EFD-95AE-06E7480F19FB}" dt="2026-06-12T03:45:03.183" v="2823" actId="1076"/>
          <ac:picMkLst>
            <pc:docMk/>
            <pc:sldMk cId="1516653873" sldId="293"/>
            <ac:picMk id="8" creationId="{F11C776A-24E4-E47B-760C-EB2D4C0F711D}"/>
          </ac:picMkLst>
        </pc:picChg>
        <pc:picChg chg="mod">
          <ac:chgData name="Pete Dowty" userId="91aba14b6835b0ae" providerId="LiveId" clId="{660F8803-2738-5EFD-95AE-06E7480F19FB}" dt="2026-06-12T03:45:11.341" v="2825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Pete Dowty" userId="91aba14b6835b0ae" providerId="LiveId" clId="{660F8803-2738-5EFD-95AE-06E7480F19FB}" dt="2026-06-12T03:49:42.708" v="2861" actId="208"/>
          <ac:cxnSpMkLst>
            <pc:docMk/>
            <pc:sldMk cId="1516653873" sldId="293"/>
            <ac:cxnSpMk id="14" creationId="{121E07D9-6ACA-BE8F-FC06-799196501474}"/>
          </ac:cxnSpMkLst>
        </pc:cxnChg>
        <pc:cxnChg chg="add mod">
          <ac:chgData name="Pete Dowty" userId="91aba14b6835b0ae" providerId="LiveId" clId="{660F8803-2738-5EFD-95AE-06E7480F19FB}" dt="2026-06-12T03:51:20.533" v="2871" actId="1076"/>
          <ac:cxnSpMkLst>
            <pc:docMk/>
            <pc:sldMk cId="1516653873" sldId="293"/>
            <ac:cxnSpMk id="16" creationId="{2794B0C4-4AB9-9DE7-B6F0-F412829E5CA2}"/>
          </ac:cxnSpMkLst>
        </pc:cxnChg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  <pc:sldChg chg="addSp modSp new mod">
        <pc:chgData name="Pete Dowty" userId="91aba14b6835b0ae" providerId="LiveId" clId="{660F8803-2738-5EFD-95AE-06E7480F19FB}" dt="2026-06-19T16:52:49.741" v="3048" actId="20577"/>
        <pc:sldMkLst>
          <pc:docMk/>
          <pc:sldMk cId="4122703943" sldId="309"/>
        </pc:sldMkLst>
        <pc:spChg chg="add mod">
          <ac:chgData name="Pete Dowty" userId="91aba14b6835b0ae" providerId="LiveId" clId="{660F8803-2738-5EFD-95AE-06E7480F19FB}" dt="2026-06-19T16:52:49.741" v="3048" actId="20577"/>
          <ac:spMkLst>
            <pc:docMk/>
            <pc:sldMk cId="4122703943" sldId="309"/>
            <ac:spMk id="2" creationId="{34CF72EE-6ED2-BD6B-38FC-E4BB3CEDEDCE}"/>
          </ac:spMkLst>
        </pc:spChg>
      </pc:sldChg>
      <pc:sldChg chg="new setBg">
        <pc:chgData name="Pete Dowty" userId="91aba14b6835b0ae" providerId="LiveId" clId="{660F8803-2738-5EFD-95AE-06E7480F19FB}" dt="2026-06-12T04:14:00.754" v="3024"/>
        <pc:sldMkLst>
          <pc:docMk/>
          <pc:sldMk cId="3293361723" sldId="310"/>
        </pc:sldMkLst>
      </pc:sldChg>
      <pc:sldChg chg="addSp delSp modSp new mod ord">
        <pc:chgData name="Pete Dowty" userId="91aba14b6835b0ae" providerId="LiveId" clId="{660F8803-2738-5EFD-95AE-06E7480F19FB}" dt="2026-06-21T14:04:29.939" v="3733" actId="208"/>
        <pc:sldMkLst>
          <pc:docMk/>
          <pc:sldMk cId="4105985679" sldId="311"/>
        </pc:sldMkLst>
        <pc:spChg chg="add mod">
          <ac:chgData name="Pete Dowty" userId="91aba14b6835b0ae" providerId="LiveId" clId="{660F8803-2738-5EFD-95AE-06E7480F19FB}" dt="2026-06-21T14:04:29.939" v="3733" actId="208"/>
          <ac:spMkLst>
            <pc:docMk/>
            <pc:sldMk cId="4105985679" sldId="311"/>
            <ac:spMk id="2" creationId="{D8376C5D-3801-7D55-3BF8-443E83269B1E}"/>
          </ac:spMkLst>
        </pc:spChg>
        <pc:spChg chg="add mod">
          <ac:chgData name="Pete Dowty" userId="91aba14b6835b0ae" providerId="LiveId" clId="{660F8803-2738-5EFD-95AE-06E7480F19FB}" dt="2026-06-21T04:44:33.173" v="3352" actId="1076"/>
          <ac:spMkLst>
            <pc:docMk/>
            <pc:sldMk cId="4105985679" sldId="311"/>
            <ac:spMk id="3" creationId="{3951A741-31BF-60FA-A0C0-BCD26BCFF84A}"/>
          </ac:spMkLst>
        </pc:spChg>
        <pc:spChg chg="add mod">
          <ac:chgData name="Pete Dowty" userId="91aba14b6835b0ae" providerId="LiveId" clId="{660F8803-2738-5EFD-95AE-06E7480F19FB}" dt="2026-06-21T14:04:29.939" v="3733" actId="208"/>
          <ac:spMkLst>
            <pc:docMk/>
            <pc:sldMk cId="4105985679" sldId="311"/>
            <ac:spMk id="4" creationId="{372BA0CE-7341-17C2-9DC9-26C3BDED9E28}"/>
          </ac:spMkLst>
        </pc:spChg>
        <pc:spChg chg="add mod">
          <ac:chgData name="Pete Dowty" userId="91aba14b6835b0ae" providerId="LiveId" clId="{660F8803-2738-5EFD-95AE-06E7480F19FB}" dt="2026-06-21T04:44:29.396" v="3351" actId="1076"/>
          <ac:spMkLst>
            <pc:docMk/>
            <pc:sldMk cId="4105985679" sldId="311"/>
            <ac:spMk id="5" creationId="{E163C22F-957F-A179-7918-D2218A52FBFC}"/>
          </ac:spMkLst>
        </pc:spChg>
        <pc:spChg chg="add mod">
          <ac:chgData name="Pete Dowty" userId="91aba14b6835b0ae" providerId="LiveId" clId="{660F8803-2738-5EFD-95AE-06E7480F19FB}" dt="2026-06-21T14:04:29.939" v="3733" actId="208"/>
          <ac:spMkLst>
            <pc:docMk/>
            <pc:sldMk cId="4105985679" sldId="311"/>
            <ac:spMk id="6" creationId="{81C51E30-7947-1034-5D93-4993962A4BB9}"/>
          </ac:spMkLst>
        </pc:spChg>
        <pc:spChg chg="add mod">
          <ac:chgData name="Pete Dowty" userId="91aba14b6835b0ae" providerId="LiveId" clId="{660F8803-2738-5EFD-95AE-06E7480F19FB}" dt="2026-06-21T04:44:25.822" v="3350" actId="1076"/>
          <ac:spMkLst>
            <pc:docMk/>
            <pc:sldMk cId="4105985679" sldId="311"/>
            <ac:spMk id="7" creationId="{27C0E837-5B1A-B61D-3969-1D5C9A6D8DAE}"/>
          </ac:spMkLst>
        </pc:spChg>
        <pc:spChg chg="add mod">
          <ac:chgData name="Pete Dowty" userId="91aba14b6835b0ae" providerId="LiveId" clId="{660F8803-2738-5EFD-95AE-06E7480F19FB}" dt="2026-06-21T04:50:57.589" v="3398" actId="207"/>
          <ac:spMkLst>
            <pc:docMk/>
            <pc:sldMk cId="4105985679" sldId="311"/>
            <ac:spMk id="8" creationId="{4FADDADE-C6FB-E5F2-0B3D-7DBB7EA31B39}"/>
          </ac:spMkLst>
        </pc:spChg>
        <pc:spChg chg="add mod">
          <ac:chgData name="Pete Dowty" userId="91aba14b6835b0ae" providerId="LiveId" clId="{660F8803-2738-5EFD-95AE-06E7480F19FB}" dt="2026-06-21T04:51:13.383" v="3406" actId="207"/>
          <ac:spMkLst>
            <pc:docMk/>
            <pc:sldMk cId="4105985679" sldId="311"/>
            <ac:spMk id="9" creationId="{603AC6C6-3245-C02E-6372-E7CCDE1A5824}"/>
          </ac:spMkLst>
        </pc:spChg>
        <pc:spChg chg="add mod">
          <ac:chgData name="Pete Dowty" userId="91aba14b6835b0ae" providerId="LiveId" clId="{660F8803-2738-5EFD-95AE-06E7480F19FB}" dt="2026-06-21T04:52:35.145" v="3414" actId="20577"/>
          <ac:spMkLst>
            <pc:docMk/>
            <pc:sldMk cId="4105985679" sldId="311"/>
            <ac:spMk id="10" creationId="{67C4C3F0-5756-3EB5-6106-46B1F23F85D8}"/>
          </ac:spMkLst>
        </pc:spChg>
        <pc:spChg chg="add mod">
          <ac:chgData name="Pete Dowty" userId="91aba14b6835b0ae" providerId="LiveId" clId="{660F8803-2738-5EFD-95AE-06E7480F19FB}" dt="2026-06-21T04:54:39.360" v="3419"/>
          <ac:spMkLst>
            <pc:docMk/>
            <pc:sldMk cId="4105985679" sldId="311"/>
            <ac:spMk id="11" creationId="{963D2E58-C438-1697-4C3A-2C221566FEF2}"/>
          </ac:spMkLst>
        </pc:spChg>
        <pc:spChg chg="add mod">
          <ac:chgData name="Pete Dowty" userId="91aba14b6835b0ae" providerId="LiveId" clId="{660F8803-2738-5EFD-95AE-06E7480F19FB}" dt="2026-06-21T13:39:16.050" v="3588" actId="1076"/>
          <ac:spMkLst>
            <pc:docMk/>
            <pc:sldMk cId="4105985679" sldId="311"/>
            <ac:spMk id="13" creationId="{233AB3C2-3DE1-6208-BAE2-680C46A84B6F}"/>
          </ac:spMkLst>
        </pc:spChg>
        <pc:spChg chg="add mod">
          <ac:chgData name="Pete Dowty" userId="91aba14b6835b0ae" providerId="LiveId" clId="{660F8803-2738-5EFD-95AE-06E7480F19FB}" dt="2026-06-21T13:41:04.498" v="3664" actId="179"/>
          <ac:spMkLst>
            <pc:docMk/>
            <pc:sldMk cId="4105985679" sldId="311"/>
            <ac:spMk id="21" creationId="{4D6629B2-E208-4479-437C-8ACBA7AC643C}"/>
          </ac:spMkLst>
        </pc:spChg>
        <pc:spChg chg="add del mod">
          <ac:chgData name="Pete Dowty" userId="91aba14b6835b0ae" providerId="LiveId" clId="{660F8803-2738-5EFD-95AE-06E7480F19FB}" dt="2026-06-21T13:41:21.535" v="3665" actId="478"/>
          <ac:spMkLst>
            <pc:docMk/>
            <pc:sldMk cId="4105985679" sldId="311"/>
            <ac:spMk id="22" creationId="{77F685E5-F3E8-4B43-86EE-0A009A02A539}"/>
          </ac:spMkLst>
        </pc:spChg>
        <pc:spChg chg="add del mod">
          <ac:chgData name="Pete Dowty" userId="91aba14b6835b0ae" providerId="LiveId" clId="{660F8803-2738-5EFD-95AE-06E7480F19FB}" dt="2026-06-21T13:41:21.535" v="3665" actId="478"/>
          <ac:spMkLst>
            <pc:docMk/>
            <pc:sldMk cId="4105985679" sldId="311"/>
            <ac:spMk id="23" creationId="{51FAD1EA-9B19-D174-C98F-E913C7C8F06B}"/>
          </ac:spMkLst>
        </pc:spChg>
        <pc:spChg chg="add del mod">
          <ac:chgData name="Pete Dowty" userId="91aba14b6835b0ae" providerId="LiveId" clId="{660F8803-2738-5EFD-95AE-06E7480F19FB}" dt="2026-06-21T13:41:21.535" v="3665" actId="478"/>
          <ac:spMkLst>
            <pc:docMk/>
            <pc:sldMk cId="4105985679" sldId="311"/>
            <ac:spMk id="24" creationId="{ACEFD419-0182-7B36-5408-AFE848951581}"/>
          </ac:spMkLst>
        </pc:spChg>
        <pc:spChg chg="add mod">
          <ac:chgData name="Pete Dowty" userId="91aba14b6835b0ae" providerId="LiveId" clId="{660F8803-2738-5EFD-95AE-06E7480F19FB}" dt="2026-06-21T13:59:56.102" v="3732" actId="1076"/>
          <ac:spMkLst>
            <pc:docMk/>
            <pc:sldMk cId="4105985679" sldId="311"/>
            <ac:spMk id="26" creationId="{202F8DFC-C890-BC28-2682-4E117914FCB0}"/>
          </ac:spMkLst>
        </pc:spChg>
        <pc:picChg chg="add mod">
          <ac:chgData name="Pete Dowty" userId="91aba14b6835b0ae" providerId="LiveId" clId="{660F8803-2738-5EFD-95AE-06E7480F19FB}" dt="2026-06-21T13:38:55.388" v="3584" actId="1076"/>
          <ac:picMkLst>
            <pc:docMk/>
            <pc:sldMk cId="4105985679" sldId="311"/>
            <ac:picMk id="12" creationId="{3F5404A7-56F1-393B-BD0E-358FE7C9E937}"/>
          </ac:picMkLst>
        </pc:picChg>
        <pc:picChg chg="add mod">
          <ac:chgData name="Pete Dowty" userId="91aba14b6835b0ae" providerId="LiveId" clId="{660F8803-2738-5EFD-95AE-06E7480F19FB}" dt="2026-06-21T13:54:02.338" v="3671" actId="1076"/>
          <ac:picMkLst>
            <pc:docMk/>
            <pc:sldMk cId="4105985679" sldId="311"/>
            <ac:picMk id="25" creationId="{66B75841-952B-192F-8498-5F6967CD8426}"/>
          </ac:picMkLst>
        </pc:pic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5" creationId="{06DC48CA-748C-AE2F-3164-DEA7E74388EC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6" creationId="{6689E7A0-D2CC-4C70-EBAE-896AF6AE13E9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7" creationId="{4030DEC0-837F-662B-54A2-AFBABA1A6B2F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8" creationId="{6B475B8D-DB28-AC9A-611B-4D9CAE499561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9" creationId="{6FD11AA7-E861-3BDE-7CE0-517392D9F149}"/>
          </ac:cxnSpMkLst>
        </pc:cxnChg>
      </pc:sldChg>
      <pc:sldChg chg="addSp modSp new mod">
        <pc:chgData name="Pete Dowty" userId="91aba14b6835b0ae" providerId="LiveId" clId="{660F8803-2738-5EFD-95AE-06E7480F19FB}" dt="2026-06-22T03:55:32.968" v="4388" actId="14100"/>
        <pc:sldMkLst>
          <pc:docMk/>
          <pc:sldMk cId="1430110170" sldId="312"/>
        </pc:sldMkLst>
        <pc:spChg chg="add mod">
          <ac:chgData name="Pete Dowty" userId="91aba14b6835b0ae" providerId="LiveId" clId="{660F8803-2738-5EFD-95AE-06E7480F19FB}" dt="2026-06-22T03:47:38.916" v="3917" actId="1076"/>
          <ac:spMkLst>
            <pc:docMk/>
            <pc:sldMk cId="1430110170" sldId="312"/>
            <ac:spMk id="3" creationId="{71DA827D-D70A-4327-2E9E-0CC6A523140F}"/>
          </ac:spMkLst>
        </pc:spChg>
        <pc:spChg chg="add mod">
          <ac:chgData name="Pete Dowty" userId="91aba14b6835b0ae" providerId="LiveId" clId="{660F8803-2738-5EFD-95AE-06E7480F19FB}" dt="2026-06-22T03:55:21.333" v="4386" actId="313"/>
          <ac:spMkLst>
            <pc:docMk/>
            <pc:sldMk cId="1430110170" sldId="312"/>
            <ac:spMk id="4" creationId="{A2271209-82A8-86AD-AF45-BDDD9820A14F}"/>
          </ac:spMkLst>
        </pc:spChg>
        <pc:picChg chg="add mod">
          <ac:chgData name="Pete Dowty" userId="91aba14b6835b0ae" providerId="LiveId" clId="{660F8803-2738-5EFD-95AE-06E7480F19FB}" dt="2026-06-22T03:55:32.968" v="4388" actId="14100"/>
          <ac:picMkLst>
            <pc:docMk/>
            <pc:sldMk cId="1430110170" sldId="312"/>
            <ac:picMk id="2" creationId="{EF582326-9A41-40CD-7562-EF9D05EB5365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3.png"/><Relationship Id="rId7" Type="http://schemas.openxmlformats.org/officeDocument/2006/relationships/image" Target="../media/image17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26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jpeg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27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tiff"/><Relationship Id="rId7" Type="http://schemas.openxmlformats.org/officeDocument/2006/relationships/image" Target="../media/image51.tiff"/><Relationship Id="rId2" Type="http://schemas.openxmlformats.org/officeDocument/2006/relationships/image" Target="../media/image46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tiff"/><Relationship Id="rId5" Type="http://schemas.openxmlformats.org/officeDocument/2006/relationships/image" Target="../media/image49.tiff"/><Relationship Id="rId4" Type="http://schemas.openxmlformats.org/officeDocument/2006/relationships/image" Target="../media/image48.tiff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1.png"/><Relationship Id="rId7" Type="http://schemas.openxmlformats.org/officeDocument/2006/relationships/image" Target="../media/image106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8376C5D-3801-7D55-3BF8-443E83269B1E}"/>
              </a:ext>
            </a:extLst>
          </p:cNvPr>
          <p:cNvSpPr/>
          <p:nvPr/>
        </p:nvSpPr>
        <p:spPr>
          <a:xfrm>
            <a:off x="1426129" y="830510"/>
            <a:ext cx="1400962" cy="547814"/>
          </a:xfrm>
          <a:prstGeom prst="round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p_gps_pts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51A741-31BF-60FA-A0C0-BCD26BCFF84A}"/>
              </a:ext>
            </a:extLst>
          </p:cNvPr>
          <p:cNvSpPr txBox="1"/>
          <p:nvPr/>
        </p:nvSpPr>
        <p:spPr>
          <a:xfrm>
            <a:off x="1358308" y="1437734"/>
            <a:ext cx="15366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29 unique values &amp; NA </a:t>
            </a:r>
            <a:r>
              <a:rPr lang="en-US" sz="1000" dirty="0" err="1"/>
              <a:t>donor_site_name</a:t>
            </a:r>
            <a:endParaRPr lang="en-US" sz="10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2BA0CE-7341-17C2-9DC9-26C3BDED9E28}"/>
              </a:ext>
            </a:extLst>
          </p:cNvPr>
          <p:cNvSpPr/>
          <p:nvPr/>
        </p:nvSpPr>
        <p:spPr>
          <a:xfrm>
            <a:off x="3549942" y="830510"/>
            <a:ext cx="1400962" cy="547814"/>
          </a:xfrm>
          <a:prstGeom prst="round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donor_sites</a:t>
            </a:r>
            <a:endParaRPr lang="en-US" sz="1100" dirty="0"/>
          </a:p>
          <a:p>
            <a:pPr algn="ctr"/>
            <a:r>
              <a:rPr lang="en-US" sz="800" dirty="0"/>
              <a:t>(Matrix sheet)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3C22F-957F-A179-7918-D2218A52FBFC}"/>
              </a:ext>
            </a:extLst>
          </p:cNvPr>
          <p:cNvSpPr txBox="1"/>
          <p:nvPr/>
        </p:nvSpPr>
        <p:spPr>
          <a:xfrm>
            <a:off x="3372463" y="1437241"/>
            <a:ext cx="17559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30 records (all with site names)</a:t>
            </a:r>
          </a:p>
          <a:p>
            <a:pPr algn="ctr"/>
            <a:r>
              <a:rPr lang="en-US" sz="900" dirty="0"/>
              <a:t>24 unique site names</a:t>
            </a:r>
          </a:p>
          <a:p>
            <a:pPr algn="ctr"/>
            <a:endParaRPr lang="en-US" sz="900" dirty="0"/>
          </a:p>
          <a:p>
            <a:pPr algn="ctr"/>
            <a:r>
              <a:rPr lang="en-US" sz="900" dirty="0"/>
              <a:t>3 of 24 without coords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1C51E30-7947-1034-5D93-4993962A4BB9}"/>
              </a:ext>
            </a:extLst>
          </p:cNvPr>
          <p:cNvSpPr/>
          <p:nvPr/>
        </p:nvSpPr>
        <p:spPr>
          <a:xfrm>
            <a:off x="5673755" y="830510"/>
            <a:ext cx="1400962" cy="547814"/>
          </a:xfrm>
          <a:prstGeom prst="round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donor_site_codes</a:t>
            </a:r>
            <a:endParaRPr lang="en-US" sz="1100" dirty="0"/>
          </a:p>
          <a:p>
            <a:pPr algn="ctr"/>
            <a:r>
              <a:rPr lang="en-US" sz="800" dirty="0"/>
              <a:t>(csv file)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C0E837-5B1A-B61D-3969-1D5C9A6D8DAE}"/>
              </a:ext>
            </a:extLst>
          </p:cNvPr>
          <p:cNvSpPr txBox="1"/>
          <p:nvPr/>
        </p:nvSpPr>
        <p:spPr>
          <a:xfrm>
            <a:off x="5496276" y="1444936"/>
            <a:ext cx="17559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 donor sites + Mixed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ADDADE-C6FB-E5F2-0B3D-7DBB7EA31B39}"/>
              </a:ext>
            </a:extLst>
          </p:cNvPr>
          <p:cNvSpPr txBox="1"/>
          <p:nvPr/>
        </p:nvSpPr>
        <p:spPr>
          <a:xfrm>
            <a:off x="5561270" y="2229348"/>
            <a:ext cx="1755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>
                <a:solidFill>
                  <a:srgbClr val="C00000"/>
                </a:solidFill>
              </a:rPr>
              <a:t>donor_site_name</a:t>
            </a:r>
            <a:endParaRPr lang="en-US" sz="900" dirty="0">
              <a:solidFill>
                <a:srgbClr val="C00000"/>
              </a:solidFill>
            </a:endParaRPr>
          </a:p>
          <a:p>
            <a:pPr algn="ctr"/>
            <a:r>
              <a:rPr lang="en-US" sz="900" dirty="0" err="1">
                <a:solidFill>
                  <a:srgbClr val="C00000"/>
                </a:solidFill>
              </a:rPr>
              <a:t>donor_site_code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AC6C6-3245-C02E-6372-E7CCDE1A5824}"/>
              </a:ext>
            </a:extLst>
          </p:cNvPr>
          <p:cNvSpPr txBox="1"/>
          <p:nvPr/>
        </p:nvSpPr>
        <p:spPr>
          <a:xfrm>
            <a:off x="3299922" y="2249786"/>
            <a:ext cx="17559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>
                <a:solidFill>
                  <a:srgbClr val="C00000"/>
                </a:solidFill>
              </a:rPr>
              <a:t>site_name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4C3F0-5756-3EB5-6106-46B1F23F85D8}"/>
              </a:ext>
            </a:extLst>
          </p:cNvPr>
          <p:cNvSpPr txBox="1"/>
          <p:nvPr/>
        </p:nvSpPr>
        <p:spPr>
          <a:xfrm>
            <a:off x="1138992" y="2263500"/>
            <a:ext cx="17559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>
                <a:solidFill>
                  <a:srgbClr val="C00000"/>
                </a:solidFill>
              </a:rPr>
              <a:t>donor_site_name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63D2E58-C438-1697-4C3A-2C221566FEF2}"/>
              </a:ext>
            </a:extLst>
          </p:cNvPr>
          <p:cNvSpPr/>
          <p:nvPr/>
        </p:nvSpPr>
        <p:spPr>
          <a:xfrm>
            <a:off x="2440641" y="2528048"/>
            <a:ext cx="1600200" cy="308442"/>
          </a:xfrm>
          <a:custGeom>
            <a:avLst/>
            <a:gdLst>
              <a:gd name="csX0" fmla="*/ 0 w 1600200"/>
              <a:gd name="csY0" fmla="*/ 26894 h 26894"/>
              <a:gd name="csX1" fmla="*/ 1600200 w 1600200"/>
              <a:gd name="csY1" fmla="*/ 0 h 26894"/>
              <a:gd name="csX0" fmla="*/ 0 w 1600200"/>
              <a:gd name="csY0" fmla="*/ 26894 h 191395"/>
              <a:gd name="csX1" fmla="*/ 1600200 w 1600200"/>
              <a:gd name="csY1" fmla="*/ 0 h 191395"/>
              <a:gd name="csX0" fmla="*/ 0 w 1600200"/>
              <a:gd name="csY0" fmla="*/ 26894 h 308442"/>
              <a:gd name="csX1" fmla="*/ 1600200 w 1600200"/>
              <a:gd name="csY1" fmla="*/ 0 h 308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00200" h="308442">
                <a:moveTo>
                  <a:pt x="0" y="26894"/>
                </a:moveTo>
                <a:cubicBezTo>
                  <a:pt x="318247" y="394446"/>
                  <a:pt x="1349189" y="419100"/>
                  <a:pt x="1600200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F5404A7-56F1-393B-BD0E-358FE7C9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5" y="2598680"/>
            <a:ext cx="1342176" cy="145961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33AB3C2-3DE1-6208-BAE2-680C46A84B6F}"/>
              </a:ext>
            </a:extLst>
          </p:cNvPr>
          <p:cNvSpPr txBox="1"/>
          <p:nvPr/>
        </p:nvSpPr>
        <p:spPr>
          <a:xfrm>
            <a:off x="270916" y="3097656"/>
            <a:ext cx="86807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>
                <a:solidFill>
                  <a:srgbClr val="C00000"/>
                </a:solidFill>
              </a:rPr>
              <a:t>not matched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6629B2-E208-4479-437C-8ACBA7AC643C}"/>
              </a:ext>
            </a:extLst>
          </p:cNvPr>
          <p:cNvSpPr txBox="1"/>
          <p:nvPr/>
        </p:nvSpPr>
        <p:spPr>
          <a:xfrm>
            <a:off x="1004335" y="4343402"/>
            <a:ext cx="182275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5 donor site in </a:t>
            </a:r>
            <a:r>
              <a:rPr lang="en-US" sz="900" dirty="0" err="1"/>
              <a:t>gps_pts</a:t>
            </a:r>
            <a:r>
              <a:rPr lang="en-US" sz="900" dirty="0"/>
              <a:t> not matched in </a:t>
            </a:r>
            <a:r>
              <a:rPr lang="en-US" sz="900" dirty="0" err="1"/>
              <a:t>donor_sites</a:t>
            </a:r>
            <a:r>
              <a:rPr lang="en-US" sz="900" dirty="0"/>
              <a:t> table: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Ketron Island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Anderson Island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Cutts Island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Shine Beach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Stuart Island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6B75841-952B-192F-8498-5F6967CD8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22" y="5565209"/>
            <a:ext cx="4819282" cy="72554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02F8DFC-C890-BC28-2682-4E117914FCB0}"/>
              </a:ext>
            </a:extLst>
          </p:cNvPr>
          <p:cNvSpPr txBox="1"/>
          <p:nvPr/>
        </p:nvSpPr>
        <p:spPr>
          <a:xfrm>
            <a:off x="6231339" y="4058297"/>
            <a:ext cx="21717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Add a Mixed logical variable to </a:t>
            </a:r>
            <a:r>
              <a:rPr lang="en-US" sz="1400" dirty="0" err="1"/>
              <a:t>planting_donor_assoc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05985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582326-9A41-40CD-7562-EF9D05EB5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50" y="235124"/>
            <a:ext cx="4395229" cy="45214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DA827D-D70A-4327-2E9E-0CC6A523140F}"/>
              </a:ext>
            </a:extLst>
          </p:cNvPr>
          <p:cNvSpPr txBox="1"/>
          <p:nvPr/>
        </p:nvSpPr>
        <p:spPr>
          <a:xfrm>
            <a:off x="4914551" y="448267"/>
            <a:ext cx="53255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Step through </a:t>
            </a:r>
            <a:r>
              <a:rPr lang="en-US" dirty="0" err="1"/>
              <a:t>donor_sites</a:t>
            </a:r>
            <a:r>
              <a:rPr lang="en-US" dirty="0"/>
              <a:t> from matrix and refer to map for any ambiguity</a:t>
            </a:r>
          </a:p>
          <a:p>
            <a:pPr marL="342900" indent="-342900">
              <a:buAutoNum type="arabicPeriod"/>
            </a:pPr>
            <a:r>
              <a:rPr lang="en-US" dirty="0"/>
              <a:t>Create csv with vicinity, name, alt name</a:t>
            </a:r>
          </a:p>
          <a:p>
            <a:pPr marL="342900" indent="-342900">
              <a:buAutoNum type="arabicPeriod"/>
            </a:pPr>
            <a:r>
              <a:rPr lang="en-US" dirty="0"/>
              <a:t>Identify cases with no coords and add coords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71209-82A8-86AD-AF45-BDDD9820A14F}"/>
              </a:ext>
            </a:extLst>
          </p:cNvPr>
          <p:cNvSpPr txBox="1"/>
          <p:nvPr/>
        </p:nvSpPr>
        <p:spPr>
          <a:xfrm>
            <a:off x="4815281" y="2713565"/>
            <a:ext cx="687058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Issue 1:  ambiguity in donor sites listed in </a:t>
            </a:r>
            <a:r>
              <a:rPr lang="en-US" dirty="0" err="1">
                <a:solidFill>
                  <a:schemeClr val="accent1"/>
                </a:solidFill>
              </a:rPr>
              <a:t>gps_pts</a:t>
            </a:r>
            <a:r>
              <a:rPr lang="en-US" dirty="0">
                <a:solidFill>
                  <a:schemeClr val="accent1"/>
                </a:solidFill>
              </a:rPr>
              <a:t> at Anderson Island.  The matrix </a:t>
            </a:r>
            <a:r>
              <a:rPr lang="en-US" dirty="0" err="1">
                <a:solidFill>
                  <a:schemeClr val="accent1"/>
                </a:solidFill>
              </a:rPr>
              <a:t>gps_pts</a:t>
            </a:r>
            <a:r>
              <a:rPr lang="en-US" dirty="0">
                <a:solidFill>
                  <a:schemeClr val="accent1"/>
                </a:solidFill>
              </a:rPr>
              <a:t> includes: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10 records  with </a:t>
            </a:r>
            <a:r>
              <a:rPr lang="en-US" dirty="0" err="1">
                <a:solidFill>
                  <a:schemeClr val="accent1"/>
                </a:solidFill>
              </a:rPr>
              <a:t>donor_site</a:t>
            </a:r>
            <a:r>
              <a:rPr lang="en-US" dirty="0">
                <a:solidFill>
                  <a:schemeClr val="accent1"/>
                </a:solidFill>
              </a:rPr>
              <a:t> = “Anderson Island”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8 records with </a:t>
            </a:r>
            <a:r>
              <a:rPr lang="en-US" dirty="0" err="1">
                <a:solidFill>
                  <a:schemeClr val="accent1"/>
                </a:solidFill>
              </a:rPr>
              <a:t>donor_site</a:t>
            </a:r>
            <a:r>
              <a:rPr lang="en-US" dirty="0">
                <a:solidFill>
                  <a:schemeClr val="accent1"/>
                </a:solidFill>
              </a:rPr>
              <a:t> = “Sandy Point”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13 records with </a:t>
            </a:r>
            <a:r>
              <a:rPr lang="en-US" dirty="0" err="1">
                <a:solidFill>
                  <a:schemeClr val="accent1"/>
                </a:solidFill>
              </a:rPr>
              <a:t>donor_site</a:t>
            </a:r>
            <a:r>
              <a:rPr lang="en-US" dirty="0">
                <a:solidFill>
                  <a:schemeClr val="accent1"/>
                </a:solidFill>
              </a:rPr>
              <a:t> = “Thompson Cove”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Donor sites sheet in matrix only has records (with coords)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Sandy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Thompson Cove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Need clarification on the 10 records with “Anderson Island”</a:t>
            </a:r>
          </a:p>
        </p:txBody>
      </p:sp>
    </p:spTree>
    <p:extLst>
      <p:ext uri="{BB962C8B-B14F-4D97-AF65-F5344CB8AC3E}">
        <p14:creationId xmlns:p14="http://schemas.microsoft.com/office/powerpoint/2010/main" val="1430110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136135"/>
            <a:ext cx="526549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Sankey completed.</a:t>
            </a:r>
          </a:p>
          <a:p>
            <a:endParaRPr lang="en-US" sz="1400" dirty="0"/>
          </a:p>
          <a:p>
            <a:r>
              <a:rPr lang="en-US" sz="1400" dirty="0"/>
              <a:t>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Rehab plantings into pt-plantings and centroids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get rehab list of </a:t>
            </a:r>
            <a:r>
              <a:rPr lang="en-US" sz="1200" dirty="0" err="1">
                <a:solidFill>
                  <a:srgbClr val="C00000"/>
                </a:solidFill>
              </a:rPr>
              <a:t>plantingIDs</a:t>
            </a:r>
            <a:r>
              <a:rPr lang="en-US" sz="1200" dirty="0">
                <a:solidFill>
                  <a:srgbClr val="C00000"/>
                </a:solidFill>
              </a:rPr>
              <a:t> with </a:t>
            </a:r>
            <a:r>
              <a:rPr lang="en-US" sz="1200" dirty="0" err="1">
                <a:solidFill>
                  <a:srgbClr val="C00000"/>
                </a:solidFill>
              </a:rPr>
              <a:t>planting_location_code</a:t>
            </a:r>
            <a:endParaRPr lang="en-US" sz="1200" dirty="0">
              <a:solidFill>
                <a:srgbClr val="C00000"/>
              </a:solidFill>
            </a:endParaRP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sf:  how to append features?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construct records in </a:t>
            </a:r>
            <a:r>
              <a:rPr lang="en-US" sz="1200" dirty="0" err="1">
                <a:solidFill>
                  <a:srgbClr val="C00000"/>
                </a:solidFill>
              </a:rPr>
              <a:t>pt_plantings</a:t>
            </a:r>
            <a:r>
              <a:rPr lang="en-US" sz="1200" dirty="0">
                <a:solidFill>
                  <a:srgbClr val="C00000"/>
                </a:solidFill>
              </a:rPr>
              <a:t> structure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append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restoration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 donor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Integrate monitoring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and stage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web tables with </a:t>
            </a:r>
            <a:r>
              <a:rPr lang="en-US" sz="1400" dirty="0" err="1"/>
              <a:t>graphURL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service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51083E6-675B-004C-4D2B-D71A76F08BD3}"/>
              </a:ext>
            </a:extLst>
          </p:cNvPr>
          <p:cNvCxnSpPr/>
          <p:nvPr/>
        </p:nvCxnSpPr>
        <p:spPr>
          <a:xfrm>
            <a:off x="117694" y="1889515"/>
            <a:ext cx="64944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11C776A-24E4-E47B-760C-EB2D4C0F7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626" y="385894"/>
            <a:ext cx="5163271" cy="14003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78D628-B96F-F0FD-BEC3-38194DE3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576" y="1988354"/>
            <a:ext cx="3553321" cy="21434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B15FDF-75FF-1BA8-D304-4150870574AC}"/>
              </a:ext>
            </a:extLst>
          </p:cNvPr>
          <p:cNvSpPr txBox="1"/>
          <p:nvPr/>
        </p:nvSpPr>
        <p:spPr>
          <a:xfrm>
            <a:off x="570451" y="3686269"/>
            <a:ext cx="48731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 rehab list </a:t>
            </a:r>
            <a:r>
              <a:rPr lang="en-US" sz="1200" dirty="0" err="1"/>
              <a:t>planting_location_code</a:t>
            </a:r>
            <a:r>
              <a:rPr lang="en-US" sz="1200" dirty="0"/>
              <a:t> to select records from </a:t>
            </a:r>
            <a:r>
              <a:rPr lang="en-US" sz="1200" dirty="0" err="1"/>
              <a:t>planting_locations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copy points and modify attributes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Bind to existing spatial layer for that geometry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E7BE8-DDFA-F39D-DF6D-C4330D4947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473" y="5398374"/>
            <a:ext cx="5062057" cy="9039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BED97E2-94BB-071D-F3D4-B6F7B44C9DA1}"/>
              </a:ext>
            </a:extLst>
          </p:cNvPr>
          <p:cNvGrpSpPr/>
          <p:nvPr/>
        </p:nvGrpSpPr>
        <p:grpSpPr>
          <a:xfrm>
            <a:off x="2517632" y="5398374"/>
            <a:ext cx="1241571" cy="683859"/>
            <a:chOff x="2517632" y="5398374"/>
            <a:chExt cx="1241571" cy="683859"/>
          </a:xfrm>
        </p:grpSpPr>
        <p:pic>
          <p:nvPicPr>
            <p:cNvPr id="6" name="Graphic 5" descr="Table outline">
              <a:extLst>
                <a:ext uri="{FF2B5EF4-FFF2-40B4-BE49-F238E27FC236}">
                  <a16:creationId xmlns:a16="http://schemas.microsoft.com/office/drawing/2014/main" id="{43D3E1AC-F208-6031-C570-E14D19BDD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3582" y="5398374"/>
              <a:ext cx="649673" cy="64967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0CD528A-E4D3-7555-818C-B7FB788B65DF}"/>
                </a:ext>
              </a:extLst>
            </p:cNvPr>
            <p:cNvSpPr txBox="1"/>
            <p:nvPr/>
          </p:nvSpPr>
          <p:spPr>
            <a:xfrm>
              <a:off x="2517632" y="5866789"/>
              <a:ext cx="124157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planting_locations</a:t>
              </a:r>
              <a:endParaRPr lang="en-US" sz="800" dirty="0"/>
            </a:p>
          </p:txBody>
        </p:sp>
      </p:grpSp>
      <p:sp>
        <p:nvSpPr>
          <p:cNvPr id="12" name="Diamond 11">
            <a:extLst>
              <a:ext uri="{FF2B5EF4-FFF2-40B4-BE49-F238E27FC236}">
                <a16:creationId xmlns:a16="http://schemas.microsoft.com/office/drawing/2014/main" id="{B242F891-4D7D-484E-E58F-D70F4DAA2F86}"/>
              </a:ext>
            </a:extLst>
          </p:cNvPr>
          <p:cNvSpPr/>
          <p:nvPr/>
        </p:nvSpPr>
        <p:spPr>
          <a:xfrm>
            <a:off x="4664279" y="5544973"/>
            <a:ext cx="285226" cy="356474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1E07D9-6ACA-BE8F-FC06-799196501474}"/>
              </a:ext>
            </a:extLst>
          </p:cNvPr>
          <p:cNvCxnSpPr/>
          <p:nvPr/>
        </p:nvCxnSpPr>
        <p:spPr>
          <a:xfrm>
            <a:off x="3463255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794B0C4-4AB9-9DE7-B6F0-F412829E5CA2}"/>
              </a:ext>
            </a:extLst>
          </p:cNvPr>
          <p:cNvCxnSpPr/>
          <p:nvPr/>
        </p:nvCxnSpPr>
        <p:spPr>
          <a:xfrm>
            <a:off x="5054367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>
            <a:extLst>
              <a:ext uri="{FF2B5EF4-FFF2-40B4-BE49-F238E27FC236}">
                <a16:creationId xmlns:a16="http://schemas.microsoft.com/office/drawing/2014/main" id="{4218A011-B31E-5756-43B8-545BA231B7B8}"/>
              </a:ext>
            </a:extLst>
          </p:cNvPr>
          <p:cNvSpPr/>
          <p:nvPr/>
        </p:nvSpPr>
        <p:spPr>
          <a:xfrm>
            <a:off x="9957732" y="402035"/>
            <a:ext cx="1048624" cy="1460321"/>
          </a:xfrm>
          <a:custGeom>
            <a:avLst/>
            <a:gdLst>
              <a:gd name="csX0" fmla="*/ 545285 w 1048624"/>
              <a:gd name="csY0" fmla="*/ 637 h 1460321"/>
              <a:gd name="csX1" fmla="*/ 478173 w 1048624"/>
              <a:gd name="csY1" fmla="*/ 42582 h 1460321"/>
              <a:gd name="csX2" fmla="*/ 461395 w 1048624"/>
              <a:gd name="csY2" fmla="*/ 67748 h 1460321"/>
              <a:gd name="csX3" fmla="*/ 436228 w 1048624"/>
              <a:gd name="csY3" fmla="*/ 84526 h 1460321"/>
              <a:gd name="csX4" fmla="*/ 343949 w 1048624"/>
              <a:gd name="csY4" fmla="*/ 160027 h 1460321"/>
              <a:gd name="csX5" fmla="*/ 310393 w 1048624"/>
              <a:gd name="csY5" fmla="*/ 176805 h 1460321"/>
              <a:gd name="csX6" fmla="*/ 268448 w 1048624"/>
              <a:gd name="csY6" fmla="*/ 193583 h 1460321"/>
              <a:gd name="csX7" fmla="*/ 226503 w 1048624"/>
              <a:gd name="csY7" fmla="*/ 218750 h 1460321"/>
              <a:gd name="csX8" fmla="*/ 134224 w 1048624"/>
              <a:gd name="csY8" fmla="*/ 285862 h 1460321"/>
              <a:gd name="csX9" fmla="*/ 83890 w 1048624"/>
              <a:gd name="csY9" fmla="*/ 319418 h 1460321"/>
              <a:gd name="csX10" fmla="*/ 67112 w 1048624"/>
              <a:gd name="csY10" fmla="*/ 344585 h 1460321"/>
              <a:gd name="csX11" fmla="*/ 33556 w 1048624"/>
              <a:gd name="csY11" fmla="*/ 369752 h 1460321"/>
              <a:gd name="csX12" fmla="*/ 0 w 1048624"/>
              <a:gd name="csY12" fmla="*/ 436864 h 1460321"/>
              <a:gd name="csX13" fmla="*/ 8389 w 1048624"/>
              <a:gd name="csY13" fmla="*/ 738868 h 1460321"/>
              <a:gd name="csX14" fmla="*/ 16778 w 1048624"/>
              <a:gd name="csY14" fmla="*/ 780813 h 1460321"/>
              <a:gd name="csX15" fmla="*/ 25167 w 1048624"/>
              <a:gd name="csY15" fmla="*/ 847925 h 1460321"/>
              <a:gd name="csX16" fmla="*/ 41945 w 1048624"/>
              <a:gd name="csY16" fmla="*/ 906648 h 1460321"/>
              <a:gd name="csX17" fmla="*/ 67112 w 1048624"/>
              <a:gd name="csY17" fmla="*/ 990537 h 1460321"/>
              <a:gd name="csX18" fmla="*/ 83890 w 1048624"/>
              <a:gd name="csY18" fmla="*/ 1032482 h 1460321"/>
              <a:gd name="csX19" fmla="*/ 100668 w 1048624"/>
              <a:gd name="csY19" fmla="*/ 1099594 h 1460321"/>
              <a:gd name="csX20" fmla="*/ 109057 w 1048624"/>
              <a:gd name="csY20" fmla="*/ 1124761 h 1460321"/>
              <a:gd name="csX21" fmla="*/ 142613 w 1048624"/>
              <a:gd name="csY21" fmla="*/ 1175095 h 1460321"/>
              <a:gd name="csX22" fmla="*/ 159391 w 1048624"/>
              <a:gd name="csY22" fmla="*/ 1208651 h 1460321"/>
              <a:gd name="csX23" fmla="*/ 167780 w 1048624"/>
              <a:gd name="csY23" fmla="*/ 1233818 h 1460321"/>
              <a:gd name="csX24" fmla="*/ 184558 w 1048624"/>
              <a:gd name="csY24" fmla="*/ 1258985 h 1460321"/>
              <a:gd name="csX25" fmla="*/ 209725 w 1048624"/>
              <a:gd name="csY25" fmla="*/ 1309319 h 1460321"/>
              <a:gd name="csX26" fmla="*/ 234892 w 1048624"/>
              <a:gd name="csY26" fmla="*/ 1334486 h 1460321"/>
              <a:gd name="csX27" fmla="*/ 293615 w 1048624"/>
              <a:gd name="csY27" fmla="*/ 1409987 h 1460321"/>
              <a:gd name="csX28" fmla="*/ 318782 w 1048624"/>
              <a:gd name="csY28" fmla="*/ 1426765 h 1460321"/>
              <a:gd name="csX29" fmla="*/ 369116 w 1048624"/>
              <a:gd name="csY29" fmla="*/ 1443543 h 1460321"/>
              <a:gd name="csX30" fmla="*/ 436228 w 1048624"/>
              <a:gd name="csY30" fmla="*/ 1460321 h 1460321"/>
              <a:gd name="csX31" fmla="*/ 595618 w 1048624"/>
              <a:gd name="csY31" fmla="*/ 1443543 h 1460321"/>
              <a:gd name="csX32" fmla="*/ 713064 w 1048624"/>
              <a:gd name="csY32" fmla="*/ 1426765 h 1460321"/>
              <a:gd name="csX33" fmla="*/ 805343 w 1048624"/>
              <a:gd name="csY33" fmla="*/ 1384820 h 1460321"/>
              <a:gd name="csX34" fmla="*/ 889233 w 1048624"/>
              <a:gd name="csY34" fmla="*/ 1309319 h 1460321"/>
              <a:gd name="csX35" fmla="*/ 939567 w 1048624"/>
              <a:gd name="csY35" fmla="*/ 1233818 h 1460321"/>
              <a:gd name="csX36" fmla="*/ 956345 w 1048624"/>
              <a:gd name="csY36" fmla="*/ 1208651 h 1460321"/>
              <a:gd name="csX37" fmla="*/ 973123 w 1048624"/>
              <a:gd name="csY37" fmla="*/ 1183484 h 1460321"/>
              <a:gd name="csX38" fmla="*/ 989901 w 1048624"/>
              <a:gd name="csY38" fmla="*/ 1149928 h 1460321"/>
              <a:gd name="csX39" fmla="*/ 1031846 w 1048624"/>
              <a:gd name="csY39" fmla="*/ 1074427 h 1460321"/>
              <a:gd name="csX40" fmla="*/ 1048624 w 1048624"/>
              <a:gd name="csY40" fmla="*/ 1007315 h 1460321"/>
              <a:gd name="csX41" fmla="*/ 1040235 w 1048624"/>
              <a:gd name="csY41" fmla="*/ 898259 h 1460321"/>
              <a:gd name="csX42" fmla="*/ 1031846 w 1048624"/>
              <a:gd name="csY42" fmla="*/ 831147 h 1460321"/>
              <a:gd name="csX43" fmla="*/ 1023457 w 1048624"/>
              <a:gd name="csY43" fmla="*/ 663367 h 1460321"/>
              <a:gd name="csX44" fmla="*/ 998290 w 1048624"/>
              <a:gd name="csY44" fmla="*/ 554310 h 1460321"/>
              <a:gd name="csX45" fmla="*/ 981512 w 1048624"/>
              <a:gd name="csY45" fmla="*/ 520754 h 1460321"/>
              <a:gd name="csX46" fmla="*/ 973123 w 1048624"/>
              <a:gd name="csY46" fmla="*/ 487198 h 1460321"/>
              <a:gd name="csX47" fmla="*/ 956345 w 1048624"/>
              <a:gd name="csY47" fmla="*/ 445253 h 1460321"/>
              <a:gd name="csX48" fmla="*/ 931178 w 1048624"/>
              <a:gd name="csY48" fmla="*/ 378141 h 1460321"/>
              <a:gd name="csX49" fmla="*/ 914400 w 1048624"/>
              <a:gd name="csY49" fmla="*/ 352974 h 1460321"/>
              <a:gd name="csX50" fmla="*/ 906011 w 1048624"/>
              <a:gd name="csY50" fmla="*/ 327807 h 1460321"/>
              <a:gd name="csX51" fmla="*/ 855677 w 1048624"/>
              <a:gd name="csY51" fmla="*/ 252306 h 1460321"/>
              <a:gd name="csX52" fmla="*/ 822121 w 1048624"/>
              <a:gd name="csY52" fmla="*/ 193583 h 1460321"/>
              <a:gd name="csX53" fmla="*/ 729842 w 1048624"/>
              <a:gd name="csY53" fmla="*/ 101304 h 1460321"/>
              <a:gd name="csX54" fmla="*/ 679508 w 1048624"/>
              <a:gd name="csY54" fmla="*/ 84526 h 1460321"/>
              <a:gd name="csX55" fmla="*/ 654341 w 1048624"/>
              <a:gd name="csY55" fmla="*/ 76137 h 1460321"/>
              <a:gd name="csX56" fmla="*/ 629174 w 1048624"/>
              <a:gd name="csY56" fmla="*/ 59359 h 1460321"/>
              <a:gd name="csX57" fmla="*/ 604007 w 1048624"/>
              <a:gd name="csY57" fmla="*/ 50971 h 1460321"/>
              <a:gd name="csX58" fmla="*/ 545285 w 1048624"/>
              <a:gd name="csY58" fmla="*/ 34193 h 1460321"/>
              <a:gd name="csX59" fmla="*/ 520118 w 1048624"/>
              <a:gd name="csY59" fmla="*/ 17415 h 1460321"/>
              <a:gd name="csX60" fmla="*/ 545285 w 1048624"/>
              <a:gd name="csY60" fmla="*/ 637 h 14603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</a:cxnLst>
            <a:rect l="l" t="t" r="r" b="b"/>
            <a:pathLst>
              <a:path w="1048624" h="1460321">
                <a:moveTo>
                  <a:pt x="545285" y="637"/>
                </a:moveTo>
                <a:cubicBezTo>
                  <a:pt x="538294" y="4831"/>
                  <a:pt x="498773" y="26102"/>
                  <a:pt x="478173" y="42582"/>
                </a:cubicBezTo>
                <a:cubicBezTo>
                  <a:pt x="470300" y="48880"/>
                  <a:pt x="468524" y="60619"/>
                  <a:pt x="461395" y="67748"/>
                </a:cubicBezTo>
                <a:cubicBezTo>
                  <a:pt x="454266" y="74877"/>
                  <a:pt x="443973" y="78071"/>
                  <a:pt x="436228" y="84526"/>
                </a:cubicBezTo>
                <a:cubicBezTo>
                  <a:pt x="393193" y="120389"/>
                  <a:pt x="416062" y="123970"/>
                  <a:pt x="343949" y="160027"/>
                </a:cubicBezTo>
                <a:cubicBezTo>
                  <a:pt x="332764" y="165620"/>
                  <a:pt x="321821" y="171726"/>
                  <a:pt x="310393" y="176805"/>
                </a:cubicBezTo>
                <a:cubicBezTo>
                  <a:pt x="296632" y="182921"/>
                  <a:pt x="281917" y="186849"/>
                  <a:pt x="268448" y="193583"/>
                </a:cubicBezTo>
                <a:cubicBezTo>
                  <a:pt x="253864" y="200875"/>
                  <a:pt x="240259" y="209996"/>
                  <a:pt x="226503" y="218750"/>
                </a:cubicBezTo>
                <a:cubicBezTo>
                  <a:pt x="131038" y="279500"/>
                  <a:pt x="218760" y="224381"/>
                  <a:pt x="134224" y="285862"/>
                </a:cubicBezTo>
                <a:cubicBezTo>
                  <a:pt x="117916" y="297722"/>
                  <a:pt x="83890" y="319418"/>
                  <a:pt x="83890" y="319418"/>
                </a:cubicBezTo>
                <a:cubicBezTo>
                  <a:pt x="78297" y="327807"/>
                  <a:pt x="74241" y="337456"/>
                  <a:pt x="67112" y="344585"/>
                </a:cubicBezTo>
                <a:cubicBezTo>
                  <a:pt x="57225" y="354472"/>
                  <a:pt x="41780" y="358445"/>
                  <a:pt x="33556" y="369752"/>
                </a:cubicBezTo>
                <a:cubicBezTo>
                  <a:pt x="18845" y="389979"/>
                  <a:pt x="0" y="436864"/>
                  <a:pt x="0" y="436864"/>
                </a:cubicBezTo>
                <a:cubicBezTo>
                  <a:pt x="2796" y="537532"/>
                  <a:pt x="3482" y="638281"/>
                  <a:pt x="8389" y="738868"/>
                </a:cubicBezTo>
                <a:cubicBezTo>
                  <a:pt x="9084" y="753110"/>
                  <a:pt x="14610" y="766720"/>
                  <a:pt x="16778" y="780813"/>
                </a:cubicBezTo>
                <a:cubicBezTo>
                  <a:pt x="20206" y="803096"/>
                  <a:pt x="21461" y="825687"/>
                  <a:pt x="25167" y="847925"/>
                </a:cubicBezTo>
                <a:cubicBezTo>
                  <a:pt x="30412" y="879395"/>
                  <a:pt x="33966" y="878722"/>
                  <a:pt x="41945" y="906648"/>
                </a:cubicBezTo>
                <a:cubicBezTo>
                  <a:pt x="54306" y="949910"/>
                  <a:pt x="47175" y="940695"/>
                  <a:pt x="67112" y="990537"/>
                </a:cubicBezTo>
                <a:cubicBezTo>
                  <a:pt x="72705" y="1004519"/>
                  <a:pt x="79461" y="1018089"/>
                  <a:pt x="83890" y="1032482"/>
                </a:cubicBezTo>
                <a:cubicBezTo>
                  <a:pt x="90671" y="1054521"/>
                  <a:pt x="93376" y="1077718"/>
                  <a:pt x="100668" y="1099594"/>
                </a:cubicBezTo>
                <a:cubicBezTo>
                  <a:pt x="103464" y="1107983"/>
                  <a:pt x="104763" y="1117031"/>
                  <a:pt x="109057" y="1124761"/>
                </a:cubicBezTo>
                <a:cubicBezTo>
                  <a:pt x="118850" y="1142388"/>
                  <a:pt x="133595" y="1157059"/>
                  <a:pt x="142613" y="1175095"/>
                </a:cubicBezTo>
                <a:cubicBezTo>
                  <a:pt x="148206" y="1186280"/>
                  <a:pt x="154465" y="1197157"/>
                  <a:pt x="159391" y="1208651"/>
                </a:cubicBezTo>
                <a:cubicBezTo>
                  <a:pt x="162874" y="1216779"/>
                  <a:pt x="163825" y="1225909"/>
                  <a:pt x="167780" y="1233818"/>
                </a:cubicBezTo>
                <a:cubicBezTo>
                  <a:pt x="172289" y="1242836"/>
                  <a:pt x="180049" y="1249967"/>
                  <a:pt x="184558" y="1258985"/>
                </a:cubicBezTo>
                <a:cubicBezTo>
                  <a:pt x="203475" y="1296820"/>
                  <a:pt x="179673" y="1273256"/>
                  <a:pt x="209725" y="1309319"/>
                </a:cubicBezTo>
                <a:cubicBezTo>
                  <a:pt x="217320" y="1318433"/>
                  <a:pt x="227608" y="1325121"/>
                  <a:pt x="234892" y="1334486"/>
                </a:cubicBezTo>
                <a:cubicBezTo>
                  <a:pt x="269353" y="1378793"/>
                  <a:pt x="257529" y="1379915"/>
                  <a:pt x="293615" y="1409987"/>
                </a:cubicBezTo>
                <a:cubicBezTo>
                  <a:pt x="301360" y="1416442"/>
                  <a:pt x="309569" y="1422670"/>
                  <a:pt x="318782" y="1426765"/>
                </a:cubicBezTo>
                <a:cubicBezTo>
                  <a:pt x="334943" y="1433948"/>
                  <a:pt x="351958" y="1439254"/>
                  <a:pt x="369116" y="1443543"/>
                </a:cubicBezTo>
                <a:lnTo>
                  <a:pt x="436228" y="1460321"/>
                </a:lnTo>
                <a:cubicBezTo>
                  <a:pt x="587794" y="1446542"/>
                  <a:pt x="470972" y="1458207"/>
                  <a:pt x="595618" y="1443543"/>
                </a:cubicBezTo>
                <a:cubicBezTo>
                  <a:pt x="692408" y="1432156"/>
                  <a:pt x="642281" y="1440922"/>
                  <a:pt x="713064" y="1426765"/>
                </a:cubicBezTo>
                <a:cubicBezTo>
                  <a:pt x="788085" y="1389254"/>
                  <a:pt x="756448" y="1401118"/>
                  <a:pt x="805343" y="1384820"/>
                </a:cubicBezTo>
                <a:cubicBezTo>
                  <a:pt x="834224" y="1363159"/>
                  <a:pt x="869159" y="1339429"/>
                  <a:pt x="889233" y="1309319"/>
                </a:cubicBezTo>
                <a:lnTo>
                  <a:pt x="939567" y="1233818"/>
                </a:lnTo>
                <a:lnTo>
                  <a:pt x="956345" y="1208651"/>
                </a:lnTo>
                <a:cubicBezTo>
                  <a:pt x="961938" y="1200262"/>
                  <a:pt x="968614" y="1192502"/>
                  <a:pt x="973123" y="1183484"/>
                </a:cubicBezTo>
                <a:cubicBezTo>
                  <a:pt x="978716" y="1172299"/>
                  <a:pt x="983467" y="1160651"/>
                  <a:pt x="989901" y="1149928"/>
                </a:cubicBezTo>
                <a:cubicBezTo>
                  <a:pt x="1020344" y="1099190"/>
                  <a:pt x="1020597" y="1115674"/>
                  <a:pt x="1031846" y="1074427"/>
                </a:cubicBezTo>
                <a:cubicBezTo>
                  <a:pt x="1037913" y="1052180"/>
                  <a:pt x="1048624" y="1007315"/>
                  <a:pt x="1048624" y="1007315"/>
                </a:cubicBezTo>
                <a:cubicBezTo>
                  <a:pt x="1045828" y="970963"/>
                  <a:pt x="1043692" y="934554"/>
                  <a:pt x="1040235" y="898259"/>
                </a:cubicBezTo>
                <a:cubicBezTo>
                  <a:pt x="1038098" y="875816"/>
                  <a:pt x="1033452" y="853634"/>
                  <a:pt x="1031846" y="831147"/>
                </a:cubicBezTo>
                <a:cubicBezTo>
                  <a:pt x="1027856" y="775293"/>
                  <a:pt x="1027922" y="719185"/>
                  <a:pt x="1023457" y="663367"/>
                </a:cubicBezTo>
                <a:cubicBezTo>
                  <a:pt x="1022151" y="647048"/>
                  <a:pt x="999757" y="557244"/>
                  <a:pt x="998290" y="554310"/>
                </a:cubicBezTo>
                <a:cubicBezTo>
                  <a:pt x="992697" y="543125"/>
                  <a:pt x="985903" y="532463"/>
                  <a:pt x="981512" y="520754"/>
                </a:cubicBezTo>
                <a:cubicBezTo>
                  <a:pt x="977464" y="509959"/>
                  <a:pt x="976769" y="498136"/>
                  <a:pt x="973123" y="487198"/>
                </a:cubicBezTo>
                <a:cubicBezTo>
                  <a:pt x="968361" y="472912"/>
                  <a:pt x="961632" y="459353"/>
                  <a:pt x="956345" y="445253"/>
                </a:cubicBezTo>
                <a:cubicBezTo>
                  <a:pt x="945454" y="416211"/>
                  <a:pt x="947391" y="410567"/>
                  <a:pt x="931178" y="378141"/>
                </a:cubicBezTo>
                <a:cubicBezTo>
                  <a:pt x="926669" y="369123"/>
                  <a:pt x="918909" y="361992"/>
                  <a:pt x="914400" y="352974"/>
                </a:cubicBezTo>
                <a:cubicBezTo>
                  <a:pt x="910445" y="345065"/>
                  <a:pt x="909966" y="335716"/>
                  <a:pt x="906011" y="327807"/>
                </a:cubicBezTo>
                <a:cubicBezTo>
                  <a:pt x="889831" y="295446"/>
                  <a:pt x="876753" y="280407"/>
                  <a:pt x="855677" y="252306"/>
                </a:cubicBezTo>
                <a:cubicBezTo>
                  <a:pt x="839196" y="202862"/>
                  <a:pt x="858398" y="251626"/>
                  <a:pt x="822121" y="193583"/>
                </a:cubicBezTo>
                <a:cubicBezTo>
                  <a:pt x="793033" y="147042"/>
                  <a:pt x="810247" y="128106"/>
                  <a:pt x="729842" y="101304"/>
                </a:cubicBezTo>
                <a:lnTo>
                  <a:pt x="679508" y="84526"/>
                </a:lnTo>
                <a:cubicBezTo>
                  <a:pt x="671119" y="81730"/>
                  <a:pt x="661699" y="81042"/>
                  <a:pt x="654341" y="76137"/>
                </a:cubicBezTo>
                <a:cubicBezTo>
                  <a:pt x="645952" y="70544"/>
                  <a:pt x="638192" y="63868"/>
                  <a:pt x="629174" y="59359"/>
                </a:cubicBezTo>
                <a:cubicBezTo>
                  <a:pt x="621265" y="55405"/>
                  <a:pt x="612509" y="53400"/>
                  <a:pt x="604007" y="50971"/>
                </a:cubicBezTo>
                <a:cubicBezTo>
                  <a:pt x="591463" y="47387"/>
                  <a:pt x="558695" y="40898"/>
                  <a:pt x="545285" y="34193"/>
                </a:cubicBezTo>
                <a:cubicBezTo>
                  <a:pt x="536267" y="29684"/>
                  <a:pt x="528764" y="22602"/>
                  <a:pt x="520118" y="17415"/>
                </a:cubicBezTo>
                <a:cubicBezTo>
                  <a:pt x="514756" y="14198"/>
                  <a:pt x="552276" y="-3557"/>
                  <a:pt x="545285" y="637"/>
                </a:cubicBezTo>
                <a:close/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36F3C05-73F9-C8DE-76A6-79760AC890F6}"/>
              </a:ext>
            </a:extLst>
          </p:cNvPr>
          <p:cNvSpPr/>
          <p:nvPr/>
        </p:nvSpPr>
        <p:spPr>
          <a:xfrm>
            <a:off x="4798503" y="1149292"/>
            <a:ext cx="5117284" cy="4303552"/>
          </a:xfrm>
          <a:custGeom>
            <a:avLst/>
            <a:gdLst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117284" h="4303552">
                <a:moveTo>
                  <a:pt x="5117284" y="0"/>
                </a:moveTo>
                <a:cubicBezTo>
                  <a:pt x="3336022" y="444616"/>
                  <a:pt x="11185" y="2743200"/>
                  <a:pt x="0" y="4303552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7F0D0B57-C14B-B0EF-7AC6-63C7736A7DEA}"/>
              </a:ext>
            </a:extLst>
          </p:cNvPr>
          <p:cNvSpPr/>
          <p:nvPr/>
        </p:nvSpPr>
        <p:spPr>
          <a:xfrm>
            <a:off x="8061820" y="5402491"/>
            <a:ext cx="1518408" cy="939586"/>
          </a:xfrm>
          <a:custGeom>
            <a:avLst/>
            <a:gdLst>
              <a:gd name="csX0" fmla="*/ 570452 w 1518408"/>
              <a:gd name="csY0" fmla="*/ 19 h 939586"/>
              <a:gd name="csX1" fmla="*/ 385894 w 1518408"/>
              <a:gd name="csY1" fmla="*/ 19 h 939586"/>
              <a:gd name="csX2" fmla="*/ 209725 w 1518408"/>
              <a:gd name="csY2" fmla="*/ 8408 h 939586"/>
              <a:gd name="csX3" fmla="*/ 159391 w 1518408"/>
              <a:gd name="csY3" fmla="*/ 25186 h 939586"/>
              <a:gd name="csX4" fmla="*/ 134224 w 1518408"/>
              <a:gd name="csY4" fmla="*/ 33575 h 939586"/>
              <a:gd name="csX5" fmla="*/ 92279 w 1518408"/>
              <a:gd name="csY5" fmla="*/ 75520 h 939586"/>
              <a:gd name="csX6" fmla="*/ 50334 w 1518408"/>
              <a:gd name="csY6" fmla="*/ 125854 h 939586"/>
              <a:gd name="csX7" fmla="*/ 41945 w 1518408"/>
              <a:gd name="csY7" fmla="*/ 159410 h 939586"/>
              <a:gd name="csX8" fmla="*/ 25167 w 1518408"/>
              <a:gd name="csY8" fmla="*/ 209744 h 939586"/>
              <a:gd name="csX9" fmla="*/ 16778 w 1518408"/>
              <a:gd name="csY9" fmla="*/ 268467 h 939586"/>
              <a:gd name="csX10" fmla="*/ 8389 w 1518408"/>
              <a:gd name="csY10" fmla="*/ 318801 h 939586"/>
              <a:gd name="csX11" fmla="*/ 0 w 1518408"/>
              <a:gd name="csY11" fmla="*/ 419469 h 939586"/>
              <a:gd name="csX12" fmla="*/ 8389 w 1518408"/>
              <a:gd name="csY12" fmla="*/ 679527 h 939586"/>
              <a:gd name="csX13" fmla="*/ 16778 w 1518408"/>
              <a:gd name="csY13" fmla="*/ 729861 h 939586"/>
              <a:gd name="csX14" fmla="*/ 83890 w 1518408"/>
              <a:gd name="csY14" fmla="*/ 813751 h 939586"/>
              <a:gd name="csX15" fmla="*/ 209725 w 1518408"/>
              <a:gd name="csY15" fmla="*/ 864085 h 939586"/>
              <a:gd name="csX16" fmla="*/ 251670 w 1518408"/>
              <a:gd name="csY16" fmla="*/ 880863 h 939586"/>
              <a:gd name="csX17" fmla="*/ 327171 w 1518408"/>
              <a:gd name="csY17" fmla="*/ 897641 h 939586"/>
              <a:gd name="csX18" fmla="*/ 377505 w 1518408"/>
              <a:gd name="csY18" fmla="*/ 906030 h 939586"/>
              <a:gd name="csX19" fmla="*/ 595619 w 1518408"/>
              <a:gd name="csY19" fmla="*/ 922808 h 939586"/>
              <a:gd name="csX20" fmla="*/ 696286 w 1518408"/>
              <a:gd name="csY20" fmla="*/ 939586 h 939586"/>
              <a:gd name="csX21" fmla="*/ 889233 w 1518408"/>
              <a:gd name="csY21" fmla="*/ 931197 h 939586"/>
              <a:gd name="csX22" fmla="*/ 956345 w 1518408"/>
              <a:gd name="csY22" fmla="*/ 922808 h 939586"/>
              <a:gd name="csX23" fmla="*/ 1015068 w 1518408"/>
              <a:gd name="csY23" fmla="*/ 914419 h 939586"/>
              <a:gd name="csX24" fmla="*/ 1182848 w 1518408"/>
              <a:gd name="csY24" fmla="*/ 906030 h 939586"/>
              <a:gd name="csX25" fmla="*/ 1266738 w 1518408"/>
              <a:gd name="csY25" fmla="*/ 855696 h 939586"/>
              <a:gd name="csX26" fmla="*/ 1291905 w 1518408"/>
              <a:gd name="csY26" fmla="*/ 838918 h 939586"/>
              <a:gd name="csX27" fmla="*/ 1317072 w 1518408"/>
              <a:gd name="csY27" fmla="*/ 822140 h 939586"/>
              <a:gd name="csX28" fmla="*/ 1342239 w 1518408"/>
              <a:gd name="csY28" fmla="*/ 796973 h 939586"/>
              <a:gd name="csX29" fmla="*/ 1417740 w 1518408"/>
              <a:gd name="csY29" fmla="*/ 738250 h 939586"/>
              <a:gd name="csX30" fmla="*/ 1451296 w 1518408"/>
              <a:gd name="csY30" fmla="*/ 687916 h 939586"/>
              <a:gd name="csX31" fmla="*/ 1459685 w 1518408"/>
              <a:gd name="csY31" fmla="*/ 662749 h 939586"/>
              <a:gd name="csX32" fmla="*/ 1493241 w 1518408"/>
              <a:gd name="csY32" fmla="*/ 604026 h 939586"/>
              <a:gd name="csX33" fmla="*/ 1501630 w 1518408"/>
              <a:gd name="csY33" fmla="*/ 570470 h 939586"/>
              <a:gd name="csX34" fmla="*/ 1518408 w 1518408"/>
              <a:gd name="csY34" fmla="*/ 520137 h 939586"/>
              <a:gd name="csX35" fmla="*/ 1501630 w 1518408"/>
              <a:gd name="csY35" fmla="*/ 218133 h 939586"/>
              <a:gd name="csX36" fmla="*/ 1459685 w 1518408"/>
              <a:gd name="csY36" fmla="*/ 151021 h 939586"/>
              <a:gd name="csX37" fmla="*/ 1426129 w 1518408"/>
              <a:gd name="csY37" fmla="*/ 134243 h 939586"/>
              <a:gd name="csX38" fmla="*/ 1400962 w 1518408"/>
              <a:gd name="csY38" fmla="*/ 117465 h 939586"/>
              <a:gd name="csX39" fmla="*/ 1367406 w 1518408"/>
              <a:gd name="csY39" fmla="*/ 100687 h 939586"/>
              <a:gd name="csX40" fmla="*/ 1342239 w 1518408"/>
              <a:gd name="csY40" fmla="*/ 83909 h 939586"/>
              <a:gd name="csX41" fmla="*/ 1249960 w 1518408"/>
              <a:gd name="csY41" fmla="*/ 67131 h 939586"/>
              <a:gd name="csX42" fmla="*/ 1199626 w 1518408"/>
              <a:gd name="csY42" fmla="*/ 50353 h 939586"/>
              <a:gd name="csX43" fmla="*/ 1157681 w 1518408"/>
              <a:gd name="csY43" fmla="*/ 33575 h 939586"/>
              <a:gd name="csX44" fmla="*/ 1107347 w 1518408"/>
              <a:gd name="csY44" fmla="*/ 25186 h 939586"/>
              <a:gd name="csX45" fmla="*/ 1031846 w 1518408"/>
              <a:gd name="csY45" fmla="*/ 8408 h 939586"/>
              <a:gd name="csX46" fmla="*/ 335560 w 1518408"/>
              <a:gd name="csY46" fmla="*/ 19 h 9395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</a:cxnLst>
            <a:rect l="l" t="t" r="r" b="b"/>
            <a:pathLst>
              <a:path w="1518408" h="939586">
                <a:moveTo>
                  <a:pt x="570452" y="19"/>
                </a:moveTo>
                <a:cubicBezTo>
                  <a:pt x="418464" y="19018"/>
                  <a:pt x="605789" y="19"/>
                  <a:pt x="385894" y="19"/>
                </a:cubicBezTo>
                <a:cubicBezTo>
                  <a:pt x="327104" y="19"/>
                  <a:pt x="268448" y="5612"/>
                  <a:pt x="209725" y="8408"/>
                </a:cubicBezTo>
                <a:lnTo>
                  <a:pt x="159391" y="25186"/>
                </a:lnTo>
                <a:lnTo>
                  <a:pt x="134224" y="33575"/>
                </a:lnTo>
                <a:cubicBezTo>
                  <a:pt x="103464" y="79715"/>
                  <a:pt x="134224" y="40566"/>
                  <a:pt x="92279" y="75520"/>
                </a:cubicBezTo>
                <a:cubicBezTo>
                  <a:pt x="68057" y="95705"/>
                  <a:pt x="66831" y="101108"/>
                  <a:pt x="50334" y="125854"/>
                </a:cubicBezTo>
                <a:cubicBezTo>
                  <a:pt x="47538" y="137039"/>
                  <a:pt x="45258" y="148367"/>
                  <a:pt x="41945" y="159410"/>
                </a:cubicBezTo>
                <a:cubicBezTo>
                  <a:pt x="36863" y="176350"/>
                  <a:pt x="25167" y="209744"/>
                  <a:pt x="25167" y="209744"/>
                </a:cubicBezTo>
                <a:cubicBezTo>
                  <a:pt x="22371" y="229318"/>
                  <a:pt x="19785" y="248924"/>
                  <a:pt x="16778" y="268467"/>
                </a:cubicBezTo>
                <a:cubicBezTo>
                  <a:pt x="14192" y="285279"/>
                  <a:pt x="10267" y="301896"/>
                  <a:pt x="8389" y="318801"/>
                </a:cubicBezTo>
                <a:cubicBezTo>
                  <a:pt x="4671" y="352267"/>
                  <a:pt x="2796" y="385913"/>
                  <a:pt x="0" y="419469"/>
                </a:cubicBezTo>
                <a:cubicBezTo>
                  <a:pt x="2796" y="506155"/>
                  <a:pt x="3708" y="592922"/>
                  <a:pt x="8389" y="679527"/>
                </a:cubicBezTo>
                <a:cubicBezTo>
                  <a:pt x="9307" y="696512"/>
                  <a:pt x="12653" y="713359"/>
                  <a:pt x="16778" y="729861"/>
                </a:cubicBezTo>
                <a:cubicBezTo>
                  <a:pt x="29275" y="779848"/>
                  <a:pt x="30993" y="792592"/>
                  <a:pt x="83890" y="813751"/>
                </a:cubicBezTo>
                <a:lnTo>
                  <a:pt x="209725" y="864085"/>
                </a:lnTo>
                <a:cubicBezTo>
                  <a:pt x="223707" y="869678"/>
                  <a:pt x="237061" y="877211"/>
                  <a:pt x="251670" y="880863"/>
                </a:cubicBezTo>
                <a:cubicBezTo>
                  <a:pt x="287576" y="889840"/>
                  <a:pt x="288121" y="890541"/>
                  <a:pt x="327171" y="897641"/>
                </a:cubicBezTo>
                <a:cubicBezTo>
                  <a:pt x="343906" y="900684"/>
                  <a:pt x="360570" y="904442"/>
                  <a:pt x="377505" y="906030"/>
                </a:cubicBezTo>
                <a:cubicBezTo>
                  <a:pt x="450106" y="912836"/>
                  <a:pt x="595619" y="922808"/>
                  <a:pt x="595619" y="922808"/>
                </a:cubicBezTo>
                <a:cubicBezTo>
                  <a:pt x="630961" y="931644"/>
                  <a:pt x="657009" y="939586"/>
                  <a:pt x="696286" y="939586"/>
                </a:cubicBezTo>
                <a:cubicBezTo>
                  <a:pt x="760662" y="939586"/>
                  <a:pt x="824917" y="933993"/>
                  <a:pt x="889233" y="931197"/>
                </a:cubicBezTo>
                <a:lnTo>
                  <a:pt x="956345" y="922808"/>
                </a:lnTo>
                <a:cubicBezTo>
                  <a:pt x="975945" y="920195"/>
                  <a:pt x="995349" y="915880"/>
                  <a:pt x="1015068" y="914419"/>
                </a:cubicBezTo>
                <a:cubicBezTo>
                  <a:pt x="1070912" y="910282"/>
                  <a:pt x="1126921" y="908826"/>
                  <a:pt x="1182848" y="906030"/>
                </a:cubicBezTo>
                <a:cubicBezTo>
                  <a:pt x="1234440" y="880234"/>
                  <a:pt x="1205999" y="896189"/>
                  <a:pt x="1266738" y="855696"/>
                </a:cubicBezTo>
                <a:lnTo>
                  <a:pt x="1291905" y="838918"/>
                </a:lnTo>
                <a:cubicBezTo>
                  <a:pt x="1300294" y="833325"/>
                  <a:pt x="1309943" y="829269"/>
                  <a:pt x="1317072" y="822140"/>
                </a:cubicBezTo>
                <a:cubicBezTo>
                  <a:pt x="1325461" y="813751"/>
                  <a:pt x="1332874" y="804257"/>
                  <a:pt x="1342239" y="796973"/>
                </a:cubicBezTo>
                <a:cubicBezTo>
                  <a:pt x="1377921" y="769221"/>
                  <a:pt x="1392743" y="770389"/>
                  <a:pt x="1417740" y="738250"/>
                </a:cubicBezTo>
                <a:cubicBezTo>
                  <a:pt x="1430120" y="722333"/>
                  <a:pt x="1444919" y="707046"/>
                  <a:pt x="1451296" y="687916"/>
                </a:cubicBezTo>
                <a:cubicBezTo>
                  <a:pt x="1454092" y="679527"/>
                  <a:pt x="1455730" y="670658"/>
                  <a:pt x="1459685" y="662749"/>
                </a:cubicBezTo>
                <a:cubicBezTo>
                  <a:pt x="1484024" y="614071"/>
                  <a:pt x="1471180" y="662855"/>
                  <a:pt x="1493241" y="604026"/>
                </a:cubicBezTo>
                <a:cubicBezTo>
                  <a:pt x="1497289" y="593231"/>
                  <a:pt x="1498317" y="581513"/>
                  <a:pt x="1501630" y="570470"/>
                </a:cubicBezTo>
                <a:cubicBezTo>
                  <a:pt x="1506712" y="553531"/>
                  <a:pt x="1518408" y="520137"/>
                  <a:pt x="1518408" y="520137"/>
                </a:cubicBezTo>
                <a:cubicBezTo>
                  <a:pt x="1518390" y="519733"/>
                  <a:pt x="1509318" y="261700"/>
                  <a:pt x="1501630" y="218133"/>
                </a:cubicBezTo>
                <a:cubicBezTo>
                  <a:pt x="1499051" y="203516"/>
                  <a:pt x="1469490" y="159425"/>
                  <a:pt x="1459685" y="151021"/>
                </a:cubicBezTo>
                <a:cubicBezTo>
                  <a:pt x="1450190" y="142882"/>
                  <a:pt x="1436987" y="140448"/>
                  <a:pt x="1426129" y="134243"/>
                </a:cubicBezTo>
                <a:cubicBezTo>
                  <a:pt x="1417375" y="129241"/>
                  <a:pt x="1409716" y="122467"/>
                  <a:pt x="1400962" y="117465"/>
                </a:cubicBezTo>
                <a:cubicBezTo>
                  <a:pt x="1390104" y="111260"/>
                  <a:pt x="1378264" y="106892"/>
                  <a:pt x="1367406" y="100687"/>
                </a:cubicBezTo>
                <a:cubicBezTo>
                  <a:pt x="1358652" y="95685"/>
                  <a:pt x="1351506" y="87881"/>
                  <a:pt x="1342239" y="83909"/>
                </a:cubicBezTo>
                <a:cubicBezTo>
                  <a:pt x="1322462" y="75433"/>
                  <a:pt x="1263568" y="69075"/>
                  <a:pt x="1249960" y="67131"/>
                </a:cubicBezTo>
                <a:cubicBezTo>
                  <a:pt x="1233182" y="61538"/>
                  <a:pt x="1216047" y="56921"/>
                  <a:pt x="1199626" y="50353"/>
                </a:cubicBezTo>
                <a:cubicBezTo>
                  <a:pt x="1185644" y="44760"/>
                  <a:pt x="1172209" y="37537"/>
                  <a:pt x="1157681" y="33575"/>
                </a:cubicBezTo>
                <a:cubicBezTo>
                  <a:pt x="1141271" y="29100"/>
                  <a:pt x="1123951" y="28876"/>
                  <a:pt x="1107347" y="25186"/>
                </a:cubicBezTo>
                <a:cubicBezTo>
                  <a:pt x="1064239" y="15606"/>
                  <a:pt x="1094374" y="10195"/>
                  <a:pt x="1031846" y="8408"/>
                </a:cubicBezTo>
                <a:cubicBezTo>
                  <a:pt x="709179" y="-811"/>
                  <a:pt x="594577" y="19"/>
                  <a:pt x="335560" y="19"/>
                </a:cubicBezTo>
              </a:path>
            </a:pathLst>
          </a:custGeom>
          <a:noFill/>
          <a:ln>
            <a:solidFill>
              <a:srgbClr val="FB7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AC18E7-1FFA-4ECA-06EF-4D05CFF39DEC}"/>
              </a:ext>
            </a:extLst>
          </p:cNvPr>
          <p:cNvSpPr txBox="1"/>
          <p:nvPr/>
        </p:nvSpPr>
        <p:spPr>
          <a:xfrm>
            <a:off x="4488111" y="5940325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select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32DFE7C5-AB8B-0CA0-4313-08C0A7A59117}"/>
              </a:ext>
            </a:extLst>
          </p:cNvPr>
          <p:cNvSpPr/>
          <p:nvPr/>
        </p:nvSpPr>
        <p:spPr>
          <a:xfrm>
            <a:off x="9462781" y="1619075"/>
            <a:ext cx="2634933" cy="3884103"/>
          </a:xfrm>
          <a:custGeom>
            <a:avLst/>
            <a:gdLst>
              <a:gd name="csX0" fmla="*/ 0 w 2703684"/>
              <a:gd name="csY0" fmla="*/ 3884103 h 3884103"/>
              <a:gd name="csX1" fmla="*/ 2483141 w 2703684"/>
              <a:gd name="csY1" fmla="*/ 1610686 h 3884103"/>
              <a:gd name="csX2" fmla="*/ 2424418 w 2703684"/>
              <a:gd name="csY2" fmla="*/ 0 h 3884103"/>
              <a:gd name="csX0" fmla="*/ 0 w 2696648"/>
              <a:gd name="csY0" fmla="*/ 3884103 h 3884103"/>
              <a:gd name="csX1" fmla="*/ 2483141 w 2696648"/>
              <a:gd name="csY1" fmla="*/ 1610686 h 3884103"/>
              <a:gd name="csX2" fmla="*/ 2424418 w 2696648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34933" h="3884103">
                <a:moveTo>
                  <a:pt x="0" y="3884103"/>
                </a:moveTo>
                <a:cubicBezTo>
                  <a:pt x="1039535" y="3071069"/>
                  <a:pt x="2129405" y="2157368"/>
                  <a:pt x="2483141" y="1610686"/>
                </a:cubicBezTo>
                <a:cubicBezTo>
                  <a:pt x="2744599" y="1147894"/>
                  <a:pt x="2630647" y="171275"/>
                  <a:pt x="2424418" y="0"/>
                </a:cubicBezTo>
              </a:path>
            </a:pathLst>
          </a:custGeom>
          <a:noFill/>
          <a:ln>
            <a:solidFill>
              <a:srgbClr val="FB77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C17E96-9B4C-137F-CA73-D3D0DAED2790}"/>
              </a:ext>
            </a:extLst>
          </p:cNvPr>
          <p:cNvSpPr txBox="1"/>
          <p:nvPr/>
        </p:nvSpPr>
        <p:spPr>
          <a:xfrm>
            <a:off x="10566779" y="4617013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join</a:t>
            </a:r>
          </a:p>
        </p:txBody>
      </p:sp>
      <p:sp>
        <p:nvSpPr>
          <p:cNvPr id="23" name="Sun 22">
            <a:extLst>
              <a:ext uri="{FF2B5EF4-FFF2-40B4-BE49-F238E27FC236}">
                <a16:creationId xmlns:a16="http://schemas.microsoft.com/office/drawing/2014/main" id="{0604D8AD-FD17-287F-AE7C-D60523729C01}"/>
              </a:ext>
            </a:extLst>
          </p:cNvPr>
          <p:cNvSpPr/>
          <p:nvPr/>
        </p:nvSpPr>
        <p:spPr>
          <a:xfrm>
            <a:off x="7202148" y="5237186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un 25">
            <a:extLst>
              <a:ext uri="{FF2B5EF4-FFF2-40B4-BE49-F238E27FC236}">
                <a16:creationId xmlns:a16="http://schemas.microsoft.com/office/drawing/2014/main" id="{47646B5E-1122-96B1-F80D-E56554A5D84F}"/>
              </a:ext>
            </a:extLst>
          </p:cNvPr>
          <p:cNvSpPr/>
          <p:nvPr/>
        </p:nvSpPr>
        <p:spPr>
          <a:xfrm>
            <a:off x="8653320" y="5196112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7E86B1-4F4C-A62A-752D-255D1DC74905}"/>
              </a:ext>
            </a:extLst>
          </p:cNvPr>
          <p:cNvSpPr txBox="1"/>
          <p:nvPr/>
        </p:nvSpPr>
        <p:spPr>
          <a:xfrm>
            <a:off x="10634351" y="194354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FK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0572C3-C0B5-B36B-65C6-823512DE46B9}"/>
              </a:ext>
            </a:extLst>
          </p:cNvPr>
          <p:cNvSpPr txBox="1"/>
          <p:nvPr/>
        </p:nvSpPr>
        <p:spPr>
          <a:xfrm>
            <a:off x="7289581" y="5180116"/>
            <a:ext cx="453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PK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C1ADBB-D26A-7090-FBC9-CC9549763EF3}"/>
              </a:ext>
            </a:extLst>
          </p:cNvPr>
          <p:cNvSpPr txBox="1"/>
          <p:nvPr/>
        </p:nvSpPr>
        <p:spPr>
          <a:xfrm>
            <a:off x="3941954" y="1862356"/>
            <a:ext cx="19994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Get land polygon layer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Create convex hull for restoration areas with obstacles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665843-C6D4-7788-8A81-D19ED514BD69}"/>
              </a:ext>
            </a:extLst>
          </p:cNvPr>
          <p:cNvCxnSpPr/>
          <p:nvPr/>
        </p:nvCxnSpPr>
        <p:spPr>
          <a:xfrm>
            <a:off x="3138417" y="1889515"/>
            <a:ext cx="803537" cy="165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361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CF72EE-6ED2-BD6B-38FC-E4BB3CEDEDCE}"/>
              </a:ext>
            </a:extLst>
          </p:cNvPr>
          <p:cNvSpPr txBox="1"/>
          <p:nvPr/>
        </p:nvSpPr>
        <p:spPr>
          <a:xfrm>
            <a:off x="2239861" y="528506"/>
            <a:ext cx="45300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</a:t>
            </a:r>
            <a:r>
              <a:rPr lang="en-US" dirty="0" err="1"/>
              <a:t>plantingID</a:t>
            </a:r>
            <a:r>
              <a:rPr lang="en-US" dirty="0"/>
              <a:t> scheme</a:t>
            </a:r>
          </a:p>
          <a:p>
            <a:r>
              <a:rPr lang="en-US" dirty="0"/>
              <a:t>occurrence of replicates </a:t>
            </a:r>
          </a:p>
          <a:p>
            <a:r>
              <a:rPr lang="en-US" dirty="0"/>
              <a:t>accommodation in </a:t>
            </a:r>
            <a:r>
              <a:rPr lang="en-US" dirty="0" err="1"/>
              <a:t>plantingID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703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72498" y="6289080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8E5CDA-6BA6-632E-9A67-DF99BBD20B33}"/>
              </a:ext>
            </a:extLst>
          </p:cNvPr>
          <p:cNvSpPr txBox="1"/>
          <p:nvPr/>
        </p:nvSpPr>
        <p:spPr>
          <a:xfrm>
            <a:off x="9698533" y="4707620"/>
            <a:ext cx="346222" cy="215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1829517-0263-8CA8-B2F8-9B79CB6292D3}"/>
              </a:ext>
            </a:extLst>
          </p:cNvPr>
          <p:cNvCxnSpPr>
            <a:cxnSpLocks/>
          </p:cNvCxnSpPr>
          <p:nvPr/>
        </p:nvCxnSpPr>
        <p:spPr>
          <a:xfrm>
            <a:off x="5139049" y="401973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168204-2691-E128-CBDC-84383371E212}"/>
              </a:ext>
            </a:extLst>
          </p:cNvPr>
          <p:cNvCxnSpPr>
            <a:cxnSpLocks/>
          </p:cNvCxnSpPr>
          <p:nvPr/>
        </p:nvCxnSpPr>
        <p:spPr>
          <a:xfrm>
            <a:off x="5139049" y="581986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5AEB7B-4596-306B-B630-DD51CB842583}"/>
              </a:ext>
            </a:extLst>
          </p:cNvPr>
          <p:cNvSpPr txBox="1"/>
          <p:nvPr/>
        </p:nvSpPr>
        <p:spPr>
          <a:xfrm>
            <a:off x="2967654" y="459990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B2A1E-C2EE-EE35-75BC-09835ACC7E8F}"/>
              </a:ext>
            </a:extLst>
          </p:cNvPr>
          <p:cNvSpPr txBox="1"/>
          <p:nvPr/>
        </p:nvSpPr>
        <p:spPr>
          <a:xfrm>
            <a:off x="2967653" y="590922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D7897-74E2-7976-6B81-C25C7B217551}"/>
              </a:ext>
            </a:extLst>
          </p:cNvPr>
          <p:cNvSpPr txBox="1"/>
          <p:nvPr/>
        </p:nvSpPr>
        <p:spPr>
          <a:xfrm>
            <a:off x="2967652" y="6642561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FB7A9-1195-2834-C4BE-1D26DCA4D34E}"/>
              </a:ext>
            </a:extLst>
          </p:cNvPr>
          <p:cNvSpPr txBox="1"/>
          <p:nvPr/>
        </p:nvSpPr>
        <p:spPr>
          <a:xfrm>
            <a:off x="5617024" y="429846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6D04A2-402E-7BE8-5F72-B3D43A40B8FF}"/>
              </a:ext>
            </a:extLst>
          </p:cNvPr>
          <p:cNvSpPr txBox="1"/>
          <p:nvPr/>
        </p:nvSpPr>
        <p:spPr>
          <a:xfrm>
            <a:off x="5645339" y="4760487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E5306A-403D-AACD-D6A4-D2DB577A546C}"/>
              </a:ext>
            </a:extLst>
          </p:cNvPr>
          <p:cNvSpPr txBox="1"/>
          <p:nvPr/>
        </p:nvSpPr>
        <p:spPr>
          <a:xfrm>
            <a:off x="5181744" y="5162379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F3DAE4-E7A7-CF2A-A571-FA981DBDCE25}"/>
              </a:ext>
            </a:extLst>
          </p:cNvPr>
          <p:cNvSpPr txBox="1"/>
          <p:nvPr/>
        </p:nvSpPr>
        <p:spPr>
          <a:xfrm>
            <a:off x="9560421" y="232663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A4DC4-A9E3-B7AA-102B-7DC9052D0BA5}"/>
              </a:ext>
            </a:extLst>
          </p:cNvPr>
          <p:cNvSpPr txBox="1"/>
          <p:nvPr/>
        </p:nvSpPr>
        <p:spPr>
          <a:xfrm>
            <a:off x="5181744" y="5290178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119186-B23E-732A-259A-240C0522E2B8}"/>
              </a:ext>
            </a:extLst>
          </p:cNvPr>
          <p:cNvSpPr txBox="1"/>
          <p:nvPr/>
        </p:nvSpPr>
        <p:spPr>
          <a:xfrm>
            <a:off x="5181744" y="5470522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9A4842-212E-5FEB-0F57-F74F16D77259}"/>
              </a:ext>
            </a:extLst>
          </p:cNvPr>
          <p:cNvSpPr txBox="1"/>
          <p:nvPr/>
        </p:nvSpPr>
        <p:spPr>
          <a:xfrm>
            <a:off x="5682510" y="6073833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6EBF4-5AE5-2037-E20A-6EE11F8A1726}"/>
              </a:ext>
            </a:extLst>
          </p:cNvPr>
          <p:cNvSpPr txBox="1"/>
          <p:nvPr/>
        </p:nvSpPr>
        <p:spPr>
          <a:xfrm>
            <a:off x="6970043" y="417102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617B18-6495-130D-F389-AF5922343FAF}"/>
              </a:ext>
            </a:extLst>
          </p:cNvPr>
          <p:cNvSpPr txBox="1"/>
          <p:nvPr/>
        </p:nvSpPr>
        <p:spPr>
          <a:xfrm>
            <a:off x="6932698" y="4760486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9C396-DF57-28AE-7A96-5D34B7987002}"/>
              </a:ext>
            </a:extLst>
          </p:cNvPr>
          <p:cNvSpPr txBox="1"/>
          <p:nvPr/>
        </p:nvSpPr>
        <p:spPr>
          <a:xfrm>
            <a:off x="6987941" y="510695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31E29E-F63F-19EC-BF63-11F4C6C01A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6" y="0"/>
            <a:ext cx="11770468" cy="6858000"/>
          </a:xfrm>
          <a:prstGeom prst="rect">
            <a:avLst/>
          </a:prstGeom>
        </p:spPr>
      </p:pic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7603C-EB1D-3B79-B4FD-F14DB7137554}"/>
              </a:ext>
            </a:extLst>
          </p:cNvPr>
          <p:cNvSpPr/>
          <p:nvPr/>
        </p:nvSpPr>
        <p:spPr>
          <a:xfrm>
            <a:off x="7499733" y="3096285"/>
            <a:ext cx="259087" cy="307818"/>
          </a:xfrm>
          <a:custGeom>
            <a:avLst/>
            <a:gdLst>
              <a:gd name="csX0" fmla="*/ 186659 w 259087"/>
              <a:gd name="csY0" fmla="*/ 0 h 307818"/>
              <a:gd name="csX1" fmla="*/ 78017 w 259087"/>
              <a:gd name="csY1" fmla="*/ 9054 h 307818"/>
              <a:gd name="csX2" fmla="*/ 50857 w 259087"/>
              <a:gd name="csY2" fmla="*/ 36214 h 307818"/>
              <a:gd name="csX3" fmla="*/ 23697 w 259087"/>
              <a:gd name="csY3" fmla="*/ 54321 h 307818"/>
              <a:gd name="csX4" fmla="*/ 14643 w 259087"/>
              <a:gd name="csY4" fmla="*/ 81481 h 307818"/>
              <a:gd name="csX5" fmla="*/ 23697 w 259087"/>
              <a:gd name="csY5" fmla="*/ 280658 h 307818"/>
              <a:gd name="csX6" fmla="*/ 68964 w 259087"/>
              <a:gd name="csY6" fmla="*/ 289711 h 307818"/>
              <a:gd name="csX7" fmla="*/ 132338 w 259087"/>
              <a:gd name="csY7" fmla="*/ 307818 h 307818"/>
              <a:gd name="csX8" fmla="*/ 222873 w 259087"/>
              <a:gd name="csY8" fmla="*/ 298765 h 307818"/>
              <a:gd name="csX9" fmla="*/ 259087 w 259087"/>
              <a:gd name="csY9" fmla="*/ 244444 h 307818"/>
              <a:gd name="csX10" fmla="*/ 250033 w 259087"/>
              <a:gd name="csY10" fmla="*/ 135802 h 307818"/>
              <a:gd name="csX11" fmla="*/ 240980 w 259087"/>
              <a:gd name="csY11" fmla="*/ 99588 h 307818"/>
              <a:gd name="csX12" fmla="*/ 195713 w 259087"/>
              <a:gd name="csY12" fmla="*/ 72428 h 307818"/>
              <a:gd name="csX13" fmla="*/ 150445 w 259087"/>
              <a:gd name="csY13" fmla="*/ 36214 h 3078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59087" h="307818">
                <a:moveTo>
                  <a:pt x="186659" y="0"/>
                </a:moveTo>
                <a:cubicBezTo>
                  <a:pt x="150445" y="3018"/>
                  <a:pt x="113130" y="-309"/>
                  <a:pt x="78017" y="9054"/>
                </a:cubicBezTo>
                <a:cubicBezTo>
                  <a:pt x="65646" y="12353"/>
                  <a:pt x="60693" y="28017"/>
                  <a:pt x="50857" y="36214"/>
                </a:cubicBezTo>
                <a:cubicBezTo>
                  <a:pt x="42498" y="43180"/>
                  <a:pt x="32750" y="48285"/>
                  <a:pt x="23697" y="54321"/>
                </a:cubicBezTo>
                <a:cubicBezTo>
                  <a:pt x="20679" y="63374"/>
                  <a:pt x="17265" y="72305"/>
                  <a:pt x="14643" y="81481"/>
                </a:cubicBezTo>
                <a:cubicBezTo>
                  <a:pt x="-4975" y="150143"/>
                  <a:pt x="-7601" y="195706"/>
                  <a:pt x="23697" y="280658"/>
                </a:cubicBezTo>
                <a:cubicBezTo>
                  <a:pt x="29017" y="295097"/>
                  <a:pt x="53943" y="286373"/>
                  <a:pt x="68964" y="289711"/>
                </a:cubicBezTo>
                <a:cubicBezTo>
                  <a:pt x="103062" y="297288"/>
                  <a:pt x="102097" y="297738"/>
                  <a:pt x="132338" y="307818"/>
                </a:cubicBezTo>
                <a:cubicBezTo>
                  <a:pt x="162516" y="304800"/>
                  <a:pt x="195746" y="312328"/>
                  <a:pt x="222873" y="298765"/>
                </a:cubicBezTo>
                <a:cubicBezTo>
                  <a:pt x="242337" y="289033"/>
                  <a:pt x="259087" y="244444"/>
                  <a:pt x="259087" y="244444"/>
                </a:cubicBezTo>
                <a:cubicBezTo>
                  <a:pt x="256069" y="208230"/>
                  <a:pt x="254540" y="171861"/>
                  <a:pt x="250033" y="135802"/>
                </a:cubicBezTo>
                <a:cubicBezTo>
                  <a:pt x="248490" y="123455"/>
                  <a:pt x="249078" y="109035"/>
                  <a:pt x="240980" y="99588"/>
                </a:cubicBezTo>
                <a:cubicBezTo>
                  <a:pt x="229528" y="86228"/>
                  <a:pt x="210354" y="82189"/>
                  <a:pt x="195713" y="72428"/>
                </a:cubicBezTo>
                <a:cubicBezTo>
                  <a:pt x="165996" y="52617"/>
                  <a:pt x="167366" y="53133"/>
                  <a:pt x="150445" y="36214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096CEC-898D-156C-36EB-35817C9BBDD0}"/>
              </a:ext>
            </a:extLst>
          </p:cNvPr>
          <p:cNvSpPr txBox="1"/>
          <p:nvPr/>
        </p:nvSpPr>
        <p:spPr>
          <a:xfrm>
            <a:off x="7297093" y="3453898"/>
            <a:ext cx="6518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Could be 0</a:t>
            </a:r>
          </a:p>
        </p:txBody>
      </p:sp>
    </p:spTree>
    <p:extLst>
      <p:ext uri="{BB962C8B-B14F-4D97-AF65-F5344CB8AC3E}">
        <p14:creationId xmlns:p14="http://schemas.microsoft.com/office/powerpoint/2010/main" val="2867469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933128" y="1753403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2695332" y="1801380"/>
            <a:ext cx="190831" cy="14904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193699" y="2172502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2968165" y="1801380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2695332" y="3473825"/>
            <a:ext cx="192024" cy="128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2968163" y="332163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2695332" y="3831791"/>
            <a:ext cx="192024" cy="2194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2968164" y="378324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FB3E4DB-727B-FA67-797F-58E77A9817FF}"/>
              </a:ext>
            </a:extLst>
          </p:cNvPr>
          <p:cNvSpPr/>
          <p:nvPr/>
        </p:nvSpPr>
        <p:spPr>
          <a:xfrm>
            <a:off x="1770908" y="2664945"/>
            <a:ext cx="577210" cy="512465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5B0B-353C-0F8F-7856-80F852E7F70F}"/>
              </a:ext>
            </a:extLst>
          </p:cNvPr>
          <p:cNvSpPr txBox="1"/>
          <p:nvPr/>
        </p:nvSpPr>
        <p:spPr>
          <a:xfrm>
            <a:off x="1425154" y="1058460"/>
            <a:ext cx="1587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ADEC77-C9FA-2563-95A9-5101FF414903}"/>
              </a:ext>
            </a:extLst>
          </p:cNvPr>
          <p:cNvGrpSpPr/>
          <p:nvPr/>
        </p:nvGrpSpPr>
        <p:grpSpPr>
          <a:xfrm>
            <a:off x="8285865" y="920423"/>
            <a:ext cx="1236421" cy="4351734"/>
            <a:chOff x="6276981" y="697493"/>
            <a:chExt cx="1236421" cy="435173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89B1E57-7C10-F521-9D40-B2BF673C4611}"/>
                </a:ext>
              </a:extLst>
            </p:cNvPr>
            <p:cNvSpPr/>
            <p:nvPr/>
          </p:nvSpPr>
          <p:spPr>
            <a:xfrm>
              <a:off x="6276981" y="697493"/>
              <a:ext cx="197791" cy="435173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DDC45BF-A7E6-18BE-7CD1-3C21362976BF}"/>
                </a:ext>
              </a:extLst>
            </p:cNvPr>
            <p:cNvSpPr txBox="1"/>
            <p:nvPr/>
          </p:nvSpPr>
          <p:spPr>
            <a:xfrm>
              <a:off x="6511495" y="2062990"/>
              <a:ext cx="1001907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rtlCol="0">
              <a:spAutoFit/>
            </a:bodyPr>
            <a:lstStyle/>
            <a:p>
              <a:r>
                <a:rPr lang="en-US" sz="800" dirty="0"/>
                <a:t>plantings with</a:t>
              </a:r>
            </a:p>
            <a:p>
              <a:r>
                <a:rPr lang="en-US" sz="800" dirty="0"/>
                <a:t>coordinates</a:t>
              </a:r>
            </a:p>
            <a:p>
              <a:r>
                <a:rPr lang="en-US" sz="800" dirty="0">
                  <a:solidFill>
                    <a:srgbClr val="C00000"/>
                  </a:solidFill>
                </a:rPr>
                <a:t>204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0E2C8C4-3315-B2A2-E838-4167F67AA090}"/>
              </a:ext>
            </a:extLst>
          </p:cNvPr>
          <p:cNvGrpSpPr/>
          <p:nvPr/>
        </p:nvGrpSpPr>
        <p:grpSpPr>
          <a:xfrm>
            <a:off x="9186071" y="1257610"/>
            <a:ext cx="1105593" cy="5051266"/>
            <a:chOff x="7730797" y="1326106"/>
            <a:chExt cx="1105593" cy="505126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6BB7C5-A8DD-2C03-C718-AF104043BBC9}"/>
                </a:ext>
              </a:extLst>
            </p:cNvPr>
            <p:cNvSpPr txBox="1"/>
            <p:nvPr/>
          </p:nvSpPr>
          <p:spPr>
            <a:xfrm>
              <a:off x="7730797" y="5361709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within</a:t>
              </a:r>
              <a:r>
                <a:rPr lang="en-US" sz="1200" dirty="0"/>
                <a:t> a planting occasion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E18580E-0AF4-60AF-43F5-37EED632B0AB}"/>
                </a:ext>
              </a:extLst>
            </p:cNvPr>
            <p:cNvGrpSpPr/>
            <p:nvPr/>
          </p:nvGrpSpPr>
          <p:grpSpPr>
            <a:xfrm>
              <a:off x="7940290" y="1326106"/>
              <a:ext cx="857274" cy="3492592"/>
              <a:chOff x="7940290" y="1326106"/>
              <a:chExt cx="857274" cy="349259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9EF3BA6-EC3F-3095-5DB7-38D074830AB6}"/>
                  </a:ext>
                </a:extLst>
              </p:cNvPr>
              <p:cNvSpPr/>
              <p:nvPr/>
            </p:nvSpPr>
            <p:spPr>
              <a:xfrm>
                <a:off x="7953607" y="4666389"/>
                <a:ext cx="169964" cy="11146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E1DF7C-7355-68C2-8DF5-7808B59BD173}"/>
                  </a:ext>
                </a:extLst>
              </p:cNvPr>
              <p:cNvSpPr/>
              <p:nvPr/>
            </p:nvSpPr>
            <p:spPr>
              <a:xfrm>
                <a:off x="7940290" y="1326106"/>
                <a:ext cx="196598" cy="201561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6810E00-98AF-8E02-6D92-328A1E4693E1}"/>
                  </a:ext>
                </a:extLst>
              </p:cNvPr>
              <p:cNvSpPr/>
              <p:nvPr/>
            </p:nvSpPr>
            <p:spPr>
              <a:xfrm>
                <a:off x="7940290" y="3830206"/>
                <a:ext cx="196598" cy="4454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17C1080-4E98-6562-5955-B2289F331152}"/>
                  </a:ext>
                </a:extLst>
              </p:cNvPr>
              <p:cNvSpPr txBox="1"/>
              <p:nvPr/>
            </p:nvSpPr>
            <p:spPr>
              <a:xfrm>
                <a:off x="8198533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single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48AD32E-FD86-7BFD-661E-BD9B9F0A7560}"/>
                  </a:ext>
                </a:extLst>
              </p:cNvPr>
              <p:cNvSpPr txBox="1"/>
              <p:nvPr/>
            </p:nvSpPr>
            <p:spPr>
              <a:xfrm>
                <a:off x="8159274" y="4603254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replicates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7328D69-FC36-64DE-EAA4-0C81BD0526DD}"/>
                  </a:ext>
                </a:extLst>
              </p:cNvPr>
              <p:cNvSpPr txBox="1"/>
              <p:nvPr/>
            </p:nvSpPr>
            <p:spPr>
              <a:xfrm>
                <a:off x="8172237" y="3944781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collocated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EE08E63-1902-7C15-4820-29CC64C5AE8C}"/>
              </a:ext>
            </a:extLst>
          </p:cNvPr>
          <p:cNvGrpSpPr/>
          <p:nvPr/>
        </p:nvGrpSpPr>
        <p:grpSpPr>
          <a:xfrm>
            <a:off x="10445504" y="1257609"/>
            <a:ext cx="1105593" cy="5051267"/>
            <a:chOff x="9687098" y="1326106"/>
            <a:chExt cx="1105593" cy="505126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0DF34F-F397-821A-4F5A-3AC73A58B555}"/>
                </a:ext>
              </a:extLst>
            </p:cNvPr>
            <p:cNvSpPr txBox="1"/>
            <p:nvPr/>
          </p:nvSpPr>
          <p:spPr>
            <a:xfrm>
              <a:off x="9687098" y="5361710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across</a:t>
              </a:r>
              <a:r>
                <a:rPr lang="en-US" sz="1200" dirty="0"/>
                <a:t> planting occasions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3F0123-E24D-E2BC-96AD-2CB4655E3ED9}"/>
                </a:ext>
              </a:extLst>
            </p:cNvPr>
            <p:cNvGrpSpPr/>
            <p:nvPr/>
          </p:nvGrpSpPr>
          <p:grpSpPr>
            <a:xfrm>
              <a:off x="9776382" y="1326106"/>
              <a:ext cx="656359" cy="3396016"/>
              <a:chOff x="9776382" y="1326106"/>
              <a:chExt cx="656359" cy="3396016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88A62A4-EA43-0665-F171-4087C5AA3F81}"/>
                  </a:ext>
                </a:extLst>
              </p:cNvPr>
              <p:cNvSpPr/>
              <p:nvPr/>
            </p:nvSpPr>
            <p:spPr>
              <a:xfrm>
                <a:off x="9776382" y="1326106"/>
                <a:ext cx="196598" cy="259750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367041-1F87-DF00-D702-F3FB9C83C3CE}"/>
                  </a:ext>
                </a:extLst>
              </p:cNvPr>
              <p:cNvSpPr/>
              <p:nvPr/>
            </p:nvSpPr>
            <p:spPr>
              <a:xfrm>
                <a:off x="9777574" y="4337692"/>
                <a:ext cx="196598" cy="38443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16CD9B-D25E-23E1-90A6-A8F04E4DEC29}"/>
                  </a:ext>
                </a:extLst>
              </p:cNvPr>
              <p:cNvSpPr txBox="1"/>
              <p:nvPr/>
            </p:nvSpPr>
            <p:spPr>
              <a:xfrm>
                <a:off x="10036265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initial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25CB82-6004-8D85-A05A-B9326FD5A904}"/>
                  </a:ext>
                </a:extLst>
              </p:cNvPr>
              <p:cNvSpPr txBox="1"/>
              <p:nvPr/>
            </p:nvSpPr>
            <p:spPr>
              <a:xfrm>
                <a:off x="10005205" y="4422185"/>
                <a:ext cx="42753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repeat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579EA5-C65F-50D5-12CD-89C6C777B55D}"/>
              </a:ext>
            </a:extLst>
          </p:cNvPr>
          <p:cNvSpPr txBox="1"/>
          <p:nvPr/>
        </p:nvSpPr>
        <p:spPr>
          <a:xfrm>
            <a:off x="7729436" y="304423"/>
            <a:ext cx="3247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Planting Relationships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29060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8841995" y="454547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7493501" y="3766871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27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7488271" y="2365120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E966F27-B6A0-BE78-D9D6-2C369E93BC04}"/>
              </a:ext>
            </a:extLst>
          </p:cNvPr>
          <p:cNvCxnSpPr/>
          <p:nvPr/>
        </p:nvCxnSpPr>
        <p:spPr>
          <a:xfrm>
            <a:off x="5171742" y="399076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4DB520E-3C72-AF20-25CF-217F7D4903DA}"/>
              </a:ext>
            </a:extLst>
          </p:cNvPr>
          <p:cNvCxnSpPr/>
          <p:nvPr/>
        </p:nvCxnSpPr>
        <p:spPr>
          <a:xfrm>
            <a:off x="5147404" y="583519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3B6B001-75EE-CE30-F441-83913DDBF5AC}"/>
              </a:ext>
            </a:extLst>
          </p:cNvPr>
          <p:cNvSpPr txBox="1"/>
          <p:nvPr/>
        </p:nvSpPr>
        <p:spPr>
          <a:xfrm>
            <a:off x="8722719" y="382738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23B4B7-1DDA-E03B-3F1D-BA2566F2A627}"/>
              </a:ext>
            </a:extLst>
          </p:cNvPr>
          <p:cNvSpPr txBox="1"/>
          <p:nvPr/>
        </p:nvSpPr>
        <p:spPr>
          <a:xfrm>
            <a:off x="8815131" y="2439255"/>
            <a:ext cx="593639" cy="338554"/>
          </a:xfrm>
          <a:prstGeom prst="rect">
            <a:avLst/>
          </a:prstGeom>
          <a:noFill/>
          <a:effectLst>
            <a:glow rad="1270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32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latin typeface="Aptos" panose="02110004020202020204"/>
              </a:rPr>
              <a:t>204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27000">
                  <a:schemeClr val="bg1">
                    <a:lumMod val="75000"/>
                  </a:schemeClr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D02ED-D405-3088-C61C-3870ABADC5DB}"/>
              </a:ext>
            </a:extLst>
          </p:cNvPr>
          <p:cNvSpPr txBox="1"/>
          <p:nvPr/>
        </p:nvSpPr>
        <p:spPr>
          <a:xfrm>
            <a:off x="7514026" y="503420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23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07C6C1-94EB-1D99-91EE-C4AB6C953217}"/>
              </a:ext>
            </a:extLst>
          </p:cNvPr>
          <p:cNvSpPr txBox="1"/>
          <p:nvPr/>
        </p:nvSpPr>
        <p:spPr>
          <a:xfrm>
            <a:off x="7516701" y="444688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CAAB0B-742F-17B7-7C41-0DEB318F448A}"/>
              </a:ext>
            </a:extLst>
          </p:cNvPr>
          <p:cNvSpPr txBox="1"/>
          <p:nvPr/>
        </p:nvSpPr>
        <p:spPr>
          <a:xfrm>
            <a:off x="7507592" y="418770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20053</TotalTime>
  <Words>3899</Words>
  <Application>Microsoft Office PowerPoint</Application>
  <PresentationFormat>Widescreen</PresentationFormat>
  <Paragraphs>951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33</cp:revision>
  <dcterms:created xsi:type="dcterms:W3CDTF">2026-02-18T17:07:24Z</dcterms:created>
  <dcterms:modified xsi:type="dcterms:W3CDTF">2026-06-22T23:19:02Z</dcterms:modified>
  <cp:category/>
</cp:coreProperties>
</file>