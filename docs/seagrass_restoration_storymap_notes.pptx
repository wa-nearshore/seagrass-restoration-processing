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0" r:id="rId4"/>
    <p:sldId id="291" r:id="rId5"/>
    <p:sldId id="294" r:id="rId6"/>
    <p:sldId id="287" r:id="rId7"/>
    <p:sldId id="281" r:id="rId8"/>
    <p:sldId id="292" r:id="rId9"/>
    <p:sldId id="283" r:id="rId10"/>
    <p:sldId id="284" r:id="rId11"/>
    <p:sldId id="288" r:id="rId12"/>
    <p:sldId id="289" r:id="rId13"/>
    <p:sldId id="273" r:id="rId14"/>
    <p:sldId id="271" r:id="rId15"/>
    <p:sldId id="272" r:id="rId16"/>
    <p:sldId id="276" r:id="rId17"/>
    <p:sldId id="277" r:id="rId18"/>
    <p:sldId id="274" r:id="rId19"/>
    <p:sldId id="278" r:id="rId20"/>
    <p:sldId id="280" r:id="rId21"/>
    <p:sldId id="286" r:id="rId22"/>
    <p:sldId id="282" r:id="rId23"/>
    <p:sldId id="285" r:id="rId24"/>
    <p:sldId id="275" r:id="rId25"/>
    <p:sldId id="270" r:id="rId26"/>
    <p:sldId id="265" r:id="rId27"/>
    <p:sldId id="268" r:id="rId28"/>
    <p:sldId id="269" r:id="rId29"/>
    <p:sldId id="267" r:id="rId30"/>
    <p:sldId id="266" r:id="rId31"/>
    <p:sldId id="257" r:id="rId32"/>
    <p:sldId id="258" r:id="rId33"/>
    <p:sldId id="259" r:id="rId34"/>
    <p:sldId id="260" r:id="rId35"/>
    <p:sldId id="261" r:id="rId36"/>
    <p:sldId id="262" r:id="rId37"/>
    <p:sldId id="263" r:id="rId38"/>
    <p:sldId id="264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600"/>
    <a:srgbClr val="006300"/>
    <a:srgbClr val="FB7700"/>
    <a:srgbClr val="FFFFCC"/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DD71D2-1D85-41AA-B9AD-00CF3E34DA03}" v="67" dt="2026-05-21T16:43:50.0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9" autoAdjust="0"/>
    <p:restoredTop sz="96182" autoAdjust="0"/>
  </p:normalViewPr>
  <p:slideViewPr>
    <p:cSldViewPr snapToGrid="0">
      <p:cViewPr varScale="1">
        <p:scale>
          <a:sx n="95" d="100"/>
          <a:sy n="95" d="100"/>
        </p:scale>
        <p:origin x="624" y="306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5-18T05:27:18.121" v="4875" actId="20577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mod">
        <pc:chgData name="DOWTY, PETER (DNR)" userId="01cf875a-4e15-4928-8f93-7a0dfa1efb6b" providerId="ADAL" clId="{660F8803-2738-5EFD-95AE-06E7480F19FB}" dt="2026-05-02T14:41:10.039" v="1009" actId="20577"/>
        <pc:sldMkLst>
          <pc:docMk/>
          <pc:sldMk cId="1604616895" sldId="282"/>
        </pc:sldMkLst>
        <pc:spChg chg="add mod">
          <ac:chgData name="DOWTY, PETER (DNR)" userId="01cf875a-4e15-4928-8f93-7a0dfa1efb6b" providerId="ADAL" clId="{660F8803-2738-5EFD-95AE-06E7480F19FB}" dt="2026-05-02T14:41:10.039" v="1009" actId="20577"/>
          <ac:spMkLst>
            <pc:docMk/>
            <pc:sldMk cId="1604616895" sldId="282"/>
            <ac:spMk id="16" creationId="{36573C9A-28BB-0DDB-C716-B47D29694DD0}"/>
          </ac:spMkLst>
        </pc:spChg>
      </pc:sldChg>
      <pc:sldChg chg="addSp modSp mod">
        <pc:chgData name="DOWTY, PETER (DNR)" userId="01cf875a-4e15-4928-8f93-7a0dfa1efb6b" providerId="ADAL" clId="{660F8803-2738-5EFD-95AE-06E7480F19FB}" dt="2026-05-03T04:39:14.576" v="2266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660F8803-2738-5EFD-95AE-06E7480F19FB}" dt="2026-05-03T04:39:14.576" v="2266" actId="20577"/>
          <ac:spMkLst>
            <pc:docMk/>
            <pc:sldMk cId="1689912192" sldId="283"/>
            <ac:spMk id="2" creationId="{C67B1F44-604B-548A-B449-4448345FC7D0}"/>
          </ac:spMkLst>
        </pc:spChg>
        <pc:spChg chg="add mod">
          <ac:chgData name="DOWTY, PETER (DNR)" userId="01cf875a-4e15-4928-8f93-7a0dfa1efb6b" providerId="ADAL" clId="{660F8803-2738-5EFD-95AE-06E7480F19FB}" dt="2026-05-03T03:50:43.348" v="1095" actId="404"/>
          <ac:spMkLst>
            <pc:docMk/>
            <pc:sldMk cId="1689912192" sldId="283"/>
            <ac:spMk id="3" creationId="{A7344F54-C7AF-86C7-9C43-2B16D0B595C7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5-03T18:27:32.963" v="2576" actId="1076"/>
        <pc:sldMkLst>
          <pc:docMk/>
          <pc:sldMk cId="3033079533" sldId="284"/>
        </pc:sldMkLst>
        <pc:spChg chg="add mod">
          <ac:chgData name="DOWTY, PETER (DNR)" userId="01cf875a-4e15-4928-8f93-7a0dfa1efb6b" providerId="ADAL" clId="{660F8803-2738-5EFD-95AE-06E7480F19FB}" dt="2026-05-03T14:38:30.748" v="2548" actId="1076"/>
          <ac:spMkLst>
            <pc:docMk/>
            <pc:sldMk cId="3033079533" sldId="284"/>
            <ac:spMk id="3" creationId="{F71A677C-3FA3-76D3-3133-A2596D1D40BF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4" creationId="{EC918C2C-6333-40F1-A4B4-F93CAF543DC6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5" creationId="{256F4C86-65E1-27DB-2B20-1E4E19092C8B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8" creationId="{45F1DE8D-2634-DE88-699C-5E5C82B53CB4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9" creationId="{316A2CA4-13C8-AA8F-952C-692DD3CB2043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10" creationId="{CB716A90-792D-91B5-8276-A69537C932FA}"/>
          </ac:spMkLst>
        </pc:spChg>
        <pc:spChg chg="add mod">
          <ac:chgData name="DOWTY, PETER (DNR)" userId="01cf875a-4e15-4928-8f93-7a0dfa1efb6b" providerId="ADAL" clId="{660F8803-2738-5EFD-95AE-06E7480F19FB}" dt="2026-05-03T14:30:45.005" v="2501" actId="404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660F8803-2738-5EFD-95AE-06E7480F19FB}" dt="2026-05-03T14:35:57.512" v="2521" actId="1076"/>
          <ac:spMkLst>
            <pc:docMk/>
            <pc:sldMk cId="3033079533" sldId="284"/>
            <ac:spMk id="13" creationId="{64A0DC9E-581A-0713-6BA8-2112CF9A4098}"/>
          </ac:spMkLst>
        </pc:spChg>
        <pc:spChg chg="add mod">
          <ac:chgData name="DOWTY, PETER (DNR)" userId="01cf875a-4e15-4928-8f93-7a0dfa1efb6b" providerId="ADAL" clId="{660F8803-2738-5EFD-95AE-06E7480F19FB}" dt="2026-05-03T14:36:13.681" v="2536" actId="1076"/>
          <ac:spMkLst>
            <pc:docMk/>
            <pc:sldMk cId="3033079533" sldId="284"/>
            <ac:spMk id="14" creationId="{5C41D013-FB66-D954-A8F7-8B79ED1E7CF1}"/>
          </ac:spMkLst>
        </pc:spChg>
        <pc:spChg chg="add mod">
          <ac:chgData name="DOWTY, PETER (DNR)" userId="01cf875a-4e15-4928-8f93-7a0dfa1efb6b" providerId="ADAL" clId="{660F8803-2738-5EFD-95AE-06E7480F19FB}" dt="2026-05-03T14:36:07.990" v="2534" actId="14100"/>
          <ac:spMkLst>
            <pc:docMk/>
            <pc:sldMk cId="3033079533" sldId="284"/>
            <ac:spMk id="15" creationId="{29A7D68B-49FC-61AC-0F65-80BBA88F81B9}"/>
          </ac:spMkLst>
        </pc:spChg>
        <pc:spChg chg="add mod">
          <ac:chgData name="DOWTY, PETER (DNR)" userId="01cf875a-4e15-4928-8f93-7a0dfa1efb6b" providerId="ADAL" clId="{660F8803-2738-5EFD-95AE-06E7480F19FB}" dt="2026-05-03T14:38:27.856" v="2547" actId="1076"/>
          <ac:spMkLst>
            <pc:docMk/>
            <pc:sldMk cId="3033079533" sldId="284"/>
            <ac:spMk id="16" creationId="{9E893D2F-966D-A2BB-4AAE-EAFE7BA29E21}"/>
          </ac:spMkLst>
        </pc:spChg>
        <pc:spChg chg="add mod">
          <ac:chgData name="DOWTY, PETER (DNR)" userId="01cf875a-4e15-4928-8f93-7a0dfa1efb6b" providerId="ADAL" clId="{660F8803-2738-5EFD-95AE-06E7480F19FB}" dt="2026-05-03T14:38:06.045" v="2544" actId="1076"/>
          <ac:spMkLst>
            <pc:docMk/>
            <pc:sldMk cId="3033079533" sldId="284"/>
            <ac:spMk id="17" creationId="{272E2EAB-1DD2-04DC-3CF2-12B5BBFD5E1F}"/>
          </ac:spMkLst>
        </pc:spChg>
        <pc:spChg chg="add mod">
          <ac:chgData name="DOWTY, PETER (DNR)" userId="01cf875a-4e15-4928-8f93-7a0dfa1efb6b" providerId="ADAL" clId="{660F8803-2738-5EFD-95AE-06E7480F19FB}" dt="2026-05-03T18:26:46.821" v="2563" actId="1076"/>
          <ac:spMkLst>
            <pc:docMk/>
            <pc:sldMk cId="3033079533" sldId="284"/>
            <ac:spMk id="19" creationId="{3711DE71-03D3-EDF8-1F69-9118989B237D}"/>
          </ac:spMkLst>
        </pc:spChg>
        <pc:spChg chg="add mod">
          <ac:chgData name="DOWTY, PETER (DNR)" userId="01cf875a-4e15-4928-8f93-7a0dfa1efb6b" providerId="ADAL" clId="{660F8803-2738-5EFD-95AE-06E7480F19FB}" dt="2026-05-03T18:26:27.048" v="2561" actId="14100"/>
          <ac:spMkLst>
            <pc:docMk/>
            <pc:sldMk cId="3033079533" sldId="284"/>
            <ac:spMk id="20" creationId="{F7329826-D4C7-BEE5-773F-648AFF003D76}"/>
          </ac:spMkLst>
        </pc:spChg>
        <pc:spChg chg="add mod">
          <ac:chgData name="DOWTY, PETER (DNR)" userId="01cf875a-4e15-4928-8f93-7a0dfa1efb6b" providerId="ADAL" clId="{660F8803-2738-5EFD-95AE-06E7480F19FB}" dt="2026-05-03T18:26:21.819" v="2559" actId="1076"/>
          <ac:spMkLst>
            <pc:docMk/>
            <pc:sldMk cId="3033079533" sldId="284"/>
            <ac:spMk id="21" creationId="{266CC922-1A2E-A92B-84D0-AE461D9136BA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2" creationId="{62D4AB13-4CA1-D5B1-8048-F086110F9055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3" creationId="{05EFF757-4702-84F2-1564-3705C9635BC2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4" creationId="{36D3A190-7855-88FC-8C97-4E21F875DAF6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660F8803-2738-5EFD-95AE-06E7480F19FB}" dt="2026-05-03T18:27:17.673" v="2571" actId="1076"/>
          <ac:spMkLst>
            <pc:docMk/>
            <pc:sldMk cId="3033079533" sldId="284"/>
            <ac:spMk id="27" creationId="{E81356C8-7A2F-AE07-F43E-BA8F14588D0E}"/>
          </ac:spMkLst>
        </pc:spChg>
        <pc:spChg chg="add mod">
          <ac:chgData name="DOWTY, PETER (DNR)" userId="01cf875a-4e15-4928-8f93-7a0dfa1efb6b" providerId="ADAL" clId="{660F8803-2738-5EFD-95AE-06E7480F19FB}" dt="2026-05-03T18:27:21.151" v="2573" actId="1076"/>
          <ac:spMkLst>
            <pc:docMk/>
            <pc:sldMk cId="3033079533" sldId="284"/>
            <ac:spMk id="28" creationId="{84C96ED6-F6BF-758C-0D97-9B07646ECDAC}"/>
          </ac:spMkLst>
        </pc:spChg>
        <pc:spChg chg="add mod">
          <ac:chgData name="DOWTY, PETER (DNR)" userId="01cf875a-4e15-4928-8f93-7a0dfa1efb6b" providerId="ADAL" clId="{660F8803-2738-5EFD-95AE-06E7480F19FB}" dt="2026-05-03T18:27:25.656" v="2575" actId="1076"/>
          <ac:spMkLst>
            <pc:docMk/>
            <pc:sldMk cId="3033079533" sldId="284"/>
            <ac:spMk id="29" creationId="{DFDAD2DD-1360-CCB8-8DF7-3CB248B433DE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03T03:41:14.754" v="1090" actId="554"/>
        <pc:sldMkLst>
          <pc:docMk/>
          <pc:sldMk cId="1999111265" sldId="285"/>
        </pc:sldMkLst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2" creationId="{71551766-061D-F38B-A3FA-4E9797D648E4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3" creationId="{2C1190B1-B0AC-0746-2F1B-931C131DBD6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4" creationId="{751979ED-82FB-6490-8EF8-205E6D67810F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5" creationId="{02C8192B-0CEF-C4EF-B1E5-317ED9B00448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6" creationId="{52EB91D0-A3EA-2E82-67AD-D04B19FFF57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7" creationId="{1A09CA6C-8844-32C1-EEFD-AB3527FF5CEA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8" creationId="{E3B3FEF7-E09A-3BC3-D5EC-7A94DB32F801}"/>
          </ac:spMkLst>
        </pc:sp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9" creationId="{65810E41-C934-9949-135B-4F3A3FD869F0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0" creationId="{7299B9E5-4F37-7B34-FB41-67C274D32675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1" creationId="{26212B06-B6A1-2F94-A84F-EDE1E35EF20F}"/>
          </ac:picMkLst>
        </pc:pic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modSld sldOrd">
      <pc:chgData name="DOWTY, PETER (DNR)" userId="01cf875a-4e15-4928-8f93-7a0dfa1efb6b" providerId="ADAL" clId="{E9054DD1-CDF4-4BE2-A4C5-BD4B0395A89E}" dt="2026-05-21T16:43:53.629" v="6183" actId="1076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0T13:44:35.216" v="5334" actId="478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0T13:44:28.229" v="5333" actId="20577"/>
          <ac:spMkLst>
            <pc:docMk/>
            <pc:sldMk cId="4075092185" sldId="256"/>
            <ac:spMk id="2" creationId="{09D9C740-84B6-4D7A-E556-A418783A3B6E}"/>
          </ac:spMkLst>
        </pc:spChg>
        <pc:spChg chg="del">
          <ac:chgData name="DOWTY, PETER (DNR)" userId="01cf875a-4e15-4928-8f93-7a0dfa1efb6b" providerId="ADAL" clId="{E9054DD1-CDF4-4BE2-A4C5-BD4B0395A89E}" dt="2026-05-20T13:44:35.216" v="5334" actId="478"/>
          <ac:spMkLst>
            <pc:docMk/>
            <pc:sldMk cId="4075092185" sldId="256"/>
            <ac:spMk id="3" creationId="{80D427EA-515C-42E8-0F11-2CA483D989DD}"/>
          </ac:spMkLst>
        </pc:spChg>
        <pc:spChg chg="del">
          <ac:chgData name="DOWTY, PETER (DNR)" userId="01cf875a-4e15-4928-8f93-7a0dfa1efb6b" providerId="ADAL" clId="{E9054DD1-CDF4-4BE2-A4C5-BD4B0395A89E}" dt="2026-05-20T13:43:09.115" v="5234" actId="478"/>
          <ac:spMkLst>
            <pc:docMk/>
            <pc:sldMk cId="4075092185" sldId="256"/>
            <ac:spMk id="8" creationId="{66125D79-D5D1-B96E-F44D-2D380737DC4C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01T23:10:23.385" v="551" actId="1076"/>
          <ac:spMkLst>
            <pc:docMk/>
            <pc:sldMk cId="2532653130" sldId="281"/>
            <ac:spMk id="5" creationId="{4694BD01-9DA4-3A05-F9D2-22178F5A3542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04T17:24:57.326" v="1442" actId="164"/>
          <ac:spMkLst>
            <pc:docMk/>
            <pc:sldMk cId="2532653130" sldId="281"/>
            <ac:spMk id="8" creationId="{EAD5425B-B75F-F212-4E36-303E18191FF8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  <pc:picChg chg="add mod">
          <ac:chgData name="DOWTY, PETER (DNR)" userId="01cf875a-4e15-4928-8f93-7a0dfa1efb6b" providerId="ADAL" clId="{E9054DD1-CDF4-4BE2-A4C5-BD4B0395A89E}" dt="2026-05-04T17:24:57.326" v="1442" actId="164"/>
          <ac:picMkLst>
            <pc:docMk/>
            <pc:sldMk cId="2532653130" sldId="281"/>
            <ac:picMk id="7" creationId="{02DA419C-D251-709A-692A-17D08471423A}"/>
          </ac:picMkLst>
        </pc:pic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mod">
          <ac:chgData name="DOWTY, PETER (DNR)" userId="01cf875a-4e15-4928-8f93-7a0dfa1efb6b" providerId="ADAL" clId="{E9054DD1-CDF4-4BE2-A4C5-BD4B0395A89E}" dt="2026-05-06T15:04:07.948" v="1727" actId="14100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DOWTY, PETER (DNR)" userId="01cf875a-4e15-4928-8f93-7a0dfa1efb6b" providerId="ADAL" clId="{E9054DD1-CDF4-4BE2-A4C5-BD4B0395A89E}" dt="2026-05-06T15:04:05.044" v="172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DOWTY, PETER (DNR)" userId="01cf875a-4e15-4928-8f93-7a0dfa1efb6b" providerId="ADAL" clId="{E9054DD1-CDF4-4BE2-A4C5-BD4B0395A89E}" dt="2026-05-06T15:03:58.555" v="1723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DOWTY, PETER (DNR)" userId="01cf875a-4e15-4928-8f93-7a0dfa1efb6b" providerId="ADAL" clId="{E9054DD1-CDF4-4BE2-A4C5-BD4B0395A89E}" dt="2026-05-06T15:03:50.490" v="1720" actId="14100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14" creationId="{5C41D013-FB66-D954-A8F7-8B79ED1E7CF1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DOWTY, PETER (DNR)" userId="01cf875a-4e15-4928-8f93-7a0dfa1efb6b" providerId="ADAL" clId="{E9054DD1-CDF4-4BE2-A4C5-BD4B0395A89E}" dt="2026-05-06T15:04:00.384" v="1724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DOWTY, PETER (DNR)" userId="01cf875a-4e15-4928-8f93-7a0dfa1efb6b" providerId="ADAL" clId="{E9054DD1-CDF4-4BE2-A4C5-BD4B0395A89E}" dt="2026-05-06T15:03:53.321" v="1721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DOWTY, PETER (DNR)" userId="01cf875a-4e15-4928-8f93-7a0dfa1efb6b" providerId="ADAL" clId="{E9054DD1-CDF4-4BE2-A4C5-BD4B0395A89E}" dt="2026-05-06T15:03:46.947" v="1718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E9054DD1-CDF4-4BE2-A4C5-BD4B0395A89E}" dt="2026-05-06T15:02:47.546" v="1706" actId="20577"/>
          <ac:spMkLst>
            <pc:docMk/>
            <pc:sldMk cId="3033079533" sldId="284"/>
            <ac:spMk id="26" creationId="{7B9E8CB4-0256-D1B3-021D-20902B5DF1C1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29" creationId="{DFDAD2DD-1360-CCB8-8DF7-3CB248B433DE}"/>
          </ac:spMkLst>
        </pc:spChg>
        <pc:spChg chg="add mod">
          <ac:chgData name="DOWTY, PETER (DNR)" userId="01cf875a-4e15-4928-8f93-7a0dfa1efb6b" providerId="ADAL" clId="{E9054DD1-CDF4-4BE2-A4C5-BD4B0395A89E}" dt="2026-05-06T15:54:40.223" v="1733" actId="208"/>
          <ac:spMkLst>
            <pc:docMk/>
            <pc:sldMk cId="3033079533" sldId="284"/>
            <ac:spMk id="30" creationId="{FD64F405-B808-0598-4DA2-7553693684DB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1" creationId="{24356EA5-CF42-9066-1E1A-47A173FC2910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2" creationId="{67BFBF7E-716C-7641-82E6-71C18EF9886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3" creationId="{110C4B04-A712-AB24-BE35-BC73F60B9B63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4" creationId="{D3DC3FB7-8C3E-066E-A4D9-E3E4D61F7149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5" creationId="{3FAEE904-4804-B112-EA49-085EA8537F2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6" creationId="{986BF64C-D8D4-F4BA-F000-F7EA66F3A1E5}"/>
          </ac:spMkLst>
        </pc:spChg>
        <pc:spChg chg="add del mod">
          <ac:chgData name="DOWTY, PETER (DNR)" userId="01cf875a-4e15-4928-8f93-7a0dfa1efb6b" providerId="ADAL" clId="{E9054DD1-CDF4-4BE2-A4C5-BD4B0395A89E}" dt="2026-05-20T14:12:22.212" v="5359" actId="478"/>
          <ac:spMkLst>
            <pc:docMk/>
            <pc:sldMk cId="3033079533" sldId="284"/>
            <ac:spMk id="37" creationId="{2BAEC2DB-9EAB-D235-FF81-C08BE7C8C6F1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4T17:39:25.948" v="1623" actId="20577"/>
        <pc:sldMkLst>
          <pc:docMk/>
          <pc:sldMk cId="1739400761" sldId="286"/>
        </pc:sldMkLst>
        <pc:spChg chg="add mod">
          <ac:chgData name="DOWTY, PETER (DNR)" userId="01cf875a-4e15-4928-8f93-7a0dfa1efb6b" providerId="ADAL" clId="{E9054DD1-CDF4-4BE2-A4C5-BD4B0395A89E}" dt="2026-05-04T17:37:23.403" v="1530" actId="164"/>
          <ac:spMkLst>
            <pc:docMk/>
            <pc:sldMk cId="1739400761" sldId="286"/>
            <ac:spMk id="4" creationId="{674778BA-45CD-6FD5-B46A-2D22B5080FAF}"/>
          </ac:spMkLst>
        </pc:spChg>
        <pc:spChg chg="add mod">
          <ac:chgData name="DOWTY, PETER (DNR)" userId="01cf875a-4e15-4928-8f93-7a0dfa1efb6b" providerId="ADAL" clId="{E9054DD1-CDF4-4BE2-A4C5-BD4B0395A89E}" dt="2026-05-04T17:39:25.948" v="1623" actId="20577"/>
          <ac:spMkLst>
            <pc:docMk/>
            <pc:sldMk cId="1739400761" sldId="286"/>
            <ac:spMk id="8" creationId="{C6421496-73F8-4A23-3076-7006878DA3C7}"/>
          </ac:spMkLst>
        </pc:spChg>
        <pc:grpChg chg="add mod">
          <ac:chgData name="DOWTY, PETER (DNR)" userId="01cf875a-4e15-4928-8f93-7a0dfa1efb6b" providerId="ADAL" clId="{E9054DD1-CDF4-4BE2-A4C5-BD4B0395A89E}" dt="2026-05-04T17:37:23.403" v="1530" actId="164"/>
          <ac:grpSpMkLst>
            <pc:docMk/>
            <pc:sldMk cId="1739400761" sldId="286"/>
            <ac:grpSpMk id="5" creationId="{C64562A6-BF0D-C425-2B40-D9E50005AD47}"/>
          </ac:grpSpMkLst>
        </pc:grpChg>
        <pc:picChg chg="add mod">
          <ac:chgData name="DOWTY, PETER (DNR)" userId="01cf875a-4e15-4928-8f93-7a0dfa1efb6b" providerId="ADAL" clId="{E9054DD1-CDF4-4BE2-A4C5-BD4B0395A89E}" dt="2026-05-04T17:37:23.403" v="1530" actId="164"/>
          <ac:picMkLst>
            <pc:docMk/>
            <pc:sldMk cId="1739400761" sldId="286"/>
            <ac:picMk id="3" creationId="{9A59EAD9-89B3-8485-4FD2-E29CA62D2FD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07T22:31:12.190" v="1915" actId="403"/>
          <ac:spMkLst>
            <pc:docMk/>
            <pc:sldMk cId="3797106596" sldId="287"/>
            <ac:spMk id="2" creationId="{26E14C80-B562-42AD-0F41-83D4AF731A7F}"/>
          </ac:spMkLst>
        </pc:spChg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11T16:54:30.188" v="3101" actId="207"/>
          <ac:spMkLst>
            <pc:docMk/>
            <pc:sldMk cId="3797106596" sldId="287"/>
            <ac:spMk id="4" creationId="{C6DCC2A3-CA40-E93A-E9FC-B5E255D2C694}"/>
          </ac:spMkLst>
        </pc:spChg>
        <pc:spChg chg="add mod">
          <ac:chgData name="DOWTY, PETER (DNR)" userId="01cf875a-4e15-4928-8f93-7a0dfa1efb6b" providerId="ADAL" clId="{E9054DD1-CDF4-4BE2-A4C5-BD4B0395A89E}" dt="2026-05-11T15:24:11.447" v="2465" actId="1076"/>
          <ac:spMkLst>
            <pc:docMk/>
            <pc:sldMk cId="3797106596" sldId="287"/>
            <ac:spMk id="5" creationId="{F5521D8F-90DE-8415-F79B-B9BD39953AD4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5-20T13:53:09.982" v="5353" actId="207"/>
        <pc:sldMkLst>
          <pc:docMk/>
          <pc:sldMk cId="593582493" sldId="290"/>
        </pc:sldMkLst>
        <pc:spChg chg="del">
          <ac:chgData name="DOWTY, PETER (DNR)" userId="01cf875a-4e15-4928-8f93-7a0dfa1efb6b" providerId="ADAL" clId="{E9054DD1-CDF4-4BE2-A4C5-BD4B0395A89E}" dt="2026-05-20T13:44:50.767" v="5335" actId="478"/>
          <ac:spMkLst>
            <pc:docMk/>
            <pc:sldMk cId="593582493" sldId="290"/>
            <ac:spMk id="3" creationId="{155F3CDE-A5DF-8D44-CEDF-8E075B3EC095}"/>
          </ac:spMkLst>
        </pc:spChg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  <pc:picChg chg="add del mod">
          <ac:chgData name="DOWTY, PETER (DNR)" userId="01cf875a-4e15-4928-8f93-7a0dfa1efb6b" providerId="ADAL" clId="{E9054DD1-CDF4-4BE2-A4C5-BD4B0395A89E}" dt="2026-05-20T13:45:01.077" v="5337" actId="478"/>
          <ac:picMkLst>
            <pc:docMk/>
            <pc:sldMk cId="593582493" sldId="290"/>
            <ac:picMk id="5" creationId="{3DBA9116-89D3-3D15-BAA3-F8D56F5636DD}"/>
          </ac:picMkLst>
        </pc:picChg>
        <pc:picChg chg="add del mod">
          <ac:chgData name="DOWTY, PETER (DNR)" userId="01cf875a-4e15-4928-8f93-7a0dfa1efb6b" providerId="ADAL" clId="{E9054DD1-CDF4-4BE2-A4C5-BD4B0395A89E}" dt="2026-05-20T13:45:01.077" v="5337" actId="478"/>
          <ac:picMkLst>
            <pc:docMk/>
            <pc:sldMk cId="593582493" sldId="290"/>
            <ac:picMk id="6" creationId="{3F1E1C3D-D71C-1035-7DD4-60C680AD0313}"/>
          </ac:picMkLst>
        </pc:picChg>
        <pc:picChg chg="add del mod">
          <ac:chgData name="DOWTY, PETER (DNR)" userId="01cf875a-4e15-4928-8f93-7a0dfa1efb6b" providerId="ADAL" clId="{E9054DD1-CDF4-4BE2-A4C5-BD4B0395A89E}" dt="2026-05-20T13:45:01.077" v="5337" actId="478"/>
          <ac:picMkLst>
            <pc:docMk/>
            <pc:sldMk cId="593582493" sldId="290"/>
            <ac:picMk id="7" creationId="{591834C7-914A-D0DC-F1AC-F349060CF176}"/>
          </ac:picMkLst>
        </pc:picChg>
        <pc:picChg chg="add del mod">
          <ac:chgData name="DOWTY, PETER (DNR)" userId="01cf875a-4e15-4928-8f93-7a0dfa1efb6b" providerId="ADAL" clId="{E9054DD1-CDF4-4BE2-A4C5-BD4B0395A89E}" dt="2026-05-20T13:45:01.077" v="5337" actId="478"/>
          <ac:picMkLst>
            <pc:docMk/>
            <pc:sldMk cId="593582493" sldId="290"/>
            <ac:picMk id="8" creationId="{21C80B89-C7BE-7A1E-021C-B17D370C2821}"/>
          </ac:picMkLst>
        </pc:picChg>
        <pc:picChg chg="add del mod">
          <ac:chgData name="DOWTY, PETER (DNR)" userId="01cf875a-4e15-4928-8f93-7a0dfa1efb6b" providerId="ADAL" clId="{E9054DD1-CDF4-4BE2-A4C5-BD4B0395A89E}" dt="2026-05-20T13:45:01.077" v="5337" actId="478"/>
          <ac:picMkLst>
            <pc:docMk/>
            <pc:sldMk cId="593582493" sldId="290"/>
            <ac:picMk id="9" creationId="{21EDAF61-4F73-10DB-9503-28A98D008B4E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0T19:41:18.780" v="5540" actId="313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del mod">
          <ac:chgData name="DOWTY, PETER (DNR)" userId="01cf875a-4e15-4928-8f93-7a0dfa1efb6b" providerId="ADAL" clId="{E9054DD1-CDF4-4BE2-A4C5-BD4B0395A89E}" dt="2026-05-20T19:40:34.758" v="5463" actId="478"/>
          <ac:spMkLst>
            <pc:docMk/>
            <pc:sldMk cId="3134302452" sldId="292"/>
            <ac:spMk id="3" creationId="{27B50493-8157-D319-BDC4-9D29889BCC4A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modSp new mod">
        <pc:chgData name="DOWTY, PETER (DNR)" userId="01cf875a-4e15-4928-8f93-7a0dfa1efb6b" providerId="ADAL" clId="{E9054DD1-CDF4-4BE2-A4C5-BD4B0395A89E}" dt="2026-05-21T14:40:37.083" v="5897" actId="20577"/>
        <pc:sldMkLst>
          <pc:docMk/>
          <pc:sldMk cId="1516653873" sldId="293"/>
        </pc:sldMkLst>
        <pc:spChg chg="add mod">
          <ac:chgData name="DOWTY, PETER (DNR)" userId="01cf875a-4e15-4928-8f93-7a0dfa1efb6b" providerId="ADAL" clId="{E9054DD1-CDF4-4BE2-A4C5-BD4B0395A89E}" dt="2026-05-21T14:40:37.083" v="5897" actId="20577"/>
          <ac:spMkLst>
            <pc:docMk/>
            <pc:sldMk cId="1516653873" sldId="293"/>
            <ac:spMk id="2" creationId="{CD4194DB-425F-6788-6B16-09016EFB40F6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1T16:43:53.629" v="6183" actId="1076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del mod">
          <ac:chgData name="DOWTY, PETER (DNR)" userId="01cf875a-4e15-4928-8f93-7a0dfa1efb6b" providerId="ADAL" clId="{E9054DD1-CDF4-4BE2-A4C5-BD4B0395A89E}" dt="2026-05-21T15:45:25.717" v="6005" actId="478"/>
          <ac:spMkLst>
            <pc:docMk/>
            <pc:sldMk cId="3137760217" sldId="294"/>
            <ac:spMk id="3" creationId="{380A13F0-9A65-F88C-A5BE-8792D207A8FA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del mod">
          <ac:chgData name="DOWTY, PETER (DNR)" userId="01cf875a-4e15-4928-8f93-7a0dfa1efb6b" providerId="ADAL" clId="{E9054DD1-CDF4-4BE2-A4C5-BD4B0395A89E}" dt="2026-05-21T15:47:09.301" v="6022" actId="478"/>
          <ac:spMkLst>
            <pc:docMk/>
            <pc:sldMk cId="3137760217" sldId="294"/>
            <ac:spMk id="13" creationId="{DBAD014E-98CC-1A8D-1A4D-265C9FFF1CFF}"/>
          </ac:spMkLst>
        </pc:spChg>
        <pc:spChg chg="add del mod">
          <ac:chgData name="DOWTY, PETER (DNR)" userId="01cf875a-4e15-4928-8f93-7a0dfa1efb6b" providerId="ADAL" clId="{E9054DD1-CDF4-4BE2-A4C5-BD4B0395A89E}" dt="2026-05-21T15:47:09.301" v="6022" actId="478"/>
          <ac:spMkLst>
            <pc:docMk/>
            <pc:sldMk cId="3137760217" sldId="294"/>
            <ac:spMk id="14" creationId="{2856E012-607B-7A8C-B2F3-55530F01A11D}"/>
          </ac:spMkLst>
        </pc:spChg>
        <pc:spChg chg="add del mod">
          <ac:chgData name="DOWTY, PETER (DNR)" userId="01cf875a-4e15-4928-8f93-7a0dfa1efb6b" providerId="ADAL" clId="{E9054DD1-CDF4-4BE2-A4C5-BD4B0395A89E}" dt="2026-05-21T15:47:09.301" v="6022" actId="478"/>
          <ac:spMkLst>
            <pc:docMk/>
            <pc:sldMk cId="3137760217" sldId="294"/>
            <ac:spMk id="15" creationId="{AE3A0FC1-AE19-30EC-BC71-9AFA102785AD}"/>
          </ac:spMkLst>
        </pc:spChg>
        <pc:spChg chg="add del mod">
          <ac:chgData name="DOWTY, PETER (DNR)" userId="01cf875a-4e15-4928-8f93-7a0dfa1efb6b" providerId="ADAL" clId="{E9054DD1-CDF4-4BE2-A4C5-BD4B0395A89E}" dt="2026-05-21T15:47:09.301" v="6022" actId="478"/>
          <ac:spMkLst>
            <pc:docMk/>
            <pc:sldMk cId="3137760217" sldId="294"/>
            <ac:spMk id="16" creationId="{9261530F-E7C4-D8A9-EAE2-C9FBE0BC06DD}"/>
          </ac:spMkLst>
        </pc:spChg>
        <pc:spChg chg="add del mod">
          <ac:chgData name="DOWTY, PETER (DNR)" userId="01cf875a-4e15-4928-8f93-7a0dfa1efb6b" providerId="ADAL" clId="{E9054DD1-CDF4-4BE2-A4C5-BD4B0395A89E}" dt="2026-05-21T15:47:09.301" v="6022" actId="478"/>
          <ac:spMkLst>
            <pc:docMk/>
            <pc:sldMk cId="3137760217" sldId="294"/>
            <ac:spMk id="17" creationId="{F876D737-6FCB-ED18-E5D6-B60C75EF5164}"/>
          </ac:spMkLst>
        </pc:spChg>
        <pc:spChg chg="add del mod">
          <ac:chgData name="DOWTY, PETER (DNR)" userId="01cf875a-4e15-4928-8f93-7a0dfa1efb6b" providerId="ADAL" clId="{E9054DD1-CDF4-4BE2-A4C5-BD4B0395A89E}" dt="2026-05-21T15:47:09.301" v="6022" actId="478"/>
          <ac:spMkLst>
            <pc:docMk/>
            <pc:sldMk cId="3137760217" sldId="294"/>
            <ac:spMk id="18" creationId="{83761C2F-A840-8771-53D5-DE1AB30C8307}"/>
          </ac:spMkLst>
        </pc:spChg>
        <pc:spChg chg="add mod">
          <ac:chgData name="DOWTY, PETER (DNR)" userId="01cf875a-4e15-4928-8f93-7a0dfa1efb6b" providerId="ADAL" clId="{E9054DD1-CDF4-4BE2-A4C5-BD4B0395A89E}" dt="2026-05-21T15:55:14.649" v="6102" actId="13822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1T15:55:52.129" v="6118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1T15:55:52.129" v="6118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1T15:55:52.129" v="6118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1T16:14:36.897" v="6154" actId="1076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1T15:56:08.360" v="6122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1T15:53:59.712" v="6098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5-21T15:53:59.712" v="6098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1T16:14:34.548" v="6153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1T15:54:17.089" v="6100" actId="1076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1T16:43:43.631" v="6175" actId="1076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1T16:43:08.737" v="6163"/>
          <ac:cxnSpMkLst>
            <pc:docMk/>
            <pc:sldMk cId="3137760217" sldId="294"/>
            <ac:cxnSpMk id="36" creationId="{ED7CF8A9-A217-E237-B7D4-6863B60FD80C}"/>
          </ac:cxnSpMkLst>
        </pc:cxnChg>
        <pc:cxnChg chg="add mod">
          <ac:chgData name="DOWTY, PETER (DNR)" userId="01cf875a-4e15-4928-8f93-7a0dfa1efb6b" providerId="ADAL" clId="{E9054DD1-CDF4-4BE2-A4C5-BD4B0395A89E}" dt="2026-05-21T16:43:08.935" v="6164"/>
          <ac:cxnSpMkLst>
            <pc:docMk/>
            <pc:sldMk cId="3137760217" sldId="294"/>
            <ac:cxnSpMk id="37" creationId="{DA14923A-82F5-AF74-52E2-2BC072B0361B}"/>
          </ac:cxnSpMkLst>
        </pc:cxnChg>
        <pc:cxnChg chg="add mod">
          <ac:chgData name="DOWTY, PETER (DNR)" userId="01cf875a-4e15-4928-8f93-7a0dfa1efb6b" providerId="ADAL" clId="{E9054DD1-CDF4-4BE2-A4C5-BD4B0395A89E}" dt="2026-05-21T16:43:53.629" v="6183" actId="1076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1T16:43:49.289" v="6178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1T16:43:49.499" v="6179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1T16:43:49.666" v="6180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1T16:43:49.850" v="6181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1T16:43:50.035" v="6182"/>
          <ac:cxnSpMkLst>
            <pc:docMk/>
            <pc:sldMk cId="3137760217" sldId="294"/>
            <ac:cxnSpMk id="45" creationId="{45842635-F08A-4173-D150-9FCCC35FD56B}"/>
          </ac:cxnSpMkLst>
        </pc:cxn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5-06T03:51:16.985" v="438" actId="1076"/>
      <pc:docMkLst>
        <pc:docMk/>
      </pc:docMkLst>
      <pc:sldChg chg="addSp modSp new mod">
        <pc:chgData name="Pete Dowty" userId="91aba14b6835b0ae" providerId="LiveId" clId="{660F8803-2738-5EFD-95AE-06E7480F19FB}" dt="2026-04-30T03:34:11.071" v="396" actId="20577"/>
        <pc:sldMkLst>
          <pc:docMk/>
          <pc:sldMk cId="1689912192" sldId="283"/>
        </pc:sldMkLst>
        <pc:spChg chg="add mod">
          <ac:chgData name="Pete Dowty" userId="91aba14b6835b0ae" providerId="LiveId" clId="{660F8803-2738-5EFD-95AE-06E7480F19FB}" dt="2026-04-30T03:34:11.071" v="396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mod">
        <pc:chgData name="Pete Dowty" userId="91aba14b6835b0ae" providerId="LiveId" clId="{660F8803-2738-5EFD-95AE-06E7480F19FB}" dt="2026-05-06T03:51:16.985" v="438" actId="1076"/>
        <pc:sldMkLst>
          <pc:docMk/>
          <pc:sldMk cId="3033079533" sldId="284"/>
        </pc:sldMkLst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6" creationId="{9AB0CAD2-7B5B-D303-CA00-8970CA423417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Pete Dowty" userId="91aba14b6835b0ae" providerId="LiveId" clId="{660F8803-2738-5EFD-95AE-06E7480F19FB}" dt="2026-05-06T03:46:33.636" v="404" actId="14100"/>
          <ac:spMkLst>
            <pc:docMk/>
            <pc:sldMk cId="3033079533" sldId="284"/>
            <ac:spMk id="11" creationId="{BD5C7C96-B957-0EA5-CAE2-8DF8FA89CCE3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2" creationId="{62D4AB13-4CA1-D5B1-8048-F086110F9055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Pete Dowty" userId="91aba14b6835b0ae" providerId="LiveId" clId="{660F8803-2738-5EFD-95AE-06E7480F19FB}" dt="2026-05-06T03:46:18.793" v="399" actId="1076"/>
          <ac:spMkLst>
            <pc:docMk/>
            <pc:sldMk cId="3033079533" sldId="284"/>
            <ac:spMk id="25" creationId="{7A295099-6C58-05B9-E63F-35BF0D79119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1" creationId="{24356EA5-CF42-9066-1E1A-47A173FC2910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2" creationId="{67BFBF7E-716C-7641-82E6-71C18EF9886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3" creationId="{110C4B04-A712-AB24-BE35-BC73F60B9B63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4" creationId="{D3DC3FB7-8C3E-066E-A4D9-E3E4D61F7149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5" creationId="{3FAEE904-4804-B112-EA49-085EA8537F2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6" creationId="{986BF64C-D8D4-F4BA-F000-F7EA66F3A1E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customXml" Target="../ink/ink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2.png"/><Relationship Id="rId42" Type="http://schemas.openxmlformats.org/officeDocument/2006/relationships/customXml" Target="../ink/ink23.xml"/><Relationship Id="rId84" Type="http://schemas.openxmlformats.org/officeDocument/2006/relationships/customXml" Target="../ink/ink41.xml"/><Relationship Id="rId138" Type="http://schemas.openxmlformats.org/officeDocument/2006/relationships/customXml" Target="../ink/ink68.xml"/><Relationship Id="rId159" Type="http://schemas.openxmlformats.org/officeDocument/2006/relationships/customXml" Target="../ink/ink78.xml"/><Relationship Id="rId107" Type="http://schemas.openxmlformats.org/officeDocument/2006/relationships/image" Target="../media/image53.png"/><Relationship Id="rId11" Type="http://schemas.openxmlformats.org/officeDocument/2006/relationships/image" Target="../media/image511.png"/><Relationship Id="rId32" Type="http://schemas.openxmlformats.org/officeDocument/2006/relationships/customXml" Target="../ink/ink18.xml"/><Relationship Id="rId53" Type="http://schemas.openxmlformats.org/officeDocument/2006/relationships/image" Target="../media/image26.png"/><Relationship Id="rId74" Type="http://schemas.openxmlformats.org/officeDocument/2006/relationships/customXml" Target="../ink/ink36.xml"/><Relationship Id="rId128" Type="http://schemas.openxmlformats.org/officeDocument/2006/relationships/customXml" Target="../ink/ink63.xml"/><Relationship Id="rId149" Type="http://schemas.openxmlformats.org/officeDocument/2006/relationships/image" Target="../media/image74.png"/><Relationship Id="rId5" Type="http://schemas.openxmlformats.org/officeDocument/2006/relationships/image" Target="../media/image213.png"/><Relationship Id="rId95" Type="http://schemas.openxmlformats.org/officeDocument/2006/relationships/image" Target="../media/image47.png"/><Relationship Id="rId160" Type="http://schemas.openxmlformats.org/officeDocument/2006/relationships/image" Target="../media/image32.png"/><Relationship Id="rId22" Type="http://schemas.openxmlformats.org/officeDocument/2006/relationships/customXml" Target="../ink/ink13.xml"/><Relationship Id="rId43" Type="http://schemas.openxmlformats.org/officeDocument/2006/relationships/image" Target="../media/image21.png"/><Relationship Id="rId118" Type="http://schemas.openxmlformats.org/officeDocument/2006/relationships/customXml" Target="../ink/ink58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4.xml"/><Relationship Id="rId12" Type="http://schemas.openxmlformats.org/officeDocument/2006/relationships/customXml" Target="../ink/ink8.xml"/><Relationship Id="rId17" Type="http://schemas.openxmlformats.org/officeDocument/2006/relationships/image" Target="../media/image810.png"/><Relationship Id="rId33" Type="http://schemas.openxmlformats.org/officeDocument/2006/relationships/image" Target="../media/image16.png"/><Relationship Id="rId38" Type="http://schemas.openxmlformats.org/officeDocument/2006/relationships/customXml" Target="../ink/ink21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08" Type="http://schemas.openxmlformats.org/officeDocument/2006/relationships/customXml" Target="../ink/ink53.xml"/><Relationship Id="rId124" Type="http://schemas.openxmlformats.org/officeDocument/2006/relationships/customXml" Target="../ink/ink61.xml"/><Relationship Id="rId129" Type="http://schemas.openxmlformats.org/officeDocument/2006/relationships/image" Target="../media/image64.png"/><Relationship Id="rId54" Type="http://schemas.openxmlformats.org/officeDocument/2006/relationships/customXml" Target="../ink/ink29.xml"/><Relationship Id="rId70" Type="http://schemas.openxmlformats.org/officeDocument/2006/relationships/customXml" Target="../ink/ink34.xml"/><Relationship Id="rId75" Type="http://schemas.openxmlformats.org/officeDocument/2006/relationships/image" Target="../media/image37.png"/><Relationship Id="rId91" Type="http://schemas.openxmlformats.org/officeDocument/2006/relationships/image" Target="../media/image45.png"/><Relationship Id="rId96" Type="http://schemas.openxmlformats.org/officeDocument/2006/relationships/customXml" Target="../ink/ink47.xml"/><Relationship Id="rId140" Type="http://schemas.openxmlformats.org/officeDocument/2006/relationships/customXml" Target="../ink/ink69.xml"/><Relationship Id="rId145" Type="http://schemas.openxmlformats.org/officeDocument/2006/relationships/image" Target="../media/image72.png"/><Relationship Id="rId161" Type="http://schemas.openxmlformats.org/officeDocument/2006/relationships/customXml" Target="../ink/ink79.xml"/><Relationship Id="rId166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.xml"/><Relationship Id="rId23" Type="http://schemas.openxmlformats.org/officeDocument/2006/relationships/image" Target="../media/image1111.png"/><Relationship Id="rId28" Type="http://schemas.openxmlformats.org/officeDocument/2006/relationships/customXml" Target="../ink/ink16.xml"/><Relationship Id="rId49" Type="http://schemas.openxmlformats.org/officeDocument/2006/relationships/image" Target="../media/image24.png"/><Relationship Id="rId114" Type="http://schemas.openxmlformats.org/officeDocument/2006/relationships/customXml" Target="../ink/ink56.xml"/><Relationship Id="rId119" Type="http://schemas.openxmlformats.org/officeDocument/2006/relationships/image" Target="../media/image59.png"/><Relationship Id="rId44" Type="http://schemas.openxmlformats.org/officeDocument/2006/relationships/customXml" Target="../ink/ink24.xml"/><Relationship Id="rId60" Type="http://schemas.openxmlformats.org/officeDocument/2006/relationships/customXml" Target="../ink/ink32.xml"/><Relationship Id="rId81" Type="http://schemas.openxmlformats.org/officeDocument/2006/relationships/image" Target="../media/image40.png"/><Relationship Id="rId86" Type="http://schemas.openxmlformats.org/officeDocument/2006/relationships/customXml" Target="../ink/ink42.xml"/><Relationship Id="rId130" Type="http://schemas.openxmlformats.org/officeDocument/2006/relationships/customXml" Target="../ink/ink64.xml"/><Relationship Id="rId135" Type="http://schemas.openxmlformats.org/officeDocument/2006/relationships/image" Target="../media/image67.png"/><Relationship Id="rId151" Type="http://schemas.openxmlformats.org/officeDocument/2006/relationships/image" Target="../media/image75.png"/><Relationship Id="rId156" Type="http://schemas.openxmlformats.org/officeDocument/2006/relationships/customXml" Target="../ink/ink77.xml"/><Relationship Id="rId13" Type="http://schemas.openxmlformats.org/officeDocument/2006/relationships/image" Target="../media/image611.png"/><Relationship Id="rId18" Type="http://schemas.openxmlformats.org/officeDocument/2006/relationships/customXml" Target="../ink/ink11.xml"/><Relationship Id="rId39" Type="http://schemas.openxmlformats.org/officeDocument/2006/relationships/image" Target="../media/image19.png"/><Relationship Id="rId109" Type="http://schemas.openxmlformats.org/officeDocument/2006/relationships/image" Target="../media/image54.png"/><Relationship Id="rId34" Type="http://schemas.openxmlformats.org/officeDocument/2006/relationships/customXml" Target="../ink/ink19.xml"/><Relationship Id="rId50" Type="http://schemas.openxmlformats.org/officeDocument/2006/relationships/customXml" Target="../ink/ink27.xml"/><Relationship Id="rId55" Type="http://schemas.openxmlformats.org/officeDocument/2006/relationships/image" Target="../media/image27.png"/><Relationship Id="rId76" Type="http://schemas.openxmlformats.org/officeDocument/2006/relationships/customXml" Target="../ink/ink37.xml"/><Relationship Id="rId97" Type="http://schemas.openxmlformats.org/officeDocument/2006/relationships/image" Target="../media/image48.png"/><Relationship Id="rId104" Type="http://schemas.openxmlformats.org/officeDocument/2006/relationships/customXml" Target="../ink/ink51.xml"/><Relationship Id="rId120" Type="http://schemas.openxmlformats.org/officeDocument/2006/relationships/customXml" Target="../ink/ink59.xml"/><Relationship Id="rId125" Type="http://schemas.openxmlformats.org/officeDocument/2006/relationships/image" Target="../media/image62.png"/><Relationship Id="rId141" Type="http://schemas.openxmlformats.org/officeDocument/2006/relationships/image" Target="../media/image70.png"/><Relationship Id="rId146" Type="http://schemas.openxmlformats.org/officeDocument/2006/relationships/customXml" Target="../ink/ink72.xml"/><Relationship Id="rId167" Type="http://schemas.openxmlformats.org/officeDocument/2006/relationships/customXml" Target="../ink/ink82.xml"/><Relationship Id="rId7" Type="http://schemas.openxmlformats.org/officeDocument/2006/relationships/image" Target="../media/image311.png"/><Relationship Id="rId71" Type="http://schemas.openxmlformats.org/officeDocument/2006/relationships/image" Target="../media/image35.png"/><Relationship Id="rId92" Type="http://schemas.openxmlformats.org/officeDocument/2006/relationships/customXml" Target="../ink/ink45.xml"/><Relationship Id="rId162" Type="http://schemas.openxmlformats.org/officeDocument/2006/relationships/image" Target="../media/image33.png"/><Relationship Id="rId2" Type="http://schemas.openxmlformats.org/officeDocument/2006/relationships/customXml" Target="../ink/ink3.xml"/><Relationship Id="rId29" Type="http://schemas.openxmlformats.org/officeDocument/2006/relationships/image" Target="../media/image140.png"/><Relationship Id="rId24" Type="http://schemas.openxmlformats.org/officeDocument/2006/relationships/customXml" Target="../ink/ink14.xml"/><Relationship Id="rId40" Type="http://schemas.openxmlformats.org/officeDocument/2006/relationships/customXml" Target="../ink/ink22.xml"/><Relationship Id="rId45" Type="http://schemas.openxmlformats.org/officeDocument/2006/relationships/image" Target="../media/image22.png"/><Relationship Id="rId87" Type="http://schemas.openxmlformats.org/officeDocument/2006/relationships/image" Target="../media/image43.png"/><Relationship Id="rId110" Type="http://schemas.openxmlformats.org/officeDocument/2006/relationships/customXml" Target="../ink/ink54.xml"/><Relationship Id="rId115" Type="http://schemas.openxmlformats.org/officeDocument/2006/relationships/image" Target="../media/image57.png"/><Relationship Id="rId131" Type="http://schemas.openxmlformats.org/officeDocument/2006/relationships/image" Target="../media/image65.png"/><Relationship Id="rId136" Type="http://schemas.openxmlformats.org/officeDocument/2006/relationships/customXml" Target="../ink/ink67.xml"/><Relationship Id="rId157" Type="http://schemas.openxmlformats.org/officeDocument/2006/relationships/image" Target="../media/image78.png"/><Relationship Id="rId61" Type="http://schemas.openxmlformats.org/officeDocument/2006/relationships/image" Target="../media/image30.png"/><Relationship Id="rId82" Type="http://schemas.openxmlformats.org/officeDocument/2006/relationships/customXml" Target="../ink/ink40.xml"/><Relationship Id="rId152" Type="http://schemas.openxmlformats.org/officeDocument/2006/relationships/customXml" Target="../ink/ink75.xml"/><Relationship Id="rId19" Type="http://schemas.openxmlformats.org/officeDocument/2006/relationships/image" Target="../media/image911.png"/><Relationship Id="rId14" Type="http://schemas.openxmlformats.org/officeDocument/2006/relationships/customXml" Target="../ink/ink9.xml"/><Relationship Id="rId30" Type="http://schemas.openxmlformats.org/officeDocument/2006/relationships/customXml" Target="../ink/ink17.xml"/><Relationship Id="rId35" Type="http://schemas.openxmlformats.org/officeDocument/2006/relationships/image" Target="../media/image17.png"/><Relationship Id="rId56" Type="http://schemas.openxmlformats.org/officeDocument/2006/relationships/customXml" Target="../ink/ink30.xml"/><Relationship Id="rId77" Type="http://schemas.openxmlformats.org/officeDocument/2006/relationships/image" Target="../media/image38.png"/><Relationship Id="rId100" Type="http://schemas.openxmlformats.org/officeDocument/2006/relationships/customXml" Target="../ink/ink49.xml"/><Relationship Id="rId105" Type="http://schemas.openxmlformats.org/officeDocument/2006/relationships/image" Target="../media/image52.png"/><Relationship Id="rId126" Type="http://schemas.openxmlformats.org/officeDocument/2006/relationships/customXml" Target="../ink/ink62.xml"/><Relationship Id="rId147" Type="http://schemas.openxmlformats.org/officeDocument/2006/relationships/image" Target="../media/image73.png"/><Relationship Id="rId168" Type="http://schemas.openxmlformats.org/officeDocument/2006/relationships/image" Target="../media/image81.png"/><Relationship Id="rId8" Type="http://schemas.openxmlformats.org/officeDocument/2006/relationships/customXml" Target="../ink/ink6.xml"/><Relationship Id="rId51" Type="http://schemas.openxmlformats.org/officeDocument/2006/relationships/image" Target="../media/image25.png"/><Relationship Id="rId72" Type="http://schemas.openxmlformats.org/officeDocument/2006/relationships/customXml" Target="../ink/ink35.xml"/><Relationship Id="rId93" Type="http://schemas.openxmlformats.org/officeDocument/2006/relationships/image" Target="../media/image46.png"/><Relationship Id="rId98" Type="http://schemas.openxmlformats.org/officeDocument/2006/relationships/customXml" Target="../ink/ink48.xml"/><Relationship Id="rId121" Type="http://schemas.openxmlformats.org/officeDocument/2006/relationships/image" Target="../media/image60.png"/><Relationship Id="rId142" Type="http://schemas.openxmlformats.org/officeDocument/2006/relationships/customXml" Target="../ink/ink70.xml"/><Relationship Id="rId163" Type="http://schemas.openxmlformats.org/officeDocument/2006/relationships/customXml" Target="../ink/ink80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25.xml"/><Relationship Id="rId116" Type="http://schemas.openxmlformats.org/officeDocument/2006/relationships/customXml" Target="../ink/ink57.xml"/><Relationship Id="rId137" Type="http://schemas.openxmlformats.org/officeDocument/2006/relationships/image" Target="../media/image68.png"/><Relationship Id="rId158" Type="http://schemas.openxmlformats.org/officeDocument/2006/relationships/image" Target="../media/image10.png"/><Relationship Id="rId20" Type="http://schemas.openxmlformats.org/officeDocument/2006/relationships/customXml" Target="../ink/ink12.xml"/><Relationship Id="rId41" Type="http://schemas.openxmlformats.org/officeDocument/2006/relationships/image" Target="../media/image20.png"/><Relationship Id="rId62" Type="http://schemas.openxmlformats.org/officeDocument/2006/relationships/customXml" Target="../ink/ink33.xml"/><Relationship Id="rId83" Type="http://schemas.openxmlformats.org/officeDocument/2006/relationships/image" Target="../media/image41.png"/><Relationship Id="rId88" Type="http://schemas.openxmlformats.org/officeDocument/2006/relationships/customXml" Target="../ink/ink43.xml"/><Relationship Id="rId111" Type="http://schemas.openxmlformats.org/officeDocument/2006/relationships/image" Target="../media/image55.png"/><Relationship Id="rId132" Type="http://schemas.openxmlformats.org/officeDocument/2006/relationships/customXml" Target="../ink/ink65.xml"/><Relationship Id="rId153" Type="http://schemas.openxmlformats.org/officeDocument/2006/relationships/image" Target="../media/image76.png"/><Relationship Id="rId15" Type="http://schemas.openxmlformats.org/officeDocument/2006/relationships/image" Target="../media/image711.png"/><Relationship Id="rId36" Type="http://schemas.openxmlformats.org/officeDocument/2006/relationships/customXml" Target="../ink/ink20.xml"/><Relationship Id="rId57" Type="http://schemas.openxmlformats.org/officeDocument/2006/relationships/image" Target="../media/image28.png"/><Relationship Id="rId106" Type="http://schemas.openxmlformats.org/officeDocument/2006/relationships/customXml" Target="../ink/ink52.xml"/><Relationship Id="rId127" Type="http://schemas.openxmlformats.org/officeDocument/2006/relationships/image" Target="../media/image63.png"/><Relationship Id="rId10" Type="http://schemas.openxmlformats.org/officeDocument/2006/relationships/customXml" Target="../ink/ink7.xml"/><Relationship Id="rId31" Type="http://schemas.openxmlformats.org/officeDocument/2006/relationships/image" Target="../media/image150.png"/><Relationship Id="rId52" Type="http://schemas.openxmlformats.org/officeDocument/2006/relationships/customXml" Target="../ink/ink28.xml"/><Relationship Id="rId73" Type="http://schemas.openxmlformats.org/officeDocument/2006/relationships/image" Target="../media/image36.png"/><Relationship Id="rId78" Type="http://schemas.openxmlformats.org/officeDocument/2006/relationships/customXml" Target="../ink/ink38.xml"/><Relationship Id="rId94" Type="http://schemas.openxmlformats.org/officeDocument/2006/relationships/customXml" Target="../ink/ink46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60.xml"/><Relationship Id="rId143" Type="http://schemas.openxmlformats.org/officeDocument/2006/relationships/image" Target="../media/image71.png"/><Relationship Id="rId148" Type="http://schemas.openxmlformats.org/officeDocument/2006/relationships/customXml" Target="../ink/ink73.xml"/><Relationship Id="rId164" Type="http://schemas.openxmlformats.org/officeDocument/2006/relationships/image" Target="../media/image79.png"/><Relationship Id="rId4" Type="http://schemas.openxmlformats.org/officeDocument/2006/relationships/customXml" Target="../ink/ink4.xml"/><Relationship Id="rId9" Type="http://schemas.openxmlformats.org/officeDocument/2006/relationships/image" Target="../media/image411.png"/><Relationship Id="rId26" Type="http://schemas.openxmlformats.org/officeDocument/2006/relationships/customXml" Target="../ink/ink15.xml"/><Relationship Id="rId47" Type="http://schemas.openxmlformats.org/officeDocument/2006/relationships/image" Target="../media/image23.png"/><Relationship Id="rId89" Type="http://schemas.openxmlformats.org/officeDocument/2006/relationships/image" Target="../media/image44.png"/><Relationship Id="rId112" Type="http://schemas.openxmlformats.org/officeDocument/2006/relationships/customXml" Target="../ink/ink55.xml"/><Relationship Id="rId133" Type="http://schemas.openxmlformats.org/officeDocument/2006/relationships/image" Target="../media/image66.png"/><Relationship Id="rId154" Type="http://schemas.openxmlformats.org/officeDocument/2006/relationships/customXml" Target="../ink/ink76.xml"/><Relationship Id="rId16" Type="http://schemas.openxmlformats.org/officeDocument/2006/relationships/customXml" Target="../ink/ink10.xml"/><Relationship Id="rId37" Type="http://schemas.openxmlformats.org/officeDocument/2006/relationships/image" Target="../media/image18.png"/><Relationship Id="rId58" Type="http://schemas.openxmlformats.org/officeDocument/2006/relationships/customXml" Target="../ink/ink31.xml"/><Relationship Id="rId79" Type="http://schemas.openxmlformats.org/officeDocument/2006/relationships/image" Target="../media/image39.png"/><Relationship Id="rId102" Type="http://schemas.openxmlformats.org/officeDocument/2006/relationships/customXml" Target="../ink/ink50.xml"/><Relationship Id="rId123" Type="http://schemas.openxmlformats.org/officeDocument/2006/relationships/image" Target="../media/image61.png"/><Relationship Id="rId144" Type="http://schemas.openxmlformats.org/officeDocument/2006/relationships/customXml" Target="../ink/ink71.xml"/><Relationship Id="rId90" Type="http://schemas.openxmlformats.org/officeDocument/2006/relationships/customXml" Target="../ink/ink44.xml"/><Relationship Id="rId165" Type="http://schemas.openxmlformats.org/officeDocument/2006/relationships/customXml" Target="../ink/ink81.xml"/><Relationship Id="rId27" Type="http://schemas.openxmlformats.org/officeDocument/2006/relationships/image" Target="../media/image13.png"/><Relationship Id="rId48" Type="http://schemas.openxmlformats.org/officeDocument/2006/relationships/customXml" Target="../ink/ink26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6.xml"/><Relationship Id="rId80" Type="http://schemas.openxmlformats.org/officeDocument/2006/relationships/customXml" Target="../ink/ink39.xml"/><Relationship Id="rId155" Type="http://schemas.openxmlformats.org/officeDocument/2006/relationships/image" Target="../media/image77.png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91.xml"/><Relationship Id="rId26" Type="http://schemas.openxmlformats.org/officeDocument/2006/relationships/customXml" Target="../ink/ink95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99.xml"/><Relationship Id="rId42" Type="http://schemas.openxmlformats.org/officeDocument/2006/relationships/customXml" Target="../ink/ink103.xml"/><Relationship Id="rId47" Type="http://schemas.openxmlformats.org/officeDocument/2006/relationships/image" Target="../media/image230.png"/><Relationship Id="rId50" Type="http://schemas.openxmlformats.org/officeDocument/2006/relationships/customXml" Target="../ink/ink107.xml"/><Relationship Id="rId7" Type="http://schemas.openxmlformats.org/officeDocument/2006/relationships/image" Target="../media/image310.png"/><Relationship Id="rId2" Type="http://schemas.openxmlformats.org/officeDocument/2006/relationships/customXml" Target="../ink/ink83.xml"/><Relationship Id="rId16" Type="http://schemas.openxmlformats.org/officeDocument/2006/relationships/customXml" Target="../ink/ink90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94.xml"/><Relationship Id="rId32" Type="http://schemas.openxmlformats.org/officeDocument/2006/relationships/customXml" Target="../ink/ink98.xml"/><Relationship Id="rId37" Type="http://schemas.openxmlformats.org/officeDocument/2006/relationships/image" Target="../media/image181.png"/><Relationship Id="rId40" Type="http://schemas.openxmlformats.org/officeDocument/2006/relationships/customXml" Target="../ink/ink102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87.xml"/><Relationship Id="rId19" Type="http://schemas.openxmlformats.org/officeDocument/2006/relationships/image" Target="../media/image92.png"/><Relationship Id="rId31" Type="http://schemas.openxmlformats.org/officeDocument/2006/relationships/image" Target="../media/image151.png"/><Relationship Id="rId44" Type="http://schemas.openxmlformats.org/officeDocument/2006/relationships/customXml" Target="../ink/ink104.xml"/><Relationship Id="rId52" Type="http://schemas.openxmlformats.org/officeDocument/2006/relationships/customXml" Target="../ink/ink108.xml"/><Relationship Id="rId4" Type="http://schemas.openxmlformats.org/officeDocument/2006/relationships/customXml" Target="../ink/ink84.xml"/><Relationship Id="rId9" Type="http://schemas.openxmlformats.org/officeDocument/2006/relationships/image" Target="../media/image410.png"/><Relationship Id="rId14" Type="http://schemas.openxmlformats.org/officeDocument/2006/relationships/customXml" Target="../ink/ink89.xml"/><Relationship Id="rId22" Type="http://schemas.openxmlformats.org/officeDocument/2006/relationships/customXml" Target="../ink/ink93.xml"/><Relationship Id="rId27" Type="http://schemas.openxmlformats.org/officeDocument/2006/relationships/image" Target="../media/image131.png"/><Relationship Id="rId30" Type="http://schemas.openxmlformats.org/officeDocument/2006/relationships/customXml" Target="../ink/ink97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06.xml"/><Relationship Id="rId8" Type="http://schemas.openxmlformats.org/officeDocument/2006/relationships/customXml" Target="../ink/ink86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88.xml"/><Relationship Id="rId17" Type="http://schemas.openxmlformats.org/officeDocument/2006/relationships/image" Target="../media/image85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01.xml"/><Relationship Id="rId46" Type="http://schemas.openxmlformats.org/officeDocument/2006/relationships/customXml" Target="../ink/ink105.xml"/><Relationship Id="rId20" Type="http://schemas.openxmlformats.org/officeDocument/2006/relationships/customXml" Target="../ink/ink92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5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96.xml"/><Relationship Id="rId36" Type="http://schemas.openxmlformats.org/officeDocument/2006/relationships/customXml" Target="../ink/ink100.xml"/><Relationship Id="rId49" Type="http://schemas.openxmlformats.org/officeDocument/2006/relationships/image" Target="../media/image2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.png"/><Relationship Id="rId5" Type="http://schemas.openxmlformats.org/officeDocument/2006/relationships/image" Target="../media/image32.jpeg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5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14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09.xml"/><Relationship Id="rId21" Type="http://schemas.openxmlformats.org/officeDocument/2006/relationships/customXml" Target="../ink/ink118.xml"/><Relationship Id="rId7" Type="http://schemas.openxmlformats.org/officeDocument/2006/relationships/customXml" Target="../ink/ink111.xml"/><Relationship Id="rId12" Type="http://schemas.openxmlformats.org/officeDocument/2006/relationships/image" Target="../media/image910.png"/><Relationship Id="rId17" Type="http://schemas.openxmlformats.org/officeDocument/2006/relationships/customXml" Target="../ink/ink116.xml"/><Relationship Id="rId25" Type="http://schemas.openxmlformats.org/officeDocument/2006/relationships/customXml" Target="../ink/ink120.xml"/><Relationship Id="rId2" Type="http://schemas.openxmlformats.org/officeDocument/2006/relationships/image" Target="../media/image14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13.xml"/><Relationship Id="rId24" Type="http://schemas.openxmlformats.org/officeDocument/2006/relationships/image" Target="../media/image980.png"/><Relationship Id="rId5" Type="http://schemas.openxmlformats.org/officeDocument/2006/relationships/customXml" Target="../ink/ink110.xml"/><Relationship Id="rId15" Type="http://schemas.openxmlformats.org/officeDocument/2006/relationships/customXml" Target="../ink/ink115.xml"/><Relationship Id="rId23" Type="http://schemas.openxmlformats.org/officeDocument/2006/relationships/customXml" Target="../ink/ink119.xml"/><Relationship Id="rId28" Type="http://schemas.openxmlformats.org/officeDocument/2006/relationships/image" Target="../media/image100.png"/><Relationship Id="rId10" Type="http://schemas.openxmlformats.org/officeDocument/2006/relationships/image" Target="../media/image900.png"/><Relationship Id="rId19" Type="http://schemas.openxmlformats.org/officeDocument/2006/relationships/customXml" Target="../ink/ink117.xml"/><Relationship Id="rId4" Type="http://schemas.openxmlformats.org/officeDocument/2006/relationships/image" Target="../media/image870.png"/><Relationship Id="rId9" Type="http://schemas.openxmlformats.org/officeDocument/2006/relationships/customXml" Target="../ink/ink112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12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tiff"/><Relationship Id="rId7" Type="http://schemas.openxmlformats.org/officeDocument/2006/relationships/image" Target="../media/image103.tiff"/><Relationship Id="rId2" Type="http://schemas.openxmlformats.org/officeDocument/2006/relationships/image" Target="../media/image98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2.tiff"/><Relationship Id="rId5" Type="http://schemas.openxmlformats.org/officeDocument/2006/relationships/image" Target="../media/image101.tiff"/><Relationship Id="rId4" Type="http://schemas.openxmlformats.org/officeDocument/2006/relationships/image" Target="../media/image100.tiff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3" Type="http://schemas.openxmlformats.org/officeDocument/2006/relationships/image" Target="../media/image113.png"/><Relationship Id="rId7" Type="http://schemas.openxmlformats.org/officeDocument/2006/relationships/image" Target="../media/image117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8.png"/><Relationship Id="rId4" Type="http://schemas.openxmlformats.org/officeDocument/2006/relationships/image" Target="../media/image1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Make a plan for special cases (eventual treatment may depend on monitoring data granularity):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4194DB-425F-6788-6B16-09016EFB40F6}"/>
              </a:ext>
            </a:extLst>
          </p:cNvPr>
          <p:cNvSpPr txBox="1"/>
          <p:nvPr/>
        </p:nvSpPr>
        <p:spPr>
          <a:xfrm>
            <a:off x="854110" y="633046"/>
            <a:ext cx="82396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Making plantings table</a:t>
            </a:r>
          </a:p>
          <a:p>
            <a:endParaRPr lang="en-US" dirty="0"/>
          </a:p>
          <a:p>
            <a:r>
              <a:rPr lang="en-US" dirty="0"/>
              <a:t>Selection and reduction of planting GPS points to plantings</a:t>
            </a:r>
          </a:p>
        </p:txBody>
      </p: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7489" y="5538517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9889" y="5690917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605" y="2364193"/>
            <a:ext cx="501780" cy="501780"/>
          </a:xfrm>
          <a:prstGeom prst="rect">
            <a:avLst/>
          </a:prstGeom>
        </p:spPr>
      </p:pic>
      <p:pic>
        <p:nvPicPr>
          <p:cNvPr id="12" name="Picture 11" descr="code file Icon - Free PNG &amp; SVG 2035030 - Noun Project">
            <a:extLst>
              <a:ext uri="{FF2B5EF4-FFF2-40B4-BE49-F238E27FC236}">
                <a16:creationId xmlns:a16="http://schemas.microsoft.com/office/drawing/2014/main" id="{D67AB13A-9A37-59A0-4906-F61984A7F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5763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8962495" y="5547224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9114895" y="5699624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9267295" y="5852024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A1FF177-C3C9-2367-A8A4-1E0AB33582E6}"/>
              </a:ext>
            </a:extLst>
          </p:cNvPr>
          <p:cNvSpPr/>
          <p:nvPr/>
        </p:nvSpPr>
        <p:spPr>
          <a:xfrm>
            <a:off x="8296551" y="3265822"/>
            <a:ext cx="1326383" cy="282425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534237" y="460328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8940439" y="2040332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D7CF8A9-A217-E237-B7D4-6863B60FD80C}"/>
              </a:ext>
            </a:extLst>
          </p:cNvPr>
          <p:cNvCxnSpPr/>
          <p:nvPr/>
        </p:nvCxnSpPr>
        <p:spPr>
          <a:xfrm>
            <a:off x="4782928" y="4800957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A14923A-82F5-AF74-52E2-2BC072B0361B}"/>
              </a:ext>
            </a:extLst>
          </p:cNvPr>
          <p:cNvCxnSpPr/>
          <p:nvPr/>
        </p:nvCxnSpPr>
        <p:spPr>
          <a:xfrm>
            <a:off x="4935328" y="4953357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8978920" y="2865973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6954215" y="4957223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7106615" y="5109623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7259015" y="5262023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7411415" y="5414423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7563815" y="5566823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9909</TotalTime>
  <Words>2406</Words>
  <Application>Microsoft Office PowerPoint</Application>
  <PresentationFormat>Widescreen</PresentationFormat>
  <Paragraphs>435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Aptos</vt:lpstr>
      <vt:lpstr>Aptos Display</vt:lpstr>
      <vt:lpstr>Aptos Narrow</vt:lpstr>
      <vt:lpstr>Arial</vt:lpstr>
      <vt:lpstr>Calibri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DOWTY, PETER (DNR)</cp:lastModifiedBy>
  <cp:revision>31</cp:revision>
  <dcterms:created xsi:type="dcterms:W3CDTF">2026-02-18T17:07:24Z</dcterms:created>
  <dcterms:modified xsi:type="dcterms:W3CDTF">2026-05-21T16:44:01Z</dcterms:modified>
  <cp:category/>
</cp:coreProperties>
</file>