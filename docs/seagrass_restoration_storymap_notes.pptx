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303" r:id="rId9"/>
    <p:sldId id="299" r:id="rId10"/>
    <p:sldId id="290" r:id="rId11"/>
    <p:sldId id="304" r:id="rId12"/>
    <p:sldId id="291" r:id="rId13"/>
    <p:sldId id="294" r:id="rId14"/>
    <p:sldId id="287" r:id="rId15"/>
    <p:sldId id="281" r:id="rId16"/>
    <p:sldId id="292" r:id="rId17"/>
    <p:sldId id="283" r:id="rId18"/>
    <p:sldId id="284" r:id="rId19"/>
    <p:sldId id="295" r:id="rId20"/>
    <p:sldId id="297" r:id="rId21"/>
    <p:sldId id="288" r:id="rId22"/>
    <p:sldId id="289" r:id="rId23"/>
    <p:sldId id="273" r:id="rId24"/>
    <p:sldId id="271" r:id="rId25"/>
    <p:sldId id="272" r:id="rId26"/>
    <p:sldId id="276" r:id="rId27"/>
    <p:sldId id="277" r:id="rId28"/>
    <p:sldId id="274" r:id="rId29"/>
    <p:sldId id="278" r:id="rId30"/>
    <p:sldId id="280" r:id="rId31"/>
    <p:sldId id="286" r:id="rId32"/>
    <p:sldId id="282" r:id="rId33"/>
    <p:sldId id="285" r:id="rId34"/>
    <p:sldId id="275" r:id="rId35"/>
    <p:sldId id="270" r:id="rId36"/>
    <p:sldId id="265" r:id="rId37"/>
    <p:sldId id="268" r:id="rId38"/>
    <p:sldId id="269" r:id="rId39"/>
    <p:sldId id="267" r:id="rId40"/>
    <p:sldId id="266" r:id="rId41"/>
    <p:sldId id="257" r:id="rId42"/>
    <p:sldId id="258" r:id="rId43"/>
    <p:sldId id="259" r:id="rId44"/>
    <p:sldId id="260" r:id="rId45"/>
    <p:sldId id="261" r:id="rId46"/>
    <p:sldId id="262" r:id="rId47"/>
    <p:sldId id="263" r:id="rId48"/>
    <p:sldId id="26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7F7F7F"/>
    <a:srgbClr val="00E600"/>
    <a:srgbClr val="006300"/>
    <a:srgbClr val="FB7700"/>
    <a:srgbClr val="FFFFCC"/>
    <a:srgbClr val="F9DAC7"/>
    <a:srgbClr val="FF8585"/>
    <a:srgbClr val="FCEDE4"/>
    <a:srgbClr val="DCE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56" dt="2026-06-04T17:01:10.031"/>
    <p1510:client id="{C8786C6D-AB95-9740-AEFC-2D45BBDF4D29}" v="31" dt="2026-06-04T05:00:38.9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21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312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6-04T18:26:44.978" v="13800" actId="478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add del mod">
          <ac:chgData name="DOWTY, PETER (DNR)" userId="01cf875a-4e15-4928-8f93-7a0dfa1efb6b" providerId="ADAL" clId="{E9054DD1-CDF4-4BE2-A4C5-BD4B0395A89E}" dt="2026-06-04T18:26:44.978" v="13800" actId="478"/>
          <ac:spMkLst>
            <pc:docMk/>
            <pc:sldMk cId="593582493" sldId="290"/>
            <ac:spMk id="2" creationId="{5F26DF45-5DAC-DD96-0A10-72D32C7E3FF9}"/>
          </ac:spMkLst>
        </pc:spChg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add del mod">
          <ac:chgData name="DOWTY, PETER (DNR)" userId="01cf875a-4e15-4928-8f93-7a0dfa1efb6b" providerId="ADAL" clId="{E9054DD1-CDF4-4BE2-A4C5-BD4B0395A89E}" dt="2026-06-04T14:26:00.319" v="12415" actId="478"/>
          <ac:spMkLst>
            <pc:docMk/>
            <pc:sldMk cId="1080191347" sldId="302"/>
            <ac:spMk id="11" creationId="{55B4BF1D-5CAA-0E9C-4575-439D742C0371}"/>
          </ac:spMkLst>
        </pc:spChg>
        <pc:picChg chg="add del">
          <ac:chgData name="DOWTY, PETER (DNR)" userId="01cf875a-4e15-4928-8f93-7a0dfa1efb6b" providerId="ADAL" clId="{E9054DD1-CDF4-4BE2-A4C5-BD4B0395A89E}" dt="2026-06-04T14:24:59.123" v="12404" actId="478"/>
          <ac:picMkLst>
            <pc:docMk/>
            <pc:sldMk cId="1080191347" sldId="302"/>
            <ac:picMk id="3" creationId="{FE676849-04CE-9F57-9B86-0787441C52E4}"/>
          </ac:picMkLst>
        </pc:pic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11:28.840" v="12447" actId="478"/>
        <pc:sldMkLst>
          <pc:docMk/>
          <pc:sldMk cId="3539159005" sldId="303"/>
        </pc:sldMkLst>
        <pc:spChg chg="mod">
          <ac:chgData name="DOWTY, PETER (DNR)" userId="01cf875a-4e15-4928-8f93-7a0dfa1efb6b" providerId="ADAL" clId="{E9054DD1-CDF4-4BE2-A4C5-BD4B0395A89E}" dt="2026-06-04T14:35:45.240" v="12441" actId="1076"/>
          <ac:spMkLst>
            <pc:docMk/>
            <pc:sldMk cId="3539159005" sldId="303"/>
            <ac:spMk id="2" creationId="{0E8FDBA8-F47A-1EF0-0B57-3210A146BE8E}"/>
          </ac:spMkLst>
        </pc:spChg>
        <pc:spChg chg="add del mod">
          <ac:chgData name="DOWTY, PETER (DNR)" userId="01cf875a-4e15-4928-8f93-7a0dfa1efb6b" providerId="ADAL" clId="{E9054DD1-CDF4-4BE2-A4C5-BD4B0395A89E}" dt="2026-06-03T21:32:39.017" v="12157"/>
          <ac:spMkLst>
            <pc:docMk/>
            <pc:sldMk cId="3539159005" sldId="303"/>
            <ac:spMk id="2" creationId="{16092354-4D70-5DB8-CDD3-27D067DD9B09}"/>
          </ac:spMkLst>
        </pc:spChg>
        <pc:spChg chg="add del mod">
          <ac:chgData name="DOWTY, PETER (DNR)" userId="01cf875a-4e15-4928-8f93-7a0dfa1efb6b" providerId="ADAL" clId="{E9054DD1-CDF4-4BE2-A4C5-BD4B0395A89E}" dt="2026-06-04T15:11:28.840" v="12447" actId="478"/>
          <ac:spMkLst>
            <pc:docMk/>
            <pc:sldMk cId="3539159005" sldId="303"/>
            <ac:spMk id="4" creationId="{ECD68416-7DBE-3550-1422-7D9600FF8969}"/>
          </ac:spMkLst>
        </pc:spChg>
        <pc:graphicFrameChg chg="add mod">
          <ac:chgData name="DOWTY, PETER (DNR)" userId="01cf875a-4e15-4928-8f93-7a0dfa1efb6b" providerId="ADAL" clId="{E9054DD1-CDF4-4BE2-A4C5-BD4B0395A89E}" dt="2026-06-04T14:55:30.811" v="12443"/>
          <ac:graphicFrameMkLst>
            <pc:docMk/>
            <pc:sldMk cId="3539159005" sldId="303"/>
            <ac:graphicFrameMk id="3" creationId="{68A8C131-79D2-A089-48B7-329F184F7D0E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del mod">
          <ac:chgData name="DOWTY, PETER (DNR)" userId="01cf875a-4e15-4928-8f93-7a0dfa1efb6b" providerId="ADAL" clId="{E9054DD1-CDF4-4BE2-A4C5-BD4B0395A89E}" dt="2026-06-04T15:45:16.967" v="12613" actId="478"/>
          <ac:spMkLst>
            <pc:docMk/>
            <pc:sldMk cId="2110894095" sldId="304"/>
            <ac:spMk id="21" creationId="{A4C987FD-39E0-112A-37C4-F4D40461E237}"/>
          </ac:spMkLst>
        </pc:spChg>
        <pc:spChg chg="add del">
          <ac:chgData name="DOWTY, PETER (DNR)" userId="01cf875a-4e15-4928-8f93-7a0dfa1efb6b" providerId="ADAL" clId="{E9054DD1-CDF4-4BE2-A4C5-BD4B0395A89E}" dt="2026-06-04T15:42:00.059" v="12588" actId="478"/>
          <ac:spMkLst>
            <pc:docMk/>
            <pc:sldMk cId="2110894095" sldId="304"/>
            <ac:spMk id="22" creationId="{CE6DE3C7-8DB5-D5F7-33BC-6C0750D49C44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17:14.010" v="12456" actId="1076"/>
          <ac:grpSpMkLst>
            <pc:docMk/>
            <pc:sldMk cId="2110894095" sldId="304"/>
            <ac:grpSpMk id="2" creationId="{E4DA3AE3-E3EB-8202-C30F-0DA5F8ABB2F0}"/>
          </ac:grpSpMkLst>
        </pc:gr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6-04T05:09:44.918" v="1438" actId="20577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mod">
        <pc:chgData name="Pete Dowty" userId="91aba14b6835b0ae" providerId="LiveId" clId="{660F8803-2738-5EFD-95AE-06E7480F19FB}" dt="2026-06-03T05:07:19.538" v="786" actId="478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0" creationId="{F9B41955-2698-27EF-DFB7-B9458D458BF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1" creationId="{97E9ED0C-4867-CDF1-203C-119CBCCB986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2" creationId="{4D05E129-6657-2B61-FC22-474CF742D166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3" creationId="{0E2418D5-12D6-28F3-284D-422D1EE108B1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modSp mod">
        <pc:chgData name="Pete Dowty" userId="91aba14b6835b0ae" providerId="LiveId" clId="{660F8803-2738-5EFD-95AE-06E7480F19FB}" dt="2026-06-04T05:09:44.918" v="1438" actId="20577"/>
        <pc:sldMkLst>
          <pc:docMk/>
          <pc:sldMk cId="3539159005" sldId="303"/>
        </pc:sldMkLst>
        <pc:spChg chg="add mod">
          <ac:chgData name="Pete Dowty" userId="91aba14b6835b0ae" providerId="LiveId" clId="{660F8803-2738-5EFD-95AE-06E7480F19FB}" dt="2026-06-04T05:09:44.918" v="1438" actId="20577"/>
          <ac:spMkLst>
            <pc:docMk/>
            <pc:sldMk cId="3539159005" sldId="303"/>
            <ac:spMk id="2" creationId="{0E8FDBA8-F47A-1EF0-0B57-3210A146BE8E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164249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8FDBA8-F47A-1EF0-0B57-3210A146BE8E}"/>
              </a:ext>
            </a:extLst>
          </p:cNvPr>
          <p:cNvSpPr txBox="1"/>
          <p:nvPr/>
        </p:nvSpPr>
        <p:spPr>
          <a:xfrm>
            <a:off x="787404" y="469783"/>
            <a:ext cx="8514826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sz="1600" dirty="0"/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categorize </a:t>
            </a:r>
            <a:r>
              <a:rPr lang="en-US" sz="1400" dirty="0" err="1"/>
              <a:t>gps</a:t>
            </a:r>
            <a:r>
              <a:rPr lang="en-US" sz="1400" dirty="0"/>
              <a:t> points by the number of unique sets of coords associated with the planting location.</a:t>
            </a:r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isolate </a:t>
            </a:r>
            <a:r>
              <a:rPr lang="en-US" sz="1400" dirty="0" err="1"/>
              <a:t>multiple_pts</a:t>
            </a:r>
            <a:r>
              <a:rPr lang="en-US" sz="1400" dirty="0"/>
              <a:t> records</a:t>
            </a:r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group by planting location and get centroid and assign as location coords</a:t>
            </a:r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save missing to make accessible</a:t>
            </a:r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save ‘good’ and </a:t>
            </a:r>
            <a:r>
              <a:rPr lang="en-US" sz="1400" dirty="0" err="1"/>
              <a:t>bind_rows</a:t>
            </a:r>
            <a:r>
              <a:rPr lang="en-US" sz="1400" dirty="0"/>
              <a:t> of good and centroids to make start of </a:t>
            </a:r>
            <a:r>
              <a:rPr lang="en-US" sz="1400" dirty="0" err="1"/>
              <a:t>planting_location</a:t>
            </a:r>
            <a:r>
              <a:rPr lang="en-US" sz="1400" dirty="0"/>
              <a:t> table</a:t>
            </a: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-US" sz="1400" dirty="0"/>
              <a:t>add planting location attributes: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200" dirty="0" err="1"/>
              <a:t>site_location</a:t>
            </a:r>
            <a:r>
              <a:rPr lang="en-US" sz="1200" dirty="0"/>
              <a:t> and/or </a:t>
            </a:r>
            <a:r>
              <a:rPr lang="en-US" sz="1200" dirty="0" err="1"/>
              <a:t>restoration_area</a:t>
            </a:r>
            <a:endParaRPr lang="en-US" sz="1200" dirty="0"/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200" dirty="0"/>
              <a:t>historical presence source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200" dirty="0"/>
              <a:t>water body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200" dirty="0" err="1"/>
              <a:t>svmp_region</a:t>
            </a:r>
            <a:endParaRPr lang="en-US" sz="1200" dirty="0"/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200" dirty="0" err="1"/>
              <a:t>elevation_m_MLLW</a:t>
            </a:r>
            <a:endParaRPr lang="en-US" sz="1200" dirty="0"/>
          </a:p>
          <a:p>
            <a:pPr marL="631825" lvl="1" indent="-174625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make spatial sf object and write to </a:t>
            </a:r>
            <a:r>
              <a:rPr lang="en-US" sz="1400" dirty="0" err="1"/>
              <a:t>fgdb</a:t>
            </a:r>
            <a:endParaRPr lang="en-US" sz="1400" dirty="0"/>
          </a:p>
          <a:p>
            <a:pPr marL="174625" indent="-1746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return sf object</a:t>
            </a:r>
          </a:p>
          <a:p>
            <a:pPr marL="174625" indent="-174625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-US" sz="1400" dirty="0"/>
              <a:t>ADD CITATION TO PROJECT TABLE</a:t>
            </a:r>
          </a:p>
        </p:txBody>
      </p:sp>
    </p:spTree>
    <p:extLst>
      <p:ext uri="{BB962C8B-B14F-4D97-AF65-F5344CB8AC3E}">
        <p14:creationId xmlns:p14="http://schemas.microsoft.com/office/powerpoint/2010/main" val="3539159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4DA3AE3-E3EB-8202-C30F-0DA5F8ABB2F0}"/>
              </a:ext>
            </a:extLst>
          </p:cNvPr>
          <p:cNvGrpSpPr/>
          <p:nvPr/>
        </p:nvGrpSpPr>
        <p:grpSpPr>
          <a:xfrm>
            <a:off x="831970" y="1405412"/>
            <a:ext cx="693336" cy="850553"/>
            <a:chOff x="1095271" y="2029766"/>
            <a:chExt cx="693336" cy="850553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14177</TotalTime>
  <Words>3425</Words>
  <Application>Microsoft Office PowerPoint</Application>
  <PresentationFormat>Widescreen</PresentationFormat>
  <Paragraphs>755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2026-06-04T18:26:55Z</dcterms:modified>
  <cp:category/>
</cp:coreProperties>
</file>