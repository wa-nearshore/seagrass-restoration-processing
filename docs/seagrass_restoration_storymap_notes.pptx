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301" r:id="rId7"/>
    <p:sldId id="302" r:id="rId8"/>
    <p:sldId id="305" r:id="rId9"/>
    <p:sldId id="306" r:id="rId10"/>
    <p:sldId id="299" r:id="rId11"/>
    <p:sldId id="290" r:id="rId12"/>
    <p:sldId id="304" r:id="rId13"/>
    <p:sldId id="291" r:id="rId14"/>
    <p:sldId id="294" r:id="rId15"/>
    <p:sldId id="287" r:id="rId16"/>
    <p:sldId id="281" r:id="rId17"/>
    <p:sldId id="292" r:id="rId18"/>
    <p:sldId id="283" r:id="rId19"/>
    <p:sldId id="284" r:id="rId20"/>
    <p:sldId id="295" r:id="rId21"/>
    <p:sldId id="297" r:id="rId22"/>
    <p:sldId id="288" r:id="rId23"/>
    <p:sldId id="289" r:id="rId24"/>
    <p:sldId id="273" r:id="rId25"/>
    <p:sldId id="271" r:id="rId26"/>
    <p:sldId id="272" r:id="rId27"/>
    <p:sldId id="276" r:id="rId28"/>
    <p:sldId id="277" r:id="rId29"/>
    <p:sldId id="274" r:id="rId30"/>
    <p:sldId id="278" r:id="rId31"/>
    <p:sldId id="280" r:id="rId32"/>
    <p:sldId id="286" r:id="rId33"/>
    <p:sldId id="282" r:id="rId34"/>
    <p:sldId id="285" r:id="rId35"/>
    <p:sldId id="275" r:id="rId36"/>
    <p:sldId id="270" r:id="rId37"/>
    <p:sldId id="265" r:id="rId38"/>
    <p:sldId id="268" r:id="rId39"/>
    <p:sldId id="269" r:id="rId40"/>
    <p:sldId id="267" r:id="rId41"/>
    <p:sldId id="266" r:id="rId42"/>
    <p:sldId id="257" r:id="rId43"/>
    <p:sldId id="258" r:id="rId44"/>
    <p:sldId id="259" r:id="rId45"/>
    <p:sldId id="260" r:id="rId46"/>
    <p:sldId id="261" r:id="rId47"/>
    <p:sldId id="262" r:id="rId48"/>
    <p:sldId id="263" r:id="rId49"/>
    <p:sldId id="26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  <a:srgbClr val="FFFFFF"/>
    <a:srgbClr val="7F7F7F"/>
    <a:srgbClr val="00E600"/>
    <a:srgbClr val="006300"/>
    <a:srgbClr val="FB7700"/>
    <a:srgbClr val="FFFFCC"/>
    <a:srgbClr val="F9DAC7"/>
    <a:srgbClr val="FF8585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786C6D-AB95-9740-AEFC-2D45BBDF4D29}" v="48" dt="2026-06-06T22:29:47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76" autoAdjust="0"/>
    <p:restoredTop sz="96182" autoAdjust="0"/>
  </p:normalViewPr>
  <p:slideViewPr>
    <p:cSldViewPr snapToGrid="0">
      <p:cViewPr varScale="1">
        <p:scale>
          <a:sx n="186" d="100"/>
          <a:sy n="186" d="100"/>
        </p:scale>
        <p:origin x="392" y="192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6-05T03:10:12.214" v="5307" actId="1076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modSp mod">
        <pc:chgData name="DOWTY, PETER (DNR)" userId="01cf875a-4e15-4928-8f93-7a0dfa1efb6b" providerId="ADAL" clId="{660F8803-2738-5EFD-95AE-06E7480F19FB}" dt="2026-06-05T03:10:12.214" v="5307" actId="1076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05T22:48:15.373" v="13889" actId="2696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4:26:00.319" v="12415" actId="478"/>
        <pc:sldMkLst>
          <pc:docMk/>
          <pc:sldMk cId="1080191347" sldId="302"/>
        </pc:sldMkLst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modSld">
      <pc:chgData name="Pete Dowty" userId="91aba14b6835b0ae" providerId="LiveId" clId="{660F8803-2738-5EFD-95AE-06E7480F19FB}" dt="2026-06-07T01:17:34.901" v="2273" actId="1076"/>
      <pc:docMkLst>
        <pc:docMk/>
      </pc:docMkLst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7T01:17:34.901" v="2273" actId="1076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Pete Dowty" userId="91aba14b6835b0ae" providerId="LiveId" clId="{660F8803-2738-5EFD-95AE-06E7480F19FB}" dt="2026-06-06T22:29:35.559" v="2259" actId="20577"/>
          <ac:spMkLst>
            <pc:docMk/>
            <pc:sldMk cId="1080191347" sldId="302"/>
            <ac:spMk id="11" creationId="{8C1AD218-ABED-6710-1AB4-5D6431E496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del mod">
          <ac:chgData name="Pete Dowty" userId="91aba14b6835b0ae" providerId="LiveId" clId="{660F8803-2738-5EFD-95AE-06E7480F19FB}" dt="2026-06-06T04:39:20.632" v="1700" actId="478"/>
          <ac:spMkLst>
            <pc:docMk/>
            <pc:sldMk cId="1080191347" sldId="302"/>
            <ac:spMk id="16" creationId="{031568E9-A758-7973-613D-B368DFFBCD40}"/>
          </ac:spMkLst>
        </pc:spChg>
        <pc:spChg chg="add mod">
          <ac:chgData name="Pete Dowty" userId="91aba14b6835b0ae" providerId="LiveId" clId="{660F8803-2738-5EFD-95AE-06E7480F19FB}" dt="2026-06-07T01:02:05.689" v="2271" actId="1076"/>
          <ac:spMkLst>
            <pc:docMk/>
            <pc:sldMk cId="1080191347" sldId="302"/>
            <ac:spMk id="16" creationId="{817CF299-7C49-3EC7-0D72-A96A09D3A5C2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del mod">
          <ac:chgData name="Pete Dowty" userId="91aba14b6835b0ae" providerId="LiveId" clId="{660F8803-2738-5EFD-95AE-06E7480F19FB}" dt="2026-06-06T04:38:54.410" v="1699" actId="478"/>
          <ac:spMkLst>
            <pc:docMk/>
            <pc:sldMk cId="1080191347" sldId="302"/>
            <ac:spMk id="18" creationId="{65705A47-FA58-F4C9-D2E5-416BC3C6F054}"/>
          </ac:spMkLst>
        </pc:spChg>
        <pc:spChg chg="add mod">
          <ac:chgData name="Pete Dowty" userId="91aba14b6835b0ae" providerId="LiveId" clId="{660F8803-2738-5EFD-95AE-06E7480F19FB}" dt="2026-06-07T01:02:08.824" v="2272" actId="1076"/>
          <ac:spMkLst>
            <pc:docMk/>
            <pc:sldMk cId="1080191347" sldId="302"/>
            <ac:spMk id="18" creationId="{DD08106A-F81A-8D5C-A490-4A807B43B0AC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7T01:17:34.901" v="2273" actId="1076"/>
          <ac:spMkLst>
            <pc:docMk/>
            <pc:sldMk cId="1080191347" sldId="302"/>
            <ac:spMk id="20" creationId="{5AE3DC17-0377-23AA-CFDA-436FDBD72008}"/>
          </ac:spMkLst>
        </pc:spChg>
        <pc:spChg chg="add del mod">
          <ac:chgData name="Pete Dowty" userId="91aba14b6835b0ae" providerId="LiveId" clId="{660F8803-2738-5EFD-95AE-06E7480F19FB}" dt="2026-06-06T04:43:44.273" v="1729" actId="478"/>
          <ac:spMkLst>
            <pc:docMk/>
            <pc:sldMk cId="1080191347" sldId="302"/>
            <ac:spMk id="20" creationId="{9680C793-DCFA-FF4C-091E-ED1DFEDD23BF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Pete Dowty" userId="91aba14b6835b0ae" providerId="LiveId" clId="{660F8803-2738-5EFD-95AE-06E7480F19FB}" dt="2026-06-06T22:29:47.086" v="2264"/>
          <ac:spMkLst>
            <pc:docMk/>
            <pc:sldMk cId="1080191347" sldId="302"/>
            <ac:spMk id="26" creationId="{1E6812FA-3996-F08D-DB1A-B452C5FF89CE}"/>
          </ac:spMkLst>
        </pc:spChg>
        <pc:spChg chg="add mod">
          <ac:chgData name="Pete Dowty" userId="91aba14b6835b0ae" providerId="LiveId" clId="{660F8803-2738-5EFD-95AE-06E7480F19FB}" dt="2026-06-06T22:29:47.253" v="2265"/>
          <ac:spMkLst>
            <pc:docMk/>
            <pc:sldMk cId="1080191347" sldId="302"/>
            <ac:spMk id="27" creationId="{356B3718-C37E-EA18-C631-FBAE93BA4933}"/>
          </ac:spMkLst>
        </pc:spChg>
        <pc:spChg chg="add mod">
          <ac:chgData name="Pete Dowty" userId="91aba14b6835b0ae" providerId="LiveId" clId="{660F8803-2738-5EFD-95AE-06E7480F19FB}" dt="2026-06-06T22:29:47.515" v="2266"/>
          <ac:spMkLst>
            <pc:docMk/>
            <pc:sldMk cId="1080191347" sldId="302"/>
            <ac:spMk id="28" creationId="{5E09E877-9FEC-C63D-B3C6-1483028A5BF4}"/>
          </ac:spMkLst>
        </pc:spChg>
        <pc:spChg chg="add mod">
          <ac:chgData name="Pete Dowty" userId="91aba14b6835b0ae" providerId="LiveId" clId="{660F8803-2738-5EFD-95AE-06E7480F19FB}" dt="2026-06-06T22:30:01.004" v="2270" actId="20577"/>
          <ac:spMkLst>
            <pc:docMk/>
            <pc:sldMk cId="1080191347" sldId="302"/>
            <ac:spMk id="29" creationId="{7AF8C59A-AF60-0313-D57F-6BA2ED6A294A}"/>
          </ac:spMkLst>
        </pc:spChg>
        <pc:picChg chg="mod">
          <ac:chgData name="Pete Dowty" userId="91aba14b6835b0ae" providerId="LiveId" clId="{660F8803-2738-5EFD-95AE-06E7480F19FB}" dt="2026-06-06T22:27:44.287" v="2237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del mod">
          <ac:chgData name="Pete Dowty" userId="91aba14b6835b0ae" providerId="LiveId" clId="{660F8803-2738-5EFD-95AE-06E7480F19FB}" dt="2026-06-06T14:17:34.104" v="2107" actId="165"/>
          <ac:grpSpMkLst>
            <pc:docMk/>
            <pc:sldMk cId="2110894095" sldId="304"/>
            <ac:grpSpMk id="2" creationId="{E4DA3AE3-E3EB-8202-C30F-0DA5F8ABB2F0}"/>
          </ac:grpSpMkLst>
        </pc:gr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15:24.597" v="2198" actId="1076"/>
          <ac:spMkLst>
            <pc:docMk/>
            <pc:sldMk cId="4159988265" sldId="305"/>
            <ac:spMk id="8" creationId="{E677E233-1CD0-61B8-1978-81A4899596BC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  <pc:spChg chg="add mod">
          <ac:chgData name="Pete Dowty" userId="91aba14b6835b0ae" providerId="LiveId" clId="{660F8803-2738-5EFD-95AE-06E7480F19FB}" dt="2026-06-06T15:36:45.716" v="2230" actId="207"/>
          <ac:spMkLst>
            <pc:docMk/>
            <pc:sldMk cId="2602005344" sldId="306"/>
            <ac:spMk id="2" creationId="{04AD711A-C1D8-6EEC-CA13-8A7C2367A02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jpeg"/><Relationship Id="rId3" Type="http://schemas.openxmlformats.org/officeDocument/2006/relationships/image" Target="../media/image39.png"/><Relationship Id="rId7" Type="http://schemas.openxmlformats.org/officeDocument/2006/relationships/image" Target="../media/image43.jpe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3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jpeg"/><Relationship Id="rId4" Type="http://schemas.openxmlformats.org/officeDocument/2006/relationships/image" Target="../media/image4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3.png"/><Relationship Id="rId4" Type="http://schemas.openxmlformats.org/officeDocument/2006/relationships/image" Target="../media/image10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tiff"/><Relationship Id="rId7" Type="http://schemas.openxmlformats.org/officeDocument/2006/relationships/image" Target="../media/image118.tiff"/><Relationship Id="rId2" Type="http://schemas.openxmlformats.org/officeDocument/2006/relationships/image" Target="../media/image11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7.tiff"/><Relationship Id="rId5" Type="http://schemas.openxmlformats.org/officeDocument/2006/relationships/image" Target="../media/image116.tiff"/><Relationship Id="rId4" Type="http://schemas.openxmlformats.org/officeDocument/2006/relationships/image" Target="../media/image115.tiff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9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132.png"/><Relationship Id="rId7" Type="http://schemas.openxmlformats.org/officeDocument/2006/relationships/image" Target="../media/image137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3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0C092-55A9-27A3-75DD-75D8ADCCA058}"/>
              </a:ext>
            </a:extLst>
          </p:cNvPr>
          <p:cNvSpPr txBox="1"/>
          <p:nvPr/>
        </p:nvSpPr>
        <p:spPr>
          <a:xfrm>
            <a:off x="2256817" y="209503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AEB87-20AC-A22D-70C4-7B754A122240}"/>
              </a:ext>
            </a:extLst>
          </p:cNvPr>
          <p:cNvSpPr txBox="1"/>
          <p:nvPr/>
        </p:nvSpPr>
        <p:spPr>
          <a:xfrm>
            <a:off x="667965" y="3182779"/>
            <a:ext cx="1092741" cy="24622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Planting </a:t>
            </a:r>
            <a:r>
              <a:rPr lang="en-US" sz="1000" dirty="0" err="1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recs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CE988-5AFE-5A19-CD5F-6D28FFA66A0F}"/>
              </a:ext>
            </a:extLst>
          </p:cNvPr>
          <p:cNvSpPr txBox="1"/>
          <p:nvPr/>
        </p:nvSpPr>
        <p:spPr>
          <a:xfrm>
            <a:off x="2166025" y="4591800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AEF0B5-BD97-6BDA-5D25-5677C29B3F49}"/>
              </a:ext>
            </a:extLst>
          </p:cNvPr>
          <p:cNvSpPr txBox="1"/>
          <p:nvPr/>
        </p:nvSpPr>
        <p:spPr>
          <a:xfrm>
            <a:off x="2166025" y="5841801"/>
            <a:ext cx="42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75011-D077-BBF6-2DE0-41D8989B0F52}"/>
              </a:ext>
            </a:extLst>
          </p:cNvPr>
          <p:cNvSpPr txBox="1"/>
          <p:nvPr/>
        </p:nvSpPr>
        <p:spPr>
          <a:xfrm>
            <a:off x="667965" y="343386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  <a:effectLst>
                  <a:glow rad="63500">
                    <a:schemeClr val="bg1">
                      <a:alpha val="64000"/>
                    </a:schemeClr>
                  </a:glow>
                </a:effectLst>
              </a:rPr>
              <a:t>288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F4D1D-57DF-6BE7-9E83-188172B6B6C8}"/>
              </a:ext>
            </a:extLst>
          </p:cNvPr>
          <p:cNvSpPr txBox="1"/>
          <p:nvPr/>
        </p:nvSpPr>
        <p:spPr>
          <a:xfrm>
            <a:off x="3702996" y="3720947"/>
            <a:ext cx="389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C2B01-AC12-764B-79EF-A7F257C71872}"/>
              </a:ext>
            </a:extLst>
          </p:cNvPr>
          <p:cNvSpPr txBox="1"/>
          <p:nvPr/>
        </p:nvSpPr>
        <p:spPr>
          <a:xfrm>
            <a:off x="3702996" y="447651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71DE4-4CBD-EDE4-3ACD-C3124D509FC7}"/>
              </a:ext>
            </a:extLst>
          </p:cNvPr>
          <p:cNvSpPr txBox="1"/>
          <p:nvPr/>
        </p:nvSpPr>
        <p:spPr>
          <a:xfrm>
            <a:off x="2188723" y="6625225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F15C5C-AFCA-0BF5-6390-4DFB21D63651}"/>
              </a:ext>
            </a:extLst>
          </p:cNvPr>
          <p:cNvSpPr txBox="1"/>
          <p:nvPr/>
        </p:nvSpPr>
        <p:spPr>
          <a:xfrm>
            <a:off x="9961124" y="5356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33EC5-69EF-7FC7-59B8-85038D3ADA01}"/>
              </a:ext>
            </a:extLst>
          </p:cNvPr>
          <p:cNvSpPr txBox="1"/>
          <p:nvPr/>
        </p:nvSpPr>
        <p:spPr>
          <a:xfrm>
            <a:off x="11096017" y="53564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B115F8-9203-A430-CF7F-1A8381EF855E}"/>
              </a:ext>
            </a:extLst>
          </p:cNvPr>
          <p:cNvSpPr txBox="1"/>
          <p:nvPr/>
        </p:nvSpPr>
        <p:spPr>
          <a:xfrm>
            <a:off x="11248417" y="55088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3B364-AC14-8AD7-03A8-B3B4D4B0E489}"/>
              </a:ext>
            </a:extLst>
          </p:cNvPr>
          <p:cNvSpPr txBox="1"/>
          <p:nvPr/>
        </p:nvSpPr>
        <p:spPr>
          <a:xfrm>
            <a:off x="3777573" y="237203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C398EC-3790-1A26-0CF3-C81C936DFD9B}"/>
              </a:ext>
            </a:extLst>
          </p:cNvPr>
          <p:cNvSpPr txBox="1"/>
          <p:nvPr/>
        </p:nvSpPr>
        <p:spPr>
          <a:xfrm>
            <a:off x="3719207" y="5093585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164249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11144548" y="5589014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10784502" y="58799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72174" y="472162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1478943" y="1152938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3244133" y="1152937"/>
            <a:ext cx="190831" cy="1490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739514" y="1572037"/>
            <a:ext cx="1154419" cy="984885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  <a:p>
            <a:endParaRPr lang="en-US" sz="800" dirty="0">
              <a:solidFill>
                <a:srgbClr val="C00000"/>
              </a:solidFill>
            </a:endParaRPr>
          </a:p>
          <a:p>
            <a:r>
              <a:rPr lang="en-US" sz="800" dirty="0">
                <a:solidFill>
                  <a:srgbClr val="C00000"/>
                </a:solidFill>
              </a:rPr>
              <a:t>(before 5 no-coord planting records are rehabilitated)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3513980" y="1200915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3241147" y="2873360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3513978" y="272117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77E233-1CD0-61B8-1978-81A4899596BC}"/>
              </a:ext>
            </a:extLst>
          </p:cNvPr>
          <p:cNvSpPr txBox="1"/>
          <p:nvPr/>
        </p:nvSpPr>
        <p:spPr>
          <a:xfrm>
            <a:off x="1128745" y="3097995"/>
            <a:ext cx="176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dim(</a:t>
            </a:r>
            <a:r>
              <a:rPr lang="en-US" sz="1000" dirty="0" err="1"/>
              <a:t>planting_locations</a:t>
            </a:r>
            <a:r>
              <a:rPr lang="en-US" sz="1000" dirty="0"/>
              <a:t>) = [160, 7]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3241147" y="3231326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3513979" y="318277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AD711A-C1D8-6EEC-CA13-8A7C2367A025}"/>
              </a:ext>
            </a:extLst>
          </p:cNvPr>
          <p:cNvSpPr txBox="1"/>
          <p:nvPr/>
        </p:nvSpPr>
        <p:spPr>
          <a:xfrm>
            <a:off x="1143000" y="625288"/>
            <a:ext cx="54191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get elevation categories to agree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ArcGIS Pro - restoration areas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evaluate spatial usefulness from last release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review Python code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replicate Python code with sf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donor site tables</a:t>
            </a:r>
          </a:p>
        </p:txBody>
      </p:sp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15479</TotalTime>
  <Words>3438</Words>
  <Application>Microsoft Macintosh PowerPoint</Application>
  <PresentationFormat>Widescreen</PresentationFormat>
  <Paragraphs>793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9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2026-06-07T01:17:45Z</dcterms:modified>
  <cp:category/>
</cp:coreProperties>
</file>