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08" r:id="rId14"/>
    <p:sldId id="305" r:id="rId15"/>
    <p:sldId id="317" r:id="rId16"/>
    <p:sldId id="306" r:id="rId17"/>
    <p:sldId id="316" r:id="rId18"/>
    <p:sldId id="291" r:id="rId19"/>
    <p:sldId id="294" r:id="rId20"/>
    <p:sldId id="287" r:id="rId21"/>
    <p:sldId id="315" r:id="rId22"/>
    <p:sldId id="281" r:id="rId23"/>
    <p:sldId id="292" r:id="rId24"/>
    <p:sldId id="283" r:id="rId25"/>
    <p:sldId id="318" r:id="rId26"/>
    <p:sldId id="284" r:id="rId27"/>
    <p:sldId id="295" r:id="rId28"/>
    <p:sldId id="297" r:id="rId29"/>
    <p:sldId id="288" r:id="rId30"/>
    <p:sldId id="289" r:id="rId31"/>
    <p:sldId id="273" r:id="rId32"/>
    <p:sldId id="271" r:id="rId33"/>
    <p:sldId id="272" r:id="rId34"/>
    <p:sldId id="276" r:id="rId35"/>
    <p:sldId id="277" r:id="rId36"/>
    <p:sldId id="274" r:id="rId37"/>
    <p:sldId id="278" r:id="rId38"/>
    <p:sldId id="280" r:id="rId39"/>
    <p:sldId id="286" r:id="rId40"/>
    <p:sldId id="282" r:id="rId41"/>
    <p:sldId id="285" r:id="rId42"/>
    <p:sldId id="275" r:id="rId43"/>
    <p:sldId id="270" r:id="rId44"/>
    <p:sldId id="265" r:id="rId45"/>
    <p:sldId id="268" r:id="rId46"/>
    <p:sldId id="269" r:id="rId47"/>
    <p:sldId id="267" r:id="rId48"/>
    <p:sldId id="266" r:id="rId49"/>
    <p:sldId id="257" r:id="rId50"/>
    <p:sldId id="258" r:id="rId51"/>
    <p:sldId id="259" r:id="rId52"/>
    <p:sldId id="260" r:id="rId53"/>
    <p:sldId id="261" r:id="rId54"/>
    <p:sldId id="262" r:id="rId55"/>
    <p:sldId id="263"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C9BA0"/>
    <a:srgbClr val="FB7700"/>
    <a:srgbClr val="FF8585"/>
    <a:srgbClr val="CDCDCD"/>
    <a:srgbClr val="7F7F7F"/>
    <a:srgbClr val="00E600"/>
    <a:srgbClr val="006300"/>
    <a:srgbClr val="FFFFCC"/>
    <a:srgbClr val="F9DA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41" dt="2026-07-02T15:53:42.419"/>
    <p1510:client id="{C8786C6D-AB95-9740-AEFC-2D45BBDF4D29}" v="2" dt="2026-07-03T14:19:51.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46" d="100"/>
          <a:sy n="146" d="100"/>
        </p:scale>
        <p:origin x="192" y="296"/>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pChg chg="add mod">
          <ac:chgData name="DOWTY, PETER (DNR)" userId="01cf875a-4e15-4928-8f93-7a0dfa1efb6b" providerId="ADAL" clId="{660F8803-2738-5EFD-95AE-06E7480F19FB}" dt="2026-06-05T03:09:24.414" v="5276" actId="1076"/>
          <ac:spMkLst>
            <pc:docMk/>
            <pc:sldMk cId="2110894095" sldId="304"/>
            <ac:spMk id="5" creationId="{B4549503-DBBF-AB98-796C-BC52F201C067}"/>
          </ac:spMkLst>
        </pc:spChg>
        <pc:spChg chg="add mod">
          <ac:chgData name="DOWTY, PETER (DNR)" userId="01cf875a-4e15-4928-8f93-7a0dfa1efb6b" providerId="ADAL" clId="{660F8803-2738-5EFD-95AE-06E7480F19FB}" dt="2026-06-05T03:10:12.214" v="5307" actId="1076"/>
          <ac:spMkLst>
            <pc:docMk/>
            <pc:sldMk cId="2110894095" sldId="304"/>
            <ac:spMk id="7" creationId="{63472318-5582-5699-9488-32C095C09682}"/>
          </ac:spMkLst>
        </pc:spChg>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02T15:55:47.791" v="16157" actId="208"/>
      <pc:docMkLst>
        <pc:docMk/>
      </pc:docMkLst>
      <pc:sldChg chg="modSp mod">
        <pc:chgData name="DOWTY, PETER (DNR)" userId="01cf875a-4e15-4928-8f93-7a0dfa1efb6b" providerId="ADAL" clId="{E9054DD1-CDF4-4BE2-A4C5-BD4B0395A89E}" dt="2026-07-01T15:49:09.682" v="15567"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2T14:39:24.866" v="15885" actId="1582"/>
        <pc:sldMkLst>
          <pc:docMk/>
          <pc:sldMk cId="3134302452" sldId="292"/>
        </pc:sldMkLst>
        <pc:spChg chg="add mod">
          <ac:chgData name="DOWTY, PETER (DNR)" userId="01cf875a-4e15-4928-8f93-7a0dfa1efb6b" providerId="ADAL" clId="{E9054DD1-CDF4-4BE2-A4C5-BD4B0395A89E}" dt="2026-07-02T14:39:24.866" v="15885" actId="1582"/>
          <ac:spMkLst>
            <pc:docMk/>
            <pc:sldMk cId="3134302452" sldId="292"/>
            <ac:spMk id="3" creationId="{B8B9858E-8B30-1F1F-0EF3-A7D1F879DE7A}"/>
          </ac:spMkLst>
        </pc:spChg>
        <pc:spChg chg="mod">
          <ac:chgData name="DOWTY, PETER (DNR)" userId="01cf875a-4e15-4928-8f93-7a0dfa1efb6b" providerId="ADAL" clId="{E9054DD1-CDF4-4BE2-A4C5-BD4B0395A89E}" dt="2026-07-01T15:50:46.073" v="15600" actId="20577"/>
          <ac:spMkLst>
            <pc:docMk/>
            <pc:sldMk cId="3134302452" sldId="292"/>
            <ac:spMk id="5" creationId="{F3ADEC9A-5FF3-D75B-E079-CF3D871E39F0}"/>
          </ac:spMkLst>
        </pc:spChg>
        <pc:spChg chg="mod">
          <ac:chgData name="DOWTY, PETER (DNR)" userId="01cf875a-4e15-4928-8f93-7a0dfa1efb6b" providerId="ADAL" clId="{E9054DD1-CDF4-4BE2-A4C5-BD4B0395A89E}" dt="2026-07-02T14:38:43.068" v="15880" actId="208"/>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03T22:26:51.947" v="12403" actId="20577"/>
        <pc:sldMkLst>
          <pc:docMk/>
          <pc:sldMk cId="3137760217" sldId="294"/>
        </pc:sldMkLst>
        <pc:spChg chg="add mod">
          <ac:chgData name="DOWTY, PETER (DNR)" userId="01cf875a-4e15-4928-8f93-7a0dfa1efb6b" providerId="ADAL" clId="{E9054DD1-CDF4-4BE2-A4C5-BD4B0395A89E}" dt="2026-06-03T21:34:58.198" v="12278" actId="1076"/>
          <ac:spMkLst>
            <pc:docMk/>
            <pc:sldMk cId="3137760217" sldId="294"/>
            <ac:spMk id="36" creationId="{72357900-A3A2-2DE9-8EEF-6E2C14DB3032}"/>
          </ac:spMkLst>
        </pc:spChg>
        <pc:spChg chg="add mod">
          <ac:chgData name="DOWTY, PETER (DNR)" userId="01cf875a-4e15-4928-8f93-7a0dfa1efb6b" providerId="ADAL" clId="{E9054DD1-CDF4-4BE2-A4C5-BD4B0395A89E}" dt="2026-06-03T22:26:51.947" v="12403" actId="20577"/>
          <ac:spMkLst>
            <pc:docMk/>
            <pc:sldMk cId="3137760217" sldId="294"/>
            <ac:spMk id="57" creationId="{CA5F0FE3-3780-57D8-248A-D6CD1CB2383C}"/>
          </ac:spMkLst>
        </pc:spChg>
        <pc:spChg chg="add mod">
          <ac:chgData name="DOWTY, PETER (DNR)" userId="01cf875a-4e15-4928-8f93-7a0dfa1efb6b" providerId="ADAL" clId="{E9054DD1-CDF4-4BE2-A4C5-BD4B0395A89E}" dt="2026-06-03T22:08:30.317" v="12366" actId="1076"/>
          <ac:spMkLst>
            <pc:docMk/>
            <pc:sldMk cId="3137760217" sldId="294"/>
            <ac:spMk id="58" creationId="{A6F14E57-65C0-B8E8-CFCC-D231A2EC9D90}"/>
          </ac:spMkLst>
        </pc:spChg>
        <pc:spChg chg="add mod">
          <ac:chgData name="DOWTY, PETER (DNR)" userId="01cf875a-4e15-4928-8f93-7a0dfa1efb6b" providerId="ADAL" clId="{E9054DD1-CDF4-4BE2-A4C5-BD4B0395A89E}" dt="2026-06-03T22:08:42.478" v="12387" actId="20577"/>
          <ac:spMkLst>
            <pc:docMk/>
            <pc:sldMk cId="3137760217" sldId="294"/>
            <ac:spMk id="61" creationId="{2D573B84-9D85-2596-9D98-1F6C83F80C93}"/>
          </ac:spMkLst>
        </pc:spChg>
        <pc:picChg chg="add mod">
          <ac:chgData name="DOWTY, PETER (DNR)" userId="01cf875a-4e15-4928-8f93-7a0dfa1efb6b" providerId="ADAL" clId="{E9054DD1-CDF4-4BE2-A4C5-BD4B0395A89E}" dt="2026-06-03T21:34:54.751" v="12277" actId="1076"/>
          <ac:picMkLst>
            <pc:docMk/>
            <pc:sldMk cId="3137760217" sldId="294"/>
            <ac:picMk id="10" creationId="{220B7CA8-A3CE-72D1-58F6-8EA4571229DD}"/>
          </ac:picMkLst>
        </pc:picChg>
        <pc:picChg chg="add mod">
          <ac:chgData name="DOWTY, PETER (DNR)" userId="01cf875a-4e15-4928-8f93-7a0dfa1efb6b" providerId="ADAL" clId="{E9054DD1-CDF4-4BE2-A4C5-BD4B0395A89E}" dt="2026-06-03T21:35:11.033" v="12280" actId="1076"/>
          <ac:picMkLst>
            <pc:docMk/>
            <pc:sldMk cId="3137760217" sldId="294"/>
            <ac:picMk id="37" creationId="{271CD24A-69D0-075C-3024-3D03536AC5C2}"/>
          </ac:picMkLst>
        </pc:picChg>
      </pc:sldChg>
      <pc:sldChg chg="addSp delSp modSp new mod">
        <pc:chgData name="DOWTY, PETER (DNR)" userId="01cf875a-4e15-4928-8f93-7a0dfa1efb6b" providerId="ADAL" clId="{E9054DD1-CDF4-4BE2-A4C5-BD4B0395A89E}" dt="2026-06-03T17:58:36.478" v="12152" actId="167"/>
        <pc:sldMkLst>
          <pc:docMk/>
          <pc:sldMk cId="1835506812" sldId="301"/>
        </pc:sldMkLst>
        <pc:spChg chg="add mod">
          <ac:chgData name="DOWTY, PETER (DNR)" userId="01cf875a-4e15-4928-8f93-7a0dfa1efb6b" providerId="ADAL" clId="{E9054DD1-CDF4-4BE2-A4C5-BD4B0395A89E}" dt="2026-06-03T16:58:12.656" v="12084" actId="1076"/>
          <ac:spMkLst>
            <pc:docMk/>
            <pc:sldMk cId="1835506812" sldId="301"/>
            <ac:spMk id="23" creationId="{F1E87337-20FD-C8F0-87F2-A6980D388AE5}"/>
          </ac:spMkLst>
        </pc:spChg>
        <pc:spChg chg="add mod ord">
          <ac:chgData name="DOWTY, PETER (DNR)" userId="01cf875a-4e15-4928-8f93-7a0dfa1efb6b" providerId="ADAL" clId="{E9054DD1-CDF4-4BE2-A4C5-BD4B0395A89E}" dt="2026-06-03T17:51:08.266" v="12099" actId="167"/>
          <ac:spMkLst>
            <pc:docMk/>
            <pc:sldMk cId="1835506812" sldId="301"/>
            <ac:spMk id="42" creationId="{F9265CB6-2D04-501C-0F09-3FFF83160315}"/>
          </ac:spMkLst>
        </pc:spChg>
        <pc:spChg chg="add mod">
          <ac:chgData name="DOWTY, PETER (DNR)" userId="01cf875a-4e15-4928-8f93-7a0dfa1efb6b" providerId="ADAL" clId="{E9054DD1-CDF4-4BE2-A4C5-BD4B0395A89E}" dt="2026-06-03T17:54:46.175" v="12104" actId="122"/>
          <ac:spMkLst>
            <pc:docMk/>
            <pc:sldMk cId="1835506812" sldId="301"/>
            <ac:spMk id="43" creationId="{3637AE5A-FEBB-30E5-6325-292F8E1DA0F9}"/>
          </ac:spMkLst>
        </pc:spChg>
        <pc:spChg chg="add mod">
          <ac:chgData name="DOWTY, PETER (DNR)" userId="01cf875a-4e15-4928-8f93-7a0dfa1efb6b" providerId="ADAL" clId="{E9054DD1-CDF4-4BE2-A4C5-BD4B0395A89E}" dt="2026-06-03T17:55:49.783" v="12124" actId="20577"/>
          <ac:spMkLst>
            <pc:docMk/>
            <pc:sldMk cId="1835506812" sldId="301"/>
            <ac:spMk id="72" creationId="{0A5B5348-380B-5147-6E36-E753F79F32EC}"/>
          </ac:spMkLst>
        </pc:spChg>
        <pc:spChg chg="add mod">
          <ac:chgData name="DOWTY, PETER (DNR)" userId="01cf875a-4e15-4928-8f93-7a0dfa1efb6b" providerId="ADAL" clId="{E9054DD1-CDF4-4BE2-A4C5-BD4B0395A89E}" dt="2026-06-03T17:55:52.558" v="12126" actId="20577"/>
          <ac:spMkLst>
            <pc:docMk/>
            <pc:sldMk cId="1835506812" sldId="301"/>
            <ac:spMk id="73" creationId="{CE1D182E-0603-F7D6-873D-1FD6F7D86DC4}"/>
          </ac:spMkLst>
        </pc:spChg>
        <pc:spChg chg="add mod">
          <ac:chgData name="DOWTY, PETER (DNR)" userId="01cf875a-4e15-4928-8f93-7a0dfa1efb6b" providerId="ADAL" clId="{E9054DD1-CDF4-4BE2-A4C5-BD4B0395A89E}" dt="2026-06-03T17:55:45.942" v="12122" actId="20577"/>
          <ac:spMkLst>
            <pc:docMk/>
            <pc:sldMk cId="1835506812" sldId="301"/>
            <ac:spMk id="74" creationId="{004CC4C5-230D-3DDB-684D-8257A0C2A81D}"/>
          </ac:spMkLst>
        </pc:spChg>
        <pc:spChg chg="add mod">
          <ac:chgData name="DOWTY, PETER (DNR)" userId="01cf875a-4e15-4928-8f93-7a0dfa1efb6b" providerId="ADAL" clId="{E9054DD1-CDF4-4BE2-A4C5-BD4B0395A89E}" dt="2026-06-03T17:55:39.321" v="12120" actId="20577"/>
          <ac:spMkLst>
            <pc:docMk/>
            <pc:sldMk cId="1835506812" sldId="301"/>
            <ac:spMk id="75" creationId="{0C19321E-66E8-18AB-6F4D-046CC80DABD7}"/>
          </ac:spMkLst>
        </pc:spChg>
        <pc:spChg chg="add mod">
          <ac:chgData name="DOWTY, PETER (DNR)" userId="01cf875a-4e15-4928-8f93-7a0dfa1efb6b" providerId="ADAL" clId="{E9054DD1-CDF4-4BE2-A4C5-BD4B0395A89E}" dt="2026-06-03T17:55:55.502" v="12128" actId="20577"/>
          <ac:spMkLst>
            <pc:docMk/>
            <pc:sldMk cId="1835506812" sldId="301"/>
            <ac:spMk id="76" creationId="{A41F176F-7050-C6D9-12FD-1676C7D59B28}"/>
          </ac:spMkLst>
        </pc:spChg>
        <pc:spChg chg="add mod">
          <ac:chgData name="DOWTY, PETER (DNR)" userId="01cf875a-4e15-4928-8f93-7a0dfa1efb6b" providerId="ADAL" clId="{E9054DD1-CDF4-4BE2-A4C5-BD4B0395A89E}" dt="2026-06-03T17:55:58.094" v="12130" actId="20577"/>
          <ac:spMkLst>
            <pc:docMk/>
            <pc:sldMk cId="1835506812" sldId="301"/>
            <ac:spMk id="83" creationId="{ECE2DC99-4EBB-BAD5-FEE8-06E7BB98F48C}"/>
          </ac:spMkLst>
        </pc:spChg>
        <pc:spChg chg="add mod">
          <ac:chgData name="DOWTY, PETER (DNR)" userId="01cf875a-4e15-4928-8f93-7a0dfa1efb6b" providerId="ADAL" clId="{E9054DD1-CDF4-4BE2-A4C5-BD4B0395A89E}" dt="2026-06-03T17:56:00.783" v="12132" actId="20577"/>
          <ac:spMkLst>
            <pc:docMk/>
            <pc:sldMk cId="1835506812" sldId="301"/>
            <ac:spMk id="84" creationId="{95B9A113-9E6A-8220-22CE-7E702667E34C}"/>
          </ac:spMkLst>
        </pc:spChg>
        <pc:spChg chg="add mod ord">
          <ac:chgData name="DOWTY, PETER (DNR)" userId="01cf875a-4e15-4928-8f93-7a0dfa1efb6b" providerId="ADAL" clId="{E9054DD1-CDF4-4BE2-A4C5-BD4B0395A89E}" dt="2026-06-03T17:58:36.478" v="12152" actId="167"/>
          <ac:spMkLst>
            <pc:docMk/>
            <pc:sldMk cId="1835506812" sldId="301"/>
            <ac:spMk id="85" creationId="{530B9661-8511-330E-89B6-36C854FA7E81}"/>
          </ac:spMkLst>
        </pc:spChg>
        <pc:cxnChg chg="add mod">
          <ac:chgData name="DOWTY, PETER (DNR)" userId="01cf875a-4e15-4928-8f93-7a0dfa1efb6b" providerId="ADAL" clId="{E9054DD1-CDF4-4BE2-A4C5-BD4B0395A89E}" dt="2026-06-03T17:12:28.176" v="12088" actId="1076"/>
          <ac:cxnSpMkLst>
            <pc:docMk/>
            <pc:sldMk cId="1835506812" sldId="301"/>
            <ac:cxnSpMk id="41" creationId="{7F15E203-A647-EB72-450F-5F2788475573}"/>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add mod">
          <ac:chgData name="DOWTY, PETER (DNR)" userId="01cf875a-4e15-4928-8f93-7a0dfa1efb6b" providerId="ADAL" clId="{E9054DD1-CDF4-4BE2-A4C5-BD4B0395A89E}" dt="2026-06-04T14:25:40.152" v="12410" actId="554"/>
          <ac:spMkLst>
            <pc:docMk/>
            <pc:sldMk cId="1080191347" sldId="302"/>
            <ac:spMk id="4" creationId="{C76B6FD2-BF8A-F576-88C8-D581036D168C}"/>
          </ac:spMkLst>
        </pc:spChg>
        <pc:spChg chg="add mod">
          <ac:chgData name="DOWTY, PETER (DNR)" userId="01cf875a-4e15-4928-8f93-7a0dfa1efb6b" providerId="ADAL" clId="{E9054DD1-CDF4-4BE2-A4C5-BD4B0395A89E}" dt="2026-06-04T14:25:46.681" v="12411" actId="1076"/>
          <ac:spMkLst>
            <pc:docMk/>
            <pc:sldMk cId="1080191347" sldId="302"/>
            <ac:spMk id="5" creationId="{7AC1CA6E-69D4-8FB4-7C1F-5B7431AB8082}"/>
          </ac:spMkLst>
        </pc:spChg>
        <pc:spChg chg="add mod">
          <ac:chgData name="DOWTY, PETER (DNR)" userId="01cf875a-4e15-4928-8f93-7a0dfa1efb6b" providerId="ADAL" clId="{E9054DD1-CDF4-4BE2-A4C5-BD4B0395A89E}" dt="2026-06-04T14:25:50.172" v="12412" actId="1076"/>
          <ac:spMkLst>
            <pc:docMk/>
            <pc:sldMk cId="1080191347" sldId="302"/>
            <ac:spMk id="6" creationId="{C4C9CCD5-87E8-518C-2C95-870A247B881F}"/>
          </ac:spMkLst>
        </pc:spChg>
        <pc:spChg chg="add mod">
          <ac:chgData name="DOWTY, PETER (DNR)" userId="01cf875a-4e15-4928-8f93-7a0dfa1efb6b" providerId="ADAL" clId="{E9054DD1-CDF4-4BE2-A4C5-BD4B0395A89E}" dt="2026-06-04T14:25:40.152" v="12410" actId="554"/>
          <ac:spMkLst>
            <pc:docMk/>
            <pc:sldMk cId="1080191347" sldId="302"/>
            <ac:spMk id="7" creationId="{CED4FAD6-04BE-5DA1-3F40-825D4B156268}"/>
          </ac:spMkLst>
        </pc:spChg>
        <pc:spChg chg="add mod">
          <ac:chgData name="DOWTY, PETER (DNR)" userId="01cf875a-4e15-4928-8f93-7a0dfa1efb6b" providerId="ADAL" clId="{E9054DD1-CDF4-4BE2-A4C5-BD4B0395A89E}" dt="2026-06-04T14:25:40.152" v="12410" actId="554"/>
          <ac:spMkLst>
            <pc:docMk/>
            <pc:sldMk cId="1080191347" sldId="302"/>
            <ac:spMk id="8" creationId="{B94BF8CE-D3B7-CA0B-519C-D1C5FF051D53}"/>
          </ac:spMkLst>
        </pc:spChg>
        <pc:spChg chg="add mod">
          <ac:chgData name="DOWTY, PETER (DNR)" userId="01cf875a-4e15-4928-8f93-7a0dfa1efb6b" providerId="ADAL" clId="{E9054DD1-CDF4-4BE2-A4C5-BD4B0395A89E}" dt="2026-06-04T14:25:54.825" v="12413" actId="1076"/>
          <ac:spMkLst>
            <pc:docMk/>
            <pc:sldMk cId="1080191347" sldId="302"/>
            <ac:spMk id="9" creationId="{70CE1DF2-106A-9D2C-B806-8247E001DF76}"/>
          </ac:spMkLst>
        </pc:spChg>
        <pc:spChg chg="add mod">
          <ac:chgData name="DOWTY, PETER (DNR)" userId="01cf875a-4e15-4928-8f93-7a0dfa1efb6b" providerId="ADAL" clId="{E9054DD1-CDF4-4BE2-A4C5-BD4B0395A89E}" dt="2026-06-04T14:25:58.192" v="12414" actId="1076"/>
          <ac:spMkLst>
            <pc:docMk/>
            <pc:sldMk cId="1080191347" sldId="302"/>
            <ac:spMk id="10" creationId="{06FD703F-EFBF-62D2-4C8E-207F501ADCA5}"/>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picChg chg="add ord">
          <ac:chgData name="DOWTY, PETER (DNR)" userId="01cf875a-4e15-4928-8f93-7a0dfa1efb6b" providerId="ADAL" clId="{E9054DD1-CDF4-4BE2-A4C5-BD4B0395A89E}" dt="2026-06-04T14:25:06.932" v="12406" actId="167"/>
          <ac:picMkLst>
            <pc:docMk/>
            <pc:sldMk cId="1080191347" sldId="302"/>
            <ac:picMk id="12" creationId="{FFEB0EB2-5612-339D-9A81-7118DD120316}"/>
          </ac:picMkLst>
        </pc:pic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01T14:24:34.635" v="15402" actId="2057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6-04T15:12:34.414" v="12449"/>
          <ac:spMkLst>
            <pc:docMk/>
            <pc:sldMk cId="2110894095" sldId="304"/>
            <ac:spMk id="4" creationId="{712285E7-F927-7092-04F0-970231A6F020}"/>
          </ac:spMkLst>
        </pc:spChg>
        <pc:spChg chg="add mod">
          <ac:chgData name="DOWTY, PETER (DNR)" userId="01cf875a-4e15-4928-8f93-7a0dfa1efb6b" providerId="ADAL" clId="{E9054DD1-CDF4-4BE2-A4C5-BD4B0395A89E}" dt="2026-06-04T15:28:17.134" v="12562" actId="164"/>
          <ac:spMkLst>
            <pc:docMk/>
            <pc:sldMk cId="2110894095" sldId="304"/>
            <ac:spMk id="10" creationId="{988E3680-0C8B-5FA2-80EF-4E66112407A7}"/>
          </ac:spMkLst>
        </pc:spChg>
        <pc:spChg chg="add mod">
          <ac:chgData name="DOWTY, PETER (DNR)" userId="01cf875a-4e15-4928-8f93-7a0dfa1efb6b" providerId="ADAL" clId="{E9054DD1-CDF4-4BE2-A4C5-BD4B0395A89E}" dt="2026-06-04T15:27:36.429" v="12551" actId="164"/>
          <ac:spMkLst>
            <pc:docMk/>
            <pc:sldMk cId="2110894095" sldId="304"/>
            <ac:spMk id="13" creationId="{F4BE5D1A-2F91-BD6D-F25B-9D1092B2A704}"/>
          </ac:spMkLst>
        </pc:spChg>
        <pc:spChg chg="add mod">
          <ac:chgData name="DOWTY, PETER (DNR)" userId="01cf875a-4e15-4928-8f93-7a0dfa1efb6b" providerId="ADAL" clId="{E9054DD1-CDF4-4BE2-A4C5-BD4B0395A89E}" dt="2026-06-04T15:27:46.609" v="12554" actId="164"/>
          <ac:spMkLst>
            <pc:docMk/>
            <pc:sldMk cId="2110894095" sldId="304"/>
            <ac:spMk id="14" creationId="{AAC45B44-B37F-B4F0-D9C5-7B975D2EB634}"/>
          </ac:spMkLst>
        </pc:spChg>
        <pc:spChg chg="add mod">
          <ac:chgData name="DOWTY, PETER (DNR)" userId="01cf875a-4e15-4928-8f93-7a0dfa1efb6b" providerId="ADAL" clId="{E9054DD1-CDF4-4BE2-A4C5-BD4B0395A89E}" dt="2026-06-04T15:28:45.882" v="12567" actId="1076"/>
          <ac:spMkLst>
            <pc:docMk/>
            <pc:sldMk cId="2110894095" sldId="304"/>
            <ac:spMk id="18" creationId="{93206ECF-11F2-BD8C-69FC-060A6AA0F6D5}"/>
          </ac:spMkLst>
        </pc:spChg>
        <pc:spChg chg="add mod">
          <ac:chgData name="DOWTY, PETER (DNR)" userId="01cf875a-4e15-4928-8f93-7a0dfa1efb6b" providerId="ADAL" clId="{E9054DD1-CDF4-4BE2-A4C5-BD4B0395A89E}" dt="2026-06-04T15:46:06.415" v="12617" actId="164"/>
          <ac:spMkLst>
            <pc:docMk/>
            <pc:sldMk cId="2110894095" sldId="304"/>
            <ac:spMk id="20" creationId="{1CABE73D-55A3-A1BB-6544-C7C4220AE85F}"/>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6-04T15:44:20.900" v="12605" actId="692"/>
          <ac:spMkLst>
            <pc:docMk/>
            <pc:sldMk cId="2110894095" sldId="304"/>
            <ac:spMk id="24" creationId="{38DCF909-18C6-CCE8-304F-CBCC5920211B}"/>
          </ac:spMkLst>
        </pc:spChg>
        <pc:spChg chg="add mod">
          <ac:chgData name="DOWTY, PETER (DNR)" userId="01cf875a-4e15-4928-8f93-7a0dfa1efb6b" providerId="ADAL" clId="{E9054DD1-CDF4-4BE2-A4C5-BD4B0395A89E}" dt="2026-06-04T15:45:11.060" v="12612" actId="206"/>
          <ac:spMkLst>
            <pc:docMk/>
            <pc:sldMk cId="2110894095" sldId="304"/>
            <ac:spMk id="25" creationId="{9819A01B-DAF9-47BA-8B3E-D37DCA563D18}"/>
          </ac:spMkLst>
        </pc:spChg>
        <pc:spChg chg="add mod">
          <ac:chgData name="DOWTY, PETER (DNR)" userId="01cf875a-4e15-4928-8f93-7a0dfa1efb6b" providerId="ADAL" clId="{E9054DD1-CDF4-4BE2-A4C5-BD4B0395A89E}" dt="2026-06-04T15:47:44.833" v="12632" actId="693"/>
          <ac:spMkLst>
            <pc:docMk/>
            <pc:sldMk cId="2110894095" sldId="304"/>
            <ac:spMk id="29" creationId="{97AD3633-5493-573A-A57D-9E890C792950}"/>
          </ac:spMkLst>
        </pc:spChg>
        <pc:spChg chg="add mod">
          <ac:chgData name="DOWTY, PETER (DNR)" userId="01cf875a-4e15-4928-8f93-7a0dfa1efb6b" providerId="ADAL" clId="{E9054DD1-CDF4-4BE2-A4C5-BD4B0395A89E}" dt="2026-06-04T15:47:44.833" v="12632" actId="693"/>
          <ac:spMkLst>
            <pc:docMk/>
            <pc:sldMk cId="2110894095" sldId="304"/>
            <ac:spMk id="30" creationId="{FE4F82EB-1018-C6CF-B177-123EE9B65213}"/>
          </ac:spMkLst>
        </pc:spChg>
        <pc:spChg chg="add mod">
          <ac:chgData name="DOWTY, PETER (DNR)" userId="01cf875a-4e15-4928-8f93-7a0dfa1efb6b" providerId="ADAL" clId="{E9054DD1-CDF4-4BE2-A4C5-BD4B0395A89E}" dt="2026-06-04T15:49:00.094" v="12641" actId="2085"/>
          <ac:spMkLst>
            <pc:docMk/>
            <pc:sldMk cId="2110894095" sldId="304"/>
            <ac:spMk id="31" creationId="{3C0C2B12-6EE0-65F3-E58C-7B7B97C13F6B}"/>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ac:chgData name="DOWTY, PETER (DNR)" userId="01cf875a-4e15-4928-8f93-7a0dfa1efb6b" providerId="ADAL" clId="{E9054DD1-CDF4-4BE2-A4C5-BD4B0395A89E}" dt="2026-07-01T14:02:06.754" v="15252" actId="22"/>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grpChg chg="add mod">
          <ac:chgData name="DOWTY, PETER (DNR)" userId="01cf875a-4e15-4928-8f93-7a0dfa1efb6b" providerId="ADAL" clId="{E9054DD1-CDF4-4BE2-A4C5-BD4B0395A89E}" dt="2026-06-04T15:27:36.429" v="12551" actId="164"/>
          <ac:grpSpMkLst>
            <pc:docMk/>
            <pc:sldMk cId="2110894095" sldId="304"/>
            <ac:grpSpMk id="15" creationId="{404BAFDD-F7F9-C609-3EA9-9BB590308389}"/>
          </ac:grpSpMkLst>
        </pc:grpChg>
        <pc:grpChg chg="add mod">
          <ac:chgData name="DOWTY, PETER (DNR)" userId="01cf875a-4e15-4928-8f93-7a0dfa1efb6b" providerId="ADAL" clId="{E9054DD1-CDF4-4BE2-A4C5-BD4B0395A89E}" dt="2026-06-04T15:27:46.609" v="12554" actId="164"/>
          <ac:grpSpMkLst>
            <pc:docMk/>
            <pc:sldMk cId="2110894095" sldId="304"/>
            <ac:grpSpMk id="16" creationId="{A2C5E197-7950-D37A-0A17-5553365FEF81}"/>
          </ac:grpSpMkLst>
        </pc:grpChg>
        <pc:grpChg chg="add mod">
          <ac:chgData name="DOWTY, PETER (DNR)" userId="01cf875a-4e15-4928-8f93-7a0dfa1efb6b" providerId="ADAL" clId="{E9054DD1-CDF4-4BE2-A4C5-BD4B0395A89E}" dt="2026-06-04T15:28:17.134" v="12562" actId="164"/>
          <ac:grpSpMkLst>
            <pc:docMk/>
            <pc:sldMk cId="2110894095" sldId="304"/>
            <ac:grpSpMk id="17" creationId="{E193D287-7A2C-4435-D7D6-FD0A99E1C201}"/>
          </ac:grpSpMkLst>
        </pc:grpChg>
        <pc:grpChg chg="add mod">
          <ac:chgData name="DOWTY, PETER (DNR)" userId="01cf875a-4e15-4928-8f93-7a0dfa1efb6b" providerId="ADAL" clId="{E9054DD1-CDF4-4BE2-A4C5-BD4B0395A89E}" dt="2026-06-04T15:46:12.471" v="12618" actId="1076"/>
          <ac:grpSpMkLst>
            <pc:docMk/>
            <pc:sldMk cId="2110894095" sldId="304"/>
            <ac:grpSpMk id="28" creationId="{E9606D63-5F5D-9254-899F-8548AEF49430}"/>
          </ac:grpSpMkLst>
        </pc:grpChg>
        <pc:picChg chg="mod">
          <ac:chgData name="DOWTY, PETER (DNR)" userId="01cf875a-4e15-4928-8f93-7a0dfa1efb6b" providerId="ADAL" clId="{E9054DD1-CDF4-4BE2-A4C5-BD4B0395A89E}" dt="2026-06-04T15:12:34.414" v="12449"/>
          <ac:picMkLst>
            <pc:docMk/>
            <pc:sldMk cId="2110894095" sldId="304"/>
            <ac:picMk id="3" creationId="{0462DB5D-EB87-78FB-E0AF-1C0991FE0A1B}"/>
          </ac:picMkLst>
        </pc:picChg>
        <pc:picChg chg="add mod">
          <ac:chgData name="DOWTY, PETER (DNR)" userId="01cf875a-4e15-4928-8f93-7a0dfa1efb6b" providerId="ADAL" clId="{E9054DD1-CDF4-4BE2-A4C5-BD4B0395A89E}" dt="2026-06-04T15:28:51.460" v="12568" actId="1076"/>
          <ac:picMkLst>
            <pc:docMk/>
            <pc:sldMk cId="2110894095" sldId="304"/>
            <ac:picMk id="6" creationId="{B7C82D8D-5066-1592-E185-16107D664398}"/>
          </ac:picMkLst>
        </pc:picChg>
        <pc:picChg chg="add mod">
          <ac:chgData name="DOWTY, PETER (DNR)" userId="01cf875a-4e15-4928-8f93-7a0dfa1efb6b" providerId="ADAL" clId="{E9054DD1-CDF4-4BE2-A4C5-BD4B0395A89E}" dt="2026-06-04T15:19:18.263" v="12461" actId="1076"/>
          <ac:picMkLst>
            <pc:docMk/>
            <pc:sldMk cId="2110894095" sldId="304"/>
            <ac:picMk id="8" creationId="{808F7182-63DE-8EAC-2087-EB03D3550FF6}"/>
          </ac:picMkLst>
        </pc:picChg>
        <pc:picChg chg="add mod">
          <ac:chgData name="DOWTY, PETER (DNR)" userId="01cf875a-4e15-4928-8f93-7a0dfa1efb6b" providerId="ADAL" clId="{E9054DD1-CDF4-4BE2-A4C5-BD4B0395A89E}" dt="2026-06-04T15:28:17.134" v="12562" actId="164"/>
          <ac:picMkLst>
            <pc:docMk/>
            <pc:sldMk cId="2110894095" sldId="304"/>
            <ac:picMk id="9" creationId="{8DA68175-3CE6-5329-0E84-73A93947A2D0}"/>
          </ac:picMkLst>
        </pc:picChg>
        <pc:picChg chg="add mod modCrop">
          <ac:chgData name="DOWTY, PETER (DNR)" userId="01cf875a-4e15-4928-8f93-7a0dfa1efb6b" providerId="ADAL" clId="{E9054DD1-CDF4-4BE2-A4C5-BD4B0395A89E}" dt="2026-06-04T15:27:36.429" v="12551" actId="164"/>
          <ac:picMkLst>
            <pc:docMk/>
            <pc:sldMk cId="2110894095" sldId="304"/>
            <ac:picMk id="11" creationId="{4F7E892A-1AF4-32F9-E8F1-186202DACB00}"/>
          </ac:picMkLst>
        </pc:picChg>
        <pc:picChg chg="add mod modCrop">
          <ac:chgData name="DOWTY, PETER (DNR)" userId="01cf875a-4e15-4928-8f93-7a0dfa1efb6b" providerId="ADAL" clId="{E9054DD1-CDF4-4BE2-A4C5-BD4B0395A89E}" dt="2026-06-04T15:27:46.609" v="12554" actId="164"/>
          <ac:picMkLst>
            <pc:docMk/>
            <pc:sldMk cId="2110894095" sldId="304"/>
            <ac:picMk id="12" creationId="{AEB0CE5D-2CF0-EB08-663C-3115CE2133B8}"/>
          </ac:picMkLst>
        </pc:picChg>
        <pc:picChg chg="add mod">
          <ac:chgData name="DOWTY, PETER (DNR)" userId="01cf875a-4e15-4928-8f93-7a0dfa1efb6b" providerId="ADAL" clId="{E9054DD1-CDF4-4BE2-A4C5-BD4B0395A89E}" dt="2026-06-04T15:46:06.415" v="12617" actId="164"/>
          <ac:picMkLst>
            <pc:docMk/>
            <pc:sldMk cId="2110894095" sldId="304"/>
            <ac:picMk id="19" creationId="{01CCA45F-9AC7-EB57-3399-C3A6163FF143}"/>
          </ac:picMkLst>
        </pc:picChg>
        <pc:cxnChg chg="add mod">
          <ac:chgData name="DOWTY, PETER (DNR)" userId="01cf875a-4e15-4928-8f93-7a0dfa1efb6b" providerId="ADAL" clId="{E9054DD1-CDF4-4BE2-A4C5-BD4B0395A89E}" dt="2026-06-04T15:45:35.896" v="12616" actId="208"/>
          <ac:cxnSpMkLst>
            <pc:docMk/>
            <pc:sldMk cId="2110894095" sldId="304"/>
            <ac:cxnSpMk id="27" creationId="{D0B49C01-5B12-B60B-9D1F-77900E024B99}"/>
          </ac:cxnSpMkLst>
        </pc:cxnChg>
      </pc:sldChg>
      <pc:sldChg chg="addSp modSp mod">
        <pc:chgData name="DOWTY, PETER (DNR)" userId="01cf875a-4e15-4928-8f93-7a0dfa1efb6b" providerId="ADAL" clId="{E9054DD1-CDF4-4BE2-A4C5-BD4B0395A89E}" dt="2026-06-11T14:31:09.413" v="14454"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sldChg>
      <pc:sldChg chg="addSp modSp mod">
        <pc:chgData name="DOWTY, PETER (DNR)" userId="01cf875a-4e15-4928-8f93-7a0dfa1efb6b" providerId="ADAL" clId="{E9054DD1-CDF4-4BE2-A4C5-BD4B0395A89E}" dt="2026-07-01T14:22:51.294" v="15367" actId="20577"/>
        <pc:sldMkLst>
          <pc:docMk/>
          <pc:sldMk cId="2602005344" sldId="306"/>
        </pc:sldMkLst>
        <pc:spChg chg="add mod">
          <ac:chgData name="DOWTY, PETER (DNR)" userId="01cf875a-4e15-4928-8f93-7a0dfa1efb6b" providerId="ADAL" clId="{E9054DD1-CDF4-4BE2-A4C5-BD4B0395A89E}" dt="2026-07-01T14:22:51.294" v="15367"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02T15:35:48.355" v="15962" actId="931"/>
        <pc:sldMkLst>
          <pc:docMk/>
          <pc:sldMk cId="2867469800" sldId="308"/>
        </pc:sldMkLst>
        <pc:picChg chg="add mod">
          <ac:chgData name="DOWTY, PETER (DNR)" userId="01cf875a-4e15-4928-8f93-7a0dfa1efb6b" providerId="ADAL" clId="{E9054DD1-CDF4-4BE2-A4C5-BD4B0395A89E}" dt="2026-07-02T15:35:48.355" v="15962" actId="931"/>
          <ac:picMkLst>
            <pc:docMk/>
            <pc:sldMk cId="2867469800" sldId="308"/>
            <ac:picMk id="3" creationId="{42990360-42E8-E08E-F443-27C99ACE4273}"/>
          </ac:picMkLst>
        </pc:picChg>
        <pc:picChg chg="del">
          <ac:chgData name="DOWTY, PETER (DNR)" userId="01cf875a-4e15-4928-8f93-7a0dfa1efb6b" providerId="ADAL" clId="{E9054DD1-CDF4-4BE2-A4C5-BD4B0395A89E}" dt="2026-07-02T15:34:49.353" v="15961" actId="478"/>
          <ac:picMkLst>
            <pc:docMk/>
            <pc:sldMk cId="2867469800" sldId="308"/>
            <ac:picMk id="6" creationId="{C731B0EF-B190-E71F-CE1D-9C28F3B70886}"/>
          </ac:picMkLst>
        </pc:pic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1T16:02:04.648" v="15668" actId="20577"/>
        <pc:sldMkLst>
          <pc:docMk/>
          <pc:sldMk cId="2362947084" sldId="317"/>
        </pc:sldMkLst>
        <pc:spChg chg="add mod">
          <ac:chgData name="DOWTY, PETER (DNR)" userId="01cf875a-4e15-4928-8f93-7a0dfa1efb6b" providerId="ADAL" clId="{E9054DD1-CDF4-4BE2-A4C5-BD4B0395A89E}" dt="2026-07-01T16:02:04.648" v="15668"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delSp modSp mod">
        <pc:chgData name="Pete Dowty" userId="91aba14b6835b0ae" providerId="LiveId" clId="{660F8803-2738-5EFD-95AE-06E7480F19FB}" dt="2026-06-06T04:42:08.651" v="1706" actId="206"/>
        <pc:sldMkLst>
          <pc:docMk/>
          <pc:sldMk cId="1835506812" sldId="301"/>
        </pc:sldMkLst>
        <pc:spChg chg="add mod">
          <ac:chgData name="Pete Dowty" userId="91aba14b6835b0ae" providerId="LiveId" clId="{660F8803-2738-5EFD-95AE-06E7480F19FB}" dt="2026-06-03T04:52:49.327" v="753" actId="14838"/>
          <ac:spMkLst>
            <pc:docMk/>
            <pc:sldMk cId="1835506812" sldId="301"/>
            <ac:spMk id="2" creationId="{CA846F38-ADDD-FC79-D2D1-5792DE64D04C}"/>
          </ac:spMkLst>
        </pc:spChg>
        <pc:spChg chg="add mod">
          <ac:chgData name="Pete Dowty" userId="91aba14b6835b0ae" providerId="LiveId" clId="{660F8803-2738-5EFD-95AE-06E7480F19FB}" dt="2026-06-06T04:42:08.651" v="1706" actId="206"/>
          <ac:spMkLst>
            <pc:docMk/>
            <pc:sldMk cId="1835506812" sldId="301"/>
            <ac:spMk id="40" creationId="{5B6C2A25-7008-F36A-58F0-3EFB7160B1DE}"/>
          </ac:spMkLst>
        </pc:spChg>
        <pc:spChg chg="mod">
          <ac:chgData name="Pete Dowty" userId="91aba14b6835b0ae" providerId="LiveId" clId="{660F8803-2738-5EFD-95AE-06E7480F19FB}" dt="2026-06-03T04:53:22.607" v="785" actId="14838"/>
          <ac:spMkLst>
            <pc:docMk/>
            <pc:sldMk cId="1835506812" sldId="301"/>
            <ac:spMk id="56" creationId="{E40E8C92-55CC-CBBB-5D85-3B438ADFBC18}"/>
          </ac:spMkLst>
        </pc:spChg>
        <pc:spChg chg="add mod">
          <ac:chgData name="Pete Dowty" userId="91aba14b6835b0ae" providerId="LiveId" clId="{660F8803-2738-5EFD-95AE-06E7480F19FB}" dt="2026-06-03T04:46:29.830" v="657" actId="206"/>
          <ac:spMkLst>
            <pc:docMk/>
            <pc:sldMk cId="1835506812" sldId="301"/>
            <ac:spMk id="58" creationId="{055B6D82-9674-EF47-D6B5-835E2F7AA9CE}"/>
          </ac:spMkLst>
        </pc:spChg>
        <pc:spChg chg="add mod">
          <ac:chgData name="Pete Dowty" userId="91aba14b6835b0ae" providerId="LiveId" clId="{660F8803-2738-5EFD-95AE-06E7480F19FB}" dt="2026-06-03T04:51:37.640" v="684" actId="167"/>
          <ac:spMkLst>
            <pc:docMk/>
            <pc:sldMk cId="1835506812" sldId="301"/>
            <ac:spMk id="59" creationId="{4C469FAC-C07F-037F-EC31-D26B79491074}"/>
          </ac:spMkLst>
        </pc:spChg>
        <pc:spChg chg="mod">
          <ac:chgData name="Pete Dowty" userId="91aba14b6835b0ae" providerId="LiveId" clId="{660F8803-2738-5EFD-95AE-06E7480F19FB}" dt="2026-06-03T04:42:43.691" v="651" actId="20577"/>
          <ac:spMkLst>
            <pc:docMk/>
            <pc:sldMk cId="1835506812" sldId="301"/>
            <ac:spMk id="62" creationId="{B3EC0EC5-9D61-CF99-DD83-A92179FEF23D}"/>
          </ac:spMkLst>
        </pc:spChg>
        <pc:spChg chg="add mod">
          <ac:chgData name="Pete Dowty" userId="91aba14b6835b0ae" providerId="LiveId" clId="{660F8803-2738-5EFD-95AE-06E7480F19FB}" dt="2026-06-03T04:49:13.101" v="670" actId="206"/>
          <ac:spMkLst>
            <pc:docMk/>
            <pc:sldMk cId="1835506812" sldId="301"/>
            <ac:spMk id="65" creationId="{FC9531D5-C169-16E6-F354-D8B05CE744A5}"/>
          </ac:spMkLst>
        </pc:spChg>
        <pc:spChg chg="add mod">
          <ac:chgData name="Pete Dowty" userId="91aba14b6835b0ae" providerId="LiveId" clId="{660F8803-2738-5EFD-95AE-06E7480F19FB}" dt="2026-06-03T04:49:48.538" v="675" actId="206"/>
          <ac:spMkLst>
            <pc:docMk/>
            <pc:sldMk cId="1835506812" sldId="301"/>
            <ac:spMk id="66" creationId="{97748B36-302E-BB5B-5014-EF4C8350C1BC}"/>
          </ac:spMkLst>
        </pc:spChg>
        <pc:spChg chg="add mod">
          <ac:chgData name="Pete Dowty" userId="91aba14b6835b0ae" providerId="LiveId" clId="{660F8803-2738-5EFD-95AE-06E7480F19FB}" dt="2026-06-03T04:51:30.653" v="683" actId="167"/>
          <ac:spMkLst>
            <pc:docMk/>
            <pc:sldMk cId="1835506812" sldId="301"/>
            <ac:spMk id="67" creationId="{891E5C1F-C693-FC21-C6D2-BE1974D8F3F0}"/>
          </ac:spMkLst>
        </pc:spChg>
      </pc:sldChg>
      <pc:sldChg chg="addSp delSp modSp mod">
        <pc:chgData name="Pete Dowty" userId="91aba14b6835b0ae" providerId="LiveId" clId="{660F8803-2738-5EFD-95AE-06E7480F19FB}" dt="2026-06-08T03:15:29.967" v="2351" actId="571"/>
        <pc:sldMkLst>
          <pc:docMk/>
          <pc:sldMk cId="1080191347" sldId="302"/>
        </pc:sldMkLst>
        <pc:spChg chg="add mod">
          <ac:chgData name="Pete Dowty" userId="91aba14b6835b0ae" providerId="LiveId" clId="{660F8803-2738-5EFD-95AE-06E7480F19FB}" dt="2026-06-06T04:04:06.711" v="1464" actId="1076"/>
          <ac:spMkLst>
            <pc:docMk/>
            <pc:sldMk cId="1080191347" sldId="302"/>
            <ac:spMk id="2" creationId="{80CDFAD8-254E-B1F9-BEE4-35A7BD532477}"/>
          </ac:spMkLst>
        </pc:spChg>
        <pc:spChg chg="add mod">
          <ac:chgData name="Pete Dowty" userId="91aba14b6835b0ae" providerId="LiveId" clId="{660F8803-2738-5EFD-95AE-06E7480F19FB}" dt="2026-06-06T22:28:48.481" v="2245" actId="20577"/>
          <ac:spMkLst>
            <pc:docMk/>
            <pc:sldMk cId="1080191347" sldId="302"/>
            <ac:spMk id="3" creationId="{8110A3D7-C4FB-1C83-A200-76837EBCE228}"/>
          </ac:spMkLst>
        </pc:spChg>
        <pc:spChg chg="mod">
          <ac:chgData name="Pete Dowty" userId="91aba14b6835b0ae" providerId="LiveId" clId="{660F8803-2738-5EFD-95AE-06E7480F19FB}" dt="2026-06-07T04:04:17.872" v="2290" actId="1076"/>
          <ac:spMkLst>
            <pc:docMk/>
            <pc:sldMk cId="1080191347" sldId="302"/>
            <ac:spMk id="10" creationId="{06FD703F-EFBF-62D2-4C8E-207F501ADCA5}"/>
          </ac:spMkLst>
        </pc:spChg>
        <pc:spChg chg="add mod">
          <ac:chgData name="Pete Dowty" userId="91aba14b6835b0ae" providerId="LiveId" clId="{660F8803-2738-5EFD-95AE-06E7480F19FB}" dt="2026-06-06T22:27:37.447" v="2235" actId="1076"/>
          <ac:spMkLst>
            <pc:docMk/>
            <pc:sldMk cId="1080191347" sldId="302"/>
            <ac:spMk id="13" creationId="{B5800FFF-7611-C428-D8AA-524DA9785E78}"/>
          </ac:spMkLst>
        </pc:spChg>
        <pc:spChg chg="add mod">
          <ac:chgData name="Pete Dowty" userId="91aba14b6835b0ae" providerId="LiveId" clId="{660F8803-2738-5EFD-95AE-06E7480F19FB}" dt="2026-06-06T22:29:08.001" v="2253" actId="1076"/>
          <ac:spMkLst>
            <pc:docMk/>
            <pc:sldMk cId="1080191347" sldId="302"/>
            <ac:spMk id="14" creationId="{8C33BD06-B30D-B6EF-C110-1688C122209E}"/>
          </ac:spMkLst>
        </pc:spChg>
        <pc:spChg chg="add mod">
          <ac:chgData name="Pete Dowty" userId="91aba14b6835b0ae" providerId="LiveId" clId="{660F8803-2738-5EFD-95AE-06E7480F19FB}" dt="2026-06-06T04:29:45.817" v="1572" actId="20577"/>
          <ac:spMkLst>
            <pc:docMk/>
            <pc:sldMk cId="1080191347" sldId="302"/>
            <ac:spMk id="15" creationId="{966E100B-84E3-DAB6-AC32-CE5766CC72A5}"/>
          </ac:spMkLst>
        </pc:spChg>
        <pc:spChg chg="add mod">
          <ac:chgData name="Pete Dowty" userId="91aba14b6835b0ae" providerId="LiveId" clId="{660F8803-2738-5EFD-95AE-06E7480F19FB}" dt="2026-06-06T22:28:59.338" v="2249" actId="1076"/>
          <ac:spMkLst>
            <pc:docMk/>
            <pc:sldMk cId="1080191347" sldId="302"/>
            <ac:spMk id="17" creationId="{5CC19D89-2E0F-8942-F81C-349299689EC2}"/>
          </ac:spMkLst>
        </pc:spChg>
        <pc:spChg chg="add mod">
          <ac:chgData name="Pete Dowty" userId="91aba14b6835b0ae" providerId="LiveId" clId="{660F8803-2738-5EFD-95AE-06E7480F19FB}" dt="2026-06-06T04:38:40.181" v="1698" actId="20577"/>
          <ac:spMkLst>
            <pc:docMk/>
            <pc:sldMk cId="1080191347" sldId="302"/>
            <ac:spMk id="19" creationId="{1214ADD2-1773-4F92-44C7-3A15CE7BB40C}"/>
          </ac:spMkLst>
        </pc:spChg>
        <pc:spChg chg="add mod">
          <ac:chgData name="Pete Dowty" userId="91aba14b6835b0ae" providerId="LiveId" clId="{660F8803-2738-5EFD-95AE-06E7480F19FB}" dt="2026-06-06T04:46:22.015" v="1737" actId="20577"/>
          <ac:spMkLst>
            <pc:docMk/>
            <pc:sldMk cId="1080191347" sldId="302"/>
            <ac:spMk id="21" creationId="{972BC3C7-B01B-E3E2-306F-2D831BC47D3B}"/>
          </ac:spMkLst>
        </pc:spChg>
        <pc:spChg chg="add mod">
          <ac:chgData name="Pete Dowty" userId="91aba14b6835b0ae" providerId="LiveId" clId="{660F8803-2738-5EFD-95AE-06E7480F19FB}" dt="2026-06-06T04:33:20.370" v="1583" actId="14100"/>
          <ac:spMkLst>
            <pc:docMk/>
            <pc:sldMk cId="1080191347" sldId="302"/>
            <ac:spMk id="22" creationId="{1D247A57-E1B6-9B0B-8F6B-E131E0CB4748}"/>
          </ac:spMkLst>
        </pc:spChg>
        <pc:spChg chg="add mod">
          <ac:chgData name="Pete Dowty" userId="91aba14b6835b0ae" providerId="LiveId" clId="{660F8803-2738-5EFD-95AE-06E7480F19FB}" dt="2026-06-06T04:27:03.564" v="1566" actId="20577"/>
          <ac:spMkLst>
            <pc:docMk/>
            <pc:sldMk cId="1080191347" sldId="302"/>
            <ac:spMk id="23" creationId="{F4054005-B522-6C17-0561-68EF1063906B}"/>
          </ac:spMkLst>
        </pc:spChg>
        <pc:spChg chg="add mod">
          <ac:chgData name="Pete Dowty" userId="91aba14b6835b0ae" providerId="LiveId" clId="{660F8803-2738-5EFD-95AE-06E7480F19FB}" dt="2026-06-06T04:25:58.042" v="1555" actId="3064"/>
          <ac:spMkLst>
            <pc:docMk/>
            <pc:sldMk cId="1080191347" sldId="302"/>
            <ac:spMk id="24" creationId="{A07D71C0-6478-95C2-434E-C8C14D578D1D}"/>
          </ac:spMkLst>
        </pc:spChg>
        <pc:spChg chg="add mod">
          <ac:chgData name="Pete Dowty" userId="91aba14b6835b0ae" providerId="LiveId" clId="{660F8803-2738-5EFD-95AE-06E7480F19FB}" dt="2026-06-06T04:23:00.246" v="1535" actId="14100"/>
          <ac:spMkLst>
            <pc:docMk/>
            <pc:sldMk cId="1080191347" sldId="302"/>
            <ac:spMk id="25" creationId="{A4C45E72-8F99-B1E5-C180-E49562B77EAF}"/>
          </ac:spMkLst>
        </pc:spChg>
        <pc:picChg chg="mod">
          <ac:chgData name="Pete Dowty" userId="91aba14b6835b0ae" providerId="LiveId" clId="{660F8803-2738-5EFD-95AE-06E7480F19FB}" dt="2026-06-07T04:08:01.094" v="2339" actId="1076"/>
          <ac:picMkLst>
            <pc:docMk/>
            <pc:sldMk cId="1080191347" sldId="302"/>
            <ac:picMk id="12" creationId="{FFEB0EB2-5612-339D-9A81-7118DD120316}"/>
          </ac:picMkLst>
        </pc:picChg>
      </pc:sldChg>
      <pc:sldChg chg="addSp delSp modSp mod">
        <pc:chgData name="Pete Dowty" userId="91aba14b6835b0ae" providerId="LiveId" clId="{660F8803-2738-5EFD-95AE-06E7480F19FB}" dt="2026-06-06T14:20:55.156" v="2153" actId="206"/>
        <pc:sldMkLst>
          <pc:docMk/>
          <pc:sldMk cId="2110894095" sldId="304"/>
        </pc:sldMkLst>
        <pc:spChg chg="mod topLvl">
          <ac:chgData name="Pete Dowty" userId="91aba14b6835b0ae" providerId="LiveId" clId="{660F8803-2738-5EFD-95AE-06E7480F19FB}" dt="2026-06-06T14:17:49.162" v="2110" actId="1076"/>
          <ac:spMkLst>
            <pc:docMk/>
            <pc:sldMk cId="2110894095" sldId="304"/>
            <ac:spMk id="4" creationId="{712285E7-F927-7092-04F0-970231A6F020}"/>
          </ac:spMkLst>
        </pc:spChg>
        <pc:spChg chg="mod">
          <ac:chgData name="Pete Dowty" userId="91aba14b6835b0ae" providerId="LiveId" clId="{660F8803-2738-5EFD-95AE-06E7480F19FB}" dt="2026-06-06T14:18:40.556" v="2128" actId="1076"/>
          <ac:spMkLst>
            <pc:docMk/>
            <pc:sldMk cId="2110894095" sldId="304"/>
            <ac:spMk id="35" creationId="{BC99B1FF-3BD7-E65B-8B7F-B4353E5AE681}"/>
          </ac:spMkLst>
        </pc:spChg>
        <pc:grpChg chg="add mod">
          <ac:chgData name="Pete Dowty" userId="91aba14b6835b0ae" providerId="LiveId" clId="{660F8803-2738-5EFD-95AE-06E7480F19FB}" dt="2026-06-06T14:18:12.289" v="2115" actId="1076"/>
          <ac:grpSpMkLst>
            <pc:docMk/>
            <pc:sldMk cId="2110894095" sldId="304"/>
            <ac:grpSpMk id="21" creationId="{B3047448-B351-F6AE-C95A-FE32F577BF01}"/>
          </ac:grpSpMkLst>
        </pc:grpChg>
        <pc:grpChg chg="add mod">
          <ac:chgData name="Pete Dowty" userId="91aba14b6835b0ae" providerId="LiveId" clId="{660F8803-2738-5EFD-95AE-06E7480F19FB}" dt="2026-06-06T14:18:21.603" v="2117" actId="1076"/>
          <ac:grpSpMkLst>
            <pc:docMk/>
            <pc:sldMk cId="2110894095" sldId="304"/>
            <ac:grpSpMk id="33" creationId="{067C7581-9B46-C1CD-96C3-42E353920AF4}"/>
          </ac:grpSpMkLst>
        </pc:grpChg>
        <pc:picChg chg="mod topLvl">
          <ac:chgData name="Pete Dowty" userId="91aba14b6835b0ae" providerId="LiveId" clId="{660F8803-2738-5EFD-95AE-06E7480F19FB}" dt="2026-06-06T14:17:40.136" v="2108" actId="14100"/>
          <ac:picMkLst>
            <pc:docMk/>
            <pc:sldMk cId="2110894095" sldId="304"/>
            <ac:picMk id="3" creationId="{0462DB5D-EB87-78FB-E0AF-1C0991FE0A1B}"/>
          </ac:picMkLst>
        </pc:picChg>
        <pc:picChg chg="mod">
          <ac:chgData name="Pete Dowty" userId="91aba14b6835b0ae" providerId="LiveId" clId="{660F8803-2738-5EFD-95AE-06E7480F19FB}" dt="2026-06-06T14:18:07.691" v="2113"/>
          <ac:picMkLst>
            <pc:docMk/>
            <pc:sldMk cId="2110894095" sldId="304"/>
            <ac:picMk id="34" creationId="{7177729B-DC99-0028-97E8-C3EC4196C8C7}"/>
          </ac:picMkLst>
        </pc:picChg>
      </pc:sldChg>
      <pc:sldChg chg="addSp modSp new mod">
        <pc:chgData name="Pete Dowty" userId="91aba14b6835b0ae" providerId="LiveId" clId="{660F8803-2738-5EFD-95AE-06E7480F19FB}" dt="2026-07-03T15:24:01.057" v="5099" actId="1076"/>
        <pc:sldMkLst>
          <pc:docMk/>
          <pc:sldMk cId="4159988265" sldId="305"/>
        </pc:sldMkLst>
        <pc:spChg chg="add mod">
          <ac:chgData name="Pete Dowty" userId="91aba14b6835b0ae" providerId="LiveId" clId="{660F8803-2738-5EFD-95AE-06E7480F19FB}" dt="2026-06-06T13:54:17.562" v="1869" actId="14100"/>
          <ac:spMkLst>
            <pc:docMk/>
            <pc:sldMk cId="4159988265" sldId="305"/>
            <ac:spMk id="2" creationId="{5261260A-4643-3DBE-23EE-CC619DF3E45E}"/>
          </ac:spMkLst>
        </pc:spChg>
        <pc:spChg chg="add mod">
          <ac:chgData name="Pete Dowty" userId="91aba14b6835b0ae" providerId="LiveId" clId="{660F8803-2738-5EFD-95AE-06E7480F19FB}" dt="2026-06-06T15:23:05.536" v="2227" actId="465"/>
          <ac:spMkLst>
            <pc:docMk/>
            <pc:sldMk cId="4159988265" sldId="305"/>
            <ac:spMk id="3" creationId="{0668EAF3-6E44-3B77-3035-DF336B6461A4}"/>
          </ac:spMkLst>
        </pc:spChg>
        <pc:spChg chg="add mod">
          <ac:chgData name="Pete Dowty" userId="91aba14b6835b0ae" providerId="LiveId" clId="{660F8803-2738-5EFD-95AE-06E7480F19FB}" dt="2026-06-06T04:54:53.143" v="1821" actId="255"/>
          <ac:spMkLst>
            <pc:docMk/>
            <pc:sldMk cId="4159988265" sldId="305"/>
            <ac:spMk id="4" creationId="{B51C0C62-C104-C006-9AAE-F5E514B5C605}"/>
          </ac:spMkLst>
        </pc:spChg>
        <pc:spChg chg="add mod">
          <ac:chgData name="Pete Dowty" userId="91aba14b6835b0ae" providerId="LiveId" clId="{660F8803-2738-5EFD-95AE-06E7480F19FB}" dt="2026-06-06T04:56:52.560" v="1846" actId="207"/>
          <ac:spMkLst>
            <pc:docMk/>
            <pc:sldMk cId="4159988265" sldId="305"/>
            <ac:spMk id="5" creationId="{2F96AC05-9E3E-DB42-D41F-EFBB08092BB5}"/>
          </ac:spMkLst>
        </pc:spChg>
        <pc:spChg chg="add mod">
          <ac:chgData name="Pete Dowty" userId="91aba14b6835b0ae" providerId="LiveId" clId="{660F8803-2738-5EFD-95AE-06E7480F19FB}" dt="2026-06-06T15:23:05.536" v="2227" actId="465"/>
          <ac:spMkLst>
            <pc:docMk/>
            <pc:sldMk cId="4159988265" sldId="305"/>
            <ac:spMk id="6" creationId="{3B246F87-B561-21D8-77EE-F54510DDEE03}"/>
          </ac:spMkLst>
        </pc:spChg>
        <pc:spChg chg="add mod">
          <ac:chgData name="Pete Dowty" userId="91aba14b6835b0ae" providerId="LiveId" clId="{660F8803-2738-5EFD-95AE-06E7480F19FB}" dt="2026-06-06T15:23:13.203" v="2229" actId="1076"/>
          <ac:spMkLst>
            <pc:docMk/>
            <pc:sldMk cId="4159988265" sldId="305"/>
            <ac:spMk id="7" creationId="{1F45376D-A261-7C81-C33D-CA48C8766101}"/>
          </ac:spMkLst>
        </pc:spChg>
        <pc:spChg chg="add mod">
          <ac:chgData name="Pete Dowty" userId="91aba14b6835b0ae" providerId="LiveId" clId="{660F8803-2738-5EFD-95AE-06E7480F19FB}" dt="2026-06-06T15:23:05.536" v="2227" actId="465"/>
          <ac:spMkLst>
            <pc:docMk/>
            <pc:sldMk cId="4159988265" sldId="305"/>
            <ac:spMk id="9" creationId="{E0CE7953-330E-2114-FD94-19078918818B}"/>
          </ac:spMkLst>
        </pc:spChg>
        <pc:spChg chg="add mod">
          <ac:chgData name="Pete Dowty" userId="91aba14b6835b0ae" providerId="LiveId" clId="{660F8803-2738-5EFD-95AE-06E7480F19FB}" dt="2026-06-06T15:23:10.338" v="2228" actId="1076"/>
          <ac:spMkLst>
            <pc:docMk/>
            <pc:sldMk cId="4159988265" sldId="305"/>
            <ac:spMk id="10" creationId="{0E6CB3BA-453C-3F80-80F9-5D6418ACA9DC}"/>
          </ac:spMkLst>
        </pc:spChg>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pChg chg="add mod">
          <ac:chgData name="Pete Dowty" userId="91aba14b6835b0ae" providerId="LiveId" clId="{660F8803-2738-5EFD-95AE-06E7480F19FB}" dt="2026-06-19T16:52:49.741" v="3048" actId="20577"/>
          <ac:spMkLst>
            <pc:docMk/>
            <pc:sldMk cId="4122703943" sldId="309"/>
            <ac:spMk id="2" creationId="{34CF72EE-6ED2-BD6B-38FC-E4BB3CEDEDCE}"/>
          </ac:spMkLst>
        </pc:spChg>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7/3/26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7/3/26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7.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28.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32.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jpe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2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4.tiff"/><Relationship Id="rId7" Type="http://schemas.openxmlformats.org/officeDocument/2006/relationships/image" Target="../media/image98.tiff"/><Relationship Id="rId2" Type="http://schemas.openxmlformats.org/officeDocument/2006/relationships/image" Target="../media/image93.tiff"/><Relationship Id="rId1" Type="http://schemas.openxmlformats.org/officeDocument/2006/relationships/slideLayout" Target="../slideLayouts/slideLayout7.xml"/><Relationship Id="rId6" Type="http://schemas.openxmlformats.org/officeDocument/2006/relationships/image" Target="../media/image97.tiff"/><Relationship Id="rId5" Type="http://schemas.openxmlformats.org/officeDocument/2006/relationships/image" Target="../media/image96.tiff"/><Relationship Id="rId4" Type="http://schemas.openxmlformats.org/officeDocument/2006/relationships/image" Target="../media/image95.tif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 Id="rId6" Type="http://schemas.openxmlformats.org/officeDocument/2006/relationships/image" Target="../media/image104.png"/><Relationship Id="rId5" Type="http://schemas.openxmlformats.org/officeDocument/2006/relationships/image" Target="../media/image103.png"/><Relationship Id="rId4" Type="http://schemas.openxmlformats.org/officeDocument/2006/relationships/image" Target="../media/image101.png"/></Relationships>
</file>

<file path=ppt/slides/_rels/slide50.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 Id="rId4" Type="http://schemas.openxmlformats.org/officeDocument/2006/relationships/image" Target="../media/image107.png"/></Relationships>
</file>

<file path=ppt/slides/_rels/slide51.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109.png"/><Relationship Id="rId7" Type="http://schemas.openxmlformats.org/officeDocument/2006/relationships/image" Target="../media/image113.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2.png"/><Relationship Id="rId5" Type="http://schemas.openxmlformats.org/officeDocument/2006/relationships/image" Target="../media/image111.png"/><Relationship Id="rId4" Type="http://schemas.openxmlformats.org/officeDocument/2006/relationships/image" Target="../media/image11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5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4" Type="http://schemas.openxmlformats.org/officeDocument/2006/relationships/image" Target="../media/image116.png"/></Relationships>
</file>

<file path=ppt/slides/_rels/slide55.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 Id="rId5" Type="http://schemas.openxmlformats.org/officeDocument/2006/relationships/image" Target="../media/image121.png"/><Relationship Id="rId4" Type="http://schemas.openxmlformats.org/officeDocument/2006/relationships/image" Target="../media/image1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910204" y="49603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4" y="2745322"/>
            <a:ext cx="1298156" cy="307777"/>
          </a:xfrm>
          <a:prstGeom prst="rect">
            <a:avLst/>
          </a:prstGeom>
          <a:noFill/>
        </p:spPr>
        <p:txBody>
          <a:bodyPr wrap="square" rtlCol="0">
            <a:spAutoFit/>
          </a:bodyPr>
          <a:lstStyle/>
          <a:p>
            <a:pPr algn="ctr"/>
            <a:r>
              <a:rPr lang="en-US" sz="1400" dirty="0"/>
              <a:t>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9977269" y="5048072"/>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CF72EE-6ED2-BD6B-38FC-E4BB3CEDEDCE}"/>
              </a:ext>
            </a:extLst>
          </p:cNvPr>
          <p:cNvSpPr txBox="1"/>
          <p:nvPr/>
        </p:nvSpPr>
        <p:spPr>
          <a:xfrm>
            <a:off x="2239861" y="528506"/>
            <a:ext cx="4530055" cy="923330"/>
          </a:xfrm>
          <a:prstGeom prst="rect">
            <a:avLst/>
          </a:prstGeom>
          <a:noFill/>
        </p:spPr>
        <p:txBody>
          <a:bodyPr wrap="square" rtlCol="0">
            <a:spAutoFit/>
          </a:bodyPr>
          <a:lstStyle/>
          <a:p>
            <a:r>
              <a:rPr lang="en-US" dirty="0"/>
              <a:t>new </a:t>
            </a:r>
            <a:r>
              <a:rPr lang="en-US" dirty="0" err="1"/>
              <a:t>plantingID</a:t>
            </a:r>
            <a:r>
              <a:rPr lang="en-US" dirty="0"/>
              <a:t> scheme</a:t>
            </a:r>
          </a:p>
          <a:p>
            <a:r>
              <a:rPr lang="en-US" dirty="0"/>
              <a:t>occurrence of replicates </a:t>
            </a:r>
          </a:p>
          <a:p>
            <a:r>
              <a:rPr lang="en-US" dirty="0"/>
              <a:t>accommodation in </a:t>
            </a:r>
            <a:r>
              <a:rPr lang="en-US" dirty="0" err="1"/>
              <a:t>plantingID</a:t>
            </a:r>
            <a:endParaRPr lang="en-US" dirty="0"/>
          </a:p>
        </p:txBody>
      </p: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990360-42E8-E08E-F443-27C99ACE4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06" y="0"/>
            <a:ext cx="1179478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446029" y="217677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1493821" y="561315"/>
            <a:ext cx="6554709" cy="2585323"/>
          </a:xfrm>
          <a:prstGeom prst="rect">
            <a:avLst/>
          </a:prstGeom>
          <a:noFill/>
        </p:spPr>
        <p:txBody>
          <a:bodyPr wrap="square" rtlCol="0">
            <a:spAutoFit/>
          </a:bodyPr>
          <a:lstStyle/>
          <a:p>
            <a:r>
              <a:rPr lang="en-US" dirty="0"/>
              <a:t>Discussion Points</a:t>
            </a:r>
          </a:p>
          <a:p>
            <a:endParaRPr lang="en-US" dirty="0"/>
          </a:p>
          <a:p>
            <a:pPr marL="342900" indent="-342900">
              <a:buAutoNum type="arabicPeriod"/>
            </a:pPr>
            <a:r>
              <a:rPr lang="en-US" dirty="0"/>
              <a:t>How to more appropriately represent the methods study ‘grid’ plantings?</a:t>
            </a:r>
          </a:p>
          <a:p>
            <a:pPr marL="342900" indent="-342900">
              <a:buAutoNum type="arabicPeriod"/>
            </a:pPr>
            <a:r>
              <a:rPr lang="en-US" dirty="0"/>
              <a:t>Two sets of BESE plantings are now included and none were removed from the Matrix Planting sheet.</a:t>
            </a:r>
          </a:p>
          <a:p>
            <a:pPr marL="342900" indent="-342900">
              <a:buFontTx/>
              <a:buAutoNum type="arabicPeriod"/>
            </a:pPr>
            <a:r>
              <a:rPr lang="en-US" dirty="0">
                <a:solidFill>
                  <a:srgbClr val="C00000"/>
                </a:solidFill>
              </a:rPr>
              <a:t>Line plantings “DEL” extends onto land.</a:t>
            </a:r>
          </a:p>
          <a:p>
            <a:pPr marL="342900" indent="-342900">
              <a:buAutoNum type="arabicPeriod"/>
            </a:pPr>
            <a:r>
              <a:rPr lang="en-US" dirty="0"/>
              <a:t>d</a:t>
            </a:r>
          </a:p>
          <a:p>
            <a:endParaRPr lang="en-US" dirty="0"/>
          </a:p>
        </p:txBody>
      </p:sp>
    </p:spTree>
    <p:extLst>
      <p:ext uri="{BB962C8B-B14F-4D97-AF65-F5344CB8AC3E}">
        <p14:creationId xmlns:p14="http://schemas.microsoft.com/office/powerpoint/2010/main" val="26020053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868460" y="4560870"/>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24689" y="73333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Tree>
    <p:extLst>
      <p:ext uri="{BB962C8B-B14F-4D97-AF65-F5344CB8AC3E}">
        <p14:creationId xmlns:p14="http://schemas.microsoft.com/office/powerpoint/2010/main" val="31343024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20307</TotalTime>
  <Words>3555</Words>
  <Application>Microsoft Macintosh PowerPoint</Application>
  <PresentationFormat>Widescreen</PresentationFormat>
  <Paragraphs>835</Paragraphs>
  <Slides>56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56</vt:i4>
      </vt:variant>
    </vt:vector>
  </HeadingPairs>
  <TitlesOfParts>
    <vt:vector size="64"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2026-07-03T15:24:11Z</dcterms:modified>
  <cp:category/>
</cp:coreProperties>
</file>