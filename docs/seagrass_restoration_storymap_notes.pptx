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17" r:id="rId17"/>
    <p:sldId id="306" r:id="rId18"/>
    <p:sldId id="321" r:id="rId19"/>
    <p:sldId id="319" r:id="rId20"/>
    <p:sldId id="323" r:id="rId21"/>
    <p:sldId id="325" r:id="rId22"/>
    <p:sldId id="324" r:id="rId23"/>
    <p:sldId id="326" r:id="rId24"/>
    <p:sldId id="316" r:id="rId25"/>
    <p:sldId id="291" r:id="rId26"/>
    <p:sldId id="294" r:id="rId27"/>
    <p:sldId id="287" r:id="rId28"/>
    <p:sldId id="315" r:id="rId29"/>
    <p:sldId id="281" r:id="rId30"/>
    <p:sldId id="292" r:id="rId31"/>
    <p:sldId id="283" r:id="rId32"/>
    <p:sldId id="322" r:id="rId33"/>
    <p:sldId id="318" r:id="rId34"/>
    <p:sldId id="284" r:id="rId35"/>
    <p:sldId id="295" r:id="rId36"/>
    <p:sldId id="297" r:id="rId37"/>
    <p:sldId id="288" r:id="rId38"/>
    <p:sldId id="289" r:id="rId39"/>
    <p:sldId id="273" r:id="rId40"/>
    <p:sldId id="271" r:id="rId41"/>
    <p:sldId id="272" r:id="rId42"/>
    <p:sldId id="276" r:id="rId43"/>
    <p:sldId id="277" r:id="rId44"/>
    <p:sldId id="274" r:id="rId45"/>
    <p:sldId id="278" r:id="rId46"/>
    <p:sldId id="280" r:id="rId47"/>
    <p:sldId id="286" r:id="rId48"/>
    <p:sldId id="282" r:id="rId49"/>
    <p:sldId id="285" r:id="rId50"/>
    <p:sldId id="275" r:id="rId51"/>
    <p:sldId id="270" r:id="rId52"/>
    <p:sldId id="265" r:id="rId53"/>
    <p:sldId id="268" r:id="rId54"/>
    <p:sldId id="269" r:id="rId55"/>
    <p:sldId id="267" r:id="rId56"/>
    <p:sldId id="266" r:id="rId57"/>
    <p:sldId id="257" r:id="rId58"/>
    <p:sldId id="258" r:id="rId59"/>
    <p:sldId id="259" r:id="rId60"/>
    <p:sldId id="260" r:id="rId61"/>
    <p:sldId id="261" r:id="rId62"/>
    <p:sldId id="262" r:id="rId63"/>
    <p:sldId id="263" r:id="rId64"/>
    <p:sldId id="264"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25" dt="2026-07-09T20:13:48.3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9T20:53:16.871" v="18643" actId="1076"/>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6T18:22:58.345" v="17460" actId="14100"/>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06T18:22:27.694" v="17447" actId="1076"/>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7-08T13:43:28.456" v="17461"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09T15:20:52.060" v="18154" actId="20577"/>
        <pc:sldMkLst>
          <pc:docMk/>
          <pc:sldMk cId="2602005344" sldId="306"/>
        </pc:sldMkLst>
        <pc:spChg chg="add mod">
          <ac:chgData name="DOWTY, PETER (DNR)" userId="01cf875a-4e15-4928-8f93-7a0dfa1efb6b" providerId="ADAL" clId="{E9054DD1-CDF4-4BE2-A4C5-BD4B0395A89E}" dt="2026-07-09T15:20:52.060" v="18154" actId="20577"/>
          <ac:spMkLst>
            <pc:docMk/>
            <pc:sldMk cId="2602005344" sldId="306"/>
            <ac:spMk id="2" creationId="{C50BA159-FE68-C72B-F7CF-110239B6D952}"/>
          </ac:spMkLst>
        </pc:spChg>
        <pc:spChg chg="add del mod">
          <ac:chgData name="DOWTY, PETER (DNR)" userId="01cf875a-4e15-4928-8f93-7a0dfa1efb6b" providerId="ADAL" clId="{E9054DD1-CDF4-4BE2-A4C5-BD4B0395A89E}" dt="2026-07-09T14:56:29.137" v="17931" actId="21"/>
          <ac:spMkLst>
            <pc:docMk/>
            <pc:sldMk cId="2602005344" sldId="306"/>
            <ac:spMk id="4" creationId="{FC97564D-3394-8B8B-91F5-FE26F9A7BAB6}"/>
          </ac:spMkLst>
        </pc:spChg>
      </pc:sldChg>
      <pc:sldChg chg="addSp delSp modSp new mod ord">
        <pc:chgData name="DOWTY, PETER (DNR)" userId="01cf875a-4e15-4928-8f93-7a0dfa1efb6b" providerId="ADAL" clId="{E9054DD1-CDF4-4BE2-A4C5-BD4B0395A89E}" dt="2026-07-08T17:41:16.835" v="17853" actId="207"/>
        <pc:sldMkLst>
          <pc:docMk/>
          <pc:sldMk cId="2867469800" sldId="308"/>
        </pc:sldMkLst>
        <pc:spChg chg="add del mod">
          <ac:chgData name="DOWTY, PETER (DNR)" userId="01cf875a-4e15-4928-8f93-7a0dfa1efb6b" providerId="ADAL" clId="{E9054DD1-CDF4-4BE2-A4C5-BD4B0395A89E}" dt="2026-07-08T16:35:28.264" v="17688" actId="478"/>
          <ac:spMkLst>
            <pc:docMk/>
            <pc:sldMk cId="2867469800" sldId="308"/>
            <ac:spMk id="2" creationId="{C630345C-D3A1-BDC0-DD47-726B3CB1F084}"/>
          </ac:spMkLst>
        </pc:spChg>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del mod">
          <ac:chgData name="DOWTY, PETER (DNR)" userId="01cf875a-4e15-4928-8f93-7a0dfa1efb6b" providerId="ADAL" clId="{E9054DD1-CDF4-4BE2-A4C5-BD4B0395A89E}" dt="2026-07-08T16:35:30.591" v="17689" actId="478"/>
          <ac:picMkLst>
            <pc:docMk/>
            <pc:sldMk cId="2867469800" sldId="308"/>
            <ac:picMk id="3" creationId="{42990360-42E8-E08E-F443-27C99ACE4273}"/>
          </ac:picMkLst>
        </pc:picChg>
        <pc:picChg chg="add del mod">
          <ac:chgData name="DOWTY, PETER (DNR)" userId="01cf875a-4e15-4928-8f93-7a0dfa1efb6b" providerId="ADAL" clId="{E9054DD1-CDF4-4BE2-A4C5-BD4B0395A89E}" dt="2026-07-08T17:38:09.327" v="17783" actId="478"/>
          <ac:picMkLst>
            <pc:docMk/>
            <pc:sldMk cId="2867469800" sldId="308"/>
            <ac:picMk id="5" creationId="{BA8ABCA1-A228-4A93-759B-9B8C55CAE14B}"/>
          </ac:picMkLst>
        </pc:picChg>
        <pc:picChg chg="add mod">
          <ac:chgData name="DOWTY, PETER (DNR)" userId="01cf875a-4e15-4928-8f93-7a0dfa1efb6b" providerId="ADAL" clId="{E9054DD1-CDF4-4BE2-A4C5-BD4B0395A89E}" dt="2026-07-08T17:38:27.205" v="17785" actId="1076"/>
          <ac:picMkLst>
            <pc:docMk/>
            <pc:sldMk cId="2867469800" sldId="308"/>
            <ac:picMk id="7" creationId="{8D5C2CE7-B70B-ED7A-B0D6-8561831765A0}"/>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08T17:38:02.589" v="17782" actId="1076"/>
        <pc:sldMkLst>
          <pc:docMk/>
          <pc:sldMk cId="838302798" sldId="320"/>
        </pc:sldMkLst>
        <pc:spChg chg="add del mod">
          <ac:chgData name="DOWTY, PETER (DNR)" userId="01cf875a-4e15-4928-8f93-7a0dfa1efb6b" providerId="ADAL" clId="{E9054DD1-CDF4-4BE2-A4C5-BD4B0395A89E}" dt="2026-07-08T17:35:47.329" v="17768" actId="478"/>
          <ac:spMkLst>
            <pc:docMk/>
            <pc:sldMk cId="838302798" sldId="320"/>
            <ac:spMk id="2" creationId="{E46DEF27-A94B-3327-42D7-2C4F8AD14571}"/>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add mod">
          <ac:chgData name="DOWTY, PETER (DNR)" userId="01cf875a-4e15-4928-8f93-7a0dfa1efb6b" providerId="ADAL" clId="{E9054DD1-CDF4-4BE2-A4C5-BD4B0395A89E}" dt="2026-07-08T17:37:57.177" v="17780" actId="1076"/>
          <ac:picMkLst>
            <pc:docMk/>
            <pc:sldMk cId="838302798" sldId="320"/>
            <ac:picMk id="4" creationId="{C04DCCF4-F4C7-6ADE-0B0B-A50C8D85207A}"/>
          </ac:picMkLst>
        </pc:pic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sldChg>
      <pc:sldChg chg="addSp modSp new mod">
        <pc:chgData name="DOWTY, PETER (DNR)" userId="01cf875a-4e15-4928-8f93-7a0dfa1efb6b" providerId="ADAL" clId="{E9054DD1-CDF4-4BE2-A4C5-BD4B0395A89E}" dt="2026-07-09T15:05:34.425" v="18082" actId="179"/>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09T15:05:34.425" v="18082" actId="179"/>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09T15:40:47.998" v="18168" actId="478"/>
        <pc:sldMkLst>
          <pc:docMk/>
          <pc:sldMk cId="2340436106" sldId="322"/>
        </pc:sldMkLst>
        <pc:spChg chg="add mod">
          <ac:chgData name="DOWTY, PETER (DNR)" userId="01cf875a-4e15-4928-8f93-7a0dfa1efb6b" providerId="ADAL" clId="{E9054DD1-CDF4-4BE2-A4C5-BD4B0395A89E}" dt="2026-07-09T15:27:16.884" v="18167" actId="20577"/>
          <ac:spMkLst>
            <pc:docMk/>
            <pc:sldMk cId="2340436106" sldId="322"/>
            <ac:spMk id="4" creationId="{B8165E6E-5DBB-E1D4-ACA6-60CA43013BEA}"/>
          </ac:spMkLst>
        </pc:spChg>
        <pc:picChg chg="add del mod">
          <ac:chgData name="DOWTY, PETER (DNR)" userId="01cf875a-4e15-4928-8f93-7a0dfa1efb6b" providerId="ADAL" clId="{E9054DD1-CDF4-4BE2-A4C5-BD4B0395A89E}" dt="2026-07-09T15:40:47.998" v="18168" actId="478"/>
          <ac:picMkLst>
            <pc:docMk/>
            <pc:sldMk cId="2340436106" sldId="322"/>
            <ac:picMk id="3" creationId="{8A3BA5C9-75C9-A06A-584C-680187AD9B3C}"/>
          </ac:picMkLst>
        </pc:picChg>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add del mod">
          <ac:chgData name="DOWTY, PETER (DNR)" userId="01cf875a-4e15-4928-8f93-7a0dfa1efb6b" providerId="ADAL" clId="{E9054DD1-CDF4-4BE2-A4C5-BD4B0395A89E}" dt="2026-07-09T20:06:34.333" v="18558" actId="478"/>
          <ac:spMkLst>
            <pc:docMk/>
            <pc:sldMk cId="2218220328" sldId="324"/>
            <ac:spMk id="2" creationId="{3ED43383-02B1-3339-F54D-B8990844125D}"/>
          </ac:spMkLst>
        </pc:spChg>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del">
          <ac:chgData name="DOWTY, PETER (DNR)" userId="01cf875a-4e15-4928-8f93-7a0dfa1efb6b" providerId="ADAL" clId="{E9054DD1-CDF4-4BE2-A4C5-BD4B0395A89E}" dt="2026-07-09T19:53:04.532" v="18518" actId="478"/>
          <ac:spMkLst>
            <pc:docMk/>
            <pc:sldMk cId="2218220328" sldId="324"/>
            <ac:spMk id="8" creationId="{B181F881-229B-DEC9-3ECD-401AD9771FC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del">
          <ac:chgData name="DOWTY, PETER (DNR)" userId="01cf875a-4e15-4928-8f93-7a0dfa1efb6b" providerId="ADAL" clId="{E9054DD1-CDF4-4BE2-A4C5-BD4B0395A89E}" dt="2026-07-09T20:03:24.075" v="18548" actId="478"/>
          <ac:picMkLst>
            <pc:docMk/>
            <pc:sldMk cId="2218220328" sldId="324"/>
            <ac:picMk id="5" creationId="{FAAEB706-0D1B-4485-5893-303C922431F2}"/>
          </ac:picMkLst>
        </pc:pic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cxnChg chg="add del mod">
          <ac:chgData name="DOWTY, PETER (DNR)" userId="01cf875a-4e15-4928-8f93-7a0dfa1efb6b" providerId="ADAL" clId="{E9054DD1-CDF4-4BE2-A4C5-BD4B0395A89E}" dt="2026-07-09T20:06:35.994" v="18560" actId="478"/>
          <ac:cxnSpMkLst>
            <pc:docMk/>
            <pc:sldMk cId="2218220328" sldId="324"/>
            <ac:cxnSpMk id="7" creationId="{A66FC9E8-7284-DE40-3768-D5D19042FA1D}"/>
          </ac:cxnSpMkLst>
        </pc:cxnChg>
        <pc:cxnChg chg="add del mod">
          <ac:chgData name="DOWTY, PETER (DNR)" userId="01cf875a-4e15-4928-8f93-7a0dfa1efb6b" providerId="ADAL" clId="{E9054DD1-CDF4-4BE2-A4C5-BD4B0395A89E}" dt="2026-07-09T20:08:45.643" v="18571" actId="478"/>
          <ac:cxnSpMkLst>
            <pc:docMk/>
            <pc:sldMk cId="2218220328" sldId="324"/>
            <ac:cxnSpMk id="20" creationId="{7C391896-AF9F-E897-F190-D92DD5A1079F}"/>
          </ac:cxnSpMkLst>
        </pc:cxnChg>
      </pc:sldChg>
      <pc:sldChg chg="addSp delSp modSp add mod ord">
        <pc:chgData name="DOWTY, PETER (DNR)" userId="01cf875a-4e15-4928-8f93-7a0dfa1efb6b" providerId="ADAL" clId="{E9054DD1-CDF4-4BE2-A4C5-BD4B0395A89E}" dt="2026-07-09T20:07:21.550" v="18566"/>
        <pc:sldMkLst>
          <pc:docMk/>
          <pc:sldMk cId="3566013658" sldId="325"/>
        </pc:sldMkLst>
        <pc:spChg chg="mod">
          <ac:chgData name="DOWTY, PETER (DNR)" userId="01cf875a-4e15-4928-8f93-7a0dfa1efb6b" providerId="ADAL" clId="{E9054DD1-CDF4-4BE2-A4C5-BD4B0395A89E}" dt="2026-07-09T20:02:35.667" v="18546" actId="107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cxnChg chg="del mod">
          <ac:chgData name="DOWTY, PETER (DNR)" userId="01cf875a-4e15-4928-8f93-7a0dfa1efb6b" providerId="ADAL" clId="{E9054DD1-CDF4-4BE2-A4C5-BD4B0395A89E}" dt="2026-07-09T20:02:47.127" v="18547" actId="478"/>
          <ac:cxnSpMkLst>
            <pc:docMk/>
            <pc:sldMk cId="3566013658" sldId="325"/>
            <ac:cxnSpMk id="7" creationId="{F9F414B4-3572-378A-1F01-4E776968560A}"/>
          </ac:cxnSpMkLst>
        </pc:cxnChg>
      </pc:sldChg>
      <pc:sldChg chg="addSp modSp new mod">
        <pc:chgData name="DOWTY, PETER (DNR)" userId="01cf875a-4e15-4928-8f93-7a0dfa1efb6b" providerId="ADAL" clId="{E9054DD1-CDF4-4BE2-A4C5-BD4B0395A89E}" dt="2026-07-09T20:53:16.871" v="18643" actId="1076"/>
        <pc:sldMkLst>
          <pc:docMk/>
          <pc:sldMk cId="3658463853" sldId="326"/>
        </pc:sldMkLst>
        <pc:spChg chg="add mod">
          <ac:chgData name="DOWTY, PETER (DNR)" userId="01cf875a-4e15-4928-8f93-7a0dfa1efb6b" providerId="ADAL" clId="{E9054DD1-CDF4-4BE2-A4C5-BD4B0395A89E}" dt="2026-07-09T20:52:37.656" v="18620" actId="14100"/>
          <ac:spMkLst>
            <pc:docMk/>
            <pc:sldMk cId="3658463853" sldId="326"/>
            <ac:spMk id="8" creationId="{74B23B2C-ABE0-4A5C-7D03-8FD1194671A5}"/>
          </ac:spMkLst>
        </pc:spChg>
        <pc:spChg chg="add mod">
          <ac:chgData name="DOWTY, PETER (DNR)" userId="01cf875a-4e15-4928-8f93-7a0dfa1efb6b" providerId="ADAL" clId="{E9054DD1-CDF4-4BE2-A4C5-BD4B0395A89E}" dt="2026-07-09T20:53:16.871" v="18643" actId="1076"/>
          <ac:spMkLst>
            <pc:docMk/>
            <pc:sldMk cId="3658463853" sldId="326"/>
            <ac:spMk id="10" creationId="{8B79321C-C784-E931-F68A-3050B5C0DEA8}"/>
          </ac:spMkLst>
        </pc:spChg>
        <pc:grpChg chg="add mod">
          <ac:chgData name="DOWTY, PETER (DNR)" userId="01cf875a-4e15-4928-8f93-7a0dfa1efb6b" providerId="ADAL" clId="{E9054DD1-CDF4-4BE2-A4C5-BD4B0395A89E}" dt="2026-07-09T20:13:48.309" v="18616" actId="164"/>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7/9/2026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38.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jpeg"/><Relationship Id="rId4" Type="http://schemas.openxmlformats.org/officeDocument/2006/relationships/image" Target="../media/image17.png"/></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5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3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05.tiff"/><Relationship Id="rId7" Type="http://schemas.openxmlformats.org/officeDocument/2006/relationships/image" Target="../media/image109.tiff"/><Relationship Id="rId2" Type="http://schemas.openxmlformats.org/officeDocument/2006/relationships/image" Target="../media/image104.tiff"/><Relationship Id="rId1" Type="http://schemas.openxmlformats.org/officeDocument/2006/relationships/slideLayout" Target="../slideLayouts/slideLayout7.xml"/><Relationship Id="rId6" Type="http://schemas.openxmlformats.org/officeDocument/2006/relationships/image" Target="../media/image108.tiff"/><Relationship Id="rId5" Type="http://schemas.openxmlformats.org/officeDocument/2006/relationships/image" Target="../media/image107.tiff"/><Relationship Id="rId4" Type="http://schemas.openxmlformats.org/officeDocument/2006/relationships/image" Target="../media/image106.tif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4" Type="http://schemas.openxmlformats.org/officeDocument/2006/relationships/image" Target="../media/image117.png"/></Relationships>
</file>

<file path=ppt/slides/_rels/slide59.xml.rels><?xml version="1.0" encoding="UTF-8" standalone="yes"?>
<Relationships xmlns="http://schemas.openxmlformats.org/package/2006/relationships"><Relationship Id="rId8" Type="http://schemas.openxmlformats.org/officeDocument/2006/relationships/image" Target="../media/image126.png"/><Relationship Id="rId3" Type="http://schemas.openxmlformats.org/officeDocument/2006/relationships/image" Target="../media/image119.png"/><Relationship Id="rId7" Type="http://schemas.openxmlformats.org/officeDocument/2006/relationships/image" Target="../media/image125.png"/><Relationship Id="rId2"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6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6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04DCCF4-F4C7-6ADE-0B0B-A50C8D852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8154" y="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D5C2CE7-B70B-ED7A-B0D6-8561831765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3836" y="0"/>
            <a:ext cx="10372057" cy="6858000"/>
          </a:xfrm>
          <a:prstGeom prst="rect">
            <a:avLst/>
          </a:prstGeom>
        </p:spPr>
      </p:pic>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3131627"/>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Bring in ‘Name’ from Matrix?</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Dev and Prod ?</a:t>
            </a:r>
          </a:p>
          <a:p>
            <a:pPr marL="342900" indent="-342900">
              <a:spcAft>
                <a:spcPts val="300"/>
              </a:spcAft>
              <a:buAutoNum type="arabicPeriod"/>
            </a:pPr>
            <a:r>
              <a:rPr lang="en-US" dirty="0"/>
              <a:t>Need to link three monitoring records with plantings (no matching name)</a:t>
            </a:r>
          </a:p>
          <a:p>
            <a:pPr>
              <a:spcAft>
                <a:spcPts val="300"/>
              </a:spcAft>
            </a:pPr>
            <a:endParaRPr lang="en-US" dirty="0"/>
          </a:p>
        </p:txBody>
      </p:sp>
    </p:spTree>
    <p:extLst>
      <p:ext uri="{BB962C8B-B14F-4D97-AF65-F5344CB8AC3E}">
        <p14:creationId xmlns:p14="http://schemas.microsoft.com/office/powerpoint/2010/main" val="2602005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477328"/>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p:txBody>
      </p:sp>
    </p:spTree>
    <p:extLst>
      <p:ext uri="{BB962C8B-B14F-4D97-AF65-F5344CB8AC3E}">
        <p14:creationId xmlns:p14="http://schemas.microsoft.com/office/powerpoint/2010/main" val="1390265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380245" y="1814590"/>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909100" y="155683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195058" y="205937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013252" y="2528883"/>
            <a:ext cx="1457608" cy="523220"/>
          </a:xfrm>
          <a:prstGeom prst="rect">
            <a:avLst/>
          </a:prstGeom>
          <a:noFill/>
        </p:spPr>
        <p:txBody>
          <a:bodyPr wrap="square" rtlCol="0">
            <a:spAutoFit/>
          </a:bodyPr>
          <a:lstStyle/>
          <a:p>
            <a:r>
              <a:rPr lang="en-US" sz="1400" dirty="0">
                <a:solidFill>
                  <a:srgbClr val="C00000"/>
                </a:solidFill>
              </a:rPr>
              <a:t>Plantings on 5/4/2017</a:t>
            </a:r>
          </a:p>
        </p:txBody>
      </p:sp>
    </p:spTree>
    <p:extLst>
      <p:ext uri="{BB962C8B-B14F-4D97-AF65-F5344CB8AC3E}">
        <p14:creationId xmlns:p14="http://schemas.microsoft.com/office/powerpoint/2010/main" val="36584638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8165E6E-5DBB-E1D4-ACA6-60CA43013BEA}"/>
              </a:ext>
            </a:extLst>
          </p:cNvPr>
          <p:cNvSpPr txBox="1"/>
          <p:nvPr/>
        </p:nvSpPr>
        <p:spPr>
          <a:xfrm>
            <a:off x="1222218" y="1149790"/>
            <a:ext cx="3576119" cy="369332"/>
          </a:xfrm>
          <a:prstGeom prst="rect">
            <a:avLst/>
          </a:prstGeom>
          <a:noFill/>
        </p:spPr>
        <p:txBody>
          <a:bodyPr wrap="square" rtlCol="0">
            <a:spAutoFit/>
          </a:bodyPr>
          <a:lstStyle/>
          <a:p>
            <a:r>
              <a:rPr lang="en-US" dirty="0"/>
              <a:t>replace</a:t>
            </a:r>
          </a:p>
        </p:txBody>
      </p:sp>
    </p:spTree>
    <p:extLst>
      <p:ext uri="{BB962C8B-B14F-4D97-AF65-F5344CB8AC3E}">
        <p14:creationId xmlns:p14="http://schemas.microsoft.com/office/powerpoint/2010/main" val="23404361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21153</TotalTime>
  <Words>3841</Words>
  <Application>Microsoft Office PowerPoint</Application>
  <PresentationFormat>Widescreen</PresentationFormat>
  <Paragraphs>884</Paragraphs>
  <Slides>64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64</vt:i4>
      </vt:variant>
    </vt:vector>
  </HeadingPairs>
  <TitlesOfParts>
    <vt:vector size="7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2026-07-09T20:53:24Z</dcterms:modified>
  <cp:category/>
</cp:coreProperties>
</file>