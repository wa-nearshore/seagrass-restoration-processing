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10" r:id="rId7"/>
    <p:sldId id="304" r:id="rId8"/>
    <p:sldId id="309" r:id="rId9"/>
    <p:sldId id="308" r:id="rId10"/>
    <p:sldId id="302" r:id="rId11"/>
    <p:sldId id="305" r:id="rId12"/>
    <p:sldId id="306" r:id="rId13"/>
    <p:sldId id="307" r:id="rId14"/>
    <p:sldId id="299" r:id="rId15"/>
    <p:sldId id="290" r:id="rId16"/>
    <p:sldId id="291" r:id="rId17"/>
    <p:sldId id="294" r:id="rId18"/>
    <p:sldId id="287" r:id="rId19"/>
    <p:sldId id="281" r:id="rId20"/>
    <p:sldId id="292" r:id="rId21"/>
    <p:sldId id="283" r:id="rId22"/>
    <p:sldId id="284" r:id="rId23"/>
    <p:sldId id="295" r:id="rId24"/>
    <p:sldId id="297" r:id="rId25"/>
    <p:sldId id="288" r:id="rId26"/>
    <p:sldId id="289" r:id="rId27"/>
    <p:sldId id="273" r:id="rId28"/>
    <p:sldId id="271" r:id="rId29"/>
    <p:sldId id="272" r:id="rId30"/>
    <p:sldId id="276" r:id="rId31"/>
    <p:sldId id="277" r:id="rId32"/>
    <p:sldId id="274" r:id="rId33"/>
    <p:sldId id="278" r:id="rId34"/>
    <p:sldId id="280" r:id="rId35"/>
    <p:sldId id="286" r:id="rId36"/>
    <p:sldId id="282" r:id="rId37"/>
    <p:sldId id="285" r:id="rId38"/>
    <p:sldId id="275" r:id="rId39"/>
    <p:sldId id="270" r:id="rId40"/>
    <p:sldId id="265" r:id="rId41"/>
    <p:sldId id="268" r:id="rId42"/>
    <p:sldId id="269" r:id="rId43"/>
    <p:sldId id="267" r:id="rId44"/>
    <p:sldId id="266" r:id="rId45"/>
    <p:sldId id="257" r:id="rId46"/>
    <p:sldId id="258" r:id="rId47"/>
    <p:sldId id="259" r:id="rId48"/>
    <p:sldId id="260" r:id="rId49"/>
    <p:sldId id="261" r:id="rId50"/>
    <p:sldId id="262" r:id="rId51"/>
    <p:sldId id="263" r:id="rId52"/>
    <p:sldId id="26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7700"/>
    <a:srgbClr val="FF8585"/>
    <a:srgbClr val="CDCDCD"/>
    <a:srgbClr val="FFFFFF"/>
    <a:srgbClr val="7F7F7F"/>
    <a:srgbClr val="00E600"/>
    <a:srgbClr val="006300"/>
    <a:srgbClr val="FFFFCC"/>
    <a:srgbClr val="F9DAC7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39" dt="2026-06-11T21:24:08.122"/>
    <p1510:client id="{8A8DF2CA-A548-A446-9B7D-0CDD43B04C86}" v="13" dt="2026-06-11T05:13:54.664"/>
    <p1510:client id="{C8786C6D-AB95-9740-AEFC-2D45BBDF4D29}" v="23" dt="2026-06-12T04:14:00.7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62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544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660F8803-2738-5EFD-95AE-06E7480F19FB}" dt="2026-06-11T05:14:16.716" v="5520" actId="14100"/>
          <ac:spMkLst>
            <pc:docMk/>
            <pc:sldMk cId="1516653873" sldId="293"/>
            <ac:spMk id="3" creationId="{3CE3F10C-C3F7-F495-8348-0B468B07141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  <pc:spChg chg="add del">
          <ac:chgData name="DOWTY, PETER (DNR)" userId="01cf875a-4e15-4928-8f93-7a0dfa1efb6b" providerId="ADAL" clId="{660F8803-2738-5EFD-95AE-06E7480F19FB}" dt="2026-06-11T05:04:45.055" v="5337" actId="21"/>
          <ac:spMkLst>
            <pc:docMk/>
            <pc:sldMk cId="1080191347" sldId="302"/>
            <ac:spMk id="11" creationId="{FB21FB17-37A3-D7FC-46ED-51AF55A4B238}"/>
          </ac:spMkLst>
        </pc:spChg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del">
          <ac:chgData name="DOWTY, PETER (DNR)" userId="01cf875a-4e15-4928-8f93-7a0dfa1efb6b" providerId="ADAL" clId="{660F8803-2738-5EFD-95AE-06E7480F19FB}" dt="2026-06-11T04:55:05.545" v="5312" actId="478"/>
          <ac:spMkLst>
            <pc:docMk/>
            <pc:sldMk cId="4159988265" sldId="305"/>
            <ac:spMk id="8" creationId="{E677E233-1CD0-61B8-1978-81A4899596BC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del mod">
          <ac:chgData name="DOWTY, PETER (DNR)" userId="01cf875a-4e15-4928-8f93-7a0dfa1efb6b" providerId="ADAL" clId="{660F8803-2738-5EFD-95AE-06E7480F19FB}" dt="2026-06-11T05:09:54.569" v="5498" actId="478"/>
          <ac:spMkLst>
            <pc:docMk/>
            <pc:sldMk cId="4159988265" sldId="305"/>
            <ac:spMk id="23" creationId="{1734E440-58F2-1A0B-CE91-5F385593406F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  <pc:spChg chg="del">
          <ac:chgData name="DOWTY, PETER (DNR)" userId="01cf875a-4e15-4928-8f93-7a0dfa1efb6b" providerId="ADAL" clId="{660F8803-2738-5EFD-95AE-06E7480F19FB}" dt="2026-06-11T05:12:07.659" v="5510" actId="478"/>
          <ac:spMkLst>
            <pc:docMk/>
            <pc:sldMk cId="2602005344" sldId="306"/>
            <ac:spMk id="2" creationId="{04AD711A-C1D8-6EEC-CA13-8A7C2367A025}"/>
          </ac:spMkLst>
        </pc:spChg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1T23:03:22.854" v="14782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1T23:03:22.854" v="14782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del">
          <ac:chgData name="DOWTY, PETER (DNR)" userId="01cf875a-4e15-4928-8f93-7a0dfa1efb6b" providerId="ADAL" clId="{E9054DD1-CDF4-4BE2-A4C5-BD4B0395A89E}" dt="2026-06-11T15:47:11.433" v="14534" actId="478"/>
          <ac:spMkLst>
            <pc:docMk/>
            <pc:sldMk cId="1516653873" sldId="293"/>
            <ac:spMk id="3" creationId="{3CE3F10C-C3F7-F495-8348-0B468B071416}"/>
          </ac:spMkLst>
        </pc:spChg>
        <pc:spChg chg="add del mod">
          <ac:chgData name="DOWTY, PETER (DNR)" userId="01cf875a-4e15-4928-8f93-7a0dfa1efb6b" providerId="ADAL" clId="{E9054DD1-CDF4-4BE2-A4C5-BD4B0395A89E}" dt="2026-06-11T20:51:55.215" v="14577" actId="478"/>
          <ac:spMkLst>
            <pc:docMk/>
            <pc:sldMk cId="1516653873" sldId="293"/>
            <ac:spMk id="6" creationId="{58B2E1E3-2612-ED67-1D83-3F519A0814F4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1T21:24:00.424" v="14581" actId="1076"/>
          <ac:cxnSpMkLst>
            <pc:docMk/>
            <pc:sldMk cId="1516653873" sldId="293"/>
            <ac:cxnSpMk id="5" creationId="{251083E6-675B-004C-4D2B-D71A76F08BD3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1T16:17:25.058" v="14536" actId="931"/>
        <pc:sldMkLst>
          <pc:docMk/>
          <pc:sldMk cId="2867469800" sldId="308"/>
        </pc:sldMkLst>
        <pc:picChg chg="add del mod">
          <ac:chgData name="DOWTY, PETER (DNR)" userId="01cf875a-4e15-4928-8f93-7a0dfa1efb6b" providerId="ADAL" clId="{E9054DD1-CDF4-4BE2-A4C5-BD4B0395A89E}" dt="2026-06-11T16:09:16.784" v="14535" actId="478"/>
          <ac:picMkLst>
            <pc:docMk/>
            <pc:sldMk cId="2867469800" sldId="308"/>
            <ac:picMk id="3" creationId="{8A02D550-66C8-E392-EB6D-FBCDD6A40087}"/>
          </ac:picMkLst>
        </pc:picChg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2T04:14:00.754" v="3024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del mod">
          <ac:chgData name="Pete Dowty" userId="91aba14b6835b0ae" providerId="LiveId" clId="{660F8803-2738-5EFD-95AE-06E7480F19FB}" dt="2026-06-12T03:54:04.279" v="2875" actId="478"/>
          <ac:spMkLst>
            <pc:docMk/>
            <pc:sldMk cId="1516653873" sldId="293"/>
            <ac:spMk id="15" creationId="{8BD8AF17-3A4D-D02B-9F8B-39682C36EEAA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del mod">
          <ac:chgData name="Pete Dowty" userId="91aba14b6835b0ae" providerId="LiveId" clId="{660F8803-2738-5EFD-95AE-06E7480F19FB}" dt="2026-06-12T04:03:03.487" v="2927" actId="478"/>
          <ac:spMkLst>
            <pc:docMk/>
            <pc:sldMk cId="1516653873" sldId="293"/>
            <ac:spMk id="24" creationId="{6C43BF41-EF0D-906F-BF3E-C0744D461E2F}"/>
          </ac:spMkLst>
        </pc:spChg>
        <pc:spChg chg="add del mod">
          <ac:chgData name="Pete Dowty" userId="91aba14b6835b0ae" providerId="LiveId" clId="{660F8803-2738-5EFD-95AE-06E7480F19FB}" dt="2026-06-12T04:03:01.611" v="2926" actId="478"/>
          <ac:spMkLst>
            <pc:docMk/>
            <pc:sldMk cId="1516653873" sldId="293"/>
            <ac:spMk id="25" creationId="{4FF963F1-E372-31AD-6FCB-47A01CCFD14F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2T04:10:44.014" v="3023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2T04:10:44.014" v="3023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3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7" Type="http://schemas.openxmlformats.org/officeDocument/2006/relationships/image" Target="../media/image46.tiff"/><Relationship Id="rId2" Type="http://schemas.openxmlformats.org/officeDocument/2006/relationships/image" Target="../media/image41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tiff"/><Relationship Id="rId5" Type="http://schemas.openxmlformats.org/officeDocument/2006/relationships/image" Target="../media/image44.tiff"/><Relationship Id="rId4" Type="http://schemas.openxmlformats.org/officeDocument/2006/relationships/image" Target="../media/image43.tif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81069" y="2340734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17862</TotalTime>
  <Words>3656</Words>
  <Application>Microsoft Macintosh PowerPoint</Application>
  <PresentationFormat>Widescreen</PresentationFormat>
  <Paragraphs>911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2026-06-12T04:14:10Z</dcterms:modified>
  <cp:category/>
</cp:coreProperties>
</file>