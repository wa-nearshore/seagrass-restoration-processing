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20" r:id="rId14"/>
    <p:sldId id="308" r:id="rId15"/>
    <p:sldId id="305" r:id="rId16"/>
    <p:sldId id="327" r:id="rId17"/>
    <p:sldId id="317" r:id="rId18"/>
    <p:sldId id="306" r:id="rId19"/>
    <p:sldId id="321" r:id="rId20"/>
    <p:sldId id="319" r:id="rId21"/>
    <p:sldId id="323" r:id="rId22"/>
    <p:sldId id="325" r:id="rId23"/>
    <p:sldId id="324" r:id="rId24"/>
    <p:sldId id="326" r:id="rId25"/>
    <p:sldId id="316" r:id="rId26"/>
    <p:sldId id="291" r:id="rId27"/>
    <p:sldId id="294" r:id="rId28"/>
    <p:sldId id="287" r:id="rId29"/>
    <p:sldId id="315" r:id="rId30"/>
    <p:sldId id="281" r:id="rId31"/>
    <p:sldId id="292" r:id="rId32"/>
    <p:sldId id="283" r:id="rId33"/>
    <p:sldId id="322" r:id="rId34"/>
    <p:sldId id="318" r:id="rId35"/>
    <p:sldId id="284" r:id="rId36"/>
    <p:sldId id="295" r:id="rId37"/>
    <p:sldId id="297" r:id="rId38"/>
    <p:sldId id="288" r:id="rId39"/>
    <p:sldId id="289" r:id="rId40"/>
    <p:sldId id="273" r:id="rId41"/>
    <p:sldId id="271" r:id="rId42"/>
    <p:sldId id="272" r:id="rId43"/>
    <p:sldId id="276" r:id="rId44"/>
    <p:sldId id="277" r:id="rId45"/>
    <p:sldId id="274" r:id="rId46"/>
    <p:sldId id="278" r:id="rId47"/>
    <p:sldId id="280" r:id="rId48"/>
    <p:sldId id="286" r:id="rId49"/>
    <p:sldId id="282" r:id="rId50"/>
    <p:sldId id="285" r:id="rId51"/>
    <p:sldId id="275" r:id="rId52"/>
    <p:sldId id="270" r:id="rId53"/>
    <p:sldId id="265" r:id="rId54"/>
    <p:sldId id="268" r:id="rId55"/>
    <p:sldId id="269" r:id="rId56"/>
    <p:sldId id="267" r:id="rId57"/>
    <p:sldId id="266" r:id="rId58"/>
    <p:sldId id="257" r:id="rId59"/>
    <p:sldId id="258" r:id="rId60"/>
    <p:sldId id="259" r:id="rId61"/>
    <p:sldId id="260" r:id="rId62"/>
    <p:sldId id="261" r:id="rId63"/>
    <p:sldId id="262" r:id="rId64"/>
    <p:sldId id="263" r:id="rId65"/>
    <p:sldId id="26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FFFF"/>
    <a:srgbClr val="BC9BA0"/>
    <a:srgbClr val="FB7700"/>
    <a:srgbClr val="FF8585"/>
    <a:srgbClr val="CDCDCD"/>
    <a:srgbClr val="7F7F7F"/>
    <a:srgbClr val="00E600"/>
    <a:srgbClr val="006300"/>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3" dt="2026-07-13T18:05:01.15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71"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13T21:51:41.878" v="19497" actId="1076"/>
      <pc:docMkLst>
        <pc:docMk/>
      </pc:docMkLst>
      <pc:sldChg chg="modSp mod">
        <pc:chgData name="DOWTY, PETER (DNR)" userId="01cf875a-4e15-4928-8f93-7a0dfa1efb6b" providerId="ADAL" clId="{E9054DD1-CDF4-4BE2-A4C5-BD4B0395A89E}" dt="2026-07-09T15:41:20.037" v="18188"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9T15:41:20.037" v="18188" actId="20577"/>
          <ac:spMkLst>
            <pc:docMk/>
            <pc:sldMk cId="2532653130" sldId="281"/>
            <ac:spMk id="5" creationId="{4694BD01-9DA4-3A05-F9D2-22178F5A3542}"/>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9T15:45:40.287" v="18363" actId="208"/>
        <pc:sldMkLst>
          <pc:docMk/>
          <pc:sldMk cId="3134302452" sldId="292"/>
        </pc:sldMkLst>
        <pc:spChg chg="mod">
          <ac:chgData name="DOWTY, PETER (DNR)" userId="01cf875a-4e15-4928-8f93-7a0dfa1efb6b" providerId="ADAL" clId="{E9054DD1-CDF4-4BE2-A4C5-BD4B0395A89E}" dt="2026-07-09T15:41:33.316" v="18208" actId="20577"/>
          <ac:spMkLst>
            <pc:docMk/>
            <pc:sldMk cId="3134302452" sldId="292"/>
            <ac:spMk id="2" creationId="{26B94C35-F446-6819-0A0D-58F830F55BEF}"/>
          </ac:spMkLst>
        </pc:spChg>
        <pc:spChg chg="add mod">
          <ac:chgData name="DOWTY, PETER (DNR)" userId="01cf875a-4e15-4928-8f93-7a0dfa1efb6b" providerId="ADAL" clId="{E9054DD1-CDF4-4BE2-A4C5-BD4B0395A89E}" dt="2026-07-09T15:41:46.123" v="18209" actId="1076"/>
          <ac:spMkLst>
            <pc:docMk/>
            <pc:sldMk cId="3134302452" sldId="292"/>
            <ac:spMk id="3" creationId="{B8B9858E-8B30-1F1F-0EF3-A7D1F879DE7A}"/>
          </ac:spMkLst>
        </pc:spChg>
        <pc:spChg chg="mod">
          <ac:chgData name="DOWTY, PETER (DNR)" userId="01cf875a-4e15-4928-8f93-7a0dfa1efb6b" providerId="ADAL" clId="{E9054DD1-CDF4-4BE2-A4C5-BD4B0395A89E}" dt="2026-07-09T15:41:46.123" v="18209" actId="1076"/>
          <ac:spMkLst>
            <pc:docMk/>
            <pc:sldMk cId="3134302452" sldId="292"/>
            <ac:spMk id="5" creationId="{F3ADEC9A-5FF3-D75B-E079-CF3D871E39F0}"/>
          </ac:spMkLst>
        </pc:spChg>
        <pc:spChg chg="add mod">
          <ac:chgData name="DOWTY, PETER (DNR)" userId="01cf875a-4e15-4928-8f93-7a0dfa1efb6b" providerId="ADAL" clId="{E9054DD1-CDF4-4BE2-A4C5-BD4B0395A89E}" dt="2026-07-09T15:45:40.287" v="18363" actId="208"/>
          <ac:spMkLst>
            <pc:docMk/>
            <pc:sldMk cId="3134302452" sldId="292"/>
            <ac:spMk id="6" creationId="{2BA01840-9107-E835-0AA0-07BEBDAADE76}"/>
          </ac:spMkLst>
        </pc:spChg>
        <pc:spChg chg="mod">
          <ac:chgData name="DOWTY, PETER (DNR)" userId="01cf875a-4e15-4928-8f93-7a0dfa1efb6b" providerId="ADAL" clId="{E9054DD1-CDF4-4BE2-A4C5-BD4B0395A89E}" dt="2026-07-09T15:41:52.137" v="18210" actId="1076"/>
          <ac:spMkLst>
            <pc:docMk/>
            <pc:sldMk cId="3134302452" sldId="292"/>
            <ac:spMk id="8" creationId="{E3F8C15D-A137-1AA1-5F6F-B41F31613801}"/>
          </ac:spMkLst>
        </pc:spChg>
        <pc:graphicFrameChg chg="mod">
          <ac:chgData name="DOWTY, PETER (DNR)" userId="01cf875a-4e15-4928-8f93-7a0dfa1efb6b" providerId="ADAL" clId="{E9054DD1-CDF4-4BE2-A4C5-BD4B0395A89E}" dt="2026-07-09T15:41:46.123" v="18209" actId="1076"/>
          <ac:graphicFrameMkLst>
            <pc:docMk/>
            <pc:sldMk cId="3134302452" sldId="292"/>
            <ac:graphicFrameMk id="4" creationId="{B9E5ACBE-1591-FF44-B4A2-8A74989665AF}"/>
          </ac:graphicFrameMkLst>
        </pc:graphicFrameChg>
      </pc:sldChg>
      <pc:sldChg chg="addSp delSp modSp new mod">
        <pc:chgData name="DOWTY, PETER (DNR)" userId="01cf875a-4e15-4928-8f93-7a0dfa1efb6b" providerId="ADAL" clId="{E9054DD1-CDF4-4BE2-A4C5-BD4B0395A89E}" dt="2026-07-10T14:58:55.728" v="18660" actId="20577"/>
        <pc:sldMkLst>
          <pc:docMk/>
          <pc:sldMk cId="2110894095" sldId="304"/>
        </pc:sldMkLst>
        <pc:spChg chg="add mod">
          <ac:chgData name="DOWTY, PETER (DNR)" userId="01cf875a-4e15-4928-8f93-7a0dfa1efb6b" providerId="ADAL" clId="{E9054DD1-CDF4-4BE2-A4C5-BD4B0395A89E}" dt="2026-07-01T13:41:34.050" v="15107" actId="158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add mod">
          <ac:chgData name="DOWTY, PETER (DNR)" userId="01cf875a-4e15-4928-8f93-7a0dfa1efb6b" providerId="ADAL" clId="{E9054DD1-CDF4-4BE2-A4C5-BD4B0395A89E}" dt="2026-07-06T18:12:32.964" v="17427"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01T13:42:10.917" v="15110" actId="1076"/>
          <ac:spMkLst>
            <pc:docMk/>
            <pc:sldMk cId="2110894095" sldId="304"/>
            <ac:spMk id="23" creationId="{0444A720-0743-A403-29F0-D186B9756847}"/>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10T14:58:55.728" v="18660" actId="20577"/>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01T14:04:08.955" v="15288" actId="206"/>
          <ac:spMkLst>
            <pc:docMk/>
            <pc:sldMk cId="2110894095" sldId="304"/>
            <ac:spMk id="46" creationId="{3B1D2915-3037-DF3A-60E7-90C803308208}"/>
          </ac:spMkLst>
        </pc:spChg>
      </pc:sldChg>
      <pc:sldChg chg="addSp modSp mod">
        <pc:chgData name="DOWTY, PETER (DNR)" userId="01cf875a-4e15-4928-8f93-7a0dfa1efb6b" providerId="ADAL" clId="{E9054DD1-CDF4-4BE2-A4C5-BD4B0395A89E}" dt="2026-07-08T13:43:28.456" v="17461" actId="1076"/>
        <pc:sldMkLst>
          <pc:docMk/>
          <pc:sldMk cId="4159988265" sldId="305"/>
        </pc:sldMkLst>
        <pc:picChg chg="mod">
          <ac:chgData name="DOWTY, PETER (DNR)" userId="01cf875a-4e15-4928-8f93-7a0dfa1efb6b" providerId="ADAL" clId="{E9054DD1-CDF4-4BE2-A4C5-BD4B0395A89E}" dt="2026-07-08T13:43:28.456" v="17461" actId="1076"/>
          <ac:picMkLst>
            <pc:docMk/>
            <pc:sldMk cId="4159988265" sldId="305"/>
            <ac:picMk id="32" creationId="{44A6A421-F46D-F22F-F7E2-8B4889E272EB}"/>
          </ac:picMkLst>
        </pc:picChg>
      </pc:sldChg>
      <pc:sldChg chg="addSp delSp modSp mod">
        <pc:chgData name="DOWTY, PETER (DNR)" userId="01cf875a-4e15-4928-8f93-7a0dfa1efb6b" providerId="ADAL" clId="{E9054DD1-CDF4-4BE2-A4C5-BD4B0395A89E}" dt="2026-07-09T15:20:52.060" v="18154" actId="20577"/>
        <pc:sldMkLst>
          <pc:docMk/>
          <pc:sldMk cId="2602005344" sldId="306"/>
        </pc:sldMkLst>
        <pc:spChg chg="add mod">
          <ac:chgData name="DOWTY, PETER (DNR)" userId="01cf875a-4e15-4928-8f93-7a0dfa1efb6b" providerId="ADAL" clId="{E9054DD1-CDF4-4BE2-A4C5-BD4B0395A89E}" dt="2026-07-09T15:20:52.060" v="18154"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spChg chg="add mod">
          <ac:chgData name="DOWTY, PETER (DNR)" userId="01cf875a-4e15-4928-8f93-7a0dfa1efb6b" providerId="ADAL" clId="{E9054DD1-CDF4-4BE2-A4C5-BD4B0395A89E}" dt="2026-07-08T17:41:16.835" v="17853" actId="207"/>
          <ac:spMkLst>
            <pc:docMk/>
            <pc:sldMk cId="2867469800" sldId="308"/>
            <ac:spMk id="8" creationId="{9A52C0AB-D9FA-E600-6424-10C96A8681C1}"/>
          </ac:spMkLst>
        </pc:spChg>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picChg chg="add del mod">
          <ac:chgData name="DOWTY, PETER (DNR)" userId="01cf875a-4e15-4928-8f93-7a0dfa1efb6b" providerId="ADAL" clId="{E9054DD1-CDF4-4BE2-A4C5-BD4B0395A89E}" dt="2026-07-13T21:51:27.473" v="19493" actId="478"/>
          <ac:picMkLst>
            <pc:docMk/>
            <pc:sldMk cId="2867469800" sldId="308"/>
            <ac:picMk id="7" creationId="{8D5C2CE7-B70B-ED7A-B0D6-8561831765A0}"/>
          </ac:picMkLst>
        </pc:picChg>
      </pc:sldChg>
      <pc:sldChg chg="addSp delSp modSp mod">
        <pc:chgData name="DOWTY, PETER (DNR)" userId="01cf875a-4e15-4928-8f93-7a0dfa1efb6b" providerId="ADAL" clId="{E9054DD1-CDF4-4BE2-A4C5-BD4B0395A89E}" dt="2026-07-08T17:57:21.508" v="17926" actId="1076"/>
        <pc:sldMkLst>
          <pc:docMk/>
          <pc:sldMk cId="4122703943" sldId="309"/>
        </pc:sldMkLst>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8T17:56:19.146" v="17921" actId="1076"/>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mod">
          <ac:chgData name="DOWTY, PETER (DNR)" userId="01cf875a-4e15-4928-8f93-7a0dfa1efb6b" providerId="ADAL" clId="{E9054DD1-CDF4-4BE2-A4C5-BD4B0395A89E}" dt="2026-07-08T17:57:21.508" v="17926"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8T17:57:12.194" v="17923" actId="14100"/>
          <ac:picMkLst>
            <pc:docMk/>
            <pc:sldMk cId="4122703943" sldId="309"/>
            <ac:picMk id="15" creationId="{B9EDE697-EC23-D763-47E8-663A703A8326}"/>
          </ac:picMkLst>
        </pc:pic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13T14:32:39.387" v="19193" actId="20577"/>
        <pc:sldMkLst>
          <pc:docMk/>
          <pc:sldMk cId="82484586" sldId="313"/>
        </pc:sldMkLst>
        <pc:spChg chg="add mod">
          <ac:chgData name="DOWTY, PETER (DNR)" userId="01cf875a-4e15-4928-8f93-7a0dfa1efb6b" providerId="ADAL" clId="{E9054DD1-CDF4-4BE2-A4C5-BD4B0395A89E}" dt="2026-07-13T14:32:39.387" v="19193" actId="20577"/>
          <ac:spMkLst>
            <pc:docMk/>
            <pc:sldMk cId="82484586" sldId="313"/>
            <ac:spMk id="2" creationId="{6702C91B-830F-E4FC-80D8-C4C0B37FAA36}"/>
          </ac:spMkLst>
        </pc:sp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pc:chgData name="DOWTY, PETER (DNR)" userId="01cf875a-4e15-4928-8f93-7a0dfa1efb6b" providerId="ADAL" clId="{E9054DD1-CDF4-4BE2-A4C5-BD4B0395A89E}" dt="2026-07-06T16:47:22.890" v="16992" actId="22"/>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sldChg chg="addSp delSp modSp new mod">
        <pc:chgData name="DOWTY, PETER (DNR)" userId="01cf875a-4e15-4928-8f93-7a0dfa1efb6b" providerId="ADAL" clId="{E9054DD1-CDF4-4BE2-A4C5-BD4B0395A89E}" dt="2026-07-10T15:44:23.947" v="18709" actId="1076"/>
        <pc:sldMkLst>
          <pc:docMk/>
          <pc:sldMk cId="838302798" sldId="320"/>
        </pc:sldMkLst>
        <pc:spChg chg="add mod">
          <ac:chgData name="DOWTY, PETER (DNR)" userId="01cf875a-4e15-4928-8f93-7a0dfa1efb6b" providerId="ADAL" clId="{E9054DD1-CDF4-4BE2-A4C5-BD4B0395A89E}" dt="2026-07-10T15:44:23.947" v="18709" actId="1076"/>
          <ac:spMkLst>
            <pc:docMk/>
            <pc:sldMk cId="838302798" sldId="320"/>
            <ac:spMk id="2" creationId="{AF042EAC-9DAB-B183-96F5-A5C07330F904}"/>
          </ac:spMkLst>
        </pc:spChg>
        <pc:spChg chg="mod">
          <ac:chgData name="DOWTY, PETER (DNR)" userId="01cf875a-4e15-4928-8f93-7a0dfa1efb6b" providerId="ADAL" clId="{E9054DD1-CDF4-4BE2-A4C5-BD4B0395A89E}" dt="2026-07-08T17:36:48.502" v="17772"/>
          <ac:spMkLst>
            <pc:docMk/>
            <pc:sldMk cId="838302798" sldId="320"/>
            <ac:spMk id="7" creationId="{657ABFCD-4CDB-0CEC-2CEC-8D3A1954888A}"/>
          </ac:spMkLst>
        </pc:spChg>
        <pc:spChg chg="add mod">
          <ac:chgData name="DOWTY, PETER (DNR)" userId="01cf875a-4e15-4928-8f93-7a0dfa1efb6b" providerId="ADAL" clId="{E9054DD1-CDF4-4BE2-A4C5-BD4B0395A89E}" dt="2026-07-08T17:37:59.880" v="17781" actId="1076"/>
          <ac:spMkLst>
            <pc:docMk/>
            <pc:sldMk cId="838302798" sldId="320"/>
            <ac:spMk id="8" creationId="{CD94B28A-B451-90B8-4E52-48DEA3B784D6}"/>
          </ac:spMkLst>
        </pc:spChg>
        <pc:spChg chg="add mod">
          <ac:chgData name="DOWTY, PETER (DNR)" userId="01cf875a-4e15-4928-8f93-7a0dfa1efb6b" providerId="ADAL" clId="{E9054DD1-CDF4-4BE2-A4C5-BD4B0395A89E}" dt="2026-07-10T15:44:20.545" v="18708" actId="1076"/>
          <ac:spMkLst>
            <pc:docMk/>
            <pc:sldMk cId="838302798" sldId="320"/>
            <ac:spMk id="9" creationId="{F113ED1F-CFE4-8C96-6CD0-C1D19C63C844}"/>
          </ac:spMkLst>
        </pc:spChg>
        <pc:spChg chg="add mod">
          <ac:chgData name="DOWTY, PETER (DNR)" userId="01cf875a-4e15-4928-8f93-7a0dfa1efb6b" providerId="ADAL" clId="{E9054DD1-CDF4-4BE2-A4C5-BD4B0395A89E}" dt="2026-07-10T15:44:15.933" v="18707" actId="20577"/>
          <ac:spMkLst>
            <pc:docMk/>
            <pc:sldMk cId="838302798" sldId="320"/>
            <ac:spMk id="11" creationId="{1692025A-5A58-DC79-FAC3-4CB203A3A602}"/>
          </ac:spMkLst>
        </pc:spChg>
        <pc:grpChg chg="add mod">
          <ac:chgData name="DOWTY, PETER (DNR)" userId="01cf875a-4e15-4928-8f93-7a0dfa1efb6b" providerId="ADAL" clId="{E9054DD1-CDF4-4BE2-A4C5-BD4B0395A89E}" dt="2026-07-08T17:38:02.589" v="17782" actId="1076"/>
          <ac:grpSpMkLst>
            <pc:docMk/>
            <pc:sldMk cId="838302798" sldId="320"/>
            <ac:grpSpMk id="5" creationId="{56E16673-F28C-0B69-1AF6-6F353353535B}"/>
          </ac:grpSpMkLst>
        </pc:grpChg>
        <pc:picChg chg="mod">
          <ac:chgData name="DOWTY, PETER (DNR)" userId="01cf875a-4e15-4928-8f93-7a0dfa1efb6b" providerId="ADAL" clId="{E9054DD1-CDF4-4BE2-A4C5-BD4B0395A89E}" dt="2026-07-08T17:36:48.502" v="17772"/>
          <ac:picMkLst>
            <pc:docMk/>
            <pc:sldMk cId="838302798" sldId="320"/>
            <ac:picMk id="6" creationId="{020ABBAB-61DF-B4F2-5F89-CE4002624B63}"/>
          </ac:picMkLst>
        </pc:picChg>
        <pc:picChg chg="add mod ord">
          <ac:chgData name="DOWTY, PETER (DNR)" userId="01cf875a-4e15-4928-8f93-7a0dfa1efb6b" providerId="ADAL" clId="{E9054DD1-CDF4-4BE2-A4C5-BD4B0395A89E}" dt="2026-07-10T15:44:02.589" v="18704" actId="167"/>
          <ac:picMkLst>
            <pc:docMk/>
            <pc:sldMk cId="838302798" sldId="320"/>
            <ac:picMk id="13" creationId="{CFD3B72E-A0CF-C12E-CCB3-DDE47599ECDD}"/>
          </ac:picMkLst>
        </pc:picChg>
      </pc:sldChg>
      <pc:sldChg chg="addSp modSp new mod">
        <pc:chgData name="DOWTY, PETER (DNR)" userId="01cf875a-4e15-4928-8f93-7a0dfa1efb6b" providerId="ADAL" clId="{E9054DD1-CDF4-4BE2-A4C5-BD4B0395A89E}" dt="2026-07-09T15:05:34.425" v="18082" actId="179"/>
        <pc:sldMkLst>
          <pc:docMk/>
          <pc:sldMk cId="1390265288" sldId="321"/>
        </pc:sldMkLst>
        <pc:spChg chg="add mod">
          <ac:chgData name="DOWTY, PETER (DNR)" userId="01cf875a-4e15-4928-8f93-7a0dfa1efb6b" providerId="ADAL" clId="{E9054DD1-CDF4-4BE2-A4C5-BD4B0395A89E}" dt="2026-07-09T14:58:45.063" v="17975" actId="14100"/>
          <ac:spMkLst>
            <pc:docMk/>
            <pc:sldMk cId="1390265288" sldId="321"/>
            <ac:spMk id="3" creationId="{971192B7-CF13-2F5D-EFDC-87D45C8D1C0A}"/>
          </ac:spMkLst>
        </pc:spChg>
        <pc:spChg chg="add mod">
          <ac:chgData name="DOWTY, PETER (DNR)" userId="01cf875a-4e15-4928-8f93-7a0dfa1efb6b" providerId="ADAL" clId="{E9054DD1-CDF4-4BE2-A4C5-BD4B0395A89E}" dt="2026-07-09T15:05:34.425" v="18082" actId="179"/>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0T16:35:39.811" v="18715" actId="478"/>
        <pc:sldMkLst>
          <pc:docMk/>
          <pc:sldMk cId="2340436106" sldId="322"/>
        </pc:sldMkLst>
      </pc:sldChg>
      <pc:sldChg chg="addSp modSp new mod">
        <pc:chgData name="DOWTY, PETER (DNR)" userId="01cf875a-4e15-4928-8f93-7a0dfa1efb6b" providerId="ADAL" clId="{E9054DD1-CDF4-4BE2-A4C5-BD4B0395A89E}" dt="2026-07-09T19:44:04.818" v="18507" actId="14100"/>
        <pc:sldMkLst>
          <pc:docMk/>
          <pc:sldMk cId="539647335" sldId="323"/>
        </pc:sldMkLst>
        <pc:spChg chg="add mod ord">
          <ac:chgData name="DOWTY, PETER (DNR)" userId="01cf875a-4e15-4928-8f93-7a0dfa1efb6b" providerId="ADAL" clId="{E9054DD1-CDF4-4BE2-A4C5-BD4B0395A89E}" dt="2026-07-09T19:44:04.818" v="18507" actId="14100"/>
          <ac:spMkLst>
            <pc:docMk/>
            <pc:sldMk cId="539647335" sldId="323"/>
            <ac:spMk id="6" creationId="{295143A7-8A2A-DE68-3421-76F51E65CDEB}"/>
          </ac:spMkLst>
        </pc:spChg>
        <pc:spChg chg="add mod">
          <ac:chgData name="DOWTY, PETER (DNR)" userId="01cf875a-4e15-4928-8f93-7a0dfa1efb6b" providerId="ADAL" clId="{E9054DD1-CDF4-4BE2-A4C5-BD4B0395A89E}" dt="2026-07-09T19:34:58.026" v="18381" actId="14100"/>
          <ac:spMkLst>
            <pc:docMk/>
            <pc:sldMk cId="539647335" sldId="323"/>
            <ac:spMk id="8" creationId="{4768F5E5-1590-90B4-01D1-77E82BEA3647}"/>
          </ac:spMkLst>
        </pc:spChg>
        <pc:spChg chg="add mod">
          <ac:chgData name="DOWTY, PETER (DNR)" userId="01cf875a-4e15-4928-8f93-7a0dfa1efb6b" providerId="ADAL" clId="{E9054DD1-CDF4-4BE2-A4C5-BD4B0395A89E}" dt="2026-07-09T19:35:20.627" v="18383" actId="1076"/>
          <ac:spMkLst>
            <pc:docMk/>
            <pc:sldMk cId="539647335" sldId="323"/>
            <ac:spMk id="10" creationId="{085171CA-47E9-6D0E-92BC-529FF6CE6542}"/>
          </ac:spMkLst>
        </pc:spChg>
        <pc:spChg chg="add mod">
          <ac:chgData name="DOWTY, PETER (DNR)" userId="01cf875a-4e15-4928-8f93-7a0dfa1efb6b" providerId="ADAL" clId="{E9054DD1-CDF4-4BE2-A4C5-BD4B0395A89E}" dt="2026-07-09T19:38:47.437" v="18444" actId="20577"/>
          <ac:spMkLst>
            <pc:docMk/>
            <pc:sldMk cId="539647335" sldId="323"/>
            <ac:spMk id="11" creationId="{85A0B97A-DAEE-FA2E-8F56-22265803EA35}"/>
          </ac:spMkLst>
        </pc:spChg>
        <pc:spChg chg="add mod">
          <ac:chgData name="DOWTY, PETER (DNR)" userId="01cf875a-4e15-4928-8f93-7a0dfa1efb6b" providerId="ADAL" clId="{E9054DD1-CDF4-4BE2-A4C5-BD4B0395A89E}" dt="2026-07-09T19:39:16.419" v="18491" actId="20577"/>
          <ac:spMkLst>
            <pc:docMk/>
            <pc:sldMk cId="539647335" sldId="323"/>
            <ac:spMk id="13" creationId="{E22D7146-84AF-5919-E0F8-60F71516ABB0}"/>
          </ac:spMkLst>
        </pc:spChg>
        <pc:picChg chg="add mod modCrop">
          <ac:chgData name="DOWTY, PETER (DNR)" userId="01cf875a-4e15-4928-8f93-7a0dfa1efb6b" providerId="ADAL" clId="{E9054DD1-CDF4-4BE2-A4C5-BD4B0395A89E}" dt="2026-07-09T19:42:48.559" v="18496" actId="732"/>
          <ac:picMkLst>
            <pc:docMk/>
            <pc:sldMk cId="539647335" sldId="323"/>
            <ac:picMk id="3" creationId="{DCD556F8-9A31-49EB-B405-F6E4CDC9CA5C}"/>
          </ac:picMkLst>
        </pc:picChg>
        <pc:picChg chg="add mod">
          <ac:chgData name="DOWTY, PETER (DNR)" userId="01cf875a-4e15-4928-8f93-7a0dfa1efb6b" providerId="ADAL" clId="{E9054DD1-CDF4-4BE2-A4C5-BD4B0395A89E}" dt="2026-07-09T19:33:39.927" v="18373" actId="1076"/>
          <ac:picMkLst>
            <pc:docMk/>
            <pc:sldMk cId="539647335" sldId="323"/>
            <ac:picMk id="5" creationId="{B31C69A6-527C-FDE2-69AD-B29B8684856F}"/>
          </ac:picMkLst>
        </pc:picChg>
        <pc:picChg chg="add mod">
          <ac:chgData name="DOWTY, PETER (DNR)" userId="01cf875a-4e15-4928-8f93-7a0dfa1efb6b" providerId="ADAL" clId="{E9054DD1-CDF4-4BE2-A4C5-BD4B0395A89E}" dt="2026-07-09T19:43:34.293" v="18504" actId="14100"/>
          <ac:picMkLst>
            <pc:docMk/>
            <pc:sldMk cId="539647335" sldId="323"/>
            <ac:picMk id="15" creationId="{9BF1CE5D-EBFF-996F-B753-0220779748A6}"/>
          </ac:picMkLst>
        </pc:picChg>
      </pc:sldChg>
      <pc:sldChg chg="addSp delSp modSp add mod">
        <pc:chgData name="DOWTY, PETER (DNR)" userId="01cf875a-4e15-4928-8f93-7a0dfa1efb6b" providerId="ADAL" clId="{E9054DD1-CDF4-4BE2-A4C5-BD4B0395A89E}" dt="2026-07-09T20:11:05.989" v="18610"/>
        <pc:sldMkLst>
          <pc:docMk/>
          <pc:sldMk cId="2218220328" sldId="324"/>
        </pc:sldMkLst>
        <pc:spChg chg="mod">
          <ac:chgData name="DOWTY, PETER (DNR)" userId="01cf875a-4e15-4928-8f93-7a0dfa1efb6b" providerId="ADAL" clId="{E9054DD1-CDF4-4BE2-A4C5-BD4B0395A89E}" dt="2026-07-09T20:07:30.837" v="18567" actId="1076"/>
          <ac:spMkLst>
            <pc:docMk/>
            <pc:sldMk cId="2218220328" sldId="324"/>
            <ac:spMk id="6" creationId="{896BCA9C-7E37-0306-EAE2-FFBBB9E0C88B}"/>
          </ac:spMkLst>
        </pc:spChg>
        <pc:spChg chg="mod ord">
          <ac:chgData name="DOWTY, PETER (DNR)" userId="01cf875a-4e15-4928-8f93-7a0dfa1efb6b" providerId="ADAL" clId="{E9054DD1-CDF4-4BE2-A4C5-BD4B0395A89E}" dt="2026-07-09T20:08:01.876" v="18569" actId="14100"/>
          <ac:spMkLst>
            <pc:docMk/>
            <pc:sldMk cId="2218220328" sldId="324"/>
            <ac:spMk id="10" creationId="{73232765-423F-7717-6FBD-6D62AC61303F}"/>
          </ac:spMkLst>
        </pc:spChg>
        <pc:spChg chg="add mod">
          <ac:chgData name="DOWTY, PETER (DNR)" userId="01cf875a-4e15-4928-8f93-7a0dfa1efb6b" providerId="ADAL" clId="{E9054DD1-CDF4-4BE2-A4C5-BD4B0395A89E}" dt="2026-07-09T20:08:52.007" v="18594" actId="20577"/>
          <ac:spMkLst>
            <pc:docMk/>
            <pc:sldMk cId="2218220328" sldId="324"/>
            <ac:spMk id="18" creationId="{691040F9-1F25-B50B-416C-7E518F3E2521}"/>
          </ac:spMkLst>
        </pc:spChg>
        <pc:spChg chg="add mod">
          <ac:chgData name="DOWTY, PETER (DNR)" userId="01cf875a-4e15-4928-8f93-7a0dfa1efb6b" providerId="ADAL" clId="{E9054DD1-CDF4-4BE2-A4C5-BD4B0395A89E}" dt="2026-07-09T20:10:36.705" v="18605"/>
          <ac:spMkLst>
            <pc:docMk/>
            <pc:sldMk cId="2218220328" sldId="324"/>
            <ac:spMk id="21" creationId="{736C29A1-2D15-D2D4-19A6-D05E8E535839}"/>
          </ac:spMkLst>
        </pc:spChg>
        <pc:spChg chg="add mod">
          <ac:chgData name="DOWTY, PETER (DNR)" userId="01cf875a-4e15-4928-8f93-7a0dfa1efb6b" providerId="ADAL" clId="{E9054DD1-CDF4-4BE2-A4C5-BD4B0395A89E}" dt="2026-07-09T20:11:05.989" v="18610"/>
          <ac:spMkLst>
            <pc:docMk/>
            <pc:sldMk cId="2218220328" sldId="324"/>
            <ac:spMk id="22" creationId="{022BF48D-EB1C-0B4C-89EE-DFA6445D6B54}"/>
          </ac:spMkLst>
        </pc:spChg>
        <pc:picChg chg="add mod">
          <ac:chgData name="DOWTY, PETER (DNR)" userId="01cf875a-4e15-4928-8f93-7a0dfa1efb6b" providerId="ADAL" clId="{E9054DD1-CDF4-4BE2-A4C5-BD4B0395A89E}" dt="2026-07-09T20:05:13.317" v="18551" actId="1076"/>
          <ac:picMkLst>
            <pc:docMk/>
            <pc:sldMk cId="2218220328" sldId="324"/>
            <ac:picMk id="12" creationId="{217BD3A7-5F08-B37D-B9AF-190F8AC599BC}"/>
          </ac:picMkLst>
        </pc:picChg>
        <pc:picChg chg="add mod modCrop">
          <ac:chgData name="DOWTY, PETER (DNR)" userId="01cf875a-4e15-4928-8f93-7a0dfa1efb6b" providerId="ADAL" clId="{E9054DD1-CDF4-4BE2-A4C5-BD4B0395A89E}" dt="2026-07-09T20:06:15.439" v="18555" actId="732"/>
          <ac:picMkLst>
            <pc:docMk/>
            <pc:sldMk cId="2218220328" sldId="324"/>
            <ac:picMk id="16" creationId="{50982B78-C053-9C28-CEBC-1FD917158922}"/>
          </ac:picMkLst>
        </pc:picChg>
      </pc:sldChg>
      <pc:sldChg chg="addSp delSp modSp add mod ord">
        <pc:chgData name="DOWTY, PETER (DNR)" userId="01cf875a-4e15-4928-8f93-7a0dfa1efb6b" providerId="ADAL" clId="{E9054DD1-CDF4-4BE2-A4C5-BD4B0395A89E}" dt="2026-07-10T15:47:22.249" v="18712" actId="1036"/>
        <pc:sldMkLst>
          <pc:docMk/>
          <pc:sldMk cId="3566013658" sldId="325"/>
        </pc:sldMkLst>
        <pc:spChg chg="mod">
          <ac:chgData name="DOWTY, PETER (DNR)" userId="01cf875a-4e15-4928-8f93-7a0dfa1efb6b" providerId="ADAL" clId="{E9054DD1-CDF4-4BE2-A4C5-BD4B0395A89E}" dt="2026-07-10T15:47:22.249" v="18712" actId="1036"/>
          <ac:spMkLst>
            <pc:docMk/>
            <pc:sldMk cId="3566013658" sldId="325"/>
            <ac:spMk id="6" creationId="{1C30C2A5-1433-3985-BCF5-89F66939B668}"/>
          </ac:spMkLst>
        </pc:spChg>
        <pc:cxnChg chg="add mod">
          <ac:chgData name="DOWTY, PETER (DNR)" userId="01cf875a-4e15-4928-8f93-7a0dfa1efb6b" providerId="ADAL" clId="{E9054DD1-CDF4-4BE2-A4C5-BD4B0395A89E}" dt="2026-07-09T20:07:21.550" v="18566"/>
          <ac:cxnSpMkLst>
            <pc:docMk/>
            <pc:sldMk cId="3566013658" sldId="325"/>
            <ac:cxnSpMk id="4" creationId="{470CAECB-6DFD-98D8-F19D-B23D7E142B02}"/>
          </ac:cxnSpMkLst>
        </pc:cxnChg>
      </pc:sldChg>
      <pc:sldChg chg="addSp modSp new mod">
        <pc:chgData name="DOWTY, PETER (DNR)" userId="01cf875a-4e15-4928-8f93-7a0dfa1efb6b" providerId="ADAL" clId="{E9054DD1-CDF4-4BE2-A4C5-BD4B0395A89E}" dt="2026-07-10T15:48:20.026" v="18714" actId="22"/>
        <pc:sldMkLst>
          <pc:docMk/>
          <pc:sldMk cId="3658463853" sldId="326"/>
        </pc:sldMkLst>
        <pc:spChg chg="add mod">
          <ac:chgData name="DOWTY, PETER (DNR)" userId="01cf875a-4e15-4928-8f93-7a0dfa1efb6b" providerId="ADAL" clId="{E9054DD1-CDF4-4BE2-A4C5-BD4B0395A89E}" dt="2026-07-10T15:48:09.537" v="18713" actId="1076"/>
          <ac:spMkLst>
            <pc:docMk/>
            <pc:sldMk cId="3658463853" sldId="326"/>
            <ac:spMk id="8" creationId="{74B23B2C-ABE0-4A5C-7D03-8FD1194671A5}"/>
          </ac:spMkLst>
        </pc:spChg>
        <pc:spChg chg="add">
          <ac:chgData name="DOWTY, PETER (DNR)" userId="01cf875a-4e15-4928-8f93-7a0dfa1efb6b" providerId="ADAL" clId="{E9054DD1-CDF4-4BE2-A4C5-BD4B0395A89E}" dt="2026-07-10T15:48:20.026" v="18714" actId="22"/>
          <ac:spMkLst>
            <pc:docMk/>
            <pc:sldMk cId="3658463853" sldId="326"/>
            <ac:spMk id="9" creationId="{4286B381-3037-1E34-30C5-904439EF40C8}"/>
          </ac:spMkLst>
        </pc:spChg>
        <pc:spChg chg="add mod">
          <ac:chgData name="DOWTY, PETER (DNR)" userId="01cf875a-4e15-4928-8f93-7a0dfa1efb6b" providerId="ADAL" clId="{E9054DD1-CDF4-4BE2-A4C5-BD4B0395A89E}" dt="2026-07-10T15:48:09.537" v="18713" actId="1076"/>
          <ac:spMkLst>
            <pc:docMk/>
            <pc:sldMk cId="3658463853" sldId="326"/>
            <ac:spMk id="10" creationId="{8B79321C-C784-E931-F68A-3050B5C0DEA8}"/>
          </ac:spMkLst>
        </pc:spChg>
        <pc:spChg chg="add">
          <ac:chgData name="DOWTY, PETER (DNR)" userId="01cf875a-4e15-4928-8f93-7a0dfa1efb6b" providerId="ADAL" clId="{E9054DD1-CDF4-4BE2-A4C5-BD4B0395A89E}" dt="2026-07-10T15:48:20.026" v="18714" actId="22"/>
          <ac:spMkLst>
            <pc:docMk/>
            <pc:sldMk cId="3658463853" sldId="326"/>
            <ac:spMk id="14" creationId="{2DDBC539-542F-0C5B-7E85-16B2DE771528}"/>
          </ac:spMkLst>
        </pc:spChg>
        <pc:grpChg chg="add mod">
          <ac:chgData name="DOWTY, PETER (DNR)" userId="01cf875a-4e15-4928-8f93-7a0dfa1efb6b" providerId="ADAL" clId="{E9054DD1-CDF4-4BE2-A4C5-BD4B0395A89E}" dt="2026-07-10T15:48:09.537" v="18713" actId="1076"/>
          <ac:grpSpMkLst>
            <pc:docMk/>
            <pc:sldMk cId="3658463853" sldId="326"/>
            <ac:grpSpMk id="6" creationId="{F88E621F-76FA-B774-65C0-255C37BA90EA}"/>
          </ac:grpSpMkLst>
        </pc:grpChg>
        <pc:picChg chg="add mod">
          <ac:chgData name="DOWTY, PETER (DNR)" userId="01cf875a-4e15-4928-8f93-7a0dfa1efb6b" providerId="ADAL" clId="{E9054DD1-CDF4-4BE2-A4C5-BD4B0395A89E}" dt="2026-07-09T20:13:48.309" v="18616" actId="164"/>
          <ac:picMkLst>
            <pc:docMk/>
            <pc:sldMk cId="3658463853" sldId="326"/>
            <ac:picMk id="3" creationId="{BB0A0B45-C03D-EE3E-3CF2-803E48062F21}"/>
          </ac:picMkLst>
        </pc:picChg>
        <pc:picChg chg="add">
          <ac:chgData name="DOWTY, PETER (DNR)" userId="01cf875a-4e15-4928-8f93-7a0dfa1efb6b" providerId="ADAL" clId="{E9054DD1-CDF4-4BE2-A4C5-BD4B0395A89E}" dt="2026-07-10T15:48:20.026" v="18714" actId="22"/>
          <ac:picMkLst>
            <pc:docMk/>
            <pc:sldMk cId="3658463853" sldId="326"/>
            <ac:picMk id="4" creationId="{EF9E8502-F4C0-1502-A03F-DA9239A70A76}"/>
          </ac:picMkLst>
        </pc:picChg>
        <pc:picChg chg="add mod">
          <ac:chgData name="DOWTY, PETER (DNR)" userId="01cf875a-4e15-4928-8f93-7a0dfa1efb6b" providerId="ADAL" clId="{E9054DD1-CDF4-4BE2-A4C5-BD4B0395A89E}" dt="2026-07-09T20:13:48.309" v="18616" actId="164"/>
          <ac:picMkLst>
            <pc:docMk/>
            <pc:sldMk cId="3658463853" sldId="326"/>
            <ac:picMk id="5" creationId="{0570A9F0-0571-252F-BEDA-100ED494380F}"/>
          </ac:picMkLst>
        </pc:picChg>
        <pc:picChg chg="add">
          <ac:chgData name="DOWTY, PETER (DNR)" userId="01cf875a-4e15-4928-8f93-7a0dfa1efb6b" providerId="ADAL" clId="{E9054DD1-CDF4-4BE2-A4C5-BD4B0395A89E}" dt="2026-07-10T15:48:20.026" v="18714" actId="22"/>
          <ac:picMkLst>
            <pc:docMk/>
            <pc:sldMk cId="3658463853" sldId="326"/>
            <ac:picMk id="12" creationId="{FDCA291A-8844-38FD-DE94-A7092DAB6584}"/>
          </ac:picMkLst>
        </pc:picChg>
      </pc:sldChg>
      <pc:sldChg chg="addSp delSp modSp new mod">
        <pc:chgData name="DOWTY, PETER (DNR)" userId="01cf875a-4e15-4928-8f93-7a0dfa1efb6b" providerId="ADAL" clId="{E9054DD1-CDF4-4BE2-A4C5-BD4B0395A89E}" dt="2026-07-13T18:45:32.202" v="19492" actId="20577"/>
        <pc:sldMkLst>
          <pc:docMk/>
          <pc:sldMk cId="842818155" sldId="327"/>
        </pc:sldMkLst>
        <pc:spChg chg="add mod">
          <ac:chgData name="DOWTY, PETER (DNR)" userId="01cf875a-4e15-4928-8f93-7a0dfa1efb6b" providerId="ADAL" clId="{E9054DD1-CDF4-4BE2-A4C5-BD4B0395A89E}" dt="2026-07-10T17:05:42.500" v="18818" actId="1076"/>
          <ac:spMkLst>
            <pc:docMk/>
            <pc:sldMk cId="842818155" sldId="327"/>
            <ac:spMk id="2" creationId="{3CFD1A11-0FCB-C803-1291-AABF588568A5}"/>
          </ac:spMkLst>
        </pc:spChg>
        <pc:spChg chg="add del mod">
          <ac:chgData name="DOWTY, PETER (DNR)" userId="01cf875a-4e15-4928-8f93-7a0dfa1efb6b" providerId="ADAL" clId="{E9054DD1-CDF4-4BE2-A4C5-BD4B0395A89E}" dt="2026-07-13T18:45:21.686" v="19491" actId="478"/>
          <ac:spMkLst>
            <pc:docMk/>
            <pc:sldMk cId="842818155" sldId="327"/>
            <ac:spMk id="3" creationId="{0D1935CD-2D5E-26CD-A965-4BD94A8CF38A}"/>
          </ac:spMkLst>
        </pc:spChg>
        <pc:spChg chg="add mod">
          <ac:chgData name="DOWTY, PETER (DNR)" userId="01cf875a-4e15-4928-8f93-7a0dfa1efb6b" providerId="ADAL" clId="{E9054DD1-CDF4-4BE2-A4C5-BD4B0395A89E}" dt="2026-07-10T16:41:45.626" v="18749" actId="20577"/>
          <ac:spMkLst>
            <pc:docMk/>
            <pc:sldMk cId="842818155" sldId="327"/>
            <ac:spMk id="4" creationId="{8BD75B74-85F0-03F8-95F7-B3850948CF27}"/>
          </ac:spMkLst>
        </pc:spChg>
        <pc:spChg chg="add mod">
          <ac:chgData name="DOWTY, PETER (DNR)" userId="01cf875a-4e15-4928-8f93-7a0dfa1efb6b" providerId="ADAL" clId="{E9054DD1-CDF4-4BE2-A4C5-BD4B0395A89E}" dt="2026-07-13T18:04:04.988" v="19442"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0T17:07:07.726" v="18823"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3T18:45:32.202" v="19492" actId="20577"/>
          <ac:spMkLst>
            <pc:docMk/>
            <pc:sldMk cId="842818155" sldId="327"/>
            <ac:spMk id="7" creationId="{6EF7A2CD-3118-0C89-7D00-E6840625F168}"/>
          </ac:spMkLst>
        </pc:spChg>
        <pc:spChg chg="add mod">
          <ac:chgData name="DOWTY, PETER (DNR)" userId="01cf875a-4e15-4928-8f93-7a0dfa1efb6b" providerId="ADAL" clId="{E9054DD1-CDF4-4BE2-A4C5-BD4B0395A89E}" dt="2026-07-10T16:59:46.753" v="18801" actId="20577"/>
          <ac:spMkLst>
            <pc:docMk/>
            <pc:sldMk cId="842818155" sldId="327"/>
            <ac:spMk id="8" creationId="{EC0B6EB0-1DD4-891A-3A27-0ACED3EFB36F}"/>
          </ac:spMkLst>
        </pc:spChg>
        <pc:spChg chg="add mod">
          <ac:chgData name="DOWTY, PETER (DNR)" userId="01cf875a-4e15-4928-8f93-7a0dfa1efb6b" providerId="ADAL" clId="{E9054DD1-CDF4-4BE2-A4C5-BD4B0395A89E}" dt="2026-07-10T17:07:05.205" v="18822"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0T17:07:13.452" v="18824"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0T17:13:26.386" v="18915" actId="14100"/>
          <ac:spMkLst>
            <pc:docMk/>
            <pc:sldMk cId="842818155" sldId="327"/>
            <ac:spMk id="14" creationId="{32926D3B-1C4D-ABBC-F032-A0DE80DFF93F}"/>
          </ac:spMkLst>
        </pc:spChg>
        <pc:spChg chg="add mod">
          <ac:chgData name="DOWTY, PETER (DNR)" userId="01cf875a-4e15-4928-8f93-7a0dfa1efb6b" providerId="ADAL" clId="{E9054DD1-CDF4-4BE2-A4C5-BD4B0395A89E}" dt="2026-07-10T17:09:47.163" v="18860" actId="1037"/>
          <ac:spMkLst>
            <pc:docMk/>
            <pc:sldMk cId="842818155" sldId="327"/>
            <ac:spMk id="16" creationId="{32392389-590E-1669-81A2-2B7DE98EC688}"/>
          </ac:spMkLst>
        </pc:spChg>
        <pc:spChg chg="add mod">
          <ac:chgData name="DOWTY, PETER (DNR)" userId="01cf875a-4e15-4928-8f93-7a0dfa1efb6b" providerId="ADAL" clId="{E9054DD1-CDF4-4BE2-A4C5-BD4B0395A89E}" dt="2026-07-10T17:11:54.595" v="18913"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0T17:11:40.017" v="18912" actId="14100"/>
          <ac:spMkLst>
            <pc:docMk/>
            <pc:sldMk cId="842818155" sldId="327"/>
            <ac:spMk id="20" creationId="{5B2AB0E8-6883-F230-29C3-2C4B7CB5F834}"/>
          </ac:spMkLst>
        </pc:spChg>
        <pc:spChg chg="add mod">
          <ac:chgData name="DOWTY, PETER (DNR)" userId="01cf875a-4e15-4928-8f93-7a0dfa1efb6b" providerId="ADAL" clId="{E9054DD1-CDF4-4BE2-A4C5-BD4B0395A89E}" dt="2026-07-10T17:15:06.250" v="18916"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0T17:11:25.218" v="18911" actId="20577"/>
          <ac:spMkLst>
            <pc:docMk/>
            <pc:sldMk cId="842818155" sldId="327"/>
            <ac:spMk id="24" creationId="{ED2D8EA7-870D-DD4A-E80C-ADA65F6024E7}"/>
          </ac:spMkLst>
        </pc:spChg>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03T15:24:01.057" v="5099" actId="1076"/>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modSp new mod">
        <pc:chgData name="Pete Dowty" userId="91aba14b6835b0ae" providerId="LiveId" clId="{660F8803-2738-5EFD-95AE-06E7480F19FB}" dt="2026-07-03T15:24:01.057" v="5099" actId="1076"/>
        <pc:sldMkLst>
          <pc:docMk/>
          <pc:sldMk cId="4159988265" sldId="305"/>
        </pc:sldMkLst>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modSp new mod">
        <pc:chgData name="Pete Dowty" userId="91aba14b6835b0ae" providerId="LiveId" clId="{660F8803-2738-5EFD-95AE-06E7480F19FB}" dt="2026-06-19T16:52:49.741" v="3048" actId="20577"/>
        <pc:sldMkLst>
          <pc:docMk/>
          <pc:sldMk cId="4122703943" sldId="309"/>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7/13/2026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7/13/2026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7/13/2026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7/13/2026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7/13/2026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7/13/2026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7/13/2026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7/13/2026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7/13/2026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7/13/2026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7/13/2026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7/13/2026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36.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38.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41.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1.jpeg"/><Relationship Id="rId4" Type="http://schemas.openxmlformats.org/officeDocument/2006/relationships/image" Target="../media/image17.png"/></Relationships>
</file>

<file path=ppt/slides/_rels/slide4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7.xml"/><Relationship Id="rId5" Type="http://schemas.openxmlformats.org/officeDocument/2006/relationships/image" Target="../media/image93.png"/><Relationship Id="rId4" Type="http://schemas.openxmlformats.org/officeDocument/2006/relationships/image" Target="../media/image92.png"/></Relationships>
</file>

<file path=ppt/slides/_rels/slide46.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image" Target="../media/image100.png"/></Relationships>
</file>

<file path=ppt/slides/_rels/slide51.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39.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05.tiff"/><Relationship Id="rId7" Type="http://schemas.openxmlformats.org/officeDocument/2006/relationships/image" Target="../media/image109.tiff"/><Relationship Id="rId2" Type="http://schemas.openxmlformats.org/officeDocument/2006/relationships/image" Target="../media/image104.tiff"/><Relationship Id="rId1" Type="http://schemas.openxmlformats.org/officeDocument/2006/relationships/slideLayout" Target="../slideLayouts/slideLayout7.xml"/><Relationship Id="rId6" Type="http://schemas.openxmlformats.org/officeDocument/2006/relationships/image" Target="../media/image108.tiff"/><Relationship Id="rId5" Type="http://schemas.openxmlformats.org/officeDocument/2006/relationships/image" Target="../media/image107.tiff"/><Relationship Id="rId4" Type="http://schemas.openxmlformats.org/officeDocument/2006/relationships/image" Target="../media/image106.tiff"/></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9.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 Id="rId4" Type="http://schemas.openxmlformats.org/officeDocument/2006/relationships/image" Target="../media/image117.png"/></Relationships>
</file>

<file path=ppt/slides/_rels/slide60.xml.rels><?xml version="1.0" encoding="UTF-8" standalone="yes"?>
<Relationships xmlns="http://schemas.openxmlformats.org/package/2006/relationships"><Relationship Id="rId8" Type="http://schemas.openxmlformats.org/officeDocument/2006/relationships/image" Target="../media/image126.png"/><Relationship Id="rId3" Type="http://schemas.openxmlformats.org/officeDocument/2006/relationships/image" Target="../media/image119.png"/><Relationship Id="rId7" Type="http://schemas.openxmlformats.org/officeDocument/2006/relationships/image" Target="../media/image125.png"/><Relationship Id="rId2" Type="http://schemas.openxmlformats.org/officeDocument/2006/relationships/image" Target="../media/image118.png"/><Relationship Id="rId1" Type="http://schemas.openxmlformats.org/officeDocument/2006/relationships/slideLayout" Target="../slideLayouts/slideLayout7.xml"/><Relationship Id="rId6" Type="http://schemas.openxmlformats.org/officeDocument/2006/relationships/image" Target="../media/image122.png"/><Relationship Id="rId5" Type="http://schemas.openxmlformats.org/officeDocument/2006/relationships/image" Target="../media/image121.png"/><Relationship Id="rId4" Type="http://schemas.openxmlformats.org/officeDocument/2006/relationships/image" Target="../media/image12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 Id="rId4" Type="http://schemas.openxmlformats.org/officeDocument/2006/relationships/image" Target="../media/image128.png"/></Relationships>
</file>

<file path=ppt/slides/_rels/slide63.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29.png"/></Relationships>
</file>

<file path=ppt/slides/_rels/slide64.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646331"/>
          </a:xfrm>
          <a:prstGeom prst="rect">
            <a:avLst/>
          </a:prstGeom>
          <a:noFill/>
        </p:spPr>
        <p:txBody>
          <a:bodyPr wrap="square" rtlCol="0">
            <a:spAutoFit/>
          </a:bodyPr>
          <a:lstStyle/>
          <a:p>
            <a:r>
              <a:rPr lang="en-US" dirty="0"/>
              <a:t>Monitoring table</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4224044" y="3963896"/>
            <a:ext cx="1298155" cy="1278424"/>
            <a:chOff x="4224044" y="3963896"/>
            <a:chExt cx="1298155" cy="1278424"/>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4270006" y="4965321"/>
              <a:ext cx="1206230" cy="276999"/>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28575">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28575">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975575" y="2613087"/>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425154" y="1058460"/>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247943" cy="369332"/>
          </a:xfrm>
          <a:prstGeom prst="rect">
            <a:avLst/>
          </a:prstGeom>
          <a:noFill/>
        </p:spPr>
        <p:txBody>
          <a:bodyPr wrap="square" rtlCol="0">
            <a:spAutoFit/>
          </a:bodyPr>
          <a:lstStyle/>
          <a:p>
            <a:pPr algn="ctr"/>
            <a:r>
              <a:rPr lang="en-US" dirty="0"/>
              <a:t>Planting Relationships</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1171320" y="719668"/>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1510571" y="1882791"/>
            <a:ext cx="1154419"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2915179" y="510515"/>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3220167" y="1882791"/>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2917102" y="6178636"/>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3291287" y="6057875"/>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7281200" y="866791"/>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7565931" y="1320419"/>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8265270" y="2512711"/>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8278921" y="719667"/>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8563002" y="2463085"/>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8563002" y="866791"/>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3512201" y="4547278"/>
            <a:ext cx="4852657" cy="954107"/>
          </a:xfrm>
          <a:prstGeom prst="rect">
            <a:avLst/>
          </a:prstGeom>
          <a:noFill/>
        </p:spPr>
        <p:txBody>
          <a:bodyPr wrap="square" rtlCol="0">
            <a:spAutoFit/>
          </a:bodyPr>
          <a:lstStyle/>
          <a:p>
            <a:r>
              <a:rPr lang="en-US" sz="1200" dirty="0">
                <a:solidFill>
                  <a:srgbClr val="C00000"/>
                </a:solidFill>
              </a:rPr>
              <a:t>Planting attributes in Monitoring table matching Planting table</a:t>
            </a:r>
          </a:p>
          <a:p>
            <a:pPr marL="227013"/>
            <a:r>
              <a:rPr lang="en-US" sz="1100" dirty="0" err="1">
                <a:solidFill>
                  <a:srgbClr val="C00000"/>
                </a:solidFill>
              </a:rPr>
              <a:t>Planting_data</a:t>
            </a:r>
            <a:r>
              <a:rPr lang="en-US" sz="1100" dirty="0">
                <a:solidFill>
                  <a:srgbClr val="C00000"/>
                </a:solidFill>
              </a:rPr>
              <a:t>:  96% matching</a:t>
            </a:r>
          </a:p>
          <a:p>
            <a:pPr marL="227013"/>
            <a:r>
              <a:rPr lang="en-US" sz="1100" dirty="0" err="1">
                <a:solidFill>
                  <a:srgbClr val="C00000"/>
                </a:solidFill>
              </a:rPr>
              <a:t>Planting_area</a:t>
            </a:r>
            <a:r>
              <a:rPr lang="en-US" sz="1100" dirty="0">
                <a:solidFill>
                  <a:srgbClr val="C00000"/>
                </a:solidFill>
              </a:rPr>
              <a:t>:  49% matching</a:t>
            </a:r>
          </a:p>
          <a:p>
            <a:pPr marL="227013"/>
            <a:r>
              <a:rPr lang="en-US" sz="1100" dirty="0" err="1">
                <a:solidFill>
                  <a:srgbClr val="C00000"/>
                </a:solidFill>
              </a:rPr>
              <a:t>Number_shoots</a:t>
            </a:r>
            <a:r>
              <a:rPr lang="en-US" sz="1100" dirty="0">
                <a:solidFill>
                  <a:srgbClr val="C00000"/>
                </a:solidFill>
              </a:rPr>
              <a:t>:  92% matching</a:t>
            </a:r>
          </a:p>
          <a:p>
            <a:pPr marL="227013"/>
            <a:r>
              <a:rPr lang="en-US" sz="1100" dirty="0">
                <a:solidFill>
                  <a:srgbClr val="C00000"/>
                </a:solidFill>
              </a:rPr>
              <a:t>Planting method:  96% matching</a:t>
            </a:r>
            <a:endParaRPr lang="en-US" sz="1200" dirty="0">
              <a:solidFill>
                <a:srgbClr val="C00000"/>
              </a:solidFill>
            </a:endParaRPr>
          </a:p>
        </p:txBody>
      </p:sp>
      <p:sp>
        <p:nvSpPr>
          <p:cNvPr id="7" name="TextBox 6">
            <a:extLst>
              <a:ext uri="{FF2B5EF4-FFF2-40B4-BE49-F238E27FC236}">
                <a16:creationId xmlns:a16="http://schemas.microsoft.com/office/drawing/2014/main" id="{6EF7A2CD-3118-0C89-7D00-E6840625F168}"/>
              </a:ext>
            </a:extLst>
          </p:cNvPr>
          <p:cNvSpPr txBox="1"/>
          <p:nvPr/>
        </p:nvSpPr>
        <p:spPr>
          <a:xfrm>
            <a:off x="8872396" y="4644428"/>
            <a:ext cx="2616452" cy="646331"/>
          </a:xfrm>
          <a:prstGeom prst="rect">
            <a:avLst/>
          </a:prstGeom>
          <a:noFill/>
        </p:spPr>
        <p:txBody>
          <a:bodyPr wrap="square" rtlCol="0">
            <a:spAutoFit/>
          </a:bodyPr>
          <a:lstStyle/>
          <a:p>
            <a:r>
              <a:rPr lang="en-US" dirty="0" err="1"/>
              <a:t>Bese</a:t>
            </a:r>
            <a:r>
              <a:rPr lang="en-US" dirty="0"/>
              <a:t>/grid</a:t>
            </a:r>
          </a:p>
          <a:p>
            <a:r>
              <a:rPr lang="en-US" dirty="0"/>
              <a:t>Presence vs measure</a:t>
            </a:r>
          </a:p>
        </p:txBody>
      </p:sp>
    </p:spTree>
    <p:extLst>
      <p:ext uri="{BB962C8B-B14F-4D97-AF65-F5344CB8AC3E}">
        <p14:creationId xmlns:p14="http://schemas.microsoft.com/office/powerpoint/2010/main" val="8428181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3131627"/>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FontTx/>
              <a:buAutoNum type="arabicPeriod"/>
            </a:pPr>
            <a:r>
              <a:rPr lang="en-US" dirty="0">
                <a:solidFill>
                  <a:srgbClr val="C00000"/>
                </a:solidFill>
              </a:rPr>
              <a:t>Line plantings “DEL” extends onto land.</a:t>
            </a:r>
          </a:p>
          <a:p>
            <a:pPr marL="342900" indent="-342900">
              <a:spcAft>
                <a:spcPts val="300"/>
              </a:spcAft>
              <a:buAutoNum type="arabicPeriod"/>
            </a:pPr>
            <a:r>
              <a:rPr lang="en-US" dirty="0"/>
              <a:t>Bring in ‘Name’ from Matrix?</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Dev and Prod ?</a:t>
            </a:r>
          </a:p>
          <a:p>
            <a:pPr marL="342900" indent="-342900">
              <a:spcAft>
                <a:spcPts val="300"/>
              </a:spcAft>
              <a:buAutoNum type="arabicPeriod"/>
            </a:pPr>
            <a:r>
              <a:rPr lang="en-US" dirty="0"/>
              <a:t>Need to link three monitoring records with plantings (no matching name)</a:t>
            </a:r>
          </a:p>
          <a:p>
            <a:pPr>
              <a:spcAft>
                <a:spcPts val="300"/>
              </a:spcAft>
            </a:pPr>
            <a:endParaRPr lang="en-US" dirty="0"/>
          </a:p>
        </p:txBody>
      </p:sp>
    </p:spTree>
    <p:extLst>
      <p:ext uri="{BB962C8B-B14F-4D97-AF65-F5344CB8AC3E}">
        <p14:creationId xmlns:p14="http://schemas.microsoft.com/office/powerpoint/2010/main" val="26020053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1477328"/>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p:txBody>
      </p:sp>
    </p:spTree>
    <p:extLst>
      <p:ext uri="{BB962C8B-B14F-4D97-AF65-F5344CB8AC3E}">
        <p14:creationId xmlns:p14="http://schemas.microsoft.com/office/powerpoint/2010/main" val="13902652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21924</TotalTime>
  <Words>3941</Words>
  <Application>Microsoft Office PowerPoint</Application>
  <PresentationFormat>Widescreen</PresentationFormat>
  <Paragraphs>911</Paragraphs>
  <Slides>65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65</vt:i4>
      </vt:variant>
    </vt:vector>
  </HeadingPairs>
  <TitlesOfParts>
    <vt:vector size="73"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34</cp:revision>
  <dcterms:created xsi:type="dcterms:W3CDTF">2026-02-18T17:07:24Z</dcterms:created>
  <dcterms:modified xsi:type="dcterms:W3CDTF">2026-07-13T21:51:48Z</dcterms:modified>
  <cp:category/>
</cp:coreProperties>
</file>