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314" r:id="rId4"/>
    <p:sldId id="310" r:id="rId5"/>
    <p:sldId id="342" r:id="rId6"/>
    <p:sldId id="343" r:id="rId7"/>
    <p:sldId id="338" r:id="rId8"/>
    <p:sldId id="339" r:id="rId9"/>
    <p:sldId id="349" r:id="rId10"/>
    <p:sldId id="340" r:id="rId11"/>
    <p:sldId id="309" r:id="rId12"/>
    <p:sldId id="302" r:id="rId13"/>
    <p:sldId id="320" r:id="rId14"/>
    <p:sldId id="308" r:id="rId15"/>
    <p:sldId id="305" r:id="rId16"/>
    <p:sldId id="327" r:id="rId17"/>
    <p:sldId id="328" r:id="rId18"/>
    <p:sldId id="317" r:id="rId19"/>
    <p:sldId id="306" r:id="rId20"/>
    <p:sldId id="348" r:id="rId21"/>
    <p:sldId id="323" r:id="rId22"/>
    <p:sldId id="325" r:id="rId23"/>
    <p:sldId id="324" r:id="rId24"/>
    <p:sldId id="326" r:id="rId25"/>
    <p:sldId id="329" r:id="rId26"/>
    <p:sldId id="330" r:id="rId27"/>
    <p:sldId id="316" r:id="rId28"/>
    <p:sldId id="304" r:id="rId29"/>
    <p:sldId id="333" r:id="rId30"/>
    <p:sldId id="334" r:id="rId31"/>
    <p:sldId id="344" r:id="rId32"/>
    <p:sldId id="337" r:id="rId33"/>
    <p:sldId id="335" r:id="rId34"/>
    <p:sldId id="336" r:id="rId35"/>
    <p:sldId id="331" r:id="rId36"/>
    <p:sldId id="311" r:id="rId37"/>
    <p:sldId id="312" r:id="rId38"/>
    <p:sldId id="293" r:id="rId39"/>
    <p:sldId id="296" r:id="rId40"/>
    <p:sldId id="301" r:id="rId41"/>
    <p:sldId id="332" r:id="rId42"/>
    <p:sldId id="321" r:id="rId43"/>
    <p:sldId id="319" r:id="rId44"/>
    <p:sldId id="291" r:id="rId45"/>
    <p:sldId id="294" r:id="rId46"/>
    <p:sldId id="287" r:id="rId47"/>
    <p:sldId id="315" r:id="rId48"/>
    <p:sldId id="281" r:id="rId49"/>
    <p:sldId id="292" r:id="rId50"/>
    <p:sldId id="283" r:id="rId51"/>
    <p:sldId id="322" r:id="rId52"/>
    <p:sldId id="318" r:id="rId53"/>
    <p:sldId id="284" r:id="rId54"/>
    <p:sldId id="295" r:id="rId55"/>
    <p:sldId id="297" r:id="rId56"/>
    <p:sldId id="288" r:id="rId57"/>
    <p:sldId id="289" r:id="rId58"/>
    <p:sldId id="273" r:id="rId59"/>
    <p:sldId id="271" r:id="rId60"/>
    <p:sldId id="272" r:id="rId61"/>
    <p:sldId id="276" r:id="rId62"/>
    <p:sldId id="277" r:id="rId63"/>
    <p:sldId id="274" r:id="rId64"/>
    <p:sldId id="278" r:id="rId65"/>
    <p:sldId id="280" r:id="rId66"/>
    <p:sldId id="286" r:id="rId67"/>
    <p:sldId id="282" r:id="rId68"/>
    <p:sldId id="285" r:id="rId69"/>
    <p:sldId id="275" r:id="rId70"/>
    <p:sldId id="270" r:id="rId71"/>
    <p:sldId id="265" r:id="rId72"/>
    <p:sldId id="268" r:id="rId73"/>
    <p:sldId id="269" r:id="rId74"/>
    <p:sldId id="267" r:id="rId75"/>
    <p:sldId id="266" r:id="rId76"/>
    <p:sldId id="257" r:id="rId77"/>
    <p:sldId id="258" r:id="rId78"/>
    <p:sldId id="259" r:id="rId79"/>
    <p:sldId id="260" r:id="rId80"/>
    <p:sldId id="261" r:id="rId81"/>
    <p:sldId id="262" r:id="rId82"/>
    <p:sldId id="263" r:id="rId83"/>
    <p:sldId id="264"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A894"/>
    <a:srgbClr val="C96B4B"/>
    <a:srgbClr val="C7552E"/>
    <a:srgbClr val="E5D255"/>
    <a:srgbClr val="CAEEFB"/>
    <a:srgbClr val="156082"/>
    <a:srgbClr val="E58591"/>
    <a:srgbClr val="FDA9B2"/>
    <a:srgbClr val="FF95A0"/>
    <a:srgbClr val="EA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F7295-6E12-43EA-B264-ADC23ADC35EE}" v="374" dt="2026-08-12T20:27:53.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autoAdjust="0"/>
    <p:restoredTop sz="96182" autoAdjust="0"/>
  </p:normalViewPr>
  <p:slideViewPr>
    <p:cSldViewPr snapToGrid="0">
      <p:cViewPr varScale="1">
        <p:scale>
          <a:sx n="106" d="100"/>
          <a:sy n="106" d="100"/>
        </p:scale>
        <p:origin x="258" y="96"/>
      </p:cViewPr>
      <p:guideLst>
        <p:guide orient="horz" pos="1632"/>
        <p:guide pos="3840"/>
      </p:guideLst>
    </p:cSldViewPr>
  </p:slideViewPr>
  <p:notesTextViewPr>
    <p:cViewPr>
      <p:scale>
        <a:sx n="1" d="1"/>
        <a:sy n="1" d="1"/>
      </p:scale>
      <p:origin x="0" y="0"/>
    </p:cViewPr>
  </p:notesTextViewPr>
  <p:sorterViewPr>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WTY, PETER (DNR)" userId="01cf875a-4e15-4928-8f93-7a0dfa1efb6b" providerId="ADAL" clId="{E9054DD1-CDF4-4BE2-A4C5-BD4B0395A89E}"/>
    <pc:docChg chg="undo redo custSel addSld delSld modSld sldOrd">
      <pc:chgData name="DOWTY, PETER (DNR)" userId="01cf875a-4e15-4928-8f93-7a0dfa1efb6b" providerId="ADAL" clId="{E9054DD1-CDF4-4BE2-A4C5-BD4B0395A89E}" dt="2026-08-12T21:07:31.133" v="25621" actId="1076"/>
      <pc:docMkLst>
        <pc:docMk/>
      </pc:docMkLst>
      <pc:sldChg chg="ord">
        <pc:chgData name="DOWTY, PETER (DNR)" userId="01cf875a-4e15-4928-8f93-7a0dfa1efb6b" providerId="ADAL" clId="{E9054DD1-CDF4-4BE2-A4C5-BD4B0395A89E}" dt="2026-08-12T20:23:11.661" v="25572"/>
        <pc:sldMkLst>
          <pc:docMk/>
          <pc:sldMk cId="1516653873" sldId="293"/>
        </pc:sldMkLst>
      </pc:sldChg>
      <pc:sldChg chg="ord">
        <pc:chgData name="DOWTY, PETER (DNR)" userId="01cf875a-4e15-4928-8f93-7a0dfa1efb6b" providerId="ADAL" clId="{E9054DD1-CDF4-4BE2-A4C5-BD4B0395A89E}" dt="2026-08-12T20:23:11.661" v="25572"/>
        <pc:sldMkLst>
          <pc:docMk/>
          <pc:sldMk cId="3010123803" sldId="296"/>
        </pc:sldMkLst>
      </pc:sldChg>
      <pc:sldChg chg="ord">
        <pc:chgData name="DOWTY, PETER (DNR)" userId="01cf875a-4e15-4928-8f93-7a0dfa1efb6b" providerId="ADAL" clId="{E9054DD1-CDF4-4BE2-A4C5-BD4B0395A89E}" dt="2026-08-12T20:23:11.661" v="25572"/>
        <pc:sldMkLst>
          <pc:docMk/>
          <pc:sldMk cId="1835506812" sldId="301"/>
        </pc:sldMkLst>
      </pc:sldChg>
      <pc:sldChg chg="addSp delSp modSp new mod ord">
        <pc:chgData name="DOWTY, PETER (DNR)" userId="01cf875a-4e15-4928-8f93-7a0dfa1efb6b" providerId="ADAL" clId="{E9054DD1-CDF4-4BE2-A4C5-BD4B0395A89E}" dt="2026-08-12T20:22:54.781" v="25570"/>
        <pc:sldMkLst>
          <pc:docMk/>
          <pc:sldMk cId="2110894095" sldId="304"/>
        </pc:sldMkLst>
        <pc:spChg chg="add mod">
          <ac:chgData name="DOWTY, PETER (DNR)" userId="01cf875a-4e15-4928-8f93-7a0dfa1efb6b" providerId="ADAL" clId="{E9054DD1-CDF4-4BE2-A4C5-BD4B0395A89E}" dt="2026-07-16T18:43:59.745" v="21189" actId="692"/>
          <ac:spMkLst>
            <pc:docMk/>
            <pc:sldMk cId="2110894095" sldId="304"/>
            <ac:spMk id="2" creationId="{6E70B15B-5A04-7DDA-153D-CC02A3E0C64D}"/>
          </ac:spMkLst>
        </pc:spChg>
        <pc:spChg chg="mod">
          <ac:chgData name="DOWTY, PETER (DNR)" userId="01cf875a-4e15-4928-8f93-7a0dfa1efb6b" providerId="ADAL" clId="{E9054DD1-CDF4-4BE2-A4C5-BD4B0395A89E}" dt="2026-07-15T20:59:35.284" v="21119" actId="1076"/>
          <ac:spMkLst>
            <pc:docMk/>
            <pc:sldMk cId="2110894095" sldId="304"/>
            <ac:spMk id="10" creationId="{988E3680-0C8B-5FA2-80EF-4E66112407A7}"/>
          </ac:spMkLst>
        </pc:spChg>
        <pc:spChg chg="mod">
          <ac:chgData name="DOWTY, PETER (DNR)" userId="01cf875a-4e15-4928-8f93-7a0dfa1efb6b" providerId="ADAL" clId="{E9054DD1-CDF4-4BE2-A4C5-BD4B0395A89E}" dt="2026-07-16T18:35:01.032" v="21187" actId="14861"/>
          <ac:spMkLst>
            <pc:docMk/>
            <pc:sldMk cId="2110894095" sldId="304"/>
            <ac:spMk id="18" creationId="{93206ECF-11F2-BD8C-69FC-060A6AA0F6D5}"/>
          </ac:spMkLst>
        </pc:spChg>
        <pc:spChg chg="add mod">
          <ac:chgData name="DOWTY, PETER (DNR)" userId="01cf875a-4e15-4928-8f93-7a0dfa1efb6b" providerId="ADAL" clId="{E9054DD1-CDF4-4BE2-A4C5-BD4B0395A89E}" dt="2026-07-18T00:33:29.172" v="21191" actId="1076"/>
          <ac:spMkLst>
            <pc:docMk/>
            <pc:sldMk cId="2110894095" sldId="304"/>
            <ac:spMk id="22" creationId="{88DC68B4-BF1D-0EE6-8C25-0368BE981085}"/>
          </ac:spMkLst>
        </pc:spChg>
        <pc:spChg chg="add mod">
          <ac:chgData name="DOWTY, PETER (DNR)" userId="01cf875a-4e15-4928-8f93-7a0dfa1efb6b" providerId="ADAL" clId="{E9054DD1-CDF4-4BE2-A4C5-BD4B0395A89E}" dt="2026-07-16T18:43:41.703" v="21188" actId="1582"/>
          <ac:spMkLst>
            <pc:docMk/>
            <pc:sldMk cId="2110894095" sldId="304"/>
            <ac:spMk id="23" creationId="{0444A720-0743-A403-29F0-D186B9756847}"/>
          </ac:spMkLst>
        </pc:spChg>
        <pc:spChg chg="mod">
          <ac:chgData name="DOWTY, PETER (DNR)" userId="01cf875a-4e15-4928-8f93-7a0dfa1efb6b" providerId="ADAL" clId="{E9054DD1-CDF4-4BE2-A4C5-BD4B0395A89E}" dt="2026-07-18T00:33:50.821" v="21194" actId="206"/>
          <ac:spMkLst>
            <pc:docMk/>
            <pc:sldMk cId="2110894095" sldId="304"/>
            <ac:spMk id="30" creationId="{FE4F82EB-1018-C6CF-B177-123EE9B65213}"/>
          </ac:spMkLst>
        </pc:spChg>
        <pc:spChg chg="add mod">
          <ac:chgData name="DOWTY, PETER (DNR)" userId="01cf875a-4e15-4928-8f93-7a0dfa1efb6b" providerId="ADAL" clId="{E9054DD1-CDF4-4BE2-A4C5-BD4B0395A89E}" dt="2026-07-16T18:43:59.745" v="21189" actId="692"/>
          <ac:spMkLst>
            <pc:docMk/>
            <pc:sldMk cId="2110894095" sldId="304"/>
            <ac:spMk id="46" creationId="{3B1D2915-3037-DF3A-60E7-90C803308208}"/>
          </ac:spMkLst>
        </pc:spChg>
        <pc:spChg chg="add mod">
          <ac:chgData name="DOWTY, PETER (DNR)" userId="01cf875a-4e15-4928-8f93-7a0dfa1efb6b" providerId="ADAL" clId="{E9054DD1-CDF4-4BE2-A4C5-BD4B0395A89E}" dt="2026-07-16T18:33:23.912" v="21171" actId="692"/>
          <ac:spMkLst>
            <pc:docMk/>
            <pc:sldMk cId="2110894095" sldId="304"/>
            <ac:spMk id="49" creationId="{5F12D468-650B-9C62-B96E-CF05D21F9C2B}"/>
          </ac:spMkLst>
        </pc:spChg>
        <pc:spChg chg="add mod ord">
          <ac:chgData name="DOWTY, PETER (DNR)" userId="01cf875a-4e15-4928-8f93-7a0dfa1efb6b" providerId="ADAL" clId="{E9054DD1-CDF4-4BE2-A4C5-BD4B0395A89E}" dt="2026-07-16T18:33:32.418" v="21172" actId="692"/>
          <ac:spMkLst>
            <pc:docMk/>
            <pc:sldMk cId="2110894095" sldId="304"/>
            <ac:spMk id="51" creationId="{F676C0DB-C202-23B4-2B43-EC134E02B1B9}"/>
          </ac:spMkLst>
        </pc:spChg>
        <pc:spChg chg="add mod">
          <ac:chgData name="DOWTY, PETER (DNR)" userId="01cf875a-4e15-4928-8f93-7a0dfa1efb6b" providerId="ADAL" clId="{E9054DD1-CDF4-4BE2-A4C5-BD4B0395A89E}" dt="2026-07-27T14:04:21.838" v="21806" actId="14100"/>
          <ac:spMkLst>
            <pc:docMk/>
            <pc:sldMk cId="2110894095" sldId="304"/>
            <ac:spMk id="52" creationId="{EA3DAA84-2857-6AEB-189A-1FE922530C4F}"/>
          </ac:spMkLst>
        </pc:spChg>
        <pc:grpChg chg="mod">
          <ac:chgData name="DOWTY, PETER (DNR)" userId="01cf875a-4e15-4928-8f93-7a0dfa1efb6b" providerId="ADAL" clId="{E9054DD1-CDF4-4BE2-A4C5-BD4B0395A89E}" dt="2026-07-15T20:59:28.041" v="21117" actId="14100"/>
          <ac:grpSpMkLst>
            <pc:docMk/>
            <pc:sldMk cId="2110894095" sldId="304"/>
            <ac:grpSpMk id="17" creationId="{E193D287-7A2C-4435-D7D6-FD0A99E1C201}"/>
          </ac:grpSpMkLst>
        </pc:grpChg>
        <pc:picChg chg="mod">
          <ac:chgData name="DOWTY, PETER (DNR)" userId="01cf875a-4e15-4928-8f93-7a0dfa1efb6b" providerId="ADAL" clId="{E9054DD1-CDF4-4BE2-A4C5-BD4B0395A89E}" dt="2026-07-15T20:47:22.060" v="21100" actId="1076"/>
          <ac:picMkLst>
            <pc:docMk/>
            <pc:sldMk cId="2110894095" sldId="304"/>
            <ac:picMk id="6" creationId="{B7C82D8D-5066-1592-E185-16107D664398}"/>
          </ac:picMkLst>
        </pc:picChg>
        <pc:picChg chg="add mod topLvl modCrop">
          <ac:chgData name="DOWTY, PETER (DNR)" userId="01cf875a-4e15-4928-8f93-7a0dfa1efb6b" providerId="ADAL" clId="{E9054DD1-CDF4-4BE2-A4C5-BD4B0395A89E}" dt="2026-07-18T00:11:13.862" v="21190" actId="165"/>
          <ac:picMkLst>
            <pc:docMk/>
            <pc:sldMk cId="2110894095" sldId="304"/>
            <ac:picMk id="26" creationId="{D2FD90F0-5669-F9F1-3855-97B9A28A91D2}"/>
          </ac:picMkLst>
        </pc:picChg>
        <pc:picChg chg="add mod topLvl">
          <ac:chgData name="DOWTY, PETER (DNR)" userId="01cf875a-4e15-4928-8f93-7a0dfa1efb6b" providerId="ADAL" clId="{E9054DD1-CDF4-4BE2-A4C5-BD4B0395A89E}" dt="2026-07-18T00:11:13.862" v="21190" actId="165"/>
          <ac:picMkLst>
            <pc:docMk/>
            <pc:sldMk cId="2110894095" sldId="304"/>
            <ac:picMk id="37" creationId="{85574A68-DD5B-DE77-7EC1-58F74E71E9D9}"/>
          </ac:picMkLst>
        </pc:picChg>
        <pc:picChg chg="add mod topLvl">
          <ac:chgData name="DOWTY, PETER (DNR)" userId="01cf875a-4e15-4928-8f93-7a0dfa1efb6b" providerId="ADAL" clId="{E9054DD1-CDF4-4BE2-A4C5-BD4B0395A89E}" dt="2026-07-18T00:11:13.862" v="21190" actId="165"/>
          <ac:picMkLst>
            <pc:docMk/>
            <pc:sldMk cId="2110894095" sldId="304"/>
            <ac:picMk id="42" creationId="{8E90EB6A-4380-6801-67F2-1B3007487914}"/>
          </ac:picMkLst>
        </pc:picChg>
        <pc:picChg chg="add mod topLvl">
          <ac:chgData name="DOWTY, PETER (DNR)" userId="01cf875a-4e15-4928-8f93-7a0dfa1efb6b" providerId="ADAL" clId="{E9054DD1-CDF4-4BE2-A4C5-BD4B0395A89E}" dt="2026-07-18T00:11:13.862" v="21190" actId="165"/>
          <ac:picMkLst>
            <pc:docMk/>
            <pc:sldMk cId="2110894095" sldId="304"/>
            <ac:picMk id="47" creationId="{04349307-160E-4855-7AC4-420FC580DD99}"/>
          </ac:picMkLst>
        </pc:picChg>
      </pc:sldChg>
      <pc:sldChg chg="addSp modSp mod">
        <pc:chgData name="DOWTY, PETER (DNR)" userId="01cf875a-4e15-4928-8f93-7a0dfa1efb6b" providerId="ADAL" clId="{E9054DD1-CDF4-4BE2-A4C5-BD4B0395A89E}" dt="2026-07-14T18:48:17.046" v="19905" actId="14100"/>
        <pc:sldMkLst>
          <pc:docMk/>
          <pc:sldMk cId="4159988265" sldId="305"/>
        </pc:sldMkLst>
        <pc:spChg chg="mod">
          <ac:chgData name="DOWTY, PETER (DNR)" userId="01cf875a-4e15-4928-8f93-7a0dfa1efb6b" providerId="ADAL" clId="{E9054DD1-CDF4-4BE2-A4C5-BD4B0395A89E}" dt="2026-07-14T18:31:10.207" v="19841" actId="1076"/>
          <ac:spMkLst>
            <pc:docMk/>
            <pc:sldMk cId="4159988265" sldId="305"/>
            <ac:spMk id="12" creationId="{93C45B0B-353C-0F8F-7856-80F852E7F70F}"/>
          </ac:spMkLst>
        </pc:spChg>
        <pc:spChg chg="mod">
          <ac:chgData name="DOWTY, PETER (DNR)" userId="01cf875a-4e15-4928-8f93-7a0dfa1efb6b" providerId="ADAL" clId="{E9054DD1-CDF4-4BE2-A4C5-BD4B0395A89E}" dt="2026-07-14T18:48:17.046" v="19905" actId="14100"/>
          <ac:spMkLst>
            <pc:docMk/>
            <pc:sldMk cId="4159988265" sldId="305"/>
            <ac:spMk id="31" creationId="{C1579EA5-C65F-50D5-12CD-89C6C777B55D}"/>
          </ac:spMkLst>
        </pc:spChg>
      </pc:sldChg>
      <pc:sldChg chg="addSp delSp modSp mod">
        <pc:chgData name="DOWTY, PETER (DNR)" userId="01cf875a-4e15-4928-8f93-7a0dfa1efb6b" providerId="ADAL" clId="{E9054DD1-CDF4-4BE2-A4C5-BD4B0395A89E}" dt="2026-08-11T23:41:00.683" v="24642" actId="20577"/>
        <pc:sldMkLst>
          <pc:docMk/>
          <pc:sldMk cId="2602005344" sldId="306"/>
        </pc:sldMkLst>
        <pc:spChg chg="add mod">
          <ac:chgData name="DOWTY, PETER (DNR)" userId="01cf875a-4e15-4928-8f93-7a0dfa1efb6b" providerId="ADAL" clId="{E9054DD1-CDF4-4BE2-A4C5-BD4B0395A89E}" dt="2026-08-11T23:41:00.683" v="24642" actId="20577"/>
          <ac:spMkLst>
            <pc:docMk/>
            <pc:sldMk cId="2602005344" sldId="306"/>
            <ac:spMk id="2" creationId="{C50BA159-FE68-C72B-F7CF-110239B6D952}"/>
          </ac:spMkLst>
        </pc:spChg>
      </pc:sldChg>
      <pc:sldChg chg="addSp delSp modSp new mod ord">
        <pc:chgData name="DOWTY, PETER (DNR)" userId="01cf875a-4e15-4928-8f93-7a0dfa1efb6b" providerId="ADAL" clId="{E9054DD1-CDF4-4BE2-A4C5-BD4B0395A89E}" dt="2026-07-13T21:51:41.878" v="19497" actId="1076"/>
        <pc:sldMkLst>
          <pc:docMk/>
          <pc:sldMk cId="2867469800" sldId="308"/>
        </pc:sldMkLst>
        <pc:picChg chg="add mod">
          <ac:chgData name="DOWTY, PETER (DNR)" userId="01cf875a-4e15-4928-8f93-7a0dfa1efb6b" providerId="ADAL" clId="{E9054DD1-CDF4-4BE2-A4C5-BD4B0395A89E}" dt="2026-07-13T21:51:41.878" v="19497" actId="1076"/>
          <ac:picMkLst>
            <pc:docMk/>
            <pc:sldMk cId="2867469800" sldId="308"/>
            <ac:picMk id="3" creationId="{25AC8D09-9800-E593-F48B-25EC7FF3352D}"/>
          </ac:picMkLst>
        </pc:picChg>
      </pc:sldChg>
      <pc:sldChg chg="ord">
        <pc:chgData name="DOWTY, PETER (DNR)" userId="01cf875a-4e15-4928-8f93-7a0dfa1efb6b" providerId="ADAL" clId="{E9054DD1-CDF4-4BE2-A4C5-BD4B0395A89E}" dt="2026-08-12T20:23:11.661" v="25572"/>
        <pc:sldMkLst>
          <pc:docMk/>
          <pc:sldMk cId="4105985679" sldId="311"/>
        </pc:sldMkLst>
      </pc:sldChg>
      <pc:sldChg chg="ord">
        <pc:chgData name="DOWTY, PETER (DNR)" userId="01cf875a-4e15-4928-8f93-7a0dfa1efb6b" providerId="ADAL" clId="{E9054DD1-CDF4-4BE2-A4C5-BD4B0395A89E}" dt="2026-08-12T20:23:11.661" v="25572"/>
        <pc:sldMkLst>
          <pc:docMk/>
          <pc:sldMk cId="1430110170" sldId="312"/>
        </pc:sldMkLst>
      </pc:sldChg>
      <pc:sldChg chg="addSp modSp mod">
        <pc:chgData name="DOWTY, PETER (DNR)" userId="01cf875a-4e15-4928-8f93-7a0dfa1efb6b" providerId="ADAL" clId="{E9054DD1-CDF4-4BE2-A4C5-BD4B0395A89E}" dt="2026-08-07T20:17:15.222" v="22524" actId="20577"/>
        <pc:sldMkLst>
          <pc:docMk/>
          <pc:sldMk cId="82484586" sldId="313"/>
        </pc:sldMkLst>
        <pc:spChg chg="add mod">
          <ac:chgData name="DOWTY, PETER (DNR)" userId="01cf875a-4e15-4928-8f93-7a0dfa1efb6b" providerId="ADAL" clId="{E9054DD1-CDF4-4BE2-A4C5-BD4B0395A89E}" dt="2026-08-07T20:17:15.222" v="22524" actId="20577"/>
          <ac:spMkLst>
            <pc:docMk/>
            <pc:sldMk cId="82484586" sldId="313"/>
            <ac:spMk id="2" creationId="{6702C91B-830F-E4FC-80D8-C4C0B37FAA36}"/>
          </ac:spMkLst>
        </pc:spChg>
      </pc:sldChg>
      <pc:sldChg chg="new ord setBg">
        <pc:chgData name="DOWTY, PETER (DNR)" userId="01cf875a-4e15-4928-8f93-7a0dfa1efb6b" providerId="ADAL" clId="{E9054DD1-CDF4-4BE2-A4C5-BD4B0395A89E}" dt="2026-07-24T17:03:00.162" v="21227"/>
        <pc:sldMkLst>
          <pc:docMk/>
          <pc:sldMk cId="717612022" sldId="316"/>
        </pc:sldMkLst>
      </pc:sldChg>
      <pc:sldChg chg="addSp new mod ord">
        <pc:chgData name="DOWTY, PETER (DNR)" userId="01cf875a-4e15-4928-8f93-7a0dfa1efb6b" providerId="ADAL" clId="{E9054DD1-CDF4-4BE2-A4C5-BD4B0395A89E}" dt="2026-07-15T16:10:22.712" v="20939"/>
        <pc:sldMkLst>
          <pc:docMk/>
          <pc:sldMk cId="4106245613" sldId="319"/>
        </pc:sldMkLst>
      </pc:sldChg>
      <pc:sldChg chg="addSp modSp new mod ord">
        <pc:chgData name="DOWTY, PETER (DNR)" userId="01cf875a-4e15-4928-8f93-7a0dfa1efb6b" providerId="ADAL" clId="{E9054DD1-CDF4-4BE2-A4C5-BD4B0395A89E}" dt="2026-07-24T17:02:55.095" v="21225"/>
        <pc:sldMkLst>
          <pc:docMk/>
          <pc:sldMk cId="1390265288" sldId="321"/>
        </pc:sldMkLst>
        <pc:spChg chg="add mod">
          <ac:chgData name="DOWTY, PETER (DNR)" userId="01cf875a-4e15-4928-8f93-7a0dfa1efb6b" providerId="ADAL" clId="{E9054DD1-CDF4-4BE2-A4C5-BD4B0395A89E}" dt="2026-07-15T16:08:05.348" v="20931" actId="20577"/>
          <ac:spMkLst>
            <pc:docMk/>
            <pc:sldMk cId="1390265288" sldId="321"/>
            <ac:spMk id="4" creationId="{ACFB62B7-D310-1D0C-72B3-EB5DF9D5AFB9}"/>
          </ac:spMkLst>
        </pc:spChg>
      </pc:sldChg>
      <pc:sldChg chg="addSp delSp modSp new mod">
        <pc:chgData name="DOWTY, PETER (DNR)" userId="01cf875a-4e15-4928-8f93-7a0dfa1efb6b" providerId="ADAL" clId="{E9054DD1-CDF4-4BE2-A4C5-BD4B0395A89E}" dt="2026-07-15T15:47:03.368" v="20725" actId="21"/>
        <pc:sldMkLst>
          <pc:docMk/>
          <pc:sldMk cId="842818155" sldId="327"/>
        </pc:sldMkLst>
        <pc:spChg chg="add mod">
          <ac:chgData name="DOWTY, PETER (DNR)" userId="01cf875a-4e15-4928-8f93-7a0dfa1efb6b" providerId="ADAL" clId="{E9054DD1-CDF4-4BE2-A4C5-BD4B0395A89E}" dt="2026-07-15T15:04:50.107" v="20466" actId="1076"/>
          <ac:spMkLst>
            <pc:docMk/>
            <pc:sldMk cId="842818155" sldId="327"/>
            <ac:spMk id="2" creationId="{3CFD1A11-0FCB-C803-1291-AABF588568A5}"/>
          </ac:spMkLst>
        </pc:spChg>
        <pc:spChg chg="add mod">
          <ac:chgData name="DOWTY, PETER (DNR)" userId="01cf875a-4e15-4928-8f93-7a0dfa1efb6b" providerId="ADAL" clId="{E9054DD1-CDF4-4BE2-A4C5-BD4B0395A89E}" dt="2026-07-15T15:04:50.107" v="20466" actId="1076"/>
          <ac:spMkLst>
            <pc:docMk/>
            <pc:sldMk cId="842818155" sldId="327"/>
            <ac:spMk id="4" creationId="{8BD75B74-85F0-03F8-95F7-B3850948CF27}"/>
          </ac:spMkLst>
        </pc:spChg>
        <pc:spChg chg="add mod">
          <ac:chgData name="DOWTY, PETER (DNR)" userId="01cf875a-4e15-4928-8f93-7a0dfa1efb6b" providerId="ADAL" clId="{E9054DD1-CDF4-4BE2-A4C5-BD4B0395A89E}" dt="2026-07-14T18:55:12.763" v="20036" actId="1076"/>
          <ac:spMkLst>
            <pc:docMk/>
            <pc:sldMk cId="842818155" sldId="327"/>
            <ac:spMk id="5" creationId="{8582BA12-D70F-9F65-0617-7C5E72429A9B}"/>
          </ac:spMkLst>
        </pc:spChg>
        <pc:spChg chg="add mod">
          <ac:chgData name="DOWTY, PETER (DNR)" userId="01cf875a-4e15-4928-8f93-7a0dfa1efb6b" providerId="ADAL" clId="{E9054DD1-CDF4-4BE2-A4C5-BD4B0395A89E}" dt="2026-07-14T20:19:36.081" v="20128" actId="1076"/>
          <ac:spMkLst>
            <pc:docMk/>
            <pc:sldMk cId="842818155" sldId="327"/>
            <ac:spMk id="6" creationId="{E5B31858-3C2A-5C9C-6C61-79D546AD6903}"/>
          </ac:spMkLst>
        </pc:spChg>
        <pc:spChg chg="add mod">
          <ac:chgData name="DOWTY, PETER (DNR)" userId="01cf875a-4e15-4928-8f93-7a0dfa1efb6b" providerId="ADAL" clId="{E9054DD1-CDF4-4BE2-A4C5-BD4B0395A89E}" dt="2026-07-15T15:04:54.032" v="20467" actId="1076"/>
          <ac:spMkLst>
            <pc:docMk/>
            <pc:sldMk cId="842818155" sldId="327"/>
            <ac:spMk id="7" creationId="{F719ED6A-7A89-20C2-D17D-D47CAA4A7572}"/>
          </ac:spMkLst>
        </pc:spChg>
        <pc:spChg chg="add mod">
          <ac:chgData name="DOWTY, PETER (DNR)" userId="01cf875a-4e15-4928-8f93-7a0dfa1efb6b" providerId="ADAL" clId="{E9054DD1-CDF4-4BE2-A4C5-BD4B0395A89E}" dt="2026-07-15T15:04:50.107" v="20466" actId="1076"/>
          <ac:spMkLst>
            <pc:docMk/>
            <pc:sldMk cId="842818155" sldId="327"/>
            <ac:spMk id="8" creationId="{EC0B6EB0-1DD4-891A-3A27-0ACED3EFB36F}"/>
          </ac:spMkLst>
        </pc:spChg>
        <pc:spChg chg="add mod">
          <ac:chgData name="DOWTY, PETER (DNR)" userId="01cf875a-4e15-4928-8f93-7a0dfa1efb6b" providerId="ADAL" clId="{E9054DD1-CDF4-4BE2-A4C5-BD4B0395A89E}" dt="2026-07-15T15:04:50.107" v="20466" actId="1076"/>
          <ac:spMkLst>
            <pc:docMk/>
            <pc:sldMk cId="842818155" sldId="327"/>
            <ac:spMk id="9" creationId="{A5262951-75D3-54D7-F16C-587B0D96528E}"/>
          </ac:spMkLst>
        </pc:spChg>
        <pc:spChg chg="add mod">
          <ac:chgData name="DOWTY, PETER (DNR)" userId="01cf875a-4e15-4928-8f93-7a0dfa1efb6b" providerId="ADAL" clId="{E9054DD1-CDF4-4BE2-A4C5-BD4B0395A89E}" dt="2026-07-15T15:04:50.107" v="20466" actId="1076"/>
          <ac:spMkLst>
            <pc:docMk/>
            <pc:sldMk cId="842818155" sldId="327"/>
            <ac:spMk id="10" creationId="{1F2A6037-C995-6885-FA1C-2BAEDB2F01BC}"/>
          </ac:spMkLst>
        </pc:spChg>
        <pc:spChg chg="add mod">
          <ac:chgData name="DOWTY, PETER (DNR)" userId="01cf875a-4e15-4928-8f93-7a0dfa1efb6b" providerId="ADAL" clId="{E9054DD1-CDF4-4BE2-A4C5-BD4B0395A89E}" dt="2026-07-14T20:21:49.229" v="20146" actId="1076"/>
          <ac:spMkLst>
            <pc:docMk/>
            <pc:sldMk cId="842818155" sldId="327"/>
            <ac:spMk id="12" creationId="{3A2CDCA2-3217-592A-D749-6E5EE324418F}"/>
          </ac:spMkLst>
        </pc:spChg>
        <pc:spChg chg="add mod">
          <ac:chgData name="DOWTY, PETER (DNR)" userId="01cf875a-4e15-4928-8f93-7a0dfa1efb6b" providerId="ADAL" clId="{E9054DD1-CDF4-4BE2-A4C5-BD4B0395A89E}" dt="2026-07-15T15:04:50.107" v="20466" actId="1076"/>
          <ac:spMkLst>
            <pc:docMk/>
            <pc:sldMk cId="842818155" sldId="327"/>
            <ac:spMk id="13" creationId="{975B7751-5828-852C-204C-7E2ADC0B493E}"/>
          </ac:spMkLst>
        </pc:spChg>
        <pc:spChg chg="add mod">
          <ac:chgData name="DOWTY, PETER (DNR)" userId="01cf875a-4e15-4928-8f93-7a0dfa1efb6b" providerId="ADAL" clId="{E9054DD1-CDF4-4BE2-A4C5-BD4B0395A89E}" dt="2026-07-14T20:13:09.628" v="20039" actId="1076"/>
          <ac:spMkLst>
            <pc:docMk/>
            <pc:sldMk cId="842818155" sldId="327"/>
            <ac:spMk id="14" creationId="{32926D3B-1C4D-ABBC-F032-A0DE80DFF93F}"/>
          </ac:spMkLst>
        </pc:spChg>
        <pc:spChg chg="add mod">
          <ac:chgData name="DOWTY, PETER (DNR)" userId="01cf875a-4e15-4928-8f93-7a0dfa1efb6b" providerId="ADAL" clId="{E9054DD1-CDF4-4BE2-A4C5-BD4B0395A89E}" dt="2026-07-14T20:13:09.628" v="20039" actId="1076"/>
          <ac:spMkLst>
            <pc:docMk/>
            <pc:sldMk cId="842818155" sldId="327"/>
            <ac:spMk id="16" creationId="{32392389-590E-1669-81A2-2B7DE98EC688}"/>
          </ac:spMkLst>
        </pc:spChg>
        <pc:spChg chg="add mod">
          <ac:chgData name="DOWTY, PETER (DNR)" userId="01cf875a-4e15-4928-8f93-7a0dfa1efb6b" providerId="ADAL" clId="{E9054DD1-CDF4-4BE2-A4C5-BD4B0395A89E}" dt="2026-07-14T20:20:29.173" v="20133" actId="1076"/>
          <ac:spMkLst>
            <pc:docMk/>
            <pc:sldMk cId="842818155" sldId="327"/>
            <ac:spMk id="17" creationId="{F90A4F6E-5CE3-6859-9415-2C7D1AC78138}"/>
          </ac:spMkLst>
        </pc:spChg>
        <pc:spChg chg="add mod">
          <ac:chgData name="DOWTY, PETER (DNR)" userId="01cf875a-4e15-4928-8f93-7a0dfa1efb6b" providerId="ADAL" clId="{E9054DD1-CDF4-4BE2-A4C5-BD4B0395A89E}" dt="2026-07-14T20:13:09.628" v="20039" actId="1076"/>
          <ac:spMkLst>
            <pc:docMk/>
            <pc:sldMk cId="842818155" sldId="327"/>
            <ac:spMk id="18" creationId="{EC487AC0-6484-B1D7-9621-E0ED8FA09D73}"/>
          </ac:spMkLst>
        </pc:spChg>
        <pc:spChg chg="add mod">
          <ac:chgData name="DOWTY, PETER (DNR)" userId="01cf875a-4e15-4928-8f93-7a0dfa1efb6b" providerId="ADAL" clId="{E9054DD1-CDF4-4BE2-A4C5-BD4B0395A89E}" dt="2026-07-14T20:13:09.628" v="20039" actId="1076"/>
          <ac:spMkLst>
            <pc:docMk/>
            <pc:sldMk cId="842818155" sldId="327"/>
            <ac:spMk id="20" creationId="{5B2AB0E8-6883-F230-29C3-2C4B7CB5F834}"/>
          </ac:spMkLst>
        </pc:spChg>
        <pc:spChg chg="add mod">
          <ac:chgData name="DOWTY, PETER (DNR)" userId="01cf875a-4e15-4928-8f93-7a0dfa1efb6b" providerId="ADAL" clId="{E9054DD1-CDF4-4BE2-A4C5-BD4B0395A89E}" dt="2026-07-14T20:20:29.173" v="20133" actId="1076"/>
          <ac:spMkLst>
            <pc:docMk/>
            <pc:sldMk cId="842818155" sldId="327"/>
            <ac:spMk id="21" creationId="{C4F6F454-EAF4-C564-088B-E9A22B86F933}"/>
          </ac:spMkLst>
        </pc:spChg>
        <pc:spChg chg="add mod">
          <ac:chgData name="DOWTY, PETER (DNR)" userId="01cf875a-4e15-4928-8f93-7a0dfa1efb6b" providerId="ADAL" clId="{E9054DD1-CDF4-4BE2-A4C5-BD4B0395A89E}" dt="2026-07-14T20:13:09.628" v="20039" actId="1076"/>
          <ac:spMkLst>
            <pc:docMk/>
            <pc:sldMk cId="842818155" sldId="327"/>
            <ac:spMk id="22" creationId="{DF370DF8-8DF2-28B5-4916-DFF161762419}"/>
          </ac:spMkLst>
        </pc:spChg>
        <pc:spChg chg="add mod">
          <ac:chgData name="DOWTY, PETER (DNR)" userId="01cf875a-4e15-4928-8f93-7a0dfa1efb6b" providerId="ADAL" clId="{E9054DD1-CDF4-4BE2-A4C5-BD4B0395A89E}" dt="2026-07-14T20:13:09.628" v="20039" actId="1076"/>
          <ac:spMkLst>
            <pc:docMk/>
            <pc:sldMk cId="842818155" sldId="327"/>
            <ac:spMk id="24" creationId="{ED2D8EA7-870D-DD4A-E80C-ADA65F6024E7}"/>
          </ac:spMkLst>
        </pc:spChg>
        <pc:spChg chg="add mod">
          <ac:chgData name="DOWTY, PETER (DNR)" userId="01cf875a-4e15-4928-8f93-7a0dfa1efb6b" providerId="ADAL" clId="{E9054DD1-CDF4-4BE2-A4C5-BD4B0395A89E}" dt="2026-07-15T15:04:50.107" v="20466" actId="1076"/>
          <ac:spMkLst>
            <pc:docMk/>
            <pc:sldMk cId="842818155" sldId="327"/>
            <ac:spMk id="25" creationId="{87886108-BBF5-EE5F-B143-40479455CAEF}"/>
          </ac:spMkLst>
        </pc:spChg>
        <pc:spChg chg="add mod">
          <ac:chgData name="DOWTY, PETER (DNR)" userId="01cf875a-4e15-4928-8f93-7a0dfa1efb6b" providerId="ADAL" clId="{E9054DD1-CDF4-4BE2-A4C5-BD4B0395A89E}" dt="2026-07-15T15:04:50.107" v="20466" actId="1076"/>
          <ac:spMkLst>
            <pc:docMk/>
            <pc:sldMk cId="842818155" sldId="327"/>
            <ac:spMk id="27" creationId="{38F30D4D-5801-B88A-E432-26ABB4A52312}"/>
          </ac:spMkLst>
        </pc:spChg>
        <pc:spChg chg="add mod">
          <ac:chgData name="DOWTY, PETER (DNR)" userId="01cf875a-4e15-4928-8f93-7a0dfa1efb6b" providerId="ADAL" clId="{E9054DD1-CDF4-4BE2-A4C5-BD4B0395A89E}" dt="2026-07-14T20:20:29.173" v="20133" actId="1076"/>
          <ac:spMkLst>
            <pc:docMk/>
            <pc:sldMk cId="842818155" sldId="327"/>
            <ac:spMk id="29" creationId="{005BCFCA-7A98-66E3-C0D6-128E224C6F79}"/>
          </ac:spMkLst>
        </pc:spChg>
        <pc:spChg chg="add mod">
          <ac:chgData name="DOWTY, PETER (DNR)" userId="01cf875a-4e15-4928-8f93-7a0dfa1efb6b" providerId="ADAL" clId="{E9054DD1-CDF4-4BE2-A4C5-BD4B0395A89E}" dt="2026-07-14T20:20:29.173" v="20133" actId="1076"/>
          <ac:spMkLst>
            <pc:docMk/>
            <pc:sldMk cId="842818155" sldId="327"/>
            <ac:spMk id="31" creationId="{6EAC998C-2B25-6D9E-A00D-B5995554F86A}"/>
          </ac:spMkLst>
        </pc:spChg>
        <pc:spChg chg="add mod">
          <ac:chgData name="DOWTY, PETER (DNR)" userId="01cf875a-4e15-4928-8f93-7a0dfa1efb6b" providerId="ADAL" clId="{E9054DD1-CDF4-4BE2-A4C5-BD4B0395A89E}" dt="2026-07-14T20:17:52.054" v="20115" actId="1076"/>
          <ac:spMkLst>
            <pc:docMk/>
            <pc:sldMk cId="842818155" sldId="327"/>
            <ac:spMk id="33" creationId="{4AF7FF26-9719-5BA2-E52E-6A10A196EB34}"/>
          </ac:spMkLst>
        </pc:spChg>
        <pc:spChg chg="add mod">
          <ac:chgData name="DOWTY, PETER (DNR)" userId="01cf875a-4e15-4928-8f93-7a0dfa1efb6b" providerId="ADAL" clId="{E9054DD1-CDF4-4BE2-A4C5-BD4B0395A89E}" dt="2026-07-15T15:04:50.107" v="20466" actId="1076"/>
          <ac:spMkLst>
            <pc:docMk/>
            <pc:sldMk cId="842818155" sldId="327"/>
            <ac:spMk id="35" creationId="{28D35148-35CC-D5FF-4B68-8EB5C31C47D8}"/>
          </ac:spMkLst>
        </pc:spChg>
        <pc:spChg chg="add mod">
          <ac:chgData name="DOWTY, PETER (DNR)" userId="01cf875a-4e15-4928-8f93-7a0dfa1efb6b" providerId="ADAL" clId="{E9054DD1-CDF4-4BE2-A4C5-BD4B0395A89E}" dt="2026-07-15T15:04:50.107" v="20466" actId="1076"/>
          <ac:spMkLst>
            <pc:docMk/>
            <pc:sldMk cId="842818155" sldId="327"/>
            <ac:spMk id="37" creationId="{AA82B502-7036-3CAF-64DA-63F0760A9FDB}"/>
          </ac:spMkLst>
        </pc:spChg>
        <pc:spChg chg="add mod">
          <ac:chgData name="DOWTY, PETER (DNR)" userId="01cf875a-4e15-4928-8f93-7a0dfa1efb6b" providerId="ADAL" clId="{E9054DD1-CDF4-4BE2-A4C5-BD4B0395A89E}" dt="2026-07-14T20:20:29.173" v="20133" actId="1076"/>
          <ac:spMkLst>
            <pc:docMk/>
            <pc:sldMk cId="842818155" sldId="327"/>
            <ac:spMk id="39" creationId="{FEFFF34C-BE3B-4DFC-78B8-6C49F07B67F2}"/>
          </ac:spMkLst>
        </pc:spChg>
        <pc:cxnChg chg="add mod">
          <ac:chgData name="DOWTY, PETER (DNR)" userId="01cf875a-4e15-4928-8f93-7a0dfa1efb6b" providerId="ADAL" clId="{E9054DD1-CDF4-4BE2-A4C5-BD4B0395A89E}" dt="2026-07-14T20:21:15.083" v="20136" actId="208"/>
          <ac:cxnSpMkLst>
            <pc:docMk/>
            <pc:sldMk cId="842818155" sldId="327"/>
            <ac:cxnSpMk id="41" creationId="{82722E46-3633-0B87-7688-215747FB0D30}"/>
          </ac:cxnSpMkLst>
        </pc:cxnChg>
        <pc:cxnChg chg="add mod">
          <ac:chgData name="DOWTY, PETER (DNR)" userId="01cf875a-4e15-4928-8f93-7a0dfa1efb6b" providerId="ADAL" clId="{E9054DD1-CDF4-4BE2-A4C5-BD4B0395A89E}" dt="2026-07-14T20:21:25.976" v="20139" actId="14100"/>
          <ac:cxnSpMkLst>
            <pc:docMk/>
            <pc:sldMk cId="842818155" sldId="327"/>
            <ac:cxnSpMk id="42" creationId="{C1081D90-16A3-066F-89F5-A624BCBA6F02}"/>
          </ac:cxnSpMkLst>
        </pc:cxnChg>
        <pc:cxnChg chg="add mod">
          <ac:chgData name="DOWTY, PETER (DNR)" userId="01cf875a-4e15-4928-8f93-7a0dfa1efb6b" providerId="ADAL" clId="{E9054DD1-CDF4-4BE2-A4C5-BD4B0395A89E}" dt="2026-07-14T20:21:33.286" v="20142" actId="14100"/>
          <ac:cxnSpMkLst>
            <pc:docMk/>
            <pc:sldMk cId="842818155" sldId="327"/>
            <ac:cxnSpMk id="44" creationId="{E1FC46CB-1903-BF8A-E272-647A74F40500}"/>
          </ac:cxnSpMkLst>
        </pc:cxnChg>
        <pc:cxnChg chg="add mod">
          <ac:chgData name="DOWTY, PETER (DNR)" userId="01cf875a-4e15-4928-8f93-7a0dfa1efb6b" providerId="ADAL" clId="{E9054DD1-CDF4-4BE2-A4C5-BD4B0395A89E}" dt="2026-07-14T20:21:44.126" v="20145" actId="14100"/>
          <ac:cxnSpMkLst>
            <pc:docMk/>
            <pc:sldMk cId="842818155" sldId="327"/>
            <ac:cxnSpMk id="46" creationId="{BBEB7C83-9B4C-908E-F5C6-A7DFB1E35BB5}"/>
          </ac:cxnSpMkLst>
        </pc:cxnChg>
        <pc:cxnChg chg="add mod">
          <ac:chgData name="DOWTY, PETER (DNR)" userId="01cf875a-4e15-4928-8f93-7a0dfa1efb6b" providerId="ADAL" clId="{E9054DD1-CDF4-4BE2-A4C5-BD4B0395A89E}" dt="2026-07-14T20:21:59.284" v="20149" actId="14100"/>
          <ac:cxnSpMkLst>
            <pc:docMk/>
            <pc:sldMk cId="842818155" sldId="327"/>
            <ac:cxnSpMk id="48" creationId="{0CD9C812-DF80-9F30-46FD-C013EB70B1AF}"/>
          </ac:cxnSpMkLst>
        </pc:cxnChg>
        <pc:cxnChg chg="add mod">
          <ac:chgData name="DOWTY, PETER (DNR)" userId="01cf875a-4e15-4928-8f93-7a0dfa1efb6b" providerId="ADAL" clId="{E9054DD1-CDF4-4BE2-A4C5-BD4B0395A89E}" dt="2026-07-14T20:22:05.896" v="20152" actId="14100"/>
          <ac:cxnSpMkLst>
            <pc:docMk/>
            <pc:sldMk cId="842818155" sldId="327"/>
            <ac:cxnSpMk id="50" creationId="{AFC0053F-3980-BAAE-E527-E44765DEEDF6}"/>
          </ac:cxnSpMkLst>
        </pc:cxnChg>
      </pc:sldChg>
      <pc:sldChg chg="addSp modSp new mod">
        <pc:chgData name="DOWTY, PETER (DNR)" userId="01cf875a-4e15-4928-8f93-7a0dfa1efb6b" providerId="ADAL" clId="{E9054DD1-CDF4-4BE2-A4C5-BD4B0395A89E}" dt="2026-08-12T21:07:31.133" v="25621" actId="1076"/>
        <pc:sldMkLst>
          <pc:docMk/>
          <pc:sldMk cId="3882133243" sldId="328"/>
        </pc:sldMkLst>
        <pc:picChg chg="add mod">
          <ac:chgData name="DOWTY, PETER (DNR)" userId="01cf875a-4e15-4928-8f93-7a0dfa1efb6b" providerId="ADAL" clId="{E9054DD1-CDF4-4BE2-A4C5-BD4B0395A89E}" dt="2026-08-12T21:07:31.133" v="25621" actId="1076"/>
          <ac:picMkLst>
            <pc:docMk/>
            <pc:sldMk cId="3882133243" sldId="328"/>
            <ac:picMk id="3" creationId="{563C0CE9-C297-5717-55F3-727B6347616F}"/>
          </ac:picMkLst>
        </pc:picChg>
      </pc:sldChg>
      <pc:sldChg chg="addSp delSp modSp new mod">
        <pc:chgData name="DOWTY, PETER (DNR)" userId="01cf875a-4e15-4928-8f93-7a0dfa1efb6b" providerId="ADAL" clId="{E9054DD1-CDF4-4BE2-A4C5-BD4B0395A89E}" dt="2026-07-15T16:25:45.734" v="21074" actId="1076"/>
        <pc:sldMkLst>
          <pc:docMk/>
          <pc:sldMk cId="706807164" sldId="329"/>
        </pc:sldMkLst>
        <pc:spChg chg="add mod">
          <ac:chgData name="DOWTY, PETER (DNR)" userId="01cf875a-4e15-4928-8f93-7a0dfa1efb6b" providerId="ADAL" clId="{E9054DD1-CDF4-4BE2-A4C5-BD4B0395A89E}" dt="2026-07-14T23:56:55.542" v="20215" actId="1076"/>
          <ac:spMkLst>
            <pc:docMk/>
            <pc:sldMk cId="706807164" sldId="329"/>
            <ac:spMk id="2" creationId="{84C73802-B080-0FBF-353D-5E56B5DD43AC}"/>
          </ac:spMkLst>
        </pc:spChg>
        <pc:spChg chg="add mod">
          <ac:chgData name="DOWTY, PETER (DNR)" userId="01cf875a-4e15-4928-8f93-7a0dfa1efb6b" providerId="ADAL" clId="{E9054DD1-CDF4-4BE2-A4C5-BD4B0395A89E}" dt="2026-07-15T16:25:45.734" v="21074" actId="1076"/>
          <ac:spMkLst>
            <pc:docMk/>
            <pc:sldMk cId="706807164" sldId="329"/>
            <ac:spMk id="3" creationId="{EE2B35F7-B0FD-9449-D8FB-7A3A85E6FA90}"/>
          </ac:spMkLst>
        </pc:spChg>
        <pc:spChg chg="add mod">
          <ac:chgData name="DOWTY, PETER (DNR)" userId="01cf875a-4e15-4928-8f93-7a0dfa1efb6b" providerId="ADAL" clId="{E9054DD1-CDF4-4BE2-A4C5-BD4B0395A89E}" dt="2026-07-14T23:56:52.268" v="20214" actId="1076"/>
          <ac:spMkLst>
            <pc:docMk/>
            <pc:sldMk cId="706807164" sldId="329"/>
            <ac:spMk id="4" creationId="{6581EAAB-F382-E4EA-A424-5EE276404A14}"/>
          </ac:spMkLst>
        </pc:spChg>
        <pc:spChg chg="add mod">
          <ac:chgData name="DOWTY, PETER (DNR)" userId="01cf875a-4e15-4928-8f93-7a0dfa1efb6b" providerId="ADAL" clId="{E9054DD1-CDF4-4BE2-A4C5-BD4B0395A89E}" dt="2026-07-14T23:58:11.137" v="20228" actId="208"/>
          <ac:spMkLst>
            <pc:docMk/>
            <pc:sldMk cId="706807164" sldId="329"/>
            <ac:spMk id="9" creationId="{7757D6B0-BBBC-E29A-89F7-1A4D8D243D9B}"/>
          </ac:spMkLst>
        </pc:spChg>
        <pc:spChg chg="add mod">
          <ac:chgData name="DOWTY, PETER (DNR)" userId="01cf875a-4e15-4928-8f93-7a0dfa1efb6b" providerId="ADAL" clId="{E9054DD1-CDF4-4BE2-A4C5-BD4B0395A89E}" dt="2026-07-14T23:58:39.972" v="20248" actId="1076"/>
          <ac:spMkLst>
            <pc:docMk/>
            <pc:sldMk cId="706807164" sldId="329"/>
            <ac:spMk id="10" creationId="{452E4C49-53BC-6DA4-B396-1AE81EFA0AF4}"/>
          </ac:spMkLst>
        </pc:spChg>
        <pc:spChg chg="add mod">
          <ac:chgData name="DOWTY, PETER (DNR)" userId="01cf875a-4e15-4928-8f93-7a0dfa1efb6b" providerId="ADAL" clId="{E9054DD1-CDF4-4BE2-A4C5-BD4B0395A89E}" dt="2026-07-14T23:59:00.856" v="20256" actId="14100"/>
          <ac:spMkLst>
            <pc:docMk/>
            <pc:sldMk cId="706807164" sldId="329"/>
            <ac:spMk id="12" creationId="{AE270AF1-D12B-B4F1-1B61-F4CDF30A6D30}"/>
          </ac:spMkLst>
        </pc:spChg>
        <pc:spChg chg="add mod">
          <ac:chgData name="DOWTY, PETER (DNR)" userId="01cf875a-4e15-4928-8f93-7a0dfa1efb6b" providerId="ADAL" clId="{E9054DD1-CDF4-4BE2-A4C5-BD4B0395A89E}" dt="2026-07-15T00:00:01.094" v="20287" actId="1076"/>
          <ac:spMkLst>
            <pc:docMk/>
            <pc:sldMk cId="706807164" sldId="329"/>
            <ac:spMk id="14" creationId="{5DD9AE69-8C1D-6DB4-E4C6-C537180F2703}"/>
          </ac:spMkLst>
        </pc:spChg>
        <pc:spChg chg="add mod">
          <ac:chgData name="DOWTY, PETER (DNR)" userId="01cf875a-4e15-4928-8f93-7a0dfa1efb6b" providerId="ADAL" clId="{E9054DD1-CDF4-4BE2-A4C5-BD4B0395A89E}" dt="2026-07-15T00:01:14.731" v="20292" actId="208"/>
          <ac:spMkLst>
            <pc:docMk/>
            <pc:sldMk cId="706807164" sldId="329"/>
            <ac:spMk id="17" creationId="{43B54AA1-DD4A-1C18-3E1D-1A2A65383BBC}"/>
          </ac:spMkLst>
        </pc:spChg>
        <pc:spChg chg="add mod">
          <ac:chgData name="DOWTY, PETER (DNR)" userId="01cf875a-4e15-4928-8f93-7a0dfa1efb6b" providerId="ADAL" clId="{E9054DD1-CDF4-4BE2-A4C5-BD4B0395A89E}" dt="2026-07-15T00:01:20.992" v="20294" actId="1076"/>
          <ac:spMkLst>
            <pc:docMk/>
            <pc:sldMk cId="706807164" sldId="329"/>
            <ac:spMk id="19" creationId="{B2ACA2C6-B3E5-73FB-A972-9AD3A6205500}"/>
          </ac:spMkLst>
        </pc:spChg>
        <pc:spChg chg="add mod">
          <ac:chgData name="DOWTY, PETER (DNR)" userId="01cf875a-4e15-4928-8f93-7a0dfa1efb6b" providerId="ADAL" clId="{E9054DD1-CDF4-4BE2-A4C5-BD4B0395A89E}" dt="2026-07-15T00:01:52.968" v="20341" actId="20577"/>
          <ac:spMkLst>
            <pc:docMk/>
            <pc:sldMk cId="706807164" sldId="329"/>
            <ac:spMk id="21" creationId="{220B5028-1297-670A-69B8-DB3549547B65}"/>
          </ac:spMkLst>
        </pc:spChg>
        <pc:spChg chg="add mod">
          <ac:chgData name="DOWTY, PETER (DNR)" userId="01cf875a-4e15-4928-8f93-7a0dfa1efb6b" providerId="ADAL" clId="{E9054DD1-CDF4-4BE2-A4C5-BD4B0395A89E}" dt="2026-07-15T00:01:48.945" v="20330" actId="20577"/>
          <ac:spMkLst>
            <pc:docMk/>
            <pc:sldMk cId="706807164" sldId="329"/>
            <ac:spMk id="23" creationId="{E5994538-B0F6-DBBD-5AC9-CA9F1FFEF14F}"/>
          </ac:spMkLst>
        </pc:spChg>
        <pc:picChg chg="add mod">
          <ac:chgData name="DOWTY, PETER (DNR)" userId="01cf875a-4e15-4928-8f93-7a0dfa1efb6b" providerId="ADAL" clId="{E9054DD1-CDF4-4BE2-A4C5-BD4B0395A89E}" dt="2026-07-14T23:57:56.697" v="20225" actId="1076"/>
          <ac:picMkLst>
            <pc:docMk/>
            <pc:sldMk cId="706807164" sldId="329"/>
            <ac:picMk id="8" creationId="{0233E335-C450-397E-1EF8-257E0D5578BA}"/>
          </ac:picMkLst>
        </pc:picChg>
        <pc:cxnChg chg="add mod">
          <ac:chgData name="DOWTY, PETER (DNR)" userId="01cf875a-4e15-4928-8f93-7a0dfa1efb6b" providerId="ADAL" clId="{E9054DD1-CDF4-4BE2-A4C5-BD4B0395A89E}" dt="2026-07-15T00:00:23.253" v="20289" actId="208"/>
          <ac:cxnSpMkLst>
            <pc:docMk/>
            <pc:sldMk cId="706807164" sldId="329"/>
            <ac:cxnSpMk id="16" creationId="{8DF0528C-1446-E67C-54FB-E7E72D6E529A}"/>
          </ac:cxnSpMkLst>
        </pc:cxnChg>
      </pc:sldChg>
      <pc:sldChg chg="addSp modSp new mod">
        <pc:chgData name="DOWTY, PETER (DNR)" userId="01cf875a-4e15-4928-8f93-7a0dfa1efb6b" providerId="ADAL" clId="{E9054DD1-CDF4-4BE2-A4C5-BD4B0395A89E}" dt="2026-07-15T16:27:27.291" v="21076" actId="1076"/>
        <pc:sldMkLst>
          <pc:docMk/>
          <pc:sldMk cId="2863400652" sldId="330"/>
        </pc:sldMkLst>
        <pc:spChg chg="add mod">
          <ac:chgData name="DOWTY, PETER (DNR)" userId="01cf875a-4e15-4928-8f93-7a0dfa1efb6b" providerId="ADAL" clId="{E9054DD1-CDF4-4BE2-A4C5-BD4B0395A89E}" dt="2026-07-15T00:08:20.138" v="20368" actId="20577"/>
          <ac:spMkLst>
            <pc:docMk/>
            <pc:sldMk cId="2863400652" sldId="330"/>
            <ac:spMk id="7" creationId="{9B7FE3BB-59BC-FA06-5268-2B17B5A167D3}"/>
          </ac:spMkLst>
        </pc:spChg>
        <pc:picChg chg="add mod">
          <ac:chgData name="DOWTY, PETER (DNR)" userId="01cf875a-4e15-4928-8f93-7a0dfa1efb6b" providerId="ADAL" clId="{E9054DD1-CDF4-4BE2-A4C5-BD4B0395A89E}" dt="2026-07-15T16:27:20.279" v="21075" actId="1076"/>
          <ac:picMkLst>
            <pc:docMk/>
            <pc:sldMk cId="2863400652" sldId="330"/>
            <ac:picMk id="3" creationId="{0AACDEF8-ED42-753D-498A-8EEB889BD38A}"/>
          </ac:picMkLst>
        </pc:picChg>
      </pc:sldChg>
      <pc:sldChg chg="addSp delSp modSp new mod ord">
        <pc:chgData name="DOWTY, PETER (DNR)" userId="01cf875a-4e15-4928-8f93-7a0dfa1efb6b" providerId="ADAL" clId="{E9054DD1-CDF4-4BE2-A4C5-BD4B0395A89E}" dt="2026-08-12T20:23:38.299" v="25580"/>
        <pc:sldMkLst>
          <pc:docMk/>
          <pc:sldMk cId="3886185872" sldId="331"/>
        </pc:sldMkLst>
        <pc:spChg chg="add mod">
          <ac:chgData name="DOWTY, PETER (DNR)" userId="01cf875a-4e15-4928-8f93-7a0dfa1efb6b" providerId="ADAL" clId="{E9054DD1-CDF4-4BE2-A4C5-BD4B0395A89E}" dt="2026-07-24T17:13:19.591" v="21333" actId="1076"/>
          <ac:spMkLst>
            <pc:docMk/>
            <pc:sldMk cId="3886185872" sldId="331"/>
            <ac:spMk id="2" creationId="{F52890CB-DDFC-64E3-128E-65314734420C}"/>
          </ac:spMkLst>
        </pc:spChg>
        <pc:spChg chg="add mod">
          <ac:chgData name="DOWTY, PETER (DNR)" userId="01cf875a-4e15-4928-8f93-7a0dfa1efb6b" providerId="ADAL" clId="{E9054DD1-CDF4-4BE2-A4C5-BD4B0395A89E}" dt="2026-07-24T17:13:10.152" v="21331" actId="164"/>
          <ac:spMkLst>
            <pc:docMk/>
            <pc:sldMk cId="3886185872" sldId="331"/>
            <ac:spMk id="3" creationId="{8AAB23F7-53F6-AADD-A946-021BAEAA4419}"/>
          </ac:spMkLst>
        </pc:spChg>
        <pc:spChg chg="mod">
          <ac:chgData name="DOWTY, PETER (DNR)" userId="01cf875a-4e15-4928-8f93-7a0dfa1efb6b" providerId="ADAL" clId="{E9054DD1-CDF4-4BE2-A4C5-BD4B0395A89E}" dt="2026-07-24T17:05:23.984" v="21297"/>
          <ac:spMkLst>
            <pc:docMk/>
            <pc:sldMk cId="3886185872" sldId="331"/>
            <ac:spMk id="6" creationId="{E267C83B-5240-7055-9562-B71B1E534C3E}"/>
          </ac:spMkLst>
        </pc:spChg>
        <pc:spChg chg="add mod">
          <ac:chgData name="DOWTY, PETER (DNR)" userId="01cf875a-4e15-4928-8f93-7a0dfa1efb6b" providerId="ADAL" clId="{E9054DD1-CDF4-4BE2-A4C5-BD4B0395A89E}" dt="2026-07-24T17:12:54.684" v="21329" actId="164"/>
          <ac:spMkLst>
            <pc:docMk/>
            <pc:sldMk cId="3886185872" sldId="331"/>
            <ac:spMk id="11" creationId="{8D24AD9D-DCD6-298A-8176-4117EF6306FC}"/>
          </ac:spMkLst>
        </pc:spChg>
        <pc:spChg chg="add mod">
          <ac:chgData name="DOWTY, PETER (DNR)" userId="01cf875a-4e15-4928-8f93-7a0dfa1efb6b" providerId="ADAL" clId="{E9054DD1-CDF4-4BE2-A4C5-BD4B0395A89E}" dt="2026-07-24T17:13:02.893" v="21330" actId="164"/>
          <ac:spMkLst>
            <pc:docMk/>
            <pc:sldMk cId="3886185872" sldId="331"/>
            <ac:spMk id="13" creationId="{F24FF8D9-A5DA-B4DB-AED3-3CFC58402DA3}"/>
          </ac:spMkLst>
        </pc:spChg>
        <pc:spChg chg="add mod">
          <ac:chgData name="DOWTY, PETER (DNR)" userId="01cf875a-4e15-4928-8f93-7a0dfa1efb6b" providerId="ADAL" clId="{E9054DD1-CDF4-4BE2-A4C5-BD4B0395A89E}" dt="2026-07-24T17:13:46.552" v="21342" actId="20577"/>
          <ac:spMkLst>
            <pc:docMk/>
            <pc:sldMk cId="3886185872" sldId="331"/>
            <ac:spMk id="18" creationId="{69B425B2-4C29-C1F7-4295-832AC2127AB7}"/>
          </ac:spMkLst>
        </pc:spChg>
        <pc:spChg chg="add mod">
          <ac:chgData name="DOWTY, PETER (DNR)" userId="01cf875a-4e15-4928-8f93-7a0dfa1efb6b" providerId="ADAL" clId="{E9054DD1-CDF4-4BE2-A4C5-BD4B0395A89E}" dt="2026-07-24T17:15:06.421" v="21350" actId="206"/>
          <ac:spMkLst>
            <pc:docMk/>
            <pc:sldMk cId="3886185872" sldId="331"/>
            <ac:spMk id="19" creationId="{56E8C72C-D14C-ECC9-0C08-469C4BBE4BBD}"/>
          </ac:spMkLst>
        </pc:spChg>
        <pc:spChg chg="add mod">
          <ac:chgData name="DOWTY, PETER (DNR)" userId="01cf875a-4e15-4928-8f93-7a0dfa1efb6b" providerId="ADAL" clId="{E9054DD1-CDF4-4BE2-A4C5-BD4B0395A89E}" dt="2026-07-24T17:15:40.826" v="21357" actId="206"/>
          <ac:spMkLst>
            <pc:docMk/>
            <pc:sldMk cId="3886185872" sldId="331"/>
            <ac:spMk id="20" creationId="{A41ED566-BF57-483E-EF85-026AFC26BB74}"/>
          </ac:spMkLst>
        </pc:spChg>
        <pc:spChg chg="add mod">
          <ac:chgData name="DOWTY, PETER (DNR)" userId="01cf875a-4e15-4928-8f93-7a0dfa1efb6b" providerId="ADAL" clId="{E9054DD1-CDF4-4BE2-A4C5-BD4B0395A89E}" dt="2026-07-24T17:16:11.222" v="21363" actId="206"/>
          <ac:spMkLst>
            <pc:docMk/>
            <pc:sldMk cId="3886185872" sldId="331"/>
            <ac:spMk id="21" creationId="{1523D465-C0F5-DED4-7CA9-3C5B09A1FCA9}"/>
          </ac:spMkLst>
        </pc:spChg>
        <pc:spChg chg="add mod">
          <ac:chgData name="DOWTY, PETER (DNR)" userId="01cf875a-4e15-4928-8f93-7a0dfa1efb6b" providerId="ADAL" clId="{E9054DD1-CDF4-4BE2-A4C5-BD4B0395A89E}" dt="2026-07-24T17:22:11.119" v="21369" actId="206"/>
          <ac:spMkLst>
            <pc:docMk/>
            <pc:sldMk cId="3886185872" sldId="331"/>
            <ac:spMk id="22" creationId="{070D5303-7521-D5AF-D88F-4DCF2540F045}"/>
          </ac:spMkLst>
        </pc:spChg>
        <pc:spChg chg="add mod">
          <ac:chgData name="DOWTY, PETER (DNR)" userId="01cf875a-4e15-4928-8f93-7a0dfa1efb6b" providerId="ADAL" clId="{E9054DD1-CDF4-4BE2-A4C5-BD4B0395A89E}" dt="2026-07-24T17:24:14.803" v="21385" actId="3064"/>
          <ac:spMkLst>
            <pc:docMk/>
            <pc:sldMk cId="3886185872" sldId="331"/>
            <ac:spMk id="26" creationId="{514D32F1-CAE9-8A81-5F69-72D7B7F64D84}"/>
          </ac:spMkLst>
        </pc:spChg>
        <pc:spChg chg="add mod">
          <ac:chgData name="DOWTY, PETER (DNR)" userId="01cf875a-4e15-4928-8f93-7a0dfa1efb6b" providerId="ADAL" clId="{E9054DD1-CDF4-4BE2-A4C5-BD4B0395A89E}" dt="2026-07-24T17:25:03.758" v="21407" actId="1076"/>
          <ac:spMkLst>
            <pc:docMk/>
            <pc:sldMk cId="3886185872" sldId="331"/>
            <ac:spMk id="36" creationId="{74B71B22-A4EC-9FDF-A624-42B091722E1C}"/>
          </ac:spMkLst>
        </pc:spChg>
        <pc:spChg chg="add mod">
          <ac:chgData name="DOWTY, PETER (DNR)" userId="01cf875a-4e15-4928-8f93-7a0dfa1efb6b" providerId="ADAL" clId="{E9054DD1-CDF4-4BE2-A4C5-BD4B0395A89E}" dt="2026-07-24T17:25:43.444" v="21413" actId="206"/>
          <ac:spMkLst>
            <pc:docMk/>
            <pc:sldMk cId="3886185872" sldId="331"/>
            <ac:spMk id="37" creationId="{39F2BAA1-A618-09BB-C150-26D4133AF55C}"/>
          </ac:spMkLst>
        </pc:spChg>
        <pc:spChg chg="mod">
          <ac:chgData name="DOWTY, PETER (DNR)" userId="01cf875a-4e15-4928-8f93-7a0dfa1efb6b" providerId="ADAL" clId="{E9054DD1-CDF4-4BE2-A4C5-BD4B0395A89E}" dt="2026-07-24T17:29:46.904" v="21434" actId="403"/>
          <ac:spMkLst>
            <pc:docMk/>
            <pc:sldMk cId="3886185872" sldId="331"/>
            <ac:spMk id="40" creationId="{666B4FD6-1143-C957-4B69-19E477B91617}"/>
          </ac:spMkLst>
        </pc:spChg>
        <pc:spChg chg="add mod">
          <ac:chgData name="DOWTY, PETER (DNR)" userId="01cf875a-4e15-4928-8f93-7a0dfa1efb6b" providerId="ADAL" clId="{E9054DD1-CDF4-4BE2-A4C5-BD4B0395A89E}" dt="2026-07-24T17:29:24.630" v="21428" actId="20577"/>
          <ac:spMkLst>
            <pc:docMk/>
            <pc:sldMk cId="3886185872" sldId="331"/>
            <ac:spMk id="42" creationId="{5A03D5C2-AAA5-0FE4-78B9-313D8FCA1ECA}"/>
          </ac:spMkLst>
        </pc:spChg>
        <pc:spChg chg="mod">
          <ac:chgData name="DOWTY, PETER (DNR)" userId="01cf875a-4e15-4928-8f93-7a0dfa1efb6b" providerId="ADAL" clId="{E9054DD1-CDF4-4BE2-A4C5-BD4B0395A89E}" dt="2026-07-24T17:30:12.256" v="21436"/>
          <ac:spMkLst>
            <pc:docMk/>
            <pc:sldMk cId="3886185872" sldId="331"/>
            <ac:spMk id="45" creationId="{DF05AF2C-7199-A219-9F9A-A0D002760E0C}"/>
          </ac:spMkLst>
        </pc:spChg>
        <pc:spChg chg="mod">
          <ac:chgData name="DOWTY, PETER (DNR)" userId="01cf875a-4e15-4928-8f93-7a0dfa1efb6b" providerId="ADAL" clId="{E9054DD1-CDF4-4BE2-A4C5-BD4B0395A89E}" dt="2026-07-24T17:30:12.256" v="21436"/>
          <ac:spMkLst>
            <pc:docMk/>
            <pc:sldMk cId="3886185872" sldId="331"/>
            <ac:spMk id="48" creationId="{F4A87145-B78B-E98D-7D66-238A6A5202B2}"/>
          </ac:spMkLst>
        </pc:spChg>
        <pc:spChg chg="add mod">
          <ac:chgData name="DOWTY, PETER (DNR)" userId="01cf875a-4e15-4928-8f93-7a0dfa1efb6b" providerId="ADAL" clId="{E9054DD1-CDF4-4BE2-A4C5-BD4B0395A89E}" dt="2026-07-24T17:31:34.738" v="21453" actId="20577"/>
          <ac:spMkLst>
            <pc:docMk/>
            <pc:sldMk cId="3886185872" sldId="331"/>
            <ac:spMk id="50" creationId="{4A513EC2-1944-BE47-75EA-C87F79A3F993}"/>
          </ac:spMkLst>
        </pc:spChg>
        <pc:spChg chg="add mod">
          <ac:chgData name="DOWTY, PETER (DNR)" userId="01cf875a-4e15-4928-8f93-7a0dfa1efb6b" providerId="ADAL" clId="{E9054DD1-CDF4-4BE2-A4C5-BD4B0395A89E}" dt="2026-07-24T17:32:01.051" v="21459" actId="206"/>
          <ac:spMkLst>
            <pc:docMk/>
            <pc:sldMk cId="3886185872" sldId="331"/>
            <ac:spMk id="51" creationId="{DDE08317-E725-E774-1406-8A0FC66BEFD8}"/>
          </ac:spMkLst>
        </pc:spChg>
        <pc:spChg chg="mod">
          <ac:chgData name="DOWTY, PETER (DNR)" userId="01cf875a-4e15-4928-8f93-7a0dfa1efb6b" providerId="ADAL" clId="{E9054DD1-CDF4-4BE2-A4C5-BD4B0395A89E}" dt="2026-07-24T17:34:30.805" v="21468"/>
          <ac:spMkLst>
            <pc:docMk/>
            <pc:sldMk cId="3886185872" sldId="331"/>
            <ac:spMk id="55" creationId="{65826D6F-84BA-215C-B54D-3EF3B19614A0}"/>
          </ac:spMkLst>
        </pc:spChg>
        <pc:spChg chg="mod">
          <ac:chgData name="DOWTY, PETER (DNR)" userId="01cf875a-4e15-4928-8f93-7a0dfa1efb6b" providerId="ADAL" clId="{E9054DD1-CDF4-4BE2-A4C5-BD4B0395A89E}" dt="2026-07-24T17:34:41.032" v="21472"/>
          <ac:spMkLst>
            <pc:docMk/>
            <pc:sldMk cId="3886185872" sldId="331"/>
            <ac:spMk id="58" creationId="{F7A1937A-EE99-66B5-E876-2337D345A924}"/>
          </ac:spMkLst>
        </pc:spChg>
        <pc:spChg chg="add mod">
          <ac:chgData name="DOWTY, PETER (DNR)" userId="01cf875a-4e15-4928-8f93-7a0dfa1efb6b" providerId="ADAL" clId="{E9054DD1-CDF4-4BE2-A4C5-BD4B0395A89E}" dt="2026-07-24T17:37:40.345" v="21483" actId="20577"/>
          <ac:spMkLst>
            <pc:docMk/>
            <pc:sldMk cId="3886185872" sldId="331"/>
            <ac:spMk id="60" creationId="{14ACEDD8-AAB0-3C46-242C-A09A36B48A87}"/>
          </ac:spMkLst>
        </pc:spChg>
        <pc:spChg chg="add mod">
          <ac:chgData name="DOWTY, PETER (DNR)" userId="01cf875a-4e15-4928-8f93-7a0dfa1efb6b" providerId="ADAL" clId="{E9054DD1-CDF4-4BE2-A4C5-BD4B0395A89E}" dt="2026-07-24T17:38:20.899" v="21489" actId="206"/>
          <ac:spMkLst>
            <pc:docMk/>
            <pc:sldMk cId="3886185872" sldId="331"/>
            <ac:spMk id="61" creationId="{FABEEF94-A1A8-5489-212B-063BAED293C6}"/>
          </ac:spMkLst>
        </pc:spChg>
        <pc:spChg chg="add mod">
          <ac:chgData name="DOWTY, PETER (DNR)" userId="01cf875a-4e15-4928-8f93-7a0dfa1efb6b" providerId="ADAL" clId="{E9054DD1-CDF4-4BE2-A4C5-BD4B0395A89E}" dt="2026-07-24T17:38:42.467" v="21493" actId="692"/>
          <ac:spMkLst>
            <pc:docMk/>
            <pc:sldMk cId="3886185872" sldId="331"/>
            <ac:spMk id="62" creationId="{7D7DD0F2-D05A-89F0-0B7C-5D6D34D2B450}"/>
          </ac:spMkLst>
        </pc:spChg>
        <pc:spChg chg="add mod">
          <ac:chgData name="DOWTY, PETER (DNR)" userId="01cf875a-4e15-4928-8f93-7a0dfa1efb6b" providerId="ADAL" clId="{E9054DD1-CDF4-4BE2-A4C5-BD4B0395A89E}" dt="2026-07-24T17:39:23.573" v="21499" actId="1076"/>
          <ac:spMkLst>
            <pc:docMk/>
            <pc:sldMk cId="3886185872" sldId="331"/>
            <ac:spMk id="64" creationId="{F4052419-410A-43AF-1988-E03CFBB8EBC3}"/>
          </ac:spMkLst>
        </pc:spChg>
        <pc:spChg chg="add mod">
          <ac:chgData name="DOWTY, PETER (DNR)" userId="01cf875a-4e15-4928-8f93-7a0dfa1efb6b" providerId="ADAL" clId="{E9054DD1-CDF4-4BE2-A4C5-BD4B0395A89E}" dt="2026-07-24T22:16:52.633" v="21646" actId="692"/>
          <ac:spMkLst>
            <pc:docMk/>
            <pc:sldMk cId="3886185872" sldId="331"/>
            <ac:spMk id="71" creationId="{A18588E9-9D89-B4F5-3D34-A8CBBB4EB8CC}"/>
          </ac:spMkLst>
        </pc:spChg>
        <pc:spChg chg="add mod">
          <ac:chgData name="DOWTY, PETER (DNR)" userId="01cf875a-4e15-4928-8f93-7a0dfa1efb6b" providerId="ADAL" clId="{E9054DD1-CDF4-4BE2-A4C5-BD4B0395A89E}" dt="2026-07-24T22:17:09.276" v="21648" actId="1076"/>
          <ac:spMkLst>
            <pc:docMk/>
            <pc:sldMk cId="3886185872" sldId="331"/>
            <ac:spMk id="72" creationId="{5C6672AD-3D6D-F3A7-EA75-4AC393EF6A30}"/>
          </ac:spMkLst>
        </pc:spChg>
        <pc:spChg chg="add mod">
          <ac:chgData name="DOWTY, PETER (DNR)" userId="01cf875a-4e15-4928-8f93-7a0dfa1efb6b" providerId="ADAL" clId="{E9054DD1-CDF4-4BE2-A4C5-BD4B0395A89E}" dt="2026-07-24T22:05:17.826" v="21645" actId="206"/>
          <ac:spMkLst>
            <pc:docMk/>
            <pc:sldMk cId="3886185872" sldId="331"/>
            <ac:spMk id="73" creationId="{B5045ED2-3A3E-C492-869C-E81D3CB46752}"/>
          </ac:spMkLst>
        </pc:spChg>
        <pc:grpChg chg="add mod">
          <ac:chgData name="DOWTY, PETER (DNR)" userId="01cf875a-4e15-4928-8f93-7a0dfa1efb6b" providerId="ADAL" clId="{E9054DD1-CDF4-4BE2-A4C5-BD4B0395A89E}" dt="2026-07-24T17:05:26.953" v="21298" actId="1076"/>
          <ac:grpSpMkLst>
            <pc:docMk/>
            <pc:sldMk cId="3886185872" sldId="331"/>
            <ac:grpSpMk id="4" creationId="{71DC4E24-21A2-B6C5-1F84-77FE9A72CC35}"/>
          </ac:grpSpMkLst>
        </pc:grpChg>
        <pc:grpChg chg="add mod">
          <ac:chgData name="DOWTY, PETER (DNR)" userId="01cf875a-4e15-4928-8f93-7a0dfa1efb6b" providerId="ADAL" clId="{E9054DD1-CDF4-4BE2-A4C5-BD4B0395A89E}" dt="2026-07-24T17:13:10.152" v="21331" actId="164"/>
          <ac:grpSpMkLst>
            <pc:docMk/>
            <pc:sldMk cId="3886185872" sldId="331"/>
            <ac:grpSpMk id="14" creationId="{A0A485AC-159F-2957-7D5E-6E12340D8CBD}"/>
          </ac:grpSpMkLst>
        </pc:grpChg>
        <pc:grpChg chg="add mod">
          <ac:chgData name="DOWTY, PETER (DNR)" userId="01cf875a-4e15-4928-8f93-7a0dfa1efb6b" providerId="ADAL" clId="{E9054DD1-CDF4-4BE2-A4C5-BD4B0395A89E}" dt="2026-07-24T17:13:10.152" v="21331" actId="164"/>
          <ac:grpSpMkLst>
            <pc:docMk/>
            <pc:sldMk cId="3886185872" sldId="331"/>
            <ac:grpSpMk id="15" creationId="{06C489A1-4613-E651-E25B-A3AF750200B9}"/>
          </ac:grpSpMkLst>
        </pc:grpChg>
        <pc:grpChg chg="add mod">
          <ac:chgData name="DOWTY, PETER (DNR)" userId="01cf875a-4e15-4928-8f93-7a0dfa1efb6b" providerId="ADAL" clId="{E9054DD1-CDF4-4BE2-A4C5-BD4B0395A89E}" dt="2026-07-24T17:13:13.145" v="21332" actId="1076"/>
          <ac:grpSpMkLst>
            <pc:docMk/>
            <pc:sldMk cId="3886185872" sldId="331"/>
            <ac:grpSpMk id="16" creationId="{8D401FCC-5ED5-FE3C-3DB2-6304E2AE876C}"/>
          </ac:grpSpMkLst>
        </pc:grpChg>
        <pc:grpChg chg="add mod">
          <ac:chgData name="DOWTY, PETER (DNR)" userId="01cf875a-4e15-4928-8f93-7a0dfa1efb6b" providerId="ADAL" clId="{E9054DD1-CDF4-4BE2-A4C5-BD4B0395A89E}" dt="2026-07-24T17:29:50.589" v="21435" actId="1076"/>
          <ac:grpSpMkLst>
            <pc:docMk/>
            <pc:sldMk cId="3886185872" sldId="331"/>
            <ac:grpSpMk id="38" creationId="{C0B45678-20C4-839C-F7BD-DF43FE42E6AB}"/>
          </ac:grpSpMkLst>
        </pc:grpChg>
        <pc:grpChg chg="add mod">
          <ac:chgData name="DOWTY, PETER (DNR)" userId="01cf875a-4e15-4928-8f93-7a0dfa1efb6b" providerId="ADAL" clId="{E9054DD1-CDF4-4BE2-A4C5-BD4B0395A89E}" dt="2026-07-24T17:33:53.229" v="21467" actId="1076"/>
          <ac:grpSpMkLst>
            <pc:docMk/>
            <pc:sldMk cId="3886185872" sldId="331"/>
            <ac:grpSpMk id="43" creationId="{62D1297B-42AF-1C25-84B5-E3F1D4CBB988}"/>
          </ac:grpSpMkLst>
        </pc:grpChg>
        <pc:grpChg chg="add mod">
          <ac:chgData name="DOWTY, PETER (DNR)" userId="01cf875a-4e15-4928-8f93-7a0dfa1efb6b" providerId="ADAL" clId="{E9054DD1-CDF4-4BE2-A4C5-BD4B0395A89E}" dt="2026-07-24T17:37:22.079" v="21474" actId="1076"/>
          <ac:grpSpMkLst>
            <pc:docMk/>
            <pc:sldMk cId="3886185872" sldId="331"/>
            <ac:grpSpMk id="46" creationId="{5A0F04FE-0335-5927-7A13-CAC9283D90A7}"/>
          </ac:grpSpMkLst>
        </pc:grpChg>
        <pc:grpChg chg="add mod">
          <ac:chgData name="DOWTY, PETER (DNR)" userId="01cf875a-4e15-4928-8f93-7a0dfa1efb6b" providerId="ADAL" clId="{E9054DD1-CDF4-4BE2-A4C5-BD4B0395A89E}" dt="2026-07-24T17:37:22.079" v="21474" actId="1076"/>
          <ac:grpSpMkLst>
            <pc:docMk/>
            <pc:sldMk cId="3886185872" sldId="331"/>
            <ac:grpSpMk id="53" creationId="{D7E209DA-C87E-AC71-0425-6F868EEE5EF5}"/>
          </ac:grpSpMkLst>
        </pc:grpChg>
        <pc:grpChg chg="add mod">
          <ac:chgData name="DOWTY, PETER (DNR)" userId="01cf875a-4e15-4928-8f93-7a0dfa1efb6b" providerId="ADAL" clId="{E9054DD1-CDF4-4BE2-A4C5-BD4B0395A89E}" dt="2026-07-24T17:34:45.383" v="21473" actId="1076"/>
          <ac:grpSpMkLst>
            <pc:docMk/>
            <pc:sldMk cId="3886185872" sldId="331"/>
            <ac:grpSpMk id="56" creationId="{576CAC61-C781-445F-8154-F8CF7ECC6361}"/>
          </ac:grpSpMkLst>
        </pc:grpChg>
        <pc:picChg chg="mod">
          <ac:chgData name="DOWTY, PETER (DNR)" userId="01cf875a-4e15-4928-8f93-7a0dfa1efb6b" providerId="ADAL" clId="{E9054DD1-CDF4-4BE2-A4C5-BD4B0395A89E}" dt="2026-07-24T17:05:23.984" v="21297"/>
          <ac:picMkLst>
            <pc:docMk/>
            <pc:sldMk cId="3886185872" sldId="331"/>
            <ac:picMk id="5" creationId="{FFDAA1F1-228A-964E-96A5-B81B82432010}"/>
          </ac:picMkLst>
        </pc:picChg>
        <pc:picChg chg="add mod">
          <ac:chgData name="DOWTY, PETER (DNR)" userId="01cf875a-4e15-4928-8f93-7a0dfa1efb6b" providerId="ADAL" clId="{E9054DD1-CDF4-4BE2-A4C5-BD4B0395A89E}" dt="2026-07-24T17:12:54.684" v="21329" actId="164"/>
          <ac:picMkLst>
            <pc:docMk/>
            <pc:sldMk cId="3886185872" sldId="331"/>
            <ac:picMk id="8" creationId="{9913C3BF-F9ED-1ED8-E46D-79D850D22F64}"/>
          </ac:picMkLst>
        </pc:picChg>
        <pc:picChg chg="add mod">
          <ac:chgData name="DOWTY, PETER (DNR)" userId="01cf875a-4e15-4928-8f93-7a0dfa1efb6b" providerId="ADAL" clId="{E9054DD1-CDF4-4BE2-A4C5-BD4B0395A89E}" dt="2026-07-24T17:13:02.893" v="21330" actId="164"/>
          <ac:picMkLst>
            <pc:docMk/>
            <pc:sldMk cId="3886185872" sldId="331"/>
            <ac:picMk id="10" creationId="{E1199578-C303-F43F-0655-E6241007A045}"/>
          </ac:picMkLst>
        </pc:picChg>
        <pc:picChg chg="add mod">
          <ac:chgData name="DOWTY, PETER (DNR)" userId="01cf875a-4e15-4928-8f93-7a0dfa1efb6b" providerId="ADAL" clId="{E9054DD1-CDF4-4BE2-A4C5-BD4B0395A89E}" dt="2026-07-24T17:24:42.086" v="21387" actId="1076"/>
          <ac:picMkLst>
            <pc:docMk/>
            <pc:sldMk cId="3886185872" sldId="331"/>
            <ac:picMk id="28" creationId="{55F39168-C0B0-2E91-E600-6826B0F85A3D}"/>
          </ac:picMkLst>
        </pc:picChg>
        <pc:picChg chg="add mod">
          <ac:chgData name="DOWTY, PETER (DNR)" userId="01cf875a-4e15-4928-8f93-7a0dfa1efb6b" providerId="ADAL" clId="{E9054DD1-CDF4-4BE2-A4C5-BD4B0395A89E}" dt="2026-07-24T17:24:42.086" v="21387" actId="1076"/>
          <ac:picMkLst>
            <pc:docMk/>
            <pc:sldMk cId="3886185872" sldId="331"/>
            <ac:picMk id="30" creationId="{6E45F0BB-CC30-0C79-736A-E0F3972C58AD}"/>
          </ac:picMkLst>
        </pc:picChg>
        <pc:picChg chg="add mod">
          <ac:chgData name="DOWTY, PETER (DNR)" userId="01cf875a-4e15-4928-8f93-7a0dfa1efb6b" providerId="ADAL" clId="{E9054DD1-CDF4-4BE2-A4C5-BD4B0395A89E}" dt="2026-07-24T17:24:42.086" v="21387" actId="1076"/>
          <ac:picMkLst>
            <pc:docMk/>
            <pc:sldMk cId="3886185872" sldId="331"/>
            <ac:picMk id="32" creationId="{3089C6F3-8042-0DEF-0967-45F13C136130}"/>
          </ac:picMkLst>
        </pc:picChg>
        <pc:picChg chg="add mod">
          <ac:chgData name="DOWTY, PETER (DNR)" userId="01cf875a-4e15-4928-8f93-7a0dfa1efb6b" providerId="ADAL" clId="{E9054DD1-CDF4-4BE2-A4C5-BD4B0395A89E}" dt="2026-07-24T17:24:42.086" v="21387" actId="1076"/>
          <ac:picMkLst>
            <pc:docMk/>
            <pc:sldMk cId="3886185872" sldId="331"/>
            <ac:picMk id="34" creationId="{17BF105A-C994-8962-179A-27A65BCA0181}"/>
          </ac:picMkLst>
        </pc:picChg>
        <pc:picChg chg="mod">
          <ac:chgData name="DOWTY, PETER (DNR)" userId="01cf875a-4e15-4928-8f93-7a0dfa1efb6b" providerId="ADAL" clId="{E9054DD1-CDF4-4BE2-A4C5-BD4B0395A89E}" dt="2026-07-24T17:26:50.708" v="21414"/>
          <ac:picMkLst>
            <pc:docMk/>
            <pc:sldMk cId="3886185872" sldId="331"/>
            <ac:picMk id="39" creationId="{477F5A04-1CAE-2A57-8EEF-AE9846270D65}"/>
          </ac:picMkLst>
        </pc:picChg>
        <pc:picChg chg="mod">
          <ac:chgData name="DOWTY, PETER (DNR)" userId="01cf875a-4e15-4928-8f93-7a0dfa1efb6b" providerId="ADAL" clId="{E9054DD1-CDF4-4BE2-A4C5-BD4B0395A89E}" dt="2026-07-24T17:30:12.256" v="21436"/>
          <ac:picMkLst>
            <pc:docMk/>
            <pc:sldMk cId="3886185872" sldId="331"/>
            <ac:picMk id="44" creationId="{93EB0EAF-9EA5-07EB-0CF8-1FDF8007D0FE}"/>
          </ac:picMkLst>
        </pc:picChg>
        <pc:picChg chg="mod">
          <ac:chgData name="DOWTY, PETER (DNR)" userId="01cf875a-4e15-4928-8f93-7a0dfa1efb6b" providerId="ADAL" clId="{E9054DD1-CDF4-4BE2-A4C5-BD4B0395A89E}" dt="2026-07-24T17:30:12.256" v="21436"/>
          <ac:picMkLst>
            <pc:docMk/>
            <pc:sldMk cId="3886185872" sldId="331"/>
            <ac:picMk id="47" creationId="{1B44EC32-88D7-5516-A094-2649D1ED1083}"/>
          </ac:picMkLst>
        </pc:picChg>
        <pc:picChg chg="mod">
          <ac:chgData name="DOWTY, PETER (DNR)" userId="01cf875a-4e15-4928-8f93-7a0dfa1efb6b" providerId="ADAL" clId="{E9054DD1-CDF4-4BE2-A4C5-BD4B0395A89E}" dt="2026-07-24T17:34:30.805" v="21468"/>
          <ac:picMkLst>
            <pc:docMk/>
            <pc:sldMk cId="3886185872" sldId="331"/>
            <ac:picMk id="54" creationId="{32AD8D2A-1802-B8AA-F23C-79605C8D5E5C}"/>
          </ac:picMkLst>
        </pc:picChg>
        <pc:picChg chg="mod">
          <ac:chgData name="DOWTY, PETER (DNR)" userId="01cf875a-4e15-4928-8f93-7a0dfa1efb6b" providerId="ADAL" clId="{E9054DD1-CDF4-4BE2-A4C5-BD4B0395A89E}" dt="2026-07-24T17:34:41.032" v="21472"/>
          <ac:picMkLst>
            <pc:docMk/>
            <pc:sldMk cId="3886185872" sldId="331"/>
            <ac:picMk id="57" creationId="{D2CF56CD-55C4-D3BA-43C1-9A33B8BF04A5}"/>
          </ac:picMkLst>
        </pc:picChg>
        <pc:cxnChg chg="add mod">
          <ac:chgData name="DOWTY, PETER (DNR)" userId="01cf875a-4e15-4928-8f93-7a0dfa1efb6b" providerId="ADAL" clId="{E9054DD1-CDF4-4BE2-A4C5-BD4B0395A89E}" dt="2026-07-24T17:39:45.358" v="21502" actId="692"/>
          <ac:cxnSpMkLst>
            <pc:docMk/>
            <pc:sldMk cId="3886185872" sldId="331"/>
            <ac:cxnSpMk id="66" creationId="{3F159DC3-99E1-50B8-988D-00FA4C6993F2}"/>
          </ac:cxnSpMkLst>
        </pc:cxnChg>
        <pc:cxnChg chg="add mod">
          <ac:chgData name="DOWTY, PETER (DNR)" userId="01cf875a-4e15-4928-8f93-7a0dfa1efb6b" providerId="ADAL" clId="{E9054DD1-CDF4-4BE2-A4C5-BD4B0395A89E}" dt="2026-07-24T17:39:49.754" v="21504" actId="1076"/>
          <ac:cxnSpMkLst>
            <pc:docMk/>
            <pc:sldMk cId="3886185872" sldId="331"/>
            <ac:cxnSpMk id="67" creationId="{509A9814-3BA2-426F-0D48-AD4459E19F45}"/>
          </ac:cxnSpMkLst>
        </pc:cxnChg>
      </pc:sldChg>
      <pc:sldChg chg="addSp delSp modSp new mod">
        <pc:chgData name="DOWTY, PETER (DNR)" userId="01cf875a-4e15-4928-8f93-7a0dfa1efb6b" providerId="ADAL" clId="{E9054DD1-CDF4-4BE2-A4C5-BD4B0395A89E}" dt="2026-07-24T22:22:17.119" v="21799" actId="1076"/>
        <pc:sldMkLst>
          <pc:docMk/>
          <pc:sldMk cId="3813911597" sldId="332"/>
        </pc:sldMkLst>
        <pc:spChg chg="add mod">
          <ac:chgData name="DOWTY, PETER (DNR)" userId="01cf875a-4e15-4928-8f93-7a0dfa1efb6b" providerId="ADAL" clId="{E9054DD1-CDF4-4BE2-A4C5-BD4B0395A89E}" dt="2026-07-24T22:19:27.916" v="21685" actId="255"/>
          <ac:spMkLst>
            <pc:docMk/>
            <pc:sldMk cId="3813911597" sldId="332"/>
            <ac:spMk id="2" creationId="{290BB06B-361F-2ADD-4CCA-675D13D36C4C}"/>
          </ac:spMkLst>
        </pc:spChg>
        <pc:spChg chg="add mod">
          <ac:chgData name="DOWTY, PETER (DNR)" userId="01cf875a-4e15-4928-8f93-7a0dfa1efb6b" providerId="ADAL" clId="{E9054DD1-CDF4-4BE2-A4C5-BD4B0395A89E}" dt="2026-07-24T22:21:09.596" v="21761" actId="255"/>
          <ac:spMkLst>
            <pc:docMk/>
            <pc:sldMk cId="3813911597" sldId="332"/>
            <ac:spMk id="4" creationId="{25406E1A-1E02-0924-D5F1-A5ABCA6A0D5F}"/>
          </ac:spMkLst>
        </pc:spChg>
        <pc:spChg chg="add mod">
          <ac:chgData name="DOWTY, PETER (DNR)" userId="01cf875a-4e15-4928-8f93-7a0dfa1efb6b" providerId="ADAL" clId="{E9054DD1-CDF4-4BE2-A4C5-BD4B0395A89E}" dt="2026-07-24T22:21:48.559" v="21797"/>
          <ac:spMkLst>
            <pc:docMk/>
            <pc:sldMk cId="3813911597" sldId="332"/>
            <ac:spMk id="8" creationId="{19182D2D-4497-1120-3D74-59013BE2D11A}"/>
          </ac:spMkLst>
        </pc:spChg>
        <pc:spChg chg="add mod">
          <ac:chgData name="DOWTY, PETER (DNR)" userId="01cf875a-4e15-4928-8f93-7a0dfa1efb6b" providerId="ADAL" clId="{E9054DD1-CDF4-4BE2-A4C5-BD4B0395A89E}" dt="2026-07-24T22:22:17.119" v="21799" actId="1076"/>
          <ac:spMkLst>
            <pc:docMk/>
            <pc:sldMk cId="3813911597" sldId="332"/>
            <ac:spMk id="10" creationId="{6CBFFF80-99EE-E244-18A1-8EDF260F0B22}"/>
          </ac:spMkLst>
        </pc:spChg>
      </pc:sldChg>
      <pc:sldChg chg="addSp modSp add mod ord">
        <pc:chgData name="DOWTY, PETER (DNR)" userId="01cf875a-4e15-4928-8f93-7a0dfa1efb6b" providerId="ADAL" clId="{E9054DD1-CDF4-4BE2-A4C5-BD4B0395A89E}" dt="2026-08-12T20:22:54.781" v="25570"/>
        <pc:sldMkLst>
          <pc:docMk/>
          <pc:sldMk cId="2123458636" sldId="333"/>
        </pc:sldMkLst>
        <pc:spChg chg="add mod ord">
          <ac:chgData name="DOWTY, PETER (DNR)" userId="01cf875a-4e15-4928-8f93-7a0dfa1efb6b" providerId="ADAL" clId="{E9054DD1-CDF4-4BE2-A4C5-BD4B0395A89E}" dt="2026-07-27T14:55:41.172" v="21815" actId="167"/>
          <ac:spMkLst>
            <pc:docMk/>
            <pc:sldMk cId="2123458636" sldId="333"/>
            <ac:spMk id="36" creationId="{4B9B2578-C72A-0EAA-BDEE-95A91F8137CA}"/>
          </ac:spMkLst>
        </pc:spChg>
        <pc:spChg chg="add mod ord">
          <ac:chgData name="DOWTY, PETER (DNR)" userId="01cf875a-4e15-4928-8f93-7a0dfa1efb6b" providerId="ADAL" clId="{E9054DD1-CDF4-4BE2-A4C5-BD4B0395A89E}" dt="2026-07-27T14:57:15.449" v="21825" actId="170"/>
          <ac:spMkLst>
            <pc:docMk/>
            <pc:sldMk cId="2123458636" sldId="333"/>
            <ac:spMk id="40" creationId="{C55D267B-0010-AE65-DE31-3008F190DC54}"/>
          </ac:spMkLst>
        </pc:spChg>
        <pc:spChg chg="add mod ord">
          <ac:chgData name="DOWTY, PETER (DNR)" userId="01cf875a-4e15-4928-8f93-7a0dfa1efb6b" providerId="ADAL" clId="{E9054DD1-CDF4-4BE2-A4C5-BD4B0395A89E}" dt="2026-07-27T14:58:17.861" v="21832" actId="167"/>
          <ac:spMkLst>
            <pc:docMk/>
            <pc:sldMk cId="2123458636" sldId="333"/>
            <ac:spMk id="45" creationId="{32915666-0B98-6B45-9DB8-441F2E29AB8E}"/>
          </ac:spMkLst>
        </pc:spChg>
        <pc:spChg chg="add mod">
          <ac:chgData name="DOWTY, PETER (DNR)" userId="01cf875a-4e15-4928-8f93-7a0dfa1efb6b" providerId="ADAL" clId="{E9054DD1-CDF4-4BE2-A4C5-BD4B0395A89E}" dt="2026-08-06T14:39:54.413" v="22309" actId="1076"/>
          <ac:spMkLst>
            <pc:docMk/>
            <pc:sldMk cId="2123458636" sldId="333"/>
            <ac:spMk id="48" creationId="{1DD5F6C1-8E8B-C1CE-FC4F-5779B9946709}"/>
          </ac:spMkLst>
        </pc:spChg>
        <pc:spChg chg="add mod">
          <ac:chgData name="DOWTY, PETER (DNR)" userId="01cf875a-4e15-4928-8f93-7a0dfa1efb6b" providerId="ADAL" clId="{E9054DD1-CDF4-4BE2-A4C5-BD4B0395A89E}" dt="2026-08-06T14:40:29.194" v="22329" actId="207"/>
          <ac:spMkLst>
            <pc:docMk/>
            <pc:sldMk cId="2123458636" sldId="333"/>
            <ac:spMk id="53" creationId="{9112933D-E2E5-A2BF-3F71-147A3FAF6C9D}"/>
          </ac:spMkLst>
        </pc:spChg>
      </pc:sldChg>
      <pc:sldChg chg="addSp modSp add mod ord">
        <pc:chgData name="DOWTY, PETER (DNR)" userId="01cf875a-4e15-4928-8f93-7a0dfa1efb6b" providerId="ADAL" clId="{E9054DD1-CDF4-4BE2-A4C5-BD4B0395A89E}" dt="2026-08-12T20:22:54.781" v="25570"/>
        <pc:sldMkLst>
          <pc:docMk/>
          <pc:sldMk cId="1244049411" sldId="334"/>
        </pc:sldMkLst>
        <pc:spChg chg="add mod ord">
          <ac:chgData name="DOWTY, PETER (DNR)" userId="01cf875a-4e15-4928-8f93-7a0dfa1efb6b" providerId="ADAL" clId="{E9054DD1-CDF4-4BE2-A4C5-BD4B0395A89E}" dt="2026-07-27T15:01:41.247" v="21847" actId="167"/>
          <ac:spMkLst>
            <pc:docMk/>
            <pc:sldMk cId="1244049411" sldId="334"/>
            <ac:spMk id="36" creationId="{3B4999CB-5CE3-C4C3-A85F-52E4AA323F77}"/>
          </ac:spMkLst>
        </pc:spChg>
        <pc:spChg chg="add mod ord">
          <ac:chgData name="DOWTY, PETER (DNR)" userId="01cf875a-4e15-4928-8f93-7a0dfa1efb6b" providerId="ADAL" clId="{E9054DD1-CDF4-4BE2-A4C5-BD4B0395A89E}" dt="2026-07-27T15:03:08.631" v="21855" actId="171"/>
          <ac:spMkLst>
            <pc:docMk/>
            <pc:sldMk cId="1244049411" sldId="334"/>
            <ac:spMk id="40" creationId="{CC866205-C304-4A37-B609-58FD013DCFD5}"/>
          </ac:spMkLst>
        </pc:spChg>
        <pc:spChg chg="ord">
          <ac:chgData name="DOWTY, PETER (DNR)" userId="01cf875a-4e15-4928-8f93-7a0dfa1efb6b" providerId="ADAL" clId="{E9054DD1-CDF4-4BE2-A4C5-BD4B0395A89E}" dt="2026-07-27T15:02:30.262" v="21850" actId="166"/>
          <ac:spMkLst>
            <pc:docMk/>
            <pc:sldMk cId="1244049411" sldId="334"/>
            <ac:spMk id="49" creationId="{F7233B85-ADD4-5130-C674-0E607BA8A69C}"/>
          </ac:spMkLst>
        </pc:spChg>
        <pc:spChg chg="add mod">
          <ac:chgData name="DOWTY, PETER (DNR)" userId="01cf875a-4e15-4928-8f93-7a0dfa1efb6b" providerId="ADAL" clId="{E9054DD1-CDF4-4BE2-A4C5-BD4B0395A89E}" dt="2026-08-06T14:40:42.855" v="22331" actId="1076"/>
          <ac:spMkLst>
            <pc:docMk/>
            <pc:sldMk cId="1244049411" sldId="334"/>
            <ac:spMk id="50" creationId="{A1A37F00-78B2-3FF1-2B78-C5CE25131804}"/>
          </ac:spMkLst>
        </pc:spChg>
        <pc:spChg chg="ord">
          <ac:chgData name="DOWTY, PETER (DNR)" userId="01cf875a-4e15-4928-8f93-7a0dfa1efb6b" providerId="ADAL" clId="{E9054DD1-CDF4-4BE2-A4C5-BD4B0395A89E}" dt="2026-07-27T15:02:35.063" v="21851" actId="166"/>
          <ac:spMkLst>
            <pc:docMk/>
            <pc:sldMk cId="1244049411" sldId="334"/>
            <ac:spMk id="51" creationId="{5F1E67B3-C609-CBC6-72D0-22431114CF20}"/>
          </ac:spMkLst>
        </pc:spChg>
        <pc:grpChg chg="add mod">
          <ac:chgData name="DOWTY, PETER (DNR)" userId="01cf875a-4e15-4928-8f93-7a0dfa1efb6b" providerId="ADAL" clId="{E9054DD1-CDF4-4BE2-A4C5-BD4B0395A89E}" dt="2026-07-27T16:13:27.265" v="21891" actId="164"/>
          <ac:grpSpMkLst>
            <pc:docMk/>
            <pc:sldMk cId="1244049411" sldId="334"/>
            <ac:grpSpMk id="45" creationId="{9148629A-8E7F-2C37-B3DC-9BA7AE611D5A}"/>
          </ac:grpSpMkLst>
        </pc:grpChg>
        <pc:picChg chg="mod">
          <ac:chgData name="DOWTY, PETER (DNR)" userId="01cf875a-4e15-4928-8f93-7a0dfa1efb6b" providerId="ADAL" clId="{E9054DD1-CDF4-4BE2-A4C5-BD4B0395A89E}" dt="2026-07-27T16:13:27.265" v="21891" actId="164"/>
          <ac:picMkLst>
            <pc:docMk/>
            <pc:sldMk cId="1244049411" sldId="334"/>
            <ac:picMk id="37" creationId="{46FEE56C-6960-0FCD-A1C8-A2FACBE760EA}"/>
          </ac:picMkLst>
        </pc:picChg>
        <pc:picChg chg="mod">
          <ac:chgData name="DOWTY, PETER (DNR)" userId="01cf875a-4e15-4928-8f93-7a0dfa1efb6b" providerId="ADAL" clId="{E9054DD1-CDF4-4BE2-A4C5-BD4B0395A89E}" dt="2026-07-27T16:13:27.265" v="21891" actId="164"/>
          <ac:picMkLst>
            <pc:docMk/>
            <pc:sldMk cId="1244049411" sldId="334"/>
            <ac:picMk id="42" creationId="{4391EFE2-FC85-D1E1-5FA9-E93C8EFC91AB}"/>
          </ac:picMkLst>
        </pc:picChg>
        <pc:picChg chg="mod">
          <ac:chgData name="DOWTY, PETER (DNR)" userId="01cf875a-4e15-4928-8f93-7a0dfa1efb6b" providerId="ADAL" clId="{E9054DD1-CDF4-4BE2-A4C5-BD4B0395A89E}" dt="2026-07-27T16:13:27.265" v="21891" actId="164"/>
          <ac:picMkLst>
            <pc:docMk/>
            <pc:sldMk cId="1244049411" sldId="334"/>
            <ac:picMk id="47" creationId="{78CD71BC-9251-4494-E0AA-8C48A08550AD}"/>
          </ac:picMkLst>
        </pc:picChg>
      </pc:sldChg>
      <pc:sldChg chg="addSp delSp modSp new mod ord">
        <pc:chgData name="DOWTY, PETER (DNR)" userId="01cf875a-4e15-4928-8f93-7a0dfa1efb6b" providerId="ADAL" clId="{E9054DD1-CDF4-4BE2-A4C5-BD4B0395A89E}" dt="2026-08-12T20:23:38.299" v="25580"/>
        <pc:sldMkLst>
          <pc:docMk/>
          <pc:sldMk cId="843958716" sldId="335"/>
        </pc:sldMkLst>
        <pc:spChg chg="mod topLvl">
          <ac:chgData name="DOWTY, PETER (DNR)" userId="01cf875a-4e15-4928-8f93-7a0dfa1efb6b" providerId="ADAL" clId="{E9054DD1-CDF4-4BE2-A4C5-BD4B0395A89E}" dt="2026-07-28T15:09:07.464" v="22161" actId="164"/>
          <ac:spMkLst>
            <pc:docMk/>
            <pc:sldMk cId="843958716" sldId="335"/>
            <ac:spMk id="6" creationId="{AC0667D1-C12D-CC7E-04E3-5AF1CA91B80E}"/>
          </ac:spMkLst>
        </pc:spChg>
        <pc:spChg chg="mod">
          <ac:chgData name="DOWTY, PETER (DNR)" userId="01cf875a-4e15-4928-8f93-7a0dfa1efb6b" providerId="ADAL" clId="{E9054DD1-CDF4-4BE2-A4C5-BD4B0395A89E}" dt="2026-07-28T15:08:22.360" v="22151"/>
          <ac:spMkLst>
            <pc:docMk/>
            <pc:sldMk cId="843958716" sldId="335"/>
            <ac:spMk id="7" creationId="{7D8AD440-7092-FE24-7CC5-2E8903639F1E}"/>
          </ac:spMkLst>
        </pc:spChg>
        <pc:spChg chg="mod">
          <ac:chgData name="DOWTY, PETER (DNR)" userId="01cf875a-4e15-4928-8f93-7a0dfa1efb6b" providerId="ADAL" clId="{E9054DD1-CDF4-4BE2-A4C5-BD4B0395A89E}" dt="2026-07-28T15:08:00.473" v="22150" actId="1076"/>
          <ac:spMkLst>
            <pc:docMk/>
            <pc:sldMk cId="843958716" sldId="335"/>
            <ac:spMk id="11" creationId="{D700A100-2BE9-5E55-8D80-9192FB75E72D}"/>
          </ac:spMkLst>
        </pc:spChg>
        <pc:spChg chg="mod">
          <ac:chgData name="DOWTY, PETER (DNR)" userId="01cf875a-4e15-4928-8f93-7a0dfa1efb6b" providerId="ADAL" clId="{E9054DD1-CDF4-4BE2-A4C5-BD4B0395A89E}" dt="2026-07-28T15:08:00.473" v="22150" actId="1076"/>
          <ac:spMkLst>
            <pc:docMk/>
            <pc:sldMk cId="843958716" sldId="335"/>
            <ac:spMk id="14" creationId="{F3241208-D268-B787-7356-2052C65AC9FE}"/>
          </ac:spMkLst>
        </pc:spChg>
        <pc:spChg chg="mod">
          <ac:chgData name="DOWTY, PETER (DNR)" userId="01cf875a-4e15-4928-8f93-7a0dfa1efb6b" providerId="ADAL" clId="{E9054DD1-CDF4-4BE2-A4C5-BD4B0395A89E}" dt="2026-07-28T15:08:00.473" v="22150" actId="1076"/>
          <ac:spMkLst>
            <pc:docMk/>
            <pc:sldMk cId="843958716" sldId="335"/>
            <ac:spMk id="17" creationId="{F901812E-3E22-F47B-4543-09E102F24CF8}"/>
          </ac:spMkLst>
        </pc:spChg>
        <pc:spChg chg="mod">
          <ac:chgData name="DOWTY, PETER (DNR)" userId="01cf875a-4e15-4928-8f93-7a0dfa1efb6b" providerId="ADAL" clId="{E9054DD1-CDF4-4BE2-A4C5-BD4B0395A89E}" dt="2026-07-28T15:25:34.329" v="22244" actId="255"/>
          <ac:spMkLst>
            <pc:docMk/>
            <pc:sldMk cId="843958716" sldId="335"/>
            <ac:spMk id="24" creationId="{DC4DDAAC-3B79-F345-90A9-D5E485D99B43}"/>
          </ac:spMkLst>
        </pc:spChg>
        <pc:spChg chg="add mod">
          <ac:chgData name="DOWTY, PETER (DNR)" userId="01cf875a-4e15-4928-8f93-7a0dfa1efb6b" providerId="ADAL" clId="{E9054DD1-CDF4-4BE2-A4C5-BD4B0395A89E}" dt="2026-07-30T18:20:12.670" v="22252" actId="693"/>
          <ac:spMkLst>
            <pc:docMk/>
            <pc:sldMk cId="843958716" sldId="335"/>
            <ac:spMk id="29" creationId="{35241519-92B6-9E3A-0902-931082E7FE81}"/>
          </ac:spMkLst>
        </pc:spChg>
        <pc:spChg chg="add mod">
          <ac:chgData name="DOWTY, PETER (DNR)" userId="01cf875a-4e15-4928-8f93-7a0dfa1efb6b" providerId="ADAL" clId="{E9054DD1-CDF4-4BE2-A4C5-BD4B0395A89E}" dt="2026-07-28T15:11:05.888" v="22177" actId="206"/>
          <ac:spMkLst>
            <pc:docMk/>
            <pc:sldMk cId="843958716" sldId="335"/>
            <ac:spMk id="30" creationId="{9BC54376-1D40-D2CC-ACEE-A9677D2B3E64}"/>
          </ac:spMkLst>
        </pc:spChg>
        <pc:spChg chg="add mod">
          <ac:chgData name="DOWTY, PETER (DNR)" userId="01cf875a-4e15-4928-8f93-7a0dfa1efb6b" providerId="ADAL" clId="{E9054DD1-CDF4-4BE2-A4C5-BD4B0395A89E}" dt="2026-07-28T15:16:20.714" v="22208" actId="206"/>
          <ac:spMkLst>
            <pc:docMk/>
            <pc:sldMk cId="843958716" sldId="335"/>
            <ac:spMk id="41" creationId="{ED73BFD6-D524-161D-80A4-DA4642D9300D}"/>
          </ac:spMkLst>
        </pc:spChg>
        <pc:spChg chg="add mod">
          <ac:chgData name="DOWTY, PETER (DNR)" userId="01cf875a-4e15-4928-8f93-7a0dfa1efb6b" providerId="ADAL" clId="{E9054DD1-CDF4-4BE2-A4C5-BD4B0395A89E}" dt="2026-07-28T15:17:25.390" v="22214" actId="693"/>
          <ac:spMkLst>
            <pc:docMk/>
            <pc:sldMk cId="843958716" sldId="335"/>
            <ac:spMk id="42" creationId="{7F390A35-6E8E-4B45-4F72-D2B3A02D1481}"/>
          </ac:spMkLst>
        </pc:spChg>
        <pc:spChg chg="add mod">
          <ac:chgData name="DOWTY, PETER (DNR)" userId="01cf875a-4e15-4928-8f93-7a0dfa1efb6b" providerId="ADAL" clId="{E9054DD1-CDF4-4BE2-A4C5-BD4B0395A89E}" dt="2026-07-28T15:08:00.473" v="22150" actId="1076"/>
          <ac:spMkLst>
            <pc:docMk/>
            <pc:sldMk cId="843958716" sldId="335"/>
            <ac:spMk id="43" creationId="{F45F6899-DDA0-5913-009A-7DF04EB518B2}"/>
          </ac:spMkLst>
        </pc:spChg>
        <pc:spChg chg="add mod">
          <ac:chgData name="DOWTY, PETER (DNR)" userId="01cf875a-4e15-4928-8f93-7a0dfa1efb6b" providerId="ADAL" clId="{E9054DD1-CDF4-4BE2-A4C5-BD4B0395A89E}" dt="2026-07-28T15:16:55.880" v="22213" actId="206"/>
          <ac:spMkLst>
            <pc:docMk/>
            <pc:sldMk cId="843958716" sldId="335"/>
            <ac:spMk id="44" creationId="{DB29A9BE-1E83-84FC-2B86-03C65AE6178B}"/>
          </ac:spMkLst>
        </pc:spChg>
        <pc:spChg chg="add mod ord">
          <ac:chgData name="DOWTY, PETER (DNR)" userId="01cf875a-4e15-4928-8f93-7a0dfa1efb6b" providerId="ADAL" clId="{E9054DD1-CDF4-4BE2-A4C5-BD4B0395A89E}" dt="2026-07-30T18:20:47.864" v="22254" actId="207"/>
          <ac:spMkLst>
            <pc:docMk/>
            <pc:sldMk cId="843958716" sldId="335"/>
            <ac:spMk id="46" creationId="{17AF2347-88C9-9A46-DA0A-C77F4C26C95D}"/>
          </ac:spMkLst>
        </pc:spChg>
        <pc:grpChg chg="add mod">
          <ac:chgData name="DOWTY, PETER (DNR)" userId="01cf875a-4e15-4928-8f93-7a0dfa1efb6b" providerId="ADAL" clId="{E9054DD1-CDF4-4BE2-A4C5-BD4B0395A89E}" dt="2026-07-28T15:09:31.067" v="22165" actId="1076"/>
          <ac:grpSpMkLst>
            <pc:docMk/>
            <pc:sldMk cId="843958716" sldId="335"/>
            <ac:grpSpMk id="2" creationId="{FAC3FE66-46DB-12E3-59BE-8822CBFF7FA2}"/>
          </ac:grpSpMkLst>
        </pc:grpChg>
        <pc:grpChg chg="add mod">
          <ac:chgData name="DOWTY, PETER (DNR)" userId="01cf875a-4e15-4928-8f93-7a0dfa1efb6b" providerId="ADAL" clId="{E9054DD1-CDF4-4BE2-A4C5-BD4B0395A89E}" dt="2026-07-27T16:10:43.707" v="21876" actId="1076"/>
          <ac:grpSpMkLst>
            <pc:docMk/>
            <pc:sldMk cId="843958716" sldId="335"/>
            <ac:grpSpMk id="9" creationId="{EA27EE1B-9839-6AFF-2923-BFAC40BE3B87}"/>
          </ac:grpSpMkLst>
        </pc:grpChg>
        <pc:grpChg chg="add mod">
          <ac:chgData name="DOWTY, PETER (DNR)" userId="01cf875a-4e15-4928-8f93-7a0dfa1efb6b" providerId="ADAL" clId="{E9054DD1-CDF4-4BE2-A4C5-BD4B0395A89E}" dt="2026-07-27T16:19:54.530" v="21930" actId="1076"/>
          <ac:grpSpMkLst>
            <pc:docMk/>
            <pc:sldMk cId="843958716" sldId="335"/>
            <ac:grpSpMk id="12" creationId="{6D8F2836-1060-D197-6E15-768838A7800E}"/>
          </ac:grpSpMkLst>
        </pc:grpChg>
        <pc:grpChg chg="add mod">
          <ac:chgData name="DOWTY, PETER (DNR)" userId="01cf875a-4e15-4928-8f93-7a0dfa1efb6b" providerId="ADAL" clId="{E9054DD1-CDF4-4BE2-A4C5-BD4B0395A89E}" dt="2026-07-27T16:22:17.261" v="21934" actId="1076"/>
          <ac:grpSpMkLst>
            <pc:docMk/>
            <pc:sldMk cId="843958716" sldId="335"/>
            <ac:grpSpMk id="15" creationId="{E03C9DDF-1D80-7564-4FA7-A7AFA037A076}"/>
          </ac:grpSpMkLst>
        </pc:grpChg>
        <pc:grpChg chg="add mod">
          <ac:chgData name="DOWTY, PETER (DNR)" userId="01cf875a-4e15-4928-8f93-7a0dfa1efb6b" providerId="ADAL" clId="{E9054DD1-CDF4-4BE2-A4C5-BD4B0395A89E}" dt="2026-07-27T16:25:09.656" v="21938" actId="1076"/>
          <ac:grpSpMkLst>
            <pc:docMk/>
            <pc:sldMk cId="843958716" sldId="335"/>
            <ac:grpSpMk id="18" creationId="{7D7CF51A-CDB2-E23D-D10F-88643B07E217}"/>
          </ac:grpSpMkLst>
        </pc:grpChg>
        <pc:grpChg chg="add mod">
          <ac:chgData name="DOWTY, PETER (DNR)" userId="01cf875a-4e15-4928-8f93-7a0dfa1efb6b" providerId="ADAL" clId="{E9054DD1-CDF4-4BE2-A4C5-BD4B0395A89E}" dt="2026-07-27T16:22:27.249" v="21936" actId="1076"/>
          <ac:grpSpMkLst>
            <pc:docMk/>
            <pc:sldMk cId="843958716" sldId="335"/>
            <ac:grpSpMk id="22" creationId="{F609D1C0-665D-13F2-A977-327BCB1A2FC6}"/>
          </ac:grpSpMkLst>
        </pc:grpChg>
        <pc:grpChg chg="add mod">
          <ac:chgData name="DOWTY, PETER (DNR)" userId="01cf875a-4e15-4928-8f93-7a0dfa1efb6b" providerId="ADAL" clId="{E9054DD1-CDF4-4BE2-A4C5-BD4B0395A89E}" dt="2026-07-28T15:09:10.744" v="22162" actId="1076"/>
          <ac:grpSpMkLst>
            <pc:docMk/>
            <pc:sldMk cId="843958716" sldId="335"/>
            <ac:grpSpMk id="28" creationId="{E72DD109-8B76-E327-ADE8-803963A70DC4}"/>
          </ac:grpSpMkLst>
        </pc:grpChg>
        <pc:picChg chg="mod">
          <ac:chgData name="DOWTY, PETER (DNR)" userId="01cf875a-4e15-4928-8f93-7a0dfa1efb6b" providerId="ADAL" clId="{E9054DD1-CDF4-4BE2-A4C5-BD4B0395A89E}" dt="2026-07-28T15:08:22.360" v="22151"/>
          <ac:picMkLst>
            <pc:docMk/>
            <pc:sldMk cId="843958716" sldId="335"/>
            <ac:picMk id="3" creationId="{189681AF-8506-9987-284C-A680C7D68218}"/>
          </ac:picMkLst>
        </pc:picChg>
        <pc:picChg chg="mod topLvl">
          <ac:chgData name="DOWTY, PETER (DNR)" userId="01cf875a-4e15-4928-8f93-7a0dfa1efb6b" providerId="ADAL" clId="{E9054DD1-CDF4-4BE2-A4C5-BD4B0395A89E}" dt="2026-07-28T15:09:07.464" v="22161" actId="164"/>
          <ac:picMkLst>
            <pc:docMk/>
            <pc:sldMk cId="843958716" sldId="335"/>
            <ac:picMk id="5" creationId="{87733E3D-81F5-3733-B595-232F4CDFDB97}"/>
          </ac:picMkLst>
        </pc:picChg>
        <pc:picChg chg="mod">
          <ac:chgData name="DOWTY, PETER (DNR)" userId="01cf875a-4e15-4928-8f93-7a0dfa1efb6b" providerId="ADAL" clId="{E9054DD1-CDF4-4BE2-A4C5-BD4B0395A89E}" dt="2026-07-27T16:10:14.181" v="21866"/>
          <ac:picMkLst>
            <pc:docMk/>
            <pc:sldMk cId="843958716" sldId="335"/>
            <ac:picMk id="10" creationId="{E37B015F-7B8D-4F65-9228-9C3DCF5B0EDD}"/>
          </ac:picMkLst>
        </pc:picChg>
        <pc:picChg chg="mod">
          <ac:chgData name="DOWTY, PETER (DNR)" userId="01cf875a-4e15-4928-8f93-7a0dfa1efb6b" providerId="ADAL" clId="{E9054DD1-CDF4-4BE2-A4C5-BD4B0395A89E}" dt="2026-07-28T15:08:00.473" v="22150" actId="1076"/>
          <ac:picMkLst>
            <pc:docMk/>
            <pc:sldMk cId="843958716" sldId="335"/>
            <ac:picMk id="13" creationId="{7C5EA22C-B6EB-650D-C0E8-C7E3ED79ABEB}"/>
          </ac:picMkLst>
        </pc:picChg>
        <pc:picChg chg="mod">
          <ac:chgData name="DOWTY, PETER (DNR)" userId="01cf875a-4e15-4928-8f93-7a0dfa1efb6b" providerId="ADAL" clId="{E9054DD1-CDF4-4BE2-A4C5-BD4B0395A89E}" dt="2026-07-27T16:10:55.654" v="21883"/>
          <ac:picMkLst>
            <pc:docMk/>
            <pc:sldMk cId="843958716" sldId="335"/>
            <ac:picMk id="16" creationId="{FDA5A99F-0BD6-9276-A5A8-5C9A55BADDB2}"/>
          </ac:picMkLst>
        </pc:picChg>
        <pc:picChg chg="mod">
          <ac:chgData name="DOWTY, PETER (DNR)" userId="01cf875a-4e15-4928-8f93-7a0dfa1efb6b" providerId="ADAL" clId="{E9054DD1-CDF4-4BE2-A4C5-BD4B0395A89E}" dt="2026-07-28T15:08:00.473" v="22150" actId="1076"/>
          <ac:picMkLst>
            <pc:docMk/>
            <pc:sldMk cId="843958716" sldId="335"/>
            <ac:picMk id="19" creationId="{BE4B015F-AB47-B988-0642-94EEA58FDBA2}"/>
          </ac:picMkLst>
        </pc:picChg>
        <pc:picChg chg="mod">
          <ac:chgData name="DOWTY, PETER (DNR)" userId="01cf875a-4e15-4928-8f93-7a0dfa1efb6b" providerId="ADAL" clId="{E9054DD1-CDF4-4BE2-A4C5-BD4B0395A89E}" dt="2026-07-28T15:08:00.473" v="22150" actId="1076"/>
          <ac:picMkLst>
            <pc:docMk/>
            <pc:sldMk cId="843958716" sldId="335"/>
            <ac:picMk id="20" creationId="{B248F74B-95C8-B660-2AEF-9302368A0021}"/>
          </ac:picMkLst>
        </pc:picChg>
        <pc:picChg chg="mod">
          <ac:chgData name="DOWTY, PETER (DNR)" userId="01cf875a-4e15-4928-8f93-7a0dfa1efb6b" providerId="ADAL" clId="{E9054DD1-CDF4-4BE2-A4C5-BD4B0395A89E}" dt="2026-07-27T16:13:29.728" v="21892"/>
          <ac:picMkLst>
            <pc:docMk/>
            <pc:sldMk cId="843958716" sldId="335"/>
            <ac:picMk id="21" creationId="{2EC8A7CC-3056-AB96-C754-AE9B8E5A52BE}"/>
          </ac:picMkLst>
        </pc:picChg>
        <pc:picChg chg="mod">
          <ac:chgData name="DOWTY, PETER (DNR)" userId="01cf875a-4e15-4928-8f93-7a0dfa1efb6b" providerId="ADAL" clId="{E9054DD1-CDF4-4BE2-A4C5-BD4B0395A89E}" dt="2026-07-27T16:14:06.257" v="21894"/>
          <ac:picMkLst>
            <pc:docMk/>
            <pc:sldMk cId="843958716" sldId="335"/>
            <ac:picMk id="23" creationId="{06836ECB-82D1-AFB4-C6F4-8933823A3A12}"/>
          </ac:picMkLst>
        </pc:picChg>
        <pc:picChg chg="add mod">
          <ac:chgData name="DOWTY, PETER (DNR)" userId="01cf875a-4e15-4928-8f93-7a0dfa1efb6b" providerId="ADAL" clId="{E9054DD1-CDF4-4BE2-A4C5-BD4B0395A89E}" dt="2026-07-28T15:09:21.829" v="22164" actId="1076"/>
          <ac:picMkLst>
            <pc:docMk/>
            <pc:sldMk cId="843958716" sldId="335"/>
            <ac:picMk id="25" creationId="{90EC0128-EFB4-5579-E81A-AB98DEF455D0}"/>
          </ac:picMkLst>
        </pc:picChg>
        <pc:picChg chg="add del mod">
          <ac:chgData name="DOWTY, PETER (DNR)" userId="01cf875a-4e15-4928-8f93-7a0dfa1efb6b" providerId="ADAL" clId="{E9054DD1-CDF4-4BE2-A4C5-BD4B0395A89E}" dt="2026-07-28T15:08:00.473" v="22150" actId="1076"/>
          <ac:picMkLst>
            <pc:docMk/>
            <pc:sldMk cId="843958716" sldId="335"/>
            <ac:picMk id="36" creationId="{C5A29F49-1955-0668-B13A-538A5A9C3553}"/>
          </ac:picMkLst>
        </pc:picChg>
        <pc:picChg chg="add mod">
          <ac:chgData name="DOWTY, PETER (DNR)" userId="01cf875a-4e15-4928-8f93-7a0dfa1efb6b" providerId="ADAL" clId="{E9054DD1-CDF4-4BE2-A4C5-BD4B0395A89E}" dt="2026-07-28T15:14:18.849" v="22192" actId="14100"/>
          <ac:picMkLst>
            <pc:docMk/>
            <pc:sldMk cId="843958716" sldId="335"/>
            <ac:picMk id="37" creationId="{ACB7D1A5-CEBB-4693-046C-7AA163F87254}"/>
          </ac:picMkLst>
        </pc:picChg>
        <pc:picChg chg="add del mod">
          <ac:chgData name="DOWTY, PETER (DNR)" userId="01cf875a-4e15-4928-8f93-7a0dfa1efb6b" providerId="ADAL" clId="{E9054DD1-CDF4-4BE2-A4C5-BD4B0395A89E}" dt="2026-07-27T16:17:40.414" v="21920" actId="1076"/>
          <ac:picMkLst>
            <pc:docMk/>
            <pc:sldMk cId="843958716" sldId="335"/>
            <ac:picMk id="38" creationId="{7E3B2545-376A-0399-8022-85B8829EC9CA}"/>
          </ac:picMkLst>
        </pc:picChg>
        <pc:picChg chg="add mod">
          <ac:chgData name="DOWTY, PETER (DNR)" userId="01cf875a-4e15-4928-8f93-7a0dfa1efb6b" providerId="ADAL" clId="{E9054DD1-CDF4-4BE2-A4C5-BD4B0395A89E}" dt="2026-07-28T15:14:22.494" v="22193" actId="1076"/>
          <ac:picMkLst>
            <pc:docMk/>
            <pc:sldMk cId="843958716" sldId="335"/>
            <ac:picMk id="39" creationId="{FC6B4405-26AB-5771-7E10-54413C4EB3E0}"/>
          </ac:picMkLst>
        </pc:picChg>
        <pc:cxnChg chg="add mod">
          <ac:chgData name="DOWTY, PETER (DNR)" userId="01cf875a-4e15-4928-8f93-7a0dfa1efb6b" providerId="ADAL" clId="{E9054DD1-CDF4-4BE2-A4C5-BD4B0395A89E}" dt="2026-07-30T18:20:24.629" v="22253" actId="693"/>
          <ac:cxnSpMkLst>
            <pc:docMk/>
            <pc:sldMk cId="843958716" sldId="335"/>
            <ac:cxnSpMk id="26" creationId="{1ADACAFF-3157-CB0B-F47B-DF5B0A74FE16}"/>
          </ac:cxnSpMkLst>
        </pc:cxnChg>
        <pc:cxnChg chg="add mod">
          <ac:chgData name="DOWTY, PETER (DNR)" userId="01cf875a-4e15-4928-8f93-7a0dfa1efb6b" providerId="ADAL" clId="{E9054DD1-CDF4-4BE2-A4C5-BD4B0395A89E}" dt="2026-07-27T16:27:43.858" v="21956" actId="208"/>
          <ac:cxnSpMkLst>
            <pc:docMk/>
            <pc:sldMk cId="843958716" sldId="335"/>
            <ac:cxnSpMk id="45" creationId="{33E0528D-0B12-F5D3-DCCA-27D8F0839B78}"/>
          </ac:cxnSpMkLst>
        </pc:cxnChg>
        <pc:cxnChg chg="add mod">
          <ac:chgData name="DOWTY, PETER (DNR)" userId="01cf875a-4e15-4928-8f93-7a0dfa1efb6b" providerId="ADAL" clId="{E9054DD1-CDF4-4BE2-A4C5-BD4B0395A89E}" dt="2026-07-27T16:27:43.858" v="21956" actId="208"/>
          <ac:cxnSpMkLst>
            <pc:docMk/>
            <pc:sldMk cId="843958716" sldId="335"/>
            <ac:cxnSpMk id="47" creationId="{F1112C8F-EFBF-F743-6E2C-87A599E20A27}"/>
          </ac:cxnSpMkLst>
        </pc:cxnChg>
        <pc:cxnChg chg="add mod">
          <ac:chgData name="DOWTY, PETER (DNR)" userId="01cf875a-4e15-4928-8f93-7a0dfa1efb6b" providerId="ADAL" clId="{E9054DD1-CDF4-4BE2-A4C5-BD4B0395A89E}" dt="2026-07-27T16:27:43.858" v="21956" actId="208"/>
          <ac:cxnSpMkLst>
            <pc:docMk/>
            <pc:sldMk cId="843958716" sldId="335"/>
            <ac:cxnSpMk id="49" creationId="{CC40AF56-C3D1-ABF0-81DE-DE0C361953A4}"/>
          </ac:cxnSpMkLst>
        </pc:cxnChg>
        <pc:cxnChg chg="add mod">
          <ac:chgData name="DOWTY, PETER (DNR)" userId="01cf875a-4e15-4928-8f93-7a0dfa1efb6b" providerId="ADAL" clId="{E9054DD1-CDF4-4BE2-A4C5-BD4B0395A89E}" dt="2026-07-27T16:27:43.858" v="21956" actId="208"/>
          <ac:cxnSpMkLst>
            <pc:docMk/>
            <pc:sldMk cId="843958716" sldId="335"/>
            <ac:cxnSpMk id="51" creationId="{1EA642F5-0E15-8127-C5C0-76FC24FCF01A}"/>
          </ac:cxnSpMkLst>
        </pc:cxnChg>
        <pc:cxnChg chg="add mod">
          <ac:chgData name="DOWTY, PETER (DNR)" userId="01cf875a-4e15-4928-8f93-7a0dfa1efb6b" providerId="ADAL" clId="{E9054DD1-CDF4-4BE2-A4C5-BD4B0395A89E}" dt="2026-07-27T16:28:31.352" v="21960" actId="693"/>
          <ac:cxnSpMkLst>
            <pc:docMk/>
            <pc:sldMk cId="843958716" sldId="335"/>
            <ac:cxnSpMk id="53" creationId="{844EEAC9-8C59-E62F-5F23-EB6CA5030E11}"/>
          </ac:cxnSpMkLst>
        </pc:cxnChg>
        <pc:cxnChg chg="add mod">
          <ac:chgData name="DOWTY, PETER (DNR)" userId="01cf875a-4e15-4928-8f93-7a0dfa1efb6b" providerId="ADAL" clId="{E9054DD1-CDF4-4BE2-A4C5-BD4B0395A89E}" dt="2026-07-27T16:28:31.352" v="21960" actId="693"/>
          <ac:cxnSpMkLst>
            <pc:docMk/>
            <pc:sldMk cId="843958716" sldId="335"/>
            <ac:cxnSpMk id="55" creationId="{9CC931E7-068E-B702-415E-BD37DB3C2D8A}"/>
          </ac:cxnSpMkLst>
        </pc:cxnChg>
        <pc:cxnChg chg="add mod">
          <ac:chgData name="DOWTY, PETER (DNR)" userId="01cf875a-4e15-4928-8f93-7a0dfa1efb6b" providerId="ADAL" clId="{E9054DD1-CDF4-4BE2-A4C5-BD4B0395A89E}" dt="2026-07-27T16:30:55.437" v="21995"/>
          <ac:cxnSpMkLst>
            <pc:docMk/>
            <pc:sldMk cId="843958716" sldId="335"/>
            <ac:cxnSpMk id="56" creationId="{F254F05C-0811-7E35-0426-3868A13ACF1B}"/>
          </ac:cxnSpMkLst>
        </pc:cxnChg>
      </pc:sldChg>
      <pc:sldChg chg="addSp delSp modSp add mod ord">
        <pc:chgData name="DOWTY, PETER (DNR)" userId="01cf875a-4e15-4928-8f93-7a0dfa1efb6b" providerId="ADAL" clId="{E9054DD1-CDF4-4BE2-A4C5-BD4B0395A89E}" dt="2026-08-12T20:23:38.299" v="25580"/>
        <pc:sldMkLst>
          <pc:docMk/>
          <pc:sldMk cId="3234048176" sldId="336"/>
        </pc:sldMkLst>
        <pc:spChg chg="mod">
          <ac:chgData name="DOWTY, PETER (DNR)" userId="01cf875a-4e15-4928-8f93-7a0dfa1efb6b" providerId="ADAL" clId="{E9054DD1-CDF4-4BE2-A4C5-BD4B0395A89E}" dt="2026-07-28T15:29:34.758" v="22251" actId="1076"/>
          <ac:spMkLst>
            <pc:docMk/>
            <pc:sldMk cId="3234048176" sldId="336"/>
            <ac:spMk id="6" creationId="{82C18556-20BD-EE39-26F6-8CC0A10B35EE}"/>
          </ac:spMkLst>
        </pc:spChg>
        <pc:spChg chg="mod">
          <ac:chgData name="DOWTY, PETER (DNR)" userId="01cf875a-4e15-4928-8f93-7a0dfa1efb6b" providerId="ADAL" clId="{E9054DD1-CDF4-4BE2-A4C5-BD4B0395A89E}" dt="2026-07-28T15:29:34.758" v="22251" actId="1076"/>
          <ac:spMkLst>
            <pc:docMk/>
            <pc:sldMk cId="3234048176" sldId="336"/>
            <ac:spMk id="7" creationId="{6785D50E-586C-31FA-215C-836481A6C880}"/>
          </ac:spMkLst>
        </pc:spChg>
        <pc:spChg chg="mod">
          <ac:chgData name="DOWTY, PETER (DNR)" userId="01cf875a-4e15-4928-8f93-7a0dfa1efb6b" providerId="ADAL" clId="{E9054DD1-CDF4-4BE2-A4C5-BD4B0395A89E}" dt="2026-07-28T15:29:34.758" v="22251" actId="1076"/>
          <ac:spMkLst>
            <pc:docMk/>
            <pc:sldMk cId="3234048176" sldId="336"/>
            <ac:spMk id="11" creationId="{03309E6C-60D3-8240-8C78-DBBFCC4E9A85}"/>
          </ac:spMkLst>
        </pc:spChg>
        <pc:spChg chg="mod">
          <ac:chgData name="DOWTY, PETER (DNR)" userId="01cf875a-4e15-4928-8f93-7a0dfa1efb6b" providerId="ADAL" clId="{E9054DD1-CDF4-4BE2-A4C5-BD4B0395A89E}" dt="2026-07-28T15:29:34.758" v="22251" actId="1076"/>
          <ac:spMkLst>
            <pc:docMk/>
            <pc:sldMk cId="3234048176" sldId="336"/>
            <ac:spMk id="14" creationId="{F1A8B172-6C40-C5C2-546F-FADE822D08FB}"/>
          </ac:spMkLst>
        </pc:spChg>
        <pc:spChg chg="mod">
          <ac:chgData name="DOWTY, PETER (DNR)" userId="01cf875a-4e15-4928-8f93-7a0dfa1efb6b" providerId="ADAL" clId="{E9054DD1-CDF4-4BE2-A4C5-BD4B0395A89E}" dt="2026-07-28T15:29:34.758" v="22251" actId="1076"/>
          <ac:spMkLst>
            <pc:docMk/>
            <pc:sldMk cId="3234048176" sldId="336"/>
            <ac:spMk id="17" creationId="{80ECCF23-AC28-5A31-850B-7AF677E1BF09}"/>
          </ac:spMkLst>
        </pc:spChg>
        <pc:spChg chg="mod topLvl">
          <ac:chgData name="DOWTY, PETER (DNR)" userId="01cf875a-4e15-4928-8f93-7a0dfa1efb6b" providerId="ADAL" clId="{E9054DD1-CDF4-4BE2-A4C5-BD4B0395A89E}" dt="2026-07-28T15:29:34.758" v="22251" actId="1076"/>
          <ac:spMkLst>
            <pc:docMk/>
            <pc:sldMk cId="3234048176" sldId="336"/>
            <ac:spMk id="27" creationId="{2C57027D-E2D7-F7A5-2D30-6B69C7E1DB6A}"/>
          </ac:spMkLst>
        </pc:spChg>
        <pc:spChg chg="mod">
          <ac:chgData name="DOWTY, PETER (DNR)" userId="01cf875a-4e15-4928-8f93-7a0dfa1efb6b" providerId="ADAL" clId="{E9054DD1-CDF4-4BE2-A4C5-BD4B0395A89E}" dt="2026-07-28T15:29:34.758" v="22251" actId="1076"/>
          <ac:spMkLst>
            <pc:docMk/>
            <pc:sldMk cId="3234048176" sldId="336"/>
            <ac:spMk id="33" creationId="{66833F49-0E05-D98D-43C3-19BEBB0580D4}"/>
          </ac:spMkLst>
        </pc:spChg>
        <pc:spChg chg="add mod">
          <ac:chgData name="DOWTY, PETER (DNR)" userId="01cf875a-4e15-4928-8f93-7a0dfa1efb6b" providerId="ADAL" clId="{E9054DD1-CDF4-4BE2-A4C5-BD4B0395A89E}" dt="2026-07-28T15:29:34.758" v="22251" actId="1076"/>
          <ac:spMkLst>
            <pc:docMk/>
            <pc:sldMk cId="3234048176" sldId="336"/>
            <ac:spMk id="79" creationId="{4FE6923A-DBB5-42F6-85F5-E63F6AF37A01}"/>
          </ac:spMkLst>
        </pc:spChg>
        <pc:spChg chg="add mod">
          <ac:chgData name="DOWTY, PETER (DNR)" userId="01cf875a-4e15-4928-8f93-7a0dfa1efb6b" providerId="ADAL" clId="{E9054DD1-CDF4-4BE2-A4C5-BD4B0395A89E}" dt="2026-07-28T15:29:34.758" v="22251" actId="1076"/>
          <ac:spMkLst>
            <pc:docMk/>
            <pc:sldMk cId="3234048176" sldId="336"/>
            <ac:spMk id="81" creationId="{24FF3362-1627-FF88-05C1-D8D9CAC0C72F}"/>
          </ac:spMkLst>
        </pc:spChg>
        <pc:spChg chg="add mod">
          <ac:chgData name="DOWTY, PETER (DNR)" userId="01cf875a-4e15-4928-8f93-7a0dfa1efb6b" providerId="ADAL" clId="{E9054DD1-CDF4-4BE2-A4C5-BD4B0395A89E}" dt="2026-07-28T15:29:34.758" v="22251" actId="1076"/>
          <ac:spMkLst>
            <pc:docMk/>
            <pc:sldMk cId="3234048176" sldId="336"/>
            <ac:spMk id="83" creationId="{D2605390-7287-64E4-2497-0C71B78FC64C}"/>
          </ac:spMkLst>
        </pc:spChg>
        <pc:grpChg chg="add mod">
          <ac:chgData name="DOWTY, PETER (DNR)" userId="01cf875a-4e15-4928-8f93-7a0dfa1efb6b" providerId="ADAL" clId="{E9054DD1-CDF4-4BE2-A4C5-BD4B0395A89E}" dt="2026-07-27T16:35:29.098" v="22067" actId="554"/>
          <ac:grpSpMkLst>
            <pc:docMk/>
            <pc:sldMk cId="3234048176" sldId="336"/>
            <ac:grpSpMk id="2" creationId="{1192C1A8-176B-8276-FFBF-4164B087FF65}"/>
          </ac:grpSpMkLst>
        </pc:grpChg>
        <pc:grpChg chg="mod">
          <ac:chgData name="DOWTY, PETER (DNR)" userId="01cf875a-4e15-4928-8f93-7a0dfa1efb6b" providerId="ADAL" clId="{E9054DD1-CDF4-4BE2-A4C5-BD4B0395A89E}" dt="2026-07-27T16:35:29.098" v="22067" actId="554"/>
          <ac:grpSpMkLst>
            <pc:docMk/>
            <pc:sldMk cId="3234048176" sldId="336"/>
            <ac:grpSpMk id="9" creationId="{99B8F716-88F4-D14C-380E-888B4DD6A76A}"/>
          </ac:grpSpMkLst>
        </pc:grpChg>
        <pc:grpChg chg="mod">
          <ac:chgData name="DOWTY, PETER (DNR)" userId="01cf875a-4e15-4928-8f93-7a0dfa1efb6b" providerId="ADAL" clId="{E9054DD1-CDF4-4BE2-A4C5-BD4B0395A89E}" dt="2026-07-27T16:36:05.150" v="22074" actId="1076"/>
          <ac:grpSpMkLst>
            <pc:docMk/>
            <pc:sldMk cId="3234048176" sldId="336"/>
            <ac:grpSpMk id="12" creationId="{F3062666-766A-DF76-606A-6FA06B8F7284}"/>
          </ac:grpSpMkLst>
        </pc:grpChg>
        <pc:grpChg chg="mod">
          <ac:chgData name="DOWTY, PETER (DNR)" userId="01cf875a-4e15-4928-8f93-7a0dfa1efb6b" providerId="ADAL" clId="{E9054DD1-CDF4-4BE2-A4C5-BD4B0395A89E}" dt="2026-07-27T16:36:05.150" v="22074" actId="1076"/>
          <ac:grpSpMkLst>
            <pc:docMk/>
            <pc:sldMk cId="3234048176" sldId="336"/>
            <ac:grpSpMk id="15" creationId="{DCA46105-5072-6E76-F154-DEB97D29B46E}"/>
          </ac:grpSpMkLst>
        </pc:grpChg>
        <pc:grpChg chg="mod">
          <ac:chgData name="DOWTY, PETER (DNR)" userId="01cf875a-4e15-4928-8f93-7a0dfa1efb6b" providerId="ADAL" clId="{E9054DD1-CDF4-4BE2-A4C5-BD4B0395A89E}" dt="2026-07-27T16:36:24.078" v="22076" actId="1076"/>
          <ac:grpSpMkLst>
            <pc:docMk/>
            <pc:sldMk cId="3234048176" sldId="336"/>
            <ac:grpSpMk id="18" creationId="{CF495FDD-5017-36AE-3546-EAE98E1B3725}"/>
          </ac:grpSpMkLst>
        </pc:grpChg>
        <pc:grpChg chg="add mod">
          <ac:chgData name="DOWTY, PETER (DNR)" userId="01cf875a-4e15-4928-8f93-7a0dfa1efb6b" providerId="ADAL" clId="{E9054DD1-CDF4-4BE2-A4C5-BD4B0395A89E}" dt="2026-07-27T16:35:59.197" v="22073" actId="1076"/>
          <ac:grpSpMkLst>
            <pc:docMk/>
            <pc:sldMk cId="3234048176" sldId="336"/>
            <ac:grpSpMk id="28" creationId="{1AE11533-2540-9397-18F5-AF8D37F47947}"/>
          </ac:grpSpMkLst>
        </pc:grpChg>
        <pc:grpChg chg="add mod">
          <ac:chgData name="DOWTY, PETER (DNR)" userId="01cf875a-4e15-4928-8f93-7a0dfa1efb6b" providerId="ADAL" clId="{E9054DD1-CDF4-4BE2-A4C5-BD4B0395A89E}" dt="2026-07-27T16:36:45.003" v="22079" actId="1076"/>
          <ac:grpSpMkLst>
            <pc:docMk/>
            <pc:sldMk cId="3234048176" sldId="336"/>
            <ac:grpSpMk id="29" creationId="{F57787AA-0986-3B13-3BE5-E936BA6ABBDE}"/>
          </ac:grpSpMkLst>
        </pc:grpChg>
        <pc:grpChg chg="add mod">
          <ac:chgData name="DOWTY, PETER (DNR)" userId="01cf875a-4e15-4928-8f93-7a0dfa1efb6b" providerId="ADAL" clId="{E9054DD1-CDF4-4BE2-A4C5-BD4B0395A89E}" dt="2026-07-27T16:36:30.533" v="22078" actId="1076"/>
          <ac:grpSpMkLst>
            <pc:docMk/>
            <pc:sldMk cId="3234048176" sldId="336"/>
            <ac:grpSpMk id="42" creationId="{A4CFA61C-A8C4-C1E0-61F8-5D0AF7D8C0AE}"/>
          </ac:grpSpMkLst>
        </pc:grpChg>
        <pc:picChg chg="mod">
          <ac:chgData name="DOWTY, PETER (DNR)" userId="01cf875a-4e15-4928-8f93-7a0dfa1efb6b" providerId="ADAL" clId="{E9054DD1-CDF4-4BE2-A4C5-BD4B0395A89E}" dt="2026-07-27T16:32:24.120" v="21997"/>
          <ac:picMkLst>
            <pc:docMk/>
            <pc:sldMk cId="3234048176" sldId="336"/>
            <ac:picMk id="3" creationId="{87678C0B-9879-DD51-CD90-226EF3289482}"/>
          </ac:picMkLst>
        </pc:picChg>
        <pc:picChg chg="mod">
          <ac:chgData name="DOWTY, PETER (DNR)" userId="01cf875a-4e15-4928-8f93-7a0dfa1efb6b" providerId="ADAL" clId="{E9054DD1-CDF4-4BE2-A4C5-BD4B0395A89E}" dt="2026-07-27T16:36:05.150" v="22074" actId="1076"/>
          <ac:picMkLst>
            <pc:docMk/>
            <pc:sldMk cId="3234048176" sldId="336"/>
            <ac:picMk id="13" creationId="{6BF3FF1F-0423-C29A-6CAA-973C8E7CAB58}"/>
          </ac:picMkLst>
        </pc:picChg>
        <pc:picChg chg="mod">
          <ac:chgData name="DOWTY, PETER (DNR)" userId="01cf875a-4e15-4928-8f93-7a0dfa1efb6b" providerId="ADAL" clId="{E9054DD1-CDF4-4BE2-A4C5-BD4B0395A89E}" dt="2026-07-27T16:36:05.150" v="22074" actId="1076"/>
          <ac:picMkLst>
            <pc:docMk/>
            <pc:sldMk cId="3234048176" sldId="336"/>
            <ac:picMk id="16" creationId="{5AE0CBFD-54F9-7171-3449-112B2436DB86}"/>
          </ac:picMkLst>
        </pc:picChg>
        <pc:picChg chg="mod topLvl">
          <ac:chgData name="DOWTY, PETER (DNR)" userId="01cf875a-4e15-4928-8f93-7a0dfa1efb6b" providerId="ADAL" clId="{E9054DD1-CDF4-4BE2-A4C5-BD4B0395A89E}" dt="2026-07-27T16:33:35.933" v="22047" actId="164"/>
          <ac:picMkLst>
            <pc:docMk/>
            <pc:sldMk cId="3234048176" sldId="336"/>
            <ac:picMk id="25" creationId="{C3827256-7AEA-BB0A-1DAB-796770981DE2}"/>
          </ac:picMkLst>
        </pc:picChg>
        <pc:picChg chg="mod">
          <ac:chgData name="DOWTY, PETER (DNR)" userId="01cf875a-4e15-4928-8f93-7a0dfa1efb6b" providerId="ADAL" clId="{E9054DD1-CDF4-4BE2-A4C5-BD4B0395A89E}" dt="2026-07-27T16:36:05.150" v="22074" actId="1076"/>
          <ac:picMkLst>
            <pc:docMk/>
            <pc:sldMk cId="3234048176" sldId="336"/>
            <ac:picMk id="31" creationId="{5BE0CCBF-DF6E-C4E3-34E2-3A7900EE8EF8}"/>
          </ac:picMkLst>
        </pc:picChg>
        <pc:picChg chg="mod">
          <ac:chgData name="DOWTY, PETER (DNR)" userId="01cf875a-4e15-4928-8f93-7a0dfa1efb6b" providerId="ADAL" clId="{E9054DD1-CDF4-4BE2-A4C5-BD4B0395A89E}" dt="2026-07-27T16:34:05.200" v="22053" actId="1076"/>
          <ac:picMkLst>
            <pc:docMk/>
            <pc:sldMk cId="3234048176" sldId="336"/>
            <ac:picMk id="34" creationId="{51938B2E-5CEC-EE2B-A144-FAD2B18C85D4}"/>
          </ac:picMkLst>
        </pc:picChg>
        <pc:picChg chg="mod">
          <ac:chgData name="DOWTY, PETER (DNR)" userId="01cf875a-4e15-4928-8f93-7a0dfa1efb6b" providerId="ADAL" clId="{E9054DD1-CDF4-4BE2-A4C5-BD4B0395A89E}" dt="2026-07-27T16:36:14.275" v="22075" actId="1076"/>
          <ac:picMkLst>
            <pc:docMk/>
            <pc:sldMk cId="3234048176" sldId="336"/>
            <ac:picMk id="36" creationId="{C070FEE6-9624-12DB-001E-4303F219F2B5}"/>
          </ac:picMkLst>
        </pc:picChg>
        <pc:picChg chg="mod">
          <ac:chgData name="DOWTY, PETER (DNR)" userId="01cf875a-4e15-4928-8f93-7a0dfa1efb6b" providerId="ADAL" clId="{E9054DD1-CDF4-4BE2-A4C5-BD4B0395A89E}" dt="2026-07-27T16:36:25.648" v="22077"/>
          <ac:picMkLst>
            <pc:docMk/>
            <pc:sldMk cId="3234048176" sldId="336"/>
            <ac:picMk id="44" creationId="{EAB83F35-09CF-8F8B-5CDB-3C410EB6AA36}"/>
          </ac:picMkLst>
        </pc:picChg>
        <pc:picChg chg="mod">
          <ac:chgData name="DOWTY, PETER (DNR)" userId="01cf875a-4e15-4928-8f93-7a0dfa1efb6b" providerId="ADAL" clId="{E9054DD1-CDF4-4BE2-A4C5-BD4B0395A89E}" dt="2026-07-27T16:36:25.648" v="22077"/>
          <ac:picMkLst>
            <pc:docMk/>
            <pc:sldMk cId="3234048176" sldId="336"/>
            <ac:picMk id="46" creationId="{32476ABE-A361-C168-ABCA-6DE8C3CCF8B6}"/>
          </ac:picMkLst>
        </pc:picChg>
        <pc:picChg chg="mod">
          <ac:chgData name="DOWTY, PETER (DNR)" userId="01cf875a-4e15-4928-8f93-7a0dfa1efb6b" providerId="ADAL" clId="{E9054DD1-CDF4-4BE2-A4C5-BD4B0395A89E}" dt="2026-07-27T16:36:25.648" v="22077"/>
          <ac:picMkLst>
            <pc:docMk/>
            <pc:sldMk cId="3234048176" sldId="336"/>
            <ac:picMk id="48" creationId="{82DD88B2-AB62-2319-64DC-F41234F0C23F}"/>
          </ac:picMkLst>
        </pc:picChg>
        <pc:cxnChg chg="add ord">
          <ac:chgData name="DOWTY, PETER (DNR)" userId="01cf875a-4e15-4928-8f93-7a0dfa1efb6b" providerId="ADAL" clId="{E9054DD1-CDF4-4BE2-A4C5-BD4B0395A89E}" dt="2026-07-27T16:39:21.774" v="22101" actId="166"/>
          <ac:cxnSpMkLst>
            <pc:docMk/>
            <pc:sldMk cId="3234048176" sldId="336"/>
            <ac:cxnSpMk id="52" creationId="{6454416D-4DA7-850E-BBD9-C16EA3BC2712}"/>
          </ac:cxnSpMkLst>
        </pc:cxnChg>
        <pc:cxnChg chg="add">
          <ac:chgData name="DOWTY, PETER (DNR)" userId="01cf875a-4e15-4928-8f93-7a0dfa1efb6b" providerId="ADAL" clId="{E9054DD1-CDF4-4BE2-A4C5-BD4B0395A89E}" dt="2026-07-27T16:37:18.518" v="22088" actId="11529"/>
          <ac:cxnSpMkLst>
            <pc:docMk/>
            <pc:sldMk cId="3234048176" sldId="336"/>
            <ac:cxnSpMk id="57" creationId="{F83E5C87-F8D6-9031-C915-CF3FEE78960E}"/>
          </ac:cxnSpMkLst>
        </pc:cxnChg>
        <pc:cxnChg chg="add mod">
          <ac:chgData name="DOWTY, PETER (DNR)" userId="01cf875a-4e15-4928-8f93-7a0dfa1efb6b" providerId="ADAL" clId="{E9054DD1-CDF4-4BE2-A4C5-BD4B0395A89E}" dt="2026-07-27T16:37:35.417" v="22090" actId="208"/>
          <ac:cxnSpMkLst>
            <pc:docMk/>
            <pc:sldMk cId="3234048176" sldId="336"/>
            <ac:cxnSpMk id="59" creationId="{B495CE8E-0D89-700C-0EB6-70BFD40B6D3F}"/>
          </ac:cxnSpMkLst>
        </pc:cxnChg>
        <pc:cxnChg chg="add mod">
          <ac:chgData name="DOWTY, PETER (DNR)" userId="01cf875a-4e15-4928-8f93-7a0dfa1efb6b" providerId="ADAL" clId="{E9054DD1-CDF4-4BE2-A4C5-BD4B0395A89E}" dt="2026-07-27T16:37:40.054" v="22092" actId="1076"/>
          <ac:cxnSpMkLst>
            <pc:docMk/>
            <pc:sldMk cId="3234048176" sldId="336"/>
            <ac:cxnSpMk id="60" creationId="{9C9DF540-31A1-3ED9-E60A-E7608AE06B17}"/>
          </ac:cxnSpMkLst>
        </pc:cxnChg>
        <pc:cxnChg chg="add mod">
          <ac:chgData name="DOWTY, PETER (DNR)" userId="01cf875a-4e15-4928-8f93-7a0dfa1efb6b" providerId="ADAL" clId="{E9054DD1-CDF4-4BE2-A4C5-BD4B0395A89E}" dt="2026-07-27T16:37:53.454" v="22094" actId="208"/>
          <ac:cxnSpMkLst>
            <pc:docMk/>
            <pc:sldMk cId="3234048176" sldId="336"/>
            <ac:cxnSpMk id="62" creationId="{AA8D996C-A6F3-DF62-7576-05204CC071E7}"/>
          </ac:cxnSpMkLst>
        </pc:cxnChg>
        <pc:cxnChg chg="add mod">
          <ac:chgData name="DOWTY, PETER (DNR)" userId="01cf875a-4e15-4928-8f93-7a0dfa1efb6b" providerId="ADAL" clId="{E9054DD1-CDF4-4BE2-A4C5-BD4B0395A89E}" dt="2026-07-27T16:39:11.299" v="22100" actId="208"/>
          <ac:cxnSpMkLst>
            <pc:docMk/>
            <pc:sldMk cId="3234048176" sldId="336"/>
            <ac:cxnSpMk id="64" creationId="{6A4DEB84-28D0-FCCF-146C-0B1E1F671F48}"/>
          </ac:cxnSpMkLst>
        </pc:cxnChg>
        <pc:cxnChg chg="add mod">
          <ac:chgData name="DOWTY, PETER (DNR)" userId="01cf875a-4e15-4928-8f93-7a0dfa1efb6b" providerId="ADAL" clId="{E9054DD1-CDF4-4BE2-A4C5-BD4B0395A89E}" dt="2026-07-27T16:39:11.299" v="22100" actId="208"/>
          <ac:cxnSpMkLst>
            <pc:docMk/>
            <pc:sldMk cId="3234048176" sldId="336"/>
            <ac:cxnSpMk id="66" creationId="{91C4544E-E0EE-0D15-50A1-236EFFE5F88A}"/>
          </ac:cxnSpMkLst>
        </pc:cxnChg>
        <pc:cxnChg chg="add mod">
          <ac:chgData name="DOWTY, PETER (DNR)" userId="01cf875a-4e15-4928-8f93-7a0dfa1efb6b" providerId="ADAL" clId="{E9054DD1-CDF4-4BE2-A4C5-BD4B0395A89E}" dt="2026-07-27T16:39:11.299" v="22100" actId="208"/>
          <ac:cxnSpMkLst>
            <pc:docMk/>
            <pc:sldMk cId="3234048176" sldId="336"/>
            <ac:cxnSpMk id="68" creationId="{1E6B60DB-A8EC-E9C3-C54E-7D9DFF17A280}"/>
          </ac:cxnSpMkLst>
        </pc:cxnChg>
        <pc:cxnChg chg="add mod">
          <ac:chgData name="DOWTY, PETER (DNR)" userId="01cf875a-4e15-4928-8f93-7a0dfa1efb6b" providerId="ADAL" clId="{E9054DD1-CDF4-4BE2-A4C5-BD4B0395A89E}" dt="2026-07-27T16:39:11.299" v="22100" actId="208"/>
          <ac:cxnSpMkLst>
            <pc:docMk/>
            <pc:sldMk cId="3234048176" sldId="336"/>
            <ac:cxnSpMk id="70" creationId="{0F13C6CB-AE03-2C46-5CD2-1A6A815DF718}"/>
          </ac:cxnSpMkLst>
        </pc:cxnChg>
        <pc:cxnChg chg="add mod">
          <ac:chgData name="DOWTY, PETER (DNR)" userId="01cf875a-4e15-4928-8f93-7a0dfa1efb6b" providerId="ADAL" clId="{E9054DD1-CDF4-4BE2-A4C5-BD4B0395A89E}" dt="2026-07-27T16:39:11.299" v="22100" actId="208"/>
          <ac:cxnSpMkLst>
            <pc:docMk/>
            <pc:sldMk cId="3234048176" sldId="336"/>
            <ac:cxnSpMk id="72" creationId="{5E1C0F6E-5127-0639-6A89-F135B72C3D14}"/>
          </ac:cxnSpMkLst>
        </pc:cxnChg>
        <pc:cxnChg chg="add mod">
          <ac:chgData name="DOWTY, PETER (DNR)" userId="01cf875a-4e15-4928-8f93-7a0dfa1efb6b" providerId="ADAL" clId="{E9054DD1-CDF4-4BE2-A4C5-BD4B0395A89E}" dt="2026-07-28T15:29:09.754" v="22250"/>
          <ac:cxnSpMkLst>
            <pc:docMk/>
            <pc:sldMk cId="3234048176" sldId="336"/>
            <ac:cxnSpMk id="74" creationId="{01F6A2D0-C9E5-726F-3DA9-836DFEF81F7E}"/>
          </ac:cxnSpMkLst>
        </pc:cxnChg>
        <pc:cxnChg chg="add mod">
          <ac:chgData name="DOWTY, PETER (DNR)" userId="01cf875a-4e15-4928-8f93-7a0dfa1efb6b" providerId="ADAL" clId="{E9054DD1-CDF4-4BE2-A4C5-BD4B0395A89E}" dt="2026-07-28T15:29:09.754" v="22250"/>
          <ac:cxnSpMkLst>
            <pc:docMk/>
            <pc:sldMk cId="3234048176" sldId="336"/>
            <ac:cxnSpMk id="76" creationId="{B4B85DE9-0026-F082-38DF-0AE930F87A17}"/>
          </ac:cxnSpMkLst>
        </pc:cxnChg>
        <pc:cxnChg chg="add mod">
          <ac:chgData name="DOWTY, PETER (DNR)" userId="01cf875a-4e15-4928-8f93-7a0dfa1efb6b" providerId="ADAL" clId="{E9054DD1-CDF4-4BE2-A4C5-BD4B0395A89E}" dt="2026-07-28T15:29:09.754" v="22250"/>
          <ac:cxnSpMkLst>
            <pc:docMk/>
            <pc:sldMk cId="3234048176" sldId="336"/>
            <ac:cxnSpMk id="77" creationId="{49DA3F0D-0A12-8C33-062C-298BB29626F2}"/>
          </ac:cxnSpMkLst>
        </pc:cxnChg>
        <pc:cxnChg chg="add mod">
          <ac:chgData name="DOWTY, PETER (DNR)" userId="01cf875a-4e15-4928-8f93-7a0dfa1efb6b" providerId="ADAL" clId="{E9054DD1-CDF4-4BE2-A4C5-BD4B0395A89E}" dt="2026-07-28T15:29:09.754" v="22250"/>
          <ac:cxnSpMkLst>
            <pc:docMk/>
            <pc:sldMk cId="3234048176" sldId="336"/>
            <ac:cxnSpMk id="78" creationId="{B5486663-1522-F8DA-3DC9-A72EDEA9CF02}"/>
          </ac:cxnSpMkLst>
        </pc:cxnChg>
      </pc:sldChg>
      <pc:sldChg chg="addSp modSp mod ord">
        <pc:chgData name="DOWTY, PETER (DNR)" userId="01cf875a-4e15-4928-8f93-7a0dfa1efb6b" providerId="ADAL" clId="{E9054DD1-CDF4-4BE2-A4C5-BD4B0395A89E}" dt="2026-08-12T20:22:54.781" v="25570"/>
        <pc:sldMkLst>
          <pc:docMk/>
          <pc:sldMk cId="2187319872" sldId="337"/>
        </pc:sldMkLst>
        <pc:spChg chg="add mod">
          <ac:chgData name="DOWTY, PETER (DNR)" userId="01cf875a-4e15-4928-8f93-7a0dfa1efb6b" providerId="ADAL" clId="{E9054DD1-CDF4-4BE2-A4C5-BD4B0395A89E}" dt="2026-08-10T15:50:57.040" v="22885" actId="1076"/>
          <ac:spMkLst>
            <pc:docMk/>
            <pc:sldMk cId="2187319872" sldId="337"/>
            <ac:spMk id="2" creationId="{E4FD9103-3C96-5A60-09B9-37042D178E63}"/>
          </ac:spMkLst>
        </pc:spChg>
        <pc:spChg chg="mod">
          <ac:chgData name="DOWTY, PETER (DNR)" userId="01cf875a-4e15-4928-8f93-7a0dfa1efb6b" providerId="ADAL" clId="{E9054DD1-CDF4-4BE2-A4C5-BD4B0395A89E}" dt="2026-08-10T14:41:34.060" v="22678"/>
          <ac:spMkLst>
            <pc:docMk/>
            <pc:sldMk cId="2187319872" sldId="337"/>
            <ac:spMk id="5" creationId="{8E12FD50-DB37-8075-7911-05BCCA7D1BF8}"/>
          </ac:spMkLst>
        </pc:spChg>
        <pc:spChg chg="mod">
          <ac:chgData name="DOWTY, PETER (DNR)" userId="01cf875a-4e15-4928-8f93-7a0dfa1efb6b" providerId="ADAL" clId="{E9054DD1-CDF4-4BE2-A4C5-BD4B0395A89E}" dt="2026-08-10T14:41:34.060" v="22678"/>
          <ac:spMkLst>
            <pc:docMk/>
            <pc:sldMk cId="2187319872" sldId="337"/>
            <ac:spMk id="11" creationId="{A988FE98-F796-F97A-8109-7C0E61A8A9F6}"/>
          </ac:spMkLst>
        </pc:spChg>
        <pc:spChg chg="mod">
          <ac:chgData name="DOWTY, PETER (DNR)" userId="01cf875a-4e15-4928-8f93-7a0dfa1efb6b" providerId="ADAL" clId="{E9054DD1-CDF4-4BE2-A4C5-BD4B0395A89E}" dt="2026-08-12T18:04:51.878" v="25147"/>
          <ac:spMkLst>
            <pc:docMk/>
            <pc:sldMk cId="2187319872" sldId="337"/>
            <ac:spMk id="14" creationId="{F70EA96C-7929-93FD-D5CB-84FA75FFEAF6}"/>
          </ac:spMkLst>
        </pc:spChg>
        <pc:spChg chg="mod">
          <ac:chgData name="DOWTY, PETER (DNR)" userId="01cf875a-4e15-4928-8f93-7a0dfa1efb6b" providerId="ADAL" clId="{E9054DD1-CDF4-4BE2-A4C5-BD4B0395A89E}" dt="2026-08-12T18:04:51.878" v="25147"/>
          <ac:spMkLst>
            <pc:docMk/>
            <pc:sldMk cId="2187319872" sldId="337"/>
            <ac:spMk id="16" creationId="{BD626DDC-8A97-6C0B-CA7E-30B6355D3B28}"/>
          </ac:spMkLst>
        </pc:spChg>
        <pc:spChg chg="mod">
          <ac:chgData name="DOWTY, PETER (DNR)" userId="01cf875a-4e15-4928-8f93-7a0dfa1efb6b" providerId="ADAL" clId="{E9054DD1-CDF4-4BE2-A4C5-BD4B0395A89E}" dt="2026-08-12T18:04:51.878" v="25147"/>
          <ac:spMkLst>
            <pc:docMk/>
            <pc:sldMk cId="2187319872" sldId="337"/>
            <ac:spMk id="17" creationId="{13E02513-DAA5-3FF9-8BD5-EB571027492E}"/>
          </ac:spMkLst>
        </pc:spChg>
        <pc:spChg chg="mod">
          <ac:chgData name="DOWTY, PETER (DNR)" userId="01cf875a-4e15-4928-8f93-7a0dfa1efb6b" providerId="ADAL" clId="{E9054DD1-CDF4-4BE2-A4C5-BD4B0395A89E}" dt="2026-08-10T15:46:09.226" v="22870" actId="1076"/>
          <ac:spMkLst>
            <pc:docMk/>
            <pc:sldMk cId="2187319872" sldId="337"/>
            <ac:spMk id="24" creationId="{C32A2FE1-7E0C-BFC7-7C2F-AAC754655A66}"/>
          </ac:spMkLst>
        </pc:spChg>
        <pc:spChg chg="mod">
          <ac:chgData name="DOWTY, PETER (DNR)" userId="01cf875a-4e15-4928-8f93-7a0dfa1efb6b" providerId="ADAL" clId="{E9054DD1-CDF4-4BE2-A4C5-BD4B0395A89E}" dt="2026-08-10T15:46:15.095" v="22871" actId="1076"/>
          <ac:spMkLst>
            <pc:docMk/>
            <pc:sldMk cId="2187319872" sldId="337"/>
            <ac:spMk id="25" creationId="{44A55749-B97C-E956-AA30-7AB33B8CB02E}"/>
          </ac:spMkLst>
        </pc:spChg>
        <pc:spChg chg="mod">
          <ac:chgData name="DOWTY, PETER (DNR)" userId="01cf875a-4e15-4928-8f93-7a0dfa1efb6b" providerId="ADAL" clId="{E9054DD1-CDF4-4BE2-A4C5-BD4B0395A89E}" dt="2026-08-12T18:04:51.878" v="25147"/>
          <ac:spMkLst>
            <pc:docMk/>
            <pc:sldMk cId="2187319872" sldId="337"/>
            <ac:spMk id="27" creationId="{4CB5D85C-9607-333E-EFC4-FA4C3429FC86}"/>
          </ac:spMkLst>
        </pc:spChg>
        <pc:spChg chg="mod">
          <ac:chgData name="DOWTY, PETER (DNR)" userId="01cf875a-4e15-4928-8f93-7a0dfa1efb6b" providerId="ADAL" clId="{E9054DD1-CDF4-4BE2-A4C5-BD4B0395A89E}" dt="2026-08-10T15:50:47.897" v="22884" actId="1076"/>
          <ac:spMkLst>
            <pc:docMk/>
            <pc:sldMk cId="2187319872" sldId="337"/>
            <ac:spMk id="39" creationId="{0E5CF8A4-2AC3-CD56-6805-7DA0F3BADE77}"/>
          </ac:spMkLst>
        </pc:spChg>
        <pc:spChg chg="mod">
          <ac:chgData name="DOWTY, PETER (DNR)" userId="01cf875a-4e15-4928-8f93-7a0dfa1efb6b" providerId="ADAL" clId="{E9054DD1-CDF4-4BE2-A4C5-BD4B0395A89E}" dt="2026-08-10T15:50:47.897" v="22884" actId="1076"/>
          <ac:spMkLst>
            <pc:docMk/>
            <pc:sldMk cId="2187319872" sldId="337"/>
            <ac:spMk id="42" creationId="{FC197B29-2A7E-74BA-B842-CD2919FA76AB}"/>
          </ac:spMkLst>
        </pc:spChg>
        <pc:spChg chg="mod">
          <ac:chgData name="DOWTY, PETER (DNR)" userId="01cf875a-4e15-4928-8f93-7a0dfa1efb6b" providerId="ADAL" clId="{E9054DD1-CDF4-4BE2-A4C5-BD4B0395A89E}" dt="2026-08-10T15:50:47.897" v="22884" actId="1076"/>
          <ac:spMkLst>
            <pc:docMk/>
            <pc:sldMk cId="2187319872" sldId="337"/>
            <ac:spMk id="43" creationId="{7E3EE248-9D00-ACC7-6CA9-2E81CEE5CFD1}"/>
          </ac:spMkLst>
        </pc:spChg>
        <pc:grpChg chg="add mod">
          <ac:chgData name="DOWTY, PETER (DNR)" userId="01cf875a-4e15-4928-8f93-7a0dfa1efb6b" providerId="ADAL" clId="{E9054DD1-CDF4-4BE2-A4C5-BD4B0395A89E}" dt="2026-08-10T15:46:15.095" v="22871" actId="1076"/>
          <ac:grpSpMkLst>
            <pc:docMk/>
            <pc:sldMk cId="2187319872" sldId="337"/>
            <ac:grpSpMk id="3" creationId="{447EADFD-6BAB-6E2C-0D8D-95400E5C86F2}"/>
          </ac:grpSpMkLst>
        </pc:grpChg>
        <pc:grpChg chg="mod">
          <ac:chgData name="DOWTY, PETER (DNR)" userId="01cf875a-4e15-4928-8f93-7a0dfa1efb6b" providerId="ADAL" clId="{E9054DD1-CDF4-4BE2-A4C5-BD4B0395A89E}" dt="2026-08-10T14:41:34.060" v="22678"/>
          <ac:grpSpMkLst>
            <pc:docMk/>
            <pc:sldMk cId="2187319872" sldId="337"/>
            <ac:grpSpMk id="4" creationId="{60CB249C-E466-017A-243F-DAC61E882B24}"/>
          </ac:grpSpMkLst>
        </pc:grpChg>
        <pc:grpChg chg="add mod">
          <ac:chgData name="DOWTY, PETER (DNR)" userId="01cf875a-4e15-4928-8f93-7a0dfa1efb6b" providerId="ADAL" clId="{E9054DD1-CDF4-4BE2-A4C5-BD4B0395A89E}" dt="2026-08-12T18:04:53.813" v="25148" actId="1076"/>
          <ac:grpSpMkLst>
            <pc:docMk/>
            <pc:sldMk cId="2187319872" sldId="337"/>
            <ac:grpSpMk id="12" creationId="{A3E31077-1614-63B3-D589-FA8357D773C9}"/>
          </ac:grpSpMkLst>
        </pc:grpChg>
        <pc:grpChg chg="mod">
          <ac:chgData name="DOWTY, PETER (DNR)" userId="01cf875a-4e15-4928-8f93-7a0dfa1efb6b" providerId="ADAL" clId="{E9054DD1-CDF4-4BE2-A4C5-BD4B0395A89E}" dt="2026-08-12T18:04:51.878" v="25147"/>
          <ac:grpSpMkLst>
            <pc:docMk/>
            <pc:sldMk cId="2187319872" sldId="337"/>
            <ac:grpSpMk id="18" creationId="{6C741B6D-115A-28D8-8306-484134BFF17A}"/>
          </ac:grpSpMkLst>
        </pc:grpChg>
        <pc:grpChg chg="mod">
          <ac:chgData name="DOWTY, PETER (DNR)" userId="01cf875a-4e15-4928-8f93-7a0dfa1efb6b" providerId="ADAL" clId="{E9054DD1-CDF4-4BE2-A4C5-BD4B0395A89E}" dt="2026-08-10T15:46:09.226" v="22870" actId="1076"/>
          <ac:grpSpMkLst>
            <pc:docMk/>
            <pc:sldMk cId="2187319872" sldId="337"/>
            <ac:grpSpMk id="36" creationId="{A6DEE0EC-1168-4A7D-79E0-F244FD9FF674}"/>
          </ac:grpSpMkLst>
        </pc:grpChg>
        <pc:picChg chg="add mod">
          <ac:chgData name="DOWTY, PETER (DNR)" userId="01cf875a-4e15-4928-8f93-7a0dfa1efb6b" providerId="ADAL" clId="{E9054DD1-CDF4-4BE2-A4C5-BD4B0395A89E}" dt="2026-08-10T15:48:43.514" v="22881" actId="14100"/>
          <ac:picMkLst>
            <pc:docMk/>
            <pc:sldMk cId="2187319872" sldId="337"/>
            <ac:picMk id="13" creationId="{7911F836-9DA8-BDB3-3B00-33A263D0CB33}"/>
          </ac:picMkLst>
        </pc:picChg>
        <pc:picChg chg="add mod">
          <ac:chgData name="DOWTY, PETER (DNR)" userId="01cf875a-4e15-4928-8f93-7a0dfa1efb6b" providerId="ADAL" clId="{E9054DD1-CDF4-4BE2-A4C5-BD4B0395A89E}" dt="2026-08-10T15:48:46.883" v="22882" actId="14100"/>
          <ac:picMkLst>
            <pc:docMk/>
            <pc:sldMk cId="2187319872" sldId="337"/>
            <ac:picMk id="15" creationId="{5938ED2B-5147-90A9-3FE6-653A2D25B43F}"/>
          </ac:picMkLst>
        </pc:picChg>
        <pc:picChg chg="mod">
          <ac:chgData name="DOWTY, PETER (DNR)" userId="01cf875a-4e15-4928-8f93-7a0dfa1efb6b" providerId="ADAL" clId="{E9054DD1-CDF4-4BE2-A4C5-BD4B0395A89E}" dt="2026-08-10T15:46:09.226" v="22870" actId="1076"/>
          <ac:picMkLst>
            <pc:docMk/>
            <pc:sldMk cId="2187319872" sldId="337"/>
            <ac:picMk id="20" creationId="{FFE78E1D-72BB-A772-583B-2F493B84BAE7}"/>
          </ac:picMkLst>
        </pc:picChg>
        <pc:picChg chg="mod">
          <ac:chgData name="DOWTY, PETER (DNR)" userId="01cf875a-4e15-4928-8f93-7a0dfa1efb6b" providerId="ADAL" clId="{E9054DD1-CDF4-4BE2-A4C5-BD4B0395A89E}" dt="2026-08-10T15:46:15.095" v="22871" actId="1076"/>
          <ac:picMkLst>
            <pc:docMk/>
            <pc:sldMk cId="2187319872" sldId="337"/>
            <ac:picMk id="23" creationId="{024F0DE4-82C7-EC38-7916-F92314512022}"/>
          </ac:picMkLst>
        </pc:picChg>
        <pc:picChg chg="mod">
          <ac:chgData name="DOWTY, PETER (DNR)" userId="01cf875a-4e15-4928-8f93-7a0dfa1efb6b" providerId="ADAL" clId="{E9054DD1-CDF4-4BE2-A4C5-BD4B0395A89E}" dt="2026-08-12T18:04:51.878" v="25147"/>
          <ac:picMkLst>
            <pc:docMk/>
            <pc:sldMk cId="2187319872" sldId="337"/>
            <ac:picMk id="33" creationId="{361D160B-2D21-735D-AF41-1902210BCF29}"/>
          </ac:picMkLst>
        </pc:picChg>
        <pc:picChg chg="mod">
          <ac:chgData name="DOWTY, PETER (DNR)" userId="01cf875a-4e15-4928-8f93-7a0dfa1efb6b" providerId="ADAL" clId="{E9054DD1-CDF4-4BE2-A4C5-BD4B0395A89E}" dt="2026-08-10T15:50:47.897" v="22884" actId="1076"/>
          <ac:picMkLst>
            <pc:docMk/>
            <pc:sldMk cId="2187319872" sldId="337"/>
            <ac:picMk id="41" creationId="{AD64B66C-2E30-7275-D100-1817FBEAE83F}"/>
          </ac:picMkLst>
        </pc:picChg>
        <pc:cxnChg chg="mod">
          <ac:chgData name="DOWTY, PETER (DNR)" userId="01cf875a-4e15-4928-8f93-7a0dfa1efb6b" providerId="ADAL" clId="{E9054DD1-CDF4-4BE2-A4C5-BD4B0395A89E}" dt="2026-08-10T14:41:34.060" v="22678"/>
          <ac:cxnSpMkLst>
            <pc:docMk/>
            <pc:sldMk cId="2187319872" sldId="337"/>
            <ac:cxnSpMk id="6" creationId="{8CC43EA9-FFAE-4CCA-3CA8-9D3E0D40F938}"/>
          </ac:cxnSpMkLst>
        </pc:cxnChg>
        <pc:cxnChg chg="mod">
          <ac:chgData name="DOWTY, PETER (DNR)" userId="01cf875a-4e15-4928-8f93-7a0dfa1efb6b" providerId="ADAL" clId="{E9054DD1-CDF4-4BE2-A4C5-BD4B0395A89E}" dt="2026-08-10T14:41:34.060" v="22678"/>
          <ac:cxnSpMkLst>
            <pc:docMk/>
            <pc:sldMk cId="2187319872" sldId="337"/>
            <ac:cxnSpMk id="7" creationId="{95EE1754-7FAB-D09D-B153-E45B04FD75BA}"/>
          </ac:cxnSpMkLst>
        </pc:cxnChg>
        <pc:cxnChg chg="mod">
          <ac:chgData name="DOWTY, PETER (DNR)" userId="01cf875a-4e15-4928-8f93-7a0dfa1efb6b" providerId="ADAL" clId="{E9054DD1-CDF4-4BE2-A4C5-BD4B0395A89E}" dt="2026-08-10T14:41:34.060" v="22678"/>
          <ac:cxnSpMkLst>
            <pc:docMk/>
            <pc:sldMk cId="2187319872" sldId="337"/>
            <ac:cxnSpMk id="8" creationId="{2F29D665-838F-4D46-D901-4BDD995B7DA3}"/>
          </ac:cxnSpMkLst>
        </pc:cxnChg>
        <pc:cxnChg chg="mod">
          <ac:chgData name="DOWTY, PETER (DNR)" userId="01cf875a-4e15-4928-8f93-7a0dfa1efb6b" providerId="ADAL" clId="{E9054DD1-CDF4-4BE2-A4C5-BD4B0395A89E}" dt="2026-08-10T14:41:34.060" v="22678"/>
          <ac:cxnSpMkLst>
            <pc:docMk/>
            <pc:sldMk cId="2187319872" sldId="337"/>
            <ac:cxnSpMk id="9" creationId="{94B30BB9-DD08-B8B7-43E1-CAF7A0C8F63E}"/>
          </ac:cxnSpMkLst>
        </pc:cxnChg>
        <pc:cxnChg chg="mod">
          <ac:chgData name="DOWTY, PETER (DNR)" userId="01cf875a-4e15-4928-8f93-7a0dfa1efb6b" providerId="ADAL" clId="{E9054DD1-CDF4-4BE2-A4C5-BD4B0395A89E}" dt="2026-08-10T14:41:34.060" v="22678"/>
          <ac:cxnSpMkLst>
            <pc:docMk/>
            <pc:sldMk cId="2187319872" sldId="337"/>
            <ac:cxnSpMk id="10" creationId="{E77396AE-585E-9BB0-385C-C40767200DE9}"/>
          </ac:cxnSpMkLst>
        </pc:cxnChg>
      </pc:sldChg>
      <pc:sldChg chg="addSp delSp modSp mod ord">
        <pc:chgData name="DOWTY, PETER (DNR)" userId="01cf875a-4e15-4928-8f93-7a0dfa1efb6b" providerId="ADAL" clId="{E9054DD1-CDF4-4BE2-A4C5-BD4B0395A89E}" dt="2026-08-12T20:29:01.869" v="25619" actId="207"/>
        <pc:sldMkLst>
          <pc:docMk/>
          <pc:sldMk cId="596241064" sldId="338"/>
        </pc:sldMkLst>
        <pc:spChg chg="mod ord">
          <ac:chgData name="DOWTY, PETER (DNR)" userId="01cf875a-4e15-4928-8f93-7a0dfa1efb6b" providerId="ADAL" clId="{E9054DD1-CDF4-4BE2-A4C5-BD4B0395A89E}" dt="2026-08-12T20:29:01.869" v="25619" actId="207"/>
          <ac:spMkLst>
            <pc:docMk/>
            <pc:sldMk cId="596241064" sldId="338"/>
            <ac:spMk id="2" creationId="{8644881F-C1ED-9FC6-4367-A925F3C613E7}"/>
          </ac:spMkLst>
        </pc:spChg>
        <pc:spChg chg="mod ord">
          <ac:chgData name="DOWTY, PETER (DNR)" userId="01cf875a-4e15-4928-8f93-7a0dfa1efb6b" providerId="ADAL" clId="{E9054DD1-CDF4-4BE2-A4C5-BD4B0395A89E}" dt="2026-08-12T20:29:01.869" v="25619" actId="207"/>
          <ac:spMkLst>
            <pc:docMk/>
            <pc:sldMk cId="596241064" sldId="338"/>
            <ac:spMk id="3" creationId="{708E5B5B-550F-C2DA-4A04-4B83E03956E3}"/>
          </ac:spMkLst>
        </pc:spChg>
        <pc:spChg chg="mod ord">
          <ac:chgData name="DOWTY, PETER (DNR)" userId="01cf875a-4e15-4928-8f93-7a0dfa1efb6b" providerId="ADAL" clId="{E9054DD1-CDF4-4BE2-A4C5-BD4B0395A89E}" dt="2026-08-12T20:29:01.869" v="25619" actId="207"/>
          <ac:spMkLst>
            <pc:docMk/>
            <pc:sldMk cId="596241064" sldId="338"/>
            <ac:spMk id="6" creationId="{BD71BD08-FC46-D311-1D22-A638B4CD70DB}"/>
          </ac:spMkLst>
        </pc:spChg>
        <pc:spChg chg="mod ord">
          <ac:chgData name="DOWTY, PETER (DNR)" userId="01cf875a-4e15-4928-8f93-7a0dfa1efb6b" providerId="ADAL" clId="{E9054DD1-CDF4-4BE2-A4C5-BD4B0395A89E}" dt="2026-08-12T20:29:01.869" v="25619" actId="207"/>
          <ac:spMkLst>
            <pc:docMk/>
            <pc:sldMk cId="596241064" sldId="338"/>
            <ac:spMk id="7" creationId="{BA8D85C8-F443-EC89-1265-FD3082CB0B0D}"/>
          </ac:spMkLst>
        </pc:spChg>
        <pc:spChg chg="mod ord">
          <ac:chgData name="DOWTY, PETER (DNR)" userId="01cf875a-4e15-4928-8f93-7a0dfa1efb6b" providerId="ADAL" clId="{E9054DD1-CDF4-4BE2-A4C5-BD4B0395A89E}" dt="2026-08-12T20:28:08.188" v="25604" actId="167"/>
          <ac:spMkLst>
            <pc:docMk/>
            <pc:sldMk cId="596241064" sldId="338"/>
            <ac:spMk id="8" creationId="{A8296AC9-BB34-EEFD-E3B2-540E5D29062E}"/>
          </ac:spMkLst>
        </pc:spChg>
        <pc:spChg chg="mod ord">
          <ac:chgData name="DOWTY, PETER (DNR)" userId="01cf875a-4e15-4928-8f93-7a0dfa1efb6b" providerId="ADAL" clId="{E9054DD1-CDF4-4BE2-A4C5-BD4B0395A89E}" dt="2026-08-12T20:28:08.188" v="25604" actId="167"/>
          <ac:spMkLst>
            <pc:docMk/>
            <pc:sldMk cId="596241064" sldId="338"/>
            <ac:spMk id="9" creationId="{C302E816-2173-182E-66C8-EE6A447DF21D}"/>
          </ac:spMkLst>
        </pc:spChg>
        <pc:spChg chg="mod ord">
          <ac:chgData name="DOWTY, PETER (DNR)" userId="01cf875a-4e15-4928-8f93-7a0dfa1efb6b" providerId="ADAL" clId="{E9054DD1-CDF4-4BE2-A4C5-BD4B0395A89E}" dt="2026-08-12T20:28:08.188" v="25604" actId="167"/>
          <ac:spMkLst>
            <pc:docMk/>
            <pc:sldMk cId="596241064" sldId="338"/>
            <ac:spMk id="10" creationId="{83976A62-1C39-F45B-7BFF-46D9B9EE5FD4}"/>
          </ac:spMkLst>
        </pc:spChg>
      </pc:sldChg>
      <pc:sldChg chg="addSp delSp modSp mod ord">
        <pc:chgData name="DOWTY, PETER (DNR)" userId="01cf875a-4e15-4928-8f93-7a0dfa1efb6b" providerId="ADAL" clId="{E9054DD1-CDF4-4BE2-A4C5-BD4B0395A89E}" dt="2026-08-12T20:22:34.146" v="25566"/>
        <pc:sldMkLst>
          <pc:docMk/>
          <pc:sldMk cId="609132950" sldId="339"/>
        </pc:sldMkLst>
        <pc:spChg chg="add mod">
          <ac:chgData name="DOWTY, PETER (DNR)" userId="01cf875a-4e15-4928-8f93-7a0dfa1efb6b" providerId="ADAL" clId="{E9054DD1-CDF4-4BE2-A4C5-BD4B0395A89E}" dt="2026-08-10T23:05:52.256" v="23658" actId="207"/>
          <ac:spMkLst>
            <pc:docMk/>
            <pc:sldMk cId="609132950" sldId="339"/>
            <ac:spMk id="3" creationId="{10439089-2FDB-2680-4C20-DB8620CD749C}"/>
          </ac:spMkLst>
        </pc:spChg>
        <pc:spChg chg="mod">
          <ac:chgData name="DOWTY, PETER (DNR)" userId="01cf875a-4e15-4928-8f93-7a0dfa1efb6b" providerId="ADAL" clId="{E9054DD1-CDF4-4BE2-A4C5-BD4B0395A89E}" dt="2026-08-10T22:38:48.747" v="23650" actId="20577"/>
          <ac:spMkLst>
            <pc:docMk/>
            <pc:sldMk cId="609132950" sldId="339"/>
            <ac:spMk id="4" creationId="{7CFDA4C9-8801-68F4-CCD1-6553F29BD93F}"/>
          </ac:spMkLst>
        </pc:spChg>
        <pc:spChg chg="mod">
          <ac:chgData name="DOWTY, PETER (DNR)" userId="01cf875a-4e15-4928-8f93-7a0dfa1efb6b" providerId="ADAL" clId="{E9054DD1-CDF4-4BE2-A4C5-BD4B0395A89E}" dt="2026-08-10T23:05:52.256" v="23658" actId="207"/>
          <ac:spMkLst>
            <pc:docMk/>
            <pc:sldMk cId="609132950" sldId="339"/>
            <ac:spMk id="11" creationId="{17C56A05-7A9C-5FF9-D3E6-9DF0E7A63B6D}"/>
          </ac:spMkLst>
        </pc:spChg>
        <pc:spChg chg="mod">
          <ac:chgData name="DOWTY, PETER (DNR)" userId="01cf875a-4e15-4928-8f93-7a0dfa1efb6b" providerId="ADAL" clId="{E9054DD1-CDF4-4BE2-A4C5-BD4B0395A89E}" dt="2026-08-10T23:06:22.823" v="23660" actId="207"/>
          <ac:spMkLst>
            <pc:docMk/>
            <pc:sldMk cId="609132950" sldId="339"/>
            <ac:spMk id="12" creationId="{097A0951-22C6-5274-8BFC-D24C8F14700A}"/>
          </ac:spMkLst>
        </pc:spChg>
        <pc:spChg chg="mod">
          <ac:chgData name="DOWTY, PETER (DNR)" userId="01cf875a-4e15-4928-8f93-7a0dfa1efb6b" providerId="ADAL" clId="{E9054DD1-CDF4-4BE2-A4C5-BD4B0395A89E}" dt="2026-08-10T23:05:52.256" v="23658" actId="207"/>
          <ac:spMkLst>
            <pc:docMk/>
            <pc:sldMk cId="609132950" sldId="339"/>
            <ac:spMk id="13" creationId="{DFA75256-69FC-D505-3104-F1E9CBEDE5BB}"/>
          </ac:spMkLst>
        </pc:spChg>
        <pc:spChg chg="mod">
          <ac:chgData name="DOWTY, PETER (DNR)" userId="01cf875a-4e15-4928-8f93-7a0dfa1efb6b" providerId="ADAL" clId="{E9054DD1-CDF4-4BE2-A4C5-BD4B0395A89E}" dt="2026-08-10T23:06:43.774" v="23663" actId="207"/>
          <ac:spMkLst>
            <pc:docMk/>
            <pc:sldMk cId="609132950" sldId="339"/>
            <ac:spMk id="14" creationId="{994E19BD-27C6-6902-7BBA-1748714E8087}"/>
          </ac:spMkLst>
        </pc:spChg>
        <pc:spChg chg="mod">
          <ac:chgData name="DOWTY, PETER (DNR)" userId="01cf875a-4e15-4928-8f93-7a0dfa1efb6b" providerId="ADAL" clId="{E9054DD1-CDF4-4BE2-A4C5-BD4B0395A89E}" dt="2026-08-10T23:06:22.823" v="23660" actId="207"/>
          <ac:spMkLst>
            <pc:docMk/>
            <pc:sldMk cId="609132950" sldId="339"/>
            <ac:spMk id="15" creationId="{B533AEF0-66E1-6983-E318-B7510BA6B578}"/>
          </ac:spMkLst>
        </pc:spChg>
        <pc:spChg chg="mod">
          <ac:chgData name="DOWTY, PETER (DNR)" userId="01cf875a-4e15-4928-8f93-7a0dfa1efb6b" providerId="ADAL" clId="{E9054DD1-CDF4-4BE2-A4C5-BD4B0395A89E}" dt="2026-08-10T23:06:54.860" v="23664" actId="207"/>
          <ac:spMkLst>
            <pc:docMk/>
            <pc:sldMk cId="609132950" sldId="339"/>
            <ac:spMk id="16" creationId="{0746D8E3-1652-5F2F-D849-7AECDA3B207A}"/>
          </ac:spMkLst>
        </pc:spChg>
        <pc:spChg chg="mod">
          <ac:chgData name="DOWTY, PETER (DNR)" userId="01cf875a-4e15-4928-8f93-7a0dfa1efb6b" providerId="ADAL" clId="{E9054DD1-CDF4-4BE2-A4C5-BD4B0395A89E}" dt="2026-08-10T23:06:22.823" v="23660" actId="207"/>
          <ac:spMkLst>
            <pc:docMk/>
            <pc:sldMk cId="609132950" sldId="339"/>
            <ac:spMk id="17" creationId="{84E5050C-DB6A-E7A7-4401-90E1E372E006}"/>
          </ac:spMkLst>
        </pc:spChg>
        <pc:spChg chg="mod">
          <ac:chgData name="DOWTY, PETER (DNR)" userId="01cf875a-4e15-4928-8f93-7a0dfa1efb6b" providerId="ADAL" clId="{E9054DD1-CDF4-4BE2-A4C5-BD4B0395A89E}" dt="2026-08-10T23:06:33.156" v="23661" actId="207"/>
          <ac:spMkLst>
            <pc:docMk/>
            <pc:sldMk cId="609132950" sldId="339"/>
            <ac:spMk id="18" creationId="{2ECECDB5-A5C9-3416-6EDC-AFFB14A07249}"/>
          </ac:spMkLst>
        </pc:spChg>
        <pc:spChg chg="mod">
          <ac:chgData name="DOWTY, PETER (DNR)" userId="01cf875a-4e15-4928-8f93-7a0dfa1efb6b" providerId="ADAL" clId="{E9054DD1-CDF4-4BE2-A4C5-BD4B0395A89E}" dt="2026-08-10T15:10:23.652" v="22758" actId="207"/>
          <ac:spMkLst>
            <pc:docMk/>
            <pc:sldMk cId="609132950" sldId="339"/>
            <ac:spMk id="19" creationId="{BD40863C-0640-4097-09B0-F733E327A5F2}"/>
          </ac:spMkLst>
        </pc:spChg>
        <pc:spChg chg="mod">
          <ac:chgData name="DOWTY, PETER (DNR)" userId="01cf875a-4e15-4928-8f93-7a0dfa1efb6b" providerId="ADAL" clId="{E9054DD1-CDF4-4BE2-A4C5-BD4B0395A89E}" dt="2026-08-10T23:05:52.256" v="23658" actId="207"/>
          <ac:spMkLst>
            <pc:docMk/>
            <pc:sldMk cId="609132950" sldId="339"/>
            <ac:spMk id="20" creationId="{AD583667-9007-8052-EC77-8F11E8AC8357}"/>
          </ac:spMkLst>
        </pc:spChg>
        <pc:spChg chg="mod">
          <ac:chgData name="DOWTY, PETER (DNR)" userId="01cf875a-4e15-4928-8f93-7a0dfa1efb6b" providerId="ADAL" clId="{E9054DD1-CDF4-4BE2-A4C5-BD4B0395A89E}" dt="2026-08-10T15:10:04.341" v="22756" actId="207"/>
          <ac:spMkLst>
            <pc:docMk/>
            <pc:sldMk cId="609132950" sldId="339"/>
            <ac:spMk id="24" creationId="{D826E8B6-FF10-9E83-368F-619C8FC9C760}"/>
          </ac:spMkLst>
        </pc:spChg>
        <pc:spChg chg="mod">
          <ac:chgData name="DOWTY, PETER (DNR)" userId="01cf875a-4e15-4928-8f93-7a0dfa1efb6b" providerId="ADAL" clId="{E9054DD1-CDF4-4BE2-A4C5-BD4B0395A89E}" dt="2026-08-10T23:06:39.701" v="23662" actId="207"/>
          <ac:spMkLst>
            <pc:docMk/>
            <pc:sldMk cId="609132950" sldId="339"/>
            <ac:spMk id="27" creationId="{F52A5B9B-C585-B9E3-567E-C6F2D684018F}"/>
          </ac:spMkLst>
        </pc:spChg>
        <pc:spChg chg="mod">
          <ac:chgData name="DOWTY, PETER (DNR)" userId="01cf875a-4e15-4928-8f93-7a0dfa1efb6b" providerId="ADAL" clId="{E9054DD1-CDF4-4BE2-A4C5-BD4B0395A89E}" dt="2026-08-10T23:05:52.256" v="23658" actId="207"/>
          <ac:spMkLst>
            <pc:docMk/>
            <pc:sldMk cId="609132950" sldId="339"/>
            <ac:spMk id="29" creationId="{46774760-1C91-E5AF-7CB2-AA32B11B3DE1}"/>
          </ac:spMkLst>
        </pc:spChg>
        <pc:spChg chg="add mod">
          <ac:chgData name="DOWTY, PETER (DNR)" userId="01cf875a-4e15-4928-8f93-7a0dfa1efb6b" providerId="ADAL" clId="{E9054DD1-CDF4-4BE2-A4C5-BD4B0395A89E}" dt="2026-08-10T15:17:00.742" v="22861" actId="1076"/>
          <ac:spMkLst>
            <pc:docMk/>
            <pc:sldMk cId="609132950" sldId="339"/>
            <ac:spMk id="34" creationId="{8A21A8D9-33E0-42F9-6956-4D1F98E24C4E}"/>
          </ac:spMkLst>
        </pc:spChg>
        <pc:spChg chg="add mod">
          <ac:chgData name="DOWTY, PETER (DNR)" userId="01cf875a-4e15-4928-8f93-7a0dfa1efb6b" providerId="ADAL" clId="{E9054DD1-CDF4-4BE2-A4C5-BD4B0395A89E}" dt="2026-08-10T23:05:52.256" v="23658" actId="207"/>
          <ac:spMkLst>
            <pc:docMk/>
            <pc:sldMk cId="609132950" sldId="339"/>
            <ac:spMk id="36" creationId="{E993F1C1-57D3-0B8A-EFFA-11A1D55FC921}"/>
          </ac:spMkLst>
        </pc:spChg>
        <pc:spChg chg="mod">
          <ac:chgData name="DOWTY, PETER (DNR)" userId="01cf875a-4e15-4928-8f93-7a0dfa1efb6b" providerId="ADAL" clId="{E9054DD1-CDF4-4BE2-A4C5-BD4B0395A89E}" dt="2026-08-10T22:39:07.020" v="23651"/>
          <ac:spMkLst>
            <pc:docMk/>
            <pc:sldMk cId="609132950" sldId="339"/>
            <ac:spMk id="41" creationId="{FB863584-0D5F-B393-6FF6-EB5FF64AD19E}"/>
          </ac:spMkLst>
        </pc:spChg>
        <pc:spChg chg="add mod">
          <ac:chgData name="DOWTY, PETER (DNR)" userId="01cf875a-4e15-4928-8f93-7a0dfa1efb6b" providerId="ADAL" clId="{E9054DD1-CDF4-4BE2-A4C5-BD4B0395A89E}" dt="2026-08-10T22:45:49.074" v="23657" actId="206"/>
          <ac:spMkLst>
            <pc:docMk/>
            <pc:sldMk cId="609132950" sldId="339"/>
            <ac:spMk id="42" creationId="{457D2443-6F5C-06A9-CDC4-BABF2873F8AD}"/>
          </ac:spMkLst>
        </pc:spChg>
        <pc:grpChg chg="add mod">
          <ac:chgData name="DOWTY, PETER (DNR)" userId="01cf875a-4e15-4928-8f93-7a0dfa1efb6b" providerId="ADAL" clId="{E9054DD1-CDF4-4BE2-A4C5-BD4B0395A89E}" dt="2026-08-10T22:39:16.639" v="23652" actId="1076"/>
          <ac:grpSpMkLst>
            <pc:docMk/>
            <pc:sldMk cId="609132950" sldId="339"/>
            <ac:grpSpMk id="39" creationId="{9B7474E8-4DE6-9293-8287-69DDF1B608DB}"/>
          </ac:grpSpMkLst>
        </pc:grpChg>
        <pc:picChg chg="mod">
          <ac:chgData name="DOWTY, PETER (DNR)" userId="01cf875a-4e15-4928-8f93-7a0dfa1efb6b" providerId="ADAL" clId="{E9054DD1-CDF4-4BE2-A4C5-BD4B0395A89E}" dt="2026-08-10T22:39:07.020" v="23651"/>
          <ac:picMkLst>
            <pc:docMk/>
            <pc:sldMk cId="609132950" sldId="339"/>
            <ac:picMk id="40" creationId="{114E1EDA-C2F5-CAB3-080B-F1CA9EC634B3}"/>
          </ac:picMkLst>
        </pc:picChg>
        <pc:cxnChg chg="add mod">
          <ac:chgData name="DOWTY, PETER (DNR)" userId="01cf875a-4e15-4928-8f93-7a0dfa1efb6b" providerId="ADAL" clId="{E9054DD1-CDF4-4BE2-A4C5-BD4B0395A89E}" dt="2026-08-10T15:07:19.701" v="22736" actId="1076"/>
          <ac:cxnSpMkLst>
            <pc:docMk/>
            <pc:sldMk cId="609132950" sldId="339"/>
            <ac:cxnSpMk id="7" creationId="{8F141845-F6FF-4F79-49E5-46EF98C2B7B1}"/>
          </ac:cxnSpMkLst>
        </pc:cxnChg>
        <pc:cxnChg chg="add mod">
          <ac:chgData name="DOWTY, PETER (DNR)" userId="01cf875a-4e15-4928-8f93-7a0dfa1efb6b" providerId="ADAL" clId="{E9054DD1-CDF4-4BE2-A4C5-BD4B0395A89E}" dt="2026-08-10T15:07:27.670" v="22738" actId="1076"/>
          <ac:cxnSpMkLst>
            <pc:docMk/>
            <pc:sldMk cId="609132950" sldId="339"/>
            <ac:cxnSpMk id="8" creationId="{1FDF660C-42DD-5667-7A85-E5FA508AEC67}"/>
          </ac:cxnSpMkLst>
        </pc:cxnChg>
        <pc:cxnChg chg="add mod">
          <ac:chgData name="DOWTY, PETER (DNR)" userId="01cf875a-4e15-4928-8f93-7a0dfa1efb6b" providerId="ADAL" clId="{E9054DD1-CDF4-4BE2-A4C5-BD4B0395A89E}" dt="2026-08-10T15:07:37.030" v="22739" actId="1076"/>
          <ac:cxnSpMkLst>
            <pc:docMk/>
            <pc:sldMk cId="609132950" sldId="339"/>
            <ac:cxnSpMk id="9" creationId="{698E5FE7-D483-2ED7-D841-A0857F9D394B}"/>
          </ac:cxnSpMkLst>
        </pc:cxnChg>
        <pc:cxnChg chg="add mod">
          <ac:chgData name="DOWTY, PETER (DNR)" userId="01cf875a-4e15-4928-8f93-7a0dfa1efb6b" providerId="ADAL" clId="{E9054DD1-CDF4-4BE2-A4C5-BD4B0395A89E}" dt="2026-08-10T15:07:40.619" v="22740" actId="1076"/>
          <ac:cxnSpMkLst>
            <pc:docMk/>
            <pc:sldMk cId="609132950" sldId="339"/>
            <ac:cxnSpMk id="10" creationId="{56F66302-46E6-398A-53AC-885D167E6662}"/>
          </ac:cxnSpMkLst>
        </pc:cxnChg>
        <pc:cxnChg chg="add mod">
          <ac:chgData name="DOWTY, PETER (DNR)" userId="01cf875a-4e15-4928-8f93-7a0dfa1efb6b" providerId="ADAL" clId="{E9054DD1-CDF4-4BE2-A4C5-BD4B0395A89E}" dt="2026-08-10T15:08:00.575" v="22743" actId="1076"/>
          <ac:cxnSpMkLst>
            <pc:docMk/>
            <pc:sldMk cId="609132950" sldId="339"/>
            <ac:cxnSpMk id="25" creationId="{CE6BD2BA-80EB-023A-E5B2-18D393CCE3DF}"/>
          </ac:cxnSpMkLst>
        </pc:cxnChg>
        <pc:cxnChg chg="add mod">
          <ac:chgData name="DOWTY, PETER (DNR)" userId="01cf875a-4e15-4928-8f93-7a0dfa1efb6b" providerId="ADAL" clId="{E9054DD1-CDF4-4BE2-A4C5-BD4B0395A89E}" dt="2026-08-10T15:08:04.018" v="22744" actId="1076"/>
          <ac:cxnSpMkLst>
            <pc:docMk/>
            <pc:sldMk cId="609132950" sldId="339"/>
            <ac:cxnSpMk id="26" creationId="{12D2C2CF-DD6A-2481-79D1-E730D691FAEA}"/>
          </ac:cxnSpMkLst>
        </pc:cxnChg>
        <pc:cxnChg chg="add mod">
          <ac:chgData name="DOWTY, PETER (DNR)" userId="01cf875a-4e15-4928-8f93-7a0dfa1efb6b" providerId="ADAL" clId="{E9054DD1-CDF4-4BE2-A4C5-BD4B0395A89E}" dt="2026-08-10T15:08:21.544" v="22752" actId="1076"/>
          <ac:cxnSpMkLst>
            <pc:docMk/>
            <pc:sldMk cId="609132950" sldId="339"/>
            <ac:cxnSpMk id="28" creationId="{72AFF47B-8793-459A-C703-38F67F0453F8}"/>
          </ac:cxnSpMkLst>
        </pc:cxnChg>
        <pc:cxnChg chg="add mod">
          <ac:chgData name="DOWTY, PETER (DNR)" userId="01cf875a-4e15-4928-8f93-7a0dfa1efb6b" providerId="ADAL" clId="{E9054DD1-CDF4-4BE2-A4C5-BD4B0395A89E}" dt="2026-08-10T16:16:28.717" v="22896" actId="208"/>
          <ac:cxnSpMkLst>
            <pc:docMk/>
            <pc:sldMk cId="609132950" sldId="339"/>
            <ac:cxnSpMk id="38" creationId="{AE943B56-3F9B-D0B1-1423-C2724E78864B}"/>
          </ac:cxnSpMkLst>
        </pc:cxnChg>
      </pc:sldChg>
      <pc:sldChg chg="delSp del mod">
        <pc:chgData name="DOWTY, PETER (DNR)" userId="01cf875a-4e15-4928-8f93-7a0dfa1efb6b" providerId="ADAL" clId="{E9054DD1-CDF4-4BE2-A4C5-BD4B0395A89E}" dt="2026-08-12T20:23:50.787" v="25582" actId="2696"/>
        <pc:sldMkLst>
          <pc:docMk/>
          <pc:sldMk cId="845304931" sldId="341"/>
        </pc:sldMkLst>
        <pc:picChg chg="del">
          <ac:chgData name="DOWTY, PETER (DNR)" userId="01cf875a-4e15-4928-8f93-7a0dfa1efb6b" providerId="ADAL" clId="{E9054DD1-CDF4-4BE2-A4C5-BD4B0395A89E}" dt="2026-08-12T20:23:47.880" v="25581" actId="478"/>
          <ac:picMkLst>
            <pc:docMk/>
            <pc:sldMk cId="845304931" sldId="341"/>
            <ac:picMk id="3" creationId="{A68D0321-335D-80DF-9E98-86FD70D41A68}"/>
          </ac:picMkLst>
        </pc:picChg>
      </pc:sldChg>
      <pc:sldChg chg="addSp modSp new mod ord">
        <pc:chgData name="DOWTY, PETER (DNR)" userId="01cf875a-4e15-4928-8f93-7a0dfa1efb6b" providerId="ADAL" clId="{E9054DD1-CDF4-4BE2-A4C5-BD4B0395A89E}" dt="2026-08-12T20:23:17.183" v="25574"/>
        <pc:sldMkLst>
          <pc:docMk/>
          <pc:sldMk cId="3097502330" sldId="342"/>
        </pc:sldMkLst>
        <pc:spChg chg="add mod">
          <ac:chgData name="DOWTY, PETER (DNR)" userId="01cf875a-4e15-4928-8f93-7a0dfa1efb6b" providerId="ADAL" clId="{E9054DD1-CDF4-4BE2-A4C5-BD4B0395A89E}" dt="2026-08-10T15:56:58.948" v="22888" actId="1076"/>
          <ac:spMkLst>
            <pc:docMk/>
            <pc:sldMk cId="3097502330" sldId="342"/>
            <ac:spMk id="3" creationId="{AD806F9C-BA78-2864-2AD0-B777E847320E}"/>
          </ac:spMkLst>
        </pc:spChg>
        <pc:spChg chg="add mod">
          <ac:chgData name="DOWTY, PETER (DNR)" userId="01cf875a-4e15-4928-8f93-7a0dfa1efb6b" providerId="ADAL" clId="{E9054DD1-CDF4-4BE2-A4C5-BD4B0395A89E}" dt="2026-08-10T15:56:58.948" v="22888" actId="1076"/>
          <ac:spMkLst>
            <pc:docMk/>
            <pc:sldMk cId="3097502330" sldId="342"/>
            <ac:spMk id="5" creationId="{C02CE1B7-E5B2-B9EB-8F70-7760F57345B0}"/>
          </ac:spMkLst>
        </pc:spChg>
        <pc:spChg chg="add mod">
          <ac:chgData name="DOWTY, PETER (DNR)" userId="01cf875a-4e15-4928-8f93-7a0dfa1efb6b" providerId="ADAL" clId="{E9054DD1-CDF4-4BE2-A4C5-BD4B0395A89E}" dt="2026-08-10T15:56:58.948" v="22888" actId="1076"/>
          <ac:spMkLst>
            <pc:docMk/>
            <pc:sldMk cId="3097502330" sldId="342"/>
            <ac:spMk id="7" creationId="{EA68E7AA-BBA8-6D7A-3EB4-6FA2894EFD16}"/>
          </ac:spMkLst>
        </pc:spChg>
      </pc:sldChg>
      <pc:sldChg chg="addSp modSp new mod ord">
        <pc:chgData name="DOWTY, PETER (DNR)" userId="01cf875a-4e15-4928-8f93-7a0dfa1efb6b" providerId="ADAL" clId="{E9054DD1-CDF4-4BE2-A4C5-BD4B0395A89E}" dt="2026-08-12T20:23:20.862" v="25576"/>
        <pc:sldMkLst>
          <pc:docMk/>
          <pc:sldMk cId="2973103337" sldId="343"/>
        </pc:sldMkLst>
        <pc:spChg chg="add mod">
          <ac:chgData name="DOWTY, PETER (DNR)" userId="01cf875a-4e15-4928-8f93-7a0dfa1efb6b" providerId="ADAL" clId="{E9054DD1-CDF4-4BE2-A4C5-BD4B0395A89E}" dt="2026-08-10T15:57:35.455" v="22891" actId="1076"/>
          <ac:spMkLst>
            <pc:docMk/>
            <pc:sldMk cId="2973103337" sldId="343"/>
            <ac:spMk id="3" creationId="{7776502F-2CBB-C23D-B596-AAF182CF5980}"/>
          </ac:spMkLst>
        </pc:spChg>
        <pc:spChg chg="add mod">
          <ac:chgData name="DOWTY, PETER (DNR)" userId="01cf875a-4e15-4928-8f93-7a0dfa1efb6b" providerId="ADAL" clId="{E9054DD1-CDF4-4BE2-A4C5-BD4B0395A89E}" dt="2026-08-10T15:57:35.455" v="22891" actId="1076"/>
          <ac:spMkLst>
            <pc:docMk/>
            <pc:sldMk cId="2973103337" sldId="343"/>
            <ac:spMk id="5" creationId="{A612D8A5-5ECF-C3A2-5E91-3057046BD175}"/>
          </ac:spMkLst>
        </pc:spChg>
        <pc:spChg chg="add mod">
          <ac:chgData name="DOWTY, PETER (DNR)" userId="01cf875a-4e15-4928-8f93-7a0dfa1efb6b" providerId="ADAL" clId="{E9054DD1-CDF4-4BE2-A4C5-BD4B0395A89E}" dt="2026-08-10T15:57:35.455" v="22891" actId="1076"/>
          <ac:spMkLst>
            <pc:docMk/>
            <pc:sldMk cId="2973103337" sldId="343"/>
            <ac:spMk id="7" creationId="{65164C9C-2BEE-37FE-7F30-7FBE863CC23D}"/>
          </ac:spMkLst>
        </pc:spChg>
        <pc:spChg chg="add mod">
          <ac:chgData name="DOWTY, PETER (DNR)" userId="01cf875a-4e15-4928-8f93-7a0dfa1efb6b" providerId="ADAL" clId="{E9054DD1-CDF4-4BE2-A4C5-BD4B0395A89E}" dt="2026-08-10T15:57:35.455" v="22891" actId="1076"/>
          <ac:spMkLst>
            <pc:docMk/>
            <pc:sldMk cId="2973103337" sldId="343"/>
            <ac:spMk id="9" creationId="{5F694ED4-2D40-6B3B-74F8-C23023A2CBAB}"/>
          </ac:spMkLst>
        </pc:spChg>
      </pc:sldChg>
      <pc:sldChg chg="addSp delSp modSp add mod ord">
        <pc:chgData name="DOWTY, PETER (DNR)" userId="01cf875a-4e15-4928-8f93-7a0dfa1efb6b" providerId="ADAL" clId="{E9054DD1-CDF4-4BE2-A4C5-BD4B0395A89E}" dt="2026-08-12T20:22:54.781" v="25570"/>
        <pc:sldMkLst>
          <pc:docMk/>
          <pc:sldMk cId="3056356193" sldId="344"/>
        </pc:sldMkLst>
        <pc:spChg chg="add mod">
          <ac:chgData name="DOWTY, PETER (DNR)" userId="01cf875a-4e15-4928-8f93-7a0dfa1efb6b" providerId="ADAL" clId="{E9054DD1-CDF4-4BE2-A4C5-BD4B0395A89E}" dt="2026-08-12T14:03:59.677" v="24820" actId="207"/>
          <ac:spMkLst>
            <pc:docMk/>
            <pc:sldMk cId="3056356193" sldId="344"/>
            <ac:spMk id="6" creationId="{DD6CA2B6-36A5-A2C1-1C62-D44DC190B82A}"/>
          </ac:spMkLst>
        </pc:spChg>
        <pc:spChg chg="add mod">
          <ac:chgData name="DOWTY, PETER (DNR)" userId="01cf875a-4e15-4928-8f93-7a0dfa1efb6b" providerId="ADAL" clId="{E9054DD1-CDF4-4BE2-A4C5-BD4B0395A89E}" dt="2026-08-12T14:33:18.461" v="24961" actId="1036"/>
          <ac:spMkLst>
            <pc:docMk/>
            <pc:sldMk cId="3056356193" sldId="344"/>
            <ac:spMk id="12" creationId="{CF01EC07-C20D-7805-E3D9-DB062F2C079C}"/>
          </ac:spMkLst>
        </pc:spChg>
        <pc:spChg chg="add mod">
          <ac:chgData name="DOWTY, PETER (DNR)" userId="01cf875a-4e15-4928-8f93-7a0dfa1efb6b" providerId="ADAL" clId="{E9054DD1-CDF4-4BE2-A4C5-BD4B0395A89E}" dt="2026-08-12T14:18:04.351" v="24917" actId="164"/>
          <ac:spMkLst>
            <pc:docMk/>
            <pc:sldMk cId="3056356193" sldId="344"/>
            <ac:spMk id="13" creationId="{36B14AAB-4AEE-5F9B-102C-0B64CF0D988A}"/>
          </ac:spMkLst>
        </pc:spChg>
        <pc:spChg chg="add mod">
          <ac:chgData name="DOWTY, PETER (DNR)" userId="01cf875a-4e15-4928-8f93-7a0dfa1efb6b" providerId="ADAL" clId="{E9054DD1-CDF4-4BE2-A4C5-BD4B0395A89E}" dt="2026-08-12T14:18:04.351" v="24917" actId="164"/>
          <ac:spMkLst>
            <pc:docMk/>
            <pc:sldMk cId="3056356193" sldId="344"/>
            <ac:spMk id="14" creationId="{71743284-FEDB-A3F2-2374-51099BE47916}"/>
          </ac:spMkLst>
        </pc:spChg>
        <pc:spChg chg="add mod">
          <ac:chgData name="DOWTY, PETER (DNR)" userId="01cf875a-4e15-4928-8f93-7a0dfa1efb6b" providerId="ADAL" clId="{E9054DD1-CDF4-4BE2-A4C5-BD4B0395A89E}" dt="2026-08-12T14:25:58.808" v="24934" actId="164"/>
          <ac:spMkLst>
            <pc:docMk/>
            <pc:sldMk cId="3056356193" sldId="344"/>
            <ac:spMk id="16" creationId="{281E5A67-0278-5CA5-F989-1E00E672A27C}"/>
          </ac:spMkLst>
        </pc:spChg>
        <pc:spChg chg="add mod ord">
          <ac:chgData name="DOWTY, PETER (DNR)" userId="01cf875a-4e15-4928-8f93-7a0dfa1efb6b" providerId="ADAL" clId="{E9054DD1-CDF4-4BE2-A4C5-BD4B0395A89E}" dt="2026-08-12T14:32:27.837" v="24955" actId="167"/>
          <ac:spMkLst>
            <pc:docMk/>
            <pc:sldMk cId="3056356193" sldId="344"/>
            <ac:spMk id="20" creationId="{EFC9C5D1-C715-7B15-1756-54108A19CA1A}"/>
          </ac:spMkLst>
        </pc:spChg>
        <pc:spChg chg="mod">
          <ac:chgData name="DOWTY, PETER (DNR)" userId="01cf875a-4e15-4928-8f93-7a0dfa1efb6b" providerId="ADAL" clId="{E9054DD1-CDF4-4BE2-A4C5-BD4B0395A89E}" dt="2026-08-10T18:01:58.726" v="22899"/>
          <ac:spMkLst>
            <pc:docMk/>
            <pc:sldMk cId="3056356193" sldId="344"/>
            <ac:spMk id="55" creationId="{4FD7FD1B-2EB0-63A6-CD13-A2DFA3BF74B0}"/>
          </ac:spMkLst>
        </pc:spChg>
        <pc:spChg chg="mod">
          <ac:chgData name="DOWTY, PETER (DNR)" userId="01cf875a-4e15-4928-8f93-7a0dfa1efb6b" providerId="ADAL" clId="{E9054DD1-CDF4-4BE2-A4C5-BD4B0395A89E}" dt="2026-08-10T18:03:58.285" v="22918" actId="20577"/>
          <ac:spMkLst>
            <pc:docMk/>
            <pc:sldMk cId="3056356193" sldId="344"/>
            <ac:spMk id="59" creationId="{68CF2616-16F4-C86C-09CA-3F66052A8BB5}"/>
          </ac:spMkLst>
        </pc:spChg>
        <pc:spChg chg="add mod">
          <ac:chgData name="DOWTY, PETER (DNR)" userId="01cf875a-4e15-4928-8f93-7a0dfa1efb6b" providerId="ADAL" clId="{E9054DD1-CDF4-4BE2-A4C5-BD4B0395A89E}" dt="2026-08-10T18:02:26.874" v="22906" actId="164"/>
          <ac:spMkLst>
            <pc:docMk/>
            <pc:sldMk cId="3056356193" sldId="344"/>
            <ac:spMk id="61" creationId="{059C0C8F-1742-9527-09BA-E9456C634264}"/>
          </ac:spMkLst>
        </pc:spChg>
        <pc:spChg chg="add mod">
          <ac:chgData name="DOWTY, PETER (DNR)" userId="01cf875a-4e15-4928-8f93-7a0dfa1efb6b" providerId="ADAL" clId="{E9054DD1-CDF4-4BE2-A4C5-BD4B0395A89E}" dt="2026-08-10T18:04:50.522" v="22923" actId="12788"/>
          <ac:spMkLst>
            <pc:docMk/>
            <pc:sldMk cId="3056356193" sldId="344"/>
            <ac:spMk id="62" creationId="{F920B678-D2A9-2AC9-89A1-2A4BC0CF46A6}"/>
          </ac:spMkLst>
        </pc:spChg>
        <pc:spChg chg="mod topLvl">
          <ac:chgData name="DOWTY, PETER (DNR)" userId="01cf875a-4e15-4928-8f93-7a0dfa1efb6b" providerId="ADAL" clId="{E9054DD1-CDF4-4BE2-A4C5-BD4B0395A89E}" dt="2026-08-12T14:03:51.724" v="24818" actId="207"/>
          <ac:spMkLst>
            <pc:docMk/>
            <pc:sldMk cId="3056356193" sldId="344"/>
            <ac:spMk id="89" creationId="{F9845DCC-1666-8F22-AD28-36FCABBDBB18}"/>
          </ac:spMkLst>
        </pc:spChg>
        <pc:spChg chg="mod">
          <ac:chgData name="DOWTY, PETER (DNR)" userId="01cf875a-4e15-4928-8f93-7a0dfa1efb6b" providerId="ADAL" clId="{E9054DD1-CDF4-4BE2-A4C5-BD4B0395A89E}" dt="2026-08-10T18:20:46.081" v="22994"/>
          <ac:spMkLst>
            <pc:docMk/>
            <pc:sldMk cId="3056356193" sldId="344"/>
            <ac:spMk id="94" creationId="{1445C3B9-4FF2-79CB-3911-9C1FA0591EDC}"/>
          </ac:spMkLst>
        </pc:spChg>
        <pc:spChg chg="mod topLvl">
          <ac:chgData name="DOWTY, PETER (DNR)" userId="01cf875a-4e15-4928-8f93-7a0dfa1efb6b" providerId="ADAL" clId="{E9054DD1-CDF4-4BE2-A4C5-BD4B0395A89E}" dt="2026-08-10T18:23:54.159" v="23014" actId="164"/>
          <ac:spMkLst>
            <pc:docMk/>
            <pc:sldMk cId="3056356193" sldId="344"/>
            <ac:spMk id="100" creationId="{D9A8CDCE-597F-949B-C26B-CF7D5B1A9DBA}"/>
          </ac:spMkLst>
        </pc:spChg>
        <pc:spChg chg="add mod">
          <ac:chgData name="DOWTY, PETER (DNR)" userId="01cf875a-4e15-4928-8f93-7a0dfa1efb6b" providerId="ADAL" clId="{E9054DD1-CDF4-4BE2-A4C5-BD4B0395A89E}" dt="2026-08-10T20:00:56.508" v="23517" actId="1076"/>
          <ac:spMkLst>
            <pc:docMk/>
            <pc:sldMk cId="3056356193" sldId="344"/>
            <ac:spMk id="109" creationId="{E71DF4F0-D68A-681B-292D-70E5D03907F8}"/>
          </ac:spMkLst>
        </pc:spChg>
        <pc:spChg chg="add mod">
          <ac:chgData name="DOWTY, PETER (DNR)" userId="01cf875a-4e15-4928-8f93-7a0dfa1efb6b" providerId="ADAL" clId="{E9054DD1-CDF4-4BE2-A4C5-BD4B0395A89E}" dt="2026-08-10T19:00:41.892" v="23440" actId="208"/>
          <ac:spMkLst>
            <pc:docMk/>
            <pc:sldMk cId="3056356193" sldId="344"/>
            <ac:spMk id="113" creationId="{FB1595C6-1DD5-C903-2179-9FD262C92356}"/>
          </ac:spMkLst>
        </pc:spChg>
        <pc:spChg chg="add mod">
          <ac:chgData name="DOWTY, PETER (DNR)" userId="01cf875a-4e15-4928-8f93-7a0dfa1efb6b" providerId="ADAL" clId="{E9054DD1-CDF4-4BE2-A4C5-BD4B0395A89E}" dt="2026-08-10T18:41:23.494" v="23281" actId="1076"/>
          <ac:spMkLst>
            <pc:docMk/>
            <pc:sldMk cId="3056356193" sldId="344"/>
            <ac:spMk id="118" creationId="{D50120CA-8E30-28E4-1429-18FDA10B88D7}"/>
          </ac:spMkLst>
        </pc:spChg>
        <pc:spChg chg="add mod ord">
          <ac:chgData name="DOWTY, PETER (DNR)" userId="01cf875a-4e15-4928-8f93-7a0dfa1efb6b" providerId="ADAL" clId="{E9054DD1-CDF4-4BE2-A4C5-BD4B0395A89E}" dt="2026-08-10T18:44:13.975" v="23298" actId="1076"/>
          <ac:spMkLst>
            <pc:docMk/>
            <pc:sldMk cId="3056356193" sldId="344"/>
            <ac:spMk id="122" creationId="{110ED018-0FC7-D251-0170-76273759ED92}"/>
          </ac:spMkLst>
        </pc:spChg>
        <pc:spChg chg="add mod ord topLvl">
          <ac:chgData name="DOWTY, PETER (DNR)" userId="01cf875a-4e15-4928-8f93-7a0dfa1efb6b" providerId="ADAL" clId="{E9054DD1-CDF4-4BE2-A4C5-BD4B0395A89E}" dt="2026-08-10T20:13:29.946" v="23588" actId="1076"/>
          <ac:spMkLst>
            <pc:docMk/>
            <pc:sldMk cId="3056356193" sldId="344"/>
            <ac:spMk id="125" creationId="{0BE20B33-A89B-E3D7-953D-63D626B05929}"/>
          </ac:spMkLst>
        </pc:spChg>
        <pc:spChg chg="mod topLvl">
          <ac:chgData name="DOWTY, PETER (DNR)" userId="01cf875a-4e15-4928-8f93-7a0dfa1efb6b" providerId="ADAL" clId="{E9054DD1-CDF4-4BE2-A4C5-BD4B0395A89E}" dt="2026-08-10T18:37:39.289" v="23198" actId="164"/>
          <ac:spMkLst>
            <pc:docMk/>
            <pc:sldMk cId="3056356193" sldId="344"/>
            <ac:spMk id="130" creationId="{5D75C1D2-D361-5B3D-39D0-277E93BE382A}"/>
          </ac:spMkLst>
        </pc:spChg>
        <pc:spChg chg="add mod">
          <ac:chgData name="DOWTY, PETER (DNR)" userId="01cf875a-4e15-4928-8f93-7a0dfa1efb6b" providerId="ADAL" clId="{E9054DD1-CDF4-4BE2-A4C5-BD4B0395A89E}" dt="2026-08-10T18:40:59.143" v="23278" actId="20577"/>
          <ac:spMkLst>
            <pc:docMk/>
            <pc:sldMk cId="3056356193" sldId="344"/>
            <ac:spMk id="132" creationId="{5240219B-1E65-A9F1-4064-1A4CC756EE7A}"/>
          </ac:spMkLst>
        </pc:spChg>
        <pc:spChg chg="add mod">
          <ac:chgData name="DOWTY, PETER (DNR)" userId="01cf875a-4e15-4928-8f93-7a0dfa1efb6b" providerId="ADAL" clId="{E9054DD1-CDF4-4BE2-A4C5-BD4B0395A89E}" dt="2026-08-12T13:47:43.133" v="24808" actId="1076"/>
          <ac:spMkLst>
            <pc:docMk/>
            <pc:sldMk cId="3056356193" sldId="344"/>
            <ac:spMk id="134" creationId="{5D3147F9-623B-86A9-CB25-7D09BC1CDCE4}"/>
          </ac:spMkLst>
        </pc:spChg>
        <pc:spChg chg="add mod">
          <ac:chgData name="DOWTY, PETER (DNR)" userId="01cf875a-4e15-4928-8f93-7a0dfa1efb6b" providerId="ADAL" clId="{E9054DD1-CDF4-4BE2-A4C5-BD4B0395A89E}" dt="2026-08-10T18:41:07.758" v="23280" actId="14100"/>
          <ac:spMkLst>
            <pc:docMk/>
            <pc:sldMk cId="3056356193" sldId="344"/>
            <ac:spMk id="136" creationId="{FEB8E7C8-7858-7ACF-943E-21644FD27306}"/>
          </ac:spMkLst>
        </pc:spChg>
        <pc:spChg chg="add mod">
          <ac:chgData name="DOWTY, PETER (DNR)" userId="01cf875a-4e15-4928-8f93-7a0dfa1efb6b" providerId="ADAL" clId="{E9054DD1-CDF4-4BE2-A4C5-BD4B0395A89E}" dt="2026-08-10T18:40:42.441" v="23268" actId="164"/>
          <ac:spMkLst>
            <pc:docMk/>
            <pc:sldMk cId="3056356193" sldId="344"/>
            <ac:spMk id="137" creationId="{FBA291DE-CA57-35C4-EEA5-CBFCAB09EA68}"/>
          </ac:spMkLst>
        </pc:spChg>
        <pc:spChg chg="add mod ord">
          <ac:chgData name="DOWTY, PETER (DNR)" userId="01cf875a-4e15-4928-8f93-7a0dfa1efb6b" providerId="ADAL" clId="{E9054DD1-CDF4-4BE2-A4C5-BD4B0395A89E}" dt="2026-08-12T14:32:27.837" v="24955" actId="167"/>
          <ac:spMkLst>
            <pc:docMk/>
            <pc:sldMk cId="3056356193" sldId="344"/>
            <ac:spMk id="139" creationId="{E1E75A20-9E2E-EE55-B155-6A376CC3EB57}"/>
          </ac:spMkLst>
        </pc:spChg>
        <pc:spChg chg="add mod ord">
          <ac:chgData name="DOWTY, PETER (DNR)" userId="01cf875a-4e15-4928-8f93-7a0dfa1efb6b" providerId="ADAL" clId="{E9054DD1-CDF4-4BE2-A4C5-BD4B0395A89E}" dt="2026-08-12T14:32:27.837" v="24955" actId="167"/>
          <ac:spMkLst>
            <pc:docMk/>
            <pc:sldMk cId="3056356193" sldId="344"/>
            <ac:spMk id="141" creationId="{1C654E2E-5919-27BD-AC64-C1066A6D745B}"/>
          </ac:spMkLst>
        </pc:spChg>
        <pc:spChg chg="add mod topLvl">
          <ac:chgData name="DOWTY, PETER (DNR)" userId="01cf875a-4e15-4928-8f93-7a0dfa1efb6b" providerId="ADAL" clId="{E9054DD1-CDF4-4BE2-A4C5-BD4B0395A89E}" dt="2026-08-12T14:03:38.866" v="24816" actId="207"/>
          <ac:spMkLst>
            <pc:docMk/>
            <pc:sldMk cId="3056356193" sldId="344"/>
            <ac:spMk id="143" creationId="{9D6AA185-DA5C-D83A-8A75-D6EB8A72F407}"/>
          </ac:spMkLst>
        </pc:spChg>
        <pc:spChg chg="add mod">
          <ac:chgData name="DOWTY, PETER (DNR)" userId="01cf875a-4e15-4928-8f93-7a0dfa1efb6b" providerId="ADAL" clId="{E9054DD1-CDF4-4BE2-A4C5-BD4B0395A89E}" dt="2026-08-12T14:03:45.403" v="24817" actId="207"/>
          <ac:spMkLst>
            <pc:docMk/>
            <pc:sldMk cId="3056356193" sldId="344"/>
            <ac:spMk id="145" creationId="{8B7C90CE-0306-2465-BCBE-9F1BAE580E3F}"/>
          </ac:spMkLst>
        </pc:spChg>
        <pc:spChg chg="add mod">
          <ac:chgData name="DOWTY, PETER (DNR)" userId="01cf875a-4e15-4928-8f93-7a0dfa1efb6b" providerId="ADAL" clId="{E9054DD1-CDF4-4BE2-A4C5-BD4B0395A89E}" dt="2026-08-10T19:00:41.892" v="23440" actId="208"/>
          <ac:spMkLst>
            <pc:docMk/>
            <pc:sldMk cId="3056356193" sldId="344"/>
            <ac:spMk id="158" creationId="{780D8A21-9B80-22D6-9CEE-9A7D01740919}"/>
          </ac:spMkLst>
        </pc:spChg>
        <pc:spChg chg="add del mod">
          <ac:chgData name="DOWTY, PETER (DNR)" userId="01cf875a-4e15-4928-8f93-7a0dfa1efb6b" providerId="ADAL" clId="{E9054DD1-CDF4-4BE2-A4C5-BD4B0395A89E}" dt="2026-08-12T14:42:32.056" v="24967" actId="478"/>
          <ac:spMkLst>
            <pc:docMk/>
            <pc:sldMk cId="3056356193" sldId="344"/>
            <ac:spMk id="160" creationId="{245B04B5-DB4C-F5F3-F059-D324ECFC0231}"/>
          </ac:spMkLst>
        </pc:spChg>
        <pc:spChg chg="add mod">
          <ac:chgData name="DOWTY, PETER (DNR)" userId="01cf875a-4e15-4928-8f93-7a0dfa1efb6b" providerId="ADAL" clId="{E9054DD1-CDF4-4BE2-A4C5-BD4B0395A89E}" dt="2026-08-10T19:02:21.381" v="23444" actId="1076"/>
          <ac:spMkLst>
            <pc:docMk/>
            <pc:sldMk cId="3056356193" sldId="344"/>
            <ac:spMk id="163" creationId="{4A6114C5-5669-51FE-4D24-BCDA5E9569F2}"/>
          </ac:spMkLst>
        </pc:spChg>
        <pc:spChg chg="add mod">
          <ac:chgData name="DOWTY, PETER (DNR)" userId="01cf875a-4e15-4928-8f93-7a0dfa1efb6b" providerId="ADAL" clId="{E9054DD1-CDF4-4BE2-A4C5-BD4B0395A89E}" dt="2026-08-10T19:03:17.231" v="23454" actId="1076"/>
          <ac:spMkLst>
            <pc:docMk/>
            <pc:sldMk cId="3056356193" sldId="344"/>
            <ac:spMk id="164" creationId="{51699950-E7BB-1182-7762-A8739DA488FF}"/>
          </ac:spMkLst>
        </pc:spChg>
        <pc:spChg chg="add mod ord">
          <ac:chgData name="DOWTY, PETER (DNR)" userId="01cf875a-4e15-4928-8f93-7a0dfa1efb6b" providerId="ADAL" clId="{E9054DD1-CDF4-4BE2-A4C5-BD4B0395A89E}" dt="2026-08-12T14:32:27.837" v="24955" actId="167"/>
          <ac:spMkLst>
            <pc:docMk/>
            <pc:sldMk cId="3056356193" sldId="344"/>
            <ac:spMk id="166" creationId="{DF70D2C1-390C-010F-423E-AC33520E9377}"/>
          </ac:spMkLst>
        </pc:spChg>
        <pc:spChg chg="add mod">
          <ac:chgData name="DOWTY, PETER (DNR)" userId="01cf875a-4e15-4928-8f93-7a0dfa1efb6b" providerId="ADAL" clId="{E9054DD1-CDF4-4BE2-A4C5-BD4B0395A89E}" dt="2026-08-12T13:38:01.184" v="24743" actId="1076"/>
          <ac:spMkLst>
            <pc:docMk/>
            <pc:sldMk cId="3056356193" sldId="344"/>
            <ac:spMk id="168" creationId="{AF400BF4-97E1-2AF0-9ADF-3CCD2F9A0854}"/>
          </ac:spMkLst>
        </pc:spChg>
        <pc:spChg chg="add mod ord">
          <ac:chgData name="DOWTY, PETER (DNR)" userId="01cf875a-4e15-4928-8f93-7a0dfa1efb6b" providerId="ADAL" clId="{E9054DD1-CDF4-4BE2-A4C5-BD4B0395A89E}" dt="2026-08-12T14:32:27.837" v="24955" actId="167"/>
          <ac:spMkLst>
            <pc:docMk/>
            <pc:sldMk cId="3056356193" sldId="344"/>
            <ac:spMk id="170" creationId="{93146CCD-C0A1-10EC-5E4D-60B55C91923C}"/>
          </ac:spMkLst>
        </pc:spChg>
        <pc:spChg chg="add mod">
          <ac:chgData name="DOWTY, PETER (DNR)" userId="01cf875a-4e15-4928-8f93-7a0dfa1efb6b" providerId="ADAL" clId="{E9054DD1-CDF4-4BE2-A4C5-BD4B0395A89E}" dt="2026-08-10T20:00:31.311" v="23514" actId="1076"/>
          <ac:spMkLst>
            <pc:docMk/>
            <pc:sldMk cId="3056356193" sldId="344"/>
            <ac:spMk id="172" creationId="{C890923E-CD12-D576-74D1-3917BA0FB94D}"/>
          </ac:spMkLst>
        </pc:spChg>
        <pc:spChg chg="add mod">
          <ac:chgData name="DOWTY, PETER (DNR)" userId="01cf875a-4e15-4928-8f93-7a0dfa1efb6b" providerId="ADAL" clId="{E9054DD1-CDF4-4BE2-A4C5-BD4B0395A89E}" dt="2026-08-10T20:05:49.571" v="23556" actId="164"/>
          <ac:spMkLst>
            <pc:docMk/>
            <pc:sldMk cId="3056356193" sldId="344"/>
            <ac:spMk id="181" creationId="{266D4595-37CD-612A-4ED7-26B013D4D09A}"/>
          </ac:spMkLst>
        </pc:spChg>
        <pc:spChg chg="mod">
          <ac:chgData name="DOWTY, PETER (DNR)" userId="01cf875a-4e15-4928-8f93-7a0dfa1efb6b" providerId="ADAL" clId="{E9054DD1-CDF4-4BE2-A4C5-BD4B0395A89E}" dt="2026-08-12T14:03:55.456" v="24819" actId="207"/>
          <ac:spMkLst>
            <pc:docMk/>
            <pc:sldMk cId="3056356193" sldId="344"/>
            <ac:spMk id="185" creationId="{116810E5-284F-768D-ADE3-BAB6FD7BB68F}"/>
          </ac:spMkLst>
        </pc:spChg>
        <pc:spChg chg="mod">
          <ac:chgData name="DOWTY, PETER (DNR)" userId="01cf875a-4e15-4928-8f93-7a0dfa1efb6b" providerId="ADAL" clId="{E9054DD1-CDF4-4BE2-A4C5-BD4B0395A89E}" dt="2026-08-10T20:06:11.639" v="23558"/>
          <ac:spMkLst>
            <pc:docMk/>
            <pc:sldMk cId="3056356193" sldId="344"/>
            <ac:spMk id="189" creationId="{6D21539D-F338-BADA-A906-D55125A13449}"/>
          </ac:spMkLst>
        </pc:spChg>
        <pc:spChg chg="add mod">
          <ac:chgData name="DOWTY, PETER (DNR)" userId="01cf875a-4e15-4928-8f93-7a0dfa1efb6b" providerId="ADAL" clId="{E9054DD1-CDF4-4BE2-A4C5-BD4B0395A89E}" dt="2026-08-10T20:06:47.914" v="23570" actId="1076"/>
          <ac:spMkLst>
            <pc:docMk/>
            <pc:sldMk cId="3056356193" sldId="344"/>
            <ac:spMk id="192" creationId="{1CC7C854-BC9B-B4E7-0005-21D74EF29E02}"/>
          </ac:spMkLst>
        </pc:spChg>
        <pc:spChg chg="mod">
          <ac:chgData name="DOWTY, PETER (DNR)" userId="01cf875a-4e15-4928-8f93-7a0dfa1efb6b" providerId="ADAL" clId="{E9054DD1-CDF4-4BE2-A4C5-BD4B0395A89E}" dt="2026-08-10T20:14:28.144" v="23602" actId="1076"/>
          <ac:spMkLst>
            <pc:docMk/>
            <pc:sldMk cId="3056356193" sldId="344"/>
            <ac:spMk id="198" creationId="{3ADACFB8-3E34-E64F-87D0-A65CE8FEE6DE}"/>
          </ac:spMkLst>
        </pc:spChg>
        <pc:spChg chg="add mod ord">
          <ac:chgData name="DOWTY, PETER (DNR)" userId="01cf875a-4e15-4928-8f93-7a0dfa1efb6b" providerId="ADAL" clId="{E9054DD1-CDF4-4BE2-A4C5-BD4B0395A89E}" dt="2026-08-12T14:32:27.837" v="24955" actId="167"/>
          <ac:spMkLst>
            <pc:docMk/>
            <pc:sldMk cId="3056356193" sldId="344"/>
            <ac:spMk id="201" creationId="{F2AA1C56-F13C-CABB-C72E-C79A050CDCC8}"/>
          </ac:spMkLst>
        </pc:spChg>
        <pc:spChg chg="add mod">
          <ac:chgData name="DOWTY, PETER (DNR)" userId="01cf875a-4e15-4928-8f93-7a0dfa1efb6b" providerId="ADAL" clId="{E9054DD1-CDF4-4BE2-A4C5-BD4B0395A89E}" dt="2026-08-10T20:32:50.704" v="23643" actId="20577"/>
          <ac:spMkLst>
            <pc:docMk/>
            <pc:sldMk cId="3056356193" sldId="344"/>
            <ac:spMk id="206" creationId="{D4650D13-2B49-0E8C-A4D1-33712C690F89}"/>
          </ac:spMkLst>
        </pc:spChg>
        <pc:spChg chg="mod">
          <ac:chgData name="DOWTY, PETER (DNR)" userId="01cf875a-4e15-4928-8f93-7a0dfa1efb6b" providerId="ADAL" clId="{E9054DD1-CDF4-4BE2-A4C5-BD4B0395A89E}" dt="2026-08-12T14:06:02.270" v="24823" actId="1076"/>
          <ac:spMkLst>
            <pc:docMk/>
            <pc:sldMk cId="3056356193" sldId="344"/>
            <ac:spMk id="210" creationId="{204A89C8-401B-0064-3963-044522DF902B}"/>
          </ac:spMkLst>
        </pc:spChg>
        <pc:spChg chg="add mod">
          <ac:chgData name="DOWTY, PETER (DNR)" userId="01cf875a-4e15-4928-8f93-7a0dfa1efb6b" providerId="ADAL" clId="{E9054DD1-CDF4-4BE2-A4C5-BD4B0395A89E}" dt="2026-08-10T20:18:18.318" v="23638"/>
          <ac:spMkLst>
            <pc:docMk/>
            <pc:sldMk cId="3056356193" sldId="344"/>
            <ac:spMk id="217" creationId="{CA0E7387-30E7-6C22-6864-6F51016A591E}"/>
          </ac:spMkLst>
        </pc:spChg>
        <pc:spChg chg="mod">
          <ac:chgData name="DOWTY, PETER (DNR)" userId="01cf875a-4e15-4928-8f93-7a0dfa1efb6b" providerId="ADAL" clId="{E9054DD1-CDF4-4BE2-A4C5-BD4B0395A89E}" dt="2026-08-12T13:37:48.320" v="24741" actId="1076"/>
          <ac:spMkLst>
            <pc:docMk/>
            <pc:sldMk cId="3056356193" sldId="344"/>
            <ac:spMk id="219" creationId="{D6616B55-C322-4B86-68E2-1B6899086882}"/>
          </ac:spMkLst>
        </pc:spChg>
        <pc:grpChg chg="add mod">
          <ac:chgData name="DOWTY, PETER (DNR)" userId="01cf875a-4e15-4928-8f93-7a0dfa1efb6b" providerId="ADAL" clId="{E9054DD1-CDF4-4BE2-A4C5-BD4B0395A89E}" dt="2026-08-12T13:36:02.268" v="24740" actId="1076"/>
          <ac:grpSpMkLst>
            <pc:docMk/>
            <pc:sldMk cId="3056356193" sldId="344"/>
            <ac:grpSpMk id="2" creationId="{0AEB6112-C6D7-7B8F-9711-4A6167F72726}"/>
          </ac:grpSpMkLst>
        </pc:grpChg>
        <pc:grpChg chg="add del mod">
          <ac:chgData name="DOWTY, PETER (DNR)" userId="01cf875a-4e15-4928-8f93-7a0dfa1efb6b" providerId="ADAL" clId="{E9054DD1-CDF4-4BE2-A4C5-BD4B0395A89E}" dt="2026-08-12T14:18:37.270" v="24918" actId="478"/>
          <ac:grpSpMkLst>
            <pc:docMk/>
            <pc:sldMk cId="3056356193" sldId="344"/>
            <ac:grpSpMk id="15" creationId="{364E42D7-206F-8F34-3F0D-A7B85C8A4236}"/>
          </ac:grpSpMkLst>
        </pc:grpChg>
        <pc:grpChg chg="add del mod">
          <ac:chgData name="DOWTY, PETER (DNR)" userId="01cf875a-4e15-4928-8f93-7a0dfa1efb6b" providerId="ADAL" clId="{E9054DD1-CDF4-4BE2-A4C5-BD4B0395A89E}" dt="2026-08-12T14:32:00.607" v="24954" actId="478"/>
          <ac:grpSpMkLst>
            <pc:docMk/>
            <pc:sldMk cId="3056356193" sldId="344"/>
            <ac:grpSpMk id="19" creationId="{E430E4C0-BC55-5E70-53FC-F35911367C83}"/>
          </ac:grpSpMkLst>
        </pc:grpChg>
        <pc:grpChg chg="mod">
          <ac:chgData name="DOWTY, PETER (DNR)" userId="01cf875a-4e15-4928-8f93-7a0dfa1efb6b" providerId="ADAL" clId="{E9054DD1-CDF4-4BE2-A4C5-BD4B0395A89E}" dt="2026-08-10T18:02:26.874" v="22906" actId="164"/>
          <ac:grpSpMkLst>
            <pc:docMk/>
            <pc:sldMk cId="3056356193" sldId="344"/>
            <ac:grpSpMk id="53" creationId="{D09790FB-23B4-D2D7-7E04-24BAAF1F8D89}"/>
          </ac:grpSpMkLst>
        </pc:grpChg>
        <pc:grpChg chg="add mod">
          <ac:chgData name="DOWTY, PETER (DNR)" userId="01cf875a-4e15-4928-8f93-7a0dfa1efb6b" providerId="ADAL" clId="{E9054DD1-CDF4-4BE2-A4C5-BD4B0395A89E}" dt="2026-08-10T18:09:02.933" v="22938" actId="1076"/>
          <ac:grpSpMkLst>
            <pc:docMk/>
            <pc:sldMk cId="3056356193" sldId="344"/>
            <ac:grpSpMk id="57" creationId="{8940B954-46F3-DE49-96B3-38B0D5308654}"/>
          </ac:grpSpMkLst>
        </pc:grpChg>
        <pc:grpChg chg="add mod">
          <ac:chgData name="DOWTY, PETER (DNR)" userId="01cf875a-4e15-4928-8f93-7a0dfa1efb6b" providerId="ADAL" clId="{E9054DD1-CDF4-4BE2-A4C5-BD4B0395A89E}" dt="2026-08-10T18:04:50.522" v="22923" actId="12788"/>
          <ac:grpSpMkLst>
            <pc:docMk/>
            <pc:sldMk cId="3056356193" sldId="344"/>
            <ac:grpSpMk id="64" creationId="{D609521A-9DF3-DF6D-6D99-08D29B516F1C}"/>
          </ac:grpSpMkLst>
        </pc:grpChg>
        <pc:grpChg chg="add mod">
          <ac:chgData name="DOWTY, PETER (DNR)" userId="01cf875a-4e15-4928-8f93-7a0dfa1efb6b" providerId="ADAL" clId="{E9054DD1-CDF4-4BE2-A4C5-BD4B0395A89E}" dt="2026-08-10T18:36:33.501" v="23190" actId="1076"/>
          <ac:grpSpMkLst>
            <pc:docMk/>
            <pc:sldMk cId="3056356193" sldId="344"/>
            <ac:grpSpMk id="90" creationId="{B01FB49A-A70E-EBC8-203F-2C6A1F7B02BB}"/>
          </ac:grpSpMkLst>
        </pc:grpChg>
        <pc:grpChg chg="add mod">
          <ac:chgData name="DOWTY, PETER (DNR)" userId="01cf875a-4e15-4928-8f93-7a0dfa1efb6b" providerId="ADAL" clId="{E9054DD1-CDF4-4BE2-A4C5-BD4B0395A89E}" dt="2026-08-10T20:06:50.591" v="23571" actId="1076"/>
          <ac:grpSpMkLst>
            <pc:docMk/>
            <pc:sldMk cId="3056356193" sldId="344"/>
            <ac:grpSpMk id="91" creationId="{FACB2A58-46F7-1A0B-E867-9B24081178C4}"/>
          </ac:grpSpMkLst>
        </pc:grpChg>
        <pc:grpChg chg="mod">
          <ac:chgData name="DOWTY, PETER (DNR)" userId="01cf875a-4e15-4928-8f93-7a0dfa1efb6b" providerId="ADAL" clId="{E9054DD1-CDF4-4BE2-A4C5-BD4B0395A89E}" dt="2026-08-10T18:20:46.081" v="22994"/>
          <ac:grpSpMkLst>
            <pc:docMk/>
            <pc:sldMk cId="3056356193" sldId="344"/>
            <ac:grpSpMk id="93" creationId="{DCF305BD-1FB1-87D3-64AB-30F9B7A652B5}"/>
          </ac:grpSpMkLst>
        </pc:grpChg>
        <pc:grpChg chg="add mod">
          <ac:chgData name="DOWTY, PETER (DNR)" userId="01cf875a-4e15-4928-8f93-7a0dfa1efb6b" providerId="ADAL" clId="{E9054DD1-CDF4-4BE2-A4C5-BD4B0395A89E}" dt="2026-08-10T18:36:37.587" v="23192" actId="1076"/>
          <ac:grpSpMkLst>
            <pc:docMk/>
            <pc:sldMk cId="3056356193" sldId="344"/>
            <ac:grpSpMk id="102" creationId="{2EC2B5CB-28C1-9867-F6B6-A0E016ACB0FD}"/>
          </ac:grpSpMkLst>
        </pc:grpChg>
        <pc:grpChg chg="add mod">
          <ac:chgData name="DOWTY, PETER (DNR)" userId="01cf875a-4e15-4928-8f93-7a0dfa1efb6b" providerId="ADAL" clId="{E9054DD1-CDF4-4BE2-A4C5-BD4B0395A89E}" dt="2026-08-10T18:26:46.979" v="23024" actId="164"/>
          <ac:grpSpMkLst>
            <pc:docMk/>
            <pc:sldMk cId="3056356193" sldId="344"/>
            <ac:grpSpMk id="105" creationId="{4EFD82AB-D787-1877-496A-6D641D1704DC}"/>
          </ac:grpSpMkLst>
        </pc:grpChg>
        <pc:grpChg chg="add mod">
          <ac:chgData name="DOWTY, PETER (DNR)" userId="01cf875a-4e15-4928-8f93-7a0dfa1efb6b" providerId="ADAL" clId="{E9054DD1-CDF4-4BE2-A4C5-BD4B0395A89E}" dt="2026-08-10T18:40:42.441" v="23268" actId="164"/>
          <ac:grpSpMkLst>
            <pc:docMk/>
            <pc:sldMk cId="3056356193" sldId="344"/>
            <ac:grpSpMk id="110" creationId="{88F111DD-7666-827B-6826-187441536D87}"/>
          </ac:grpSpMkLst>
        </pc:grpChg>
        <pc:grpChg chg="add mod">
          <ac:chgData name="DOWTY, PETER (DNR)" userId="01cf875a-4e15-4928-8f93-7a0dfa1efb6b" providerId="ADAL" clId="{E9054DD1-CDF4-4BE2-A4C5-BD4B0395A89E}" dt="2026-08-10T20:01:30.101" v="23521" actId="1076"/>
          <ac:grpSpMkLst>
            <pc:docMk/>
            <pc:sldMk cId="3056356193" sldId="344"/>
            <ac:grpSpMk id="131" creationId="{9332BA02-3820-FA38-2CCA-9F4642103044}"/>
          </ac:grpSpMkLst>
        </pc:grpChg>
        <pc:grpChg chg="add mod">
          <ac:chgData name="DOWTY, PETER (DNR)" userId="01cf875a-4e15-4928-8f93-7a0dfa1efb6b" providerId="ADAL" clId="{E9054DD1-CDF4-4BE2-A4C5-BD4B0395A89E}" dt="2026-08-10T18:40:44.601" v="23269" actId="1076"/>
          <ac:grpSpMkLst>
            <pc:docMk/>
            <pc:sldMk cId="3056356193" sldId="344"/>
            <ac:grpSpMk id="138" creationId="{B0F06C00-B5E6-F105-ADEA-6D53B5FC0503}"/>
          </ac:grpSpMkLst>
        </pc:grpChg>
        <pc:grpChg chg="add del mod">
          <ac:chgData name="DOWTY, PETER (DNR)" userId="01cf875a-4e15-4928-8f93-7a0dfa1efb6b" providerId="ADAL" clId="{E9054DD1-CDF4-4BE2-A4C5-BD4B0395A89E}" dt="2026-08-12T13:35:20.783" v="24734" actId="165"/>
          <ac:grpSpMkLst>
            <pc:docMk/>
            <pc:sldMk cId="3056356193" sldId="344"/>
            <ac:grpSpMk id="146" creationId="{A2E3BB73-B912-1845-503E-7BCBB3F97C91}"/>
          </ac:grpSpMkLst>
        </pc:grpChg>
        <pc:grpChg chg="add del mod">
          <ac:chgData name="DOWTY, PETER (DNR)" userId="01cf875a-4e15-4928-8f93-7a0dfa1efb6b" providerId="ADAL" clId="{E9054DD1-CDF4-4BE2-A4C5-BD4B0395A89E}" dt="2026-08-12T14:42:19.939" v="24964" actId="478"/>
          <ac:grpSpMkLst>
            <pc:docMk/>
            <pc:sldMk cId="3056356193" sldId="344"/>
            <ac:grpSpMk id="147" creationId="{8DA394A1-6E23-A368-3600-C20AFF3328DA}"/>
          </ac:grpSpMkLst>
        </pc:grpChg>
        <pc:grpChg chg="add mod">
          <ac:chgData name="DOWTY, PETER (DNR)" userId="01cf875a-4e15-4928-8f93-7a0dfa1efb6b" providerId="ADAL" clId="{E9054DD1-CDF4-4BE2-A4C5-BD4B0395A89E}" dt="2026-08-10T20:13:29.946" v="23588" actId="1076"/>
          <ac:grpSpMkLst>
            <pc:docMk/>
            <pc:sldMk cId="3056356193" sldId="344"/>
            <ac:grpSpMk id="151" creationId="{42AF8EF5-68A7-49C3-F0D4-F19AF5B72BA2}"/>
          </ac:grpSpMkLst>
        </pc:grpChg>
        <pc:grpChg chg="add mod">
          <ac:chgData name="DOWTY, PETER (DNR)" userId="01cf875a-4e15-4928-8f93-7a0dfa1efb6b" providerId="ADAL" clId="{E9054DD1-CDF4-4BE2-A4C5-BD4B0395A89E}" dt="2026-08-10T20:05:54.684" v="23557" actId="1076"/>
          <ac:grpSpMkLst>
            <pc:docMk/>
            <pc:sldMk cId="3056356193" sldId="344"/>
            <ac:grpSpMk id="182" creationId="{FC7696D3-80F5-3F5D-027D-ADA9D19B8DB8}"/>
          </ac:grpSpMkLst>
        </pc:grpChg>
        <pc:grpChg chg="add mod">
          <ac:chgData name="DOWTY, PETER (DNR)" userId="01cf875a-4e15-4928-8f93-7a0dfa1efb6b" providerId="ADAL" clId="{E9054DD1-CDF4-4BE2-A4C5-BD4B0395A89E}" dt="2026-08-10T20:06:20.341" v="23560" actId="1076"/>
          <ac:grpSpMkLst>
            <pc:docMk/>
            <pc:sldMk cId="3056356193" sldId="344"/>
            <ac:grpSpMk id="183" creationId="{87E744EE-0444-C343-55D7-3C8AF99B9860}"/>
          </ac:grpSpMkLst>
        </pc:grpChg>
        <pc:grpChg chg="add mod">
          <ac:chgData name="DOWTY, PETER (DNR)" userId="01cf875a-4e15-4928-8f93-7a0dfa1efb6b" providerId="ADAL" clId="{E9054DD1-CDF4-4BE2-A4C5-BD4B0395A89E}" dt="2026-08-10T20:06:42.118" v="23569" actId="1076"/>
          <ac:grpSpMkLst>
            <pc:docMk/>
            <pc:sldMk cId="3056356193" sldId="344"/>
            <ac:grpSpMk id="186" creationId="{78307BFE-331F-856B-303C-F8D07562F167}"/>
          </ac:grpSpMkLst>
        </pc:grpChg>
        <pc:grpChg chg="mod">
          <ac:chgData name="DOWTY, PETER (DNR)" userId="01cf875a-4e15-4928-8f93-7a0dfa1efb6b" providerId="ADAL" clId="{E9054DD1-CDF4-4BE2-A4C5-BD4B0395A89E}" dt="2026-08-10T20:06:11.639" v="23558"/>
          <ac:grpSpMkLst>
            <pc:docMk/>
            <pc:sldMk cId="3056356193" sldId="344"/>
            <ac:grpSpMk id="188" creationId="{7B045D44-1094-F7CB-AF9D-0E19F69BA9E8}"/>
          </ac:grpSpMkLst>
        </pc:grpChg>
        <pc:grpChg chg="add mod">
          <ac:chgData name="DOWTY, PETER (DNR)" userId="01cf875a-4e15-4928-8f93-7a0dfa1efb6b" providerId="ADAL" clId="{E9054DD1-CDF4-4BE2-A4C5-BD4B0395A89E}" dt="2026-08-10T20:14:28.144" v="23602" actId="1076"/>
          <ac:grpSpMkLst>
            <pc:docMk/>
            <pc:sldMk cId="3056356193" sldId="344"/>
            <ac:grpSpMk id="197" creationId="{A866B50D-9C75-0A3F-C0F0-8A07EDEE0705}"/>
          </ac:grpSpMkLst>
        </pc:grpChg>
        <pc:grpChg chg="add mod">
          <ac:chgData name="DOWTY, PETER (DNR)" userId="01cf875a-4e15-4928-8f93-7a0dfa1efb6b" providerId="ADAL" clId="{E9054DD1-CDF4-4BE2-A4C5-BD4B0395A89E}" dt="2026-08-12T14:06:02.270" v="24823" actId="1076"/>
          <ac:grpSpMkLst>
            <pc:docMk/>
            <pc:sldMk cId="3056356193" sldId="344"/>
            <ac:grpSpMk id="209" creationId="{90BB2C72-1F3A-7352-7F59-D73E47F33D01}"/>
          </ac:grpSpMkLst>
        </pc:grpChg>
        <pc:grpChg chg="add mod">
          <ac:chgData name="DOWTY, PETER (DNR)" userId="01cf875a-4e15-4928-8f93-7a0dfa1efb6b" providerId="ADAL" clId="{E9054DD1-CDF4-4BE2-A4C5-BD4B0395A89E}" dt="2026-08-12T13:37:48.320" v="24741" actId="1076"/>
          <ac:grpSpMkLst>
            <pc:docMk/>
            <pc:sldMk cId="3056356193" sldId="344"/>
            <ac:grpSpMk id="218" creationId="{3E32E70A-602F-8CAB-1B83-94CECDDF1DF6}"/>
          </ac:grpSpMkLst>
        </pc:grpChg>
        <pc:picChg chg="mod">
          <ac:chgData name="DOWTY, PETER (DNR)" userId="01cf875a-4e15-4928-8f93-7a0dfa1efb6b" providerId="ADAL" clId="{E9054DD1-CDF4-4BE2-A4C5-BD4B0395A89E}" dt="2026-08-10T18:01:58.726" v="22899"/>
          <ac:picMkLst>
            <pc:docMk/>
            <pc:sldMk cId="3056356193" sldId="344"/>
            <ac:picMk id="54" creationId="{866C4C06-002E-552D-6CD5-0F113B4A5071}"/>
          </ac:picMkLst>
        </pc:picChg>
        <pc:picChg chg="mod">
          <ac:chgData name="DOWTY, PETER (DNR)" userId="01cf875a-4e15-4928-8f93-7a0dfa1efb6b" providerId="ADAL" clId="{E9054DD1-CDF4-4BE2-A4C5-BD4B0395A89E}" dt="2026-08-10T18:01:58.726" v="22899"/>
          <ac:picMkLst>
            <pc:docMk/>
            <pc:sldMk cId="3056356193" sldId="344"/>
            <ac:picMk id="58" creationId="{F1F458C2-F229-8822-36AC-C2C473D734BD}"/>
          </ac:picMkLst>
        </pc:picChg>
        <pc:picChg chg="add mod">
          <ac:chgData name="DOWTY, PETER (DNR)" userId="01cf875a-4e15-4928-8f93-7a0dfa1efb6b" providerId="ADAL" clId="{E9054DD1-CDF4-4BE2-A4C5-BD4B0395A89E}" dt="2026-08-10T18:09:23.256" v="22945" actId="1076"/>
          <ac:picMkLst>
            <pc:docMk/>
            <pc:sldMk cId="3056356193" sldId="344"/>
            <ac:picMk id="68" creationId="{E23C3ED0-BF28-C994-65C4-54417612F02D}"/>
          </ac:picMkLst>
        </pc:picChg>
        <pc:picChg chg="add mod">
          <ac:chgData name="DOWTY, PETER (DNR)" userId="01cf875a-4e15-4928-8f93-7a0dfa1efb6b" providerId="ADAL" clId="{E9054DD1-CDF4-4BE2-A4C5-BD4B0395A89E}" dt="2026-08-12T14:03:11.570" v="24814" actId="1076"/>
          <ac:picMkLst>
            <pc:docMk/>
            <pc:sldMk cId="3056356193" sldId="344"/>
            <ac:picMk id="70" creationId="{6A2E3147-3E01-1FE8-34D8-06955DDF2404}"/>
          </ac:picMkLst>
        </pc:picChg>
        <pc:picChg chg="add mod">
          <ac:chgData name="DOWTY, PETER (DNR)" userId="01cf875a-4e15-4928-8f93-7a0dfa1efb6b" providerId="ADAL" clId="{E9054DD1-CDF4-4BE2-A4C5-BD4B0395A89E}" dt="2026-08-10T18:42:42.616" v="23285" actId="1076"/>
          <ac:picMkLst>
            <pc:docMk/>
            <pc:sldMk cId="3056356193" sldId="344"/>
            <ac:picMk id="72" creationId="{5C323213-AC0E-D596-99BF-24A65CA611A3}"/>
          </ac:picMkLst>
        </pc:picChg>
        <pc:picChg chg="add mod topLvl">
          <ac:chgData name="DOWTY, PETER (DNR)" userId="01cf875a-4e15-4928-8f93-7a0dfa1efb6b" providerId="ADAL" clId="{E9054DD1-CDF4-4BE2-A4C5-BD4B0395A89E}" dt="2026-08-12T13:35:53.925" v="24739" actId="164"/>
          <ac:picMkLst>
            <pc:docMk/>
            <pc:sldMk cId="3056356193" sldId="344"/>
            <ac:picMk id="74" creationId="{F77DE004-942C-B6E9-97A3-FFAE5CA571E2}"/>
          </ac:picMkLst>
        </pc:picChg>
        <pc:picChg chg="add mod">
          <ac:chgData name="DOWTY, PETER (DNR)" userId="01cf875a-4e15-4928-8f93-7a0dfa1efb6b" providerId="ADAL" clId="{E9054DD1-CDF4-4BE2-A4C5-BD4B0395A89E}" dt="2026-08-10T18:36:35.010" v="23191" actId="1076"/>
          <ac:picMkLst>
            <pc:docMk/>
            <pc:sldMk cId="3056356193" sldId="344"/>
            <ac:picMk id="86" creationId="{9C8B2447-76C6-4176-BA41-E06166878E64}"/>
          </ac:picMkLst>
        </pc:picChg>
        <pc:picChg chg="mod topLvl">
          <ac:chgData name="DOWTY, PETER (DNR)" userId="01cf875a-4e15-4928-8f93-7a0dfa1efb6b" providerId="ADAL" clId="{E9054DD1-CDF4-4BE2-A4C5-BD4B0395A89E}" dt="2026-08-10T18:19:45.619" v="22990" actId="164"/>
          <ac:picMkLst>
            <pc:docMk/>
            <pc:sldMk cId="3056356193" sldId="344"/>
            <ac:picMk id="88" creationId="{56CEF1CF-EFBC-5B1D-5617-4302A20861B1}"/>
          </ac:picMkLst>
        </pc:picChg>
        <pc:picChg chg="mod">
          <ac:chgData name="DOWTY, PETER (DNR)" userId="01cf875a-4e15-4928-8f93-7a0dfa1efb6b" providerId="ADAL" clId="{E9054DD1-CDF4-4BE2-A4C5-BD4B0395A89E}" dt="2026-08-10T18:20:46.081" v="22994"/>
          <ac:picMkLst>
            <pc:docMk/>
            <pc:sldMk cId="3056356193" sldId="344"/>
            <ac:picMk id="92" creationId="{EDDB2326-498E-070D-7445-24E9B3D7A0A4}"/>
          </ac:picMkLst>
        </pc:picChg>
        <pc:picChg chg="mod">
          <ac:chgData name="DOWTY, PETER (DNR)" userId="01cf875a-4e15-4928-8f93-7a0dfa1efb6b" providerId="ADAL" clId="{E9054DD1-CDF4-4BE2-A4C5-BD4B0395A89E}" dt="2026-08-10T18:20:46.081" v="22994"/>
          <ac:picMkLst>
            <pc:docMk/>
            <pc:sldMk cId="3056356193" sldId="344"/>
            <ac:picMk id="95" creationId="{9833D19E-CCB4-161F-A269-0674D1845761}"/>
          </ac:picMkLst>
        </pc:picChg>
        <pc:picChg chg="mod topLvl">
          <ac:chgData name="DOWTY, PETER (DNR)" userId="01cf875a-4e15-4928-8f93-7a0dfa1efb6b" providerId="ADAL" clId="{E9054DD1-CDF4-4BE2-A4C5-BD4B0395A89E}" dt="2026-08-10T18:23:54.159" v="23014" actId="164"/>
          <ac:picMkLst>
            <pc:docMk/>
            <pc:sldMk cId="3056356193" sldId="344"/>
            <ac:picMk id="99" creationId="{FE9704F9-DE9F-D1AF-9B38-41FB8057EB00}"/>
          </ac:picMkLst>
        </pc:picChg>
        <pc:picChg chg="add mod">
          <ac:chgData name="DOWTY, PETER (DNR)" userId="01cf875a-4e15-4928-8f93-7a0dfa1efb6b" providerId="ADAL" clId="{E9054DD1-CDF4-4BE2-A4C5-BD4B0395A89E}" dt="2026-08-10T19:58:48.410" v="23477" actId="1076"/>
          <ac:picMkLst>
            <pc:docMk/>
            <pc:sldMk cId="3056356193" sldId="344"/>
            <ac:picMk id="104" creationId="{8FA5290E-5AA9-295D-695A-717370D7BE1B}"/>
          </ac:picMkLst>
        </pc:picChg>
        <pc:picChg chg="mod">
          <ac:chgData name="DOWTY, PETER (DNR)" userId="01cf875a-4e15-4928-8f93-7a0dfa1efb6b" providerId="ADAL" clId="{E9054DD1-CDF4-4BE2-A4C5-BD4B0395A89E}" dt="2026-08-10T18:26:16.528" v="23020"/>
          <ac:picMkLst>
            <pc:docMk/>
            <pc:sldMk cId="3056356193" sldId="344"/>
            <ac:picMk id="106" creationId="{F9145372-F4CA-83E2-4DA2-5F1C07293844}"/>
          </ac:picMkLst>
        </pc:picChg>
        <pc:picChg chg="mod">
          <ac:chgData name="DOWTY, PETER (DNR)" userId="01cf875a-4e15-4928-8f93-7a0dfa1efb6b" providerId="ADAL" clId="{E9054DD1-CDF4-4BE2-A4C5-BD4B0395A89E}" dt="2026-08-10T18:26:16.528" v="23020"/>
          <ac:picMkLst>
            <pc:docMk/>
            <pc:sldMk cId="3056356193" sldId="344"/>
            <ac:picMk id="107" creationId="{F0966BB5-745A-A111-C4DE-ED84B8BD67A5}"/>
          </ac:picMkLst>
        </pc:picChg>
        <pc:picChg chg="mod">
          <ac:chgData name="DOWTY, PETER (DNR)" userId="01cf875a-4e15-4928-8f93-7a0dfa1efb6b" providerId="ADAL" clId="{E9054DD1-CDF4-4BE2-A4C5-BD4B0395A89E}" dt="2026-08-10T18:26:16.528" v="23020"/>
          <ac:picMkLst>
            <pc:docMk/>
            <pc:sldMk cId="3056356193" sldId="344"/>
            <ac:picMk id="108" creationId="{E7D1BB1C-1158-7A29-CD89-5B106252C6C8}"/>
          </ac:picMkLst>
        </pc:picChg>
        <pc:picChg chg="add mod topLvl">
          <ac:chgData name="DOWTY, PETER (DNR)" userId="01cf875a-4e15-4928-8f93-7a0dfa1efb6b" providerId="ADAL" clId="{E9054DD1-CDF4-4BE2-A4C5-BD4B0395A89E}" dt="2026-08-10T20:13:29.946" v="23588" actId="1076"/>
          <ac:picMkLst>
            <pc:docMk/>
            <pc:sldMk cId="3056356193" sldId="344"/>
            <ac:picMk id="124" creationId="{4FD3C4A7-B704-E855-511D-B91E7FDBBE2F}"/>
          </ac:picMkLst>
        </pc:picChg>
        <pc:picChg chg="mod topLvl">
          <ac:chgData name="DOWTY, PETER (DNR)" userId="01cf875a-4e15-4928-8f93-7a0dfa1efb6b" providerId="ADAL" clId="{E9054DD1-CDF4-4BE2-A4C5-BD4B0395A89E}" dt="2026-08-10T18:37:39.289" v="23198" actId="164"/>
          <ac:picMkLst>
            <pc:docMk/>
            <pc:sldMk cId="3056356193" sldId="344"/>
            <ac:picMk id="129" creationId="{CA47212A-080A-597E-B251-FABEDCE9BDF0}"/>
          </ac:picMkLst>
        </pc:picChg>
        <pc:picChg chg="add mod modCrop">
          <ac:chgData name="DOWTY, PETER (DNR)" userId="01cf875a-4e15-4928-8f93-7a0dfa1efb6b" providerId="ADAL" clId="{E9054DD1-CDF4-4BE2-A4C5-BD4B0395A89E}" dt="2026-08-10T20:05:49.571" v="23556" actId="164"/>
          <ac:picMkLst>
            <pc:docMk/>
            <pc:sldMk cId="3056356193" sldId="344"/>
            <ac:picMk id="179" creationId="{1D3F4AC1-6A02-9A53-C935-8F9960866DB0}"/>
          </ac:picMkLst>
        </pc:picChg>
        <pc:picChg chg="mod">
          <ac:chgData name="DOWTY, PETER (DNR)" userId="01cf875a-4e15-4928-8f93-7a0dfa1efb6b" providerId="ADAL" clId="{E9054DD1-CDF4-4BE2-A4C5-BD4B0395A89E}" dt="2026-08-10T20:06:11.639" v="23558"/>
          <ac:picMkLst>
            <pc:docMk/>
            <pc:sldMk cId="3056356193" sldId="344"/>
            <ac:picMk id="184" creationId="{AB9AEC2D-7DB7-7340-6448-B08A32C478A3}"/>
          </ac:picMkLst>
        </pc:picChg>
        <pc:picChg chg="mod">
          <ac:chgData name="DOWTY, PETER (DNR)" userId="01cf875a-4e15-4928-8f93-7a0dfa1efb6b" providerId="ADAL" clId="{E9054DD1-CDF4-4BE2-A4C5-BD4B0395A89E}" dt="2026-08-10T20:06:11.639" v="23558"/>
          <ac:picMkLst>
            <pc:docMk/>
            <pc:sldMk cId="3056356193" sldId="344"/>
            <ac:picMk id="187" creationId="{91857790-07B8-B8E4-1C69-56CF29A7EE9B}"/>
          </ac:picMkLst>
        </pc:picChg>
        <pc:picChg chg="mod">
          <ac:chgData name="DOWTY, PETER (DNR)" userId="01cf875a-4e15-4928-8f93-7a0dfa1efb6b" providerId="ADAL" clId="{E9054DD1-CDF4-4BE2-A4C5-BD4B0395A89E}" dt="2026-08-10T20:06:11.639" v="23558"/>
          <ac:picMkLst>
            <pc:docMk/>
            <pc:sldMk cId="3056356193" sldId="344"/>
            <ac:picMk id="190" creationId="{5841CC41-DC8F-4841-4CF4-48A47A9B8984}"/>
          </ac:picMkLst>
        </pc:picChg>
        <pc:picChg chg="mod">
          <ac:chgData name="DOWTY, PETER (DNR)" userId="01cf875a-4e15-4928-8f93-7a0dfa1efb6b" providerId="ADAL" clId="{E9054DD1-CDF4-4BE2-A4C5-BD4B0395A89E}" dt="2026-08-10T20:14:28.144" v="23602" actId="1076"/>
          <ac:picMkLst>
            <pc:docMk/>
            <pc:sldMk cId="3056356193" sldId="344"/>
            <ac:picMk id="199" creationId="{0F92AAC0-6E4C-47D4-E7F3-6B71FF83FD02}"/>
          </ac:picMkLst>
        </pc:picChg>
        <pc:picChg chg="mod">
          <ac:chgData name="DOWTY, PETER (DNR)" userId="01cf875a-4e15-4928-8f93-7a0dfa1efb6b" providerId="ADAL" clId="{E9054DD1-CDF4-4BE2-A4C5-BD4B0395A89E}" dt="2026-08-12T14:06:02.270" v="24823" actId="1076"/>
          <ac:picMkLst>
            <pc:docMk/>
            <pc:sldMk cId="3056356193" sldId="344"/>
            <ac:picMk id="211" creationId="{E0C83F86-57BA-33EE-0367-F4CDBB8F7F35}"/>
          </ac:picMkLst>
        </pc:picChg>
        <pc:picChg chg="mod">
          <ac:chgData name="DOWTY, PETER (DNR)" userId="01cf875a-4e15-4928-8f93-7a0dfa1efb6b" providerId="ADAL" clId="{E9054DD1-CDF4-4BE2-A4C5-BD4B0395A89E}" dt="2026-08-12T13:37:48.320" v="24741" actId="1076"/>
          <ac:picMkLst>
            <pc:docMk/>
            <pc:sldMk cId="3056356193" sldId="344"/>
            <ac:picMk id="220" creationId="{E2215600-E253-452C-D66A-477A2CB09994}"/>
          </ac:picMkLst>
        </pc:picChg>
        <pc:cxnChg chg="add mod">
          <ac:chgData name="DOWTY, PETER (DNR)" userId="01cf875a-4e15-4928-8f93-7a0dfa1efb6b" providerId="ADAL" clId="{E9054DD1-CDF4-4BE2-A4C5-BD4B0395A89E}" dt="2026-08-12T13:38:15.917" v="24745" actId="208"/>
          <ac:cxnSpMkLst>
            <pc:docMk/>
            <pc:sldMk cId="3056356193" sldId="344"/>
            <ac:cxnSpMk id="4" creationId="{0C4E53D8-A079-E28E-FB0E-BEAB1A105C53}"/>
          </ac:cxnSpMkLst>
        </pc:cxnChg>
        <pc:cxnChg chg="add mod">
          <ac:chgData name="DOWTY, PETER (DNR)" userId="01cf875a-4e15-4928-8f93-7a0dfa1efb6b" providerId="ADAL" clId="{E9054DD1-CDF4-4BE2-A4C5-BD4B0395A89E}" dt="2026-08-12T14:06:28.873" v="24828" actId="14100"/>
          <ac:cxnSpMkLst>
            <pc:docMk/>
            <pc:sldMk cId="3056356193" sldId="344"/>
            <ac:cxnSpMk id="9" creationId="{2F71B3D8-CC88-EB1C-484D-79106B3603C3}"/>
          </ac:cxnSpMkLst>
        </pc:cxnChg>
        <pc:cxnChg chg="add mod">
          <ac:chgData name="DOWTY, PETER (DNR)" userId="01cf875a-4e15-4928-8f93-7a0dfa1efb6b" providerId="ADAL" clId="{E9054DD1-CDF4-4BE2-A4C5-BD4B0395A89E}" dt="2026-08-12T14:25:58.808" v="24934" actId="164"/>
          <ac:cxnSpMkLst>
            <pc:docMk/>
            <pc:sldMk cId="3056356193" sldId="344"/>
            <ac:cxnSpMk id="18" creationId="{A9A59F18-762A-8590-B659-238E3B38797B}"/>
          </ac:cxnSpMkLst>
        </pc:cxnChg>
        <pc:cxnChg chg="add mod">
          <ac:chgData name="DOWTY, PETER (DNR)" userId="01cf875a-4e15-4928-8f93-7a0dfa1efb6b" providerId="ADAL" clId="{E9054DD1-CDF4-4BE2-A4C5-BD4B0395A89E}" dt="2026-08-10T19:00:41.892" v="23440" actId="208"/>
          <ac:cxnSpMkLst>
            <pc:docMk/>
            <pc:sldMk cId="3056356193" sldId="344"/>
            <ac:cxnSpMk id="112" creationId="{266C6DF8-19D2-D599-50E7-5248A7ED3361}"/>
          </ac:cxnSpMkLst>
        </pc:cxnChg>
        <pc:cxnChg chg="add mod">
          <ac:chgData name="DOWTY, PETER (DNR)" userId="01cf875a-4e15-4928-8f93-7a0dfa1efb6b" providerId="ADAL" clId="{E9054DD1-CDF4-4BE2-A4C5-BD4B0395A89E}" dt="2026-08-10T19:00:41.892" v="23440" actId="208"/>
          <ac:cxnSpMkLst>
            <pc:docMk/>
            <pc:sldMk cId="3056356193" sldId="344"/>
            <ac:cxnSpMk id="115" creationId="{1C55D2A8-BB50-6B91-A839-9DC4AACE9949}"/>
          </ac:cxnSpMkLst>
        </pc:cxnChg>
        <pc:cxnChg chg="add mod">
          <ac:chgData name="DOWTY, PETER (DNR)" userId="01cf875a-4e15-4928-8f93-7a0dfa1efb6b" providerId="ADAL" clId="{E9054DD1-CDF4-4BE2-A4C5-BD4B0395A89E}" dt="2026-08-10T19:00:41.892" v="23440" actId="208"/>
          <ac:cxnSpMkLst>
            <pc:docMk/>
            <pc:sldMk cId="3056356193" sldId="344"/>
            <ac:cxnSpMk id="116" creationId="{D7C029F3-18C9-C037-3DC5-367E9806D18B}"/>
          </ac:cxnSpMkLst>
        </pc:cxnChg>
        <pc:cxnChg chg="add mod">
          <ac:chgData name="DOWTY, PETER (DNR)" userId="01cf875a-4e15-4928-8f93-7a0dfa1efb6b" providerId="ADAL" clId="{E9054DD1-CDF4-4BE2-A4C5-BD4B0395A89E}" dt="2026-08-12T14:31:38.283" v="24953" actId="208"/>
          <ac:cxnSpMkLst>
            <pc:docMk/>
            <pc:sldMk cId="3056356193" sldId="344"/>
            <ac:cxnSpMk id="120" creationId="{F5EFE385-8BC6-2136-0F25-F273612F3B5C}"/>
          </ac:cxnSpMkLst>
        </pc:cxnChg>
        <pc:cxnChg chg="add mod">
          <ac:chgData name="DOWTY, PETER (DNR)" userId="01cf875a-4e15-4928-8f93-7a0dfa1efb6b" providerId="ADAL" clId="{E9054DD1-CDF4-4BE2-A4C5-BD4B0395A89E}" dt="2026-08-10T19:00:41.892" v="23440" actId="208"/>
          <ac:cxnSpMkLst>
            <pc:docMk/>
            <pc:sldMk cId="3056356193" sldId="344"/>
            <ac:cxnSpMk id="154" creationId="{A7CB3AE1-45D2-755B-307C-B6D6D404D04E}"/>
          </ac:cxnSpMkLst>
        </pc:cxnChg>
        <pc:cxnChg chg="add del mod">
          <ac:chgData name="DOWTY, PETER (DNR)" userId="01cf875a-4e15-4928-8f93-7a0dfa1efb6b" providerId="ADAL" clId="{E9054DD1-CDF4-4BE2-A4C5-BD4B0395A89E}" dt="2026-08-12T14:42:21.470" v="24966" actId="478"/>
          <ac:cxnSpMkLst>
            <pc:docMk/>
            <pc:sldMk cId="3056356193" sldId="344"/>
            <ac:cxnSpMk id="156" creationId="{374CB4BE-CA7C-EE46-BE64-577FC7FE9156}"/>
          </ac:cxnSpMkLst>
        </pc:cxnChg>
        <pc:cxnChg chg="add del mod">
          <ac:chgData name="DOWTY, PETER (DNR)" userId="01cf875a-4e15-4928-8f93-7a0dfa1efb6b" providerId="ADAL" clId="{E9054DD1-CDF4-4BE2-A4C5-BD4B0395A89E}" dt="2026-08-12T14:42:20.937" v="24965" actId="478"/>
          <ac:cxnSpMkLst>
            <pc:docMk/>
            <pc:sldMk cId="3056356193" sldId="344"/>
            <ac:cxnSpMk id="157" creationId="{53068B92-74B2-728E-AD8B-E33B799A6D89}"/>
          </ac:cxnSpMkLst>
        </pc:cxnChg>
        <pc:cxnChg chg="add mod">
          <ac:chgData name="DOWTY, PETER (DNR)" userId="01cf875a-4e15-4928-8f93-7a0dfa1efb6b" providerId="ADAL" clId="{E9054DD1-CDF4-4BE2-A4C5-BD4B0395A89E}" dt="2026-08-12T14:38:59.063" v="24963" actId="14100"/>
          <ac:cxnSpMkLst>
            <pc:docMk/>
            <pc:sldMk cId="3056356193" sldId="344"/>
            <ac:cxnSpMk id="174" creationId="{365B8A1A-9892-1165-D269-2047B9BE4C97}"/>
          </ac:cxnSpMkLst>
        </pc:cxnChg>
        <pc:cxnChg chg="add mod">
          <ac:chgData name="DOWTY, PETER (DNR)" userId="01cf875a-4e15-4928-8f93-7a0dfa1efb6b" providerId="ADAL" clId="{E9054DD1-CDF4-4BE2-A4C5-BD4B0395A89E}" dt="2026-08-10T20:01:05.272" v="23519" actId="208"/>
          <ac:cxnSpMkLst>
            <pc:docMk/>
            <pc:sldMk cId="3056356193" sldId="344"/>
            <ac:cxnSpMk id="176" creationId="{88FFF23E-5D13-1109-F045-B87BA15C9786}"/>
          </ac:cxnSpMkLst>
        </pc:cxnChg>
        <pc:cxnChg chg="add mod">
          <ac:chgData name="DOWTY, PETER (DNR)" userId="01cf875a-4e15-4928-8f93-7a0dfa1efb6b" providerId="ADAL" clId="{E9054DD1-CDF4-4BE2-A4C5-BD4B0395A89E}" dt="2026-08-10T20:14:05.268" v="23596" actId="208"/>
          <ac:cxnSpMkLst>
            <pc:docMk/>
            <pc:sldMk cId="3056356193" sldId="344"/>
            <ac:cxnSpMk id="203" creationId="{D59F725B-04D8-DBA7-4D61-56D1C4238CD4}"/>
          </ac:cxnSpMkLst>
        </pc:cxnChg>
        <pc:cxnChg chg="add mod">
          <ac:chgData name="DOWTY, PETER (DNR)" userId="01cf875a-4e15-4928-8f93-7a0dfa1efb6b" providerId="ADAL" clId="{E9054DD1-CDF4-4BE2-A4C5-BD4B0395A89E}" dt="2026-08-10T20:14:21.508" v="23600" actId="1076"/>
          <ac:cxnSpMkLst>
            <pc:docMk/>
            <pc:sldMk cId="3056356193" sldId="344"/>
            <ac:cxnSpMk id="204" creationId="{9FC0333C-F711-E361-9BEF-DC2A080CABEF}"/>
          </ac:cxnSpMkLst>
        </pc:cxnChg>
        <pc:cxnChg chg="add mod">
          <ac:chgData name="DOWTY, PETER (DNR)" userId="01cf875a-4e15-4928-8f93-7a0dfa1efb6b" providerId="ADAL" clId="{E9054DD1-CDF4-4BE2-A4C5-BD4B0395A89E}" dt="2026-08-12T14:06:13.550" v="24825" actId="14100"/>
          <ac:cxnSpMkLst>
            <pc:docMk/>
            <pc:sldMk cId="3056356193" sldId="344"/>
            <ac:cxnSpMk id="208" creationId="{9793F951-516D-F59A-3AD3-AF08B37D23CC}"/>
          </ac:cxnSpMkLst>
        </pc:cxnChg>
        <pc:cxnChg chg="add mod">
          <ac:chgData name="DOWTY, PETER (DNR)" userId="01cf875a-4e15-4928-8f93-7a0dfa1efb6b" providerId="ADAL" clId="{E9054DD1-CDF4-4BE2-A4C5-BD4B0395A89E}" dt="2026-08-10T20:16:37.285" v="23627" actId="693"/>
          <ac:cxnSpMkLst>
            <pc:docMk/>
            <pc:sldMk cId="3056356193" sldId="344"/>
            <ac:cxnSpMk id="213" creationId="{F712DB9B-CA27-FEC6-A16A-0B57273E1A38}"/>
          </ac:cxnSpMkLst>
        </pc:cxnChg>
        <pc:cxnChg chg="add mod">
          <ac:chgData name="DOWTY, PETER (DNR)" userId="01cf875a-4e15-4928-8f93-7a0dfa1efb6b" providerId="ADAL" clId="{E9054DD1-CDF4-4BE2-A4C5-BD4B0395A89E}" dt="2026-08-10T20:16:45.100" v="23630" actId="14100"/>
          <ac:cxnSpMkLst>
            <pc:docMk/>
            <pc:sldMk cId="3056356193" sldId="344"/>
            <ac:cxnSpMk id="214" creationId="{BB9D2DB5-44D0-D10C-5387-C8FE1B0DDE7A}"/>
          </ac:cxnSpMkLst>
        </pc:cxnChg>
      </pc:sldChg>
      <pc:sldChg chg="delSp modSp add del mod">
        <pc:chgData name="DOWTY, PETER (DNR)" userId="01cf875a-4e15-4928-8f93-7a0dfa1efb6b" providerId="ADAL" clId="{E9054DD1-CDF4-4BE2-A4C5-BD4B0395A89E}" dt="2026-08-12T14:23:29.001" v="24923" actId="2696"/>
        <pc:sldMkLst>
          <pc:docMk/>
          <pc:sldMk cId="1783214092" sldId="345"/>
        </pc:sldMkLst>
        <pc:cxnChg chg="mod">
          <ac:chgData name="DOWTY, PETER (DNR)" userId="01cf875a-4e15-4928-8f93-7a0dfa1efb6b" providerId="ADAL" clId="{E9054DD1-CDF4-4BE2-A4C5-BD4B0395A89E}" dt="2026-08-12T14:21:29.754" v="24922" actId="693"/>
          <ac:cxnSpMkLst>
            <pc:docMk/>
            <pc:sldMk cId="1783214092" sldId="345"/>
            <ac:cxnSpMk id="120" creationId="{4E9969CB-528D-95D2-88CB-477BE7817D38}"/>
          </ac:cxnSpMkLst>
        </pc:cxnChg>
      </pc:sldChg>
      <pc:sldChg chg="addSp modSp new del mod">
        <pc:chgData name="DOWTY, PETER (DNR)" userId="01cf875a-4e15-4928-8f93-7a0dfa1efb6b" providerId="ADAL" clId="{E9054DD1-CDF4-4BE2-A4C5-BD4B0395A89E}" dt="2026-08-11T23:32:18.929" v="24524" actId="2696"/>
        <pc:sldMkLst>
          <pc:docMk/>
          <pc:sldMk cId="2354837145" sldId="346"/>
        </pc:sldMkLst>
        <pc:spChg chg="add mod">
          <ac:chgData name="DOWTY, PETER (DNR)" userId="01cf875a-4e15-4928-8f93-7a0dfa1efb6b" providerId="ADAL" clId="{E9054DD1-CDF4-4BE2-A4C5-BD4B0395A89E}" dt="2026-08-11T18:54:51.866" v="24076" actId="14100"/>
          <ac:spMkLst>
            <pc:docMk/>
            <pc:sldMk cId="2354837145" sldId="346"/>
            <ac:spMk id="4" creationId="{EF3E9AF1-F523-847D-2F45-928EEF5E68BA}"/>
          </ac:spMkLst>
        </pc:spChg>
        <pc:spChg chg="add mod">
          <ac:chgData name="DOWTY, PETER (DNR)" userId="01cf875a-4e15-4928-8f93-7a0dfa1efb6b" providerId="ADAL" clId="{E9054DD1-CDF4-4BE2-A4C5-BD4B0395A89E}" dt="2026-08-11T22:50:42.815" v="24516" actId="1076"/>
          <ac:spMkLst>
            <pc:docMk/>
            <pc:sldMk cId="2354837145" sldId="346"/>
            <ac:spMk id="5" creationId="{7BFF796E-9D1B-E9AA-1E45-F0BA7AEF5B8E}"/>
          </ac:spMkLst>
        </pc:spChg>
        <pc:picChg chg="add mod">
          <ac:chgData name="DOWTY, PETER (DNR)" userId="01cf875a-4e15-4928-8f93-7a0dfa1efb6b" providerId="ADAL" clId="{E9054DD1-CDF4-4BE2-A4C5-BD4B0395A89E}" dt="2026-08-11T18:54:54.153" v="24077" actId="1076"/>
          <ac:picMkLst>
            <pc:docMk/>
            <pc:sldMk cId="2354837145" sldId="346"/>
            <ac:picMk id="3" creationId="{0050BC23-836F-C65B-5154-BB11B9A67957}"/>
          </ac:picMkLst>
        </pc:picChg>
        <pc:picChg chg="add mod">
          <ac:chgData name="DOWTY, PETER (DNR)" userId="01cf875a-4e15-4928-8f93-7a0dfa1efb6b" providerId="ADAL" clId="{E9054DD1-CDF4-4BE2-A4C5-BD4B0395A89E}" dt="2026-08-11T19:00:33.909" v="24226" actId="1076"/>
          <ac:picMkLst>
            <pc:docMk/>
            <pc:sldMk cId="2354837145" sldId="346"/>
            <ac:picMk id="7" creationId="{2A13FA88-6FF2-A5B4-6493-B014AF36B17A}"/>
          </ac:picMkLst>
        </pc:picChg>
      </pc:sldChg>
      <pc:sldChg chg="addSp delSp modSp new del mod">
        <pc:chgData name="DOWTY, PETER (DNR)" userId="01cf875a-4e15-4928-8f93-7a0dfa1efb6b" providerId="ADAL" clId="{E9054DD1-CDF4-4BE2-A4C5-BD4B0395A89E}" dt="2026-08-11T23:32:24.775" v="24525" actId="2696"/>
        <pc:sldMkLst>
          <pc:docMk/>
          <pc:sldMk cId="965114642" sldId="347"/>
        </pc:sldMkLst>
        <pc:spChg chg="add mod">
          <ac:chgData name="DOWTY, PETER (DNR)" userId="01cf875a-4e15-4928-8f93-7a0dfa1efb6b" providerId="ADAL" clId="{E9054DD1-CDF4-4BE2-A4C5-BD4B0395A89E}" dt="2026-08-11T19:05:50.495" v="24339" actId="20577"/>
          <ac:spMkLst>
            <pc:docMk/>
            <pc:sldMk cId="965114642" sldId="347"/>
            <ac:spMk id="4" creationId="{A04082F3-23DB-7528-F210-15D802047227}"/>
          </ac:spMkLst>
        </pc:spChg>
        <pc:spChg chg="add mod ord">
          <ac:chgData name="DOWTY, PETER (DNR)" userId="01cf875a-4e15-4928-8f93-7a0dfa1efb6b" providerId="ADAL" clId="{E9054DD1-CDF4-4BE2-A4C5-BD4B0395A89E}" dt="2026-08-11T19:08:18.137" v="24357" actId="164"/>
          <ac:spMkLst>
            <pc:docMk/>
            <pc:sldMk cId="965114642" sldId="347"/>
            <ac:spMk id="5" creationId="{1D07433F-E4C1-79E3-2EED-E05DBBC212E6}"/>
          </ac:spMkLst>
        </pc:spChg>
        <pc:spChg chg="add mod">
          <ac:chgData name="DOWTY, PETER (DNR)" userId="01cf875a-4e15-4928-8f93-7a0dfa1efb6b" providerId="ADAL" clId="{E9054DD1-CDF4-4BE2-A4C5-BD4B0395A89E}" dt="2026-08-11T19:08:18.137" v="24357" actId="164"/>
          <ac:spMkLst>
            <pc:docMk/>
            <pc:sldMk cId="965114642" sldId="347"/>
            <ac:spMk id="8" creationId="{03F30D68-A7B4-3E7C-B4C2-9607F5478727}"/>
          </ac:spMkLst>
        </pc:spChg>
        <pc:spChg chg="add mod">
          <ac:chgData name="DOWTY, PETER (DNR)" userId="01cf875a-4e15-4928-8f93-7a0dfa1efb6b" providerId="ADAL" clId="{E9054DD1-CDF4-4BE2-A4C5-BD4B0395A89E}" dt="2026-08-11T19:08:18.137" v="24357" actId="164"/>
          <ac:spMkLst>
            <pc:docMk/>
            <pc:sldMk cId="965114642" sldId="347"/>
            <ac:spMk id="10" creationId="{4BE536BC-1782-F9DD-D65C-84E201B1226B}"/>
          </ac:spMkLst>
        </pc:spChg>
        <pc:spChg chg="add mod">
          <ac:chgData name="DOWTY, PETER (DNR)" userId="01cf875a-4e15-4928-8f93-7a0dfa1efb6b" providerId="ADAL" clId="{E9054DD1-CDF4-4BE2-A4C5-BD4B0395A89E}" dt="2026-08-11T19:09:02.607" v="24398" actId="20577"/>
          <ac:spMkLst>
            <pc:docMk/>
            <pc:sldMk cId="965114642" sldId="347"/>
            <ac:spMk id="12" creationId="{B1526955-627F-C571-88BE-A2ED90758861}"/>
          </ac:spMkLst>
        </pc:spChg>
        <pc:grpChg chg="add mod">
          <ac:chgData name="DOWTY, PETER (DNR)" userId="01cf875a-4e15-4928-8f93-7a0dfa1efb6b" providerId="ADAL" clId="{E9054DD1-CDF4-4BE2-A4C5-BD4B0395A89E}" dt="2026-08-11T19:08:20.019" v="24358" actId="1076"/>
          <ac:grpSpMkLst>
            <pc:docMk/>
            <pc:sldMk cId="965114642" sldId="347"/>
            <ac:grpSpMk id="11" creationId="{7D2E1CD3-490A-6B09-B208-EB3DE6FF5660}"/>
          </ac:grpSpMkLst>
        </pc:grpChg>
        <pc:picChg chg="add del mod">
          <ac:chgData name="DOWTY, PETER (DNR)" userId="01cf875a-4e15-4928-8f93-7a0dfa1efb6b" providerId="ADAL" clId="{E9054DD1-CDF4-4BE2-A4C5-BD4B0395A89E}" dt="2026-08-11T19:08:09.971" v="24356" actId="478"/>
          <ac:picMkLst>
            <pc:docMk/>
            <pc:sldMk cId="965114642" sldId="347"/>
            <ac:picMk id="3" creationId="{14E76701-75E5-CBBE-9210-2C22B2EB0FEC}"/>
          </ac:picMkLst>
        </pc:picChg>
        <pc:picChg chg="add mod">
          <ac:chgData name="DOWTY, PETER (DNR)" userId="01cf875a-4e15-4928-8f93-7a0dfa1efb6b" providerId="ADAL" clId="{E9054DD1-CDF4-4BE2-A4C5-BD4B0395A89E}" dt="2026-08-11T19:08:18.137" v="24357" actId="164"/>
          <ac:picMkLst>
            <pc:docMk/>
            <pc:sldMk cId="965114642" sldId="347"/>
            <ac:picMk id="7" creationId="{431646DD-8543-1610-F639-6A3DE234D6C0}"/>
          </ac:picMkLst>
        </pc:picChg>
        <pc:cxnChg chg="add mod">
          <ac:chgData name="DOWTY, PETER (DNR)" userId="01cf875a-4e15-4928-8f93-7a0dfa1efb6b" providerId="ADAL" clId="{E9054DD1-CDF4-4BE2-A4C5-BD4B0395A89E}" dt="2026-08-11T19:09:16.978" v="24400" actId="208"/>
          <ac:cxnSpMkLst>
            <pc:docMk/>
            <pc:sldMk cId="965114642" sldId="347"/>
            <ac:cxnSpMk id="14" creationId="{5C829F2F-032D-152B-DA22-7081748DA9EB}"/>
          </ac:cxnSpMkLst>
        </pc:cxnChg>
      </pc:sldChg>
      <pc:sldChg chg="addSp delSp modSp new mod">
        <pc:chgData name="DOWTY, PETER (DNR)" userId="01cf875a-4e15-4928-8f93-7a0dfa1efb6b" providerId="ADAL" clId="{E9054DD1-CDF4-4BE2-A4C5-BD4B0395A89E}" dt="2026-08-11T23:56:39.954" v="24715" actId="164"/>
        <pc:sldMkLst>
          <pc:docMk/>
          <pc:sldMk cId="452578518" sldId="348"/>
        </pc:sldMkLst>
        <pc:spChg chg="add mod topLvl">
          <ac:chgData name="DOWTY, PETER (DNR)" userId="01cf875a-4e15-4928-8f93-7a0dfa1efb6b" providerId="ADAL" clId="{E9054DD1-CDF4-4BE2-A4C5-BD4B0395A89E}" dt="2026-08-11T23:55:07.463" v="24650" actId="164"/>
          <ac:spMkLst>
            <pc:docMk/>
            <pc:sldMk cId="452578518" sldId="348"/>
            <ac:spMk id="4" creationId="{7885E2F3-5476-F82C-64E8-03B35C8FE019}"/>
          </ac:spMkLst>
        </pc:spChg>
        <pc:spChg chg="add mod">
          <ac:chgData name="DOWTY, PETER (DNR)" userId="01cf875a-4e15-4928-8f93-7a0dfa1efb6b" providerId="ADAL" clId="{E9054DD1-CDF4-4BE2-A4C5-BD4B0395A89E}" dt="2026-08-11T23:56:39.954" v="24715" actId="164"/>
          <ac:spMkLst>
            <pc:docMk/>
            <pc:sldMk cId="452578518" sldId="348"/>
            <ac:spMk id="9" creationId="{0D7FAA07-4B3D-5810-55AE-D56891D09726}"/>
          </ac:spMkLst>
        </pc:spChg>
        <pc:spChg chg="add mod">
          <ac:chgData name="DOWTY, PETER (DNR)" userId="01cf875a-4e15-4928-8f93-7a0dfa1efb6b" providerId="ADAL" clId="{E9054DD1-CDF4-4BE2-A4C5-BD4B0395A89E}" dt="2026-08-11T23:56:39.954" v="24715" actId="164"/>
          <ac:spMkLst>
            <pc:docMk/>
            <pc:sldMk cId="452578518" sldId="348"/>
            <ac:spMk id="10" creationId="{ED1F4802-215F-235D-A6DE-AF673E5C25E3}"/>
          </ac:spMkLst>
        </pc:spChg>
        <pc:grpChg chg="add del mod">
          <ac:chgData name="DOWTY, PETER (DNR)" userId="01cf875a-4e15-4928-8f93-7a0dfa1efb6b" providerId="ADAL" clId="{E9054DD1-CDF4-4BE2-A4C5-BD4B0395A89E}" dt="2026-08-11T23:54:23.676" v="24643" actId="165"/>
          <ac:grpSpMkLst>
            <pc:docMk/>
            <pc:sldMk cId="452578518" sldId="348"/>
            <ac:grpSpMk id="5" creationId="{CB033413-C1C0-5262-9EBE-080C0B0E559D}"/>
          </ac:grpSpMkLst>
        </pc:grpChg>
        <pc:grpChg chg="add mod">
          <ac:chgData name="DOWTY, PETER (DNR)" userId="01cf875a-4e15-4928-8f93-7a0dfa1efb6b" providerId="ADAL" clId="{E9054DD1-CDF4-4BE2-A4C5-BD4B0395A89E}" dt="2026-08-11T23:56:39.954" v="24715" actId="164"/>
          <ac:grpSpMkLst>
            <pc:docMk/>
            <pc:sldMk cId="452578518" sldId="348"/>
            <ac:grpSpMk id="8" creationId="{F387C810-84C7-D17B-5EFF-164252861F54}"/>
          </ac:grpSpMkLst>
        </pc:grpChg>
        <pc:grpChg chg="add mod">
          <ac:chgData name="DOWTY, PETER (DNR)" userId="01cf875a-4e15-4928-8f93-7a0dfa1efb6b" providerId="ADAL" clId="{E9054DD1-CDF4-4BE2-A4C5-BD4B0395A89E}" dt="2026-08-11T23:56:39.954" v="24715" actId="164"/>
          <ac:grpSpMkLst>
            <pc:docMk/>
            <pc:sldMk cId="452578518" sldId="348"/>
            <ac:grpSpMk id="11" creationId="{4CA9343A-3BAD-E843-3F1E-4A8BBCB018E0}"/>
          </ac:grpSpMkLst>
        </pc:grpChg>
        <pc:picChg chg="add del mod topLvl">
          <ac:chgData name="DOWTY, PETER (DNR)" userId="01cf875a-4e15-4928-8f93-7a0dfa1efb6b" providerId="ADAL" clId="{E9054DD1-CDF4-4BE2-A4C5-BD4B0395A89E}" dt="2026-08-11T23:54:26.669" v="24644" actId="478"/>
          <ac:picMkLst>
            <pc:docMk/>
            <pc:sldMk cId="452578518" sldId="348"/>
            <ac:picMk id="3" creationId="{A3F03C54-6C8F-BE07-1025-9FF1752E0BDB}"/>
          </ac:picMkLst>
        </pc:picChg>
        <pc:picChg chg="add mod ord">
          <ac:chgData name="DOWTY, PETER (DNR)" userId="01cf875a-4e15-4928-8f93-7a0dfa1efb6b" providerId="ADAL" clId="{E9054DD1-CDF4-4BE2-A4C5-BD4B0395A89E}" dt="2026-08-11T23:55:07.463" v="24650" actId="164"/>
          <ac:picMkLst>
            <pc:docMk/>
            <pc:sldMk cId="452578518" sldId="348"/>
            <ac:picMk id="7" creationId="{B7679ACB-8757-7D35-50A3-6EF7C2A70250}"/>
          </ac:picMkLst>
        </pc:picChg>
      </pc:sldChg>
      <pc:sldChg chg="addSp delSp modSp new mod ord">
        <pc:chgData name="DOWTY, PETER (DNR)" userId="01cf875a-4e15-4928-8f93-7a0dfa1efb6b" providerId="ADAL" clId="{E9054DD1-CDF4-4BE2-A4C5-BD4B0395A89E}" dt="2026-08-12T20:22:45.042" v="25568"/>
        <pc:sldMkLst>
          <pc:docMk/>
          <pc:sldMk cId="317715470" sldId="349"/>
        </pc:sldMkLst>
        <pc:spChg chg="mod topLvl">
          <ac:chgData name="DOWTY, PETER (DNR)" userId="01cf875a-4e15-4928-8f93-7a0dfa1efb6b" providerId="ADAL" clId="{E9054DD1-CDF4-4BE2-A4C5-BD4B0395A89E}" dt="2026-08-12T19:01:12.017" v="25223" actId="1076"/>
          <ac:spMkLst>
            <pc:docMk/>
            <pc:sldMk cId="317715470" sldId="349"/>
            <ac:spMk id="5" creationId="{04FD5AC9-B037-07E4-CE80-98E01121A22D}"/>
          </ac:spMkLst>
        </pc:spChg>
        <pc:spChg chg="mod">
          <ac:chgData name="DOWTY, PETER (DNR)" userId="01cf875a-4e15-4928-8f93-7a0dfa1efb6b" providerId="ADAL" clId="{E9054DD1-CDF4-4BE2-A4C5-BD4B0395A89E}" dt="2026-08-12T18:15:24.572" v="25172" actId="1076"/>
          <ac:spMkLst>
            <pc:docMk/>
            <pc:sldMk cId="317715470" sldId="349"/>
            <ac:spMk id="8" creationId="{7E1CA978-351F-9C22-DCF5-564A4DFE26BC}"/>
          </ac:spMkLst>
        </pc:spChg>
        <pc:spChg chg="add mod">
          <ac:chgData name="DOWTY, PETER (DNR)" userId="01cf875a-4e15-4928-8f93-7a0dfa1efb6b" providerId="ADAL" clId="{E9054DD1-CDF4-4BE2-A4C5-BD4B0395A89E}" dt="2026-08-12T19:01:12.017" v="25223" actId="1076"/>
          <ac:spMkLst>
            <pc:docMk/>
            <pc:sldMk cId="317715470" sldId="349"/>
            <ac:spMk id="9" creationId="{F4C85084-CC4E-B419-CB06-FC05356DB61B}"/>
          </ac:spMkLst>
        </pc:spChg>
        <pc:spChg chg="mod">
          <ac:chgData name="DOWTY, PETER (DNR)" userId="01cf875a-4e15-4928-8f93-7a0dfa1efb6b" providerId="ADAL" clId="{E9054DD1-CDF4-4BE2-A4C5-BD4B0395A89E}" dt="2026-08-12T18:13:43.614" v="25158" actId="1076"/>
          <ac:spMkLst>
            <pc:docMk/>
            <pc:sldMk cId="317715470" sldId="349"/>
            <ac:spMk id="13" creationId="{2D84A9E6-2FE6-FE67-A69C-38C01D085C46}"/>
          </ac:spMkLst>
        </pc:spChg>
        <pc:spChg chg="mod">
          <ac:chgData name="DOWTY, PETER (DNR)" userId="01cf875a-4e15-4928-8f93-7a0dfa1efb6b" providerId="ADAL" clId="{E9054DD1-CDF4-4BE2-A4C5-BD4B0395A89E}" dt="2026-08-12T19:01:12.017" v="25223" actId="1076"/>
          <ac:spMkLst>
            <pc:docMk/>
            <pc:sldMk cId="317715470" sldId="349"/>
            <ac:spMk id="16" creationId="{E9D009EB-DEB0-D94C-F085-41F32CBFA1A7}"/>
          </ac:spMkLst>
        </pc:spChg>
        <pc:spChg chg="add mod">
          <ac:chgData name="DOWTY, PETER (DNR)" userId="01cf875a-4e15-4928-8f93-7a0dfa1efb6b" providerId="ADAL" clId="{E9054DD1-CDF4-4BE2-A4C5-BD4B0395A89E}" dt="2026-08-12T19:58:57.243" v="25454" actId="1076"/>
          <ac:spMkLst>
            <pc:docMk/>
            <pc:sldMk cId="317715470" sldId="349"/>
            <ac:spMk id="18" creationId="{C372FA9C-4C84-4BAC-685B-3F5E67B2A511}"/>
          </ac:spMkLst>
        </pc:spChg>
        <pc:spChg chg="add mod ord">
          <ac:chgData name="DOWTY, PETER (DNR)" userId="01cf875a-4e15-4928-8f93-7a0dfa1efb6b" providerId="ADAL" clId="{E9054DD1-CDF4-4BE2-A4C5-BD4B0395A89E}" dt="2026-08-12T15:01:48.231" v="25084" actId="164"/>
          <ac:spMkLst>
            <pc:docMk/>
            <pc:sldMk cId="317715470" sldId="349"/>
            <ac:spMk id="24" creationId="{F70EA96C-7929-93FD-D5CB-84FA75FFEAF6}"/>
          </ac:spMkLst>
        </pc:spChg>
        <pc:spChg chg="add mod">
          <ac:chgData name="DOWTY, PETER (DNR)" userId="01cf875a-4e15-4928-8f93-7a0dfa1efb6b" providerId="ADAL" clId="{E9054DD1-CDF4-4BE2-A4C5-BD4B0395A89E}" dt="2026-08-12T15:01:48.231" v="25084" actId="164"/>
          <ac:spMkLst>
            <pc:docMk/>
            <pc:sldMk cId="317715470" sldId="349"/>
            <ac:spMk id="25" creationId="{13E02513-DAA5-3FF9-8BD5-EB571027492E}"/>
          </ac:spMkLst>
        </pc:spChg>
        <pc:spChg chg="add mod ord">
          <ac:chgData name="DOWTY, PETER (DNR)" userId="01cf875a-4e15-4928-8f93-7a0dfa1efb6b" providerId="ADAL" clId="{E9054DD1-CDF4-4BE2-A4C5-BD4B0395A89E}" dt="2026-08-12T15:01:48.231" v="25084" actId="164"/>
          <ac:spMkLst>
            <pc:docMk/>
            <pc:sldMk cId="317715470" sldId="349"/>
            <ac:spMk id="26" creationId="{BD626DDC-8A97-6C0B-CA7E-30B6355D3B28}"/>
          </ac:spMkLst>
        </pc:spChg>
        <pc:spChg chg="add mod ord topLvl">
          <ac:chgData name="DOWTY, PETER (DNR)" userId="01cf875a-4e15-4928-8f93-7a0dfa1efb6b" providerId="ADAL" clId="{E9054DD1-CDF4-4BE2-A4C5-BD4B0395A89E}" dt="2026-08-12T15:01:11.196" v="25081" actId="164"/>
          <ac:spMkLst>
            <pc:docMk/>
            <pc:sldMk cId="317715470" sldId="349"/>
            <ac:spMk id="27" creationId="{4CB5D85C-9607-333E-EFC4-FA4C3429FC86}"/>
          </ac:spMkLst>
        </pc:spChg>
        <pc:spChg chg="add del mod">
          <ac:chgData name="DOWTY, PETER (DNR)" userId="01cf875a-4e15-4928-8f93-7a0dfa1efb6b" providerId="ADAL" clId="{E9054DD1-CDF4-4BE2-A4C5-BD4B0395A89E}" dt="2026-08-12T14:54:34.096" v="25035" actId="478"/>
          <ac:spMkLst>
            <pc:docMk/>
            <pc:sldMk cId="317715470" sldId="349"/>
            <ac:spMk id="28" creationId="{A99C5FC6-ED89-42EB-44A6-E12CB5122F9A}"/>
          </ac:spMkLst>
        </pc:spChg>
        <pc:spChg chg="add mod ord">
          <ac:chgData name="DOWTY, PETER (DNR)" userId="01cf875a-4e15-4928-8f93-7a0dfa1efb6b" providerId="ADAL" clId="{E9054DD1-CDF4-4BE2-A4C5-BD4B0395A89E}" dt="2026-08-12T14:58:30.714" v="25060" actId="164"/>
          <ac:spMkLst>
            <pc:docMk/>
            <pc:sldMk cId="317715470" sldId="349"/>
            <ac:spMk id="29" creationId="{8B62C562-ACEE-D371-4588-1C81ABE8C0DA}"/>
          </ac:spMkLst>
        </pc:spChg>
        <pc:spChg chg="add mod ord">
          <ac:chgData name="DOWTY, PETER (DNR)" userId="01cf875a-4e15-4928-8f93-7a0dfa1efb6b" providerId="ADAL" clId="{E9054DD1-CDF4-4BE2-A4C5-BD4B0395A89E}" dt="2026-08-12T14:58:30.714" v="25060" actId="164"/>
          <ac:spMkLst>
            <pc:docMk/>
            <pc:sldMk cId="317715470" sldId="349"/>
            <ac:spMk id="30" creationId="{BEFCF42C-FF21-AF40-B099-CDAE59F9B3C0}"/>
          </ac:spMkLst>
        </pc:spChg>
        <pc:spChg chg="mod">
          <ac:chgData name="DOWTY, PETER (DNR)" userId="01cf875a-4e15-4928-8f93-7a0dfa1efb6b" providerId="ADAL" clId="{E9054DD1-CDF4-4BE2-A4C5-BD4B0395A89E}" dt="2026-08-12T19:58:57.243" v="25454" actId="1076"/>
          <ac:spMkLst>
            <pc:docMk/>
            <pc:sldMk cId="317715470" sldId="349"/>
            <ac:spMk id="49" creationId="{4F8F2A98-17C3-EAE4-F99F-0A5B449B692E}"/>
          </ac:spMkLst>
        </pc:spChg>
        <pc:spChg chg="mod">
          <ac:chgData name="DOWTY, PETER (DNR)" userId="01cf875a-4e15-4928-8f93-7a0dfa1efb6b" providerId="ADAL" clId="{E9054DD1-CDF4-4BE2-A4C5-BD4B0395A89E}" dt="2026-08-12T19:01:12.017" v="25223" actId="1076"/>
          <ac:spMkLst>
            <pc:docMk/>
            <pc:sldMk cId="317715470" sldId="349"/>
            <ac:spMk id="53" creationId="{D235C716-5A15-F4CD-7EFD-8B0AF899DD98}"/>
          </ac:spMkLst>
        </pc:spChg>
        <pc:spChg chg="mod">
          <ac:chgData name="DOWTY, PETER (DNR)" userId="01cf875a-4e15-4928-8f93-7a0dfa1efb6b" providerId="ADAL" clId="{E9054DD1-CDF4-4BE2-A4C5-BD4B0395A89E}" dt="2026-08-12T19:01:12.017" v="25223" actId="1076"/>
          <ac:spMkLst>
            <pc:docMk/>
            <pc:sldMk cId="317715470" sldId="349"/>
            <ac:spMk id="60" creationId="{B8F79DA9-02A0-785B-94A8-6BFDAAC1A066}"/>
          </ac:spMkLst>
        </pc:spChg>
        <pc:spChg chg="mod">
          <ac:chgData name="DOWTY, PETER (DNR)" userId="01cf875a-4e15-4928-8f93-7a0dfa1efb6b" providerId="ADAL" clId="{E9054DD1-CDF4-4BE2-A4C5-BD4B0395A89E}" dt="2026-08-12T19:58:57.243" v="25454" actId="1076"/>
          <ac:spMkLst>
            <pc:docMk/>
            <pc:sldMk cId="317715470" sldId="349"/>
            <ac:spMk id="64" creationId="{A724C792-718E-4412-154E-0582AE2774DB}"/>
          </ac:spMkLst>
        </pc:spChg>
        <pc:spChg chg="mod topLvl">
          <ac:chgData name="DOWTY, PETER (DNR)" userId="01cf875a-4e15-4928-8f93-7a0dfa1efb6b" providerId="ADAL" clId="{E9054DD1-CDF4-4BE2-A4C5-BD4B0395A89E}" dt="2026-08-12T19:58:57.243" v="25454" actId="1076"/>
          <ac:spMkLst>
            <pc:docMk/>
            <pc:sldMk cId="317715470" sldId="349"/>
            <ac:spMk id="67" creationId="{48982400-0CEC-82DB-C6BB-E5328DE47650}"/>
          </ac:spMkLst>
        </pc:spChg>
        <pc:spChg chg="mod">
          <ac:chgData name="DOWTY, PETER (DNR)" userId="01cf875a-4e15-4928-8f93-7a0dfa1efb6b" providerId="ADAL" clId="{E9054DD1-CDF4-4BE2-A4C5-BD4B0395A89E}" dt="2026-08-12T19:41:09.462" v="25344" actId="1076"/>
          <ac:spMkLst>
            <pc:docMk/>
            <pc:sldMk cId="317715470" sldId="349"/>
            <ac:spMk id="69" creationId="{86B1A53B-2F21-8C0A-6405-FFC1801C1998}"/>
          </ac:spMkLst>
        </pc:spChg>
        <pc:spChg chg="mod">
          <ac:chgData name="DOWTY, PETER (DNR)" userId="01cf875a-4e15-4928-8f93-7a0dfa1efb6b" providerId="ADAL" clId="{E9054DD1-CDF4-4BE2-A4C5-BD4B0395A89E}" dt="2026-08-12T18:16:12.519" v="25180" actId="1076"/>
          <ac:spMkLst>
            <pc:docMk/>
            <pc:sldMk cId="317715470" sldId="349"/>
            <ac:spMk id="75" creationId="{9D0190D5-69DE-243E-0F4F-6130AE1797B9}"/>
          </ac:spMkLst>
        </pc:spChg>
        <pc:spChg chg="mod topLvl">
          <ac:chgData name="DOWTY, PETER (DNR)" userId="01cf875a-4e15-4928-8f93-7a0dfa1efb6b" providerId="ADAL" clId="{E9054DD1-CDF4-4BE2-A4C5-BD4B0395A89E}" dt="2026-08-12T19:01:49.980" v="25231" actId="164"/>
          <ac:spMkLst>
            <pc:docMk/>
            <pc:sldMk cId="317715470" sldId="349"/>
            <ac:spMk id="79" creationId="{2213533F-FD0C-0739-E7FC-750475401ACC}"/>
          </ac:spMkLst>
        </pc:spChg>
        <pc:spChg chg="mod topLvl">
          <ac:chgData name="DOWTY, PETER (DNR)" userId="01cf875a-4e15-4928-8f93-7a0dfa1efb6b" providerId="ADAL" clId="{E9054DD1-CDF4-4BE2-A4C5-BD4B0395A89E}" dt="2026-08-12T19:01:49.980" v="25231" actId="164"/>
          <ac:spMkLst>
            <pc:docMk/>
            <pc:sldMk cId="317715470" sldId="349"/>
            <ac:spMk id="80" creationId="{7FE1E7BC-3FFF-7A72-1B4D-33942B241A0B}"/>
          </ac:spMkLst>
        </pc:spChg>
        <pc:spChg chg="mod">
          <ac:chgData name="DOWTY, PETER (DNR)" userId="01cf875a-4e15-4928-8f93-7a0dfa1efb6b" providerId="ADAL" clId="{E9054DD1-CDF4-4BE2-A4C5-BD4B0395A89E}" dt="2026-08-12T19:01:22.944" v="25225" actId="165"/>
          <ac:spMkLst>
            <pc:docMk/>
            <pc:sldMk cId="317715470" sldId="349"/>
            <ac:spMk id="82" creationId="{BB451763-CBFA-F4AE-F5AF-A49559025E67}"/>
          </ac:spMkLst>
        </pc:spChg>
        <pc:spChg chg="mod">
          <ac:chgData name="DOWTY, PETER (DNR)" userId="01cf875a-4e15-4928-8f93-7a0dfa1efb6b" providerId="ADAL" clId="{E9054DD1-CDF4-4BE2-A4C5-BD4B0395A89E}" dt="2026-08-12T18:16:25.458" v="25183" actId="1076"/>
          <ac:spMkLst>
            <pc:docMk/>
            <pc:sldMk cId="317715470" sldId="349"/>
            <ac:spMk id="87" creationId="{C6FF5E8D-D576-6F93-BECF-778F52BB77FF}"/>
          </ac:spMkLst>
        </pc:spChg>
        <pc:spChg chg="add mod">
          <ac:chgData name="DOWTY, PETER (DNR)" userId="01cf875a-4e15-4928-8f93-7a0dfa1efb6b" providerId="ADAL" clId="{E9054DD1-CDF4-4BE2-A4C5-BD4B0395A89E}" dt="2026-08-12T19:58:57.243" v="25454" actId="1076"/>
          <ac:spMkLst>
            <pc:docMk/>
            <pc:sldMk cId="317715470" sldId="349"/>
            <ac:spMk id="91" creationId="{0035B176-DCAF-4AF7-F89E-BCCE15F88358}"/>
          </ac:spMkLst>
        </pc:spChg>
        <pc:spChg chg="mod">
          <ac:chgData name="DOWTY, PETER (DNR)" userId="01cf875a-4e15-4928-8f93-7a0dfa1efb6b" providerId="ADAL" clId="{E9054DD1-CDF4-4BE2-A4C5-BD4B0395A89E}" dt="2026-08-12T18:37:09.219" v="25208" actId="1076"/>
          <ac:spMkLst>
            <pc:docMk/>
            <pc:sldMk cId="317715470" sldId="349"/>
            <ac:spMk id="95" creationId="{5D91D39F-C91D-FC15-5A22-CDB6C3EE5476}"/>
          </ac:spMkLst>
        </pc:spChg>
        <pc:spChg chg="mod">
          <ac:chgData name="DOWTY, PETER (DNR)" userId="01cf875a-4e15-4928-8f93-7a0dfa1efb6b" providerId="ADAL" clId="{E9054DD1-CDF4-4BE2-A4C5-BD4B0395A89E}" dt="2026-08-12T18:37:09.219" v="25208" actId="1076"/>
          <ac:spMkLst>
            <pc:docMk/>
            <pc:sldMk cId="317715470" sldId="349"/>
            <ac:spMk id="98" creationId="{18B64AD7-924E-8C7E-15E8-5281787974AB}"/>
          </ac:spMkLst>
        </pc:spChg>
        <pc:spChg chg="mod">
          <ac:chgData name="DOWTY, PETER (DNR)" userId="01cf875a-4e15-4928-8f93-7a0dfa1efb6b" providerId="ADAL" clId="{E9054DD1-CDF4-4BE2-A4C5-BD4B0395A89E}" dt="2026-08-12T18:37:09.219" v="25208" actId="1076"/>
          <ac:spMkLst>
            <pc:docMk/>
            <pc:sldMk cId="317715470" sldId="349"/>
            <ac:spMk id="100" creationId="{795153E4-49B9-C6B0-42F5-D95BF1BC7121}"/>
          </ac:spMkLst>
        </pc:spChg>
        <pc:spChg chg="add del mod">
          <ac:chgData name="DOWTY, PETER (DNR)" userId="01cf875a-4e15-4928-8f93-7a0dfa1efb6b" providerId="ADAL" clId="{E9054DD1-CDF4-4BE2-A4C5-BD4B0395A89E}" dt="2026-08-12T18:37:13.659" v="25209" actId="478"/>
          <ac:spMkLst>
            <pc:docMk/>
            <pc:sldMk cId="317715470" sldId="349"/>
            <ac:spMk id="103" creationId="{EDEB626C-541D-6BDE-4541-95B4471DB191}"/>
          </ac:spMkLst>
        </pc:spChg>
        <pc:spChg chg="add mod">
          <ac:chgData name="DOWTY, PETER (DNR)" userId="01cf875a-4e15-4928-8f93-7a0dfa1efb6b" providerId="ADAL" clId="{E9054DD1-CDF4-4BE2-A4C5-BD4B0395A89E}" dt="2026-08-12T19:58:57.243" v="25454" actId="1076"/>
          <ac:spMkLst>
            <pc:docMk/>
            <pc:sldMk cId="317715470" sldId="349"/>
            <ac:spMk id="106" creationId="{490845B0-D2C9-11BA-67AE-3C25748C19EE}"/>
          </ac:spMkLst>
        </pc:spChg>
        <pc:spChg chg="mod">
          <ac:chgData name="DOWTY, PETER (DNR)" userId="01cf875a-4e15-4928-8f93-7a0dfa1efb6b" providerId="ADAL" clId="{E9054DD1-CDF4-4BE2-A4C5-BD4B0395A89E}" dt="2026-08-12T18:37:09.219" v="25208" actId="1076"/>
          <ac:spMkLst>
            <pc:docMk/>
            <pc:sldMk cId="317715470" sldId="349"/>
            <ac:spMk id="109" creationId="{35EDCAE5-C1A8-0C93-DEEC-8BEB5AC4F9B7}"/>
          </ac:spMkLst>
        </pc:spChg>
        <pc:spChg chg="mod">
          <ac:chgData name="DOWTY, PETER (DNR)" userId="01cf875a-4e15-4928-8f93-7a0dfa1efb6b" providerId="ADAL" clId="{E9054DD1-CDF4-4BE2-A4C5-BD4B0395A89E}" dt="2026-08-12T19:35:27.974" v="25317" actId="1076"/>
          <ac:spMkLst>
            <pc:docMk/>
            <pc:sldMk cId="317715470" sldId="349"/>
            <ac:spMk id="111" creationId="{7A520BBA-21F6-1DBE-88BB-A4BDF238799A}"/>
          </ac:spMkLst>
        </pc:spChg>
        <pc:spChg chg="add mod">
          <ac:chgData name="DOWTY, PETER (DNR)" userId="01cf875a-4e15-4928-8f93-7a0dfa1efb6b" providerId="ADAL" clId="{E9054DD1-CDF4-4BE2-A4C5-BD4B0395A89E}" dt="2026-08-12T19:47:05.623" v="25452" actId="207"/>
          <ac:spMkLst>
            <pc:docMk/>
            <pc:sldMk cId="317715470" sldId="349"/>
            <ac:spMk id="115" creationId="{5D511588-3DDB-EC96-B799-801B0AE32CDB}"/>
          </ac:spMkLst>
        </pc:spChg>
        <pc:spChg chg="add mod">
          <ac:chgData name="DOWTY, PETER (DNR)" userId="01cf875a-4e15-4928-8f93-7a0dfa1efb6b" providerId="ADAL" clId="{E9054DD1-CDF4-4BE2-A4C5-BD4B0395A89E}" dt="2026-08-12T19:47:05.623" v="25452" actId="207"/>
          <ac:spMkLst>
            <pc:docMk/>
            <pc:sldMk cId="317715470" sldId="349"/>
            <ac:spMk id="116" creationId="{2307E4F5-3257-A79C-A212-6E155B03D33F}"/>
          </ac:spMkLst>
        </pc:spChg>
        <pc:spChg chg="add mod">
          <ac:chgData name="DOWTY, PETER (DNR)" userId="01cf875a-4e15-4928-8f93-7a0dfa1efb6b" providerId="ADAL" clId="{E9054DD1-CDF4-4BE2-A4C5-BD4B0395A89E}" dt="2026-08-12T19:05:27.137" v="25242"/>
          <ac:spMkLst>
            <pc:docMk/>
            <pc:sldMk cId="317715470" sldId="349"/>
            <ac:spMk id="117" creationId="{B4652F78-F32E-45AF-D436-47DCB9796B52}"/>
          </ac:spMkLst>
        </pc:spChg>
        <pc:spChg chg="add mod">
          <ac:chgData name="DOWTY, PETER (DNR)" userId="01cf875a-4e15-4928-8f93-7a0dfa1efb6b" providerId="ADAL" clId="{E9054DD1-CDF4-4BE2-A4C5-BD4B0395A89E}" dt="2026-08-12T19:58:57.243" v="25454" actId="1076"/>
          <ac:spMkLst>
            <pc:docMk/>
            <pc:sldMk cId="317715470" sldId="349"/>
            <ac:spMk id="118" creationId="{E4C50F00-0E91-F8D9-0EC5-6555F26EB977}"/>
          </ac:spMkLst>
        </pc:spChg>
        <pc:spChg chg="add mod">
          <ac:chgData name="DOWTY, PETER (DNR)" userId="01cf875a-4e15-4928-8f93-7a0dfa1efb6b" providerId="ADAL" clId="{E9054DD1-CDF4-4BE2-A4C5-BD4B0395A89E}" dt="2026-08-12T19:58:57.243" v="25454" actId="1076"/>
          <ac:spMkLst>
            <pc:docMk/>
            <pc:sldMk cId="317715470" sldId="349"/>
            <ac:spMk id="119" creationId="{390514E9-4B95-C431-5F21-4B6710EBB419}"/>
          </ac:spMkLst>
        </pc:spChg>
        <pc:spChg chg="add mod">
          <ac:chgData name="DOWTY, PETER (DNR)" userId="01cf875a-4e15-4928-8f93-7a0dfa1efb6b" providerId="ADAL" clId="{E9054DD1-CDF4-4BE2-A4C5-BD4B0395A89E}" dt="2026-08-12T19:58:11.307" v="25453" actId="206"/>
          <ac:spMkLst>
            <pc:docMk/>
            <pc:sldMk cId="317715470" sldId="349"/>
            <ac:spMk id="120" creationId="{AEA20A5F-C1A0-E433-0F55-1FE762046C3B}"/>
          </ac:spMkLst>
        </pc:spChg>
        <pc:spChg chg="add mod">
          <ac:chgData name="DOWTY, PETER (DNR)" userId="01cf875a-4e15-4928-8f93-7a0dfa1efb6b" providerId="ADAL" clId="{E9054DD1-CDF4-4BE2-A4C5-BD4B0395A89E}" dt="2026-08-12T19:19:11.078" v="25270" actId="206"/>
          <ac:spMkLst>
            <pc:docMk/>
            <pc:sldMk cId="317715470" sldId="349"/>
            <ac:spMk id="121" creationId="{15F0A95A-B5AF-282B-32B7-FE1927C85527}"/>
          </ac:spMkLst>
        </pc:spChg>
        <pc:spChg chg="add del mod">
          <ac:chgData name="DOWTY, PETER (DNR)" userId="01cf875a-4e15-4928-8f93-7a0dfa1efb6b" providerId="ADAL" clId="{E9054DD1-CDF4-4BE2-A4C5-BD4B0395A89E}" dt="2026-08-12T19:24:20.989" v="25274" actId="478"/>
          <ac:spMkLst>
            <pc:docMk/>
            <pc:sldMk cId="317715470" sldId="349"/>
            <ac:spMk id="122" creationId="{3479A8B3-BD48-6432-DB74-41BD68C9CFC4}"/>
          </ac:spMkLst>
        </pc:spChg>
        <pc:spChg chg="add mod">
          <ac:chgData name="DOWTY, PETER (DNR)" userId="01cf875a-4e15-4928-8f93-7a0dfa1efb6b" providerId="ADAL" clId="{E9054DD1-CDF4-4BE2-A4C5-BD4B0395A89E}" dt="2026-08-12T19:25:55.869" v="25287"/>
          <ac:spMkLst>
            <pc:docMk/>
            <pc:sldMk cId="317715470" sldId="349"/>
            <ac:spMk id="123" creationId="{A7556AA9-875E-7F92-AB22-4FAB3C6D7641}"/>
          </ac:spMkLst>
        </pc:spChg>
        <pc:spChg chg="add mod">
          <ac:chgData name="DOWTY, PETER (DNR)" userId="01cf875a-4e15-4928-8f93-7a0dfa1efb6b" providerId="ADAL" clId="{E9054DD1-CDF4-4BE2-A4C5-BD4B0395A89E}" dt="2026-08-12T19:42:57.626" v="25369" actId="1076"/>
          <ac:spMkLst>
            <pc:docMk/>
            <pc:sldMk cId="317715470" sldId="349"/>
            <ac:spMk id="125" creationId="{0D54BED2-7AC4-D807-7852-790DB381A2A5}"/>
          </ac:spMkLst>
        </pc:spChg>
        <pc:spChg chg="add mod">
          <ac:chgData name="DOWTY, PETER (DNR)" userId="01cf875a-4e15-4928-8f93-7a0dfa1efb6b" providerId="ADAL" clId="{E9054DD1-CDF4-4BE2-A4C5-BD4B0395A89E}" dt="2026-08-12T19:42:46.129" v="25357" actId="1076"/>
          <ac:spMkLst>
            <pc:docMk/>
            <pc:sldMk cId="317715470" sldId="349"/>
            <ac:spMk id="127" creationId="{6A5EFA06-7CF2-5746-0FA0-0AE83101C571}"/>
          </ac:spMkLst>
        </pc:spChg>
        <pc:spChg chg="add mod">
          <ac:chgData name="DOWTY, PETER (DNR)" userId="01cf875a-4e15-4928-8f93-7a0dfa1efb6b" providerId="ADAL" clId="{E9054DD1-CDF4-4BE2-A4C5-BD4B0395A89E}" dt="2026-08-12T19:44:50.622" v="25435" actId="1076"/>
          <ac:spMkLst>
            <pc:docMk/>
            <pc:sldMk cId="317715470" sldId="349"/>
            <ac:spMk id="129" creationId="{1C5ECDEB-D7FD-F6B1-2637-EF846E4BE049}"/>
          </ac:spMkLst>
        </pc:spChg>
        <pc:spChg chg="add mod">
          <ac:chgData name="DOWTY, PETER (DNR)" userId="01cf875a-4e15-4928-8f93-7a0dfa1efb6b" providerId="ADAL" clId="{E9054DD1-CDF4-4BE2-A4C5-BD4B0395A89E}" dt="2026-08-12T19:58:57.243" v="25454" actId="1076"/>
          <ac:spMkLst>
            <pc:docMk/>
            <pc:sldMk cId="317715470" sldId="349"/>
            <ac:spMk id="131" creationId="{BE9F6A88-DE16-9295-BDB4-03E1865FC3CC}"/>
          </ac:spMkLst>
        </pc:spChg>
        <pc:spChg chg="add mod">
          <ac:chgData name="DOWTY, PETER (DNR)" userId="01cf875a-4e15-4928-8f93-7a0dfa1efb6b" providerId="ADAL" clId="{E9054DD1-CDF4-4BE2-A4C5-BD4B0395A89E}" dt="2026-08-12T19:58:57.243" v="25454" actId="1076"/>
          <ac:spMkLst>
            <pc:docMk/>
            <pc:sldMk cId="317715470" sldId="349"/>
            <ac:spMk id="133" creationId="{D4503C14-24E9-7BF8-7440-DB12A60E9237}"/>
          </ac:spMkLst>
        </pc:spChg>
        <pc:spChg chg="add mod ord">
          <ac:chgData name="DOWTY, PETER (DNR)" userId="01cf875a-4e15-4928-8f93-7a0dfa1efb6b" providerId="ADAL" clId="{E9054DD1-CDF4-4BE2-A4C5-BD4B0395A89E}" dt="2026-08-12T19:33:39.489" v="25300" actId="167"/>
          <ac:spMkLst>
            <pc:docMk/>
            <pc:sldMk cId="317715470" sldId="349"/>
            <ac:spMk id="134" creationId="{66740E04-E50A-6252-9601-8E70D30BDC15}"/>
          </ac:spMkLst>
        </pc:spChg>
        <pc:spChg chg="add mod ord">
          <ac:chgData name="DOWTY, PETER (DNR)" userId="01cf875a-4e15-4928-8f93-7a0dfa1efb6b" providerId="ADAL" clId="{E9054DD1-CDF4-4BE2-A4C5-BD4B0395A89E}" dt="2026-08-12T19:35:06.542" v="25313" actId="167"/>
          <ac:spMkLst>
            <pc:docMk/>
            <pc:sldMk cId="317715470" sldId="349"/>
            <ac:spMk id="135" creationId="{31626C16-9AB1-A6A8-02E0-9B3BCC2D6F72}"/>
          </ac:spMkLst>
        </pc:spChg>
        <pc:spChg chg="mod">
          <ac:chgData name="DOWTY, PETER (DNR)" userId="01cf875a-4e15-4928-8f93-7a0dfa1efb6b" providerId="ADAL" clId="{E9054DD1-CDF4-4BE2-A4C5-BD4B0395A89E}" dt="2026-08-12T19:35:18.536" v="25316" actId="1076"/>
          <ac:spMkLst>
            <pc:docMk/>
            <pc:sldMk cId="317715470" sldId="349"/>
            <ac:spMk id="137" creationId="{334B1E03-8822-37CA-FE49-7CCF313F3B32}"/>
          </ac:spMkLst>
        </pc:spChg>
        <pc:spChg chg="add mod ord">
          <ac:chgData name="DOWTY, PETER (DNR)" userId="01cf875a-4e15-4928-8f93-7a0dfa1efb6b" providerId="ADAL" clId="{E9054DD1-CDF4-4BE2-A4C5-BD4B0395A89E}" dt="2026-08-12T19:38:48.074" v="25329" actId="208"/>
          <ac:spMkLst>
            <pc:docMk/>
            <pc:sldMk cId="317715470" sldId="349"/>
            <ac:spMk id="139" creationId="{389D2AA1-AC5B-3404-64A0-7C0EA5D77B99}"/>
          </ac:spMkLst>
        </pc:spChg>
        <pc:spChg chg="add mod ord">
          <ac:chgData name="DOWTY, PETER (DNR)" userId="01cf875a-4e15-4928-8f93-7a0dfa1efb6b" providerId="ADAL" clId="{E9054DD1-CDF4-4BE2-A4C5-BD4B0395A89E}" dt="2026-08-12T19:39:39.674" v="25334" actId="167"/>
          <ac:spMkLst>
            <pc:docMk/>
            <pc:sldMk cId="317715470" sldId="349"/>
            <ac:spMk id="142" creationId="{D5080EA2-74D9-A4C0-1424-3A7FF5B22483}"/>
          </ac:spMkLst>
        </pc:spChg>
        <pc:spChg chg="add mod ord">
          <ac:chgData name="DOWTY, PETER (DNR)" userId="01cf875a-4e15-4928-8f93-7a0dfa1efb6b" providerId="ADAL" clId="{E9054DD1-CDF4-4BE2-A4C5-BD4B0395A89E}" dt="2026-08-12T19:40:25.459" v="25339" actId="167"/>
          <ac:spMkLst>
            <pc:docMk/>
            <pc:sldMk cId="317715470" sldId="349"/>
            <ac:spMk id="143" creationId="{337BE437-FEBB-B42B-6079-BF04BB53BD32}"/>
          </ac:spMkLst>
        </pc:spChg>
        <pc:spChg chg="add mod ord">
          <ac:chgData name="DOWTY, PETER (DNR)" userId="01cf875a-4e15-4928-8f93-7a0dfa1efb6b" providerId="ADAL" clId="{E9054DD1-CDF4-4BE2-A4C5-BD4B0395A89E}" dt="2026-08-12T19:41:05.116" v="25343" actId="167"/>
          <ac:spMkLst>
            <pc:docMk/>
            <pc:sldMk cId="317715470" sldId="349"/>
            <ac:spMk id="145" creationId="{F896C291-1253-4F77-418D-B235DE0844B9}"/>
          </ac:spMkLst>
        </pc:spChg>
        <pc:spChg chg="add mod">
          <ac:chgData name="DOWTY, PETER (DNR)" userId="01cf875a-4e15-4928-8f93-7a0dfa1efb6b" providerId="ADAL" clId="{E9054DD1-CDF4-4BE2-A4C5-BD4B0395A89E}" dt="2026-08-12T19:45:46.400" v="25442" actId="206"/>
          <ac:spMkLst>
            <pc:docMk/>
            <pc:sldMk cId="317715470" sldId="349"/>
            <ac:spMk id="146" creationId="{1BC2CC1C-2EAB-B57F-2EAB-51AA545F69FD}"/>
          </ac:spMkLst>
        </pc:spChg>
        <pc:spChg chg="add mod">
          <ac:chgData name="DOWTY, PETER (DNR)" userId="01cf875a-4e15-4928-8f93-7a0dfa1efb6b" providerId="ADAL" clId="{E9054DD1-CDF4-4BE2-A4C5-BD4B0395A89E}" dt="2026-08-12T19:46:23.535" v="25449" actId="206"/>
          <ac:spMkLst>
            <pc:docMk/>
            <pc:sldMk cId="317715470" sldId="349"/>
            <ac:spMk id="147" creationId="{44E06E19-5C4A-9A69-EDF2-D889D302F219}"/>
          </ac:spMkLst>
        </pc:spChg>
        <pc:spChg chg="add mod">
          <ac:chgData name="DOWTY, PETER (DNR)" userId="01cf875a-4e15-4928-8f93-7a0dfa1efb6b" providerId="ADAL" clId="{E9054DD1-CDF4-4BE2-A4C5-BD4B0395A89E}" dt="2026-08-12T20:05:04.371" v="25470" actId="206"/>
          <ac:spMkLst>
            <pc:docMk/>
            <pc:sldMk cId="317715470" sldId="349"/>
            <ac:spMk id="152" creationId="{642914CB-3487-66DF-002F-B7C8DC6CE90B}"/>
          </ac:spMkLst>
        </pc:spChg>
        <pc:spChg chg="add mod">
          <ac:chgData name="DOWTY, PETER (DNR)" userId="01cf875a-4e15-4928-8f93-7a0dfa1efb6b" providerId="ADAL" clId="{E9054DD1-CDF4-4BE2-A4C5-BD4B0395A89E}" dt="2026-08-12T20:16:07.786" v="25564" actId="1076"/>
          <ac:spMkLst>
            <pc:docMk/>
            <pc:sldMk cId="317715470" sldId="349"/>
            <ac:spMk id="156" creationId="{5103AAA9-6902-0FBF-2C20-FAC26FA04672}"/>
          </ac:spMkLst>
        </pc:spChg>
        <pc:spChg chg="add mod">
          <ac:chgData name="DOWTY, PETER (DNR)" userId="01cf875a-4e15-4928-8f93-7a0dfa1efb6b" providerId="ADAL" clId="{E9054DD1-CDF4-4BE2-A4C5-BD4B0395A89E}" dt="2026-08-12T20:15:56.640" v="25562" actId="20577"/>
          <ac:spMkLst>
            <pc:docMk/>
            <pc:sldMk cId="317715470" sldId="349"/>
            <ac:spMk id="158" creationId="{05DAF419-A616-27CF-15EB-A707713D66DC}"/>
          </ac:spMkLst>
        </pc:spChg>
        <pc:spChg chg="add mod">
          <ac:chgData name="DOWTY, PETER (DNR)" userId="01cf875a-4e15-4928-8f93-7a0dfa1efb6b" providerId="ADAL" clId="{E9054DD1-CDF4-4BE2-A4C5-BD4B0395A89E}" dt="2026-08-12T20:09:01.730" v="25549" actId="20577"/>
          <ac:spMkLst>
            <pc:docMk/>
            <pc:sldMk cId="317715470" sldId="349"/>
            <ac:spMk id="160" creationId="{AAEE896D-3693-8184-107B-C066A6B84B7A}"/>
          </ac:spMkLst>
        </pc:spChg>
        <pc:spChg chg="add mod">
          <ac:chgData name="DOWTY, PETER (DNR)" userId="01cf875a-4e15-4928-8f93-7a0dfa1efb6b" providerId="ADAL" clId="{E9054DD1-CDF4-4BE2-A4C5-BD4B0395A89E}" dt="2026-08-12T20:09:11.232" v="25551" actId="1076"/>
          <ac:spMkLst>
            <pc:docMk/>
            <pc:sldMk cId="317715470" sldId="349"/>
            <ac:spMk id="162" creationId="{281F2B28-B38E-512C-0DE1-17B1783D0860}"/>
          </ac:spMkLst>
        </pc:spChg>
        <pc:grpChg chg="del">
          <ac:chgData name="DOWTY, PETER (DNR)" userId="01cf875a-4e15-4928-8f93-7a0dfa1efb6b" providerId="ADAL" clId="{E9054DD1-CDF4-4BE2-A4C5-BD4B0395A89E}" dt="2026-08-12T14:46:36.770" v="24977" actId="165"/>
          <ac:grpSpMkLst>
            <pc:docMk/>
            <pc:sldMk cId="317715470" sldId="349"/>
            <ac:grpSpMk id="3" creationId="{2C5C852C-E3B3-0A79-C7CA-8F9564F3B5E3}"/>
          </ac:grpSpMkLst>
        </pc:grpChg>
        <pc:grpChg chg="mod">
          <ac:chgData name="DOWTY, PETER (DNR)" userId="01cf875a-4e15-4928-8f93-7a0dfa1efb6b" providerId="ADAL" clId="{E9054DD1-CDF4-4BE2-A4C5-BD4B0395A89E}" dt="2026-08-12T18:15:24.572" v="25172" actId="1076"/>
          <ac:grpSpMkLst>
            <pc:docMk/>
            <pc:sldMk cId="317715470" sldId="349"/>
            <ac:grpSpMk id="6" creationId="{43CF22D4-9AFF-3606-B30F-F89117830944}"/>
          </ac:grpSpMkLst>
        </pc:grpChg>
        <pc:grpChg chg="mod">
          <ac:chgData name="DOWTY, PETER (DNR)" userId="01cf875a-4e15-4928-8f93-7a0dfa1efb6b" providerId="ADAL" clId="{E9054DD1-CDF4-4BE2-A4C5-BD4B0395A89E}" dt="2026-08-12T15:04:06.297" v="25110" actId="164"/>
          <ac:grpSpMkLst>
            <pc:docMk/>
            <pc:sldMk cId="317715470" sldId="349"/>
            <ac:grpSpMk id="10" creationId="{DEFFE503-B61B-0395-8E3F-098C2AC3789C}"/>
          </ac:grpSpMkLst>
        </pc:grpChg>
        <pc:grpChg chg="mod">
          <ac:chgData name="DOWTY, PETER (DNR)" userId="01cf875a-4e15-4928-8f93-7a0dfa1efb6b" providerId="ADAL" clId="{E9054DD1-CDF4-4BE2-A4C5-BD4B0395A89E}" dt="2026-08-12T18:15:24.572" v="25172" actId="1076"/>
          <ac:grpSpMkLst>
            <pc:docMk/>
            <pc:sldMk cId="317715470" sldId="349"/>
            <ac:grpSpMk id="15" creationId="{D3B8EF4B-1EBC-864A-8736-B6E42F878FBC}"/>
          </ac:grpSpMkLst>
        </pc:grpChg>
        <pc:grpChg chg="add mod">
          <ac:chgData name="DOWTY, PETER (DNR)" userId="01cf875a-4e15-4928-8f93-7a0dfa1efb6b" providerId="ADAL" clId="{E9054DD1-CDF4-4BE2-A4C5-BD4B0395A89E}" dt="2026-08-12T18:15:24.572" v="25172" actId="1076"/>
          <ac:grpSpMkLst>
            <pc:docMk/>
            <pc:sldMk cId="317715470" sldId="349"/>
            <ac:grpSpMk id="19" creationId="{2B7570E5-3083-4153-49BD-3BCA32EEA837}"/>
          </ac:grpSpMkLst>
        </pc:grpChg>
        <pc:grpChg chg="add del mod">
          <ac:chgData name="DOWTY, PETER (DNR)" userId="01cf875a-4e15-4928-8f93-7a0dfa1efb6b" providerId="ADAL" clId="{E9054DD1-CDF4-4BE2-A4C5-BD4B0395A89E}" dt="2026-08-12T14:59:09.801" v="25068" actId="478"/>
          <ac:grpSpMkLst>
            <pc:docMk/>
            <pc:sldMk cId="317715470" sldId="349"/>
            <ac:grpSpMk id="31" creationId="{A4B5955A-F1E4-B8F0-4302-547ED6AC4D55}"/>
          </ac:grpSpMkLst>
        </pc:grpChg>
        <pc:grpChg chg="add del mod">
          <ac:chgData name="DOWTY, PETER (DNR)" userId="01cf875a-4e15-4928-8f93-7a0dfa1efb6b" providerId="ADAL" clId="{E9054DD1-CDF4-4BE2-A4C5-BD4B0395A89E}" dt="2026-08-12T15:00:37.654" v="25079" actId="165"/>
          <ac:grpSpMkLst>
            <pc:docMk/>
            <pc:sldMk cId="317715470" sldId="349"/>
            <ac:grpSpMk id="34" creationId="{58035B68-BB76-F2C9-CAD7-E6C7FD455A1A}"/>
          </ac:grpSpMkLst>
        </pc:grpChg>
        <pc:grpChg chg="add mod">
          <ac:chgData name="DOWTY, PETER (DNR)" userId="01cf875a-4e15-4928-8f93-7a0dfa1efb6b" providerId="ADAL" clId="{E9054DD1-CDF4-4BE2-A4C5-BD4B0395A89E}" dt="2026-08-12T15:01:48.231" v="25084" actId="164"/>
          <ac:grpSpMkLst>
            <pc:docMk/>
            <pc:sldMk cId="317715470" sldId="349"/>
            <ac:grpSpMk id="35" creationId="{6C741B6D-115A-28D8-8306-484134BFF17A}"/>
          </ac:grpSpMkLst>
        </pc:grpChg>
        <pc:grpChg chg="add del mod">
          <ac:chgData name="DOWTY, PETER (DNR)" userId="01cf875a-4e15-4928-8f93-7a0dfa1efb6b" providerId="ADAL" clId="{E9054DD1-CDF4-4BE2-A4C5-BD4B0395A89E}" dt="2026-08-12T18:04:46.814" v="25146" actId="21"/>
          <ac:grpSpMkLst>
            <pc:docMk/>
            <pc:sldMk cId="317715470" sldId="349"/>
            <ac:grpSpMk id="36" creationId="{A3E31077-1614-63B3-D589-FA8357D773C9}"/>
          </ac:grpSpMkLst>
        </pc:grpChg>
        <pc:grpChg chg="add mod">
          <ac:chgData name="DOWTY, PETER (DNR)" userId="01cf875a-4e15-4928-8f93-7a0dfa1efb6b" providerId="ADAL" clId="{E9054DD1-CDF4-4BE2-A4C5-BD4B0395A89E}" dt="2026-08-12T15:03:32.235" v="25106" actId="164"/>
          <ac:grpSpMkLst>
            <pc:docMk/>
            <pc:sldMk cId="317715470" sldId="349"/>
            <ac:grpSpMk id="43" creationId="{99A02FE0-01D6-F611-3D4C-7BE7DE7DDE34}"/>
          </ac:grpSpMkLst>
        </pc:grpChg>
        <pc:grpChg chg="add mod">
          <ac:chgData name="DOWTY, PETER (DNR)" userId="01cf875a-4e15-4928-8f93-7a0dfa1efb6b" providerId="ADAL" clId="{E9054DD1-CDF4-4BE2-A4C5-BD4B0395A89E}" dt="2026-08-12T15:04:06.297" v="25110" actId="164"/>
          <ac:grpSpMkLst>
            <pc:docMk/>
            <pc:sldMk cId="317715470" sldId="349"/>
            <ac:grpSpMk id="44" creationId="{94406F21-9B5D-AD64-7C9F-2A9CC6E79667}"/>
          </ac:grpSpMkLst>
        </pc:grpChg>
        <pc:grpChg chg="add mod">
          <ac:chgData name="DOWTY, PETER (DNR)" userId="01cf875a-4e15-4928-8f93-7a0dfa1efb6b" providerId="ADAL" clId="{E9054DD1-CDF4-4BE2-A4C5-BD4B0395A89E}" dt="2026-08-12T18:14:57.028" v="25167" actId="1076"/>
          <ac:grpSpMkLst>
            <pc:docMk/>
            <pc:sldMk cId="317715470" sldId="349"/>
            <ac:grpSpMk id="47" creationId="{7DE10B7A-2840-35A0-497E-688E4D8CC133}"/>
          </ac:grpSpMkLst>
        </pc:grpChg>
        <pc:grpChg chg="add mod">
          <ac:chgData name="DOWTY, PETER (DNR)" userId="01cf875a-4e15-4928-8f93-7a0dfa1efb6b" providerId="ADAL" clId="{E9054DD1-CDF4-4BE2-A4C5-BD4B0395A89E}" dt="2026-08-12T18:15:02.043" v="25168" actId="1076"/>
          <ac:grpSpMkLst>
            <pc:docMk/>
            <pc:sldMk cId="317715470" sldId="349"/>
            <ac:grpSpMk id="48" creationId="{BFA455FA-4D17-5131-CF09-6A3690FE3E15}"/>
          </ac:grpSpMkLst>
        </pc:grpChg>
        <pc:grpChg chg="mod">
          <ac:chgData name="DOWTY, PETER (DNR)" userId="01cf875a-4e15-4928-8f93-7a0dfa1efb6b" providerId="ADAL" clId="{E9054DD1-CDF4-4BE2-A4C5-BD4B0395A89E}" dt="2026-08-12T15:09:32.716" v="25112"/>
          <ac:grpSpMkLst>
            <pc:docMk/>
            <pc:sldMk cId="317715470" sldId="349"/>
            <ac:grpSpMk id="50" creationId="{C2E78E2F-0777-9E8F-A7AE-A9830D2F98D1}"/>
          </ac:grpSpMkLst>
        </pc:grpChg>
        <pc:grpChg chg="add mod">
          <ac:chgData name="DOWTY, PETER (DNR)" userId="01cf875a-4e15-4928-8f93-7a0dfa1efb6b" providerId="ADAL" clId="{E9054DD1-CDF4-4BE2-A4C5-BD4B0395A89E}" dt="2026-08-12T18:15:41.091" v="25173" actId="1076"/>
          <ac:grpSpMkLst>
            <pc:docMk/>
            <pc:sldMk cId="317715470" sldId="349"/>
            <ac:grpSpMk id="62" creationId="{E145449D-5202-90AB-651F-C869C9EF730A}"/>
          </ac:grpSpMkLst>
        </pc:grpChg>
        <pc:grpChg chg="add del mod">
          <ac:chgData name="DOWTY, PETER (DNR)" userId="01cf875a-4e15-4928-8f93-7a0dfa1efb6b" providerId="ADAL" clId="{E9054DD1-CDF4-4BE2-A4C5-BD4B0395A89E}" dt="2026-08-12T18:03:36.981" v="25137" actId="165"/>
          <ac:grpSpMkLst>
            <pc:docMk/>
            <pc:sldMk cId="317715470" sldId="349"/>
            <ac:grpSpMk id="65" creationId="{5B371852-D18F-FE2B-BACE-2AD5E5B76574}"/>
          </ac:grpSpMkLst>
        </pc:grpChg>
        <pc:grpChg chg="add mod">
          <ac:chgData name="DOWTY, PETER (DNR)" userId="01cf875a-4e15-4928-8f93-7a0dfa1efb6b" providerId="ADAL" clId="{E9054DD1-CDF4-4BE2-A4C5-BD4B0395A89E}" dt="2026-08-12T19:41:09.462" v="25344" actId="1076"/>
          <ac:grpSpMkLst>
            <pc:docMk/>
            <pc:sldMk cId="317715470" sldId="349"/>
            <ac:grpSpMk id="68" creationId="{5F29D9DD-3373-E755-CA2F-C5AA9AA49F50}"/>
          </ac:grpSpMkLst>
        </pc:grpChg>
        <pc:grpChg chg="add mod">
          <ac:chgData name="DOWTY, PETER (DNR)" userId="01cf875a-4e15-4928-8f93-7a0dfa1efb6b" providerId="ADAL" clId="{E9054DD1-CDF4-4BE2-A4C5-BD4B0395A89E}" dt="2026-08-12T18:16:31.884" v="25185" actId="1076"/>
          <ac:grpSpMkLst>
            <pc:docMk/>
            <pc:sldMk cId="317715470" sldId="349"/>
            <ac:grpSpMk id="71" creationId="{FDA39074-41EA-2EC0-4560-983265F54A3A}"/>
          </ac:grpSpMkLst>
        </pc:grpChg>
        <pc:grpChg chg="add mod">
          <ac:chgData name="DOWTY, PETER (DNR)" userId="01cf875a-4e15-4928-8f93-7a0dfa1efb6b" providerId="ADAL" clId="{E9054DD1-CDF4-4BE2-A4C5-BD4B0395A89E}" dt="2026-08-12T18:16:12.519" v="25180" actId="1076"/>
          <ac:grpSpMkLst>
            <pc:docMk/>
            <pc:sldMk cId="317715470" sldId="349"/>
            <ac:grpSpMk id="74" creationId="{03BA66CA-42AA-BA2C-2D94-A7F11DFF5D16}"/>
          </ac:grpSpMkLst>
        </pc:grpChg>
        <pc:grpChg chg="add del mod">
          <ac:chgData name="DOWTY, PETER (DNR)" userId="01cf875a-4e15-4928-8f93-7a0dfa1efb6b" providerId="ADAL" clId="{E9054DD1-CDF4-4BE2-A4C5-BD4B0395A89E}" dt="2026-08-12T19:01:22.944" v="25225" actId="165"/>
          <ac:grpSpMkLst>
            <pc:docMk/>
            <pc:sldMk cId="317715470" sldId="349"/>
            <ac:grpSpMk id="77" creationId="{525BB653-A942-B8BE-E956-61415717E1F1}"/>
          </ac:grpSpMkLst>
        </pc:grpChg>
        <pc:grpChg chg="mod topLvl">
          <ac:chgData name="DOWTY, PETER (DNR)" userId="01cf875a-4e15-4928-8f93-7a0dfa1efb6b" providerId="ADAL" clId="{E9054DD1-CDF4-4BE2-A4C5-BD4B0395A89E}" dt="2026-08-12T19:01:49.980" v="25231" actId="164"/>
          <ac:grpSpMkLst>
            <pc:docMk/>
            <pc:sldMk cId="317715470" sldId="349"/>
            <ac:grpSpMk id="78" creationId="{6E6F6896-4D59-BEEB-5F9E-1B3560973B8A}"/>
          </ac:grpSpMkLst>
        </pc:grpChg>
        <pc:grpChg chg="mod">
          <ac:chgData name="DOWTY, PETER (DNR)" userId="01cf875a-4e15-4928-8f93-7a0dfa1efb6b" providerId="ADAL" clId="{E9054DD1-CDF4-4BE2-A4C5-BD4B0395A89E}" dt="2026-08-12T19:01:22.944" v="25225" actId="165"/>
          <ac:grpSpMkLst>
            <pc:docMk/>
            <pc:sldMk cId="317715470" sldId="349"/>
            <ac:grpSpMk id="81" creationId="{69EFD610-AAB9-0C49-1654-6ABFBE1D5E86}"/>
          </ac:grpSpMkLst>
        </pc:grpChg>
        <pc:grpChg chg="add mod">
          <ac:chgData name="DOWTY, PETER (DNR)" userId="01cf875a-4e15-4928-8f93-7a0dfa1efb6b" providerId="ADAL" clId="{E9054DD1-CDF4-4BE2-A4C5-BD4B0395A89E}" dt="2026-08-12T18:16:25.458" v="25183" actId="1076"/>
          <ac:grpSpMkLst>
            <pc:docMk/>
            <pc:sldMk cId="317715470" sldId="349"/>
            <ac:grpSpMk id="86" creationId="{DF935849-7E82-217B-F7E2-41D7EB51F2DA}"/>
          </ac:grpSpMkLst>
        </pc:grpChg>
        <pc:grpChg chg="add mod">
          <ac:chgData name="DOWTY, PETER (DNR)" userId="01cf875a-4e15-4928-8f93-7a0dfa1efb6b" providerId="ADAL" clId="{E9054DD1-CDF4-4BE2-A4C5-BD4B0395A89E}" dt="2026-08-12T18:36:38.231" v="25205" actId="1076"/>
          <ac:grpSpMkLst>
            <pc:docMk/>
            <pc:sldMk cId="317715470" sldId="349"/>
            <ac:grpSpMk id="92" creationId="{0B8601D9-AF82-2DA9-DB3D-3B4B7D66098C}"/>
          </ac:grpSpMkLst>
        </pc:grpChg>
        <pc:grpChg chg="mod">
          <ac:chgData name="DOWTY, PETER (DNR)" userId="01cf875a-4e15-4928-8f93-7a0dfa1efb6b" providerId="ADAL" clId="{E9054DD1-CDF4-4BE2-A4C5-BD4B0395A89E}" dt="2026-08-12T18:37:20.112" v="25213" actId="1076"/>
          <ac:grpSpMkLst>
            <pc:docMk/>
            <pc:sldMk cId="317715470" sldId="349"/>
            <ac:grpSpMk id="93" creationId="{10C29DA0-4A1C-1A69-9B62-BAC708CE51A8}"/>
          </ac:grpSpMkLst>
        </pc:grpChg>
        <pc:grpChg chg="mod">
          <ac:chgData name="DOWTY, PETER (DNR)" userId="01cf875a-4e15-4928-8f93-7a0dfa1efb6b" providerId="ADAL" clId="{E9054DD1-CDF4-4BE2-A4C5-BD4B0395A89E}" dt="2026-08-12T18:37:27.188" v="25215" actId="1076"/>
          <ac:grpSpMkLst>
            <pc:docMk/>
            <pc:sldMk cId="317715470" sldId="349"/>
            <ac:grpSpMk id="107" creationId="{99B2568E-C94C-B6E4-D414-D562D6C1CAA1}"/>
          </ac:grpSpMkLst>
        </pc:grpChg>
        <pc:grpChg chg="add mod">
          <ac:chgData name="DOWTY, PETER (DNR)" userId="01cf875a-4e15-4928-8f93-7a0dfa1efb6b" providerId="ADAL" clId="{E9054DD1-CDF4-4BE2-A4C5-BD4B0395A89E}" dt="2026-08-12T19:35:27.974" v="25317" actId="1076"/>
          <ac:grpSpMkLst>
            <pc:docMk/>
            <pc:sldMk cId="317715470" sldId="349"/>
            <ac:grpSpMk id="110" creationId="{09F69B76-8804-AEAA-40E4-FD4C3E02D463}"/>
          </ac:grpSpMkLst>
        </pc:grpChg>
        <pc:grpChg chg="add mod">
          <ac:chgData name="DOWTY, PETER (DNR)" userId="01cf875a-4e15-4928-8f93-7a0dfa1efb6b" providerId="ADAL" clId="{E9054DD1-CDF4-4BE2-A4C5-BD4B0395A89E}" dt="2026-08-12T19:25:25.905" v="25283" actId="1076"/>
          <ac:grpSpMkLst>
            <pc:docMk/>
            <pc:sldMk cId="317715470" sldId="349"/>
            <ac:grpSpMk id="113" creationId="{B006F259-82DF-75B7-58D0-4ABB84AAC758}"/>
          </ac:grpSpMkLst>
        </pc:grpChg>
        <pc:grpChg chg="add mod">
          <ac:chgData name="DOWTY, PETER (DNR)" userId="01cf875a-4e15-4928-8f93-7a0dfa1efb6b" providerId="ADAL" clId="{E9054DD1-CDF4-4BE2-A4C5-BD4B0395A89E}" dt="2026-08-12T19:35:18.536" v="25316" actId="1076"/>
          <ac:grpSpMkLst>
            <pc:docMk/>
            <pc:sldMk cId="317715470" sldId="349"/>
            <ac:grpSpMk id="136" creationId="{D0648984-C416-A960-40FD-4F467B64C633}"/>
          </ac:grpSpMkLst>
        </pc:grpChg>
        <pc:picChg chg="add mod">
          <ac:chgData name="DOWTY, PETER (DNR)" userId="01cf875a-4e15-4928-8f93-7a0dfa1efb6b" providerId="ADAL" clId="{E9054DD1-CDF4-4BE2-A4C5-BD4B0395A89E}" dt="2026-08-12T18:15:24.572" v="25172" actId="1076"/>
          <ac:picMkLst>
            <pc:docMk/>
            <pc:sldMk cId="317715470" sldId="349"/>
            <ac:picMk id="2" creationId="{3BC6B11C-5D9E-A765-2F30-17D5299092E3}"/>
          </ac:picMkLst>
        </pc:picChg>
        <pc:picChg chg="del mod topLvl">
          <ac:chgData name="DOWTY, PETER (DNR)" userId="01cf875a-4e15-4928-8f93-7a0dfa1efb6b" providerId="ADAL" clId="{E9054DD1-CDF4-4BE2-A4C5-BD4B0395A89E}" dt="2026-08-12T15:01:56.425" v="25088" actId="478"/>
          <ac:picMkLst>
            <pc:docMk/>
            <pc:sldMk cId="317715470" sldId="349"/>
            <ac:picMk id="4" creationId="{C23B4C90-2C73-FE13-083C-53FAEFD85051}"/>
          </ac:picMkLst>
        </pc:picChg>
        <pc:picChg chg="mod">
          <ac:chgData name="DOWTY, PETER (DNR)" userId="01cf875a-4e15-4928-8f93-7a0dfa1efb6b" providerId="ADAL" clId="{E9054DD1-CDF4-4BE2-A4C5-BD4B0395A89E}" dt="2026-08-12T18:15:24.572" v="25172" actId="1076"/>
          <ac:picMkLst>
            <pc:docMk/>
            <pc:sldMk cId="317715470" sldId="349"/>
            <ac:picMk id="7" creationId="{F21C788D-0400-285C-220C-AB85ACBD51E7}"/>
          </ac:picMkLst>
        </pc:picChg>
        <pc:picChg chg="mod">
          <ac:chgData name="DOWTY, PETER (DNR)" userId="01cf875a-4e15-4928-8f93-7a0dfa1efb6b" providerId="ADAL" clId="{E9054DD1-CDF4-4BE2-A4C5-BD4B0395A89E}" dt="2026-08-12T18:13:43.614" v="25158" actId="1076"/>
          <ac:picMkLst>
            <pc:docMk/>
            <pc:sldMk cId="317715470" sldId="349"/>
            <ac:picMk id="14" creationId="{160404D0-8EAE-7563-F0FD-E11C279CFCE4}"/>
          </ac:picMkLst>
        </pc:picChg>
        <pc:picChg chg="mod">
          <ac:chgData name="DOWTY, PETER (DNR)" userId="01cf875a-4e15-4928-8f93-7a0dfa1efb6b" providerId="ADAL" clId="{E9054DD1-CDF4-4BE2-A4C5-BD4B0395A89E}" dt="2026-08-12T18:15:24.572" v="25172" actId="1076"/>
          <ac:picMkLst>
            <pc:docMk/>
            <pc:sldMk cId="317715470" sldId="349"/>
            <ac:picMk id="17" creationId="{D5FDEBD4-5076-992F-BFD2-4809ACFC32C9}"/>
          </ac:picMkLst>
        </pc:picChg>
        <pc:picChg chg="add del">
          <ac:chgData name="DOWTY, PETER (DNR)" userId="01cf875a-4e15-4928-8f93-7a0dfa1efb6b" providerId="ADAL" clId="{E9054DD1-CDF4-4BE2-A4C5-BD4B0395A89E}" dt="2026-08-12T15:01:55.802" v="25087" actId="478"/>
          <ac:picMkLst>
            <pc:docMk/>
            <pc:sldMk cId="317715470" sldId="349"/>
            <ac:picMk id="21" creationId="{1F998770-5709-ADDA-2545-50337ADD7005}"/>
          </ac:picMkLst>
        </pc:picChg>
        <pc:picChg chg="add del mod">
          <ac:chgData name="DOWTY, PETER (DNR)" userId="01cf875a-4e15-4928-8f93-7a0dfa1efb6b" providerId="ADAL" clId="{E9054DD1-CDF4-4BE2-A4C5-BD4B0395A89E}" dt="2026-08-12T15:01:51.198" v="25086" actId="478"/>
          <ac:picMkLst>
            <pc:docMk/>
            <pc:sldMk cId="317715470" sldId="349"/>
            <ac:picMk id="23" creationId="{7B5C2E66-D81C-BEE9-870F-0007BD7DF818}"/>
          </ac:picMkLst>
        </pc:picChg>
        <pc:picChg chg="add mod topLvl modCrop">
          <ac:chgData name="DOWTY, PETER (DNR)" userId="01cf875a-4e15-4928-8f93-7a0dfa1efb6b" providerId="ADAL" clId="{E9054DD1-CDF4-4BE2-A4C5-BD4B0395A89E}" dt="2026-08-12T15:01:11.196" v="25081" actId="164"/>
          <ac:picMkLst>
            <pc:docMk/>
            <pc:sldMk cId="317715470" sldId="349"/>
            <ac:picMk id="33" creationId="{361D160B-2D21-735D-AF41-1902210BCF29}"/>
          </ac:picMkLst>
        </pc:picChg>
        <pc:picChg chg="add mod">
          <ac:chgData name="DOWTY, PETER (DNR)" userId="01cf875a-4e15-4928-8f93-7a0dfa1efb6b" providerId="ADAL" clId="{E9054DD1-CDF4-4BE2-A4C5-BD4B0395A89E}" dt="2026-08-12T15:03:12.174" v="25102" actId="164"/>
          <ac:picMkLst>
            <pc:docMk/>
            <pc:sldMk cId="317715470" sldId="349"/>
            <ac:picMk id="38" creationId="{385438DA-1059-74F2-DDF2-F92E94DD97C8}"/>
          </ac:picMkLst>
        </pc:picChg>
        <pc:picChg chg="add mod">
          <ac:chgData name="DOWTY, PETER (DNR)" userId="01cf875a-4e15-4928-8f93-7a0dfa1efb6b" providerId="ADAL" clId="{E9054DD1-CDF4-4BE2-A4C5-BD4B0395A89E}" dt="2026-08-12T15:03:12.174" v="25102" actId="164"/>
          <ac:picMkLst>
            <pc:docMk/>
            <pc:sldMk cId="317715470" sldId="349"/>
            <ac:picMk id="40" creationId="{288453C4-A03C-CF10-65E0-DCDB8E0DD617}"/>
          </ac:picMkLst>
        </pc:picChg>
        <pc:picChg chg="add mod">
          <ac:chgData name="DOWTY, PETER (DNR)" userId="01cf875a-4e15-4928-8f93-7a0dfa1efb6b" providerId="ADAL" clId="{E9054DD1-CDF4-4BE2-A4C5-BD4B0395A89E}" dt="2026-08-12T15:03:12.174" v="25102" actId="164"/>
          <ac:picMkLst>
            <pc:docMk/>
            <pc:sldMk cId="317715470" sldId="349"/>
            <ac:picMk id="42" creationId="{824A6E88-F3FB-5CC4-2A16-6E5AFA710B3F}"/>
          </ac:picMkLst>
        </pc:picChg>
        <pc:picChg chg="mod">
          <ac:chgData name="DOWTY, PETER (DNR)" userId="01cf875a-4e15-4928-8f93-7a0dfa1efb6b" providerId="ADAL" clId="{E9054DD1-CDF4-4BE2-A4C5-BD4B0395A89E}" dt="2026-08-12T15:09:32.716" v="25112"/>
          <ac:picMkLst>
            <pc:docMk/>
            <pc:sldMk cId="317715470" sldId="349"/>
            <ac:picMk id="55" creationId="{9845060C-05CA-F351-F6C1-D9E2855079BA}"/>
          </ac:picMkLst>
        </pc:picChg>
        <pc:picChg chg="mod">
          <ac:chgData name="DOWTY, PETER (DNR)" userId="01cf875a-4e15-4928-8f93-7a0dfa1efb6b" providerId="ADAL" clId="{E9054DD1-CDF4-4BE2-A4C5-BD4B0395A89E}" dt="2026-08-12T15:09:32.716" v="25112"/>
          <ac:picMkLst>
            <pc:docMk/>
            <pc:sldMk cId="317715470" sldId="349"/>
            <ac:picMk id="56" creationId="{26495F12-F6F2-BBD5-D2E9-1FD7850108D7}"/>
          </ac:picMkLst>
        </pc:picChg>
        <pc:picChg chg="mod">
          <ac:chgData name="DOWTY, PETER (DNR)" userId="01cf875a-4e15-4928-8f93-7a0dfa1efb6b" providerId="ADAL" clId="{E9054DD1-CDF4-4BE2-A4C5-BD4B0395A89E}" dt="2026-08-12T15:09:32.716" v="25112"/>
          <ac:picMkLst>
            <pc:docMk/>
            <pc:sldMk cId="317715470" sldId="349"/>
            <ac:picMk id="57" creationId="{91630A4F-9155-EB07-CCD4-0126A9D07AF2}"/>
          </ac:picMkLst>
        </pc:picChg>
        <pc:picChg chg="mod">
          <ac:chgData name="DOWTY, PETER (DNR)" userId="01cf875a-4e15-4928-8f93-7a0dfa1efb6b" providerId="ADAL" clId="{E9054DD1-CDF4-4BE2-A4C5-BD4B0395A89E}" dt="2026-08-12T18:13:43.614" v="25158" actId="1076"/>
          <ac:picMkLst>
            <pc:docMk/>
            <pc:sldMk cId="317715470" sldId="349"/>
            <ac:picMk id="58" creationId="{5144DC90-9A40-BC10-36BF-630D6E7E4C3D}"/>
          </ac:picMkLst>
        </pc:picChg>
        <pc:picChg chg="mod">
          <ac:chgData name="DOWTY, PETER (DNR)" userId="01cf875a-4e15-4928-8f93-7a0dfa1efb6b" providerId="ADAL" clId="{E9054DD1-CDF4-4BE2-A4C5-BD4B0395A89E}" dt="2026-08-12T18:13:43.614" v="25158" actId="1076"/>
          <ac:picMkLst>
            <pc:docMk/>
            <pc:sldMk cId="317715470" sldId="349"/>
            <ac:picMk id="61" creationId="{046CA62A-D857-52FB-924A-28C0A1A6C5B4}"/>
          </ac:picMkLst>
        </pc:picChg>
        <pc:picChg chg="mod">
          <ac:chgData name="DOWTY, PETER (DNR)" userId="01cf875a-4e15-4928-8f93-7a0dfa1efb6b" providerId="ADAL" clId="{E9054DD1-CDF4-4BE2-A4C5-BD4B0395A89E}" dt="2026-08-12T15:10:54.883" v="25120"/>
          <ac:picMkLst>
            <pc:docMk/>
            <pc:sldMk cId="317715470" sldId="349"/>
            <ac:picMk id="63" creationId="{B7BC84B8-6C9D-2772-090F-BBF76B23BCA4}"/>
          </ac:picMkLst>
        </pc:picChg>
        <pc:picChg chg="mod topLvl">
          <ac:chgData name="DOWTY, PETER (DNR)" userId="01cf875a-4e15-4928-8f93-7a0dfa1efb6b" providerId="ADAL" clId="{E9054DD1-CDF4-4BE2-A4C5-BD4B0395A89E}" dt="2026-08-12T18:03:58.579" v="25142" actId="164"/>
          <ac:picMkLst>
            <pc:docMk/>
            <pc:sldMk cId="317715470" sldId="349"/>
            <ac:picMk id="66" creationId="{27F5E3EF-2B9F-D1B2-243F-799FE03EA5CC}"/>
          </ac:picMkLst>
        </pc:picChg>
        <pc:picChg chg="mod">
          <ac:chgData name="DOWTY, PETER (DNR)" userId="01cf875a-4e15-4928-8f93-7a0dfa1efb6b" providerId="ADAL" clId="{E9054DD1-CDF4-4BE2-A4C5-BD4B0395A89E}" dt="2026-08-12T19:41:09.462" v="25344" actId="1076"/>
          <ac:picMkLst>
            <pc:docMk/>
            <pc:sldMk cId="317715470" sldId="349"/>
            <ac:picMk id="70" creationId="{85F6DB2B-BF70-F148-36A8-552EB5836290}"/>
          </ac:picMkLst>
        </pc:picChg>
        <pc:picChg chg="add mod">
          <ac:chgData name="DOWTY, PETER (DNR)" userId="01cf875a-4e15-4928-8f93-7a0dfa1efb6b" providerId="ADAL" clId="{E9054DD1-CDF4-4BE2-A4C5-BD4B0395A89E}" dt="2026-08-12T18:36:38.231" v="25205" actId="1076"/>
          <ac:picMkLst>
            <pc:docMk/>
            <pc:sldMk cId="317715470" sldId="349"/>
            <ac:picMk id="73" creationId="{C51967AF-09C2-2C12-7D6D-1A6F0D10B38E}"/>
          </ac:picMkLst>
        </pc:picChg>
        <pc:picChg chg="mod">
          <ac:chgData name="DOWTY, PETER (DNR)" userId="01cf875a-4e15-4928-8f93-7a0dfa1efb6b" providerId="ADAL" clId="{E9054DD1-CDF4-4BE2-A4C5-BD4B0395A89E}" dt="2026-08-12T18:16:12.519" v="25180" actId="1076"/>
          <ac:picMkLst>
            <pc:docMk/>
            <pc:sldMk cId="317715470" sldId="349"/>
            <ac:picMk id="76" creationId="{63781BBD-56D7-B432-4A78-46F2F70701AF}"/>
          </ac:picMkLst>
        </pc:picChg>
        <pc:picChg chg="mod">
          <ac:chgData name="DOWTY, PETER (DNR)" userId="01cf875a-4e15-4928-8f93-7a0dfa1efb6b" providerId="ADAL" clId="{E9054DD1-CDF4-4BE2-A4C5-BD4B0395A89E}" dt="2026-08-12T19:01:22.944" v="25225" actId="165"/>
          <ac:picMkLst>
            <pc:docMk/>
            <pc:sldMk cId="317715470" sldId="349"/>
            <ac:picMk id="83" creationId="{F7AF7314-D41E-31AC-329B-C7E34C25C431}"/>
          </ac:picMkLst>
        </pc:picChg>
        <pc:picChg chg="mod">
          <ac:chgData name="DOWTY, PETER (DNR)" userId="01cf875a-4e15-4928-8f93-7a0dfa1efb6b" providerId="ADAL" clId="{E9054DD1-CDF4-4BE2-A4C5-BD4B0395A89E}" dt="2026-08-12T19:01:22.944" v="25225" actId="165"/>
          <ac:picMkLst>
            <pc:docMk/>
            <pc:sldMk cId="317715470" sldId="349"/>
            <ac:picMk id="84" creationId="{7FC47314-308A-90BF-3B53-C0F9D8B43CAB}"/>
          </ac:picMkLst>
        </pc:picChg>
        <pc:picChg chg="mod">
          <ac:chgData name="DOWTY, PETER (DNR)" userId="01cf875a-4e15-4928-8f93-7a0dfa1efb6b" providerId="ADAL" clId="{E9054DD1-CDF4-4BE2-A4C5-BD4B0395A89E}" dt="2026-08-12T19:01:22.944" v="25225" actId="165"/>
          <ac:picMkLst>
            <pc:docMk/>
            <pc:sldMk cId="317715470" sldId="349"/>
            <ac:picMk id="85" creationId="{6166BD0B-3E2B-60C0-A42F-BAE3256BECDA}"/>
          </ac:picMkLst>
        </pc:picChg>
        <pc:picChg chg="mod">
          <ac:chgData name="DOWTY, PETER (DNR)" userId="01cf875a-4e15-4928-8f93-7a0dfa1efb6b" providerId="ADAL" clId="{E9054DD1-CDF4-4BE2-A4C5-BD4B0395A89E}" dt="2026-08-12T18:16:25.458" v="25183" actId="1076"/>
          <ac:picMkLst>
            <pc:docMk/>
            <pc:sldMk cId="317715470" sldId="349"/>
            <ac:picMk id="88" creationId="{63C402A6-0323-2C4F-5127-7DF7C29C0926}"/>
          </ac:picMkLst>
        </pc:picChg>
        <pc:picChg chg="add mod">
          <ac:chgData name="DOWTY, PETER (DNR)" userId="01cf875a-4e15-4928-8f93-7a0dfa1efb6b" providerId="ADAL" clId="{E9054DD1-CDF4-4BE2-A4C5-BD4B0395A89E}" dt="2026-08-12T18:36:38.231" v="25205" actId="1076"/>
          <ac:picMkLst>
            <pc:docMk/>
            <pc:sldMk cId="317715470" sldId="349"/>
            <ac:picMk id="90" creationId="{AA40978D-33CA-4B69-72A4-25A172BA1B99}"/>
          </ac:picMkLst>
        </pc:picChg>
        <pc:picChg chg="mod">
          <ac:chgData name="DOWTY, PETER (DNR)" userId="01cf875a-4e15-4928-8f93-7a0dfa1efb6b" providerId="ADAL" clId="{E9054DD1-CDF4-4BE2-A4C5-BD4B0395A89E}" dt="2026-08-12T18:37:09.219" v="25208" actId="1076"/>
          <ac:picMkLst>
            <pc:docMk/>
            <pc:sldMk cId="317715470" sldId="349"/>
            <ac:picMk id="94" creationId="{71270189-BCEB-0792-DE40-31398A0A3A37}"/>
          </ac:picMkLst>
        </pc:picChg>
        <pc:picChg chg="mod">
          <ac:chgData name="DOWTY, PETER (DNR)" userId="01cf875a-4e15-4928-8f93-7a0dfa1efb6b" providerId="ADAL" clId="{E9054DD1-CDF4-4BE2-A4C5-BD4B0395A89E}" dt="2026-08-12T18:37:09.219" v="25208" actId="1076"/>
          <ac:picMkLst>
            <pc:docMk/>
            <pc:sldMk cId="317715470" sldId="349"/>
            <ac:picMk id="99" creationId="{BC39607C-73B5-28E2-5BB3-79FA6BF607BE}"/>
          </ac:picMkLst>
        </pc:picChg>
        <pc:picChg chg="add del mod">
          <ac:chgData name="DOWTY, PETER (DNR)" userId="01cf875a-4e15-4928-8f93-7a0dfa1efb6b" providerId="ADAL" clId="{E9054DD1-CDF4-4BE2-A4C5-BD4B0395A89E}" dt="2026-08-12T19:35:12.858" v="25314" actId="478"/>
          <ac:picMkLst>
            <pc:docMk/>
            <pc:sldMk cId="317715470" sldId="349"/>
            <ac:picMk id="101" creationId="{05284981-5113-4D68-B194-3E6D3726A61E}"/>
          </ac:picMkLst>
        </pc:picChg>
        <pc:picChg chg="mod">
          <ac:chgData name="DOWTY, PETER (DNR)" userId="01cf875a-4e15-4928-8f93-7a0dfa1efb6b" providerId="ADAL" clId="{E9054DD1-CDF4-4BE2-A4C5-BD4B0395A89E}" dt="2026-08-12T18:37:09.219" v="25208" actId="1076"/>
          <ac:picMkLst>
            <pc:docMk/>
            <pc:sldMk cId="317715470" sldId="349"/>
            <ac:picMk id="108" creationId="{2B4AE08D-EA56-0B15-97E8-75E7F97E105B}"/>
          </ac:picMkLst>
        </pc:picChg>
        <pc:picChg chg="mod">
          <ac:chgData name="DOWTY, PETER (DNR)" userId="01cf875a-4e15-4928-8f93-7a0dfa1efb6b" providerId="ADAL" clId="{E9054DD1-CDF4-4BE2-A4C5-BD4B0395A89E}" dt="2026-08-12T19:35:27.974" v="25317" actId="1076"/>
          <ac:picMkLst>
            <pc:docMk/>
            <pc:sldMk cId="317715470" sldId="349"/>
            <ac:picMk id="112" creationId="{75961554-4EB1-2CEA-EAAA-3384C542B03B}"/>
          </ac:picMkLst>
        </pc:picChg>
        <pc:picChg chg="mod">
          <ac:chgData name="DOWTY, PETER (DNR)" userId="01cf875a-4e15-4928-8f93-7a0dfa1efb6b" providerId="ADAL" clId="{E9054DD1-CDF4-4BE2-A4C5-BD4B0395A89E}" dt="2026-08-12T19:35:18.536" v="25316" actId="1076"/>
          <ac:picMkLst>
            <pc:docMk/>
            <pc:sldMk cId="317715470" sldId="349"/>
            <ac:picMk id="138" creationId="{F20F7FCA-DC4E-7D8E-932C-E27540B33435}"/>
          </ac:picMkLst>
        </pc:picChg>
        <pc:picChg chg="add mod">
          <ac:chgData name="DOWTY, PETER (DNR)" userId="01cf875a-4e15-4928-8f93-7a0dfa1efb6b" providerId="ADAL" clId="{E9054DD1-CDF4-4BE2-A4C5-BD4B0395A89E}" dt="2026-08-12T20:04:16.862" v="25463" actId="1076"/>
          <ac:picMkLst>
            <pc:docMk/>
            <pc:sldMk cId="317715470" sldId="349"/>
            <ac:picMk id="149" creationId="{38E5C828-3FAB-AF56-62EB-7835E75A0921}"/>
          </ac:picMkLst>
        </pc:picChg>
        <pc:picChg chg="add mod">
          <ac:chgData name="DOWTY, PETER (DNR)" userId="01cf875a-4e15-4928-8f93-7a0dfa1efb6b" providerId="ADAL" clId="{E9054DD1-CDF4-4BE2-A4C5-BD4B0395A89E}" dt="2026-08-12T20:04:07.642" v="25462" actId="14100"/>
          <ac:picMkLst>
            <pc:docMk/>
            <pc:sldMk cId="317715470" sldId="349"/>
            <ac:picMk id="151" creationId="{A5DC99AE-277C-BC32-07B7-ACE39817A12A}"/>
          </ac:picMkLst>
        </pc:picChg>
        <pc:cxnChg chg="add mod">
          <ac:chgData name="DOWTY, PETER (DNR)" userId="01cf875a-4e15-4928-8f93-7a0dfa1efb6b" providerId="ADAL" clId="{E9054DD1-CDF4-4BE2-A4C5-BD4B0395A89E}" dt="2026-08-12T15:04:06.297" v="25110" actId="164"/>
          <ac:cxnSpMkLst>
            <pc:docMk/>
            <pc:sldMk cId="317715470" sldId="349"/>
            <ac:cxnSpMk id="46" creationId="{C4BB6019-1A6A-5E58-F0F8-7A0B60E40352}"/>
          </ac:cxnSpMkLst>
        </pc:cxnChg>
        <pc:cxnChg chg="del">
          <ac:chgData name="DOWTY, PETER (DNR)" userId="01cf875a-4e15-4928-8f93-7a0dfa1efb6b" providerId="ADAL" clId="{E9054DD1-CDF4-4BE2-A4C5-BD4B0395A89E}" dt="2026-08-12T18:37:15.007" v="25210" actId="478"/>
          <ac:cxnSpMkLst>
            <pc:docMk/>
            <pc:sldMk cId="317715470" sldId="349"/>
            <ac:cxnSpMk id="102" creationId="{BF789619-1F30-D6C6-F415-CC48C2800AE4}"/>
          </ac:cxnSpMkLst>
        </pc:cxnChg>
        <pc:cxnChg chg="del">
          <ac:chgData name="DOWTY, PETER (DNR)" userId="01cf875a-4e15-4928-8f93-7a0dfa1efb6b" providerId="ADAL" clId="{E9054DD1-CDF4-4BE2-A4C5-BD4B0395A89E}" dt="2026-08-12T18:37:15.805" v="25211" actId="478"/>
          <ac:cxnSpMkLst>
            <pc:docMk/>
            <pc:sldMk cId="317715470" sldId="349"/>
            <ac:cxnSpMk id="104" creationId="{32A21E03-F292-215E-AEC8-FA3632E48AD3}"/>
          </ac:cxnSpMkLst>
        </pc:cxnChg>
        <pc:cxnChg chg="del">
          <ac:chgData name="DOWTY, PETER (DNR)" userId="01cf875a-4e15-4928-8f93-7a0dfa1efb6b" providerId="ADAL" clId="{E9054DD1-CDF4-4BE2-A4C5-BD4B0395A89E}" dt="2026-08-12T18:37:16.543" v="25212" actId="478"/>
          <ac:cxnSpMkLst>
            <pc:docMk/>
            <pc:sldMk cId="317715470" sldId="349"/>
            <ac:cxnSpMk id="105" creationId="{FA1E4EFE-8E44-2468-3C2D-A986842A8551}"/>
          </ac:cxnSpMkLst>
        </pc:cxnChg>
        <pc:cxnChg chg="add mod ord">
          <ac:chgData name="DOWTY, PETER (DNR)" userId="01cf875a-4e15-4928-8f93-7a0dfa1efb6b" providerId="ADAL" clId="{E9054DD1-CDF4-4BE2-A4C5-BD4B0395A89E}" dt="2026-08-12T19:46:52.689" v="25451" actId="167"/>
          <ac:cxnSpMkLst>
            <pc:docMk/>
            <pc:sldMk cId="317715470" sldId="349"/>
            <ac:cxnSpMk id="114" creationId="{588B462B-BCD6-58AC-7E39-D1E675200048}"/>
          </ac:cxnSpMkLst>
        </pc:cxnChg>
        <pc:cxnChg chg="add mod">
          <ac:chgData name="DOWTY, PETER (DNR)" userId="01cf875a-4e15-4928-8f93-7a0dfa1efb6b" providerId="ADAL" clId="{E9054DD1-CDF4-4BE2-A4C5-BD4B0395A89E}" dt="2026-08-12T19:38:19.984" v="25328" actId="208"/>
          <ac:cxnSpMkLst>
            <pc:docMk/>
            <pc:sldMk cId="317715470" sldId="349"/>
            <ac:cxnSpMk id="141" creationId="{39782686-92C7-945D-99B4-125749BF78B6}"/>
          </ac:cxnSpMkLst>
        </pc:cxnChg>
        <pc:cxnChg chg="add mod">
          <ac:chgData name="DOWTY, PETER (DNR)" userId="01cf875a-4e15-4928-8f93-7a0dfa1efb6b" providerId="ADAL" clId="{E9054DD1-CDF4-4BE2-A4C5-BD4B0395A89E}" dt="2026-08-12T20:06:37.660" v="25477" actId="1076"/>
          <ac:cxnSpMkLst>
            <pc:docMk/>
            <pc:sldMk cId="317715470" sldId="349"/>
            <ac:cxnSpMk id="154" creationId="{1CD3999C-49B0-613D-E3E2-7573B107E2B6}"/>
          </ac:cxnSpMkLst>
        </pc:cxnChg>
        <pc:cxnChg chg="add mod">
          <ac:chgData name="DOWTY, PETER (DNR)" userId="01cf875a-4e15-4928-8f93-7a0dfa1efb6b" providerId="ADAL" clId="{E9054DD1-CDF4-4BE2-A4C5-BD4B0395A89E}" dt="2026-08-12T20:06:46.216" v="25478" actId="208"/>
          <ac:cxnSpMkLst>
            <pc:docMk/>
            <pc:sldMk cId="317715470" sldId="349"/>
            <ac:cxnSpMk id="155" creationId="{F8BF32B6-C33C-ABD8-05B6-549279091C88}"/>
          </ac:cxnSpMkLst>
        </pc:cxnChg>
      </pc:sldChg>
    </pc:docChg>
  </pc:docChgLst>
  <pc:docChgLst>
    <pc:chgData name="Pete Dowty" userId="91aba14b6835b0ae" providerId="LiveId" clId="{DC861EC1-FB29-4C02-B83C-8A44B3A41BE2}"/>
    <pc:docChg chg="custSel modSld">
      <pc:chgData name="Pete Dowty" userId="91aba14b6835b0ae" providerId="LiveId" clId="{DC861EC1-FB29-4C02-B83C-8A44B3A41BE2}" dt="2026-07-19T15:49:02.947" v="101"/>
      <pc:docMkLst>
        <pc:docMk/>
      </pc:docMkLst>
      <pc:sldChg chg="addSp delSp mod">
        <pc:chgData name="Pete Dowty" userId="91aba14b6835b0ae" providerId="LiveId" clId="{DC861EC1-FB29-4C02-B83C-8A44B3A41BE2}" dt="2026-07-19T15:49:02.947" v="101"/>
        <pc:sldMkLst>
          <pc:docMk/>
          <pc:sldMk cId="1390265288" sldId="321"/>
        </pc:sldMkLst>
        <pc:inkChg chg="add reco">
          <ac:chgData name="Pete Dowty" userId="91aba14b6835b0ae" providerId="LiveId" clId="{DC861EC1-FB29-4C02-B83C-8A44B3A41BE2}" dt="2026-07-19T15:48:48.839" v="75"/>
          <ac:inkMkLst>
            <pc:docMk/>
            <pc:sldMk cId="1390265288" sldId="321"/>
            <ac:inkMk id="7" creationId="{D7CC3774-E259-8287-4DA0-8915D42C0071}"/>
          </ac:inkMkLst>
        </pc:inkChg>
        <pc:inkChg chg="add reco">
          <ac:chgData name="Pete Dowty" userId="91aba14b6835b0ae" providerId="LiveId" clId="{DC861EC1-FB29-4C02-B83C-8A44B3A41BE2}" dt="2026-07-19T15:19:36.432" v="11"/>
          <ac:inkMkLst>
            <pc:docMk/>
            <pc:sldMk cId="1390265288" sldId="321"/>
            <ac:inkMk id="14" creationId="{698EFE2D-073F-B87E-57DD-F720CB3BC68D}"/>
          </ac:inkMkLst>
        </pc:inkChg>
        <pc:inkChg chg="add reco">
          <ac:chgData name="Pete Dowty" userId="91aba14b6835b0ae" providerId="LiveId" clId="{DC861EC1-FB29-4C02-B83C-8A44B3A41BE2}" dt="2026-07-19T15:48:55.997" v="88"/>
          <ac:inkMkLst>
            <pc:docMk/>
            <pc:sldMk cId="1390265288" sldId="321"/>
            <ac:inkMk id="21" creationId="{4A15FC9D-49DB-2797-9CA6-6E2D79F79043}"/>
          </ac:inkMkLst>
        </pc:inkChg>
        <pc:inkChg chg="add reco">
          <ac:chgData name="Pete Dowty" userId="91aba14b6835b0ae" providerId="LiveId" clId="{DC861EC1-FB29-4C02-B83C-8A44B3A41BE2}" dt="2026-07-19T15:48:55.997" v="88"/>
          <ac:inkMkLst>
            <pc:docMk/>
            <pc:sldMk cId="1390265288" sldId="321"/>
            <ac:inkMk id="22" creationId="{E51BC153-A93E-F1A8-5A5E-2F400B298A1C}"/>
          </ac:inkMkLst>
        </pc:inkChg>
        <pc:inkChg chg="add reco">
          <ac:chgData name="Pete Dowty" userId="91aba14b6835b0ae" providerId="LiveId" clId="{DC861EC1-FB29-4C02-B83C-8A44B3A41BE2}" dt="2026-07-19T15:48:55.997" v="88"/>
          <ac:inkMkLst>
            <pc:docMk/>
            <pc:sldMk cId="1390265288" sldId="321"/>
            <ac:inkMk id="23" creationId="{459771AD-CF96-84E8-B944-AC19024EF8BB}"/>
          </ac:inkMkLst>
        </pc:inkChg>
        <pc:inkChg chg="add reco">
          <ac:chgData name="Pete Dowty" userId="91aba14b6835b0ae" providerId="LiveId" clId="{DC861EC1-FB29-4C02-B83C-8A44B3A41BE2}" dt="2026-07-19T15:19:42.372" v="25"/>
          <ac:inkMkLst>
            <pc:docMk/>
            <pc:sldMk cId="1390265288" sldId="321"/>
            <ac:inkMk id="29" creationId="{5470F3A5-8BC4-D989-DCF6-547C1F3C0BAA}"/>
          </ac:inkMkLst>
        </pc:inkChg>
        <pc:inkChg chg="add reco">
          <ac:chgData name="Pete Dowty" userId="91aba14b6835b0ae" providerId="LiveId" clId="{DC861EC1-FB29-4C02-B83C-8A44B3A41BE2}" dt="2026-07-19T15:49:02.947" v="101"/>
          <ac:inkMkLst>
            <pc:docMk/>
            <pc:sldMk cId="1390265288" sldId="321"/>
            <ac:inkMk id="38" creationId="{55B532F0-572D-40C3-1F58-8D1A39B0A011}"/>
          </ac:inkMkLst>
        </pc:inkChg>
        <pc:inkChg chg="add reco">
          <ac:chgData name="Pete Dowty" userId="91aba14b6835b0ae" providerId="LiveId" clId="{DC861EC1-FB29-4C02-B83C-8A44B3A41BE2}" dt="2026-07-19T15:49:02.947" v="101"/>
          <ac:inkMkLst>
            <pc:docMk/>
            <pc:sldMk cId="1390265288" sldId="321"/>
            <ac:inkMk id="39" creationId="{1E15E2D5-AE57-F60A-A584-C8B69DD9115B}"/>
          </ac:inkMkLst>
        </pc:inkChg>
        <pc:inkChg chg="add reco">
          <ac:chgData name="Pete Dowty" userId="91aba14b6835b0ae" providerId="LiveId" clId="{DC861EC1-FB29-4C02-B83C-8A44B3A41BE2}" dt="2026-07-19T15:49:02.947" v="101"/>
          <ac:inkMkLst>
            <pc:docMk/>
            <pc:sldMk cId="1390265288" sldId="321"/>
            <ac:inkMk id="40" creationId="{497FA22D-28AF-B617-856D-EE55A70966CB}"/>
          </ac:inkMkLst>
        </pc:inkChg>
        <pc:inkChg chg="add reco">
          <ac:chgData name="Pete Dowty" userId="91aba14b6835b0ae" providerId="LiveId" clId="{DC861EC1-FB29-4C02-B83C-8A44B3A41BE2}" dt="2026-07-19T15:19:50.248" v="40"/>
          <ac:inkMkLst>
            <pc:docMk/>
            <pc:sldMk cId="1390265288" sldId="321"/>
            <ac:inkMk id="45" creationId="{B5B29837-71B5-6D4C-F0D2-6E946673F229}"/>
          </ac:inkMkLst>
        </pc:inkChg>
        <pc:inkChg chg="add reco">
          <ac:chgData name="Pete Dowty" userId="91aba14b6835b0ae" providerId="LiveId" clId="{DC861EC1-FB29-4C02-B83C-8A44B3A41BE2}" dt="2026-07-19T15:19:50.248" v="40"/>
          <ac:inkMkLst>
            <pc:docMk/>
            <pc:sldMk cId="1390265288" sldId="321"/>
            <ac:inkMk id="46" creationId="{E8904CC8-2CB8-041C-C721-B7CFD598543E}"/>
          </ac:inkMkLst>
        </pc:inkChg>
        <pc:inkChg chg="add">
          <ac:chgData name="Pete Dowty" userId="91aba14b6835b0ae" providerId="LiveId" clId="{DC861EC1-FB29-4C02-B83C-8A44B3A41BE2}" dt="2026-07-19T15:20:13.168" v="41"/>
          <ac:inkMkLst>
            <pc:docMk/>
            <pc:sldMk cId="1390265288" sldId="321"/>
            <ac:inkMk id="47" creationId="{B7455F2F-CF20-EBF0-DB71-296C6F40CB7F}"/>
          </ac:inkMkLst>
        </pc:inkChg>
        <pc:inkChg chg="add reco">
          <ac:chgData name="Pete Dowty" userId="91aba14b6835b0ae" providerId="LiveId" clId="{DC861EC1-FB29-4C02-B83C-8A44B3A41BE2}" dt="2026-07-19T15:20:23.023" v="58"/>
          <ac:inkMkLst>
            <pc:docMk/>
            <pc:sldMk cId="1390265288" sldId="321"/>
            <ac:inkMk id="64" creationId="{5D41176F-6C2F-69FB-1D51-11608E3EABBD}"/>
          </ac:inkMkLst>
        </pc:inkChg>
        <pc:inkChg chg="add reco">
          <ac:chgData name="Pete Dowty" userId="91aba14b6835b0ae" providerId="LiveId" clId="{DC861EC1-FB29-4C02-B83C-8A44B3A41BE2}" dt="2026-07-19T15:20:30.095" v="71"/>
          <ac:inkMkLst>
            <pc:docMk/>
            <pc:sldMk cId="1390265288" sldId="321"/>
            <ac:inkMk id="77" creationId="{B008A209-8317-5EAB-3B0B-DA840546E442}"/>
          </ac:inkMkLst>
        </pc:inkChg>
      </pc:sldChg>
    </pc:docChg>
  </pc:docChgLst>
  <pc:docChgLst>
    <pc:chgData name="Pete Dowty" userId="91aba14b6835b0ae" providerId="LiveId" clId="{660F8803-2738-5EFD-95AE-06E7480F19FB}"/>
    <pc:docChg chg="undo custSel addSld delSld modSld sldOrd">
      <pc:chgData name="Pete Dowty" userId="91aba14b6835b0ae" providerId="LiveId" clId="{660F8803-2738-5EFD-95AE-06E7480F19FB}" dt="2026-08-09T17:07:17.869" v="6112" actId="1076"/>
      <pc:docMkLst>
        <pc:docMk/>
      </pc:docMkLst>
      <pc:sldChg chg="modSp mod">
        <pc:chgData name="Pete Dowty" userId="91aba14b6835b0ae" providerId="LiveId" clId="{660F8803-2738-5EFD-95AE-06E7480F19FB}" dt="2026-07-19T14:28:26.671" v="5193" actId="20577"/>
        <pc:sldMkLst>
          <pc:docMk/>
          <pc:sldMk cId="1390265288" sldId="321"/>
        </pc:sldMkLst>
        <pc:spChg chg="mod">
          <ac:chgData name="Pete Dowty" userId="91aba14b6835b0ae" providerId="LiveId" clId="{660F8803-2738-5EFD-95AE-06E7480F19FB}" dt="2026-07-19T14:28:26.671" v="5193" actId="20577"/>
          <ac:spMkLst>
            <pc:docMk/>
            <pc:sldMk cId="1390265288" sldId="321"/>
            <ac:spMk id="4" creationId="{ACFB62B7-D310-1D0C-72B3-EB5DF9D5AFB9}"/>
          </ac:spMkLst>
        </pc:spChg>
      </pc:sldChg>
      <pc:sldChg chg="addSp delSp modSp mod">
        <pc:chgData name="Pete Dowty" userId="91aba14b6835b0ae" providerId="LiveId" clId="{660F8803-2738-5EFD-95AE-06E7480F19FB}" dt="2026-07-19T14:27:21.506" v="5148"/>
        <pc:sldMkLst>
          <pc:docMk/>
          <pc:sldMk cId="2863400652" sldId="330"/>
        </pc:sldMkLst>
        <pc:spChg chg="add mod">
          <ac:chgData name="Pete Dowty" userId="91aba14b6835b0ae" providerId="LiveId" clId="{660F8803-2738-5EFD-95AE-06E7480F19FB}" dt="2026-07-19T14:26:44.417" v="5143" actId="207"/>
          <ac:spMkLst>
            <pc:docMk/>
            <pc:sldMk cId="2863400652" sldId="330"/>
            <ac:spMk id="2" creationId="{71183430-16FA-53E2-02EA-677AC5AD0FEA}"/>
          </ac:spMkLst>
        </pc:spChg>
        <pc:spChg chg="add mod">
          <ac:chgData name="Pete Dowty" userId="91aba14b6835b0ae" providerId="LiveId" clId="{660F8803-2738-5EFD-95AE-06E7480F19FB}" dt="2026-07-19T14:27:21.506" v="5148"/>
          <ac:spMkLst>
            <pc:docMk/>
            <pc:sldMk cId="2863400652" sldId="330"/>
            <ac:spMk id="4" creationId="{7731CF46-8193-96DC-215C-16C373F46B8A}"/>
          </ac:spMkLst>
        </pc:spChg>
        <pc:picChg chg="mod">
          <ac:chgData name="Pete Dowty" userId="91aba14b6835b0ae" providerId="LiveId" clId="{660F8803-2738-5EFD-95AE-06E7480F19FB}" dt="2026-07-19T14:25:51.796" v="5103" actId="14100"/>
          <ac:picMkLst>
            <pc:docMk/>
            <pc:sldMk cId="2863400652" sldId="330"/>
            <ac:picMk id="3" creationId="{0AACDEF8-ED42-753D-498A-8EEB889BD38A}"/>
          </ac:picMkLst>
        </pc:picChg>
      </pc:sldChg>
      <pc:sldChg chg="addSp modSp mod">
        <pc:chgData name="Pete Dowty" userId="91aba14b6835b0ae" providerId="LiveId" clId="{660F8803-2738-5EFD-95AE-06E7480F19FB}" dt="2026-08-08T05:17:31.460" v="5201" actId="207"/>
        <pc:sldMkLst>
          <pc:docMk/>
          <pc:sldMk cId="2123458636" sldId="333"/>
        </pc:sldMkLst>
        <pc:spChg chg="add mod">
          <ac:chgData name="Pete Dowty" userId="91aba14b6835b0ae" providerId="LiveId" clId="{660F8803-2738-5EFD-95AE-06E7480F19FB}" dt="2026-08-08T05:17:31.460" v="5201" actId="207"/>
          <ac:spMkLst>
            <pc:docMk/>
            <pc:sldMk cId="2123458636" sldId="333"/>
            <ac:spMk id="50" creationId="{F764F5B0-1E60-72D5-94DD-519DC306B05B}"/>
          </ac:spMkLst>
        </pc:spChg>
      </pc:sldChg>
      <pc:sldChg chg="addSp modSp mod">
        <pc:chgData name="Pete Dowty" userId="91aba14b6835b0ae" providerId="LiveId" clId="{660F8803-2738-5EFD-95AE-06E7480F19FB}" dt="2026-08-08T05:18:59.795" v="5204" actId="207"/>
        <pc:sldMkLst>
          <pc:docMk/>
          <pc:sldMk cId="1244049411" sldId="334"/>
        </pc:sldMkLst>
        <pc:spChg chg="add mod">
          <ac:chgData name="Pete Dowty" userId="91aba14b6835b0ae" providerId="LiveId" clId="{660F8803-2738-5EFD-95AE-06E7480F19FB}" dt="2026-08-08T05:18:59.795" v="5204" actId="207"/>
          <ac:spMkLst>
            <pc:docMk/>
            <pc:sldMk cId="1244049411" sldId="334"/>
            <ac:spMk id="48" creationId="{D00C35ED-1796-558B-C7B9-9BAD5EC034C1}"/>
          </ac:spMkLst>
        </pc:spChg>
      </pc:sldChg>
      <pc:sldChg chg="addSp modSp mod">
        <pc:chgData name="Pete Dowty" userId="91aba14b6835b0ae" providerId="LiveId" clId="{660F8803-2738-5EFD-95AE-06E7480F19FB}" dt="2026-08-08T05:22:46.861" v="5229" actId="208"/>
        <pc:sldMkLst>
          <pc:docMk/>
          <pc:sldMk cId="843958716" sldId="335"/>
        </pc:sldMkLst>
        <pc:spChg chg="add mod">
          <ac:chgData name="Pete Dowty" userId="91aba14b6835b0ae" providerId="LiveId" clId="{660F8803-2738-5EFD-95AE-06E7480F19FB}" dt="2026-08-08T05:22:10.905" v="5226" actId="1076"/>
          <ac:spMkLst>
            <pc:docMk/>
            <pc:sldMk cId="843958716" sldId="335"/>
            <ac:spMk id="4" creationId="{14C7CF49-F65E-CE87-D368-F78C24370CD9}"/>
          </ac:spMkLst>
        </pc:spChg>
        <pc:cxnChg chg="add mod">
          <ac:chgData name="Pete Dowty" userId="91aba14b6835b0ae" providerId="LiveId" clId="{660F8803-2738-5EFD-95AE-06E7480F19FB}" dt="2026-08-08T05:22:46.861" v="5229" actId="208"/>
          <ac:cxnSpMkLst>
            <pc:docMk/>
            <pc:sldMk cId="843958716" sldId="335"/>
            <ac:cxnSpMk id="27" creationId="{66306DDF-29E0-81B1-9FC4-5EBD8CD2BD56}"/>
          </ac:cxnSpMkLst>
        </pc:cxnChg>
      </pc:sldChg>
      <pc:sldChg chg="addSp delSp modSp new mod">
        <pc:chgData name="Pete Dowty" userId="91aba14b6835b0ae" providerId="LiveId" clId="{660F8803-2738-5EFD-95AE-06E7480F19FB}" dt="2026-08-09T15:05:18.138" v="5399" actId="1076"/>
        <pc:sldMkLst>
          <pc:docMk/>
          <pc:sldMk cId="2187319872" sldId="337"/>
        </pc:sldMkLst>
        <pc:spChg chg="add mod">
          <ac:chgData name="Pete Dowty" userId="91aba14b6835b0ae" providerId="LiveId" clId="{660F8803-2738-5EFD-95AE-06E7480F19FB}" dt="2026-08-09T13:54:11.984" v="5286" actId="1076"/>
          <ac:spMkLst>
            <pc:docMk/>
            <pc:sldMk cId="2187319872" sldId="337"/>
            <ac:spMk id="24" creationId="{C32A2FE1-7E0C-BFC7-7C2F-AAC754655A66}"/>
          </ac:spMkLst>
        </pc:spChg>
        <pc:spChg chg="add mod">
          <ac:chgData name="Pete Dowty" userId="91aba14b6835b0ae" providerId="LiveId" clId="{660F8803-2738-5EFD-95AE-06E7480F19FB}" dt="2026-08-09T13:54:08.853" v="5285" actId="1076"/>
          <ac:spMkLst>
            <pc:docMk/>
            <pc:sldMk cId="2187319872" sldId="337"/>
            <ac:spMk id="25" creationId="{44A55749-B97C-E956-AA30-7AB33B8CB02E}"/>
          </ac:spMkLst>
        </pc:spChg>
        <pc:spChg chg="add mod">
          <ac:chgData name="Pete Dowty" userId="91aba14b6835b0ae" providerId="LiveId" clId="{660F8803-2738-5EFD-95AE-06E7480F19FB}" dt="2026-08-09T13:57:37.924" v="5300" actId="166"/>
          <ac:spMkLst>
            <pc:docMk/>
            <pc:sldMk cId="2187319872" sldId="337"/>
            <ac:spMk id="26" creationId="{EEFFD4DB-E362-8DDD-47C0-A7F4C32A5477}"/>
          </ac:spMkLst>
        </pc:spChg>
        <pc:spChg chg="add mod">
          <ac:chgData name="Pete Dowty" userId="91aba14b6835b0ae" providerId="LiveId" clId="{660F8803-2738-5EFD-95AE-06E7480F19FB}" dt="2026-08-09T14:57:21.195" v="5319" actId="1076"/>
          <ac:spMkLst>
            <pc:docMk/>
            <pc:sldMk cId="2187319872" sldId="337"/>
            <ac:spMk id="35" creationId="{3361538A-6B43-8F72-4F49-40DFBBEB34D5}"/>
          </ac:spMkLst>
        </pc:spChg>
        <pc:spChg chg="add mod">
          <ac:chgData name="Pete Dowty" userId="91aba14b6835b0ae" providerId="LiveId" clId="{660F8803-2738-5EFD-95AE-06E7480F19FB}" dt="2026-08-09T15:04:03.831" v="5362" actId="1076"/>
          <ac:spMkLst>
            <pc:docMk/>
            <pc:sldMk cId="2187319872" sldId="337"/>
            <ac:spMk id="39" creationId="{0E5CF8A4-2AC3-CD56-6805-7DA0F3BADE77}"/>
          </ac:spMkLst>
        </pc:spChg>
        <pc:spChg chg="mod topLvl">
          <ac:chgData name="Pete Dowty" userId="91aba14b6835b0ae" providerId="LiveId" clId="{660F8803-2738-5EFD-95AE-06E7480F19FB}" dt="2026-08-09T15:05:18.138" v="5399" actId="1076"/>
          <ac:spMkLst>
            <pc:docMk/>
            <pc:sldMk cId="2187319872" sldId="337"/>
            <ac:spMk id="42" creationId="{FC197B29-2A7E-74BA-B842-CD2919FA76AB}"/>
          </ac:spMkLst>
        </pc:spChg>
        <pc:spChg chg="add mod">
          <ac:chgData name="Pete Dowty" userId="91aba14b6835b0ae" providerId="LiveId" clId="{660F8803-2738-5EFD-95AE-06E7480F19FB}" dt="2026-08-09T15:05:14.100" v="5398" actId="1076"/>
          <ac:spMkLst>
            <pc:docMk/>
            <pc:sldMk cId="2187319872" sldId="337"/>
            <ac:spMk id="43" creationId="{7E3EE248-9D00-ACC7-6CA9-2E81CEE5CFD1}"/>
          </ac:spMkLst>
        </pc:spChg>
        <pc:grpChg chg="add mod">
          <ac:chgData name="Pete Dowty" userId="91aba14b6835b0ae" providerId="LiveId" clId="{660F8803-2738-5EFD-95AE-06E7480F19FB}" dt="2026-08-09T14:56:45.116" v="5305" actId="1076"/>
          <ac:grpSpMkLst>
            <pc:docMk/>
            <pc:sldMk cId="2187319872" sldId="337"/>
            <ac:grpSpMk id="34" creationId="{F55FA10D-8626-5CD2-78FF-0093A65343BD}"/>
          </ac:grpSpMkLst>
        </pc:grpChg>
        <pc:grpChg chg="add mod">
          <ac:chgData name="Pete Dowty" userId="91aba14b6835b0ae" providerId="LiveId" clId="{660F8803-2738-5EFD-95AE-06E7480F19FB}" dt="2026-08-09T14:57:52.618" v="5322" actId="1076"/>
          <ac:grpSpMkLst>
            <pc:docMk/>
            <pc:sldMk cId="2187319872" sldId="337"/>
            <ac:grpSpMk id="36" creationId="{A6DEE0EC-1168-4A7D-79E0-F244FD9FF674}"/>
          </ac:grpSpMkLst>
        </pc:grpChg>
        <pc:picChg chg="add mod">
          <ac:chgData name="Pete Dowty" userId="91aba14b6835b0ae" providerId="LiveId" clId="{660F8803-2738-5EFD-95AE-06E7480F19FB}" dt="2026-08-09T14:57:49.655" v="5321" actId="1076"/>
          <ac:picMkLst>
            <pc:docMk/>
            <pc:sldMk cId="2187319872" sldId="337"/>
            <ac:picMk id="20" creationId="{FFE78E1D-72BB-A772-583B-2F493B84BAE7}"/>
          </ac:picMkLst>
        </pc:picChg>
        <pc:picChg chg="add mod">
          <ac:chgData name="Pete Dowty" userId="91aba14b6835b0ae" providerId="LiveId" clId="{660F8803-2738-5EFD-95AE-06E7480F19FB}" dt="2026-08-09T13:52:18.768" v="5280" actId="1076"/>
          <ac:picMkLst>
            <pc:docMk/>
            <pc:sldMk cId="2187319872" sldId="337"/>
            <ac:picMk id="23" creationId="{024F0DE4-82C7-EC38-7916-F92314512022}"/>
          </ac:picMkLst>
        </pc:picChg>
        <pc:picChg chg="mod topLvl">
          <ac:chgData name="Pete Dowty" userId="91aba14b6835b0ae" providerId="LiveId" clId="{660F8803-2738-5EFD-95AE-06E7480F19FB}" dt="2026-08-09T15:04:38.561" v="5368" actId="1076"/>
          <ac:picMkLst>
            <pc:docMk/>
            <pc:sldMk cId="2187319872" sldId="337"/>
            <ac:picMk id="41" creationId="{AD64B66C-2E30-7275-D100-1817FBEAE83F}"/>
          </ac:picMkLst>
        </pc:picChg>
        <pc:cxnChg chg="add mod">
          <ac:chgData name="Pete Dowty" userId="91aba14b6835b0ae" providerId="LiveId" clId="{660F8803-2738-5EFD-95AE-06E7480F19FB}" dt="2026-08-09T13:57:12.781" v="5297" actId="554"/>
          <ac:cxnSpMkLst>
            <pc:docMk/>
            <pc:sldMk cId="2187319872" sldId="337"/>
            <ac:cxnSpMk id="28" creationId="{698267A3-244F-F5A4-11D3-69C5776B2AA2}"/>
          </ac:cxnSpMkLst>
        </pc:cxnChg>
        <pc:cxnChg chg="add mod">
          <ac:chgData name="Pete Dowty" userId="91aba14b6835b0ae" providerId="LiveId" clId="{660F8803-2738-5EFD-95AE-06E7480F19FB}" dt="2026-08-09T13:57:16.881" v="5298" actId="408"/>
          <ac:cxnSpMkLst>
            <pc:docMk/>
            <pc:sldMk cId="2187319872" sldId="337"/>
            <ac:cxnSpMk id="29" creationId="{2DE4176E-C5D9-3DB6-A68B-9A0F9E377A4C}"/>
          </ac:cxnSpMkLst>
        </pc:cxnChg>
        <pc:cxnChg chg="add mod">
          <ac:chgData name="Pete Dowty" userId="91aba14b6835b0ae" providerId="LiveId" clId="{660F8803-2738-5EFD-95AE-06E7480F19FB}" dt="2026-08-09T13:57:16.881" v="5298" actId="408"/>
          <ac:cxnSpMkLst>
            <pc:docMk/>
            <pc:sldMk cId="2187319872" sldId="337"/>
            <ac:cxnSpMk id="30" creationId="{3AA60AEE-33BC-1530-157B-C485500964A1}"/>
          </ac:cxnSpMkLst>
        </pc:cxnChg>
        <pc:cxnChg chg="add mod">
          <ac:chgData name="Pete Dowty" userId="91aba14b6835b0ae" providerId="LiveId" clId="{660F8803-2738-5EFD-95AE-06E7480F19FB}" dt="2026-08-09T13:57:16.881" v="5298" actId="408"/>
          <ac:cxnSpMkLst>
            <pc:docMk/>
            <pc:sldMk cId="2187319872" sldId="337"/>
            <ac:cxnSpMk id="31" creationId="{68345CD0-75D6-27FA-4623-150FF2FF8A4D}"/>
          </ac:cxnSpMkLst>
        </pc:cxnChg>
        <pc:cxnChg chg="add mod">
          <ac:chgData name="Pete Dowty" userId="91aba14b6835b0ae" providerId="LiveId" clId="{660F8803-2738-5EFD-95AE-06E7480F19FB}" dt="2026-08-09T13:57:12.781" v="5297" actId="554"/>
          <ac:cxnSpMkLst>
            <pc:docMk/>
            <pc:sldMk cId="2187319872" sldId="337"/>
            <ac:cxnSpMk id="32" creationId="{343264FA-5AF1-879E-EA89-7DF9D019E36E}"/>
          </ac:cxnSpMkLst>
        </pc:cxnChg>
      </pc:sldChg>
      <pc:sldChg chg="addSp delSp modSp new mod">
        <pc:chgData name="Pete Dowty" userId="91aba14b6835b0ae" providerId="LiveId" clId="{660F8803-2738-5EFD-95AE-06E7480F19FB}" dt="2026-08-09T15:54:33.662" v="5714" actId="208"/>
        <pc:sldMkLst>
          <pc:docMk/>
          <pc:sldMk cId="596241064" sldId="338"/>
        </pc:sldMkLst>
        <pc:spChg chg="add mod">
          <ac:chgData name="Pete Dowty" userId="91aba14b6835b0ae" providerId="LiveId" clId="{660F8803-2738-5EFD-95AE-06E7480F19FB}" dt="2026-08-09T15:23:12.099" v="5517" actId="207"/>
          <ac:spMkLst>
            <pc:docMk/>
            <pc:sldMk cId="596241064" sldId="338"/>
            <ac:spMk id="2" creationId="{8644881F-C1ED-9FC6-4367-A925F3C613E7}"/>
          </ac:spMkLst>
        </pc:spChg>
        <pc:spChg chg="add mod">
          <ac:chgData name="Pete Dowty" userId="91aba14b6835b0ae" providerId="LiveId" clId="{660F8803-2738-5EFD-95AE-06E7480F19FB}" dt="2026-08-09T15:23:12.099" v="5517" actId="207"/>
          <ac:spMkLst>
            <pc:docMk/>
            <pc:sldMk cId="596241064" sldId="338"/>
            <ac:spMk id="3" creationId="{708E5B5B-550F-C2DA-4A04-4B83E03956E3}"/>
          </ac:spMkLst>
        </pc:spChg>
        <pc:spChg chg="add mod">
          <ac:chgData name="Pete Dowty" userId="91aba14b6835b0ae" providerId="LiveId" clId="{660F8803-2738-5EFD-95AE-06E7480F19FB}" dt="2026-08-09T15:51:33.924" v="5704" actId="13822"/>
          <ac:spMkLst>
            <pc:docMk/>
            <pc:sldMk cId="596241064" sldId="338"/>
            <ac:spMk id="6" creationId="{BD71BD08-FC46-D311-1D22-A638B4CD70DB}"/>
          </ac:spMkLst>
        </pc:spChg>
        <pc:spChg chg="add mod">
          <ac:chgData name="Pete Dowty" userId="91aba14b6835b0ae" providerId="LiveId" clId="{660F8803-2738-5EFD-95AE-06E7480F19FB}" dt="2026-08-09T15:51:33.924" v="5704" actId="13822"/>
          <ac:spMkLst>
            <pc:docMk/>
            <pc:sldMk cId="596241064" sldId="338"/>
            <ac:spMk id="7" creationId="{BA8D85C8-F443-EC89-1265-FD3082CB0B0D}"/>
          </ac:spMkLst>
        </pc:spChg>
        <pc:spChg chg="add mod">
          <ac:chgData name="Pete Dowty" userId="91aba14b6835b0ae" providerId="LiveId" clId="{660F8803-2738-5EFD-95AE-06E7480F19FB}" dt="2026-08-09T15:26:37.082" v="5519" actId="692"/>
          <ac:spMkLst>
            <pc:docMk/>
            <pc:sldMk cId="596241064" sldId="338"/>
            <ac:spMk id="8" creationId="{A8296AC9-BB34-EEFD-E3B2-540E5D29062E}"/>
          </ac:spMkLst>
        </pc:spChg>
        <pc:spChg chg="add mod">
          <ac:chgData name="Pete Dowty" userId="91aba14b6835b0ae" providerId="LiveId" clId="{660F8803-2738-5EFD-95AE-06E7480F19FB}" dt="2026-08-09T15:26:37.082" v="5519" actId="692"/>
          <ac:spMkLst>
            <pc:docMk/>
            <pc:sldMk cId="596241064" sldId="338"/>
            <ac:spMk id="9" creationId="{C302E816-2173-182E-66C8-EE6A447DF21D}"/>
          </ac:spMkLst>
        </pc:spChg>
        <pc:spChg chg="add mod">
          <ac:chgData name="Pete Dowty" userId="91aba14b6835b0ae" providerId="LiveId" clId="{660F8803-2738-5EFD-95AE-06E7480F19FB}" dt="2026-08-09T15:26:37.082" v="5519" actId="692"/>
          <ac:spMkLst>
            <pc:docMk/>
            <pc:sldMk cId="596241064" sldId="338"/>
            <ac:spMk id="10" creationId="{83976A62-1C39-F45B-7BFF-46D9B9EE5FD4}"/>
          </ac:spMkLst>
        </pc:spChg>
        <pc:spChg chg="add mod">
          <ac:chgData name="Pete Dowty" userId="91aba14b6835b0ae" providerId="LiveId" clId="{660F8803-2738-5EFD-95AE-06E7480F19FB}" dt="2026-08-09T15:47:13.914" v="5631" actId="1076"/>
          <ac:spMkLst>
            <pc:docMk/>
            <pc:sldMk cId="596241064" sldId="338"/>
            <ac:spMk id="21" creationId="{12BF3D80-DCEA-A892-D066-0414F7B308BB}"/>
          </ac:spMkLst>
        </pc:spChg>
        <pc:spChg chg="add mod">
          <ac:chgData name="Pete Dowty" userId="91aba14b6835b0ae" providerId="LiveId" clId="{660F8803-2738-5EFD-95AE-06E7480F19FB}" dt="2026-08-09T15:47:13.914" v="5631" actId="1076"/>
          <ac:spMkLst>
            <pc:docMk/>
            <pc:sldMk cId="596241064" sldId="338"/>
            <ac:spMk id="22" creationId="{EF77302F-463C-D8A1-AF65-A973CB8EAD73}"/>
          </ac:spMkLst>
        </pc:spChg>
        <pc:spChg chg="add mod">
          <ac:chgData name="Pete Dowty" userId="91aba14b6835b0ae" providerId="LiveId" clId="{660F8803-2738-5EFD-95AE-06E7480F19FB}" dt="2026-08-09T15:47:13.914" v="5631" actId="1076"/>
          <ac:spMkLst>
            <pc:docMk/>
            <pc:sldMk cId="596241064" sldId="338"/>
            <ac:spMk id="23" creationId="{8314C85B-945C-E861-2BC5-A1885CF5ED79}"/>
          </ac:spMkLst>
        </pc:spChg>
        <pc:spChg chg="add mod">
          <ac:chgData name="Pete Dowty" userId="91aba14b6835b0ae" providerId="LiveId" clId="{660F8803-2738-5EFD-95AE-06E7480F19FB}" dt="2026-08-09T15:50:23.693" v="5702" actId="20577"/>
          <ac:spMkLst>
            <pc:docMk/>
            <pc:sldMk cId="596241064" sldId="338"/>
            <ac:spMk id="24" creationId="{035CBC25-499B-7D85-CBE0-FBCBCA1697EC}"/>
          </ac:spMkLst>
        </pc:spChg>
        <pc:spChg chg="add mod">
          <ac:chgData name="Pete Dowty" userId="91aba14b6835b0ae" providerId="LiveId" clId="{660F8803-2738-5EFD-95AE-06E7480F19FB}" dt="2026-08-09T15:54:33.662" v="5714" actId="208"/>
          <ac:spMkLst>
            <pc:docMk/>
            <pc:sldMk cId="596241064" sldId="338"/>
            <ac:spMk id="25" creationId="{ACD7BB25-0652-2ECD-79C2-5E1D315266DC}"/>
          </ac:spMkLst>
        </pc:spChg>
        <pc:spChg chg="add mod">
          <ac:chgData name="Pete Dowty" userId="91aba14b6835b0ae" providerId="LiveId" clId="{660F8803-2738-5EFD-95AE-06E7480F19FB}" dt="2026-08-09T15:54:33.662" v="5714" actId="208"/>
          <ac:spMkLst>
            <pc:docMk/>
            <pc:sldMk cId="596241064" sldId="338"/>
            <ac:spMk id="26" creationId="{4458D86A-48AB-CFE9-95E7-8FAE43E60475}"/>
          </ac:spMkLst>
        </pc:spChg>
        <pc:cxnChg chg="add mod">
          <ac:chgData name="Pete Dowty" userId="91aba14b6835b0ae" providerId="LiveId" clId="{660F8803-2738-5EFD-95AE-06E7480F19FB}" dt="2026-08-09T15:54:33.662" v="5714" actId="208"/>
          <ac:cxnSpMkLst>
            <pc:docMk/>
            <pc:sldMk cId="596241064" sldId="338"/>
            <ac:cxnSpMk id="28" creationId="{5B8B6D10-622E-220E-561F-F9C5EE1770B6}"/>
          </ac:cxnSpMkLst>
        </pc:cxnChg>
        <pc:cxnChg chg="add mod">
          <ac:chgData name="Pete Dowty" userId="91aba14b6835b0ae" providerId="LiveId" clId="{660F8803-2738-5EFD-95AE-06E7480F19FB}" dt="2026-08-09T15:54:33.662" v="5714" actId="208"/>
          <ac:cxnSpMkLst>
            <pc:docMk/>
            <pc:sldMk cId="596241064" sldId="338"/>
            <ac:cxnSpMk id="30" creationId="{571FAF04-2C9C-BA75-C39B-567666F3C9BB}"/>
          </ac:cxnSpMkLst>
        </pc:cxnChg>
      </pc:sldChg>
      <pc:sldChg chg="addSp delSp modSp add mod">
        <pc:chgData name="Pete Dowty" userId="91aba14b6835b0ae" providerId="LiveId" clId="{660F8803-2738-5EFD-95AE-06E7480F19FB}" dt="2026-08-09T17:06:06.080" v="6107" actId="20577"/>
        <pc:sldMkLst>
          <pc:docMk/>
          <pc:sldMk cId="609132950" sldId="339"/>
        </pc:sldMkLst>
        <pc:spChg chg="add mod">
          <ac:chgData name="Pete Dowty" userId="91aba14b6835b0ae" providerId="LiveId" clId="{660F8803-2738-5EFD-95AE-06E7480F19FB}" dt="2026-08-09T17:06:06.080" v="6107" actId="20577"/>
          <ac:spMkLst>
            <pc:docMk/>
            <pc:sldMk cId="609132950" sldId="339"/>
            <ac:spMk id="4" creationId="{7CFDA4C9-8801-68F4-CCD1-6553F29BD93F}"/>
          </ac:spMkLst>
        </pc:spChg>
        <pc:spChg chg="add mod">
          <ac:chgData name="Pete Dowty" userId="91aba14b6835b0ae" providerId="LiveId" clId="{660F8803-2738-5EFD-95AE-06E7480F19FB}" dt="2026-08-09T16:15:58.185" v="6008" actId="1076"/>
          <ac:spMkLst>
            <pc:docMk/>
            <pc:sldMk cId="609132950" sldId="339"/>
            <ac:spMk id="11" creationId="{17C56A05-7A9C-5FF9-D3E6-9DF0E7A63B6D}"/>
          </ac:spMkLst>
        </pc:spChg>
        <pc:spChg chg="add mod">
          <ac:chgData name="Pete Dowty" userId="91aba14b6835b0ae" providerId="LiveId" clId="{660F8803-2738-5EFD-95AE-06E7480F19FB}" dt="2026-08-09T16:15:52.533" v="6007" actId="1076"/>
          <ac:spMkLst>
            <pc:docMk/>
            <pc:sldMk cId="609132950" sldId="339"/>
            <ac:spMk id="12" creationId="{097A0951-22C6-5274-8BFC-D24C8F14700A}"/>
          </ac:spMkLst>
        </pc:spChg>
        <pc:spChg chg="add mod">
          <ac:chgData name="Pete Dowty" userId="91aba14b6835b0ae" providerId="LiveId" clId="{660F8803-2738-5EFD-95AE-06E7480F19FB}" dt="2026-08-09T16:15:58.185" v="6008" actId="1076"/>
          <ac:spMkLst>
            <pc:docMk/>
            <pc:sldMk cId="609132950" sldId="339"/>
            <ac:spMk id="13" creationId="{DFA75256-69FC-D505-3104-F1E9CBEDE5BB}"/>
          </ac:spMkLst>
        </pc:spChg>
        <pc:spChg chg="add mod">
          <ac:chgData name="Pete Dowty" userId="91aba14b6835b0ae" providerId="LiveId" clId="{660F8803-2738-5EFD-95AE-06E7480F19FB}" dt="2026-08-09T16:15:52.533" v="6007" actId="1076"/>
          <ac:spMkLst>
            <pc:docMk/>
            <pc:sldMk cId="609132950" sldId="339"/>
            <ac:spMk id="14" creationId="{994E19BD-27C6-6902-7BBA-1748714E8087}"/>
          </ac:spMkLst>
        </pc:spChg>
        <pc:spChg chg="add mod">
          <ac:chgData name="Pete Dowty" userId="91aba14b6835b0ae" providerId="LiveId" clId="{660F8803-2738-5EFD-95AE-06E7480F19FB}" dt="2026-08-09T16:15:52.533" v="6007" actId="1076"/>
          <ac:spMkLst>
            <pc:docMk/>
            <pc:sldMk cId="609132950" sldId="339"/>
            <ac:spMk id="15" creationId="{B533AEF0-66E1-6983-E318-B7510BA6B578}"/>
          </ac:spMkLst>
        </pc:spChg>
        <pc:spChg chg="add mod">
          <ac:chgData name="Pete Dowty" userId="91aba14b6835b0ae" providerId="LiveId" clId="{660F8803-2738-5EFD-95AE-06E7480F19FB}" dt="2026-08-09T16:55:59.304" v="6056" actId="1076"/>
          <ac:spMkLst>
            <pc:docMk/>
            <pc:sldMk cId="609132950" sldId="339"/>
            <ac:spMk id="16" creationId="{0746D8E3-1652-5F2F-D849-7AECDA3B207A}"/>
          </ac:spMkLst>
        </pc:spChg>
        <pc:spChg chg="add mod">
          <ac:chgData name="Pete Dowty" userId="91aba14b6835b0ae" providerId="LiveId" clId="{660F8803-2738-5EFD-95AE-06E7480F19FB}" dt="2026-08-09T16:15:52.533" v="6007" actId="1076"/>
          <ac:spMkLst>
            <pc:docMk/>
            <pc:sldMk cId="609132950" sldId="339"/>
            <ac:spMk id="17" creationId="{84E5050C-DB6A-E7A7-4401-90E1E372E006}"/>
          </ac:spMkLst>
        </pc:spChg>
        <pc:spChg chg="add mod">
          <ac:chgData name="Pete Dowty" userId="91aba14b6835b0ae" providerId="LiveId" clId="{660F8803-2738-5EFD-95AE-06E7480F19FB}" dt="2026-08-09T16:15:52.533" v="6007" actId="1076"/>
          <ac:spMkLst>
            <pc:docMk/>
            <pc:sldMk cId="609132950" sldId="339"/>
            <ac:spMk id="18" creationId="{2ECECDB5-A5C9-3416-6EDC-AFFB14A07249}"/>
          </ac:spMkLst>
        </pc:spChg>
        <pc:spChg chg="add mod">
          <ac:chgData name="Pete Dowty" userId="91aba14b6835b0ae" providerId="LiveId" clId="{660F8803-2738-5EFD-95AE-06E7480F19FB}" dt="2026-08-09T16:16:39.855" v="6019" actId="20577"/>
          <ac:spMkLst>
            <pc:docMk/>
            <pc:sldMk cId="609132950" sldId="339"/>
            <ac:spMk id="19" creationId="{BD40863C-0640-4097-09B0-F733E327A5F2}"/>
          </ac:spMkLst>
        </pc:spChg>
        <pc:spChg chg="add mod">
          <ac:chgData name="Pete Dowty" userId="91aba14b6835b0ae" providerId="LiveId" clId="{660F8803-2738-5EFD-95AE-06E7480F19FB}" dt="2026-08-09T16:16:58.519" v="6021" actId="1076"/>
          <ac:spMkLst>
            <pc:docMk/>
            <pc:sldMk cId="609132950" sldId="339"/>
            <ac:spMk id="20" creationId="{AD583667-9007-8052-EC77-8F11E8AC8357}"/>
          </ac:spMkLst>
        </pc:spChg>
        <pc:spChg chg="mod">
          <ac:chgData name="Pete Dowty" userId="91aba14b6835b0ae" providerId="LiveId" clId="{660F8803-2738-5EFD-95AE-06E7480F19FB}" dt="2026-08-09T16:15:52.533" v="6007" actId="1076"/>
          <ac:spMkLst>
            <pc:docMk/>
            <pc:sldMk cId="609132950" sldId="339"/>
            <ac:spMk id="21" creationId="{C2250C06-0C38-0623-21C1-675716F429A7}"/>
          </ac:spMkLst>
        </pc:spChg>
        <pc:spChg chg="mod">
          <ac:chgData name="Pete Dowty" userId="91aba14b6835b0ae" providerId="LiveId" clId="{660F8803-2738-5EFD-95AE-06E7480F19FB}" dt="2026-08-09T16:15:52.533" v="6007" actId="1076"/>
          <ac:spMkLst>
            <pc:docMk/>
            <pc:sldMk cId="609132950" sldId="339"/>
            <ac:spMk id="22" creationId="{0274040D-ACEA-29D3-730A-684ADEF85A13}"/>
          </ac:spMkLst>
        </pc:spChg>
        <pc:spChg chg="mod">
          <ac:chgData name="Pete Dowty" userId="91aba14b6835b0ae" providerId="LiveId" clId="{660F8803-2738-5EFD-95AE-06E7480F19FB}" dt="2026-08-09T16:15:52.533" v="6007" actId="1076"/>
          <ac:spMkLst>
            <pc:docMk/>
            <pc:sldMk cId="609132950" sldId="339"/>
            <ac:spMk id="23" creationId="{727497E6-74A4-FFA3-3C36-821C1E39424E}"/>
          </ac:spMkLst>
        </pc:spChg>
        <pc:spChg chg="mod">
          <ac:chgData name="Pete Dowty" userId="91aba14b6835b0ae" providerId="LiveId" clId="{660F8803-2738-5EFD-95AE-06E7480F19FB}" dt="2026-08-09T16:15:58.185" v="6008" actId="1076"/>
          <ac:spMkLst>
            <pc:docMk/>
            <pc:sldMk cId="609132950" sldId="339"/>
            <ac:spMk id="24" creationId="{D826E8B6-FF10-9E83-368F-619C8FC9C760}"/>
          </ac:spMkLst>
        </pc:spChg>
        <pc:spChg chg="add mod">
          <ac:chgData name="Pete Dowty" userId="91aba14b6835b0ae" providerId="LiveId" clId="{660F8803-2738-5EFD-95AE-06E7480F19FB}" dt="2026-08-09T16:17:16.218" v="6029" actId="20577"/>
          <ac:spMkLst>
            <pc:docMk/>
            <pc:sldMk cId="609132950" sldId="339"/>
            <ac:spMk id="27" creationId="{F52A5B9B-C585-B9E3-567E-C6F2D684018F}"/>
          </ac:spMkLst>
        </pc:spChg>
        <pc:spChg chg="add mod">
          <ac:chgData name="Pete Dowty" userId="91aba14b6835b0ae" providerId="LiveId" clId="{660F8803-2738-5EFD-95AE-06E7480F19FB}" dt="2026-08-09T16:56:02.311" v="6057" actId="1076"/>
          <ac:spMkLst>
            <pc:docMk/>
            <pc:sldMk cId="609132950" sldId="339"/>
            <ac:spMk id="29" creationId="{46774760-1C91-E5AF-7CB2-AA32B11B3DE1}"/>
          </ac:spMkLst>
        </pc:spChg>
      </pc:sldChg>
      <pc:sldChg chg="addSp modSp new mod">
        <pc:chgData name="Pete Dowty" userId="91aba14b6835b0ae" providerId="LiveId" clId="{660F8803-2738-5EFD-95AE-06E7480F19FB}" dt="2026-08-09T17:03:40.961" v="6103" actId="208"/>
        <pc:sldMkLst>
          <pc:docMk/>
          <pc:sldMk cId="3811273947" sldId="340"/>
        </pc:sldMkLst>
        <pc:spChg chg="add mod">
          <ac:chgData name="Pete Dowty" userId="91aba14b6835b0ae" providerId="LiveId" clId="{660F8803-2738-5EFD-95AE-06E7480F19FB}" dt="2026-08-09T16:59:16.310" v="6068" actId="207"/>
          <ac:spMkLst>
            <pc:docMk/>
            <pc:sldMk cId="3811273947" sldId="340"/>
            <ac:spMk id="2" creationId="{70A4C6C9-0263-8807-63D7-8D1572A026A5}"/>
          </ac:spMkLst>
        </pc:spChg>
        <pc:spChg chg="add mod">
          <ac:chgData name="Pete Dowty" userId="91aba14b6835b0ae" providerId="LiveId" clId="{660F8803-2738-5EFD-95AE-06E7480F19FB}" dt="2026-08-09T16:59:33.191" v="6071" actId="207"/>
          <ac:spMkLst>
            <pc:docMk/>
            <pc:sldMk cId="3811273947" sldId="340"/>
            <ac:spMk id="3" creationId="{2EA693FE-4744-190D-E307-0B4D9B7428C7}"/>
          </ac:spMkLst>
        </pc:spChg>
        <pc:spChg chg="add mod">
          <ac:chgData name="Pete Dowty" userId="91aba14b6835b0ae" providerId="LiveId" clId="{660F8803-2738-5EFD-95AE-06E7480F19FB}" dt="2026-08-09T16:59:25.432" v="6070" actId="1076"/>
          <ac:spMkLst>
            <pc:docMk/>
            <pc:sldMk cId="3811273947" sldId="340"/>
            <ac:spMk id="4" creationId="{CBC4DCA9-DBFE-E348-68FF-2DDDE108C853}"/>
          </ac:spMkLst>
        </pc:spChg>
        <pc:spChg chg="add mod">
          <ac:chgData name="Pete Dowty" userId="91aba14b6835b0ae" providerId="LiveId" clId="{660F8803-2738-5EFD-95AE-06E7480F19FB}" dt="2026-08-09T17:03:40.961" v="6103" actId="208"/>
          <ac:spMkLst>
            <pc:docMk/>
            <pc:sldMk cId="3811273947" sldId="340"/>
            <ac:spMk id="22" creationId="{1CECA6A3-2007-8BAA-BC3E-E45858B272E8}"/>
          </ac:spMkLst>
        </pc:spChg>
        <pc:picChg chg="add mod">
          <ac:chgData name="Pete Dowty" userId="91aba14b6835b0ae" providerId="LiveId" clId="{660F8803-2738-5EFD-95AE-06E7480F19FB}" dt="2026-08-09T17:00:12.662" v="6075" actId="1076"/>
          <ac:picMkLst>
            <pc:docMk/>
            <pc:sldMk cId="3811273947" sldId="340"/>
            <ac:picMk id="6" creationId="{14E44D94-CEC8-0CDA-8642-46EFAD197764}"/>
          </ac:picMkLst>
        </pc:picChg>
        <pc:picChg chg="add mod">
          <ac:chgData name="Pete Dowty" userId="91aba14b6835b0ae" providerId="LiveId" clId="{660F8803-2738-5EFD-95AE-06E7480F19FB}" dt="2026-08-09T17:01:18.692" v="6086" actId="1076"/>
          <ac:picMkLst>
            <pc:docMk/>
            <pc:sldMk cId="3811273947" sldId="340"/>
            <ac:picMk id="7" creationId="{02815124-EF53-754E-0D98-BC4AB9AE17A3}"/>
          </ac:picMkLst>
        </pc:picChg>
        <pc:picChg chg="add mod">
          <ac:chgData name="Pete Dowty" userId="91aba14b6835b0ae" providerId="LiveId" clId="{660F8803-2738-5EFD-95AE-06E7480F19FB}" dt="2026-08-09T17:01:43.172" v="6091" actId="1076"/>
          <ac:picMkLst>
            <pc:docMk/>
            <pc:sldMk cId="3811273947" sldId="340"/>
            <ac:picMk id="8" creationId="{A7B23CD9-7016-ED15-3C5F-FEB19AA146A3}"/>
          </ac:picMkLst>
        </pc:picChg>
        <pc:picChg chg="add mod">
          <ac:chgData name="Pete Dowty" userId="91aba14b6835b0ae" providerId="LiveId" clId="{660F8803-2738-5EFD-95AE-06E7480F19FB}" dt="2026-08-09T17:00:58.374" v="6083" actId="1076"/>
          <ac:picMkLst>
            <pc:docMk/>
            <pc:sldMk cId="3811273947" sldId="340"/>
            <ac:picMk id="9" creationId="{B79A98DB-F9D0-AA03-8AF7-D1573737234B}"/>
          </ac:picMkLst>
        </pc:picChg>
        <pc:picChg chg="add mod">
          <ac:chgData name="Pete Dowty" userId="91aba14b6835b0ae" providerId="LiveId" clId="{660F8803-2738-5EFD-95AE-06E7480F19FB}" dt="2026-08-09T17:02:04.341" v="6093" actId="1076"/>
          <ac:picMkLst>
            <pc:docMk/>
            <pc:sldMk cId="3811273947" sldId="340"/>
            <ac:picMk id="13" creationId="{DF3DA73C-C900-274C-0BD2-ADF18B201882}"/>
          </ac:picMkLst>
        </pc:picChg>
        <pc:cxnChg chg="add mod">
          <ac:chgData name="Pete Dowty" userId="91aba14b6835b0ae" providerId="LiveId" clId="{660F8803-2738-5EFD-95AE-06E7480F19FB}" dt="2026-08-09T17:01:31.302" v="6088" actId="11529"/>
          <ac:cxnSpMkLst>
            <pc:docMk/>
            <pc:sldMk cId="3811273947" sldId="340"/>
            <ac:cxnSpMk id="11" creationId="{22DEF787-5C94-6488-767A-84667BA075AD}"/>
          </ac:cxnSpMkLst>
        </pc:cxnChg>
        <pc:cxnChg chg="add mod">
          <ac:chgData name="Pete Dowty" userId="91aba14b6835b0ae" providerId="LiveId" clId="{660F8803-2738-5EFD-95AE-06E7480F19FB}" dt="2026-08-09T17:01:40.744" v="6090" actId="1076"/>
          <ac:cxnSpMkLst>
            <pc:docMk/>
            <pc:sldMk cId="3811273947" sldId="340"/>
            <ac:cxnSpMk id="12" creationId="{05A60A8F-4B34-0584-F478-329A79DBEE60}"/>
          </ac:cxnSpMkLst>
        </pc:cxnChg>
        <pc:cxnChg chg="add">
          <ac:chgData name="Pete Dowty" userId="91aba14b6835b0ae" providerId="LiveId" clId="{660F8803-2738-5EFD-95AE-06E7480F19FB}" dt="2026-08-09T17:02:33.327" v="6094" actId="11529"/>
          <ac:cxnSpMkLst>
            <pc:docMk/>
            <pc:sldMk cId="3811273947" sldId="340"/>
            <ac:cxnSpMk id="15" creationId="{0C0FC6EE-565F-CB65-7731-9F72AB99C91E}"/>
          </ac:cxnSpMkLst>
        </pc:cxnChg>
        <pc:cxnChg chg="add">
          <ac:chgData name="Pete Dowty" userId="91aba14b6835b0ae" providerId="LiveId" clId="{660F8803-2738-5EFD-95AE-06E7480F19FB}" dt="2026-08-09T17:02:45.931" v="6095" actId="11529"/>
          <ac:cxnSpMkLst>
            <pc:docMk/>
            <pc:sldMk cId="3811273947" sldId="340"/>
            <ac:cxnSpMk id="17" creationId="{6E1E93ED-6A9A-FD16-0D29-99F545282493}"/>
          </ac:cxnSpMkLst>
        </pc:cxnChg>
        <pc:cxnChg chg="add">
          <ac:chgData name="Pete Dowty" userId="91aba14b6835b0ae" providerId="LiveId" clId="{660F8803-2738-5EFD-95AE-06E7480F19FB}" dt="2026-08-09T17:02:50.743" v="6096" actId="11529"/>
          <ac:cxnSpMkLst>
            <pc:docMk/>
            <pc:sldMk cId="3811273947" sldId="340"/>
            <ac:cxnSpMk id="19" creationId="{A32C159C-57EA-63D9-C523-2334CC8BFB21}"/>
          </ac:cxnSpMkLst>
        </pc:cxnChg>
        <pc:cxnChg chg="add">
          <ac:chgData name="Pete Dowty" userId="91aba14b6835b0ae" providerId="LiveId" clId="{660F8803-2738-5EFD-95AE-06E7480F19FB}" dt="2026-08-09T17:03:00.184" v="6097" actId="11529"/>
          <ac:cxnSpMkLst>
            <pc:docMk/>
            <pc:sldMk cId="3811273947" sldId="340"/>
            <ac:cxnSpMk id="21" creationId="{95A7B837-EDE6-682D-08BE-196BED0A7D32}"/>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2:31:37"/>
    </inkml:context>
    <inkml:brush xml:id="br0">
      <inkml:brushProperty name="width" value="0.17143" units="cm"/>
      <inkml:brushProperty name="height" value="0.17143" units="cm"/>
      <inkml:brushProperty name="color" value="#E71224"/>
    </inkml:brush>
  </inkml:definitions>
  <inkml:trace contextRef="#ctx0" brushRef="#br0">6113 280 7768,'-17'0'127,"0"-8"0,-1-2 0,-1-2 0,-5 1 1,-3-3-1,-2-1 0,0-3 0,0 1 1,0-1-1,-2 1 0,-4-1 112,-4 1 1,-2 1 0,4 3 0,-1 1-236,-3-1 0,-12 5 0,3 0 0,-2 2-74,-5 0 0,-7-1 1,0 3-1,-4-2-55,-2 2 1,-5 2-1,-3 2 1,-1 0 45,-5 0 1,-1 0 0,-3 0 0,-1 0 104,-4 0 1,2 8 0,-8 2 0,0 1 57,2 1 0,46-7 0,1 2 0,-45 10 0,-2 0-24,47-8 0,-1 0 0,0 0 0,-1-1 0,1 1 1,-1 0-1,2 0 0,1 1 1,-44 14 1,2-3 0,-2 8 0,44-14 0,-1-1-52,-2-1 0,1 1 0,1 3 0,1-1 1,0-1-1,1-1 0,0 2 0,1 1-12,-44 18 1,43-15 0,1 1 0,0 0 0,1 1 0,-1 0 0,0 0-2,0 3 1,-1-1 0,3-2 0,-1 0 0,-2 2-1,-1 1 1,2 0 0,1 0-2,-39 26 0,3 5 1,8-7-1,-3 5 0,-3 4 0,4 0 0,-3-5 0,3-3 40,8-3 1,6 3 0,10-3 0,-1 3 31,1 3 1,7-1 0,3 1-1,1-1-24,0 0 0,0 3 0,7 1 0,-1 4-43,0 2 1,0-4 0,2 4 0,2 3-2,2 2 0,1-6 0,-1 8 0,6-3-10,4-3 0,1 6 0,1-3 0,1 4 36,5-2 0,1-8 0,6 4 0,-2 2 50,2 2 0,2 2 1,2 0-1,0 0 17,0 0 1,2 1 0,4 1-1,4 0-15,-1-4 0,9-2 1,-3 4-1,7 2 8,-1 3 0,4-1 0,1 6 0,1-3 11,4-3 0,4 5 0,4 1 0,3 0-58,3-5 0,1-3 0,7-2 0,1 2-9,4 3 0,-3-5 0,5 2 1,0-8 15,4-4 0,12 0 0,3-3 0,3-1 18,-1-6 1,1 3 0,5-9 0,-42-20 0,-1-1-5,3 1 1,0-1 0,42 17 0,-42-17 0,1-1 0,-1 0 0,1-1-37,1-1 1,1-2-1,5 1 1,1-1-1,0-1 1,0-1 0,0 0-1,-1-1 6,-3 0 1,0-1 0,2-2 0,1-2-1,3 2 1,1-1 0,1-1 0,2-1-18,2 1 0,0-2 0,-2-2 1,0 0-1,2-1 0,0-1 1,-1 1-1,0-2-86,1-1 0,0 0 0,3-1 0,0 0 0,5-1 0,0 0 0,1 0 1,-1 0 80,0 0 0,0 0 0,0-1 0,0 0 1,0-1-1,1 0 0,2-1 0,1-2 11,2 0 1,0 1 0,-3 1-1,-1 0 1,-1-3 0,0 0 0,-2 0-1,1 0 13,1 2 1,0-1-1,-2-3 1,1 0 0,3 3-1,0 1 1,-1-2-1,-1 0 0,-1 0 1,0 0 0,2 1 0,-1-1 0,0-3 0,0 0 0,0 0 0,-1 1-4,2-1 0,0 0 0,-4 3 0,0 1 0,1-1 0,-1 0 1,-2-1-1,-2 0-26,-1 0 0,0-1 0,3-2 0,0 0 0,-2 0 0,0-1 0,0-1 0,0 1-11,-2 0 0,0 0 0,-2-1 0,0-1 1,-2 1-1,0-1 0,1-1 0,-1-1 16,1-3 0,0-1 1,-5 1-1,1-1 0,3-3 1,0 0-1,-2-1 0,0 1 0,0 0 1,-1-1 0,-4 0 0,-1 0 0,1-3-1,0-1 1,-1 1 0,-1 0-21,-3 0 1,-1 0-1,2-1 1,-1-1-1,-1 0 1,-1 0-1,0-2 1,0 0 41,-1-1 0,-1 0 1,33-31-1,-5-4 0,-8 2 11,-4-2 0,1-4 1,-7-2-1,0 0-16,-3 4 0,-12 0 1,-3-7-1,-6-7-3,-5-3 1,-2 5 0,-6 3-1,-1-1-2,-4-4 0,-5 1 0,-9-3 0,-3 1 80,-7 5 0,-5-1 0,-7 3 0,-7 1 105,-8-3 0,1 6 0,-9-2 0,-1 6 48,-3 4 1,-3-2 0,-3-7 0,-1-3-156,2 2 1,2 4 0,-1 4 0,-3 0-96,-6-5 1,-4 3 0,33 32-1,0 0 1,-37-30-45,35 33 1,-1 0 0,1-1 0,0 0-1,-3-1 1,1 0 0,0 1 0,0 0-54,-35-30 1,36 31 0,-1 0 0,-39-27 0,38 30 0,-2 0 57,-2 0 0,-1 0 1,4 0-1,1 0 1,-4 1-1,0 1 1,2-1-1,-1 0 16,0 1 1,1 0-1,-3 0 1,0 0-1,0-1 1,-1 1-1,0 0 1,-1 0 22,1 3 1,1 0 0,0-2 0,0 1 0,1 3 0,-1 0 0,-1-2 0,-1-1-23,-2 0 0,-1 0 0,2 2 0,1 1 1,0 1-1,1 0 0,0 0 0,1 1 10,-2 1 0,1 1 1,-3-1-1,-1 1 0,-3 1 1,-1-1-1,0 1 0,1 0-5,1 1 1,1 1-1,4 0 1,-1 1-1,-1-3 1,-1 1-1,-1 0 1,-1 1 1,-2 1 1,0 1 0,0-2 0,1 0 0,-2 4 0,-1 1 0,3 0 0,0 1-9,1 0 1,-1 0 0,-3 4 0,-1 1 0,0-1 0,0 0 0,-1 0 0,-1 1-12,1-1 0,0 2 1,1-1-1,0 2 1,-3 3-1,1 0 0,1-1 1,0 0-10,-1-2 0,-1 0 0,0 2 0,0 0 0,-1-2 0,0 1 0,0 0 0,0 2 25,-1-1 1,1 2 0,2-2 0,0 2-1,0-1 1,0 2 0,-2 0 0,1 1 15,1 3 0,0 0 1,-1-1-1,0 0 0,-3 0 1,-1 1-1,0 2 0,-2 0-18,0 2 0,0 1 1,6-1-1,0 0 1,-2 2-1,0 1 1,-1-1-1,0 1-1,-3 1 0,0 1 1,0 1-1,0 1 1,1 0-1,0 1 1,1 0-1,2 1 7,2 1 1,-1 1-1,0-2 1,-2 1 0,-1 2-1,0 2 1,1 0-1,0 1 5,1 0 1,0 0 0,2-2 0,0 1 0,1-1-1,1 0 1,2 2 0,0 1 6,-1 1 1,1 2-1,3-2 1,-1 0 0,0 2-1,0 0 1,3-1 0,1 1 5,3 0 0,1 0 0,1-1 0,0 0 0,2 3 1,-1 0-1,0 0 0,1 0 44,-1 1 1,0-1-1,-29 25 1,5 4-1,8 0-16,9 4 0,1-2 0,9 2 0,4 0-67,6-2 1,6 6-1,7-4 1,1 4-112,-1 2 1,9-6 0,3 0 0,4 2-62,2 2 1,8 2 0,3 0 0,7 0 69,5 0 1,4-3 0,8-1-1,2 0 115,4 6 1,-2-8-1,7 6 1,3 0 11,1 4 0,4 5 0,-25-35 0,1 0 1,1-1-1,0 1 61,0 0 1,0-1 0,3 2 0,0-1-1,-3 2 1,0 0 0,2 2 0,0 1-1,2 2 1,0 1-1,-5-5 1,0 1-1,4 3 1,2 0-1,-2-1 1,2-1-40,0 0 0,1-1 0,1 2 1,0-1-1,4 4 0,1-1 0,2 0 1,0-1-25,-1-1 0,1-1 1,0 2-1,-1-1 0,0-2 1,0-1-1,0 1 0,1 1 13,1 2 0,1-1 0,-2-5 0,1-1 0,3 1 0,1-1 1,0 1-1,1 0 35,0 0 1,1 1-1,0 2 1,1-1 0,-2-2-1,0-1 1,0 1 0,-1 0 7,0-2 0,-1-1 0,1-4 0,1 0 0,3 0 0,1-1 0,2 0 0,0 0 3,4 1 1,-1 0 0,-5-5 0,0 0 0,5 1 0,1 0 0,-2-3 0,0 0-19,1-2 1,2-2 0,6 0 0,0-2 0,0-1 0,0-1 0,2-2 0,0-1-10,-1-2 0,-1 1 0,1-2 0,0 0 0,3 0 0,2-1 0,1 0 0,1-2-105,2-2 0,-1-1 0,-1-2 1,0-1-1,0-1 0,1-2 0,1-2 1,1 0 94,1-2 1,1 0 0,4-3 0,1 0 0,-2-2 0,1-2 0,0-3 0,1-1 7,-2-2 1,0-2 0,3 0-1,-1-3 1,-2-1 0,1-2-1,2-2 1,1-1-12,2-2 0,0 0 0,-5 1 0,-1-1 0,1-4 0,1 0 0,-4 1 0,1 0-19,-2-1 0,1-1 0,4-3 0,0-2 0,-1-3 0,-1-1 0,1 0 0,1 0 13,-2 1 1,-1-1-1,-5-3 1,1 0-1,2 1 1,1-1-1,-1-3 1,-1-2-110,2-2 1,-1 0 0,-5 0 0,-1 0 0,1 1 0,0-1 0,-4 1 0,-1-1 100,-1 1 0,0-1 1,-3 0-1,0-1 0,-2-2 1,0 0-1,-2-1 0,0 1-14,-2 0 1,-2-1-1,0-2 1,-1-1 0,0 0-1,0 0 1,-2-1-1,-1-1-91,-1 0 0,-2-2 0,-5 3 1,-2 0-1,-2 0 0,-1-1 1,-2 1-1,0 0 59,-3 0 0,-1-1 1,-2 0-1,-2 0 0,-2-2 1,-1-1-1,-3 3 0,-2 0 18,-3 3 0,-3-1 0,-8 0 1,-3 0-1,0 0 0,-2-1 1,-2 0-1,-2 0 38,0-3 0,-2 1 1,-6 3-1,-4 0 1,-2 0-1,-3 1 1,-4 1-1,-4 2 14,-3-1 1,-3 1-1,-1-2 1,-4 1-1,-3-1 1,-3 1 0,-4 0-1,-1 1 162,-4 3 0,-1 1 0,-3-1 0,-1 1 0,-7 1 0,-2 1 1,-3-1-1,-2 1-49,-6-2 1,-1 1 0,-2 5 0,-2 1-1,-3-2 1,-2 0 0,-2 3 0,-1 1-124,-3 1 1,-2 2 0,28 11-1,-1 1 1,-1-1 0,-5 0 0,-1 1-1,0-1 1,-1 0 0,0 0 0,-1 0-116,1 0 1,0 0-1,-1 1 1,0 1-1,0 2 1,0-1-1,-2 1 1,-1-1-1,0 1 1,-2-1-1,-1 0 1,0 0-12,-4-1 0,0 0 0,0 1 0,2 2 0,0 2 0,-1 0 1,-2 0-1,-1 2 0,0-1 0,1 2 0,0 0 0,0 1-264,0 0 1,-1 1 0,0 1 0,-1 1 0,-1 2 0,0 0 0,-3 0 0,-1 2 0,1 0 0,0 0 0,1 1 0,0 1-85,2 1 0,0 0 1,-1 1-1,-1-1 1,0 2-1,0 0 464,-2 1 0,-1 1 0,1 1 0,1 0 0,0 1 0,-1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32.231"/>
    </inkml:context>
    <inkml:brush xml:id="br0">
      <inkml:brushProperty name="width" value="0.06" units="cm"/>
      <inkml:brushProperty name="height" value="0.06" units="cm"/>
      <inkml:brushProperty name="color" value="#E71224"/>
    </inkml:brush>
  </inkml:definitions>
  <inkml:trace contextRef="#ctx0" brushRef="#br0">175 682 5947,'9'-8'1288,"7"6"0,-12-7-250,8 3 253,-9 4 115,5-14-968,-8 14 1,-2-5-200,-4 7 0,-3 7 0,-9 5-160,1 3 1,-1 9-1,-1-1 1,-2 0-113,-3 3 1,1-7-1,6 6 1,1-2-20,4 1 1,-1-1 0,7-6-1,2 1 4,2-1 0,2-5 0,2-2 1,4-2 50,6-5 1,5-1 0,4-2 0,5 0 93,1 0 1,-4 0 0,4 0 0,-2 0 129,-3 0 0,-3 0 0,-1 2-87,-1 4 1,-1-2 0,-5 8-216,-5 1 1,-6-3-1,-6 2 1,-5 1-12,-5 3 0,-3 1 0,-3 1 0,-1-1-830,2 1 1,-5-1 0,3-1 915,2-5 0,1 5 0,3-7 0</inkml:trace>
  <inkml:trace contextRef="#ctx0" brushRef="#br0" timeOffset="484">542 822 6623,'17'0'1119,"-7"0"-83,5 0 1,-13 2 519,4 3-1290,4-3 0,-1 6-147,9-8 1,-7 0 0,-1-2-221,-2-4 0,6 2 0,-5-7 0,3-1-235,0 2 1,-7-5 0,5 3-1,-2-3-44,-4-3 0,-2 1 361,-2-1 1,-2 9-1,-4 3 182,-6 4 1,-3 10 0,-3 3-1,1 5 81,-1 1 0,1 3 1,1 1-1,3 2-121,1-1 1,8-1 0,-4 0-1,3 3-293,-1-3 1,0 4 0,8-1 0,4-5-353,5-5 0,5-1 1,1-7-1,3-2-1350,3-2 1872,-4-2 0,14 0 0,-5 0 0</inkml:trace>
  <inkml:trace contextRef="#ctx0" brushRef="#br0" timeOffset="1034">943 909 7569,'10'-8'-49,"5"6"0,-11-6 617,8 8 1,-8 2-1,2 6-168,-4 10 1,-2-1 0,0 6 0,0-1-184,0 1 1,5 4 0,1 8 0,-2-2-163,-2-4 1,-2 4-1,0-4 1,0 4-22,0 2 0,0-8 0,0-3 0,0-5-143,0-1 0,0-1-367,0 0 1,-2-7 166,-4-4 0,4-12 0,-3-5 1,3-5-17,2-1 1,0-9-1,0-3 1,0-4-38,0-2 0,-6-7 1,0-5-1,2-3 362,2-3 0,2 1 0,0-1 0,2 1-43,4 0 0,-2 1 0,7 5 0,3 7 259,2 8 1,1 7-1,0 11 1,1 3 480,-1 2 0,1 5 0,-1 10 0,-1 9-302,-5 5 0,3 4 0,-8-1 0,-2 5-384,-2 4 1,-2-4 0,0-2 0,-2 0-283,-4 0 1,-2-3-1,-5 3 1,1-2-269,-2-4 0,-1-7 0,-1-2 1,3-1 538,1-1 0,0-2 0,-5-8 0</inkml:trace>
  <inkml:trace contextRef="#ctx0" brushRef="#br0" timeOffset="1585">1572 822 7026,'-6'-18'24,"0"1"0,-5 5 0,3 2 327,-2 3 1,4-1 0,-5 4-177,-3-2 0,-1-2 0,-3 4-61,1-1 1,5-1 0,0 6-1,1 2 85,1 4 0,-4-3 0,7 7 1,-1 0-62,0 0 0,0 1 1,5 7-1,-3-1-65,2 1 1,2-7 0,2 1 0,2 1-67,4 3 1,-2-4 0,7-3-233,3-1 0,1-2 1,3-6 104,-1 0 0,1 0 0,-3-2 0,-1-4 50,-3-5 1,-1-5 0,4-1 0,-5-1-45,-1 1 0,-2-1 1,-4 1 268,4-1 1,-4 1 785,3-1-675,-3 9 0,-2 3 0,0 12-214,0 5 0,0 5 0,0 1-294,0 1 1,0-1 0,2-1 0,2-3-338,2-1 0,6-6 1,-5 3-1,1 1-266,0 0 1,0-6 844,-2 2 0,3-5 0,9-1 0</inkml:trace>
  <inkml:trace contextRef="#ctx0" brushRef="#br0" timeOffset="1936">1712 734 7614,'9'8'618,"-3"4"0,-4-3 0,-2 3-163,0 2 0,0 1 1,0 3-1,0-1-219,0 1 1,0 1 0,0 2 0,0 3-148,0-3 1,6-2 0,0-1 0,-2-1 55,-2 1 1,-1-1 97,5 1-363,-4-9 1,6-9 0,-8-11 0,0-5-7,0-1 0,0-8 0,0-5 1,0-1-137,0 2 0,0-4 1,0 4-1,0-2 24,0 2 1,6-2-1,2 8 1,-1 1 192,1 3 1,6-4 0,-3-1-26,5 3 0,1 9 0,1 5 1,-1 1-210,1 0 0,-1 0 1,1 8-1,-1 2-148,1 2 0,-1 7 0,1-1 0,-1 4-51,0 1 1,-5-1 477,0-5 0,-1 12 0,7-3 0</inkml:trace>
  <inkml:trace contextRef="#ctx0" brushRef="#br0" timeOffset="2419">2305 699 7608,'18'0'-1553,"-1"0"2592,-7 0 1,-2-2-470,-8-3 1,-2 3-343,-4-4 1,2-2-1,-7 2-43,-3 2 1,-2 2 0,-1 2-34,-1 0 0,3 2 1,1 2-1,3 4-33,-3 2 1,4-1 0,1 5 0,1-2-123,4 1 0,-4 3 1,3 1-209,1 1 0,4-3 0,4-1 0,3-4-78,3-3 1,2-1-1,5-6 1,1 0 58,-1 0 0,2-8 0,3-3 0,1-3 101,-2 2 0,-1-9 1,-5 4-1,-1-3 96,-2 1 1,-9 1 0,3 1 0,-2 1 441,2 5-67,-4-5 1,4 14-105,-12-4 1,-2 12 0,-5 6-140,1 3 1,8 3 0,-2-1 0,4 1-117,2-1 0,0 7 1,0-1-177,0-2 0,6-1 0,2-5 1,0-1-327,-1-3 0,7-7-183,-2 2 1,3-4 701,3-2 0,-1-8 0,1-1 0</inkml:trace>
  <inkml:trace contextRef="#ctx0" brushRef="#br0" timeOffset="2667">2794 1 7621,'18'35'344,"-8"-6"0,-5 0 1,-5 4 387,-5 6 1,1 5 0,-6 9 0,0-1-375,1 1 1,5-1-1,-4 0 1,2 3-500,0 3 0,0-6 1,6 3-1,0-9-192,0-3 1,0-8 0,0-8-1304,0-2 987,0-2 0,0-21 1,0-7-1,-1-9-493,-5-3 1142,4-9 0,-22-1 0,5-8 0</inkml:trace>
  <inkml:trace contextRef="#ctx0" brushRef="#br0" timeOffset="2851">2550 333 7588,'12'2'101,"-1"3"1,-1-1 0,3 6 680,-1-2 1,0 3-1,5-3 1,1 0-557,-1 0 0,3 3 0,1-3 0,4 0-432,2 0 0,2 3 0,4-3 1,-2 2-93,-1 3 1,-3-5 0,2 0 0,-4-2-962,0-1 0,-5 7 1259,3-6 0,-4 0 0,-1-6 0</inkml:trace>
  <inkml:trace contextRef="#ctx0" brushRef="#br0" timeOffset="3169">3039 577 7583,'0'27'-437,"6"-1"1,0-9-1,-1 0 948,3 1 0,-4-6 0,8-3 0,1-1-34,3-4 0,7-2 0,0-2 0,1 0-342,1 0 0,-6-2 0,5-4 1,-5-6-164,-2-3 0,1-3 0,-1 1 0,-1 0-353,-5-1 0,-1 1 1,-6-1-1,2 1 46,-2-1 0,-2 1 0,-4-1 398,-4 1 1,2 7 0,-8 4 0,-1 4 372,-3 2 1,-1 2 0,-1 4 0,1 6 109,-1 3 1,3 5 0,1 1-1,3 4-267,-3 2 0,6 3 1,3 4-1,3 1-98,2 0 1,0 6-1,2 0 1,5-2-497,11-3 0,1-1 0,10-2 0,4-5-2620,6-11 2935,-2 0 0,21-15 0,-4 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40.449"/>
    </inkml:context>
    <inkml:brush xml:id="br0">
      <inkml:brushProperty name="width" value="0.06" units="cm"/>
      <inkml:brushProperty name="height" value="0.06" units="cm"/>
      <inkml:brushProperty name="color" value="#E71224"/>
    </inkml:brush>
  </inkml:definitions>
  <inkml:trace contextRef="#ctx0" brushRef="#br0">315 88 7570,'-6'17'369,"0"1"1,-6-1 0,5 1 0,-1-1-89,0 0 1,2 1-1,6-1 10,0 1 0,0-1 0,2-1 0,2-3-10,2-1 1,5 0 0,-3 7-107,2 4 0,-4 3 1,3 3-1,-1-6-67,-4-4 1,-2-1 0,-2-1 0,0 1-113,0-1 0,0 1 0,0-1 0,-2 1-161,-4-1 1,4-5-1,-5-2-718,-1-3 404,-2-1 0,-7-6 0,1-2 283,5-4 0,-3 2 0,6-5 0,-2-1 47,-3 0 1,-3 6-1,-1-1 126,-1 3 0,1 2 0,-1 0 135,1 0 1,0 0-1,1 2 1,2 3 306,3 7 0,1 4 0,-3-1 0,3-1-150,2-3 1,2 1 0,6 5-1,0 1-263,0-1 1,0-5 0,2 0 0,4-1-303,6-1 0,3 4 0,5-9 1,1-1-492,2-2 1,8-2-1,-2 0 1,2 0 786,-1 0 0,10-7 0,-3-3 0</inkml:trace>
  <inkml:trace contextRef="#ctx0" brushRef="#br0" timeOffset="473">734 489 7647,'-18'0'205,"1"0"0,5 0 1,1 0 139,-3 0 0,-2 0 0,-1 0-75,-1 0 1,1 6-1,0 2-92,-1 2 1,1 1-1,-1 7-80,1-1 0,7 1 0,2-1-317,0 1 1,7-1 0,-5 1 83,4-1 1,10-7 0,3-4 0,5-5-117,1-1 1,1-1-1,-1-5 1,1-6-38,-1-3 0,6-3 0,1 1 0,-3-1 211,-2 1 0,-3-1 1,-3 1-1,-3-1 251,-2 1 1,0 5 139,-3 1 1,-5 7 0,2 0 95,-5 8 0,-11 5 0,4 11 1,-1 1-215,-1 2 1,6 3 0,-4-5 0,3 2-222,3-1 0,2-3 0,2 0-614,0 5 0,0-5 241,0 4 1,8-11 397,3-6 0,5-4 0,1-2 0</inkml:trace>
  <inkml:trace contextRef="#ctx0" brushRef="#br0" timeOffset="750">1031 0 7845,'0'18'990,"-6"1"1,0 3-846,2 1 1,2 2 0,2-4-1,2 5-5,4 1 1,-2 2 0,6 6 0,-1 0-159,1 0 1,0 0-1,1 2 1,-5-1-273,-4-1 0,4 2 0,0-14 1,-2-1-185,-3-3 0,-2 3 1,-5-3 70,-6-3 0,-3-11 0,-3 3 0,1-2 403,-1 0 0,-7 0 0,-2-6 0</inkml:trace>
  <inkml:trace contextRef="#ctx0" brushRef="#br0" timeOffset="966">751 367 6597,'18'10'609,"-1"3"50,1-7 0,-7 0 0,1-6-366,1 0 1,3 0 0,1 0-1,3-2-255,3-4 1,-2 4 0,7-3 0,-1 3-236,0 2 0,0 0 1,4-2-1,-2-2-184,2-2 0,0 0 0,0 4 0,-3-2 381,-3-2 0,6-7 0,-4 3 0</inkml:trace>
  <inkml:trace contextRef="#ctx0" brushRef="#br0" timeOffset="1400">1485 350 7576,'6'17'771,"-1"1"-394,1-1 0,-8-1-38,-4-5 0,3-3 1,-7-6-4,2 4 0,-6-4 0,3 5-109,-5 1 1,5-4-1,-1 6 1,0-1-30,3 1 1,-7-4 0,6 6 0,-1 1-49,-1 3 1,1 1 0,-5 1-384,4-1 1,5 1 0,5-3-1,-2-1-46,-2-3 0,2-7 0,10 2-41,6-4 1,3-2 0,4-2 0,3-4 8,1-5 0,0-5 0,-5-1 1,-1-1 157,1 1 1,-1 1 0,1 3-1,-3 1 330,-3-2 1,1 5 761,-7-3 0,0 10-501,-6 2 0,2 8 0,2 9 0,2 1-265,-2-1 0,3 7 0,1-1 0,0-2-112,0-1 0,5-3 0,-1 2 0,3 1 157,3-3 1,5-1-219,0-10 0,8-4 0,-3 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37.067"/>
    </inkml:context>
    <inkml:brush xml:id="br0">
      <inkml:brushProperty name="width" value="0.06" units="cm"/>
      <inkml:brushProperty name="height" value="0.06" units="cm"/>
      <inkml:brushProperty name="color" value="#E71224"/>
    </inkml:brush>
  </inkml:definitions>
  <inkml:trace contextRef="#ctx0" brushRef="#br0">138 158 6556,'10'0'3122,"-1"0"-1904,-3 0 123,-4 0-999,6 0 0,-8 2 0,0 4 0,0 5-116,0 5 0,-2 7 0,-2 4 1,-2 4-245,2 6 1,-4 4-1,3 0 1,-1 5-319,-2 5 1,4-1 0,-5-1-1,1-7-177,4-5 1,-4 0-1,2-12 1,0-1-3295,-1-5 3807,5-5 0,-6-14 0,8 0 0</inkml:trace>
  <inkml:trace contextRef="#ctx0" brushRef="#br0" timeOffset="315">33 263 7824,'-17'-8'1570,"7"4"-1249,4-8 1,6 3-1,6-5 1,6 2-155,3-1 0,10-3 0,4-1 0,4-1-16,2 1 1,0 5 0,0 1 0,0-1-19,0 2 1,0 3-1,0 7 1,-2 0-57,-4 0 0,0 2 1,-10 3-1,-5 7-55,-4 4 1,-4 3 0,-6 2 0,0 4-42,0 3 0,-2-5 1,-4 4-1,-6-2-53,-3-3 0,-3 3 0,1-2 0,-1-3-301,1-7 0,-1 1 1,1-6-262,-1 1 1,1-5 0,-1 2 633,1-4 0,0-18 0,-1-3 0</inkml:trace>
  <inkml:trace contextRef="#ctx0" brushRef="#br0" timeOffset="650">679 123 7739,'0'25'221,"0"-5"0,0 5 1,0-2 211,0 0 1,0 1 0,0-7 0,0 1-235,0-1 1,0 6 0,0 1 0,0-3-1,0-2 1,0-1-1,0-1 248,0 1-153,0-8 1,0-5-331,0-10 0,-2-7 0,-2-9 0,-1-3-116,1 3 1,2-4 0,2-1-1,0-1 1,0-4 1,2 4 0,2 0 0,3 2 104,3 3 0,-4 3 1,4 1-1,-1 3-37,1 3 1,-4-1 0,5 5-50,3-2 1,2 6-1,1-1 1,0 5-286,1 5 0,-1-1 0,1 8 0,-1 1-96,1 3 0,-7 1 0,1 1 513,2-1 0,1 1 0,3-1 0</inkml:trace>
  <inkml:trace contextRef="#ctx0" brushRef="#br0" timeOffset="1049">1098 175 7724,'12'0'-746,"0"0"0,-7 0 2611,7 0-1251,-8 0 0,2 0 0,-12 0-140,-6 0 1,-3 8-223,-3 4 1,1 1 0,1 1 0,3-2 24,1 1 0,2 3 0,-1 1 1,5 1-224,4-1 1,2-5-1,0-1-155,0 3 1,2 0 0,4-3-1,5-5 8,5-4 0,1-2 0,3-2 0,1-2-35,2-2 1,3-13 0,-5 1-1,2-1-38,-1 0 1,-9-1 0,-3-1 0,-2-2-130,-4 1 0,-2 3 0,-2 1 16,0 1 0,-8 5 0,-4 3 1,-5 1-228,-7 4 0,5 2 0,-4 2 1,1 2 505,-1 4 0,-4 3 0,-8 9 0</inkml:trace>
  <inkml:trace contextRef="#ctx0" brushRef="#br0" timeOffset="1435">1552 106 6690,'0'9'4047,"0"-1"-3584,0-8 0,0 2 0,-1 2-159,-5 2 0,2 5 0,-6-3 0,0 0-90,1 0 1,5 5 0,-4-1 0,2 3-178,0 3 1,1-1 0,5 3 0,0 1-95,0 2 1,0 1 0,0-7 0,2 0-307,3 1 0,-1-3 0,8-1 0,1-4-233,3-2 1,1-3 0,1-5 0,1 0-143,5 0 0,-3-5 1,6-5-1,-2-4 738,-3-5 0,-3-10 0,-1 2 0</inkml:trace>
  <inkml:trace contextRef="#ctx0" brushRef="#br0" timeOffset="1783">1727 245 7680,'0'18'11,"0"-7"1,2-1 363,4-2 0,-4 5-191,4-1 0,-4-2 1,0-1-129,3-1 0,-1-2 1,8-6-50,1 0 1,-3 0 0,2 0 0,1 0-141,3 0 0,1-8 0,1-3 0,-1-5-69,1-1 1,-3-1-1,-1 1 1,-3-1 145,3 1 1,-6-1 0,0 1 0,-3-1 50,1 1 1,0 5-1,-8 3 146,-4 1 0,-3 2 0,-9 6 1,1 2 132,-1 4 1,1-2-1,-1 7 1,1 3 81,-1 1 0,7 3 0,-1 1 0,0 3-116,3 1 1,-5 0 0,8-5 0,2 1-222,2 4 0,2-3 0,0 3 0,2-4-62,4-1 0,4-1 0,7-1 0,3-4-1075,3-7 0,-2-3 0,9-2 1118,1 0 0,2 0 0,2 0 0</inkml:trace>
  <inkml:trace contextRef="#ctx0" brushRef="#br0" timeOffset="2232">2461 1 7628,'-8'17'349,"-2"1"0,-7-1-4,-1 1 0,1-1 0,-1-1 0,1-3-306,-1-1 0,1-2 0,-1 3 0,3-1 19,3 1 0,-1-3-312,7 2 119,0-1 0,14-1 1,3-4-1,5-4-5,1-2 0,1 0 1,-1 0-1,1-2 125,-1-4 1,1 4 0,-1-4 87,1 4 0,-1-4 0,1 1 173,-1 1 0,-5 2 1,-1 2 91,3 0 0,-6 2 1,-2 4-190,-5 5 0,-2-1 0,-5 2 0,-6 1-85,-3 3 0,-3 1 0,1 1 0,-3-3-246,-3-3 1,4 3 0,-5-3 0,5 2-286,1-3 0,1 3 1,-1-8-1,3-1-1865,3 3 2332,-3-6 0,13 6 0,-6-8 0</inkml:trace>
  <inkml:trace contextRef="#ctx0" brushRef="#br0" timeOffset="2582">2775 18 7628,'10'8'-1062,"3"-4"1555,-7 7 0,0-5 0,-8 4 0,-4 0-192,-6-1 1,3 1 0,-3 4 0,-1-3-146,-3 3 1,-1-4-1,-1-1 1,3 1 38,3 0 1,-4 1-263,5 7 10,3-1 1,0-5 0,10-2 96,4-3 1,-2-1-1,8-6 1,1 0-8,3 0 0,1 0 0,1 0 0,-1 0 38,0 0 1,1 0 0,-1 0-1,1 0 96,-1 0 0,1 8-77,-1 4 0,-9 3 1,-8 3-51,-10-1 0,-5 6 0,-5 1 1,-3-3-259,-6-2 1,0-1 0,-2-1 0,-2 1-946,2-1 0,0 1 1163,-4-1 0,-8 1 0,-1-1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47.415"/>
    </inkml:context>
    <inkml:brush xml:id="br0">
      <inkml:brushProperty name="width" value="0.06" units="cm"/>
      <inkml:brushProperty name="height" value="0.06" units="cm"/>
      <inkml:brushProperty name="color" value="#E71224"/>
    </inkml:brush>
  </inkml:definitions>
  <inkml:trace contextRef="#ctx0" brushRef="#br0">350 647 7636,'12'2'50,"-1"3"0,-9-3 563,-2 4 1,-2-4-1,-9-4-335,-3-4 0,-1 4 0,-3-3 0,1 3-124,-1 2 1,5 0 0,-3 0 0,-3 0-2,-1 0 1,1 0-1,2 0 1,-1 2 81,1 3 0,-3-1 0,-1 10 1,-2 3-64,1 5 0,5 3 0,3-2 0,4 4-112,3 1 1,1 3 0,6-8-1,2-2 23,4-1 1,3-3 0,9-1 0,1-5-11,5-5 1,3-4 0,8-4 0,0-4-528,-1-5 0,-1-7 1,-1-3-1,-3-2 186,2 1 1,-4-3 0,0 0 0,-4 0 176,-7-1 1,1 3 579,-5 6 1,-6 9-100,-6 8 1,-2 8 0,-8 11 0,0 2-72,1 3 0,-1 7 1,-4-2-1,5 6-108,1 5 0,-4-3 0,5 4 0,-3-4-322,-4-2 0,-1 6 1,-3-1-1,-1-1-178,-4-2 1,3-8 0,-5-2 0,2-1-49,-1-5 1,1-9 0,6-7 0,-1-3-381,1-2 1,5-7 0,2-7-1,3-5 275,3-5 1,2-7 441,2 2 0,0-12 0,0-3 0</inkml:trace>
  <inkml:trace contextRef="#ctx0" brushRef="#br0" timeOffset="351">525 612 7629,'27'2'-672,"-4"2"1,-5 3 1292,-7 3 0,3-4 0,-6 6 0,-1 1-176,1 3 0,4 1 0,-6 1 0,0-1 26,1 1 0,-5-1 0,4 2 0,-4 3-290,-2 1 0,6 0 1,0-5-1,-2-1-24,-3 1 0,-1-1 0,0 1-380,0-1 134,-7-7 0,3-2 0,-6-10-195,2-4 0,3-4 1,5-7-1,0-1 38,0 1 1,0-7-1,0-1 1,0 0-73,0 0 0,0-4 0,1 3 0,3 1 152,2 0 0,6 2 0,-4 5 0,1 1 256,5-1 0,-4 3 0,1 1 1,3 4-63,1 3 1,3 1 0,-1 6 0,1 2-234,-1 4 0,3 1 0,1 7 0,2-2-455,-1 1 1,-1 3 0,0 1 659,3 1 0,-1-1 0,-6 1 0</inkml:trace>
  <inkml:trace contextRef="#ctx0" brushRef="#br0" timeOffset="783">1188 664 7392,'10'0'363,"-2"-2"-87,-8-4 0,-2 4 1,-4-3-74,-5 3 1,1 2-1,-2 0-35,-1 0 0,-3 0 0,-1 0 0,-1 0-123,1 0 1,-1 0 0,1 2 0,-1 2-41,1 1 1,-1 9 0,1-2 38,-1 3 1,9 3 0,3-1-1,4 1-72,2-1 1,0-5-1,2-3 1,4 1-206,5 0 0,5-6 1,1 1-1,3-3 91,3-2 1,-4-2 0,7-1 0,-3-5-50,0-2 0,6-2 0,-5-5 0,-5 0 194,-5-1 1,-1 1 0,-5-1 595,2 1-233,-6-1 1,1 8-85,-10 5 1,-3 5-1,-6 5-100,3 7 1,7-2 0,-2 1 0,4 5-48,2 5 0,0-1 0,0 3 0,0-4-4,0-1 1,8-1 0,1 1 0,3-3 16,0-3 1,-1 2-1,7-7 1,-1 1-102,1 0-47,-1-2 0,8-14 0,3-2 0</inkml:trace>
  <inkml:trace contextRef="#ctx0" brushRef="#br0" timeOffset="1167">1503 752 7629,'0'17'-3,"0"0"298,0 1 1,-6-1 0,0 1 0,0-1 116,-1 1 1,5 7 0,-4 4-1,4 4-160,2 2 1,0 2-1,0 4 1,0 3-42,0 1 0,0 3 1,0-7-1,0-4-151,0-6 1,0-4-1,0-5-622,0 1 1,0-10 324,0-13 0,0-7 0,0-11 0,0 1 33,0-1 0,0-1 0,0-2 1,0-5-65,0-1 0,2-2 1,2-6-1,2-2 60,-3-3 0,5 3 0,0-4 1,0 4-76,-1 2 0,7 0 1,-4 2-1,1 4 760,1 6 0,0 5 29,5 7 0,-1 7 0,-5 15 433,-5 13 1,-2 1 0,0 6 0,2 4-722,-2 4 0,-2-4 0,-2-6 0,0 2-195,0 2 0,-2-6 0,-2-4 1,-2-3-594,2-3 0,-6-1-292,-1-5 1,1-5 0,0-14 29,3-9 0,-1-6 1,4-10 831,-2-2 0,-8 4 0,5-12 0</inkml:trace>
  <inkml:trace contextRef="#ctx0" brushRef="#br0" timeOffset="1584">1782 1 7595,'20'42'0,"-9"-5"697,-7-6 1,-4 0 0,2 8 0,2 4-17,2 1 1,7-3 0,-1 6 0,2 3-273,-3 6 1,5-1-1,-5 3 1,3-6-185,-2-5 1,1 3-1,-5-7 1,0-2 30,0-6 0,3-12 0,-3 0-238,2-3-810,-6-11 0,3-9 0,-7-11 1,0-5 126,0-1 1,2-3 0,2-1 0,2-2 306,-2 1 0,0 3 0,0 2 0,1-1 180,-1 1 1,6-1 0,2 1 433,3-1 1,3 7-1,-1 1 326,1 2 1,-7 2-1,1 8 1,-1 4-22,-1 6 1,4 3-1,-6 5 1,1 1-172,5 2 1,-4 8 0,-1-2-1,1 4-343,0 2 1,-5-6 0,5-1 0,0-3-440,0-4 1,-5-1 0,5-3-694,-2 0 1,3-9-1,-3-6 312,2-6 1,-6-9-1,4-1 773,-1-7 0,3-6 0,8-8 0</inkml:trace>
  <inkml:trace contextRef="#ctx0" brushRef="#br0" timeOffset="1950">2778 559 7592,'9'0'1412,"-3"0"0,-12 0-1275,-5 0 0,1 2 1,-2 2-1,-1 2 11,-3-2 0,-1 6 0,-1-1 0,1 3 34,-1 0 0,1-3 0,0 5 0,-1-2 26,1 1 1,-1 3-1,3 1 79,3 1 0,4-7-289,8 1 0,2-6 0,4 3 0,8-1-37,7-4 1,-2-2 0,7 0 0,-3 2 79,0 2 0,6-1 0,-5-5 0,-1 0 173,2 0 0,-6 6 0,5 2 209,-5 2 1,-9-4-1,-4 5 1,-4 3-160,-2 1 0,-8 3 1,-6-1-1,-7 1-172,-8-1 1,2 5 0,-2-3 0,-3-4-725,-1 1 1,-1-2 0,1-3 0,2-3-2744,1 0 3375,1-6 0,-6 5 0,0-7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45.214"/>
    </inkml:context>
    <inkml:brush xml:id="br0">
      <inkml:brushProperty name="width" value="0.06" units="cm"/>
      <inkml:brushProperty name="height" value="0.06" units="cm"/>
      <inkml:brushProperty name="color" value="#E71224"/>
    </inkml:brush>
  </inkml:definitions>
  <inkml:trace contextRef="#ctx0" brushRef="#br0">0 350 7641,'18'0'0,"-1"0"86,1 0 1,-7 0 0,1 0 276,2 0 1,-7-2 0,1-2 1107,0-2-1197,-6 0 0,6 14 0,-8 3 0,0 5-46,0 1 1,0 3-1,0 1 1,0 4-30,0 3 1,0 1 0,0 6-1,0-2 0,0-4 1,-2 4 0,-2-6 0,-2 0 76,2-4 1,2-3-465,2-3 0,0-9-672,0-8 0,8-8 0,4-11 0,3-3 312,3-1 0,-1-8 0,1 2 0,-1-4 254,0-2 1,1 0-1,-1 0 1,1 0 308,-1 0 1,-1 8-1,-3 4 1,-3 4 798,-2 1-392,5 8 0,-11 6 0,4 14 0,-4 8-19,-2 1 1,0 8-1,-2 2 1,-2 2-191,-1-2 0,-1 4 0,6-5 1,0 1-113,0 0 1,-2-8 0,-2 2-1,-2-3-367,2-3 1,2-5-206,2 0 0,2-8 210,4 1 0,-4-10 1,6-7-1,-2-6 81,-1-5 1,9 4 0,-4-7 0,1 1 14,1-4 0,-6 2 0,5-2 0,3 0 95,1 2 1,-3-1 0,0 7-12,1-2 1,3 0-1,1 7 359,1 4 0,-8 7 1,-3 10-102,1 7 0,-6 4 0,4 1 1,-4 2 320,-2 5 1,6-5 0,-1 6 0,-1-1-655,-2-1 1,4 0 0,0-5 0,0-1-821,1 1 1,-5-1 0,6-1 975,0-5 0,2 5 0,7-7 0</inkml:trace>
  <inkml:trace contextRef="#ctx0" brushRef="#br0" timeOffset="417">943 419 8004,'-11'0'2101,"-1"0"-1958,8 0 1,-9 2-71,7 4 1,-6-2 0,4 6 29,-1-3 1,3 7 0,-4-2-19,3 3 0,-1 3 0,4-1 1,-2 1 13,2-1 0,2-5 0,2-1 0,2 1-422,4-2 1,4 3 0,7-7-100,1-2 0,-1-2 1,1-4-1,1-2 91,4-2 1,-3-7 0,3 1 280,-4-3 0,-3-3 0,-3 3 0,-3 1 1183,-2 2 195,-2 8-1118,-6-3 1,0 14 0,-2 3 0,-2 2-232,-2-1 0,0 1 0,6 6-829,0-1 0,0 0-1414,0 1 2264,0-8 0,8-3 0,2-7 0</inkml:trace>
  <inkml:trace contextRef="#ctx0" brushRef="#br0" timeOffset="668">1205 0 7640,'-2'35'342,"-3"0"0,-5 0 153,0 0 1,1 0 0,5 0 0,-2 2-204,2 3 1,2-3 0,4 6 0,2-2-82,2-1 0,1 3 0,-3-4 0,2 0-93,-2-6 0,0 0 1,0-10-1,2-2-2494,-3-1 1773,-1-3 0,4-9 0,0-8 0,-2-10-1100,-2-5 1703,-2-3 0,0-7 0,0-2 0</inkml:trace>
  <inkml:trace contextRef="#ctx0" brushRef="#br0" timeOffset="1018">1415 157 7620,'12'6'-1445,"-3"2"1310,-1 2 0,-2 1 1,-8 7 134,-4-1 0,2 1 0,-7-1 0,-3 1 1017,-1-1 0,-3 1 1,1-1-1,-1 1-615,1-1 1,-1-1 0,1-3 0,1-1-777,5 1 0,-5-3 0,4 0 0,-3-1-367,-3 1 0,7-6 706,-1 2 0,2-2 429,-1 2 39,3-5 0,16 7 0,3-8-148,5 0 0,-4 6 0,-1 2 0,3 2 83,1 3 1,5-3 0,1 1-1,4 1-297,3-2 1,-5 3 0,4-5 0,0 0-218,0 0 1,0 3 0,3-5 0,-5-2-300,0-2 0,-6-2 1,5 0-1098,-5 0 1,-3-2 1541,-5-4 0,5-4 0,-6-7 0</inkml:trace>
  <inkml:trace contextRef="#ctx0" brushRef="#br0" timeOffset="1368">1747 315 7620,'-12'17'0,"1"1"0,-3-1 0,4-1 0,1-3 0,1-1 235,4 1 1,2 3 0,4 1-1,4-1 381,5-5 1,5 5-1,3-6 1,3 1-519,1 1 1,6-8 0,-4 2 0,2-4-251,4-2 0,-5-2 0,-1-2 0,-2-4-75,1-2 1,-3-1 0,-8-9 0,-3-1 35,-2-2 0,-2-1 0,-6 7 0,0-1 165,0 1 1,0 0 0,-2 1 0,-4 4 61,-6 7 0,-5-3 0,-4 2 1,-3 2-12,3 2 1,1 2 0,3 0 0,1 2 139,5 4 1,-5 4-1,7 7 1,-3 1 133,0-1 1,8 2-1,-1 3 1,3 3-543,2 2 0,2-4 0,3 7 1,9 1-515,7 2 757,-1-6 0,21 6 0,-5-6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19:42.948"/>
    </inkml:context>
    <inkml:brush xml:id="br0">
      <inkml:brushProperty name="width" value="0.06" units="cm"/>
      <inkml:brushProperty name="height" value="0.06" units="cm"/>
      <inkml:brushProperty name="color" value="#E71224"/>
    </inkml:brush>
  </inkml:definitions>
  <inkml:trace contextRef="#ctx0" brushRef="#br0">141 628 7611,'9'-8'-665,"5"4"0,-6-6 665,1 3 0,-3 1 0,4 4-24,-2-4 1,3 2 0,-3-6 213,2 3 1,-6-1 142,1 2 0,-3 2 203,-2-7 1,0 5-69,0-6 1,-7 8-211,-5-2 1,2-1-1,-1 1-52,-3 2 0,-1 2 1,-3 2-107,1 0 1,5 0 0,0 2 26,-1 4 1,-3 3 0,-1 9 0,1 1 12,5 5 1,-3-5 0,6 4-1,0-1-52,1 1 1,1-4 0,6 5 0,0-5-240,0-2 1,2-5 0,4-2-18,5-2 1,5-3 0,1-5-1,3-2-37,3-3 1,-4-5 0,5-8 0,-3 1-7,2 0 1,-3-7-1,1 1 1,-5 0 129,-5-3 1,-1 7-1,2-4 479,-7 3-120,-3 11 1,-4 3 0,-1 12-1,-5 5-90,-2 5 1,4 3-1,-3 3 1,1 1-177,4-2 0,0-1 0,0-3 0,-2 1-467,2-1 1,2-5 0,2-1-873,0 3 0,2-6 1327,4-3 0,4-3 0,7-2 0</inkml:trace>
  <inkml:trace contextRef="#ctx0" brushRef="#br0" timeOffset="499">455 471 7611,'12'0'-981,"-1"0"1188,3 0 0,-4 0 0,1 0 568,3 0 0,-6 1-433,-3 5 0,-3 4 0,-2 7 54,0 1 1,0-1 0,0 1 0,2-1-43,4 1 0,-4-1 0,4 1 0,-4-1-192,-2 1 1,0 1 0,-2 0 0,-2 1-189,-2-5 1,-2-3-1,4 2-938,-1-3 606,-1-7 1,6-4-1,0-12-52,0-3 0,6-4 0,1-3 0,1-1 112,0 2 0,6-5 1,-5 3-1,3 2 46,0 1 1,-3 3 0,5 1 0,-3 3 648,3 1 1,-4 8 0,1-4-136,3 1 0,-4 5 1,-1-2-1,-1 8 273,-4 7 1,4 1 0,-2 4-1,-3 3-276,-1 0 1,-2 7-1,0-3 1,2-2-316,4-1 0,-4-3 0,4 1 1,-4-1-445,-2 0 1,0-5 0,0 0-981,0 1 1,2-7-285,4-6 1764,-4 0 0,13-15 0,-5 5 0</inkml:trace>
  <inkml:trace contextRef="#ctx0" brushRef="#br0" timeOffset="1037">1136 104 7611,'18'-18'0,"-3"1"0,-1-1 0,-3 1 0,-7 5 0,4 3 0,0 1 0,-6 4-144,3 10 0,-3 3 0,-2 9 0,0-1 355,0 1 1,0 7 0,0 2-1,0 2 946,0 0 0,6 1 0,2 4 1,2 3-708,3 4 0,-3-4 1,0 4-1,-1-2 45,1 1 1,-4-3-1,4 4 1,-3-6-302,-3-6 1,4 2 0,-2-8 0,-2-1 282,-2-3-1333,-2-9 0,0-4 0,0-12 83,0-6 0,0-3 0,-2-5 0,-2-1 229,-2-2 0,-6-1 0,7 7 1,-1-1 223,-2 1 0,0-1 1,-5 3-1,1 1 310,-2 3 0,5 7 1,-1-4-1,0 2 278,1 0 0,-3 1 23,-6 5 0,3 7 0,1 5 0,5 3 108,1 3 0,-4-1 0,6 1 0,3 1-129,1 5 1,-4-5 0,0 4 0,2-1-92,2 1 1,2-4-1,0 5 1,0-5-108,0-2 1,6 1 0,2-3 0,1-1-193,5-2 0,-4-8 0,3 1 0,5-5-644,3-5 1,4-5 0,-3-8-1,3-1 764,2-4 0,2-5 0,6-6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20:13.164"/>
    </inkml:context>
    <inkml:brush xml:id="br0">
      <inkml:brushProperty name="width" value="0.06" units="cm"/>
      <inkml:brushProperty name="height" value="0.06" units="cm"/>
      <inkml:brushProperty name="color" value="#E71224"/>
    </inkml:brush>
  </inkml:definitions>
  <inkml:trace contextRef="#ctx0" brushRef="#br0">105 53 7671,'2'-12'-1209,"2"1"531,2-3 678,0 6 0,-4 1 0,3 7 0,-3 0 0,6 0 0,-8 0 0,2 0 306,4 0 709,-4 0-318,6 0 1,-8 2 598,0 3-500,0-3 242,0 6-515,0-8 1,0 2 550,0 4-735,0-4 1,-6 8-29,0-5 0,0-1 284,6 8-411,-8-8 1,6 5-26,-3-3-151,3-4 0,-4 8 341,0-4-104,0-4 1,6 7-62,0-3 0,0-2 0,0 8 82,0 1 1,0 9-1,0 3 1,0 2 13,0 4 0,-2 10 0,-2 5 0,-1 7-97,1 5 1,-4 4-1,0 8 1,0 0-135,1 0 0,-5-8 0,6-2 0,0-4-46,-1-3 1,5-5-1,-4-15 1,4-4-139,2-5 1,-2-5 133,-4-2-152,4-7 82,-6-2 0,8-10 45,0-4 1,0 2 4,0-7 1,0-1-155,0-6 0,0 1 0,2 0-506,4-1 1,-4 6-1,4 1-268,-4-3 0,0 1 0,2-1-490,2 2 0,1 1 1439,-1-7 0,4 9 0,7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20:16.212"/>
    </inkml:context>
    <inkml:brush xml:id="br0">
      <inkml:brushProperty name="width" value="0.06" units="cm"/>
      <inkml:brushProperty name="height" value="0.06" units="cm"/>
      <inkml:brushProperty name="color" value="#E71224"/>
    </inkml:brush>
  </inkml:definitions>
  <inkml:trace contextRef="#ctx0" brushRef="#br0">158 296 8441,'-10'-8'2278,"2"6"-1570,8-6 0,-1 8-345,-5 0 1,4 8 0,-6 6 0,2 5-145,0 4 0,-1 10 0,3 0 1,-2 8-152,2 4 0,-4 1 0,1 7 0,-1 1-159,0 4 1,-4-5 0,7 1 0,-1-7-670,-2-5 0,4-7 0,-6-8-1871,3-1 2125,1-11 1,6-15-1,0-11 1,2-7 505,4-5 0,3-4 0,9-8 0</inkml:trace>
  <inkml:trace contextRef="#ctx0" brushRef="#br0" timeOffset="484">420 209 7643,'17'0'91,"-5"1"228,0 5 1,-3-2 0,3 8 35,-6 1 0,-4 3 0,-2 1 0,0 1-40,0-1 1,0 7 0,-2 1 0,-2 2-130,-2 4 0,-7-4 0,3 2 0,-2 2-63,1 2 0,-1 2 1,-6 0-1,-1 0-161,-4 0 1,3-6-1,-3 0 1,2 0-106,-3-1 1,5-3-1,-4-10 1,3-1-43,3-2 0,-1-9 1,1 3-32,-1-4 0,7-10 0,1-3 0,2-5 25,5-1 1,1-1 0,2 1 161,0-1 0,0 1 0,2 1 1,1 3 85,3 1 0,8 8 0,-3-2 434,5 5 0,1 1 1,1 0-84,-1 0 0,1 7 0,-1 5 0,1 3-199,-1 3 1,1-1-1,-3 3 1,-1 1-109,-3 2 0,1 7 0,4-5 0,-3 2-437,-1 4 1,-2-6-1,1-1-721,-5-5 0,2-2-400,-2 1 1,-1-10-97,-5-8 1553,0 0 0,0-16 0,0 6 0</inkml:trace>
  <inkml:trace contextRef="#ctx0" brushRef="#br0" timeOffset="737">682 418 7721,'-8'12'0,"-4"-3"642,-3-1 1,5 6 1259,4-3-2068,4-3 0,10 0 1,4-8-447,3 0 0,3 0 0,-1 0 612,1 0 0,-1 0 0,1 0 0</inkml:trace>
  <inkml:trace contextRef="#ctx0" brushRef="#br0" timeOffset="934">734 907 7654,'-17'12'1113,"-1"-1"0,7-7-551,-1 2 0,10-4-770,2-2 0,6-2 0,8-4 0,-3-5-171,3-5 1,1 1-1,3 1 1,-1 2 378,1-1 0,-1-10 0,1-5 0</inkml:trace>
  <inkml:trace contextRef="#ctx0" brushRef="#br0" timeOffset="1869">1590 575 7674,'10'-17'-130,"-4"-1"0,1 1 1,1-1 59,2 1 0,-4 0 0,3-1 1,1 3 594,0 3 0,-6 2 1,3 6-135,1-2 0,-6 3 1,4 8-1,-4 7-91,-2 4 0,0 9 0,0 4 0,0 6 81,0 6 1,-6-5 0,-2 7 0,0 0-287,1 3 0,-5-1 0,4 0 0,1-3-79,-1-3 0,0-2 0,4-4 0,-2-4-1167,2-6 651,2-3 0,2-14 0,2-10 197,4-12 1,4-13 0,7-2 0,1-6 54,-1-4 0,1-5 0,-1 3 1,1 1 109,-1-1 1,1 2-1,-3 6 1,-1 2 332,-3 4 1,1 4 0,6 9-198,-1 5 1,-7 7-1,-3 13 608,1 9 1,-6 13 0,4 2 0,-4 6-144,-2 0 0,0-1 0,-2 1 0,-2 2-386,-2-2 1,0-2 0,5-2 0,-3 0-318,-2-1 1,0-6-1,6-5-1420,0-4 0,0-11 946,0-8 1,6-8 0,2-11 713,1-4 0,3-5 0,5-6 0</inkml:trace>
  <inkml:trace contextRef="#ctx0" brushRef="#br0" timeOffset="2218">2096 540 6892,'0'20'4,"0"3"1,-1-4-1,-5 5 1,-6-3 706,-3 2 0,3-3 0,0 5 0,-1 0-280,-3 4 1,5-1 0,1-1 0,2 0-296,4 0 0,2-6 0,2 3 0,2-5-211,4-1 1,4-3 0,9-3 0,2-6-19,3-5 0,1-2 0,-4-5 0,5-6 5,1-3 1,-6-9-1,4-1 1,-1-2 135,-1-4 0,-2-2 0,-7-4 0,-5 0 126,-1 2 0,4-4 0,-6 12 0,-4 0-74,-6 4 1,0-1 0,-8 5 0,-3 5-80,-7 5 0,1 3 0,-8 6 1,0 0-305,2 0 1,-4 8 0,7 3 0,3 5-83,2 1 0,1-1 0,3-3 0,3-1-313,6 2 1,4 1 0,2 3 63,0-1 1,2-7 613,4-4 0,11 3 0,11 1 0</inkml:trace>
  <inkml:trace contextRef="#ctx0" brushRef="#br0" timeOffset="2521">2620 174 7674,'22'-35'0,"-3"2"224,-3 4 0,-5-2 629,1 7-231,-4 9 0,-10 9 0,-4 12 1,-4 5-48,1 5 0,-7 9 0,6 4 0,-1 4-141,-1 2 0,2 0 0,-3 2 0,1 4-248,-1 5 0,-1-1 1,0 1-1,5 3-131,1 1 0,-4 3 0,5-1 1,-1 1-116,0-1 1,2-2-1,6-1 1,0-4-449,0-3 0,2-9 1,4-11-1,6-9-99,3-7 1,3-4-1,-1-2 1,0-4 40,1-8 0,-1-1 0,1-16 0,-1 0-125,1 1 0,-1-4 0,-1 2 691,-5-3 0,5-2 0,-6 1 0</inkml:trace>
  <inkml:trace contextRef="#ctx0" brushRef="#br0" timeOffset="2717">2324 523 7674,'-2'12'456,"-4"-1"1,6-7 0,0 2 0,9-4-37,7-2 0,3 0 1,5-2-1,5-4-272,4-6 0,2 3 0,0-3 0,0-1-425,-1-3 1,7-1 0,0-1 0,-4 3-1639,-6 3 1915,-6-4 0,0 14 0,3-5 0</inkml:trace>
  <inkml:trace contextRef="#ctx0" brushRef="#br0" timeOffset="3434">472 1938 7678,'12'17'275,"0"0"1,-9 1 0,3-1 323,-4 1 1,-2-1 0,0 3 0,0 1-314,0 2 0,0 6 0,0-5 0,-2-1-187,-4 2 0,5-5 0,-7 5 0,2-2-4,0 0 1,0-5 0,4-8-180,-3-3 1,3-3-23,-4-10 0,4-5 0,2-12 0,2-7-28,4-3 0,-3-7 0,9-3 1,0-2 31,-3-3 1,7-8-1,-4-3 1,3 3 60,3 2 1,-1 3-1,1 3 1,-1 5 44,0 6 1,1 2 0,-1 18-1,1 7-76,-1 6 1,-5 4 0,0 2 0,-1 4-237,-1 6 0,4 5 0,-7 4 0,3 3-199,4-3 1,-7 4 0,1-1-1,-2-1-801,0 2 1308,7 2 0,-11 8 0,6 0 0</inkml:trace>
  <inkml:trace contextRef="#ctx0" brushRef="#br0" timeOffset="3787">857 2007 7678,'0'18'32,"0"-1"790,0 1-497,0-1 0,1-7 0,5-4 218,6-4 1,3-4 0,3-2-388,-1-2 1,7-8-1,-1 1 1,-2-7-139,-1-3 0,-1-2 1,2 4-1,3-5-46,-3-1 0,-2 4 1,-1-4-1,-1 0-149,1-1 1,-8 5 0,-5-4-1,-1 2 86,2 3 0,-4 9 1,2 3-1,-8 2 72,-8 4 1,-5 3 0,-4 2-1,-5 5 50,-1 6 0,4 9 1,-4 5-1,2 1 123,3 4 0,-3 2 1,2 0-1,1-2-2,3-2 1,7 0 0,3 4 0,1-2-59,4-2 0,2-8 0,4 3 0,4-7-421,5-5 0,11 1 0,3-7 0,0-2-219,0-2 1,6-4-1,-3-4 1,1-3 166,0-1 0,-2-6 0,4 5 0,-4-5-947,-2-1 1326,-1-1 0,-7-7 0,1-2 0</inkml:trace>
  <inkml:trace contextRef="#ctx0" brushRef="#br0" timeOffset="4320">1258 2060 7678,'8'17'-689,"0"-5"1,5 0 717,-1 1 1,-8-3 0,4 0 140,-1-3 1,-3-1-94,8-6 0,0-2 0,3-4-29,-3-5 1,1 1-1,-5-2 1,0-1 30,0-3 1,5-1 0,-3-1 0,1 1 73,1-1 0,-2 1 1,1-1-1,-3 1-23,0 0 1,-6-1 0,6 3-1,-2 1 38,-1 2 0,1 1-43,-6-7 1,-8 3-1,-3 3 17,-5 6 1,-1 12 0,-1 4 0,1 3 6,-1 5 0,1-5 0,-1 13 0,3-3-31,3 0 0,-3 8 1,5-4-1,-2 2-58,1 1 0,7-7 1,-2 6-1,4 0-51,2-2 0,0-2 1,2-7-1,4-3-168,6-3 1,-3-4-1,3-8 1,1 0 34,3 0 1,7-8 0,1-5 0,-3-7 65,-2-3 1,-1-6 0,-1 4 0,1-3 38,-1-3 1,-1 6 0,-3 2 0,-3 3 365,-2 3 0,-2 5-147,-6 1 0,0 16 1,-2 7-1,-4 13 620,-6 8 0,-3 10 0,-3 6 0,1 7-522,-1 8 0,-1 4 1,-1 2-1,1-2-104,4-4 1,1 2 0,-2-8 0,5-4-243,5-5 1,4-9-585,2-11 0,0-15 0,2-20-612,4-15 0,-2-10 0,7-4 0,3-2-1339,1-4 2583,3 4 0,-1-21 0,1 4 0</inkml:trace>
  <inkml:trace contextRef="#ctx0" brushRef="#br0" timeOffset="4634">1782 1798 7678,'10'0'2114,"-2"8"-1849,-8 3 1,-6 5-1,0 1 1,0 1 205,-2-1 1,6 3 0,-5 1 0,1 4-164,0 2 0,0-3 0,6 3 1,0 0-174,0 0 0,0-6 1,2 3-27,4-5 0,4-3 0,7-5-307,1-5 0,-1-12 0,1-5 0,-3-5 15,-3-1 0,3-7 1,-5-1-1,2-2 50,-1-4 1,-1 6-1,2-1 1,-5 3 70,1 0 1,-6-6-1,6 5 1,-2 3-404,-1 2 0,1 1 1,-6 1-1,2-1-1373,4 1 1,-4-1 1837,4 1 0,3 7 0,1 2 0</inkml:trace>
  <inkml:trace contextRef="#ctx0" brushRef="#br0" timeOffset="4850">2131 1833 7678,'12'9'-517,"0"-3"1,-1-2 639,-1 2 1,6-4-1,-7 6 641,1-1 0,6-3-86,-5 8 1,-3-6-1,-2 5-3,-4 3 0,-2 2 1,0 1-437,0 0 0,0 1 0,0-1 0,-2 1-206,-4-1 0,2 1 0,-6-1-60,3 1 0,-5-1-1025,6 1 1052,-7-9 0,11 7 0,-6-6 0</inkml:trace>
  <inkml:trace contextRef="#ctx0" brushRef="#br0" timeOffset="5469">2411 1868 7634,'0'17'286,"0"1"327,0-1 0,0-5 208,0-1 1,2 1-365,4 5 0,-4-5 0,5-2-147,1-2 1,-6 5-1,4-1 23,-4 3 0,-2-3 0,0 0-14,0 1 1,0-3-1138,0 2 499,0-9 0,2 3 0,2-12 42,1-5 1,3-7 0,-4-3 0,2-2-30,-2 1 1,4 3 0,-1 1 0,1 1 198,0 0 0,3-1 1,-3 1 183,2-1 0,2 3 1,3 1 159,-3 2 1,3 8 0,-5 1-48,0 6 0,-1 1 1,-5 8-1,4 2 14,2 1 0,1 3 0,7-1-146,-1 1 1,-5-3 0,0-1 0,1-5-207,3-1 1,1-2-1,1-6 1,-1 0-76,1 0 1,-1-2-1,0-4 45,1-5 1,-3-5 0,-1-1 0,-4-1-26,-3 1 0,-1-1 0,-6 1 200,0-1 0,-2 3 0,-3 3 128,-7 6 0,-4 4 0,-1 4 0,-1 4 15,1 6 1,0 3 0,-1 5 0,1 1-55,-1 2 1,6 1 0,3-5 0,1 2-301,4 3 1,2-1 0,2-6 0,0 1-284,0-1 1,2-1-1,6-5 1,7-3-909,7 0 1405,1-6 0,2-2 0,2-10 0</inkml:trace>
  <inkml:trace contextRef="#ctx0" brushRef="#br0" timeOffset="5884">3249 1309 8758,'-23'11'0,"0"1"632,1 2 1,9-5-1,3 3 1,2 4-228,4 5 0,2-2 0,2 7 0,2-1 121,4 4 1,4 4 0,9 4 0,3 2-243,1 1 0,6 3 0,-6-4 0,1 3-258,1 3 1,-6-6-1,4 2 1,-3-4 188,-3-3 0,-5-4 0,-2-3-1341,-3-2 660,-1-10 1,-6-9 0,0-12 0,-2-5-94,-4-5 0,3-1 1,-9-1-1,-2 1 211,-1-1 0,3 1 1,1 0-1,-3-1 83,-2 1 1,-1 5 0,0 2-1,-1 2 183,1 5 0,-1 1 1,1 2 52,-1 0 1,7 7 0,1 5-1,0 4 488,0 1 1,7 6 0,-3 3-1,4 1 39,2 4 0,2-4 0,4 2 0,5 0-383,5-2 0,1-1 0,1-9 0,1-1-431,4-5 1,-3-3 0,3-8-1,-4 0-35,-1 0 1,-6-8-1,-1-3 351,3-5 0,1-9 0,3-2 0</inkml:trace>
  <inkml:trace contextRef="#ctx0" brushRef="#br0" timeOffset="6049">2324 1641 7629,'-35'17'247,"4"1"166,7-1 1,13-7-1,20-4 1,11-6-220,5-6 1,4 2-195,6-8 0,8-7 0,1-8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20:24.377"/>
    </inkml:context>
    <inkml:brush xml:id="br0">
      <inkml:brushProperty name="width" value="0.06" units="cm"/>
      <inkml:brushProperty name="height" value="0.06" units="cm"/>
      <inkml:brushProperty name="color" value="#E71224"/>
    </inkml:brush>
  </inkml:definitions>
  <inkml:trace contextRef="#ctx0" brushRef="#br0">88 1608 7682,'11'-2'-1029,"1"-4"3020,-8-4-1089,4 0-363,-8 3 1,0 9-1,0 3 1,0 7 107,0 4 0,0 9 0,-2 4 1,-2 4-351,-2 2 1,-2 0-1,4 2 1,-3 3-143,-3 7 0,6 1 0,-4 1 0,3-3-358,-1 3 0,-6 0 1,4-3-1,1-7-412,-1-8 0,-4-6 0,6-7-490,2-1 0,2-9 0,2-8-211,0-10 0,2-7 1316,4-7 0,4-3 0,7-8 0</inkml:trace>
  <inkml:trace contextRef="#ctx0" brushRef="#br0" timeOffset="467">385 1660 7682,'17'0'388,"-7"0"1,3 2-1,-7 4 52,-2 5 0,-2 5 1,-2 1-1,-2 1 35,-4-1 1,2 3-1,-7 1 1,-3 2-268,-1-1 1,-5 5 0,-1 0 0,-4 2-62,-2 0 0,-1-2 1,-3 2-1,4-3-34,2-1 1,-4-6-1,4 5 1,-1-5-585,1-2 0,2-7-1049,5-4 1101,1-4 1,9-2 453,8 0 0,8-6 0,9 0 0,1 2 428,-1 2 1,1 2 0,-1 0 0,1 0-32,-1 0 1,6 0 0,1 2 0,-3 2-264,-1 2 1,-3 2 0,0-4 0,-1 3 22,-4 3 1,3-4-1,-3 6-583,3 1 1,-5-3 0,-4 2-464,-4 1 1,-2-3-1945,0 2 749,0-9 2049,0 5 0,-8-8 0,-2 0 0</inkml:trace>
  <inkml:trace contextRef="#ctx0" brushRef="#br0" timeOffset="719">699 1712 7661,'-17'0'983,"1"2"1,2 2-294,3 2 1,7 2 0,-2-2-322,4 5 0,2-1 0,2 0-391,4-3 1,2 1 0,5-4 0,-1 2-540,2-2 1,-5-2-1,3-2 1,0 2-1275,-3 3 1835,7-3 0,-7 14 0,9-6 0</inkml:trace>
  <inkml:trace contextRef="#ctx0" brushRef="#br0" timeOffset="884">542 2289 7661,'0'17'-107,"0"1"1,0-1 1123,0 0 1,2-7-621,4-4 0,3-6 0,9-6 0,-1-5-693,1-5 0,1-3 1,2-3-1,3-1 296,-3 2 0,6-7 0,0 1 0</inkml:trace>
  <inkml:trace contextRef="#ctx0" brushRef="#br0" timeOffset="1868">1782 1904 7709,'21'0'262,"-3"0"1,-13 2-1,1 4 211,-4 6 0,-2 3 0,-2 3 1,-4 1-90,-5 4 1,-3 5 0,1 7 0,1 1 274,-2 5 1,-1-4-1,-1 6 1,3-2-417,1-1 1,2 1-1,-3-8 1,1-2 167,-1-2 0,5-7-473,2 1 0,4-14 1,2-9-1,0-9-269,0-7 0,2-9 0,4-4 0,6-4-166,3-2 1,3-8-1,-1-1 1,0-3 217,1 1 1,-1 7 0,1-4 0,1 2 150,5 1 0,-5 1 0,6 10 0,-2 5 135,1 5 1,-1 3 0,-6 5-1,1 5-283,-1 4 1,1 4 0,-1 4-158,1 5 0,-1 5 0,-1 1 1,-3 1 62,-1-1 1,-6 1 0,4-1-1,-3 1 127,-3-1 1,-2 1 0,-2-1 0,0 1 63,0-1 1,0 1 250,0-1 0,0 0 0,-2-1 387,-4-4 0,4-3 1,-3-3 94,3 6 1,2-3-1,0 3 139,0 2 0,2-5 0,3 1-419,7-2 0,-2-2 0,1-6 1,5 0-131,5 0 1,-1 0-1,5-2 1,-2-6 27,0-9 0,7-3 0,-5-7 1,0 0 1,0 0 1,-3 3-1,-9-3 1,-1 0-296,1 0 1,-5 5 0,-2-1-459,-4 4 1,-10 9-1,-5 4 1,-7 4 789,-3 2 1,-2 8 0,3 4-1,-3 5 128,-2 6 0,6-1 1,-3 5-1,5 0-191,1 0 0,1-3 0,1 3 0,5-2-485,5-4 0,4 5 1,2-3-1,0-2-110,0-1 1,8-3-1,5-1 1,7-5 64,3-5 0,6-4 0,-4-2 0,1 0-1955,-1 0 2337,6-8 0,-12-9 0,7-10 0</inkml:trace>
  <inkml:trace contextRef="#ctx0" brushRef="#br0" timeOffset="2318">2742 2062 7698,'18'0'-765,"-7"-2"0,1-2 1179,2-2 1,-5-2 0,3 2-26,2-5 1,-7 1-1,-1-2 149,-4-1 0,-2 3-348,0-2 1,-2 7-1,-4-5 1,-5 2 25,-5 4 1,-3 4-1,-3 6 1,-3 6 77,-2 3 0,4 9 1,-6 1-1,0 2-47,1 4 1,-3 2 0,8 0-1,2 0-122,1 2 1,3-10-1,1 10 1,5-2-249,5 0 0,4-6 0,4-5 0,4-7-165,5-3 1,7-8 0,3-1 0,4-6-64,3-9 1,1-9-1,4-5 1,-2 1-51,-2 0 0,-6 0 0,4 3 621,-2-1 464,-1 8 0,-15 22 0,-5 17 0,-8 9-103,-7 7 0,-7 13 1,-3 11-1,-2 4-272,1 2 1,-3 1 0,2 3 0,0 4-138,-3 1 0,13-13 1,-5-2-1,5-11-2495,3-13 0,2-1 373,8-16 0,2-15 1950,4-14 0,4-15 0,7-6 0</inkml:trace>
  <inkml:trace contextRef="#ctx0" brushRef="#br0" timeOffset="2633">3127 2114 7661,'-18'12'0,"1"-3"958,-1-1 0,1 6 0,1-3-425,5 5 1,-3-5 0,6 1 0,0 2-193,1 1 1,1 5 0,6 1-194,0 2 1,0 1 0,0-7 0,2-1-37,4-5 1,3 5-1,9-7 1,1 1-207,4-4 1,-3-4-1,5-2 1,-2-2 16,1-4 1,1-6 0,-4-9 0,4-4-361,3-2 1,-7 0 0,2-4 0,-1 1-92,1-1 1,-10 0-1,5 0 1,-3 2-313,1-2 1,-4 6 0,-3 0 839,-1-1 0,6 7 0,-5-6 0</inkml:trace>
  <inkml:trace contextRef="#ctx0" brushRef="#br0" timeOffset="2850">3685 1992 7660,'-2'17'-1364,"-3"1"1364,-7-1 0,4 1 0,2-1 1361,5 1 0,1-1 0,0 0 0,0 1-756,0-1 1,0 3 0,0 1 0,0 2-684,0-1 1,0-9-1,0-1 1,0 2-435,0 1 0,0-3-1415,0-1 1927,0-7 0,0-4 0,0-9 0</inkml:trace>
  <inkml:trace contextRef="#ctx0" brushRef="#br0" timeOffset="3434">3878 1939 9116,'-8'24'0,"-4"-1"806,-3-2 0,-3 1 1,3 1-1,3 4-515,6 0 1,4 6-1,2-4 1,0 2 19,0-2 0,0 3 1,2-7-1,2 0-268,2 0 1,2-2 0,-3-7-325,7-4 0,-2-5 0,1-9 60,3-3 1,-4-5-1,1-9 1,1-5-28,-2-5 0,5 2 1,-5-2-1,2 0 208,-1 2 0,1-6 0,3 5 0,-1 1 118,-2 4 0,-7 4 0,7 1 1,0 1 135,-3-1 0,5 7 0,-6 1 0,1 2 40,5 4 1,-4 2 0,1 4 130,3 4 1,-4 4 0,1 7 0,1 1-64,-2-1 1,5 6-1,-5 1 1,2-1-257,-1 2 0,-5-5 1,6 3-1,-1-4 81,-1-1 0,6-7 1,-7 1-1,3 0-641,0-3 0,-7-1 0,7-8-136,2 0 0,1 0 1,3-2-1,-3-4 263,-3-5 1,3-11 0,-3-1 0,1 2 156,-1 1 0,4-3 0,-7 0 0,1 1 68,-4 3 1,2 2 0,-3-1 250,-1 1 0,-10 1 0,-5 4 1,-7 7 255,-5 3 1,2 2 0,-6 2 0,-1 5 130,1 11 1,6-1-1,-4 9 1,1-1-93,1 4 1,2 4-1,7 2 1,4 2-407,3 3 1,1 3 0,6 6 0,0-5-298,0-1 0,8-2 1,5-8-1,7-4-221,3-6 0,2-11 0,-3-6 0,3-6-1328,2-6 1,-4-6 1847,6-11 0,0-12 0,6-10 0</inkml:trace>
  <inkml:trace contextRef="#ctx0" brushRef="#br0" timeOffset="3868">5152 1346 7625,'-17'11'240,"-1"-1"0,1 0 775,0-1 0,1-3 1,2 6-1,5 3-133,1 7 0,-4 11 0,7 9 0,1 3-430,2 3 1,-4 11 0,-2 5 0,0 4-257,1 1 1,-7-1 0,4-2 0,1-4-323,3-1 1,2 3-1,0-8 1,-2-8-424,2-11 1,2-10 0,0-11 205,-3-4 0,3-7 1,-4-10-175,4-7 1,2-4-1,0-1 1,0-2 181,0-5 0,0 5 0,0-4 0,0 1 167,0-1 1,0 9 0,0-3 0,0 1 163,0 1 1,-6 3-1,-2 3 485,-1 1 0,3 2 1,-4 8 141,2 4 0,3 3 0,5 9 0,-2-1-209,-4 1 1,4 7 0,-4 4 0,4 2-188,2-2 0,0 4 1,2-4-1,2 2-383,2-1 0,1-3 0,-1-8 0,4 1-124,0-5 0,5-9 0,-3 0-1146,3-4 1,3-10 0,-3-6 0,-1-5 1425,-2-4 0,-1-16 0,7 2 0</inkml:trace>
  <inkml:trace contextRef="#ctx0" brushRef="#br0" timeOffset="4051">3843 1712 7674,'-62'10'730,"-3"4"0,13-9 1,9 1 566,10 2 1,10-4-1135,11 8 1,7-9-1,10 3-869,7-4 0,4-2 0,1 0-360,1 0 1,-1 0 1065,1 0 0,-1-8 0,0-1 0</inkml:trace>
  <inkml:trace contextRef="#ctx0" brushRef="#br0" timeOffset="4934">1171 1 7741,'11'0'723,"1"0"1,-8 2 767,2 4-604,-12-4 1,2 5-113,-8-7 1,8 2-261,-1 4 0,3 10 0,4 7 0,1 0-27,3 2 0,8 10 0,-3 12 0,5 5-164,1 6 1,7 5 0,1 8 0,2 3-161,4 2 1,-4 5-1,2-5 1,2-4-195,2-6 1,-3 0 0,-3-10 0,-2-6-309,-4-7 0,-1-12 1,-5-4-626,-3-1 131,3-3 1,-13-15 380,4-8 1,-10-8 0,-3-10 0,-1 1-483,0-1 1,-6 1-1,3-2 1,-5-3 932,-1-1 0,-8-8 0,-3 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46.715"/>
    </inkml:context>
    <inkml:brush xml:id="br0">
      <inkml:brushProperty name="width" value="0.06" units="cm"/>
      <inkml:brushProperty name="height" value="0.06" units="cm"/>
      <inkml:brushProperty name="color" value="#00A0D7"/>
    </inkml:brush>
  </inkml:definitions>
  <inkml:trace contextRef="#ctx0" brushRef="#br0">263 592 6759,'-12'0'1758,"1"0"-1470,7 0 0,-6 0-33,4 0 0,2 0 114,-7 0 1,5 2-204,-6 4 0,6-4 0,-3 6 0,-1-3-50,0 1 1,4 8-1,-5-4 1,-1 1-98,2 1 1,-5 5-1,3 7 1,-1-1 31,1 2 1,-3 2 0,5 8 0,0 0-56,4 0 1,-1-4 0,1 0 0,2 2-8,2-2 0,4-8 0,4-1 0,5-7-128,5-3 0,1-8 0,1 0 0,-1-8 93,1-8 1,5-11 0,0-4 0,-1-2 18,-3 0 1,-2-1 0,-1-5-1,-2-1 71,-3-5 1,-7 10 0,2-2 0,-4 6 251,-2 5 1,0 3 5,0 1 0,-2 9 1,-2 5-179,-2 8 1,-5 7-1,3 13 1,0 5-43,0 4 0,1 2 1,3 0-1,-2 1-93,2 5 0,2-4 1,2 4-1,0-4-219,0-2 1,2-2 0,2-2 0,2-4-666,-2-2 0,-1-2-1444,3-5 1001,4-8 1338,0-3 0,-3-22 0,-7-5 0</inkml:trace>
  <inkml:trace contextRef="#ctx0" brushRef="#br0" timeOffset="715">542 732 7493,'18'0'664,"-9"0"0,-3 0 0,-10 2-522,-1 4 0,-1-3 0,6 9-7,0 2 0,0 1 0,0 3 0,0-1-82,0 1 0,0-7 0,0 1 0,0 1-119,0 3 0,0 1 0,0 1-303,0-1 0,6-5 191,-1 0 0,3-8 0,-4-1 155,2-6 1,5-7 0,-3-8-1,0-1 12,0-4 1,3 1-1,-3-5 1,0 2 68,0 4 0,-1 1 0,-3 3 0,4-1 262,2 1 0,-6-1 1,3 3 136,1 3 0,-4 6-254,8 12 1,-6 12-1,3 11 1,-1 4 27,-4 2 0,4 2 0,-1 1 0,3 5-44,4 2 1,-5-5 0,1 5-1,0-4-449,0-8 1,-5 0 0,5-10 0,-2-2-480,-4-1 0,0-10-1490,1-5 2231,-3-3 0,6-17 0,-8-5 0</inkml:trace>
  <inkml:trace contextRef="#ctx0" brushRef="#br0" timeOffset="1233">1311 51 7872,'25'-18'1054,"-8"1"-270,-7 7 0,-10 4 0,0 12-507,0 6 1,0 11 0,2 6 0,4 6 48,5 6 1,-1 0 0,2 9 0,1 4-248,3 1 0,-1 1 0,-1 0 0,-4 2-194,-2-1 0,3-5 0,-5-5 0,-2-7-172,-2-3 0,-2-8 0,0-1-11,0-3 1,-2-10 211,-4-9 1,2-4-53,-7-2 1,5 0-56,-6 0 0,2-8 1,-3-3 119,1-5 1,0 1 0,-5 1 67,0 2 1,-1 9 0,1-3 0,-1 4 254,1 2 0,1 2 1,3 4-1,1 7 209,-2 8 1,-1 7 0,-1 8-1,5 3-188,5 2 0,4 8 1,2-3-1,2 5-204,4 1 1,3-7-1,11-7 1,5-7-262,10-7 1,0-13 0,8-5-1,-3-8-368,1-9 1,8-9 0,-5-15 0,1-2-2704,-4-3 3265,-5 3 0,7-21 0,2 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53.979"/>
    </inkml:context>
    <inkml:brush xml:id="br0">
      <inkml:brushProperty name="width" value="0.06" units="cm"/>
      <inkml:brushProperty name="height" value="0.06" units="cm"/>
      <inkml:brushProperty name="color" value="#00A0D7"/>
    </inkml:brush>
  </inkml:definitions>
  <inkml:trace contextRef="#ctx0" brushRef="#br0">328 42 7669,'0'-12'773,"-2"2"1,-1 1 61,-3-1 0,0 14 0,6 4 0,0 11-542,0 10 1,0 12 0,0 5 0,2 7-345,4 5 0,3 6 0,9 12 0,-1 3-380,1 1 1,5 3 0,2-9 0,0-6-349,1-8 1,-5-9 0,-9-9 418,-6-7 0,-6-13 0,-6-5 0,-6-9 309,-3-6 1,-3-2 0,1-2-1,-1-4-106,1-6 1,-1-3 0,1-3 136,-1 1 1,1-6-1,-3-1 1,-1 3 184,-2 2 0,-8 7 0,4 2 0,-1 2 200,5 5 0,-2 1 0,2 4 0,1 3 343,3 7 1,1 11 0,1 6 0,1 6-304,5 6 0,-3 4 0,8 5 1,4-1-347,6-3 0,2-1 0,12 1 0,7-7-593,6-8 1,6-5 0,2-9 0,1-2-2098,-1-3 2631,-2-4 0,6-8 0,1 0 0</inkml:trace>
  <inkml:trace contextRef="#ctx0" brushRef="#br0" timeOffset="467">870 775 7878,'-27'-15'1115,"3"3"1,11 4 640,1 8-1611,8 0 1,-9 8-99,7 4 0,-6 3 1,4 3-1,1-1 15,-1 1 0,-4-7 0,4 1 1,1 1-245,-1 3 1,-4 1-1,6 1-202,3-1 1,-5 1-1,2-1-6,2 1 1,4-7 0,6-1 0,6-2 71,3-4 1,3-2 0,-1-4-1,2-4 257,5-6 1,-5-5 0,6-5 0,-1-3 297,-1-2 1,6 4-1,-6-4 1,-1 1 175,-3 5 1,-1-4-1,-1 2 1315,0 1-1309,-7 3 1,-2 11 0,-8 8-1,0 12-449,0 9 0,0 4 1,0 6-1,0-2-566,0 2 1,0 2 0,0 2 0,0 0 83,0 0 1,0-2 0,0-2 0,0-4-1622,0-1 2133,0-3 0,-8-6 0,-2 1 0</inkml:trace>
  <inkml:trace contextRef="#ctx0" brushRef="#br0" timeOffset="734">1184 24 7733,'-17'0'279,"-1"4"1,3 8 752,3 11 1,4 10 0,10 10 0,4 9-568,6 10 1,3 8 0,5 6 0,-1 3-720,-2 1 1,3 5 0,-12-5 0,-1-3-285,1-7 1,-2-8 0,-6-11-1,0-5-201,0-5 1,-8-12-1,-3-5 1,-5-7-245,-1-5 0,-3-7 983,-3-10 0,3-13 0,-5-9 0</inkml:trace>
  <inkml:trace contextRef="#ctx0" brushRef="#br0" timeOffset="1283">940 461 7636,'-18'0'0,"1"0"820,-1 0 1,10 6 0,8-1-370,10-1 1,15 4-1,8 0 1,8 0-424,4-1 0,1 7 0,7-4 0,-1 1-104,0 1 0,-5-6 0,0 4 0,1-3-77,3-3 1,-7-2-1,-5-2 1,-6 0-437,-4 0 1,-8 0 547,3 0 0,-13-2 1038,-5-4-635,-4 4 1,-10-5-1,-3 9 1,-3 3-88,3 7 1,-9 4-1,5 3 1,-3 4-211,-3 6 1,-1 4-1,5 2 1,1 0-114,5 0 1,-5 0-1,7 0 1,-1 0-30,4 0 0,4 0 0,2 0 0,0-2 22,0-4 1,8-2-1,4-6 1,3 1-27,3-7 0,5 1 0,0-10 0,-2-3 14,-1-1 1,3-15 0,2-7 0,1-5 48,-1-6 1,4-8 0,-4-3 0,0-3-20,1-4 1,-3 5-1,-6-1 1,1 1 238,-1-1 0,-1 6 0,-3-2 0,-3 6 1643,-2 6-1474,-2 4 1,-6 17 0,-2 8-278,-4 10 0,4 7 1,-4 5-1,2 3-430,-2 2 0,5 2 0,-5 6 0,4 0-461,2 0 0,0-2 1,0-2-1,0-4 797,0-1 0,0 5 0,0-4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52.917"/>
    </inkml:context>
    <inkml:brush xml:id="br0">
      <inkml:brushProperty name="width" value="0.06" units="cm"/>
      <inkml:brushProperty name="height" value="0.06" units="cm"/>
      <inkml:brushProperty name="color" value="#00A0D7"/>
    </inkml:brush>
  </inkml:definitions>
  <inkml:trace contextRef="#ctx0" brushRef="#br0">154 419 9875,'-10'8'422,"5"4"0,3-1 1,2 5-1,0 5 123,0 5 1,2-1 0,3 8 0,7 4-508,4 0 1,1-1-1,1-1 1,-1 0-612,0 0 1,-1-8 0,-2-3 0,-3-5-991,3-1 1,-4-9 1562,1-3 0,1-4 0,5-2 0</inkml:trace>
  <inkml:trace contextRef="#ctx0" brushRef="#br0" timeOffset="346">538 245 7819,'6'-12'0,"0"1"561,-2-3 0,-10 6 1,-6 2-1,-3 4-162,-3 2 1,7 2 0,-1 4 0,1 6-189,1 3 0,-6 5 1,7 3-1,-1 6-508,4 4 1,4-4 0,2 0 0,0 4-18,0 6 0,0-8 1,0 4-1,2-4 52,4-4 0,-2 4 1,7-7-1,3-3 92,2-2 1,1-3-1,0-4 1,1-5 500,-1 1 1,1-4 71,-1 8 1,-5-3 0,-2 5 0,-3-2-274,-3 1 0,-2-3 0,-2 1 0,-2 1-772,-4-2 1,3 5 641,-9-3 0,-7 4 0,-9 1 0</inkml:trace>
  <inkml:trace contextRef="#ctx0" brushRef="#br0" timeOffset="512">49 18 7893,'-17'0'322,"1"-2"287,5-4 1,7 4 0,14-4-1,9 4-396,6 2 0,12 0 1,10 0-214,3 0 0,2 0 0,1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50.747"/>
    </inkml:context>
    <inkml:brush xml:id="br0">
      <inkml:brushProperty name="width" value="0.06" units="cm"/>
      <inkml:brushProperty name="height" value="0.06" units="cm"/>
      <inkml:brushProperty name="color" value="#00A0D7"/>
    </inkml:brush>
  </inkml:definitions>
  <inkml:trace contextRef="#ctx0" brushRef="#br0">1 777 10465,'0'11'438,"0"1"0,0 1-232,0 3 0,0 3 0,0 5 0,0 5-141,0 4 0,0 4 1,0 3-1,0 7-114,0 3 0,6-3 1,1-2-1,1-5-198,0-7 0,6 0 0,-3-11 66,5-7 0,1-9 0,1-16 0,-1-11 62,1-10 1,-1-2-1,0-14 1,1 1 106,-1 1 0,-1-9 0,-4 5 0,-5 3-31,1 1 0,-6 4 1,4 8-1,-4 4 16,-2 6 1,0 9-1,-2 5 95,-4 1 1,4 10-1,-4 9 1,2 5 462,-1 1 0,3 9 1,-4 1-1,4 4-358,2 4 1,0-6 0,2 8 0,2-6-168,2 0 0,7 0 1,-1 0-1,3-4-112,3-2 0,-1-7 1,1-8-1,-1-3-14,1-3 1,-1-2 0,1-4 0,1-4 145,4-5 1,-3-13-1,5-5 1,-2-6-48,0-5 1,1 3 0,-7-6-1,1 2-104,-1 1 0,1-1 1,-3 8-1,-3 4-309,-6 5 1,-3 3 0,1 0-157,2-3 0,-2 9 0,-8 7-94,-2 0 1,-1 6 683,1-3 0,4 3 0,-6 2 0</inkml:trace>
  <inkml:trace contextRef="#ctx0" brushRef="#br0" timeOffset="582">874 60 7939,'10'-7'649,"-2"-3"0,-8-7-142,0-1 0,0 10 0,0 10 0,0 14-229,0 11 1,0 8-1,0 6 1,0 9-38,0 12 1,0 4-1,0 16 1,0 3-232,0 6 0,-6 8 1,2-46-1,0 1 0,0-1 1,0-1-233,-4 45 0,1-14 0,3-11 0,-4-10-120,-2-10 0,4-13 272,-5-4 0,7-17 0,-2-18-49,4-10 0,2-7 0,0-7 0,2-5-155,4-4 1,-2-4 0,6-4 0,-1-5 37,1-5 1,2-1 0,3 0 0,-1-1 29,-3 1 0,1 7 1,3 5-1,-1 5 551,-2 5 0,-6 7 0,3 14 482,-1 9 0,4 9 1,-5 16-1,1 8-550,0 6 0,6 12 0,-5-1 0,3 8-628,0 4 1,-1-5 0,7 1 0,-3-2-308,-3 2 0,3-3 0,-5 1 1,0-7-907,-4-9 1,-5-16 1563,-1-7 0,0-11 0,0 2 0</inkml:trace>
  <inkml:trace contextRef="#ctx0" brushRef="#br0" timeOffset="951">1276 934 8028,'-18'2'255,"1"3"0,5-1 0,2 8-104,3 2 0,1-5 1,6 3-1,4 0-71,7-3 1,1 5 0,13-8 0,0-2-154,5-3 0,1-1 1,0-1-1,-2-5-37,2-6 0,-6 0 0,-2-3 0,-3-4 5,-3-1 1,1-5 0,-1 0 0,-1-3 139,-5-3 1,-3 6 0,-8 2 0,0 2 27,0-3 0,-8 11 0,-3-3 369,-5 6 1,-7 7 0,0 8-1,1 9-76,3 7 0,1 7 0,1 6 0,-1 3-258,1 4 1,5-2-1,3 5 1,1 1-351,4 0 0,2-6 0,4 1 1,2-5-239,2-6 1,13 0-1,-1-9 1,1-7-844,0-3 1,5-4 1332,-1-6 0,0-16 0,-5-3 0</inkml:trace>
  <inkml:trace contextRef="#ctx0" brushRef="#br0" timeOffset="1299">1747 724 7858,'0'18'745,"-2"-1"1,-2 1-192,-1-1 1,-7 6-1,6 1 1,2-1-523,2 2 1,2-4-1,0 7 1,0-1-118,0 0 1,6-6 0,2 3 0,0-5-292,-1-2 1,7-7 168,-2-4 0,-5-6 1,1-6 134,0-6 0,-6-11 0,4-6 1,-2-4 124,1-2 1,-3-2 0,6-2 0,-2-3 84,0-3 0,7 4 0,-3-1 0,2 3 183,-1 6 1,-7 8 0,4-1 0,0 5 74,3 6 1,-1 3 0,2 0-326,1 6 1,3 12 0,1 6 0,1 3 8,-1 3 1,1 1 0,-3 3 0,1 3-1965,1 2 1884,-11-6 0,17 12 0,-13-5 0</inkml:trace>
  <inkml:trace contextRef="#ctx0" brushRef="#br0" timeOffset="1649">2219 829 7800,'-18'0'244,"1"0"1,1 2 505,5 4 1,3-2 0,10 7 0,4 3-651,5 1 1,13 3-1,5-3 1,4-1-175,2-2 1,0-9-1,0 3 1,1-4-152,5-2 0,-10-2 0,2-4 0,-6-5 60,-5-5 0,3-3 1,-4-3-1,-5-3 131,-8-2 1,-1 6-1,-1-3 1,-4 5 137,-6 2 0,-6 1 1,-7 4-1,-2 7 218,-5 3 0,3 4 0,-6 3 0,0 9 61,-1 7 0,7 7 1,-2 6-1,1 1-215,-1 0 0,6 2 1,-3 2-1,9 2-470,3-2 1,2 3-1,6-1 1,4-2-248,8-2 1,1-10-1,16-6 1,4-7 548,6-8 0,-2-4 0,6-2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9:00.477"/>
    </inkml:context>
    <inkml:brush xml:id="br0">
      <inkml:brushProperty name="width" value="0.06" units="cm"/>
      <inkml:brushProperty name="height" value="0.06" units="cm"/>
      <inkml:brushProperty name="color" value="#00A0D7"/>
    </inkml:brush>
  </inkml:definitions>
  <inkml:trace contextRef="#ctx0" brushRef="#br0">70 847 8810,'-17'8'686,"1"3"157,5 5 0,-3 3 0,8 6 0,2 10-401,2 10 0,2 15 1,0 12-1,2 13-548,4 12 1,-2-42 0,2 1 0,2 1 0,1 0 0,1 0 0,0-1-246,1-3 1,1-1 0,7 35 0,5-19 0,-7-16-1716,-5-15 1,1-13 2065,-7-19 0,0-14 0,-6-18 0</inkml:trace>
  <inkml:trace contextRef="#ctx0" brushRef="#br0" timeOffset="384">524 1284 10012,'-11'7'222,"-1"5"0,2 9 0,-1 3 0,5-3-167,4-2 0,-4 5 0,0 1 0,2 2-3,2 4 1,2-4-1,2 0 1,4-1-64,6-5 0,-2-9 0,1-7 0,5-3-119,5-2 0,-2-4 1,5-7-1,-5-12 44,-1-9 1,-1-2 0,1-3 0,-1-4 93,0-6 1,-5 3-1,-2-1 1,-2 0 77,-5 1 0,-3 7 0,-5 0 0,-7 8-83,-4 4 1,-3 3 0,-2 11 0,-3 5-321,3 4 1,4 10 0,3 3 0,4 5-1000,3 1 1,-5 9 1315,6 3 0,-7 4 0,3 2 0</inkml:trace>
  <inkml:trace contextRef="#ctx0" brushRef="#br0" timeOffset="884">1467 1406 7673,'0'-12'145,"0"0"1,0-1 417,0-3 1,-5-1 0,-3-1-1,0 1-129,0 0 0,0-3 1,5-1-1,-3-3-301,2 3 0,2 2 0,2 1-14,0 1-116,0 7 0,-2 4 1,-2 12-72,-2 6 0,-7 9 0,1 4 1,-3 4 28,-3 8 1,-5 0 0,-2 10 0,-1 1-149,1 3 1,-4 1 0,6 0 0,1 1-449,3-1 1,9-7 0,4-4 0,5-6 634,1-6 0,15-4 0,4-8 0</inkml:trace>
  <inkml:trace contextRef="#ctx0" brushRef="#br0" timeOffset="1555">1834 1249 7581,'-15'-2'1089,"1"-2"-618,2-2 0,1 0 0,-7 6 220,1 0 1,5 0-1,0 0-471,-1 0 1,3 8-1,1 4 1,-1 3-243,0 3 0,6 5 0,-4 2 1,3 2-164,-1 4 1,-2-4 0,4 3 0,-2-1-262,2-2 1,4 4 0,4-8 0,4-3-10,2-7 1,1 1 0,7-8 0,1-5 127,5-4 0,-5-9 0,6-9 0,-1-5 241,-1-1 0,6-2 0,-6-6 0,-1 0-36,-3 0 1,-2 0 0,-1 0 0,-2 1 844,-3-1 1,-5 7 0,4 5 2064,-3 4-2588,-1 9 1,-12 12 0,1 13 0,1 9-224,2 3 0,-4 2 1,0 6-1,2 0-345,2 0 1,2 0 0,0 0 0,0-2-133,0-4 0,0-4 0,2-8 1,2 1 51,2-1 0,8-7 0,-3-4 0,5-8 290,1-10 0,3-9 0,1-18 1,4-5 63,2-7 0,2 1 1,6-12-1,2-2 238,4-4 0,-4 2 1,6-14-1,-1-1 5,5-7 1,-22 38 0,0-1-1,2-1 1,-1 0 0,-1-5 0,0-1 28,-1-2 1,-1 0-1,-4 2 1,-3 1 0,-5 4-1,-1 1 1,4-37 180,-9 19 0,-5 35 0,-7 22 1,-9 21 666,-5 21 1,-10 11 0,2 17-1,-4 7-693,-2 11 0,14-29 0,1 2 0,-1 2 0,1 2 0,0 4 0,-1 1-287,0 3 1,0 0 0,2-1 0,1 1 0,-2 3 0,1 2 0,3-3 0,1 0-524,2-1 1,3 0 0,3 0 0,2-2-1,2-1 1,2-1 476,2-4 0,2-1 0,9 43 0,7-14 0,-1-5 0,-5-4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59.794"/>
    </inkml:context>
    <inkml:brush xml:id="br0">
      <inkml:brushProperty name="width" value="0.06" units="cm"/>
      <inkml:brushProperty name="height" value="0.06" units="cm"/>
      <inkml:brushProperty name="color" value="#00A0D7"/>
    </inkml:brush>
  </inkml:definitions>
  <inkml:trace contextRef="#ctx0" brushRef="#br0">158 123 6889,'-18'0'-43,"1"0"0,-1 0 0,-1 0 1255,-4 0 1,3 0-907,-3 0 0,11 8 0,7 4-336,3 3 0,9 3 0,5-1 0,4-1-45,1-5 0,6 5 0,2-7 0,3 1-17,3-4 1,2-4 0,2-2 0,0-2-48,-1-4 1,-4-4-1,-3-9 1,-2-2 88,-4-3 1,-3-1 0,-7 4 0,-5-2 105,-4 1 0,-4-3 1,-4 2-1,-7 3-60,-9 7 1,-5 5 0,-8 8 0,0 0-215,1 0 1,1 2-1,3 4 1,7 5-137,4 5 0,1 1 1,3 1-1,3-1 354,6 1 0,4 7 0,2 2 0</inkml:trace>
  <inkml:trace contextRef="#ctx0" brushRef="#br0" timeOffset="283">664 176 7715,'12'0'878,"0"0"1,-9 2-288,3 3 1,-4 5-374,-2 8 1,-6-1-648,1 0 0,-3-5 196,2 0 0,-4-8 52,-7 1 1,7-5 0,2-5 0,2-7 74,1-4 0,-1-1 1,6 0-1,0-1 255,0 1 0,0-1 1,0 1-59,0-1 1,8 1-1,3-1 1,5 3-211,1 3 0,8-1 0,3 5 0,1 0 119,0 0 0,8-5 0,7 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9T15:48:57.228"/>
    </inkml:context>
    <inkml:brush xml:id="br0">
      <inkml:brushProperty name="width" value="0.06" units="cm"/>
      <inkml:brushProperty name="height" value="0.06" units="cm"/>
      <inkml:brushProperty name="color" value="#00A0D7"/>
    </inkml:brush>
  </inkml:definitions>
  <inkml:trace contextRef="#ctx0" brushRef="#br0">350 280 7094,'0'-18'0,"0"1"0,0 0 0,0-1 0,0 1 0,0 5-494,0 0 0,-2 8 440,-4-1 1,3 3 250,-9 2 0,6 2 44,-6 3 0,1 5 0,-5 8 77,5-1 0,-5 1 1,4-1 4,-3 0 1,-1 1 0,3-1 0,1 1-77,-1-1 0,-3 1 0,1 1 0,1 3-66,2 1 0,1 6 0,-7-4 0,1 4-20,-1 8 0,3 0 0,3 10 0,6-1-72,4-1 1,2 5 0,0-5 0,2 1-106,4 1 0,6-10 1,11-2-1,4-10-132,0-6 1,8-9 0,-2-6 0,6-8-104,0-8 1,-2-11 0,-2-8 0,0-8 76,0-7 1,-8-5 0,-4-1-1,-4 0 70,-1-1 1,-8 1 0,-5-1-1,-3 1 34,-2 0 0,-9 5 0,-9 2 0,-9 3-42,-6 3 1,-4 10-1,-2 5 1,-3 5-43,-3 2 1,6 7-1,-2 4 1,5 6 83,1 6 1,6 11-1,3 14 1,5 8-187,5 8 0,11 3 1,-1 3 255,4-1 0,10 8 0,1 2 0</inkml:trace>
  <inkml:trace contextRef="#ctx0" brushRef="#br0" timeOffset="550">787 717 7893,'-8'17'-117,"4"-7"1,-6-3 0,1-1 212,-1 0 0,6 8 0,-4-3 1,3 5 92,-1 1 0,0 3 1,6 1-1,0 4-12,0 2 1,0 3-1,0 5 1,0-1-230,0 1 1,0-6 0,2-1-167,4-3 1,3-4 0,9-11 48,-1-10 0,1-16 0,-1-13 1,1-4 20,-1-2 0,1-7 0,-1-5 1,1-1 172,-1 1 1,-1 2 0,-3 7 0,-1-3 135,1 2 1,1 10-1,-2 6 1,-5 5 249,1 7 1,-6 5-92,4 12 1,2 11-1,-3 10 1,-1 4-239,-2 4 1,4-4 0,0 10 0,-2-4-173,-2-2 1,0 0 0,2 0-1,1-2-106,-1-4 0,-2-2 1,0-6-1110,4 2 1305,-4 1 0,13-7 0,-5 1 0</inkml:trace>
  <inkml:trace contextRef="#ctx0" brushRef="#br0" timeOffset="766">1363 1 7949,'-17'11'193,"-1"1"0,3 7 0,3 10 0,6 6 354,4 6 1,2 6-1,0 11 1,2 6-598,4 4 0,11 2 1,11-1-1,1 3-241,0 4 1,-2-12 0,2 0 0,-4-8-233,1-3 0,-13-9 0,3-5 523,-7-8 0,5 2 0,-4-6 0</inkml:trace>
  <inkml:trace contextRef="#ctx0" brushRef="#br0" timeOffset="1283">1992 507 8051,'-18'2'260,"1"4"1,5 3 0,3 9 0,-1 1 69,0 5 0,6 1 0,-2 6 0,4 0-334,2 6 0,8-8 1,4 6-1,1-4-599,-1-4 0,4 4 0,-5-8 603,5-1 0,1-3 0,1-1 0</inkml:trace>
  <inkml:trace contextRef="#ctx0" brushRef="#br0" timeOffset="1800">2201 577 7889,'0'17'54,"0"1"0,0-1 1,0 1-1,0-1 176,0 1 0,2-1 0,2 1 0,4-1-521,2 0 0,1-5 0,7 0 54,-1 1 0,1-5 0,-1-2 139,1-4 1,-7-4 0,-1-4 0,0-6 29,-1-3 0,-5-3 1,2-1-1,-2-2 76,2-3 0,-4 1 0,4 4 1,-3-1 274,3 3 1,-4-4 399,4 9 0,4 4-325,1 2 0,-1 18 0,2 7 0,1 7-48,3 5 0,1 2 0,3 2 0,3-2-346,6-4 1,-2 2 0,2-8 0,2-2-289,2-1 0,6-11 1,-2-3-1,-4-6 31,0-6 0,-8-5 1,0-11-1,-3-3-40,-5-2 0,3-2 0,-14-6 0,-3 2 103,-1 4 1,4-4 0,0 4 0,-2-2 345,-2 2 1,-8 3 0,-2 9 0,-1 1 158,-5 5 1,-2-3-95,-1 8 1,5 8 0,3 10 0,1 4 36,4 1 1,2 6-1,2 2 1,2 3-213,4 3 1,-2 0-1,7 0 1,5-2-340,5 2 1,1 2 0,9 0 332,5-4 0,-1 4 0,8-6 0</inkml:trace>
  <inkml:trace contextRef="#ctx0" brushRef="#br0" timeOffset="2000">1957 105 7807,'-43'0'0,"6"0"419,6 0 1,20 0 0,5 2 0,17 2-490,17 2 0,8 0 0,19-6 70,3 0 0,4-8 0,8-2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4:57:26.392"/>
    </inkml:context>
    <inkml:brush xml:id="br0">
      <inkml:brushProperty name="width" value="0.06" units="cm"/>
      <inkml:brushProperty name="height" value="0.06" units="cm"/>
      <inkml:brushProperty name="color" value="#E71224"/>
    </inkml:brush>
  </inkml:definitions>
  <inkml:trace contextRef="#ctx0" brushRef="#br0">287 1214 7761,'-5'17'-515,"-1"1"1,2-1 0,0-1 278,-2-5 0,4-1 241,-4-4 0,3-2 338,-3 7-225,4-7 1,-8 4 105,4-8-5,4 0-89,-5 0-74,7 0 1,-2 0 112,-4 0-75,4 0 0,-8 0 110,4 0 1,2 0 48,-7 0 1,5 0-31,-6 0 0,6 2-3,-5 4 0,5-4 1,-4 5 1,3 1 0,-5-4 1,4 6-71,-2-3 1,7 1 0,-5-4 28,0 2 1,4 2-68,-7-2 1,1 3 0,-4 7-22,3-5 0,7-1 208,-2-4-245,-4-4 1,10 4 24,0-12 1,8-4-1,9-9 1,3-5 103,3-5 1,12-6 0,12-5-1,5-9-69,6-7 0,-24 21 1,2-2-1,6-6 0,1-1 1,4-4-1,2-1-58,2-3 1,2 1 0,2-1 0,-1 1-1,-1 0 1,-1 1 0,-1 2 0,1 1-89,-3 2 1,1 1 0,0-1 0,0 2 0,-4 8 0,0 1 0,-4 2 0,-1 2 22,31-27 0,-6 13 1,-12 3-1,-7 6-348,-8 6 0,-10 9-30,-18 9 1,-5 9 0,-12 2-290,-5 10 1,-5 5-1,-1 4 1,-3 3 673,-3 1 0,-4 16 0,-8-2 0</inkml:trace>
  <inkml:trace contextRef="#ctx0" brushRef="#br0" timeOffset="935">410 1685 6369,'9'0'1151,"-1"-8"1,-10 1-959,-4-5 0,2 2 0,-7 6 27,-3-1 0,-1-1 0,-3 6-2,1 0 0,5 0 0,0 0-39,-1 0 1,-3 8-1,1 3 1,1 5-129,3 1 0,1 6 0,-2 3 0,5-1-140,-1 0 0,6 4 0,-4-4 0,4 1 69,2-1 0,2-4 0,2-7 0,4-4-42,1-3 1,3-1-1,5-8 156,1-4 0,-1-3 0,-1-11 0,-3-1 17,-1-2 0,-6-1 1,4 5-1,-1-2 97,1-3 1,-6 1 566,2 6-476,-4-1 1,-2 16-1,-2 8 1,-2 8-195,-2 3 1,-6 8 0,5 4 0,-1 4-278,0 2 1,-5 0-1,3 0 1,-2 0-35,1 0 0,-1 0 1,-6 0-1,1-2-21,0-4 0,-1-4 0,1-7 0,-1-1-438,1 1 0,-1-9 1,1-3-146,-1-4 0,1-4 1,1-4 809,5-5 0,-5-13 0,6-3 0</inkml:trace>
  <inkml:trace contextRef="#ctx0" brushRef="#br0" timeOffset="1483">672 1615 7448,'0'-9'1210,"-2"1"-748,-4 8 1,-2 8 0,-4 3 0,5 5-121,-1 1 0,6 8 0,-6 5 0,2 3-250,1 2 1,-3-1 0,4 3 0,-2 2-156,2 2 1,2 0 0,2-8-1,-2-2 31,-3-2 0,3-8-169,-4 2 0,4-13 198,2-10 0,0-13 0,2-13 1,2-1 21,1-4 0,1-2 0,-6-2 0,2-2-36,4-3 1,-4 3 0,4-4 0,-2 4 45,2 2 0,-5 2 0,7 4 1,-2 4 187,0 0 0,2 11-105,-3-3 1,5 11-1,8 0-159,-1 4 0,1 10 0,-1 3 1,0 5 30,1 1 0,-6 1 0,-1-1 0,3 1-873,1-1 1,-3 1 0,-2-1-1,-1 1-238,1-1 0,-6-5 1127,2-1 0,3 1 0,1 5 0</inkml:trace>
  <inkml:trace contextRef="#ctx0" brushRef="#br0" timeOffset="1736">1003 1545 7791,'18'0'-1572,"-1"0"2568,-7 0 1,-2 2-1,-8 4-432,0 6 1,0 3 0,0 5-1,-2 1-360,-4 2 0,4 3 0,-4-5 0,4 4-85,2 2 1,0 1 0,0 3 0,0-4-200,0-2 0,0-2 0,0-5 0,2-3-1425,4-3 210,-4 3 1,8-15-461,-4 0 1755,-4-7 0,5-11 0,-7 1 0</inkml:trace>
  <inkml:trace contextRef="#ctx0" brushRef="#br0" timeOffset="2299">1492 1074 7791,'0'17'166,"-5"1"1,-3-1 0,0 3 234,0 3 1,1 2 0,3 6 0,-2-2-58,2 2 1,4 8 0,4 2 0,4 0-215,1 1 0,3-5 1,5 4-1,-1-4-95,-4-2 1,3-2 0,-3-4 0,1-6-28,-1-3 0,2-3-370,-9 1 35,1-9 0,-6-3 138,0-12 1,0-3 0,0-9-63,0 1 0,-6 5 1,-1 0-1,-3 1-1,-4 1 0,5-4 0,-1 7 0,0-1 163,1 0 1,-3 2-1,-6 8 236,1 4 0,1 4 0,3 7 1,3 3 105,2 3 0,-3-2 0,5 8 0,2 2-13,2 2 0,2 0 0,0-2 0,2-3-158,4-3 0,4-2 0,7-5 1,0-3-133,1-3 0,-1-3 0,1-5 0,-1 2-285,1-2 0,-1-10 1,1-5-1,-1-5-431,1-1 1,-7-3 765,1-3 0,0-4 0,5-8 0</inkml:trace>
  <inkml:trace contextRef="#ctx0" brushRef="#br0" timeOffset="2617">951 1336 7592,'0'27'39,"0"-4"1532,-8-3 1,8-12-1599,0-8 0,14-8 0,9-8 0,-2 3-265,-1 1 292,-3 0 0,9-5 0,1-1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6T14:57:32.275"/>
    </inkml:context>
    <inkml:brush xml:id="br0">
      <inkml:brushProperty name="width" value="0.06" units="cm"/>
      <inkml:brushProperty name="height" value="0.06" units="cm"/>
      <inkml:brushProperty name="color" value="#E71224"/>
    </inkml:brush>
  </inkml:definitions>
  <inkml:trace contextRef="#ctx0" brushRef="#br0">88 523 7617,'9'0'-1581,"1"6"2367,-4-1-299,-4 1 0,6-8 458,-8-3-530,0 3 0,-2-8-208,-4 4 1,-4 4-154,-7-4 1,1 6 0,3 4-1,3 4-67,2 2 0,-5 1 0,3 7-57,0-1 1,2 1 0,8-1 0,0 1 19,0-1 0,0-5 1,0-1-151,0 3 0,2 0 0,4-3 131,6-5 0,-2-4 0,1-2 65,3 0 0,-5-8 0,3-3 0,0-5-24,-3-1 1,1 1 0,-6 2-1,2 3 23,-2-3 1,-2-1 146,-2-3-8,0 1 0,0 9-85,0 8 1,0 8-1,0 9 1,0 3-174,0 3 1,0-4 0,0 5 0,0-3-345,0 2 1,0-3-1,0 3 468,0-4 0,0 7 0,0 1 0</inkml:trace>
  <inkml:trace contextRef="#ctx0" brushRef="#br0" timeOffset="266">297 348 7864,'10'8'62,"-4"4"0,-4 3 34,-2 3 1,0-1 0,0 0 0,0 1-160,0-1 1,0 7-1,0 1 1,0 2-51,0 4 1,0-4-1,0 2 1,0 1-43,0-3 0,2 0 0,2-6 1,1 2-199,-1-1 1,-2-3 352,-2-1 0,8-9 0,2-1 0</inkml:trace>
  <inkml:trace contextRef="#ctx0" brushRef="#br0" timeOffset="484">472 156 7800,'0'25'-528,"0"-5"1,0 5 0,0-2 639,0 0 1,0 7 0,0-5 0,0 2 350,0 4 0,0 2 1,2 2-1,2 0-595,2 0 0,1 0 0,-3 0 0,2-2-107,-2-4 1,0 2-1,0-8 1,2-2-254,-3-1 492,-1-10 0,-2-3 0,0-7 0</inkml:trace>
  <inkml:trace contextRef="#ctx0" brushRef="#br0" timeOffset="998">734 208 7827,'10'0'439,"-3"0"1,-5-1-1,2-5-250,2-6 1,2 2 0,-4-1 0,3-3 32,3-1 0,-4-3 1,6 1-1,-1-1-195,-1 1 0,5 5 0,-5 0 1,2 1-172,-1 1 1,-5-3 55,6 7 0,-8 2 0,2 10 0,-4 5 33,-2 5 0,-2 7 0,-4 2 0,-6 2 26,-3 5 0,-3 1 0,1 1 0,-1 1-17,1 0 1,1-2 0,3-2 0,1-3-155,-2-3 1,7 0-1,-1-6 1,2 1-581,0-5 1,0-1-23,6 3 802,0-7 0,8-2 0,2-8 0</inkml:trace>
  <inkml:trace contextRef="#ctx0" brushRef="#br0" timeOffset="1183">874 890 7915,'0'17'-5,"-2"0"1448,-4 1-1411,4-8 1,-4-5 0,10-10-643,2-7 0,5-4 1,-3-1 609,2 0 0,-6-1 0,4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04.187"/>
    </inkml:context>
    <inkml:brush xml:id="br0">
      <inkml:brushProperty name="width" value="0.06" units="cm"/>
      <inkml:brushProperty name="height" value="0.06" units="cm"/>
      <inkml:brushProperty name="color" value="#E71224"/>
    </inkml:brush>
  </inkml:definitions>
  <inkml:trace contextRef="#ctx0" brushRef="#br0">4768 105 7459,'-2'16'1617,"-3"-5"-1244,3-3-248,-14-8 1,12 0 50,-7 0 1,5 0 73,-6 0 0,0 0 9,-5 0 1,0 0 0,-1 0-60,1 0 0,5 0 0,0 0-31,-1 0 0,-3 0 0,-3-2 1,-3-2-7,-1-2 0,0 1 0,5 5 0,-1 0-61,-4 0 1,3-6 0,-5 0 0,2 2-76,0 2 1,-7 2 0,5 0-1,0 0-38,0 0 0,-4 0 0,5 0 0,1 0-19,-2 0 0,4 0 0,-7 0 0,3 0 41,4 0 0,-1-6 0,1 1 1,-4 1 25,-2 2 1,3-4-1,-3 0 1,0 2 5,0 2 0,0-4 1,-4 1-1,4 1-3,1 2 1,-5 0-1,2-2 1,-2-2 49,2 2 0,-4 2 0,6 0 0,-2-2-74,0-1 0,1-1 0,-3 6 1,4 0 16,2 0 0,-4-2 0,4-2 0,-1-2-3,1 2 1,-4 2 0,6 2-1,0 0-9,-3 0 0,5 0 0,-6 0 0,0 0 13,-1 0 0,5 0 1,-4 0-1,2 0 22,3 0 1,-3 0 0,2 0 0,0 0-18,-3 0 0,7 0 1,-6 0-1,2 0-5,-1 0 0,1 0 0,4 2 0,-3 2-22,-1 2 1,0 0-1,5-6 1,1 2-35,-1 4 0,1-4 1,-1 3-1,1-1 11,-1 2 1,-1-2-1,-2 6 1,-3-3 9,3-3 1,2 4-1,1 0 1,-1 0 14,-5-1 0,5 5 0,-6-4 1,2 1 28,-1 5 0,-1-4 1,4-1-1,-5 1 0,-1 0 1,4-4-1,-4 5 1,0 1-7,-1-2 1,7 5 0,-4-5 0,2 2 0,-1-1 0,-5-5 0,4 6 0,0 1-1,0 3 0,1-5 0,5 1 1,-2 2-25,-3 1 1,-1-3 0,4-1 0,-3 3-12,3 2 0,0-5 1,-1 1-1,-1-1 20,2-1 0,-1 6 0,1-7 0,-4 3 4,-2 0 1,5-1 0,-1 5 0,2-3-22,-3-1 0,5 0 0,-6 5 0,1 1 0,1-1 1,-2 1 0,4-1 0,-5 0 3,-1 1 1,6-1 0,-2 1 0,3-1 16,3 1 1,-7 5 0,1 0 0,2-1 37,1-3 1,1-1-1,-2-1 1,-3 1 19,3-1 0,2 0 0,1 1 1,3-1-39,3 1 1,-4-1 0,5 1-1,-5-1-33,-1 1 0,-1-1 1,1 1-1,-1-1-16,1 1 0,5-3 0,1 1 1,-3-3-4,-1 1 1,3 11 0,0-8 0,-1 3 25,-3-1 1,5-1 0,-1-1 0,-2 1-4,-1-1 1,3 6 0,2 1-1,1-3 4,-1-2 1,4-1 0,-5-1 0,-1 1 33,2-1 0,1 1 0,5-1 1,-4 1-63,-2-1 0,4 6 1,-3 1-1,1-3-23,4-2 0,-6 5 1,1 1-1,-3 2 58,0 4 0,6-4 0,-3 2 0,-1 3 4,0 1 0,1-1 1,-5 0-1,4-3 14,3 2 1,-7 4 0,4 3 0,-1 1 11,-1-6 1,6 2 0,-3-4 0,-1 6 19,0 4 0,6 0 0,-4-6 1,3 1-25,-1 5 0,0-4 0,4 6 1,-2-3-9,-2 1 0,1 2 0,5-2 0,0 5 7,0 5 0,0-5 0,0 1 1,0 1 15,0 3 1,0 3 0,0 2 0,0 5 24,0 1 1,0-4 0,2 4 0,1 2 59,3 4 0,2-4 0,-4 8 1,4-8-29,1-4 0,-3 6 1,6-4-1,-1-2-62,-1-7 1,4-1-1,-7-7 1,1-1-4,0-3 1,-2-4 0,-4-4 0,2-4 9,1-6 1,1 2-1,-6-1-100,0-3 0,0-7-4,0-3 373,0-7 180,0 4-308,0-8 0,0-2-8,0-4-273,0 4 0,0-8 0,-2 7-11,-3-3 0,1-2 79,-8 2 41,8 4 0,-9-7 203,7 3-112,-8 4-180,12-6 0,-8 8-62,5 0 54,3 0 16,-6 0 143,8 0 241,0 0 1,-2-6-335,-4 0 1,2-1 0,-5 1-46,1-6 1,-6-9 0,3-4 0,-5-5 3,-1-6 0,-1-1 0,-1-12 0,-3-3-51,-1-4 1,0-10 0,5 2 0,1-2-13,-1 2 1,1 9 0,1 13 0,3 3 51,1 6 22,8 9-295,-3 7 39,7 9 1,2 14 268,3 0 0,-3 7 1,6-1-1,0 4 99,3 1 1,-1 1 0,2-1 0,-1 2-35,-1 5 0,6-3 0,-5 8 1,3 0-28,-2-2 0,3 6 0,-5-3 0,1 1-23,1-2 1,-6 6-1,4-2 1,-1 7-15,1 5 1,-6-4 0,4 7 0,-3 5 15,1 3 0,0 10 0,-6-4 0,0 0 107,0-4 0,0-9 0,-2-5 0,-2 1 17,-2 0 0,-5-12 0,3 0 0,0-6-122,1-6 0,-5-1 50,6-3-210,0-7 98,6-3 0,0-8 72,0-5 1,0-4-18,0-7 1,0-1-1,0 1 1,2-1 2,4 1 1,-2-1-1,6 1 1,-1-1-2,1 1 1,-4-6-1,4-1 1,-1 1-20,1-2 0,2 3 0,5-7 1,0-2-41,1-2 0,7-4 0,6-3 0,8-7-122,8-3 0,11-18 0,-26 30 1,2 0-1,3-5 0,1-1-301,6-5 0,0-1 0,0 0 0,1-1 1,4-7-1,1-3 0,1 0 0,1-2-3216,2-2 0,1-2 3692,1-5 0,2-1 0,5-2 0,0-2 0,-21 24 0,0-2 0,0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16.084"/>
    </inkml:context>
    <inkml:brush xml:id="br0">
      <inkml:brushProperty name="width" value="0.06" units="cm"/>
      <inkml:brushProperty name="height" value="0.06" units="cm"/>
      <inkml:brushProperty name="color" value="#E71224"/>
    </inkml:brush>
  </inkml:definitions>
  <inkml:trace contextRef="#ctx0" brushRef="#br0">36 714 8303,'-12'6'501,"0"0"0,9 8 0,-3-3 0,4 7-52,2 5 0,0 4 0,0 10 0,0 4-122,0 5 0,6 5 1,1 1-1,1 1-212,0-1 1,4 4 0,-7-1 0,-1-7-1,-2-3 0,-2-10 0,0-8 77,0-2-353,0-9 1,0-16-1,-2-12 1,-2-5-100,-1-7 0,-1 1 0,6-10 0,0-6 102,0-3 0,0-1 0,0-8 0,0-3-62,0 0 1,0-12-1,0 0 1,2 0 8,4-2 0,3 2 0,9 2 0,-1 8 483,1 7 0,-1 16 0,1 16 1,-1 9 44,0 6 0,1 4 0,-1 6 0,1 9-106,-1 10 1,-5 6 0,-2 4 0,-3 4-206,-3 5 1,-2-3 0,-2-2 0,0-4-314,0-2 0,0-2 0,-2-4 0,-4-6-33,-5-4 0,1-3 1,0-2-1,1-5-140,-1-1 1,6-4 0,-4-8 0,3-6 479,-1-5 0,-8 1 0,4-11 0</inkml:trace>
  <inkml:trace contextRef="#ctx0" brushRef="#br0" timeOffset="850">542 575 7878,'0'17'0,"0"1"257,0-1 0,0 1 0,0-1 0,0 2 529,0 5 0,0-3 1,2 8-1,2 2-161,2 2 1,0-4 0,-6 0-1,0 1-135,0-3 0,6-2 0,-1-8 1,-1 1 253,-2-1 0,-2 1 486,0-1-442,0-7-308,0-2 0,0-10-234,0-4 0,-2 2-446,-4-8 129,4 1 0,-7-5 81,3 5 1,4 1 90,-4 4 21,4 4-176,2-6-21,0 8-1884,0 0 1873,0-7 0,0-3 0,2-7-65,4-1 0,-2-5 0,6-1 0,-1 1-106,1-2 1,-4 4 0,5-7 0,1 3 15,-2 4 1,3 1-1,-5 3 133,2 0 0,0 5 0,3 2 95,-1 2 0,-1 5 0,5 8 208,-4 7 0,1 4 0,-5 1 0,0 0-84,-1 1 0,5-1 0,-4 1 0,0-1-24,-1 1 0,1-1 0,-4 1-44,2-1 0,2-1 0,-5-3-168,3-1 0,0-6 0,-4 3-164,4-1 1,-2-2 149,7-6 1,-5-2 0,4-4 0,0-3-109,-1-1 0,1-6 0,4 5 0,-5-5-41,-1-1 0,4-7 0,-5 1 134,3 2 0,-6 1 0,2 3 194,-4-1 1,-2 7 0,-2 1-17,-4 2 1,2 3 0,-7 6 0,-3 5-4,-2 6 0,-1 3 1,0 5-1,-1 3-135,1 6 0,-1 4 0,3 2 0,1 0-251,2 0 0,8 0 0,-1 0 1,3-2-305,2-4 1,2 2 0,3-8 0,9-1 105,7-3 0,7-9 0,7-4 1,-1-4 562,1-2 0,0-8 0,0-2 0</inkml:trace>
  <inkml:trace contextRef="#ctx0" brushRef="#br0" timeOffset="1183">1398 697 7774,'-19'0'0,"-3"2"0,-1 2 550,2 2 1,1 1 0,3-3 0,1 4-108,5 2 1,-5-4 0,6 5-1,-1 3-149,-1 1 0,6 3 0,-3-1 46,1 1 1,2-1-271,6 1 1,0-1 0,2-1-118,4-5 0,1-1 1,7-6-1,-2 4 217,1 1 0,3 1 1,1 4-1,-1-3 17,-5 3 0,5 1 1,-4 3-1,1-1-82,-1 1 1,-2 1 0,-7 3-1,3 3-276,-2 2 0,-4-4 1,-4 4-1,-4-1-396,-1-5 0,-3 2 0,-5-3 0,-1-5-366,1 1 1,5-9-1,0-1 247,-1-4 1,3-12 0,0-5 685,3-6 0,-7-10 0,4 3 0</inkml:trace>
  <inkml:trace contextRef="#ctx0" brushRef="#br0" timeOffset="1535">1381 907 11227,'17'5'1151,"0"1"-993,1-2 1,-1-2 0,1-4 0,-1-2-40,1-2 1,-3-7-1,-1 3 1,-2-2-134,1 1 0,-3-1 0,-1-5 0,-1-1-18,-4 1 1,-2 5 0,-2 1 48,0-3 1,-2 4-1,-4 1-108,-5 1 0,-5 4 0,-1 10 1,-1 5 17,1 5 1,-1 1 0,3 3-1,1 1 69,3 2 0,1 1 0,-2-5 0,4 2-128,1 3 1,5-1-1,-4-6 1,6 1-252,6-1 1,3 1-1,9-3 1,-1-3-159,1-6 0,5-4 1,2-2-1,3 0 27,3 0 0,-4-8 0,0-4 0,-2-3 514,-4-3 0,3-5 0,-5 0 0,-3 1 0,-3-5 0,5 0 0</inkml:trace>
  <inkml:trace contextRef="#ctx0" brushRef="#br0" timeOffset="1951">1747 819 7762,'10'0'828,"-2"0"1,-8 2-474,0 4 0,0 4 0,0 7 1,0 1 44,0-1 0,0 1 0,0 1 0,0 2-27,0 3 0,2 5 1,2-4-1,1 0-171,-1 0 1,-2-1-1,0-7-188,4 1-1126,-4-1 864,6-7 1,-8-4-1,2-12 1,1-6-1,3-3 1,0-3 0,-6-1 0,2-3 31,4-1 0,-4 0 0,4 5 0,-2 1 253,1-1 1,-3 1-1,6 0 220,0-1 0,-6 6 1,6 3 190,-1 1 0,-3 4 1,6 10-9,-2 6 1,3 3 0,-3 3 0,2 1-119,3 4 1,-3-3 0,2 5 0,1-2-389,3 0 0,-1 1 1,-1-7-1,-2-1-168,1-5 0,-3 3 0,1-8-556,3-2 1,2-2 0,1-4 0,-1-4-46,-5-6 1,5-5 0,-5-5-1,5-3 296,1-2 1,-5-2 0,0-6 0,1-2 538,3-4 0,9-3 0,2-9 0</inkml:trace>
  <inkml:trace contextRef="#ctx0" brushRef="#br0" timeOffset="2169">2446 68 7738,'0'-17'497,"0"-1"0,-2 3 0,-4 3 401,-6 6 1,3 8 0,-3 10-1,0 11-352,3 8 1,-5 14 0,6 5 0,1 9-307,-1 3 0,2 4 0,6 7 0,0 5 28,0 2 1,2-1 0,4 3-1,5-7 57,5-3 0,1-8 0,1-4 0,-3-7-90,-3-14 1,4-10-1994,-5-12 0,3-9 336,-3-8 0,-3-8 1,-8-9-1,0-3-1173,0-3 2595,0 4 0,0-14 0,0 5 0</inkml:trace>
  <inkml:trace contextRef="#ctx0" brushRef="#br0" timeOffset="2368">2027 505 9276,'-8'6'1047,"8"0"1,15-1 0,16-5-1,6 0-852,4 0 1,10-2 0,-1-1 0,8-5-176,4-2 1,-3-2 0,5-5 0,0-2-341,-2-5 0,6-1 0,-4-6 1,0 2-2706,-6-2 3025,0-2 0,-13-2 0,7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12.436"/>
    </inkml:context>
    <inkml:brush xml:id="br0">
      <inkml:brushProperty name="width" value="0.06" units="cm"/>
      <inkml:brushProperty name="height" value="0.06" units="cm"/>
      <inkml:brushProperty name="color" value="#E71224"/>
    </inkml:brush>
  </inkml:definitions>
  <inkml:trace contextRef="#ctx0" brushRef="#br0">123 360 8404,'9'-2'1210,"-3"-4"0,-4 2-583,-2-7 1,0 5 95,0-6 1,-2 8-439,-4-2 0,3 4 1,-9 4-219,-2 4 1,5 4-1,-3 7 1,-2 3-135,-1 3 1,3 4 0,1 8 0,-1 0-45,2 0 1,3 0-1,7 0 1,0-2-544,0-4 0,1-4 0,5-7 0,8-3-2214,7-3 2868,-1-4 0,13-16 0,-6-2 0</inkml:trace>
  <inkml:trace contextRef="#ctx0" brushRef="#br0" timeOffset="852">490 377 10794,'-18'18'322,"8"-7"0,3-1 0,1 0-136,0 0 0,0 1 0,6 7 0,0-1-35,0 1 1,0-1 0,0 0-133,0 1 1,6-1-1,2-1 1,1-4-25,5-7 1,2-3 0,1-2 0,0 0-10,1 0 1,-1-7 0,1-5 0,-3-4-10,-3-1 1,2-1 0,-9 1 0,-1 0-68,-2-1 0,-2 1 0,-2-1 0,-4 3-64,-5 3 1,-5 2 0,-1 6 0,-1-1-29,1 1 0,-1 2 0,1 2 0,0 0-1599,-1 0 0,1 2 1781,-1 4 0,1 3 0,-1 9 0</inkml:trace>
  <inkml:trace contextRef="#ctx0" brushRef="#br0" timeOffset="1283">926 412 7801,'-17'0'112,"-1"0"1,7 0 0,-1 0 392,-2 0 1,5 2 0,-3 2-199,-2 2 1,5 6 0,-1-5-21,2 3 1,0-6 0,5 4 11,-3-1 0,0 3 0,4 8-54,-4-1 1,4 0 0,-4 1-188,4-1 1,2 1 0,2-1-33,4 1 1,2-7 0,6-1 0,-3-2-104,3-4 1,1-2 0,3-4 76,-1-4 0,1-4 1,-3-7-1,-1-1-24,-3 1 0,-1-3 1,2-1-1,-4-2-41,-1 1 1,-5 3 0,4 2 0,-4-1-196,-2 1 1,-2 5 0,-4 0-465,-5-1 1,-5 5 0,-1 2-1218,-1 4 1941,8 2 0,-5-7 0,5-3 0</inkml:trace>
  <inkml:trace contextRef="#ctx0" brushRef="#br0" timeOffset="2015">1136 360 7885,'-6'11'0,"-2"-1"197,-2-2 1,7 6-1,-5-5 1,2 3 405,0 0 0,0-1 0,6 9-202,0 3 1,0-8 0,0 7 0,0-1-104,0-2 0,0 1 1,0-3-1,0 1-94,0-1 0,0 1 0,0-1 1,0 1 12,0-1 1,0 1-286,0-1 0,0-5-148,0-1 1,0-9 0,2-2 96,4-9 0,-4-7 0,4-3 1,-2-3 32,2-1 1,-5-6 0,7 4-1,-2-1-80,0 1 0,0-6 0,-4 4 0,2 0-15,1 4 0,3 3 1,-4 3-1,2-1-210,-2 1 0,3-1 1,1 3-501,2 3 1,-4 4 255,5 8 0,1 0 0,5 2 635,1 4 0,-1 4 0,1 7 0</inkml:trace>
  <inkml:trace contextRef="#ctx0" brushRef="#br0" timeOffset="2498">1607 28 7768,'-11'-12'1832,"-1"1"-1224,0 7 1,3 4 0,3 11-1,4 7-102,2 5 1,0 4 0,2 8 0,4 2-155,5 4 1,5-2-1,1 7 1,1 3-253,-1 1 1,1-3 0,-1-3 0,1-1-59,-1-4 1,-1-2-1,-3-4 1,-3-4 115,-2-6 1,-1-5-357,-1-7-67,-4-3 1,0-10 0,-10-4-4,-1-5 1,3-3-1,-6 1 1,0 1 72,3-2 0,-7-1 0,5-3 0,-5 1 3,-1-1 1,-1 7 0,1-1-1,-1 0 71,1 3 1,-1-1 0,1 6 251,-1-2 1,1 2-1,1 10-24,5 6 0,-3 5 0,8 5 0,2 1-116,3-2 0,1 7 0,0-1 1,0 2-221,0 0 0,1-2 0,3 4 0,4-4-258,2-1 1,1-3 0,7-6 0,-1-1-191,1-5 0,-1-3 1,1-8-1,1 0-7,4 0 0,-3-8 684,3-3 0,-3-5 0,-3-1 0</inkml:trace>
  <inkml:trace contextRef="#ctx0" brushRef="#br0" timeOffset="2848">2096 395 8291,'0'-12'2783,"0"0"-1991,0 9 1,-2-5-136,-4 8 0,-3 2-513,-9 4 0,3 3 1,1 9-1,4-1-121,3 1 0,-5-1 0,4 1-142,-1-1 0,5 1 0,-2-1-194,4 0 0,2 1 0,2-3 300,4-3 0,3-2 0,9-6 0,-1 3 232,1 3 0,5-4 0,0 4 0,-1-3 99,-3-3 1,-1 6 0,-1 0 0,-1 1-42,-5 1 1,-3 0-1,-8 5-771,0 1 1,-8 5 0,-5 0 0,-7 0-3342,-3 3 3835,-8-7 0,-4 14 0,-10-6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19.218"/>
    </inkml:context>
    <inkml:brush xml:id="br0">
      <inkml:brushProperty name="width" value="0.06" units="cm"/>
      <inkml:brushProperty name="height" value="0.06" units="cm"/>
      <inkml:brushProperty name="color" value="#E71224"/>
    </inkml:brush>
  </inkml:definitions>
  <inkml:trace contextRef="#ctx0" brushRef="#br0">245 385 7822,'-11'0'-1,"-1"0"348,-1 0 0,-1 1 0,0 3 0,5 4 243,1 2 0,-6-4 1,5 5-1,-3 3-199,0 1 1,1 5 0,-7 1 0,1 4-131,-1 3 1,7-5 0,-1 6 0,0 2-150,3 2 0,1 2 0,8-2 0,0-2-145,0-2 1,2-8 0,4 3-1,7-5-190,9-1 0,-3-9 1,6-3-1,0-4-930,5-2 1,3-8 0,0-5 1152,-4-9 0,4-5 0,-6-8 0</inkml:trace>
  <inkml:trace contextRef="#ctx0" brushRef="#br0" timeOffset="368">542 507 7778,'-6'11'102,"1"1"1,-9-6 0,2 6-1,-1 1 382,1 3 1,-3 1-1,5 1 1,-2-1-57,1 0 0,-1 7 0,-3 1 0,3 0-162,6 0 0,-2 6 0,2-3 1,3-1-119,1-4 0,4-3 0,1-3 0,5-2-86,2-3 1,2-4 0,5-8-1,1 0-47,-1 0 0,0-10 0,1-5 0,-1-9-72,1-3 0,-3 4 0,-1-6 1,-2-2 57,1-2 0,-5 4 0,-2 2 1,-4-1-45,-2 1 1,0 6 0,0-2 0,-2 3-314,-4 3 1,-4 1 0,-7 3 0,-1 3-744,1 2 1,-1 2 0,1 6 219,-1 0 1,7 8 878,-1 4 0,8 3 0,-3 3 0</inkml:trace>
  <inkml:trace contextRef="#ctx0" brushRef="#br0" timeOffset="768">857 594 7778,'9'8'536,"-1"-6"0,-8 7 0,-2-5-128,-4 2 1,4 2-1,-5-4-143,-1 2 0,-2 7 1,-5-1-1,1 3-6,2 3 0,1-1 1,-5 1-1,3 1-85,1 4 1,6-1-1,-3 5 1,1 0-112,4 0 1,2-5-1,4 1 1,4-4-63,5-1 0,5-8 0,1-5 0,1-3 123,-1-2 1,7-4 0,1-5 0,0-11 34,0-5 0,-1-4 1,-7-6-1,-1 0-130,-5 0 1,3 0-1,-8 2 1,-3 2-68,-1 2 0,-4 8 0,-3-3 0,-7 5-264,-4 2 1,-7 7-1,-2 4 1,-2 4-362,-4 2 1,5 0 0,3 0 0,4 0-747,1 0 1,1 8 1408,-1 4 0,9 3 0,1 3 0</inkml:trace>
  <inkml:trace contextRef="#ctx0" brushRef="#br0" timeOffset="1134">1136 612 7745,'0'17'131,"-6"-5"1,0-1 261,3 3 0,1 1 1,2 3-1,0-1 402,0 1 1,0-1 0,0 1 0,2-1-474,3 1 1,-1-1-1,6 1 1,-2-1-124,-4 1 0,3-1 1,-1 0 41,-2 1 1,0-3-393,2-3 98,-4-4 0,5-16 0,-7-4 1,0-3 2,0-3 0,0-7 0,2-2 0,2-4-120,2-4 0,2 10 0,-4-10 0,4 2 65,1 0 1,1 4-1,4 2 1,-3-1-66,3 1 1,-5 6-1,3-2 1,2 3-257,1 3 0,3 5 0,-1 2 0,3 3-310,3 3 0,-2-4 0,6 2 0,0 2 736,1 2 0,1 2 0,6 0 0</inkml:trace>
  <inkml:trace contextRef="#ctx0" brushRef="#br0" timeOffset="1568">1887 0 7843,'-14'18'0,"-3"-1"685,-2 1 1,-1 1 0,5 2 0,1 7 52,2 5 1,9 0-1,-3 15 1,4 6-27,2 9 1,10 4-1,5 5 1,8 4-341,4 5 1,-3 1-1,5-1 1,0-3-507,-2-12 0,-2-10 0,-7-9 1,-3-6 533,-3-5-559,4-16 0,-15-7-154,5-18 0,-6-5 0,-4-8 1,-3-1 2,-3-4 0,-2 1 0,-5-5 0,-1 0-89,1 0 0,-1-2 0,-1-8 0,-2 0 62,-3 2 1,-1-2-1,4 14 1,-2 2 378,1 1 1,3 5 0,1 3 370,1 6 0,5 4 0,3 4-190,1 4 0,2 10 0,6 7 0,0 0-172,0 2 1,0-5-1,2 3 1,2-2-320,2 3 0,5-5 1,-3 6-1,2-1-385,3-1 0,3 0 1,1-5-1,1-1-73,-1 1 1,6-1 0,3-1 0,-1-5 725,0-5 0,6 4 0,-4-1 0</inkml:trace>
  <inkml:trace contextRef="#ctx0" brushRef="#br0" timeOffset="1917">2463 507 8924,'-17'0'430,"-1"0"0,1 0 290,0 0 0,1 2 0,2 2 0,5 3-117,1 3 1,-6 2-1,5 5-423,-1 1 0,-4-1 1,9 2-1,-1 3-142,-2 1 1,6-5 0,-4-7 0,4 3-150,2 1 0,2 1 1,2-3-1,4-3-63,2-2 1,1 4 0,7-5 0,-1 1 168,1 0 0,-1 3 0,-1-3 1,-3 0 225,-1 0 1,-1 3 0,5-3 0,-2 0 48,-3 0 1,-5 3 0,4-3 0,-3 2-10,-3 3 0,-2-3 0,-2 2 0,-2 1-627,-3 3 0,-7 1 1,-9-1-1,-5-3-1557,-1-1 0,-8-2 1923,-6 1 0,-7 5 0,3-6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22.185"/>
    </inkml:context>
    <inkml:brush xml:id="br0">
      <inkml:brushProperty name="width" value="0.06" units="cm"/>
      <inkml:brushProperty name="height" value="0.06" units="cm"/>
      <inkml:brushProperty name="color" value="#E71224"/>
    </inkml:brush>
  </inkml:definitions>
  <inkml:trace contextRef="#ctx0" brushRef="#br0">245 612 7846,'-8'12'242,"-3"-1"1,1-7 0,-2 2 323,-1-4 1,3 0-1,-2 2-187,-1 2 1,-3 1 0,-1-3-231,-1 2 0,3 2 0,1-4 1,2 4-104,-1 1 1,3 3 0,0 5 0,1-1-112,-1-5 1,6 13 0,-2-3-55,4 4 1,2-5 0,0-9-1,2 1-79,4-2 0,4 3 0,7-7 0,3-2 47,3-2 0,-2-2 0,7-2 0,-1-4 114,0-5 0,-6-7 1,3-3-1,-3-3 35,2 3 1,-5 2 0,1 1 454,-5 1 1,-5-1 15,3 1 1,-4 9-1,-8 8 1,-2 10-183,-4 5 1,2 11 0,-6 3 0,1 4-164,-1 2 0,6 0 0,-2-1 0,4 1-484,2 0 0,0-2 1,0-4-1,0-5-1199,0-5 0,2-3 675,4-5 1,-2-11 0,8-11 883,1-5 0,10-17 0,5-4 0</inkml:trace>
  <inkml:trace contextRef="#ctx0" brushRef="#br0" timeOffset="401">629 1 7772,'-8'17'0,"-1"3"358,-1 3 0,-4 6 0,7 10 1,-1 4 365,0 1 0,2 5 0,6 9 0,0 4-411,0 0 1,2-2 0,2-5 0,4 1-100,2 2 1,-5-2-1,5-9 1,-2-6-176,-4-4 1,4-10-1,-3-4-309,-1-4-177,-2-9 0,4-4 1,0-12 34,-2-6 0,-2-3 0,0-2 1,1-1 219,3 1 1,0-7 0,-4 1 0,2 2 136,2 1 1,1-3 0,-3 0 86,2 1 0,6 3 1,-4 3-1,-1 3 327,1 1 1,0 8-1,-2-2 4,5 5 1,-3 2 0,0 5 0,-2 8-84,0 7 0,-1-1 0,-3 5 0,2 0-162,2 4 1,0 2 0,-8 0 0,-2-4-298,-2-1 1,-5-1-1,3-6 1,0 1-1666,0-5 0,-5-3 1844,1 0 0,-4-5 0,-1-7 0</inkml:trace>
  <inkml:trace contextRef="#ctx0" brushRef="#br0" timeOffset="1033">1118 595 7830,'10'-8'3229,"-2"6"-2792,-8-6 0,0 10 0,-2 4-227,-4 6 0,2 3 0,-6 4 1,1 3-45,-1 1 0,4 0 1,-4-3-1,3 1-133,3 2 0,0 1 1,0-7-1,-2 1-75,2-1 1,2 1 0,2-1 10,0 1 0,2-3 1,2-1-1,2-3 230,-2 3 1,0-4 0,0 1-249,1 3 0,1 1 1,-6 3-180,0-1 0,0-5 0,-2-2-1343,-4-3 1,3-1-1027,-9-6 2597,8 0 0,-11-8 0,5-1 0</inkml:trace>
  <inkml:trace contextRef="#ctx0" brushRef="#br0" timeOffset="1367">1258 734 7742,'0'18'489,"0"-1"1,0 1-1,0-1 1,0 1-16,0-1 0,8-1 0,3-3 1,5-1-208,1 1 0,7-5 0,1-2 0,0-4-130,0-2 0,0-2 1,-3-4-1,1-5 22,-2-5 0,-1-3 0,-3-3 1,-1-3-289,-5-2 0,3 4 1,-8-5-1,0 1-100,1 0 1,-5 6 0,4-3-1,-6 5 47,-6 2 0,3 1 0,-9 3 0,-2 3-15,-1 2 1,-5 2-1,-1 6 1,-2 2 53,1 4 1,3 4 0,2 9 0,-1 2 59,1 3 1,1 5-1,2-4 1,5 0-144,1 1 1,0 5 0,4-4 0,-1 2-31,1 0 0,4-8 0,5 3 0,7-5-289,4-2 1,7-1 0,2-4 544,2-7 0,2-3 0,6-2 0</inkml:trace>
  <inkml:trace contextRef="#ctx0" brushRef="#br0" timeOffset="1800">1817 630 7742,'-8'27'29,"-4"-8"0,-9-7 1,0 1 179,5 3 1,1 1-1,7 1 1,0 1 604,0 4 0,-3-1 1,5 5-1,2 0-437,2 0 1,2-3 0,2 3 0,4 0-196,5 0 1,-1-6 0,2 3-269,1-5 1,-3-7 0,2-3-331,1-1 1,-3-2-1,0-8-29,-3-4 1,5-3 0,-4-9 0,0 1 137,-1-1 0,5-5 0,-6 0 0,0-1 148,1-1 1,-3 6-1,6-5 1,-2 5 187,-4 2 0,3-1 0,-1 1 601,-2-1 1,0 3 274,2 3 1,-2 6-556,7 12 1,-7 10 0,2 7 0,-4 0-131,-2 2 1,6 1-1,2 5 1,-1-4-382,1-2 0,4 0 1,-5-3-491,3 1 1,-4-2-1,4-7 1,-1-5-125,1-1 1,-4-2-1,6-8 200,1-4 0,-3-3 0,0-9 0,-3-1 575,-3-5 0,6-3 0,0-8 0</inkml:trace>
  <inkml:trace contextRef="#ctx0" brushRef="#br0" timeOffset="2051">2463 18 7742,'-8'20'1351,"-4"1"-826,-3 2 1,-1 8 0,3-2-1,1 8-2,-1 10 0,3 1 0,0 16 1,1 2-54,-1 2 1,6 0 0,-2-2-1,4-2-292,2 2 1,0 0 0,2-4-1,4-9-204,6-11 0,1-5 0,1-6 1,-3-5-466,3-9 1,-4-11-1,1 0-430,3-4 1,-1-6 0,1-6 0,-4-9 104,-2-7 0,3 3 1,-3-6-1,0-2-622,-1-2 1438,-1 6 0,-6-14 0,0 4 0</inkml:trace>
  <inkml:trace contextRef="#ctx0" brushRef="#br0" timeOffset="2233">2218 420 7742,'-5'12'855,"-3"-1"17,-2 3 1,6 1 0,-2 3-345,4-1 1,10-1-1,6-3 1,5-3-202,5-2 1,7 4-1,0-7 1,5-1-173,5-2 0,8-4 0,-3-4 0,7-5-488,5-5 1,-4-7-1,4-2 1,-3-2 332,-3-5 0,-7-8 0,-2-5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46.700"/>
    </inkml:context>
    <inkml:brush xml:id="br0">
      <inkml:brushProperty name="width" value="0.06" units="cm"/>
      <inkml:brushProperty name="height" value="0.06" units="cm"/>
      <inkml:brushProperty name="color" value="#E71224"/>
    </inkml:brush>
  </inkml:definitions>
  <inkml:trace contextRef="#ctx0" brushRef="#br0">35 332 8048,'-12'-6'963,"1"0"-10,7 0-648,-4 6 0,8 8 0,0 4 1,0 5-43,0 7 0,6-3 0,0 8 0,0 4-198,1 6 1,-3 0 0,6 7 0,-2 1-259,-4-3 1,3 5 0,-1-6 0,0-1-496,2 1 0,-6-4 1,3-10-1,-3-6-1341,-2-3 2029,8-3 0,-6 0 0,6 1 0</inkml:trace>
  <inkml:trace contextRef="#ctx0" brushRef="#br0" timeOffset="684">52 245 7825,'-7'11'69,"-5"1"1,2-8 1034,-1 1-877,7-3 1,-2-2-1,12 0 35,6 0 0,3-5 0,2-1 0,1 0-108,-1-2 0,7 4 0,1-5 0,2-1-131,4 0 0,-4 4 1,0-3-1,1 1-204,-1 4 1,0-4-1,4 2 1,-4 3-214,-2 1 1,-1 2 0,-7 0 0,1 0-377,-1 0 0,1 0 1,-1 0 769,0 0 0,1 0 0,-1 0 0</inkml:trace>
  <inkml:trace contextRef="#ctx0" brushRef="#br0" timeOffset="933">559 175 7783,'-6'11'98,"0"1"0,-7 0 0,3 5 1,0 1 235,5-1 1,1 8 0,0 6 0,-2 8-52,2 8 0,4-3 0,4 3 1,4 1-393,1 3 1,-5 1 0,4-1-1,-2-3-193,0-1 1,-1-8 0,-5-1-1,0-5-345,0-4 0,0-7-754,0 1 1401,0-4 0,-7-9 0,-3-2 0</inkml:trace>
  <inkml:trace contextRef="#ctx0" brushRef="#br0" timeOffset="1217">140 1065 7738,'-6'12'392,"0"0"1,8-9 0,10 3-1,3-4-243,3-2 1,7 0 0,4-2 0,2-2-191,-2-1 1,4-7-1,-4 4 1,4-1-81,2-5 0,-6 4 1,0-1-1,1-3-250,-3-2 0,4 1 0,-8 1 371,-2 3 0,-1-9 0,-3-7 0</inkml:trace>
  <inkml:trace contextRef="#ctx0" brushRef="#br0" timeOffset="1533">1030 506 7701,'-17'2'126,"0"4"0,-5 4 0,3 7 0,3 1 278,1-1 1,5 9 0,0 3 0,3 6-140,3 5 0,2-1 0,2 6 0,0-1-253,0 1 0,0 0 0,0 1 1,2-5-282,4-4 0,-5-2 1,5-2-1,-4-4-1092,-2-6-493,8-3 1854,2-11 0,7-9 0,1-9 0</inkml:trace>
  <inkml:trace contextRef="#ctx0" brushRef="#br0" timeOffset="1850">1030 454 7975,'-7'0'645,"7"0"0,7 6 0,11 2 0,-1-1-399,1 1 1,-1 0-1,3-4 1,-1 4-109,-1 1 0,3-3 0,-11 6 0,1-1-38,1-1 1,-8 6 0,2-5-211,-4 5 0,-4 1 0,-2 1 0,-4-1-180,-2 1 1,-1-7 0,-7 1 0,1 0-310,-1-3 1,-5 1-1,0-6-57,1 2 0,3 0 0,3-8 656,5-4 0,-5-4 0,7-7 0</inkml:trace>
  <inkml:trace contextRef="#ctx0" brushRef="#br0" timeOffset="2133">1485 0 7637,'-8'12'0,"-4"-3"488,-3-1 0,-3 6 0,3-1 0,1 7-58,2 3 1,7 6 0,-5-2 0,2 4-96,4 6 1,2 4-1,2 0 1,0 3-236,0 1 1,0 3-1,0-5 1,2 0-286,4 0 0,-4-3 0,6-5 1,-2-2-203,-1-4 0,3-3 1,-4-9-378,2 0 0,7-7-45,-1-4 0,-4-6 1,0-4 808,-1-2 0,-5-15 0,6 2 0</inkml:trace>
  <inkml:trace contextRef="#ctx0" brushRef="#br0" timeOffset="2365">1275 262 9185,'25'0'603,"-3"0"0,7-2 0,2-2-585,2-2 0,2-5 0,2 5 0,-1 2-383,-1 2 1,4-4-1,-12 0 1,2 3-1398,0 1 1762,-15 2 0,17 7 0,-11 3 0</inkml:trace>
  <inkml:trace contextRef="#ctx0" brushRef="#br0" timeOffset="2932">245 1397 7701,'-18'2'0,"1"4"173,-1 6 0,9-3 0,1 1 0,2 0 182,0-1 0,0 3 0,6 7 0,0 3-27,0 1 0,0 14 0,0 0 0,0 5-112,0 7 1,0 1-1,0 5 1,0 1-167,0 2 0,0 2 0,0-5 0,0-1-311,0-3 1,0-17 0,0-1-169,0-5 0,2-13-618,4-9 0,4-14 0,5-7 1047,-3-7 0,3-9 0,-5 4 0</inkml:trace>
  <inkml:trace contextRef="#ctx0" brushRef="#br0" timeOffset="3383">140 1397 7752,'0'18'-295,"0"-1"1,0-5-1,2-3 616,4-1 0,-1 4 0,11-6 1,3-2 406,1-3 0,5-1 0,0 0 0,2 0-576,4 0 1,0-5-1,0-3 1,-1-2-212,1-3 1,-4-3 0,0-1-1,0-1-290,0 1 0,-5-1 1,1 1-1,-4 1-183,-1 5 0,-7-3 0,-1 6-886,-2-1 1259,-2 5 0,-12 4 0,-2 9 1,-2 3 281,-3 0 0,3-1 1,-1 9-1,-1 1 280,2 2 1,-3 3-1,7-3 1,0 6 65,-2 4 1,6 2 0,-4 0 0,4 2 46,2 3 0,0 3 0,0 6 0,0-3-239,0 3 0,0 1 0,0 3 0,0-1-499,0 0 1,6-7-1,0-4-135,-2-4 0,-2 1 0,-2-3 0,0-8 0,0-5-917,0-5 0,0-5 1274,0 0 0,-16-1 0,-3 7 0</inkml:trace>
  <inkml:trace contextRef="#ctx0" brushRef="#br0" timeOffset="3616">105 2497 8270,'17'0'757,"3"0"1,3 0 0,6 0-526,4 0 1,8-7-1,2-5 1,-1-4-310,1-1 1,5 0 0,-3-1-1,2-1-360,-1-5 0,-7 5 1,2-4-1,-4 1-1127,-2-1 1564,-8 4 0,6-14 0,-6 6 0</inkml:trace>
  <inkml:trace contextRef="#ctx0" brushRef="#br0" timeOffset="3883">1135 1292 7707,'-17'0'200,"-1"6"1,3 2 0,1 2 386,3 3 0,1 9 0,-4 3 0,5 2-121,1 4 1,-4 8-1,6 4 1,3-1-237,1 1 0,2 3 0,0-3 0,0 0-337,0 0 0,0-1 0,0-3 0,0 2-391,0-2 1,0-8 0,0-4 0,0-2-667,0-4 1,0-1-699,0-3 1862,0-7 0,7-2 0,3-8 0</inkml:trace>
  <inkml:trace contextRef="#ctx0" brushRef="#br0" timeOffset="4303">1223 1729 7733,'-8'10'571,"-2"-3"120,0 1 0,-3 2 0,7 7-238,2 1 1,2-1 0,2 1-1,0-1-324,0 1 0,0 1 0,0 2 1,0 3-118,0-3 0,2-2 0,2-1-350,2-1 1,2-1-62,-3-4 1,-1-5 198,8-7 1,-8-7-1,4-5 1,-3-4 75,1-1 1,6-2 0,-4-3 0,-1-3 125,1-2 0,4 5 1,-4-1-1,-1 4 130,1 1 1,4 1-1,-4-1 274,1 1 1,-3 5-84,6 1 0,-7 14 0,5 5 0,-2 10-190,-4 5 0,-2 8 0,-2-4 0,0 2-332,0 0 0,2-1 0,2 3 0,1-4-360,-1-2 1,-2-2-1,-2-5-1670,0-1 2229,0 1 0,8-1 0,2 1 0</inkml:trace>
  <inkml:trace contextRef="#ctx0" brushRef="#br0" timeOffset="4766">367 2969 7767,'-6'-18'0,"-2"1"667,-1 0 735,5-1-1011,-4 1 0,8 9 1,0 8-1,2 11-51,4 11 0,-4 1 1,3 10-1,-3 4-160,-2 0 1,0 7 0,0 1 0,0 2-173,0-1 1,0-1 0,0 3 0,0-1-356,0 1 0,0-5 1,0-2-1,0-6-882,0-6 1,0 2 354,0-8 1,0-9 0,0-14-264,0-10 1137,0-5 0,0-11 0,0-1 0</inkml:trace>
  <inkml:trace contextRef="#ctx0" brushRef="#br0" timeOffset="5115">349 2951 7727,'-7'-9'299,"5"-1"1,-6 6 1415,0-2-966,6 1 0,-4 5-478,12 0 1,4 0 0,7 0 0,1 0-75,-1 0 1,1 0 0,-1 0 0,1 0-117,-1 0 0,3 0 0,1 0 0,2 0-90,-1 0 1,-3-2 0,-2-2 0,1-2-63,-1 2 0,1-4 0,-1 2 0,1 3 40,-1 1 1,-5 2-1,-1 0 65,3 0 0,-6 2 0,0 1 0,-3 5 120,1 2 0,0 2 0,-6 5 0,0 2-116,0 5 1,0-5-1,0 6 1,0 1-200,0 3 0,0-2 0,-2 0 0,-2 0-339,-2 0 1,1 2 0,3 4 0,-2-2-242,-2-1 0,-2-1 0,4 4 0,-3-2 741,-3-2 0,-2 8 0,-5 7 0</inkml:trace>
  <inkml:trace contextRef="#ctx0" brushRef="#br0" timeOffset="5349">402 3755 8346,'-18'10'617,"1"3"0,1-5 412,5 2 1,5-7-467,12 3 1,5-4-1,11-2 1,3 0-376,2 0 1,2-8 0,6-1-1,-2-3-491,-4 0 0,8 1 0,-6-7 0,0 1-71,2-1 0,0-1 0,2-2 1,0-5-2337,0-1 2710,0 6 0,8-12 0,1 6 0</inkml:trace>
  <inkml:trace contextRef="#ctx0" brushRef="#br0" timeOffset="5801">1135 3091 8051,'-11'6'311,"-1"0"1,8 2-1,-2-3 1,4 7 152,2 4 1,-5 1-1,-1 1 1,2 1-243,2 4 0,4 4 1,2 8-1,2-2-115,-3-4 0,-1 4 0,0-4 0,2 4-176,2 2 0,0-7 0,-6-5 0,0-4-1126,0-1 1,0-1-6,0 1 1200,0-9 0,0-1 0</inkml:trace>
  <inkml:trace contextRef="#ctx0" brushRef="#br0" timeOffset="6103">1153 3091 7583,'0'-10'1311,"2"-3"0,4 7 0,7 2-924,8 2 1,-1 2 0,3 0-1,-2 0-183,3 0 0,-5 0 1,4 0-1,-3 2-93,-3 4 1,-5-2 0,-2 8-1,-3 1-100,-3 3 0,-2 1 0,-2 3 1,-2 1 8,-4 2 1,-3 0-1,-9-3 1,-1 1-769,-4 2 1,1-1-1,-5-11 1,2-3-54,4 0 0,-5-6 1,3 4-1,2-6-683,1-6 1484,3-4 0,-1-23 0,1-4 0</inkml:trace>
  <inkml:trace contextRef="#ctx0" brushRef="#br0" timeOffset="6699">1659 3056 7746,'-2'-11'48,"-4"-1"1,5 6 708,-5-5 0,2 7-512,-2-2 0,-2 6 0,-5 6 0,3 5-1,2 5 0,-3 3 1,3 4-1,-2 7-62,-4 3 0,7 2 0,-1-3 0,2 0-157,0-3 0,0-2 0,6 2 1,0-6-131,0-3 1,6-9 0,2-1 0,2-2-4,3-4 1,3-10 0,1-6-1,-1-5 44,-4-7 1,3 3 0,-5-6 0,1 0 16,1 0 1,-8 3 0,2-3 0,-4 0-23,-2 0 0,0 5 1,-2-3-1,-2 2-167,-2 0 0,-8-1 1,3 5-1,-3-2-176,3-3 0,-5 1 0,6 6 0,-1 1-396,-1 4 1,8-3 807,-2 3 0,4-3 0,2 5 0,0 2 0</inkml:trace>
  <inkml:trace contextRef="#ctx0" brushRef="#br0" timeOffset="6949">1939 2550 7746,'-2'-10'1785,"-4"4"0,2 4-1254,-8 2 0,1 8 1,-5 6-1,3 7-215,1 8 0,6 4 0,-4 4 0,1 4-178,-1 5 1,6 11 0,-2 3 0,4 0-528,2 0 0,0 4 0,0-8 1,0-5-440,0-9 1,0-5 0,0-4 0,2-5-636,4-11 0,-2-7 278,8-10 1185,-8 0 0,11-16 0,-5-3 0</inkml:trace>
  <inkml:trace contextRef="#ctx0" brushRef="#br0" timeOffset="7316">1991 3056 7903,'-17'18'0,"5"-1"0,2 1 0,1 1 674,-1 4 0,6-3 0,-2 3-189,4-4 0,4-3-399,4-4 0,-2-5 0,7-7-123,3 0 0,2-2 0,-1-3 1,-1-9 22,-3-7 0,1 1 0,5-5 0,-1 2 107,-4-1 1,3 1 0,-5 6 0,1-1 318,1 1 1,-6-1 100,6 1 0,-7 1 0,5 7-122,-2 9 0,-2 9 0,-8 15 0,-2 7-361,-2 7 1,-6 9 0,5 9-1,-1 4-283,0 3 1,-4-1 0,5 4 0,-1-4 103,0-2 1,-3-10 0,3-11 0,0-8-325,0-8 473,-5-3 0,3-3 0,-8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6:54.699"/>
    </inkml:context>
    <inkml:brush xml:id="br0">
      <inkml:brushProperty name="width" value="0.06" units="cm"/>
      <inkml:brushProperty name="height" value="0.06" units="cm"/>
      <inkml:brushProperty name="color" value="#E71224"/>
    </inkml:brush>
  </inkml:definitions>
  <inkml:trace contextRef="#ctx0" brushRef="#br0">68 612 7803,'8'-10'795,"-6"2"1,6 12-1,-8 6 1,0 7-445,0 3 0,-6 7 0,0 2 0,2 4-209,2 2 0,2 6 1,0 2-1,0-1-281,0 1 1,0 5 0,0-3 0,0 0-367,0-5 1,0-3 0,0-4 0,0-4-641,0-5 1,0-11 1144,0-1 0,0-16 0,0 2 0</inkml:trace>
  <inkml:trace contextRef="#ctx0" brushRef="#br0" timeOffset="485">33 525 7768,'-6'11'0,"-1"-1"452,-3-2 0,6-1 283,-2-1 0,6-4 1,8 4-337,10-4 1,-1 4-1,6 0 1,-1-3-107,1-1 0,-2-2 1,8 0-1,0 0-185,-1 0 0,-1 0 0,-4 0 0,4 0-211,0 0 1,4 0 0,-7 0-1,-1 0-32,2 0 1,-5 2 0,3 2 0,-4 2-133,-1-2 0,-1 4 1,-1-1-1,-3 1-334,-1 0 0,-8 0-199,2-2 770,-4-4 248,-2 5 1,-2-7 218,-4 0 1,4 2 0,-6 2 4,0 2 1,7 8-1,-7-3-113,0 5 1,6 3 0,-4 2 0,2 5-140,-1 1 0,3 2 0,-4 6 0,4 0-196,2 0 1,0 0-1,0 0 1,0-1-404,0 1 1,0 0 0,0-2 0,0-2-374,0-2 0,0-5 0,0 3 0,0-2-1673,0-3 2455,-8-3 0,-2-2 0,-7 1 0</inkml:trace>
  <inkml:trace contextRef="#ctx0" brushRef="#br0" timeOffset="717">103 1398 7817,'-8'9'1679,"8"5"-1199,0-8 0,8 0 0,12-6 1,1 0-299,2 0 1,10-2 0,0-4 0,6-6-332,0-3 0,0 3 0,-1 0 1,5-1-203,2-3 1,-1-1 0,3-1 0,-6-1-1829,-4-4 2179,-3 3 0,9-5 0,2 8 0</inkml:trace>
  <inkml:trace contextRef="#ctx0" brushRef="#br0" timeOffset="1316">1186 821 7803,'0'-11'0,"0"-1"25,0-1 1,0-3 334,0-1 1,0-1-42,0 1 1,-2 7-1,-4 2-36,-5 0 1,1 7-1,-2-5-151,-1 4 1,3 4 0,-2 2 0,1 3-187,1 3 0,-6 2 0,7 7 1,-3 2-9,0 3 1,7 5 0,-5-4 0,2 0 33,4 0 0,2 5 1,2-7-1,0-2-138,0-1 0,0-3 1,0 1 5,0-1 0,8-7 142,4-4 1,3-6 0,3-6 12,-1-6 1,-5 2-1,-2-1 1,-1-1-15,1 2 0,-4-3 280,5 7 0,-5 0 0,4 8 1,-2 4 85,-4 6 1,-3 5 0,-1 6 0,0 6-191,0 4 0,0 2 0,-1 0 0,-3 0-262,-2 0 1,-8 6-1,5 0 1,-3-4-319,0-6 1,3 0 0,-5-10 0,2-4-684,-1-3 1,5-12-640,2-2 1745,4-16 0,-6-11 0,-1-8 0</inkml:trace>
  <inkml:trace contextRef="#ctx0" brushRef="#br0" timeOffset="1684">1396 699 7894,'0'25'0,"0"5"215,0 3 0,0-4 1,0-2-1,0 0 80,0 0 0,0-4 0,1 5 0,3-3 61,2-4 1,2-1 0,-4-3-186,2 0 61,-1-7-283,-5-2 0,0-16 0,0-3 51,0-5 0,0-1 1,0-3-1,0-1 15,0-2 1,0-3 0,0 3 0,0-4-25,0 0 1,0-6 0,0 6 0,0-3-2,0 1 1,0 8 0,2-2 0,2 3-12,2 3 0,6-1 0,-4 3 1,-1 1-22,1 3 1,6 7 0,-3-2-140,5 4 0,-5 4 0,1 2 1,2 4-160,1 1 0,-3 3 1,-1 5-1,3-1-817,2-4 1,1 3 1156,0-3 0,1 3 0,-1 3 0</inkml:trace>
  <inkml:trace contextRef="#ctx0" brushRef="#br0" timeOffset="1933">1902 717 7775,'-6'11'48,"-2"-1"0,-1 0 375,-5-1 0,4-3 0,-1 6-103,-3 1 0,4 3 0,1 1 1,1 1 28,4-1 1,2 1 0,2 1 0,0 3-238,0 1 1,2 6 0,2-6 0,4 1-204,1 1 0,1-6 0,4 4 1,-3-5-108,3-6 1,-4-5-644,1-7 0,1-2 1,5-5 230,1-11 1,-6-1-1,-3-8 1,1-1 609,0 1 0,1-2 0,7-6 0</inkml:trace>
  <inkml:trace contextRef="#ctx0" brushRef="#br0" timeOffset="2348">2129 1 7775,'-15'19'113,"3"4"1,-4-1 0,7 7 0,-3 4 312,0 6 1,8-1 0,-1 9 0,3 3-20,2 7 1,2-1 0,2 6 0,3-2-129,3-4 0,2-3 0,3-5 0,-1-3-163,-3-2 1,-5-3 0,6-7 0,-1-3-235,-1-7 0,0-4-361,-4-1 1,-4-11 194,3-7 0,-3-1 0,-2-11 0,0-2 47,0-1 0,0-3 1,0 1-1,0-1 57,0 1 1,0-6 0,0-1 0,-2 3-14,-3 2 0,1 1 1,-8 1 116,-1-1 1,-3 3 0,-1 3 191,-1 6 1,6 4-1,1 4 1,-1 4-100,2 6 1,-3 3 0,5 5-1,0 3 256,1 6 0,-1 4 0,4 2 0,-2 0 43,2 0 1,2-6 0,2 0 0,2 0-231,4-2 1,-2-2-1,8-7 1,1-3-281,3-3 1,1-4-1,1-10-268,-1-4 0,1-4 0,-1-7 0,0-1-1203,1 1 1665,-1-8 0,1-2 0,-1-8 0</inkml:trace>
  <inkml:trace contextRef="#ctx0" brushRef="#br0" timeOffset="2531">1815 490 8328,'-18'17'426,"1"1"1,1-1 0,7-1-403,9-5 0,7-3 0,11-8 0,1-2-24,4-4 0,-3-4 0,5-7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7:04.698"/>
    </inkml:context>
    <inkml:brush xml:id="br0">
      <inkml:brushProperty name="width" value="0.06" units="cm"/>
      <inkml:brushProperty name="height" value="0.06" units="cm"/>
      <inkml:brushProperty name="color" value="#E71224"/>
    </inkml:brush>
  </inkml:definitions>
  <inkml:trace contextRef="#ctx0" brushRef="#br0">34 423 8195,'0'20'1212,"0"1"-874,0 2 0,0 10 0,0 2 1,0 10-19,0 5 0,6 16 1,-1 8-1,-1 7-148,-2 9 1,4 3 0,0 0 0,-2 4-255,-2 0 1,4 2-1,1-14 1,1-11-252,0-12 1,-2-9 0,-4-7 0,2-7-471,1-8 0,1-6-148,-6-7 0,2-9 316,4-3 0,-2-10 635,7-2 0,1-15 0,6 2 0</inkml:trace>
  <inkml:trace contextRef="#ctx0" brushRef="#br0" timeOffset="550">51 580 7858,'-17'0'323,"-1"0"1,9-2 615,3-3 1,6 1-645,6-8 1,5 2 0,11-3 0,1 3-219,-2 2 0,-1-3 0,-3 3 1,3 0-62,3 0 0,-4 1 0,5 3 0,-5-2-273,-2 2 0,1-4 0,-1 2 0,1 1-362,-1-3 1,1 6-1,-1-4-959,1 4 1468,-1-6 0,-1 8 194,-5 0 0,-9 2 0,-10 10 0,1 3 322,-1 7 0,-4 5 0,6 8 1,1 2 50,-3 4 0,6 5 0,-4 12 0,4 6-92,2 4 0,0 8 0,0 0 0,0-3-84,0-1 0,6 0 0,2 0 0,1-4-479,5-12 0,2-4 1,-1-11-1,-1-2-367,-3-2 0,-5-10 0,4-4-363,-2-3 0,-3-3 0,-5 1 140,0-1 0,-1-7 788,-5-4 0,-4 11 0,-7 2 0</inkml:trace>
  <inkml:trace contextRef="#ctx0" brushRef="#br0" timeOffset="816">104 2082 7865,'-12'10'0,"2"-2"344,3-1 249,1-5 0,15 4 1,7-12-1,7-3-433,4-1 1,1-6 0,3 5 0,-2-5-316,2-1 1,-4-1 0,2 1 0,2-1-442,2 1 1,0 0 0,-2-1 0,-2 1 595,2-1 0,2-7 0,2-2 0</inkml:trace>
  <inkml:trace contextRef="#ctx0" brushRef="#br0" timeOffset="1337">802 1052 7862,'-17'17'116,"-1"-5"0,3 2 0,1 3 329,3 4 0,7 8 0,-2-3 0,2 3 44,-2 8 1,4-2 0,-4 7 0,4-1-294,2 0 1,0 0 0,0-7-1,2 3-213,4 4 0,-4-10 0,4 2 0,-4-6-208,-2-5 1,0-3-1,0-2-1055,0 1 594,0-8 0,6-5 442,0-10 1,-1-5 0,-5-8 0,0 1 281,0 0 1,0-1-1,0-1 1,0-5 125,0-5 0,0-4 1,0-2-1,0-2-19,0-3 1,0-5 0,0-7 0,0-1-8,0 1 0,0 0 0,0-1 0,2 1 155,4-1 0,-2 11 0,6 5 0,-1 8 179,1 3 1,2 9 0,5 7-112,1 3 0,-1 14 0,-1 13 0,-3 3-219,-1 2 0,-2 6 0,1-4 0,-5 3-389,-4-1 1,4 0 0,0 4 0,-2-2-238,-2-2 0,-2-8 0,-2 3 0,-2-5-230,-2-2 1,0-5-1,4-2-429,-4-2 0,2-3 1143,-7-5 0,7-7 0,-4-3 0</inkml:trace>
  <inkml:trace contextRef="#ctx0" brushRef="#br0" timeOffset="1899">1029 860 7862,'-9'17'107,"-1"1"1,6-1 0,-2 3 528,2 3 1,2-2-1,2 8 1,0 2-99,0 2 0,2-4 1,2-1-1,4-1-293,2 0 0,-6 0 0,3 2 0,-1-6 17,0-3 1,0-3-1,-4-1 73,4-5-859,-5 5 0,7-16 180,-8 0 0,0-2 0,0-10 0,0-1 258,0-3 0,0-1 1,0-3-1,0-1-1,0-2 0,0-6 0,0 3 0,0-1-45,0-4 0,2 4 0,2 0 0,2 0 183,-2 0 1,4 5 0,-3-1-1,-1 4 139,-2 1 1,4 6 0,2 3 80,1 1 1,-3 2-1,6 6 1,0 2 26,-3 4 0,7-2 0,-5 7 1,5 3-72,1 2 1,7-5 0,-1-1-1,-2-2-250,-1-4 0,-3-2 0,1-2 0,-1 0 54,1 0 0,-1 0 1,1 0-1,-3-2-451,-3-4 0,1 2 1,-7-8 106,-2-1 0,-2-3 0,-2-1 194,0-1 0,-8 8 0,-3 5 1,-5 3-14,-1 2 0,-1 2 0,-1 3 0,-3 7 44,-1 4 0,0 1 1,5 3-1,1 1-36,-1 2 0,3 0 0,1-5 0,5 1-158,1 5 0,2-5 0,6 4 0,0-3-344,0-3 1,10-5 0,5-3-1,8-1 626,5-4 0,1-2 0,6-2 0</inkml:trace>
  <inkml:trace contextRef="#ctx0" brushRef="#br0" timeOffset="2219">1728 772 7862,'-18'0'109,"1"0"0,-1 0 1,1 2-1,0 2 204,-1 2 1,6 8-1,1-5 1,-1 3 14,2 0 0,3-1 0,5 5 1,-2-3-162,-2-1 0,0 0 0,8 5 95,4 1 0,-4-7 0,6 1 41,-1 1 1,3 3-1,8 1-128,-1 1 1,-5-1 0,-3 1-153,-1-1 1,-2 1 0,-6-1 0,0 1-64,0-1 0,-6 1 0,-2-1 1,-1 2-66,-5 5 1,-1-7 0,-3 3-1,1-7-920,-1 1 1,1-4 0,-1-1-122,1-1 0,-1-4 0,3-10 1146,3-6 0,4-11 0,8-4 0</inkml:trace>
  <inkml:trace contextRef="#ctx0" brushRef="#br0" timeOffset="2583">1588 947 7862,'0'18'1018,"0"-1"0,0 0 0,2-1-720,4-4 1,-2-3-1,7-5 1,3 2-247,2-2 1,1-2-1,0-2 1,1 0 80,-1 0 0,1 0 1,-1-2-126,1-4 0,-1-4 0,1-7 1,-1-3-544,1-3 1,-1 4 0,1-6 0,-1 1 193,1 1 1,-7-6 0,-1 4 0,-2-1 44,-4 1 1,-1 2 0,1 5 0,2 1 193,-2 0 1,-4 7-1,-4 2 1,-4 2 177,-1 0 0,3 3 0,-6 8 1,1 7 177,1 4 0,-4 1 1,6 0-1,1 1-132,-1-1 1,2 7 0,6-1-1,0 0-105,0 2 0,0-5 0,0 3 0,0-3-232,0-3 0,2 1 1,4-1-1,6-2-125,3-3 0,3-4 0,1-8 1,2 0 58,3 0 0,1-2 0,-4-4 0,2-6 281,-1-3 0,5-10 0,0-2 0</inkml:trace>
  <inkml:trace contextRef="#ctx0" brushRef="#br0" timeOffset="3181">2199 650 8174,'-15'2'530,"3"4"1,-1 4-1,7 9 1,0 2-22,-2 3 1,6 7 0,-4 0 0,5 6-283,1 3 0,0 1 0,0-6 0,0 0-108,0 0 0,0-2 1,0-4-1,0-6-366,0-3-125,7-11 1,1-3-1,6-12 111,-3-5 1,-5-5 0,4-1-1,-2-1 67,-5 1 1,5-6-1,0-1 1,0 1 68,0-2 1,3 5 0,-5-3 0,0 4 60,2 1 1,-6 1-1,5 1 1,-1 3 1390,0 1-1056,0 8 1,-6-2-1,0 12 1,0 6-22,0 3 0,0 9 0,0 1 1,0 0-155,0 0 0,2 4 0,2-5 1,3-1-97,3 2 0,2-4 0,5 7 0,1-5-202,-1-8 1,1 1 0,-1-10-1,0-2 120,1-2 1,1-4 0,3-4-1,1-6-530,-2-3 0,-3-11 1,-5-1-1,-1-2 222,2 0 0,-7 0 1,1-6-1,-2-2 148,0-4 1,0 3 0,-6-11 0,0-5-53,0-8 1,0-14 0,0-6-1,0-3 294,0-2 0,5 7 0,3 5 0,0 7 62,0 9 0,-3 23 1,-5 22-50,0 10 0,0 10 1,-1 17-1,-5 6 583,-6 4 1,4 10 0,1 4 0,1 3 135,0 2 1,0-5 0,6 0 0,0 1-476,0 3 0,0 7 0,0 2 1,0 0-378,0 0 1,0 4 0,0-4 0,0-1-756,0-5 1,6-6 0,0-15-305,-2-3 0,-2-9 1179,-2-15 0,0-8 0,0-16 0</inkml:trace>
  <inkml:trace contextRef="#ctx0" brushRef="#br0" timeOffset="3382">2252 615 7862,'2'-17'884,"4"-1"0,3 7 0,11 1 0,3 2-480,6 4 1,4 2 0,2 2-1,0 0-372,0 0 1,0 0-1,0 2 1,-2 4-365,-4 6 1,-4 9 0,-9 4 0,-5 3 331,-5 3 0,-4 9 0,-2 5 0</inkml:trace>
  <inkml:trace contextRef="#ctx0" brushRef="#br0" timeOffset="4031">313 2693 7928,'-17'0'27,"5"0"0,2 2 182,3 4 1,-1-2 0,4 8 0,-2 1 131,2 3 0,2 7 0,2 2 0,0 3-137,0 3 1,0 2-1,0 2 1,0-1-158,0 1 0,2 0 1,2 0-1,4 0-259,2 0 1,-6-8 0,3-3-1,-1-5-744,0-2 0,2-7 364,-2-4 0,-3-4 0,7-4 592,-2-4 0,5-11 0,-3-11 0</inkml:trace>
  <inkml:trace contextRef="#ctx0" brushRef="#br0" timeOffset="4402">191 2624 7928,'-16'11'-48,"5"1"0,3-6 678,8 5 1,2-7-1,4 4 1,6-2-256,3 0 1,2-1 0,1-5-214,-1 0 0,1 0 0,1 0 0,3 0-52,1 0 1,0-1-1,-5-3 1,-1-4-116,1-2 0,-3 4 0,-1-5 0,-3-1-27,3 2 1,1-3-1,1 5-156,-4-2 0,3 6 305,-3-1 0,-4 10 0,-3 7 0,-3 6-1,-2 5 1,0-2 0,0 8 0,0 2 121,0 2 1,0 8 0,2 0 0,2-2-461,2-2 0,2-5 0,-4 0 1,1-5-165,-1-2 1,4-2-1,-2-5 1,-2-1-812,-2 1 1,4-1 1196,-1 1 0,-7-1 0,-7 0 0</inkml:trace>
  <inkml:trace contextRef="#ctx0" brushRef="#br0" timeOffset="4633">296 3322 8046,'2'10'895,"4"-4"1,5-4-373,5-2 1,9 0 0,2-2 0,2-2-507,0-2 0,0-8 1,6 3-1,0-5-75,0-1 0,-6-1 0,0 1 0,1-1-554,-3 1 1,6-1-1,-4 1 1,2 0-1920,-2-1 2531,4 1 0,-6-1 0,8 1 0</inkml:trace>
  <inkml:trace contextRef="#ctx0" brushRef="#br0" timeOffset="5549">1326 2624 7812,'10'-8'1488,"3"4"-1018,-7-8 0,0 7 0,-8-5-119,-4 2 1,2 2-1,-7 6-190,-3 0 0,-1 2 0,-3 4 0,-1 4-130,-4-1 1,3 7 0,-3-4 0,3 5-199,3 6 0,0-3 0,-1 5 0,3-2 6,3 1 0,-2 1 0,9-4-125,1 2 1,2 1-1,4-9 172,3-3 0,5-4 1,8-8-1,-1 0 62,1 0 1,-1-8 0,2-4-1,3-3 11,1-3 0,0 1 0,-5-1 0,-1-1 62,1-4 0,-1 5 1,1-1-1,-3 5 193,-3 1 0,-2 3 55,-5-2 0,-3 10 1,2 2-1,-6 10-76,-4 5 1,-5 5 0,3 3 0,0 4-141,0 0 1,1 5 0,3-9 0,-2 0-211,2 2 0,2-5 0,2 3 0,0-4-851,0-1 0,8-8 0,4-5 466,3-3 0,-3-7 0,-1-5 0,3-4 542,2-5 0,-1-4 0,-1 1 0,-3-3 0,3-2 0,-4 4 0,-1-7 0,1-1 0,0-2 0,-6-2 0,3 1 0,-1-1 0,0 0 0,6-8 0,-7-4 0,1-1-23,2 1 1,-6-1-1,6 7 1,-2 2 313,-1 2 1,1 16 165,-6 4 0,0 13 0,0 4 0,0 11 57,0 11 1,0 3-1,0 6 1,-2 0-126,-4 6 1,4-2 0,-3 8-1,3-3-174,2 1 0,-2 2 0,-2-4 0,-2 1-219,2-1 1,2-2-1,2-2 1,0 0-57,0 0 1,0-2-1,0-4 1,0-6-165,0-3 0,0-9-42,0 1 0,0-10 0,0-2 101,0-10 1,2-5 0,2-3 0,4 1 106,2-1 0,-5 1 0,7-1 0,0 1 63,-3-1 1,5 1 0,-6 1-1,-1 3 584,1 1 17,6 8 0,-5-2-305,9 12 0,-8 6 1,-5 9-1,-3 4-178,-2 3 0,0-5 0,0 6 0,0 2-415,0 2 0,-2 0 0,-3-2 0,-7-4-450,-4-2 0,5 3 1,-1-9-1,1-4-1618,1 1 2360,-6-8 0,14-8 0,-5-10 0</inkml:trace>
  <inkml:trace contextRef="#ctx0" brushRef="#br0" timeOffset="5964">2025 2519 8174,'-10'2'1887,"4"4"1,-3 3-1485,-3 9 1,4-7 0,0 1-168,1 2 0,-1 1 1,-6 3-1,3-1-128,-3 1 1,4-1 0,-1 2 0,-3 3-81,-1 1 0,-1 0 1,2-3-1,3 1-143,-3 2 0,6 1 0,1-9 0,1-1-161,0-3 0,0 1 147,6 6 1,8-9 0,4-3 0,3-4 177,3-2 1,-1-2 0,1-2 0,-1-2 31,1 2 1,5 3 0,0 1 0,-2 0 62,-1 0 1,-3 0 0,1 0-203,-1 0 1,-7 1-1,-4 5-140,-4 6 0,-4 0 0,-4 1 0,-6 3-508,-3-3 1,-3 1 0,1 3 0,-1-1-210,1-5 0,-1 3 1,1-8 914,0-2 0,-1-2 0,1-2 0</inkml:trace>
  <inkml:trace contextRef="#ctx0" brushRef="#br0" timeOffset="6734">2042 2816 9507,'18'0'1184,"-1"0"1,1-2-911,-1-4 1,1 2 0,-1-8 0,2-1-219,5-3 0,-5-3 1,6-2-1,-1-3-5,-1 3 1,0 0 0,-5-1-1,-3-1-218,-3 2 1,1 1 0,-7 3 0,-2-1-236,-2 1 1,-4 7 282,-4 4 0,-3 12 0,-11 6 0,-1 3 23,-2 3 1,-1 1-1,7 3 1,-1 3 63,1 2 1,-1-4-1,3 4 1,1 1 59,3-1 1,5-4-1,-4 4 1,2 0-118,4 0 0,3-5 1,2 1-1,5-3-164,6-3 0,5-2 0,5-3 1,1-6-50,-2-4 1,5-2 0,-1-2 0,2-6-112,4-9 1,2-1 0,0-7 0,-2 0 168,-2-4 1,0-4 0,4-2 0,-2 2 243,-2 4 0,-5-4 0,3 4 0,-2-4 0,-4-2 0,-1 6 0,-5 1 409,-3 3 70,-4 2 0,-16 15 0,-2 8 0,-1 10 18,-1 5 0,0 3 1,-3 1-1,1 3-114,3 1 0,-1 6 0,-5-4 0,1 2-87,4 4 1,-1-3 0,7-1 0,0 0-178,-2 0 1,6 0 0,-3 2 0,3-5-101,2-5 1,0-1 0,0-1-111,0 0 1,2-7-1,3-4-198,7-4 0,-2-10 1,1-4-1,3-5 39,2-6 0,-5 1 0,1-5 0,1 0 102,3 0 1,-1 0-1,-1-4 1,-2 2 67,1-2 1,1 5-1,-1 3 1,-3 4 138,-2 1 0,4 1 0,-5 1 727,3 5-506,-6 3 0,4 16 0,-8 3 0,0 7-20,0 5 1,0-2-1,0 6 1,2 1-114,3-1 0,-3-6 0,6 4 0,-2-1-196,0-1 0,5 6 0,-3-8 0,2-3-178,3-5 1,3-3 0,1 2 0,1-6-159,-1-4 1,1-4-1,1-4 1,3-6-190,1-3 1,2-11 0,-4-1 0,3-2 92,-3 0 0,-2 0 0,-1-6 1,1 0 176,5 0 0,-5-2 0,2-2 304,-7-1 0,9-17 0,-3 3 0</inkml:trace>
  <inkml:trace contextRef="#ctx0" brushRef="#br0" timeOffset="6932">3300 1960 7857,'0'-17'215,"-8"7"0,-4 4 261,-3 4 0,3 10 1,0 5-1,-1 9-89,-3 7 0,-1 12 0,-1 5 0,1 7 52,-1 5 1,1 4-1,1 8 1,3 0-243,1-1 1,8 1 0,-1 0 0,3-2-379,2-4 0,2-6 0,3-11 1,7-4-34,4-1 0,-5-15 1,1-3-643,1-15 0,-3-7 1,0-4-258,-2-3 1113,-3-5 0,3-15 0,2-2 0</inkml:trace>
  <inkml:trace contextRef="#ctx0" brushRef="#br0" timeOffset="7133">2881 2432 8113,'-18'0'2266,"10"-2"-1625,8-4 0,10 4 1,13-6-1,6 0-195,4-3 0,8-5 1,2 1-1,1 1-316,5 2 1,-4 1 0,1-7 0,1 1 12,-3-1 0,1 1 0,-6-1 0,2 1-1202,-3-1 1,-1 7 0,-4-1 1058,-4-1 0,4-3 0,-6-1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7:28.463"/>
    </inkml:context>
    <inkml:brush xml:id="br0">
      <inkml:brushProperty name="width" value="0.06" units="cm"/>
      <inkml:brushProperty name="height" value="0.06" units="cm"/>
      <inkml:brushProperty name="color" value="#E71224"/>
    </inkml:brush>
  </inkml:definitions>
  <inkml:trace contextRef="#ctx0" brushRef="#br0">123 588 7241,'2'-10'1199,"4"4"-508,-4-3 0,6 9 0,-10 0-239,-4 9 0,4 9 1,-6 3-1,2 5-140,1 1 0,-7 2 0,4 6 0,0 2-177,1 3 1,-7-3-1,4 6 1,1-2-252,3-1 1,-2 1-1,0-6 1,1-2-958,-1-4 1,2-4 0,6-7 112,0-1 1,2-1 0,4-6-348,5-10 1307,-3-8 0,8-10 0,-7 1 0</inkml:trace>
  <inkml:trace contextRef="#ctx0" brushRef="#br0" timeOffset="316">88 605 7888,'-9'-1'1315,"3"-5"-775,-4 4 1,10-6 0,0 8 0,10 0-28,5 0 1,3 0-1,1 0 1,2 0-126,3 0 1,5 0-1,-6 2 1,-1 2-226,-3 2 0,-7 5 0,-1-3 1,1 2-128,-2 3 0,-3 3 1,-7 1-200,0 1 0,-2 3 0,-2-1 0,-3-5-291,-3 1 0,-2-1 0,-5 1 0,-1-3-575,1-1 1,0-8 169,-1 2 1,8-6 0,5-6 368,3-6 0,2-3 0,2-5 0,3-1 490,7-2 0,4-9 0,1 5 0,0-8 0</inkml:trace>
  <inkml:trace contextRef="#ctx0" brushRef="#br0" timeOffset="566">525 82 7888,'0'-12'285,"0"0"1,0-1 264,0-3 0,0 5 0,-2 1-49,-4 2 0,4 10 0,-6 10 0,3 5 16,-1 6 0,-2 5 0,4 8 0,-2 3-226,2 2 0,1 6 1,-1-5-1,-2 3-205,2 3 1,2 3 0,2 1 0,0-1-315,0-5 0,0 3 0,0-7 0,0 1-389,0 0 1,6-10 0,0-10 0,-1-3-823,3-3 0,-4-7 811,8-5 0,-6-3 0,3-4-19,-1-3 0,-2-5 647,-6-7 0,8-1 0,1 1 0</inkml:trace>
  <inkml:trace contextRef="#ctx0" brushRef="#br0" timeOffset="783">263 361 7979,'-8'10'1343,"8"-3"1,0-7-896,10 0 0,5 0 0,5 0 0,3 0-202,6 0 1,4 0 0,0 0 0,-2 0-35,-2 0 1,0 0-1,6 0 1,-2 0-178,-4 0 0,2 0 1,-7 0-1,-3 2-603,-1 4 568,5-4 0,-6 14 0,6-7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7:30.413"/>
    </inkml:context>
    <inkml:brush xml:id="br0">
      <inkml:brushProperty name="width" value="0.06" units="cm"/>
      <inkml:brushProperty name="height" value="0.06" units="cm"/>
      <inkml:brushProperty name="color" value="#E71224"/>
    </inkml:brush>
    <inkml:brush xml:id="br1">
      <inkml:brushProperty name="width" value="0.08" units="cm"/>
      <inkml:brushProperty name="height" value="0.08" units="cm"/>
      <inkml:brushProperty name="color" value="#E71224"/>
    </inkml:brush>
  </inkml:definitions>
  <inkml:trace contextRef="#ctx0" brushRef="#br0">629 16 7665,'-10'-1'1092,"5"-5"1,1 4-302,-2-4 0,4 12 0,-6 7-324,0 9 1,5-1 0,-7 10-1,0 6-186,0 8 1,1 1-1,-5 5 1,4 5-208,3 4 1,-7-2-1,4 2 1,1-3-409,3-7 1,-2-9-1,2 0 1,2-6-2382,2-6 1961,2-4 0,8-15 1,4-7-1,3-6-106,3-9 1,-1-4 859,1-1 0,-1-8 0,1-2 0</inkml:trace>
  <inkml:trace contextRef="#ctx0" brushRef="#br0" timeOffset="399">804 418 7882,'-24'29'486,"1"-2"0,4 1-402,5-1 0,1-4 0,7 4 0,2-2 218,2-3 1,2 3 0,0-2 145,0-1 1,0-9-313,0-1 1,2-10-160,4-2 0,2-2 0,5-10 0,-1 1-30,1 1 1,1-6 0,-1 3 0,-1-7 17,2-3 1,1 0-1,3 3 1,-3-1 41,-3-2 1,3-1 0,-3 7-1,2 0 217,-3-1 1,3 1 0,-6 1 0,-1 3 249,1 1 0,-2 10 1,-6 2-200,0 10 1,0 5 0,0 5 0,0 3-261,0 6 1,0 2 0,0 0 0,0-2-525,0 2 0,0-6 0,0-1 0,0-5-627,0-1 0,2-3 1,4-3 1135,5-6 0,5 3 0,1 1 0</inkml:trace>
  <inkml:trace contextRef="#ctx0" brushRef="#br0" timeOffset="964">612 1431 7987,'-12'23'0,"0"3"55,-1 1 0,3 2 0,0 8 0,1 2 548,-1 1 1,4 9-1,-4-3 1,3 5-345,3 1 0,0-5 0,0-3 0,-2-1-218,2-4 1,-3-2-1,1-2 1,2-2-230,2-4 0,2-10 1,0-7-1245,0 1 740,0-5 0,2-8 1,2-11 132,2-5 1,5-1 0,-3-3 558,2-3 0,-6 3 0,3-5 0</inkml:trace>
  <inkml:trace contextRef="#ctx0" brushRef="#br0" timeOffset="1234">559 1553 8012,'-7'-9'2738,"5"1"-2303,-6 8 1,16 2-1,1 4 1,3 5-51,0 5 0,-3-3 0,5 3 0,-4 3-52,-3 1 1,5-1 0,-4-1-1,-1-1-147,1 1 0,-2-1 0,-6 0 0,0 1-207,0-1 0,0 1 1,0-1-1,-2 1-440,-4-1 1,2 1 0,-7-3-697,-3-3 0,-1 1 361,-3-7 0,8-2 0,5-10 0,3-5 107,2-5 1,0-1 0,0-3 688,0-3 0,7-4 0,3-8 0</inkml:trace>
  <inkml:trace contextRef="#ctx0" brushRef="#br0" timeOffset="1566">891 1483 7902,'-17'6'0,"-1"2"78,1 2 1,-1 3 0,3 9 0,1 3 296,2 2 0,9 2 1,-3 6-1,4 0-33,2 0 1,0 0-1,0 0 1,2-2-172,4-4 0,3-4 0,9-7 0,-1-3-51,1-3 1,-1-4 0,3-8 0,1 0-83,2 0 0,0-8 0,-5-4 0,-1-5-91,1-7 0,-1 3 0,-1-6 0,-3 0-90,-1 0 1,-8 5 0,2-3 0,-4 2 47,-2-1 1,0-1 0,-2 4 0,-4-2-47,-6 1 1,-3 1-1,-3 0 1,-1-3-160,-4 3 1,3-4 0,-5 1-1,2 1-102,-1-2 0,1 5 1,6-3-1,-1 4-114,1 1 0,1 1 0,5-1 516,5 1 0,4 7 0,10-5 0,1 5 0</inkml:trace>
  <inkml:trace contextRef="#ctx0" brushRef="#br0" timeOffset="1801">1171 890 7841,'-2'-16'493,"-4"5"0,4 11 0,-4 13 0,2 8 36,-2 9 0,4 4 0,-3 7 1,3 8-212,2 7 0,0 6 1,0 10-1,0 2-240,0 1 1,0 1 0,0-8 0,0-6-309,0-10 1,2-1 0,1-12 0,5-6-429,2-8 1,-4-8 0,5-5-101,3-6 1,1-12 0,3-6 335,-1-3 1,-5-3 0,-2 1 421,-3-1 0,15-7 0,-3-2 0</inkml:trace>
  <inkml:trace contextRef="#ctx0" brushRef="#br0" timeOffset="2166">1275 1658 7833,'0'18'-192,"0"1"0,0 2 74,0 3 1,0-1 0,0-6 400,0 1 0,8-8-41,4-5 1,3-3 0,3-2 0,-1-2 3,1-3 0,-7-5 0,1-8 0,1 1 27,3-1 0,1-1 1,1-2-1,-1-3 26,1 3 1,-6 7 0,-1 3 628,3-3-721,1 6 0,-5 8 1,-4 14-1,-6 7-140,-6 9 0,2 12 0,-8 9 0,-1 9-355,-3 8 1,1-2-1,1 11 1,3 1-417,-3 3 1,-2-1-1,-1 0 1,0-5 164,-1-7 0,1-8 1,-1-13-1,1-8-767,-1-8 1306,1-6 0,-1-8 0,1 1 0</inkml:trace>
  <inkml:trace contextRef="#ctx0" brushRef="#br0" timeOffset="2649">542 2863 7924,'0'-17'313,"-8"-1"201,-4 1 0,3 7-170,-3 4 1,0 4-1,-3 4-77,3 4 0,-3 4 1,5 9-1,-2 2-2,1 3 1,-1 9-1,-3 0 1,1 8-4,2 3 0,3 1 0,-5 3 0,4-1-121,3 1 1,-5-3-1,6 0 1,2-3-100,2-3 0,-4-4 1,1-6-1,1-6-204,2-3 0,0-10-419,-4-5 0,2-5-14,-7-5 0,5-5 1,-4-8-1,0 1 1,1-1 1,3 1 0,-6 0 0,1-3 211,1-3 1,-4-4 0,6-6 0,1 2 381,-1 2 0,-6-8 0,5-8 0</inkml:trace>
  <inkml:trace contextRef="#ctx0" brushRef="#br0" timeOffset="2815">420 2776 7781,'17'0'0,"0"0"-364,1 0 0,-3 2 0,-1 2 0,-2 1 284,1-1 0,-3 4 0,0 0 0,-1 0 56,1-1 0,-4 5 0,4-4-98,-3 1 122,7 3 0,-4 6 0,7-1 0</inkml:trace>
  <inkml:trace contextRef="#ctx0" brushRef="#br0" timeOffset="3585">559 2758 7853,'-7'-9'12,"3"-5"0,-6 6 0,0 1 0,2-3 0,1 0 0,1-2 1,-2 1 456,-4-1 1,3 1 0,-3-5 0,-1 2-9,-3 3 1,-1 1 0,-3-3-162,-3 1 0,3 8 1,-3-2-1,2 4-95,-2 2 0,3 2 0,-5 4 0,2 8-152,-1 7 0,-1 0 0,4 10 0,-1 4 54,7 4 1,-3 10-1,9-5 1,-1 3-112,4-1 0,4-5 0,4 4 0,4-3-58,6-3 1,5-10 0,4-7 0,5-9 40,1-7 0,0 2 0,4-4 0,-4-6-1,-2-8 0,5-7 1,-7-5-1,0-3 2,2-2 1,-7-2 0,1-6 0,-5 0 126,-1 0 0,1 0 0,-2 0 0,-5 0 110,1 0 1,-6 0 0,4 0 0,-6 0-53,-6 1 0,2 1 0,-5 3 0,-1 7 62,0 4 1,-2 3 0,-5 7 37,0 9 0,5 9 1,2 15-1,1 5-56,-1 4 1,6 4-1,-2 5 1,4 9-35,2 5 1,-6 10 0,1 0-1,1 6-152,2 3 0,2 15 0,-2-1 0,-2 4-193,-2 2 0,-2-4 1,2-9-1,-5-8 52,-5-8 1,-7-8-1,0-14 1,-1-7-92,-1-6 1,4-11-1,-6-1 1,1-7-422,5-5 1,2-3-1,1-9 1,1-7-309,-1-4 1,7-9 0,1-4 0,2-6-224,4-6 1,2-3 1160,2-9 0,8-7 0,2-2 0</inkml:trace>
  <inkml:trace contextRef="#ctx0" brushRef="#br0" timeOffset="4082">699 2933 7808,'16'-17'-299,"-3"1"0,-3 2 428,-2 3 1,3 5 0,-3-6 395,2-1 0,-6 3 1,3 0 1099,1 3-1118,-6 1 1,0 14 0,-10 5 0,0 6-86,1 5 1,-5 7 0,4-4 0,0 2-277,1 0 1,-7 0-1,4 4 1,-1-2-33,-1-2 0,2-5 1,-3 3-1,3-2 14,2-4 1,-5-1-286,1-3 0,4-9 0,3-8-16,3-10 0,2-5 1,0-5-1,0-1 59,0-2 0,2-8 1,1 4-1,5-2 5,2-1 1,-4 3-1,5-2 1,1 4-8,-2 0 0,5 5 0,-5-3 0,2 6-25,-1 5 0,1-2 0,5 8 0,1 3 1,-7 1 0,1 2 0,2 0-240,1 0 1,3 2 0,-1 3 0,1 5-124,-1 0 0,1 3 0,-1-5 0,0 0 1,1 0 1,-1 3-1,1-3 1,-1 0-298,1 0 799,7-3 0,2 3 0,8 2 0</inkml:trace>
  <inkml:trace contextRef="#ctx0" brushRef="#br1" timeOffset="4766">1118 3003 8249,'0'11'1301,"0"1"1,0-6-269,0 6 0,0-7-469,0 7 0,-2-8 1,-2 4-1,-2-1-122,3 5 1,1-2 0,2 1 0,-2 1-137,-4-2 1,4 5 0,-4-3 0,2 3-193,-2 3 0,4-1 0,-5 1 1,1-1-379,0 1 0,0-1 0,6 1-866,0-1 1,0-5-2396,0-1 3409,0-7 1,8-4 0,2-9 0</inkml:trace>
  <inkml:trace contextRef="#ctx0" brushRef="#br1" timeOffset="5249">1363 2339 8249,'-16'12'307,"4"0"1,-1-1 0,7 7-1,2-1 210,2 1 0,2-1 0,0 2 0,2 5 506,4 5 1,-2-2-1,8 2 1,1 2-638,3 2 1,-1 8 0,-1 2 0,-3-1-207,3 1 0,1-2 0,3-4 0,-3-1-98,-3-1 1,2 2-1,-8-12 1,-1-1-814,3-5-334,-6 10 397,6-25 1,-10 10 440,-4-20 0,4-4 0,-6-5 0,3 1 95,-1 2 1,-6 7-1,4-5 185,-1 2 1,-3-4 175,-6 7 0,1 1-45,0 10 1,1 3 0,2 9 0,5-1 115,1 1 1,2 1 0,6 2 0,0 3 32,0-3 1,0 4 0,0-1 0,0-3-282,0-2 0,2-1 0,4-1 0,6-1-323,3-5 0,-3 3 0,-1-8 0,3-2-124,1-2 1,3-4 0,-1-4-1,1-4-534,-1 1 0,-1-7 1,-3 4-1,-1-3-1323,2-3 2312,-7 1 1,9-8-1,-6-3 1</inkml:trace>
  <inkml:trace contextRef="#ctx0" brushRef="#br1" timeOffset="5431">1101 2811 8249,'-33'11'849,"4"1"72,-4 0-674,21-3 0,4-1 0,20-10-320,3-4 0,3 2 1,-1-5-1,1-1 97,-1 0 0,8-1 0,3-7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7:46.561"/>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35 577 8046,'0'-10'68,"-2"2"0,-2 6 454,-1-3-54,-1 3 96,6-6 156,0 8 1404,0 0-2062,0-8-41,0 6-27,0-6 52,0 8-132,0 0 80,-8 0-35,6 0-21,-6 0 28,8 0 38,0 0 18,0 8 15,0-6 12,0 6-37,0-8-17,0 0 4,8 0 1,-6 0 0,6 0 0,-8 0 150,0 0-104,8 0-59,-7 0 8,7 0 6,-8 0 283,0 0-135,8 0 0,-6 2 32,4 4 0,-4-2 0,-2 7 0,2 3 16,3 1 1,-3 5 0,4 1 0,-2 6-90,2 6 1,-2-2-1,6 12 1,-3 0 9,-3 3 1,-2-3-1,0-2 1,2-6-221,2-6 1,0 2 0,-6-8-225,0-2 505,0-9 115,0-4 0,0-22-266,0-3 0,0-5 0,0 5 0,0-1-44,0 1 0,0-1 1,0 1-1,0 0-54,0-1 1,0 1 0,0-1-44,0 1 0,0-1 0,0 1 60,0-1 1,0 7 0,0-1 4,0-2 0,5 5 0,1-3-23,-2-1 0,0 3 63,2-2 0,-2 2 0,5-3 0,1 1 7,0-1 1,-4-3-1,5-1 1,3-1 9,1 1 1,3-7 0,-1 1 0,1 0-10,-1-2 1,1 5 0,-1-3-101,1 4 1,-1 3 0,-1 2-446,-5 3 202,-3 7 1,-2-2 0,0 12-479,-2 6 1,-3 3-1,-1 3-134,0-1 0,0 0 0,2-1 949,4-4 1,4 3 0,7-5-1</inkml:trace>
  <inkml:trace contextRef="#ctx0" brushRef="#br1" timeOffset="899">524 769 8099,'-17'0'675,"7"0"1,4 0 0,12 0-414,6 0 0,-3 0 0,3 0 1,2 0-110,1 0 1,3 0 0,-1-2 0,1-2 64,-1-2 1,0-5-1,-1 3 1,-2-2-368,-3-3 0,1-1 1,3 0-1,-1 3-67,-2-3 0,-8-1 1,1-3-1,-1 1-38,2-1 1,-4 7-1,2-1 131,-8-2 1,-6 7 0,-7 1 0,-3 4 35,-3 2 0,2 8 0,-8 3 1,-2 7 126,-2 5 0,4-2 0,1 8 0,1 3 93,0 1 0,6 1 1,-3 1-1,7 0-48,5 0 1,5 0 0,7 0 0,1-2-180,5-4 1,6-4-1,11-9 1,6-4-326,4-7 1,4-3 0,2-2 0,4 0-1440,1 0 1858,-5-7 0,12-11 0,-7-9 0</inkml:trace>
  <inkml:trace contextRef="#ctx0" brushRef="#br0" timeOffset="1199">1031 577 14094,'-18'0'-79,"1"0"1,-1 0 349,1 0 0,5 2 1,1 4-1,-1 5 295,2 5 1,-3 1 0,5 1 0,0 1-316,0 4 0,1-1 1,3 5-1,-2-2-233,2-4 1,2-1 0,4-3 0,2 1-453,2-1 1,7-1 0,-1-5 0,3-5-304,3-4 1,-1-2 0,1 0 0,-1-2-421,1-4 0,5-3 1090,0-9 0,8 1 0,-3-1 1</inkml:trace>
  <inkml:trace contextRef="#ctx0" brushRef="#br0" timeOffset="1601">1153 664 11551,'-23'12'323,"-1"-1"1,1 1-1,6 4 1,1-3 495,4-1 1,5 1 0,7 9-137,0 1 0,0 0 0,2-7-751,3-5 0,5 3 0,8-8 1,-1-2 177,1-2 0,-1-8 0,0-2 0,1-2 62,-1-3 0,1-3 0,-1-1 0,1-1-128,-1 1 0,-1-1 1,-3-1-1,-3-2 52,-2-3 0,0 1 1,-5 6-1,3-1-190,-2 1 1,-4 5 0,-6 0 0,-5 1-498,-5 1 0,-3 2 0,-3 8 1,-1 0-315,2 0 1,-4 0-1,1 2 154,3 4 1,2 4 896,1 7 1,8 9-1,3 1 0</inkml:trace>
  <inkml:trace contextRef="#ctx0" brushRef="#br0" timeOffset="2033">1520 664 9074,'-16'8'388,"5"4"1,3 3 0,8 4 0,0 3-89,0 1 1,0 0-1,0-3 1,2 1-226,4 2 0,-3 1 0,7-7 0,0-1-230,0-5 0,-5 3 229,7-8-80,-8 0 1,4-8 0,-8-4-1,0-6 19,0-3 1,0-3 0,0 1 0,0-3-15,0-3 0,0 2 1,0-6-1,0-1-97,0 1 1,2 0 0,1-4 0,3 4 55,-2 2 1,0-1 0,0 5 0,2-2 48,-2 1 1,5 3-14,3 1 1,3 9 0,3 3-150,-1 4 1,1 2 0,-1 2-1,1 2-53,-1 2 0,-5 7 0,0-1 1,1 3 4,3 3 1,1-6 0,1-3 150,-1-1 1,1 6-1,-1-5 1</inkml:trace>
  <inkml:trace contextRef="#ctx0" brushRef="#br0" timeOffset="2483">1974 0 8896,'-12'8'291,"2"4"0,3 3 138,3 3 1,2 7-1,4 4 1,4 6 217,5 6 1,5-2-1,3 7 1,4 3-437,7 1 0,-3-3 1,0-1-1,-2 1-169,-4-2 1,-1-5 0,-5-9 0,-1-3-324,-2-3-477,-8-2 495,3-13 1,-9-10-1,-3-12 54,-7-3 0,-4-3 0,-1 1 1,1-1-231,5 1 1,-11-3 0,5-1 0,-4-2-157,-5 1 0,5 5 0,-6 3 0,0 3 488,-1-3 1,1 6 0,-2 3-1,4 3 198,0 2 0,9 0 0,-3 2 0,1 3 225,5 7 0,7 5 0,0 5 0,4 3-79,2 2 0,2-4 0,4 5 1,6-3-161,3-4 0,5 4 1,1-1-1,4-3-138,2-2 0,0-3 1,4-2-1,-1-5-334,1-1 1,-4-2 0,2-6 0,0 0-550,-2 0 967,6 0 1,-6-8 0,8-2 0</inkml:trace>
  <inkml:trace contextRef="#ctx0" brushRef="#br0" timeOffset="2833">2515 350 14516,'-17'0'202,"-1"0"0,1 0 0,1 2 680,5 4 0,-3 3 0,6 9 0,-1-1-99,-5 1 0,4-1 0,1 1 0,-1-1-397,0 0 1,6 7 0,-3-1 0,1-2-229,0-1 0,0-3 0,8-1-427,4-5 1,-2 3 0,7-8 37,3-2 0,3-2 0,5-2 0,1-2 329,-2-4 1,1 4 0,-1-6-1,4 2 135,2 1 0,-5-1 0,3 4 0,-2-2-145,1-2 0,-1 0-347,-6 6 1,-1 2 0,-4 4 0,-9 6 281,-6 3 0,-7 3 0,-8-1 0,-1 3-90,-4 3 0,-5 4 0,-6 8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8:08.542"/>
    </inkml:context>
    <inkml:brush xml:id="br0">
      <inkml:brushProperty name="width" value="0.08" units="cm"/>
      <inkml:brushProperty name="height" value="0.08" units="cm"/>
      <inkml:brushProperty name="color" value="#E71224"/>
    </inkml:brush>
  </inkml:definitions>
  <inkml:trace contextRef="#ctx0" brushRef="#br0">4349 1694 12903,'-11'0'-480,"-1"0"1,-2 0 147,-1 0 594,5 0 598,2 0 339,8 0-312,0 0 0,0 8-550,0 4 1,-5-2 0,-1 1 0,0 3-32,-2 1 0,4-3 0,-7 0 0,-1 3-105,2 6 1,-5-1 0,3 3-1,-3-1 51,-3 1 1,1-4 0,-1 4 0,-1-1-152,-5 1 0,5-3 1,-4 3-1,3-4-54,3-1 0,-2-1 0,-3 1 0,-1-3-32,2-3 0,1 1 0,3-5 1,-1 0 3,1 0 0,-7-1 1,1-3-1,2 2-182,1-2 0,1-2 0,-2-2 0,-3 0-32,3 0 0,-4 0 1,2 0-1,-1-2-35,-1-4 1,0 4-1,-6-4 1,4 4 38,1 2 1,1-5 0,4-1 0,-4 0 81,-3-2 0,5 6 0,-4-5 0,0 1-27,0 0 1,-1-6 0,-3 4 0,4 1 87,2-1 1,-6-6 0,2 3-1,-2-3 61,2 3 0,-4-5 0,6 4 0,-3-3 34,1-3 0,2 1 0,-4-1 0,2 1 38,-2-1 0,4 1 1,-2 0-1,0-1-8,1 1 1,1-1-1,6 1 1,-2-3-3,1-3 1,-3 4-1,2-5 1,1 5-46,3 1 0,0 1 1,-3 0-1,-1-1-70,2 1 1,1-1 0,3 1 0,-3-1 24,-3 1 0,4-1 1,-7 1-1,3-1 65,0 1 0,-8-1 0,2 1 1,-2-1-20,2 1 0,-4 0 1,3-1-1,-3 1 59,-1-1 1,4 3 0,3 1-1,2 2-64,4-1 0,-6-1 0,-1 1 0,-1 1-29,0-2 0,6 5 0,-4-3 0,0-1 16,-1-3 0,7 4 0,-4 1 1,0-1 44,-5 2 1,3-5 0,0 5 0,0-2-26,0 1 0,5 5 0,-1-4 0,2 1-32,-2-1 0,3 4 0,-3-4 0,3 1 24,3-1 1,-6 0-1,-1-3 1,3 3 39,2 2 1,1-3 0,1 3 0,-1 0-25,1 0 0,-1-3 0,1 5 0,-1 0-31,1-2 1,-1 4 0,1-5 0,0-1 7,-1 0 1,1 4 0,-1-5 0,1-1 20,-1 2 0,1-3 0,1 5 1,3 0-35,1 1 0,0-5 1,-3 4-1,1 0 19,3 1 0,5-5 0,-6 4 1,-1 1 34,-3-1 1,4-4 0,1 4 0,-3 1-9,-1-1 0,3-4 0,0 4 0,-1 1-55,-3-1 1,5-4 0,-1 4 0,-2-1-31,-1-5 0,3 4 0,1-1 0,-3-1 47,-2 3 1,5-7 0,-1 6 0,-1-1 11,-3-1 0,-1 6 1,-1-5-1,1-1 4,-1 2 1,1-3 0,-1 5-12,1-2 0,-1 4 0,1-3 0,-1-1 37,1 0 1,-1 6 0,1-3-14,0-1 1,-1 4-1,1-8 1,-1 8 0,3-3 45,3-1 9,-4 6 42,7-14 30,-1 14-369,2-5-99,8 7-33,0 0-175,8 0 307,-6 0 1,6 2 428,-8 3 0,0 5 0,2 8-78,4-1 1,-5 1-1,7-1 1,-2 2 4,0 5 0,2-3 1,-4 8-1,3 2-121,3 2 0,-4 4 1,4 2-1,-1 0-99,1-6 1,-4 2 0,3-8-1,-1 0-103,-4-4 0,4-3-163,-2-3 547,-1-7 0,-5-4 0,0-14 0,0-8-88,0-5 0,0-10 0,0 2 0,-1-4-129,-5-2 0,-4-2 1,-6-2-1,3-3-92,1-3 0,-1 4 0,-9-5 0,-1-3-232,2-1 0,-1 3 0,1 0 0,-2 1-52,1 1 1,-1 3 0,4 9 0,5 2 562,4 1 0,5 9-6,5-2 1,2 11 0,3 6 0,7 4-24,4 2 1,7 0 0,2 0-1,0 2-135,0 4 1,7-2 0,-3 8 0,4 1-69,2 3 0,-6-5 0,0 1 0,2 2-511,2 1 1,2-3 0,2-2 0,1-1-551,3 1 1,2-6 0,-2 4 0,3-3 1096,1 1 1,13 8 0,-4-4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1:41.372"/>
    </inkml:context>
    <inkml:brush xml:id="br0">
      <inkml:brushProperty name="width" value="0.06" units="cm"/>
      <inkml:brushProperty name="height" value="0.06" units="cm"/>
      <inkml:brushProperty name="color" value="#E71224"/>
    </inkml:brush>
  </inkml:definitions>
  <inkml:trace contextRef="#ctx0" brushRef="#br0">401 716 7924,'-16'-2'-309,"4"-3"-219,5 3 528,7-6 0,0 0 0,0-2 0</inkml:trace>
  <inkml:trace contextRef="#ctx0" brushRef="#br0" timeOffset="667">174 629 8498,'-45'-8'481,"4"6"0,12-4 0,6 5-1545,3 1 1958,11 0 0,3 0 0,12 0 0,5-2-422,5-4 0,7 4 0,0-4 0,1 6-286,1 6 0,-4 4 1,6 7-1,1 0-70,-1 1 0,-4 5 0,4 2 0,-2 1-81,-3-1 1,-3 0 0,-1-4 0,-1 5-212,1 1 1,-3-6 0,-3 2 0,-5-3-84,1-3 1,-6-5 0,4 0 61,-4 1 1,-4 3-1,-4-1 115,-5-3 0,1 1 0,-2-5 0,-1 0 13,-3 0 0,4 3 1,1-5-1,-1 0 25,2 2 0,-5-6 45,3 4 0,3-4 49,-3-2 1,8-2-1,-2-4 1,4-6-4,2-3 0,0-11 0,0-3 0,2-4-24,4-2 0,-2 0 1,8 0-1,-1 1-2,-1-1 0,5 0 0,-3 0 0,4 2-42,1 4 0,-5-2 1,-1 7-1,5 3-23,5 2 0,-7 3 0,3 4 0,-1 7-222,-1 3 1,3 2 0,-1 0-166,1 0 0,-9 7 1,-1 3-1,-2 2-32,0-1 0,2 3 0,-5 7 0,3 3-282,-2-3 1,0-2-1,0-1 745,2-1 0,0-7 0,-6 6 0,0-7 0</inkml:trace>
  <inkml:trace contextRef="#ctx0" brushRef="#br0" timeOffset="1084">820 716 7879,'-24'0'312,"1"0"0,2 2-16,1 4 1,11-2-207,3 8 0,6-3 1,6 3-1,5-6 97,5-4 0,1-2 1,1 0-1,1 0-123,4 0 0,-3 0 0,5 0 0,-2-2-62,1-4 1,1-2-1,-4-5 1,3 1-18,-3-2-1,-2-1 1,-1-3 0,-1 1-139,1-1 0,-3 1 0,-1 0 0,-5-1-72,-1 1 1,-2-1 0,-6 1 0,-2 1 158,-4 4 1,-9-1-1,-10 7 1,-3 2 65,-3 2 0,-2 10 0,-2 4 0,0 3 99,1 3 0,-1 7 0,0 4 1,2 4 50,4 2 1,3 0 0,9 0 0,1-2-113,5-4 0,5 4 1,12-6-1,5 0-199,5-4 1,9-3 0,4-5 0,4-3-130,2-6 0,6-4 0,0-2 0,-3-2-57,-1-4 1,0-4-1,2-7 1,2-1 347,-2 1 0,-10-8 0,4-2 0,-6-8 0</inkml:trace>
  <inkml:trace contextRef="#ctx0" brushRef="#br0" timeOffset="1770">1379 594 7879,'-2'18'184,"-4"-1"1,2 2 0,-6 5 0,2 5 358,5 4 1,1 4 0,2 3 0,2 9-324,3 7 1,-1 0-1,8 8 1,0 1-245,-3-3 1,-1 4-1,-8-10 1,0-4-18,0-3 1,0-12 0,0-2 0,-2-10-118,-4-6 0,2-9 27,-7-4 1,7-6 83,-2-6 0,4-4 0,2-7 0,0-3-106,0-3 0,0-4 1,0-8-1,0-2-64,0-4 1,0 3 0,2-11-1,2-3-145,2-5 0,0-1 0,-6 6 0,0-1 163,0 1 0,0 5 0,1 3 0,3 3 386,2 8 1,8 6 0,-3 11 0,5 5 128,1 5 1,1 6 0,-1 6-1,1 7-22,-1 9 0,1 5 1,-1 8-1,-1 0-118,-5 0 0,3-1 0,-8 1 0,-2 0-191,-2 0 1,-2-2-1,0-4 1,0-5-21,0-5 0,0-1 0,-2-3 74,-4-3 0,2-5 102,-8-7 0,8-1-146,-1-5 0,3-4 0,2-7 0,0-1-88,0 1 1,0-7-1,2-1 1,1 0-186,3 0 0,6-6 1,-4 3-1,1-1 54,5 0 1,-4 0 0,1-6 0,3 0 66,1 0 1,3 2 0,-1 2 0,1 2 174,-1-2 1,1 6 0,-1 2 499,1 3 1,-7 10-162,1 5 0,-8 12 0,0 11 0,-8 9 14,-8 6 1,2 2-1,1 0 1,1 0-161,4 0 0,-4 6 0,3-1 1,1-1-308,2-2 1,2-8 0,0 0 0,0 0-395,0-2 1,2-1 0,4-9-117,5 1 0,5-7 1,1-1-1,1-2-144,-1-4 1,2-10 0,1-6 749,-3-3 0,12-3 0,-9 1 0</inkml:trace>
  <inkml:trace contextRef="#ctx0" brushRef="#br0" timeOffset="2250">2304 629 7737,'-17'0'-99,"-1"0"1,1 0 0,-1 0 0,1 2 358,-1 4 0,1-2 0,-3 7 0,-1 3-34,-2 1 1,0 3-1,5-1 1,1 1-259,-1-1 1,3 3-1,1 1 1,4 2 32,3-1 1,1-3 0,6-2-33,0 1 0,8-8 0,3-5 1,5-3-46,1-2 0,1 0 1,1-2-1,2-3-46,3-7 0,7-5 1,-4-5-1,2-1-8,0 2 1,-6-5 0,5 1 0,-1 0 91,0 0 0,-6-1 0,3 5 0,-7-2 53,-5 1 1,1 1 0,-7 0 177,-2-3 1,-4 9 0,-6 9 52,-6 4 1,-3 12 0,-3 5 0,1 9 30,0 3 0,-1 2 0,3 6 1,1 0-194,2 0 0,8-2 1,-1-2-1,3-2-274,2 2 0,0 0 1,2-2-1,1-6-108,3-3 1,8-5 0,-1-3 0,7-6-82,3-4 1,2-4 0,-3-4 0,3-6 117,2-3 0,-6-10 1,3-5-1,-5-3 261,-1-1 0,7-1 0,2 0 0</inkml:trace>
  <inkml:trace contextRef="#ctx0" brushRef="#br0" timeOffset="2501">2688 70 7865,'-7'25'91,"-5"4"1,-2 12-1,3 8 1,5 7 553,4 8 0,4 12 0,4 5 0,5 5-631,5 1 0,1-2 1,1-1-1,-1-9-174,1-9 0,-1-9 1,1-24-1,-3-4 219,-3-6 0,3-11-422,-3-6 1,-2-6 0,-1-6 0,-1-6 85,-4-3 1,-2-3 0,-2 1 0,0-3-84,0-3 1,-6 2 0,-2-7 0,-1 1 359,-5 0 0,-1-2 0,-3-6 0,-15-8 0,-4-1 0</inkml:trace>
  <inkml:trace contextRef="#ctx0" brushRef="#br0" timeOffset="2819">2479 577 7865,'-10'17'-139,"4"1"1,-2-1-1,3 0 1,3 1 333,6-1 0,5 7 0,11 1 0,3 0 166,6 0 1,4-1 0,2-7-1,0 1-335,0-1 0,6-5 0,-1-3 0,-1-1-19,-2-4 1,-2-2-1,-2-2 1,-2-2-39,-2-4 0,-8 2 0,3-7 1,-5-1-92,-1 2 1,-3-5 79,-3 3 1,-4-3 31,-8-3 1,-2 8-1,-4 5-45,-6 3 0,2 2 0,-1 2 28,-3 3 1,5 5 0,-1 8 0,0-1-87,0 1 0,7-1 0,-3 0 0,4 1-14,2-1 0,0 7 0,2-1 0,4-2-187,5-1 1,7-9 0,5-1 0,4-2 313,0-4 0,14-2 0,-4-2 0</inkml:trace>
  <inkml:trace contextRef="#ctx0" brushRef="#br0" timeOffset="3250">3876 0 7857,'-23'12'331,"-1"0"1,-5 1-1,6 10 1,4 7 312,5 3 1,6 9 0,8 5 0,2 3-442,4 3 1,4 5 0,7 2 0,1 0-288,-1 0 0,1-3 1,-1-9-1,-1-3-271,-5-3 1,3-3 0,-6-10-384,1-5 264,3-5 1,-2-11 318,-5-8 0,-3-8 0,-2-9-12,0-1 0,-7 1 0,-5-1 0,-4 1 24,-1-1 0,-6 1 0,-3-3 1,-1 1 54,-4 1 0,-2-3 1,-2 11-1,0 1 113,0 3 0,0-2 0,1 4 0,1 6 568,3 8 1,-1 7-1,8 7 1,4 5-17,5 4 1,6 2 0,8 0-1,2 0-234,4-1 0,6 1 1,11-2-1,8-3-210,8-7 0,2-6 0,9-5 0,6-6-245,5-4 1,-3-4 0,6-6 0,2-8-706,2-5 0,0-8 0,-2 4 0,-6-2 817,-6-4 0,2-2 0,-11-2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1:47.539"/>
    </inkml:context>
    <inkml:brush xml:id="br0">
      <inkml:brushProperty name="width" value="0.06" units="cm"/>
      <inkml:brushProperty name="height" value="0.06" units="cm"/>
      <inkml:brushProperty name="color" value="#E71224"/>
    </inkml:brush>
  </inkml:definitions>
  <inkml:trace contextRef="#ctx0" brushRef="#br0">380 892 7996,'-29'0'0,"2"0"-200,2 0 1,2 5-1,5 1 1,3 0 206,3 2 0,2-6 1,6 6 562,-1-1 1,-1-3 619,6 8-728,0-8 1,-2 4 0,-2-7 129,-2 5 0,-7-4 0,1 4-339,-4-4 1,5-2 0,-1 2 0,-2 2 66,-1 2 0,-2-1 0,-1-3 0,1 4 0,5-4 0,0 4 471,-1-4-643,5-2 0,4-2 1,16-4-1,11-7 117,8-9 0,14 1 0,9-10 0,14-4-71,11-4 1,-29 14-1,1 0 1,6-1-1,1-1 1,7-3-1,2-2-113,8-2 0,1 0 0,2-1 1,1 0-1,5 1 0,1 0 1,0 2-1,-1 0-142,0 3 1,-1 0 0,-4 2-1,-1 2 1,-5 2 0,-2 1-1,-5 4 1,0 1 18,-8 4 1,0 1-1,-2-1 1,-1 1 0,38-11-1,-2 1-134,-2 3 1,-17 3 0,-8 3 0,-10 1-66,-7-2 0,-12 1 0,-12 1-274,-3 6 715,-11-3 1,-3 7 0,-12-4-1,-5 4-195,-5 2 0,-3 0 1,-3 0-1,-1 0-380,2 0 0,-4 0 1,-1 2-1,-1 2-115,-4 2 1,6 5-1,2-5 1,3 0 169,3 2 1,-1-6-1,3 5 1,1-1-2336,3 0 721,7 0 1934,4-6 0,9 0 0,9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2:29.135"/>
    </inkml:context>
    <inkml:brush xml:id="br0">
      <inkml:brushProperty name="width" value="0.06" units="cm"/>
      <inkml:brushProperty name="height" value="0.06" units="cm"/>
      <inkml:brushProperty name="color" value="#E71224"/>
    </inkml:brush>
  </inkml:definitions>
  <inkml:trace contextRef="#ctx0" brushRef="#br0">0 576 7411,'0'-9'4049,"0"1"-3645,0 8 0,0 2 0,0 4-231,0 5 0,0 7 1,0 3-1,0 3-120,0-3 0,0 4 0,0 0 0,0 2-212,0 5 0,0-1 0,0 0 0,0-4-639,0-2 1,0 0 0,0-3 0,0 1 214,0-2 1,0-7-1,0-3 583,0 3 0,0 2 0,0 1 0</inkml:trace>
  <inkml:trace contextRef="#ctx0" brushRef="#br0" timeOffset="416">0 507 7816,'0'-12'-277,"0"0"0,2 3 682,4-3 0,4-2 0,7 9 0,1 1-41,-1 2 1,1 2-1,-1 0 1,1 0-282,-1 0 1,0 0 0,1 2-267,-1 4 1,-1 3-229,-4 9 1,-5-1 0,-9 1-93,-3-1 1,1-1 502,-8-5 0,-7 5 0,-9-7 0</inkml:trace>
  <inkml:trace contextRef="#ctx0" brushRef="#br0" timeOffset="785">524 0 7823,'-17'0'237,"5"0"20,0 0 1,9 2 0,-5 4 0,2 6 159,0 3 0,0 8 1,6 5-1,0 3-309,0 5 0,0 13 0,0 1 0,0 9-282,0 3 1,2 0 0,2 2 0,2-6-325,-2-4 0,4-9 0,-3-6 1,-1-8-1030,-2-8 1527,-2-3 0,8-3 0,2 1 0</inkml:trace>
  <inkml:trace contextRef="#ctx0" brushRef="#br0" timeOffset="1365">699 524 7723,'-2'-15'-292,"-2"1"1,-4 2 696,-1-1 1,-3-1-192,-6 3 0,7-3-141,-1 8 0,6 0 1,-3 8 10,1 4 1,0 2 0,4 5 0,-2-1-39,3 2 1,1 1 0,2 3-1,0-1-69,0 1 0,0-1 1,0 0 4,0 1 0,0-6 0,2-3-2,3-1 1,5-2-1,8-6-5,-1 0 0,-5 0 0,-3-2 0,1-2 7,0-2 1,-4-7 0,5 3 15,3 0 1,-6-5-39,-3 3 855,5 4-595,-8 1 0,6 14 0,-8 5 0,0 3-253,0 3 0,0-1 0,0 1 1,0-1-387,0 1 0,0-1 1,0 1-554,0-1 0,0 1 972,0-1 0,8-7 0,1-2 0</inkml:trace>
  <inkml:trace contextRef="#ctx0" brushRef="#br0" timeOffset="1767">891 542 7723,'-8'17'76,"-3"0"0,-3 1 1,2-1-1,7 1 208,3-1 0,2 1 0,0-1-232,0 1 1,0-1-306,0 1 1,2-3 240,3-3 1,5-4-287,8-8 1,-7-8 43,1-4 0,-6-3 1,3-3 179,-1 1 1,4-1 0,-6 1 0,-1-1 28,3 1 0,-6 5 0,6 1 67,0-3 1,-5-2 455,9-1 0,-6 7 82,6 4 0,-9 6-414,3 6 1,-4 4-1,-2 7 1,0 1-104,0-1 0,0 1 0,0-1 1,0 1-383,0-1 1,0 1 0,2-3-1422,4-3 1760,-4 3 0,13-13 0,-5 6 0</inkml:trace>
  <inkml:trace contextRef="#ctx0" brushRef="#br0" timeOffset="1999">1275 35 7723,'-17'25'63,"-1"2"1,3 8-1,3 0 164,6 0 1,4 6 0,2 4 0,0 3-48,0 6 1,0-3 0,0-4 0,0 1-617,0 2 1,0-5-1,0-6 1,0-8-214,0-8 1,0-9 648,0-3 0,-7 1 0,-3 6 0</inkml:trace>
  <inkml:trace contextRef="#ctx0" brushRef="#br0" timeOffset="2333">1031 402 7836,'0'17'20,"0"1"0,7-7 0,5-1 0,4-2 217,1-4 0,1 4 0,1-3 0,2-1-160,3-2 1,-1 0 0,-6 2 0,1 2-31,-1-2 0,8-2-65,5-2 0,-5 0 0,-2 0 164,-3 0 0,-11 7-14,-3 5 1,-4-2 0,-2 1-72,0 3 0,0 1 1,0 3-210,0-1 1,0 1 0,-2-3 0,-2-1-617,-2-2 0,1-7 764,5 7 0,-8 0 0,-2 5 0</inkml:trace>
  <inkml:trace contextRef="#ctx0" brushRef="#br0" timeOffset="2733">1485 559 7794,'0'17'0,"-6"1"0,0-1 0,0-1-54,-1-4 1,5 3 0,-4-3-70,4 3 0,4-5 110,4-4 0,3-4-30,9-2 0,-9-2 1,-1-2-1,-2-4-23,0-2 1,2 5-1,-4-7 1,1-2-29,-1-1 0,4 3 0,-2 1 72,-2-3 0,3-2 0,1-1 301,2 0 0,-4 5 232,5 0 1,-5 8-177,6-1 0,-6 3-295,5 2 0,-1 7 0,2 5 0,-5 4-285,1 1 0,-6 0 0,6 1 1,-2-1-969,0 1 1213,-1-8 0,3 13 0,2-4 0</inkml:trace>
  <inkml:trace contextRef="#ctx0" brushRef="#br0" timeOffset="2948">1782 559 7764,'-28'23'203,"5"1"0,4 5 0,1-4 1,3 4 278,3 8 1,-1 0-1,7 7 1,2 1-171,2 0 0,2-5 0,0 5 0,0-2-478,0-4 0,6 1 0,0-3 0,-3-6-644,-1-4 0,-4-3 810,-3-7 0,-5-7 0,-8-2 0</inkml:trace>
  <inkml:trace contextRef="#ctx0" brushRef="#br0" timeOffset="3115">1345 157 7777,'-17'0'1829,"-1"0"-1891,8 0 0,5 0 0,10 2 62,7 4 0,4 4 0,1 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2:34.520"/>
    </inkml:context>
    <inkml:brush xml:id="br0">
      <inkml:brushProperty name="width" value="0.06" units="cm"/>
      <inkml:brushProperty name="height" value="0.06" units="cm"/>
      <inkml:brushProperty name="color" value="#E71224"/>
    </inkml:brush>
  </inkml:definitions>
  <inkml:trace contextRef="#ctx0" brushRef="#br0">71 646 7830,'-16'2'-147,"5"4"453,-5-4 1,8 13 0,-3-3 46,5 4 1,4-5 0,2 1-194,0 1 1,0 3 4,0 1 1,0-5 698,0 0-735,0-8 1,0 1-1,0-10-56,0-7 1,0-4-1,0-1 1,0 0-113,0-1 1,0-1-1,0-3 1,2-3-20,4-2 1,-2 4 0,5-5-1,1 3-12,0 4 0,1-4 0,7 1 1,-1 3 5,1 2 0,-1 1 1,1 3-1,-1 1-330,1 2 0,-1 9 0,0-3-68,1 4 0,-1 8 0,1 1 0,-1 5-96,1 7 1,-9-1 0,-1 7 557,0 0 0,2 2 0,7 8 0</inkml:trace>
  <inkml:trace contextRef="#ctx0" brushRef="#br0" timeOffset="316">315 664 7862,'0'9'1156,"0"-1"1,2-10-1024,4-4 0,2-3 1,5-7-1,-1 3-175,2 1 0,-5 0 1,3-5-1,0-1-29,-3 1 0,1-1 0,-6 1 66,2-1 1,-1 1 155,-5 0 0,-1 7 8,-5 4 1,-4 12 0,-7 5 0,-1 5-41,1 1 0,5 3 0,2 1 1,1 4-267,-1 3 1,6 1 0,-2 4-1,4-2-205,2-2 0,2-6 0,4 4 0,6-1-313,3-5 1,3-2-1,-1-3 665,1-5 0,-1 5 0,0-6 0</inkml:trace>
  <inkml:trace contextRef="#ctx0" brushRef="#br0" timeOffset="547">804 175 7830,'-17'23'240,"-1"0"0,3 8 0,1-2 0,4 4 100,3 2 1,-1 6 0,4 2-1,-2 1-472,2 5 0,2-1 0,0 1 0,-1-3-330,-3 3 1,0-6 0,6-5 0,0-6-733,0-9 1194,0-4 0,8-1 0,1-1 0</inkml:trace>
  <inkml:trace contextRef="#ctx0" brushRef="#br0" timeOffset="1031">874 506 7830,'-17'8'397,"-1"-4"1,1 8-57,-1 1 1,3 3 0,1 1 0,4 1-68,3-1 0,-5 7 1,6 1-1,2 0-200,2 0 1,2 4 0,0-5 0,0-1-57,0 2 0,6-11 0,2 1 0,2-3-132,3-2 0,3-7 0,1 3 0,1-6-76,-1-6 1,1-3 0,-3-9 0,-1 1 13,-3-1 0,1-1 0,5-2 0,1-3 87,-1 3 1,-5-4 0,-2 0 0,-1-1 36,1 1 1,-6 2 0,4 5 0,-2-1 97,-1-4 1,1 9-1,-6-3 147,0 1 0,-2 8 0,-2 4-63,-1 8 0,-3 4 1,4 8-1,-2-1-40,2 5 0,-3 1 0,1-2 0,2 3-89,2 1 1,2 2-1,0-4 1,0 3-232,0-3 0,0-1 0,0-3 0,0 0-144,0 1 0,0-6 0,2-3-61,4-1 1,-2-2 0,7-8 155,3-4 0,-1-4 0,1-9 0,-2-2 279,1-3 0,-3-5 0,1 4 0,1-2 0,-2-4 0,5-4 0,-3-6 0,4-4 0,1-7 0</inkml:trace>
  <inkml:trace contextRef="#ctx0" brushRef="#br0" timeOffset="1196">1293 0 7822,'-6'12'0,"-1"-1"516,-3 3 1,4 7 0,-4 6 0,1 6-149,-1 10 1,4 8 0,-5 7 0,-1 6-432,2 4 0,0 0 0,7-4 0,-3-8-298,2-8 1,2-1-1,2-12 1,0-8-789,0-6 225,0-11 924,0-2 0,0-24 0,0-3 0</inkml:trace>
  <inkml:trace contextRef="#ctx0" brushRef="#br0" timeOffset="1498">1136 402 7518,'8'17'61,"3"1"1,3-7 0,0-1 0,-3 0 310,3-1 0,1 3 0,3 5-233,-1 1 0,1-1 1,-3 1-1,-1-1 32,-2 1 0,-7-1 0,5 1 0,-2 1-69,-4 4 0,-2-3 0,-2 5 1,-2-2-78,-4 1 1,2-1-1,-6-6 1,3 1-326,3-1 1,2 1-960,2-1-405,0-7 1664,7-2 0,3-24 0,8-3 0</inkml:trace>
  <inkml:trace contextRef="#ctx0" brushRef="#br0" timeOffset="2032">1415 576 7836,'-11'18'0,"-1"-3"10,-1-3 1,3 3 0,0-3-1,2 4 13,5 1 1,1-5 0,4-3-2,3-1 1,5 4 0,8-6 0,-1-2-31,0-2 1,1-2 0,-1-2 0,1-4 4,-1-6 0,-1 2 0,-3 1 1,-1-1-22,2 0 0,-1 4 1,1-5 170,-3-3 0,-1 5 358,2-3-39,3 0 0,-13 5-193,4 7 0,-4 7 1,-4 11-192,-4-1 1,4-5 0,-3-1-1,1 3-83,-2 2 0,4 1 0,-6-1 1,2-3-21,0-1 0,1-6 0,5 5-112,0 3 1,-2-6-319,-4-3 390,4 5 0,-4-10 56,12 0 0,-4-2 1,6-9 30,-1-3 1,1-2 0,6 1 0,-5 1 262,-1 3 1,4 5 0,-4-4 164,1 2 0,-3-3-54,6 5 0,-1 0-218,7 6 0,-6 2 0,-3 4 0,1 4-369,0-1 0,-5 7 0,5-5-436,-2 5 1,-2 1-1,-4-1 1,2-2 70,1-3 1,1-5 551,-6 6 0,0-1 0,0 7 0</inkml:trace>
  <inkml:trace contextRef="#ctx0" brushRef="#br0" timeOffset="2415">1922 629 7980,'-18'0'496,"1"0"246,0 0 0,5 0 1,2 2-343,2 3 0,1-1-57,1 8 0,4-6-523,-4 5 188,4 1 10,2 6 0,0-1 198,0 1 1,6-7 0,0 1-89,-2 1 1,-2 3 0,0-1 0,1-1-157,3-2 1,0-1 0,-6 7-412,0-1 0,-2 1 0,-2-1-478,-2 1 0,-1-7 1,1-1-1269,-6-2 2185,-3 5 0,-3-11 0,1 6 0</inkml:trace>
  <inkml:trace contextRef="#ctx0" brushRef="#br0" timeOffset="2646">1939 227 8503,'0'18'0,"0"-1"617,0 0 0,0 3 0,0 3 0,0 6-135,0 4 1,2 2-1,2 0 1,4 2-577,2 4 0,-1-2 0,3 5 1,-4-1-599,0-4 1,-7 1-1,7-3 1,-2-6-128,0-4 1,0-3 0,-6-7 818,0 1 0,-8-9 0,-2-1 0</inkml:trace>
  <inkml:trace contextRef="#ctx0" brushRef="#br0" timeOffset="2863">2132 821 7804,'-24'17'0,"1"1"0,4-1 325,5 1 0,6-1 0,8 1 1,0-1 414,0 1 1,2-1-1184,4 0 1,4-7 0,7-4-504,1-4 0,-1-2 946,1 0 0,-1-8 0,0-2 0</inkml:trace>
  <inkml:trace contextRef="#ctx0" brushRef="#br0" timeOffset="3231">2289 873 7790,'-16'18'203,"5"-1"1,-3 1-1,8-1 1,2 2 408,2 5 0,4-3 0,2 6 0,4 0-371,2 1 0,-5-7 1,7 2-1,0-1-28,-3 1 0,1-4-251,-4 5 1,-2-7-141,7-5 0,-7-6-358,2-12 1,-4-4 0,-4-7 223,-4-1 0,4 1 1,-3-3-1,3-1 187,2-2 0,0-1 1,0 7-1,0-1 303,0 1 0,0-1 1,0 1 388,0-1 0,0 1 735,0 0-838,0 7 0,0 4 0,0 12 0,0 5-294,0 5 0,5 1 1,1 3-1,-2 1-13,-2 3 1,-2-1 0,0-6-1219,0 1 1,6-1-2593,0 1 3653,0-9 0,-6 7 0,0-6 0</inkml:trace>
  <inkml:trace contextRef="#ctx0" brushRef="#br0" timeOffset="3430">1677 262 7749,'-44'0'0,"1"0"4612,6 0-4430,12 0 1,15 6-1,16 0-318,8-2 0,3-3 1,1-1-1,-1 0-851,1 0 1,-1 0 986,1 0 0,-1 0 0,0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2:51.900"/>
    </inkml:context>
    <inkml:brush xml:id="br0">
      <inkml:brushProperty name="width" value="0.06" units="cm"/>
      <inkml:brushProperty name="height" value="0.06" units="cm"/>
      <inkml:brushProperty name="color" value="#E71224"/>
    </inkml:brush>
  </inkml:definitions>
  <inkml:trace contextRef="#ctx0" brushRef="#br0">18 297 7504,'-10'0'1078,"3"2"1,7 4-788,0 6 0,5 3 0,1 3-205,-2-1 1,0 6 0,0 1 0,2-3-37,-2-2 1,-2 5-1,-2-1 1,1-4-175,5-5 1,-4 2 0,4-5-29,-4 5 1,-2-5 0,2-1-163,4-2 97,-4-2 0,11-14 0,-5-4 40,2-3 0,-6-3 0,3 1 0,-1-1-73,0 1 0,2-6 0,-4-1 101,2 3 0,1 2 113,-1 1 1,-4 6 117,4 1 1,-4 9 0,-2 2-1,0 10 123,0 5 1,0 4 0,0 3 0,0 3-9,0 2 0,0 0 0,0 4 0,0-3-82,0-3 1,0 4 0,2-6 0,2-1 61,1-3 1,3-7 0,-2-3-103,6-1 0,-3-2 0,3-6 0,0-2-46,-3-4 1,5-4-1,-8-7 1,0 0-39,1-1 1,-3-5-1,6-1 1,-2 3-205,-4 2 0,3 1 0,-1 1 0,-2-3-279,-2-3 0,-2 4 1,2-3-1,2 7-1156,2 3 1648,-1 8 0,-5-19 0,0 4 0</inkml:trace>
  <inkml:trace contextRef="#ctx0" brushRef="#br0" timeOffset="250">542 350 7936,'-8'17'8,"4"1"0,-7-1 1,-1 1 190,2-1 0,3 0 0,7 3 0,0 1 194,0 3 1,0 5 0,0-6-1,0 0-446,0 2 1,5-5 0,1 3 0,-2-3-398,-2-3 1,4 0-1031,0 1 132,0-8 1348,-6-3 0,7-22 0,3-5 0</inkml:trace>
  <inkml:trace contextRef="#ctx0" brushRef="#br0" timeOffset="650">490 123 7910,'-8'0'-31,"8"0"-41,10 0 0,5 0 0,3 0 0,1-2-83,4-4 1,-3 4-1,5-4 1,-2 4 51,0 2 0,3 0 0,-5 0 0,2 0 1,-1 0 0,-3 2 1,-1 2 76,-1 2 1,-2 7 0,-3-1-20,-6 4 1,-4 1 0,-2 1 0,0-1 459,0 0 1,0 1 0,0-1 0,0 1 315,0-1 0,-2 7 0,-2-1 0,-2 0-196,2 2 1,2 1 0,0 7 0,-1 0-280,-3 3 0,-2 3 0,4-4 0,-2 0-263,2 0 0,1 0 0,-1-2 0,-2-4-183,2-6 0,0-3 0,0-3-751,-2 1-743,1-9 1,5-3 1136,0-12 1,0-3 0,0-9 545,0 1 0,-8-1 0,-2 1 0</inkml:trace>
  <inkml:trace contextRef="#ctx0" brushRef="#br0" timeOffset="1183">647 175 8211,'-10'8'697,"2"2"0,8 7-438,0 0 0,8-5 0,6 0 0,5 1-112,4 3 0,3-1 1,-5-3-1,4-4-19,2 0 1,-3-7 0,5 5 0,0-4-130,-2-2 0,-2 0 1,-7 0-1,-1-2-43,1-4 0,-1-3 1,1-9-1,-1 1-12,0-1 0,-5 1 0,-2-1-14,-2 1 1,3 0 123,-5-1 0,0 4 106,-6 9 0,-2 7 0,-2 15 0,-4 2 72,-1 5 0,5 3 1,-4 8-1,2 0-144,0 0 1,-5 2 0,3 1 0,0 3-174,0-2 0,1-8 0,3-4 1,-2 0-143,2 0 1,2-11-798,2 1 849,0-11 0,2-6 0,2-11 45,2-5 1,1-1 0,-1-1 46,6 1 1,-2 1-1,-1 3 1,1 3 162,0 2 1,-4 2 315,5 6 0,-5 0 0,4 2-306,-2 4 0,-3 4 0,-3 5 0,2-1-326,2-2 0,2-3 0,-4 5 0,1-3 126,-1 3 0,4-4 1,0-1-2462,2-1 2571,-7-2 0,13 2 0,-6 2 0</inkml:trace>
  <inkml:trace contextRef="#ctx0" brushRef="#br0" timeOffset="1415">1380 350 7918,'-17'13'46,"-1"5"0,3 3 1,3-3-1,6-1 350,4 0 0,2 1 0,0 1-347,0 5 0,0-5 0,2 4-479,4-3-546,4-3-276,7-7 1252,1-2 0,-1-16 0,1-2 0</inkml:trace>
  <inkml:trace contextRef="#ctx0" brushRef="#br0" timeOffset="1832">1485 420 7898,'-2'17'58,"-2"0"0,-2 1 285,3-1 0,1 7 1,2-1-1,2-2 45,3-1 1,3-3 0,6 1 0,-3-3-286,3-3 0,-4 1 0,-1-5-113,-1 2 1,6-6-109,-3 2 1,-1-6-72,2-6 1,-8-4 0,3-7 0,-1-1-26,0 1 1,2-3-1,-4-1 1,1-4 16,-1-2 1,4 3-1,0-3 1,0 2 100,-1 3 1,5 3 0,-6 2 0,0-1 527,1 1 1,-3 1 399,8 5 0,-8 5-377,2 12 0,-4 5 0,-2 11 0,2 3-150,3 2 1,-3-4 0,6 6 0,-2 0-393,0-1 1,5 3 0,-5-8 0,0-2-538,2-1 0,-4-3 0,5 1-827,-1-1 1,0-7 1450,-2-4 0,-4-12 0,5-4 0</inkml:trace>
  <inkml:trace contextRef="#ctx0" brushRef="#br0" timeOffset="2015">1380 0 7877,'-17'10'0,"-6"4"0,1-7 0,5 1 368,3 0 0,10 6 0,0-5-438,8 1 0,6 4 0,5-7 0,-1 1-758,-2 0 0,-3 5 828,3-1 0,4 4 0,-7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2:58.468"/>
    </inkml:context>
    <inkml:brush xml:id="br0">
      <inkml:brushProperty name="width" value="0.06" units="cm"/>
      <inkml:brushProperty name="height" value="0.06" units="cm"/>
      <inkml:brushProperty name="color" value="#E71224"/>
    </inkml:brush>
  </inkml:definitions>
  <inkml:trace contextRef="#ctx0" brushRef="#br0">192 86 7130,'10'0'2140,"-2"0"-1184,-8 0 1534,0 0-1976,-8 0-44,6 0-396,-6 0 0,8-2 1,-2-2 160,-3-2-101,3 0 80,-6 6-218,8 0 1,-2 0 64,-4 0 0,4 0-32,-5 0 0,7-1 21,0-5-84,0 4-18,0-6 41,-8 8 64,6 0 83,-6 0-121,8 0 401,0 0-421,-8 0 3,6 0 2,-5 0 3,7 0-388,0 0 369,-8 0-50,6 0 35,-6 0 25,8 0 17,0 0-72,-8 0-8,6 0 0,-7 0-76,3 0 134,4 0 0,-8 0 1,4 0 0,4 2 29,-3 4 1,-3-2 9,2 7 0,-2-7-12,3 2-17,3 4 1,-8-3-1,4 5 0,4 4 6,-4-5 19,4-3-3,2 8 1,0-13 0,0 9 0,0-6-20,0 6 5,0-9 1,0 7-22,0-4 4,0-4 0,0 8 17,0-5 0,2-3-5,4 4 0,-2-4 7,8-2 1,-7 0-1,7 0-7,2 0 0,-5 0 0,3 0-28,2 0 0,-5-6 0,1-1 0,0-1-18,-1 0 1,-3-4 0,4 5-1,0-3 28,-1-4 0,-3 5 1,4-3-1,0-2 15,-1-1 0,-5-3 0,4 1 31,0-1 1,-6 1 103,3 0 0,-3 5-112,-2 0 1,-2 8 3,-3-1 0,1 10 0,-6 7 1,2 4 148,4 1 0,-3 2 0,1 3 0,2 3 65,2 2 0,2-4 0,0 5 0,0-1-117,0 0 1,0 0 0,0 2 0,0-5-311,0-5 1,2-2 0,4 1-1,5-3-57,5-3 1,3-4 0,5-10 0,5-6-4011,4-9 4253,2-1 0,0-23 0,-1 5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08.830"/>
    </inkml:context>
    <inkml:brush xml:id="br0">
      <inkml:brushProperty name="width" value="0.06" units="cm"/>
      <inkml:brushProperty name="height" value="0.06" units="cm"/>
      <inkml:brushProperty name="color" value="#E71224"/>
    </inkml:brush>
  </inkml:definitions>
  <inkml:trace contextRef="#ctx0" brushRef="#br0">141 524 6616,'0'12'411,"0"-1"0,-2-7 0,-2 4 0,-2 0-97,2 3 1,2-1 0,2 4 0,0 3-51,0 4 0,-6 10 1,-1-1-1,-1 3-111,0 2 1,-4 5-1,5 3 1,-1 0-266,0-1 0,-5-1 0,3-6 0,0-2-130,4-4 1,-1-4 0,1-7-820,2-1 0,2-9-396,2-8 1457,8-8 0,-6-17 0,5-2 0</inkml:trace>
  <inkml:trace contextRef="#ctx0" brushRef="#br0" timeOffset="318">53 681 7853,'-15'-2'361,"3"-4"1,4 3 0,10-7-124,4 2 0,4-6 0,9 5 0,3-3 2,1 1 1,6 1-1,-4-4 1,0 3-80,1-3 0,-1 4 0,-4 1 0,3 1-44,-3 4 0,-2 2-94,-1 2 0,-9 2 1,-3 4-1,-4 5-83,-2 5 1,-6 7-1,-1 1 1,-3-3-287,-4-2 0,-3 5 0,-4-1 0,-3-2-92,3-1 0,1-3 1,3-1-1,0-5-43,-1-5 0,6 2 1,1-2 480,-3-3 0,-1-1 0,-3-2 0</inkml:trace>
  <inkml:trace contextRef="#ctx0" brushRef="#br0" timeOffset="587">507 175 7947,'-11'0'623,"-1"0"0,8 2 1,-2 3-1,4 7-336,2 4 0,0 9 0,0 4 0,0 4-143,0 2 1,6 0 0,0 2 0,-2 3-289,-2 7 1,-2-2 0,0-1 0,-2-1-498,-4-4 1,4-2-1,-6-2 1,3-2-465,-1-4 1,-6-4 1104,6-8 0,-7 1 0,3-1 0</inkml:trace>
  <inkml:trace contextRef="#ctx0" brushRef="#br0" timeOffset="1200">839 541 7838,'-17'-7'56,"-1"3"0,1-6 1,-1 2 46,1 4 1,5 3-1,1 1 182,-3 0 1,-2 1-220,-1 5 0,5 2 0,3 6 0,1-3-24,4 3 0,-4-4 0,2 1 0,3 3-69,1 1 0,2-3 0,0 0-44,0 1 1,0 3 31,0 1 0,2-7 0,3-4-22,7-4 0,4-2 0,1-2 52,0-4 1,1-4-1,-3-7 1,-1 1 17,-2 5 1,-6-5 0,3 4 0,1-3 112,0-3 0,-5 7 664,7-1-587,-8 0 0,4 5 0,-10 7-93,-4 9 0,2 7 0,-6 1 0,3 1-110,3-1 1,-4 1 0,2-1 0,2 1-194,2-1 1,0 1 0,-1-1 0,-3 1-866,2-1 0,2 1-393,2-1 1455,0-7 0,8 5 0,1-5 0</inkml:trace>
  <inkml:trace contextRef="#ctx0" brushRef="#br0" timeOffset="1651">979 489 7838,'-18'18'447,"1"-1"0,1 0 0,3 1-76,1-1 1,8 7-1,-1-1 1,3 0-231,2 2 1,0-5-1,0 3 1,0-1-150,0 1 1,0-10-1,0 5 1,0-3 9,0 1 0,2-6-716,3-5 0,-1-3 409,8-2 0,-6-7 0,3-5 0,1-4 111,0-1 0,-4 0 1,3-1-1,1 1 44,0-1 1,-4-5 0,3 0 0,1-1 52,0-1 0,-1 6 0,5-5 1,-4 5 121,-3 1 1,5 1 0,-6 0 0,0 1 213,1 4 1,-5 3 0,6 5 36,0-2 1,-6 8 0,4 10 0,-4 3 84,-2 3 0,0 5 0,0 2 1,0 0-236,0 1 1,0 3-1,0-6 1,0 0-467,0 2 1,0-5 0,0 3-1368,0-3 55,0-3 1652,0-7 0,7-3 0,3-7 0</inkml:trace>
  <inkml:trace contextRef="#ctx0" brushRef="#br0" timeOffset="1884">1346 0 7838,'-14'25'0,"-3"4"82,-3 4 0,7 2 1,3 2-1,2 2 465,4 2 0,2 7 1,2-1-1,0 5-376,0 6 0,0-9 0,0 3 1,0-3-716,0-5 0,6-7 1,0-9-770,-2-3-55,-2-10 1368,-2-7 0,0-16 0,0-1 0</inkml:trace>
  <inkml:trace contextRef="#ctx0" brushRef="#br0" timeOffset="2369">1154 332 7838,'0'12'-658,"0"-1"745,0 3 0,0 1 1,0 3 412,0-1 1,7-5 0,5 0 0,3-1-234,3-1 0,-1 3 1,1-7-1,-1-2-106,1-2 0,1 0 1,3 2-1,1 2-94,-2-2 0,4-2 0,-1-2 0,-3 0-297,-2 0 1,-1-6 0,-1 0 0,1 2-394,-1 2 0,1-4 1,-3-2-263,-3-1 0,-2 5-91,-5-2 1315,-3 4-24,6 2 0,-10 2 0,-2 4 0,-3 6 499,-3 3 0,4 3 1,-4 1-1,1 2-247,-1 3 1,4 7 0,-4-2 0,1 4-43,-1 2 1,4-2-1,-4-2 1,3-2-323,3 2 1,-4-6 0,2-2 0,2-3-605,2-3 0,2-5-31,0 0 1,2-11 0,4-1-351,6-9 0,-2-7 1,1-1-1,3-3 111,1-3 0,3-2 0,-3-6 1,-1 2-742,-2-2 1412,-1-2 0,7-2 0,-1 0 0</inkml:trace>
  <inkml:trace contextRef="#ctx0" brushRef="#br0" timeOffset="2601">1712 454 7825,'-9'8'0,"1"2"72,0-1 0,4 7 1,-5-5-1,1 5 217,4 1 1,2 1 0,2-1 0,0 1 174,0-1 0,0 3 0,0 1 0,0 2-109,0-1 0,0 3 0,0-2 0,0-1-272,0-3 1,2-7 0,2-1 14,2 3 0,1-1-1303,-1-1 733,-4-4 1,8-10 0,-6-4-11,2-6 1,1-3 0,-3-3 0,2 1-161,-2 0 0,4-1 0,-1 1 257,3-1 0,-4 1 385,6-1 0,-1 1 0,7-1 0</inkml:trace>
  <inkml:trace contextRef="#ctx0" brushRef="#br0" timeOffset="2817">2027 611 7826,'0'18'310,"0"-1"0,0 3 0,0 1 0,0 2 284,0-1 1,0 3 0,2 0-1,2 2-244,1 4 0,1-4 0,-6 1 0,2-3-29,4-4 0,-4 4 0,2 1 0,-6-1-421,-4 0 0,-8-2 0,5-5 0,-3-1-334,0 1 0,1-1 0,-7-1 1,1-3-687,-1-1 1,1-8-1,0 2 210,-1-4 0,1-4 910,-1-4 0,1-12 0,-1-9 0</inkml:trace>
  <inkml:trace contextRef="#ctx0" brushRef="#br0" timeOffset="3000">1677 192 7787,'-23'6'488,"0"2"0,3 1 73,7 5 0,-1 2 0,9 1 1,1 1-543,2-1 0,2 6 1,0 1-1,2-3-609,3-2 0,-3-1 1,6-1-466,0 1 0,-6-7 1055,4 1 0,-12 0 0,-4 5 0</inkml:trace>
  <inkml:trace contextRef="#ctx0" brushRef="#br0" timeOffset="3183">176 210 7787,'-28'-8'320,"3"6"1,25-6 0,12 8 0,13 0-236,8 0 0,4 0 1,2 2-1,3 2-1064,3 2 979,2 7 0,5 5 0,0 9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14.597"/>
    </inkml:context>
    <inkml:brush xml:id="br0">
      <inkml:brushProperty name="width" value="0.06" units="cm"/>
      <inkml:brushProperty name="height" value="0.06" units="cm"/>
      <inkml:brushProperty name="color" value="#E71224"/>
    </inkml:brush>
  </inkml:definitions>
  <inkml:trace contextRef="#ctx0" brushRef="#br0">192 403 8003,'0'-12'269,"0"0"1,0 6 665,0-5-429,0 7 0,0-6 388,0 4-669,0 4 0,-8-5 0,-1 9-84,-1 3 1,-6 5-1,7 10 1,-3 1 13,0 2 0,1 8 0,-5 0 0,3 6-157,1 4 1,8 2 0,-2-5 0,4 3 36,2-2 0,0-10 0,0-6 0,2-3-27,4-3 0,4-7 0,7-4 0,1-6 53,-1-6 1,1-6 0,-1-11-1,1-6-141,-1-4 1,-1-2 0,-3 0 0,-3 0-110,-2 0 0,-2 0 0,-6 2 1,0 2-34,0 2 0,-2 8 1,-4-3-1,-8 5-154,-7 2 1,1 1 0,-3 4 0,2 7-201,-2 3 0,3 2 0,-3 2 0,5 3 203,7 7 0,-3 9 0,6 5 0,1-1 373,-1 0 0,2 6 0,6-4 0</inkml:trace>
  <inkml:trace contextRef="#ctx0" brushRef="#br0" timeOffset="367">716 315 7862,'0'-17'627,"0"5"-154,0 0 0,-8 9 0,-3-3-138,-5 4 1,-1 4 0,-1 4-1,1 5-119,-1 5 0,-1 7 1,-4 2-1,-5 0-96,1 1 0,0 5 1,6-2-1,-3 4-154,3 2 1,2 0 0,3 0 0,5-2-219,5-4 1,4 4-1,2-6 1,2-2-340,4-7 0,3-3 1,11-9-1,3-2 76,6-2 1,4-2 0,0-2 0,-2-4 514,-2-6 0,8-3 0,8-3 0</inkml:trace>
  <inkml:trace contextRef="#ctx0" brushRef="#br0" timeOffset="634">926 315 7862,'-18'0'439,"1"-6"297,-1 1 1,1 1-1,-1 8-272,1 1 0,5 9 0,3-2 1,-1 3-230,0 3 0,-2-1 0,-3 2 0,1 3-87,3 1 0,1 8 0,-4-4 0,5 0-302,1-3 1,2 1-1,6-2 1,2 1-298,4 1 0,0-6 0,9 3 0,5-7-138,-1-3 1,6-8 0,1 1 0,-1-3-190,0-2 1,4-2 777,-6-3 0,8-5 0,-3-8 0</inkml:trace>
  <inkml:trace contextRef="#ctx0" brushRef="#br0" timeOffset="1153">1223 385 7308,'-18'0'2419,"8"0"-1555,-5 0-423,13 0 0,-12-2 0,7-2-200,-3-2 0,4 1 0,-6 5-170,-1 0 0,-3 2 0,-1 3-157,-1 7 0,3 4 0,1 1 1,5 0-96,1 1 0,-4-1 0,6 1 0,2-1 27,3 1 1,1-7 0,0 1 0,1 0-15,5-3 0,4 5 0,7-8 0,1-2 30,-1-2 1,3-4 0,1-2 0,2-4 45,-1-2 1,-1-1 0,0-5 0,3 3 99,-3 1 0,-7 2 1,-5-3-1,1 1 228,0-2 62,-6 7 0,3 1 0,-7 12 1,0 5 6,0 5 0,-5 7 0,-3 2 0,0 1-336,0-1 0,2 4 1,6-4-1,0 0-335,0 1 0,0-3 0,0-6-541,0 1 0,2-3 1,4-3 906,6-6 0,3-12 0,3-4 0</inkml:trace>
  <inkml:trace contextRef="#ctx0" brushRef="#br0" timeOffset="1349">1502 437 7787,'-25'24'0,"-2"1"91,-1 2 1,5-4 0,10 5 0,3-1 647,2 0 0,2-6 0,6 3-722,0-5 1,8-7 0,4-3-772,3-1 0,3-2 1,-1-6 753,1 0 0,-1-8 0,1-2 0</inkml:trace>
  <inkml:trace contextRef="#ctx0" brushRef="#br0" timeOffset="1670">1694 315 7966,'-27'18'129,"4"-1"0,3 3 203,3 3 0,5-4 1,2 6-1,3-1 221,3-1 1,2 2 0,2-3 0,0 1-409,0-2 1,0-1 0,2-3-144,4 1 0,3-1 0,9-1-16,-1-5 1,-5 3 0,0-8-11,1-3-99,-5-1 0,2 4-70,-5 0 0,-5 6 1,2-5-363,-6 3 1,-7-4 0,3 4 0,-2-1-369,-3 1 1,-1-4 922,3 6 0,-13-9 0,5 5 0</inkml:trace>
  <inkml:trace contextRef="#ctx0" brushRef="#br0" timeOffset="2417">1816 507 8100,'0'-11'164,"0"-1"1,6 6 184,0-5 0,2 5 938,-2-6-627,-5 8 1,5-4-380,-12 8 0,3 2 0,-9 4-338,-2 6 0,5 3 0,-1 3 0,0-1 35,1 1 0,5-1 0,-2 1 0,4-1-124,2 1 0,0-7 1,0 1-1,2 0 11,4-3 0,3-1 0,9-8 0,-1 0 31,1 0 1,-1-2-1,1-4 1,-1-5-47,1-5 0,-1-1 0,1-1 1,-1-1 73,1-5 1,-7 5 0,-1-4 0,-2 1 167,-5-1 0,-1 4 1,-2-5 88,0 5 0,0 2 0,-2 1 0,-1 3 142,-3 1 0,-2 8-9,2-2 0,4 6-240,-4 6 1,5 4-1,1 7 1,0 1 55,0-1 1,1 1 0,3-1 0,2 0-62,-2 1 0,4 1 0,0 3 1,-1 1-60,1-2 0,4-1 1,-5-3-1,1 1-26,0-1 0,-2 1 0,-4-1 0,2 1-92,1-1 1,1-5-160,-6-1-66,0 1 1,0-4-35,0-8 0,0-8 1,0-12 82,0-3 0,0 4 0,0-6 0,0 1 47,0 1 1,2-2 0,2 3-1,4-1 213,2 2 1,-5 1-1,7 3 362,2-1 0,-1 7 1,1 1 114,-3 2 1,1 3-1,4 6 1,-3 5-6,-1 6 1,-1 3 0,7 3 0,-1 1-296,1 5 0,1-5 1,3 4-1,3-3-448,2-3 0,-6-1 0,3-3 1,-5-3-464,-1-2 0,-7 3 0,1-5-1538,1-2 2296,-5-2 0,0-10 0,-8-1 0</inkml:trace>
  <inkml:trace contextRef="#ctx0" brushRef="#br0" timeOffset="2599">1659 1 7904,'-56'15'0,"3"-1"650,9-2 1,15-1 0,15 5 469,18-5 1,14-3 0,14-8 0,1 0-1568,2 0 0,-4 0 0,10-2 447,-4-4 0,6-3 0,1-9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24.597"/>
    </inkml:context>
    <inkml:brush xml:id="br0">
      <inkml:brushProperty name="width" value="0.06" units="cm"/>
      <inkml:brushProperty name="height" value="0.06" units="cm"/>
      <inkml:brushProperty name="color" value="#E71224"/>
    </inkml:brush>
  </inkml:definitions>
  <inkml:trace contextRef="#ctx0" brushRef="#br0">158 18 7732,'-18'0'318,"9"0"0,-1-2 0,4-2 287,-6-2 1,3 0-60,-3 6 1,6 0-107,-5 0 1,5 0-217,-6 0 1,3 2-1,-5 2-127,2 2 1,8 8 0,-1-3-151,3 5 0,2 1 0,0 1 2,0-1 1,7-7 0,5-4-57,4-4 1,1-2-1,0 0-117,1 0 0,-1-2 0,1-2-256,-1-2 1,-5-8 113,0 3 1,-7-3 0,5 1-775,-2 1 0,-2 6 1140,-6-5 0,-8 7 0,-2-4 0</inkml:trace>
  <inkml:trace contextRef="#ctx0" brushRef="#br0" timeOffset="353">350 70 8869,'0'12'1414,"0"0"-1128,0 1 0,0 3-249,0 1 0,0 1 1,0-1-31,0 1 0,2-7-248,4 1 220,-4-8 1,5 2-16,-7-12 0,0-4 0,0-7-73,0-1 1,2 1-1,2-1 75,2 1 0,2 1 0,-4 3-246,1 1 0,9 2-137,-2-1 1,3-3 0,3 8 416,-1 2 0,1-5 0,-1-1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32.745"/>
    </inkml:context>
    <inkml:brush xml:id="br0">
      <inkml:brushProperty name="width" value="0.06" units="cm"/>
      <inkml:brushProperty name="height" value="0.06" units="cm"/>
      <inkml:brushProperty name="color" value="#004F8B"/>
    </inkml:brush>
  </inkml:definitions>
  <inkml:trace contextRef="#ctx0" brushRef="#br0">175 594 7812,'-17'0'0,"-1"0"0,7 0 368,-1 0 1,6 2 0,-4 4 0,3 8 180,3 7 0,2-2 0,2 7 0,0-1-376,0 4 0,0 2 1,0 0-1,-2-2-456,-4 2 0,4 2 0,-4 2 0,2-2-436,-1-4 0,3-2 0,-6-5 0,2 1 719,0-2 0,-15-1 0,2-3 0</inkml:trace>
  <inkml:trace contextRef="#ctx0" brushRef="#br0" timeOffset="301">123 577 8296,'2'-16'1754,"4"5"-1388,5 5 0,7-2 0,3 2 1,2 2-198,-1 2 1,-1 2 0,0 2 0,3 2-55,-3 2 1,-7 8-1,-3-3 1,1 5-30,-2 1 0,-3 1 0,-7-1 0,0 1-248,0-1 0,-7 6 1,-5 1-1,-4-3-248,-1-2 0,-6-1 0,-3 1 0,-1 1-186,-4-3 0,4 3 0,0-15 0,2-1-703,3-2 1299,3-2 0,-6 0 0,-3 0 0</inkml:trace>
  <inkml:trace contextRef="#ctx0" brushRef="#br0" timeOffset="533">577 105 7880,'0'18'262,"-6"-1"0,0 1 0,0 1 386,-1 4 1,5 1 0,-4 9 0,4 5-436,2 5 0,-2-2 1,-2 5-1,-2 3-326,2 1 0,2 1 0,2-5 1,-1-5-142,-5-4 0,4-2 0,-4-2 0,4-4-285,2-6 1,0-9 538,0-2 0,-8-9 0,-1 5 0</inkml:trace>
  <inkml:trace contextRef="#ctx0" brushRef="#br0" timeOffset="1053">786 612 7916,'0'-18'186,"0"1"0,6-1 68,0 1 0,0-1 0,-6 1 98,0-1 1,0 7-58,0-1 1,-2 8-223,-4-2 0,-2 6 0,-5 6 0,1 6-153,-1 3 0,-1 9 0,0 1 0,5 2 64,1 4 0,-4-4 0,6 2 0,3 1-87,1-3 0,2 0 0,0-6 1,0 2-89,0-1 1,0-9-1,2-3 1,3-2 72,7-4 0,4-2 0,1-4 0,-1-4 53,-5-6 0,5-3 1,-5-3-1,3 1 42,-2-1 0,3-5 1,-5 0-1,0 1 89,-5 3 1,3 2 0,-2-1 156,-2 1-69,-2 7 1,-2 4 0,-2 12-23,-4 6 1,2 9-1,-6 4 1,3 0-126,3 1 0,-4 5 1,2-2-1,2 2-191,2-2 0,2 2 1,0-8-1,0-1-606,0-3 1,2 4 789,4 1 0,4-9 0,7-7 0</inkml:trace>
  <inkml:trace contextRef="#ctx0" brushRef="#br0" timeOffset="1468">1136 647 7826,'-18'23'217,"3"0"1,1 0 164,3 3 1,7-7 0,-2 6 0,4-1-200,2-1 0,0 0 1,0-5-1,0-1-364,0 1 0,0-1 0,2-1 58,4-5 0,-2-3 0,7-8-77,3 0 1,-5-2 0,1-4 0,0-5-20,0-5 0,-1-1 0,5-3 0,-4-1 113,-3-2 1,7-3 0,-4 5 0,1-4 8,1-2 1,-2 3 0,3-3 0,-3 2 31,-2 4 1,3-5 0,-3 3 697,2 2-317,1 1 1,1 11 0,-2 7 0,-3 9-6,-3 11 1,-2 9 0,-2-2-1,0 2-208,0 4 0,0 2 0,0 2 0,0 0-514,0 0 0,0-6 1,0-1-412,0-3 1,2-2 821,4-6 0,4-7 0,7-2 0</inkml:trace>
  <inkml:trace contextRef="#ctx0" brushRef="#br0" timeOffset="1683">1695 53 7825,'-24'23'0,"1"0"0,0 14 0,5-2 0,3 4 596,3 4 1,-1 3 0,7 14 0,0 8-451,-2 6 0,6 2 1,-4-6-1,4-2-779,2-4 0,0 0 1,0-12-1,0-9-73,0-10 1,0-8 123,0-8 582,0-7 0,0-10 0,0-10 0</inkml:trace>
  <inkml:trace contextRef="#ctx0" brushRef="#br0" timeOffset="2027">1433 437 7807,'-6'17'86,"0"1"158,2-1 0,2-5 0,2 0 1,0 1 281,0 3 1,8-1 0,4-1 0,5-2-245,6 1 1,-1 1 0,5-1-1,0-3-66,0-2 0,2 3 0,6-5 0,0-2-94,0-2 0,-2 4 0,-2 0 1,-4-2-65,-2-2 1,-1-2 0,-7 0 139,1 0 1,-3 1 40,-3 5 1,-4 4-1,-8 7-181,0 1 1,0-6 0,0-1-1,-2 1-194,-4-2 1,4 5-1,-6-5 1,2 1-588,0 1 1,1-6 0,3 6-2467,-4 1 3189,4-5 0,-6 7 0,8-5 0</inkml:trace>
  <inkml:trace contextRef="#ctx0" brushRef="#br0" timeOffset="2399">2184 542 7868,'-24'23'821,"1"0"1,2 1-269,1 1 1,3-4 0,1 6 0,5 1-175,5-1 1,4-6 0,2 2 0,0-3-362,0-3 1,6-5 0,1-2-237,3-3 1,-4-1 0,6-6 49,1 0 0,-3-2 1,0-4-1,-1-5-294,1-5 0,-4-1 0,4-1 0,-1 1 221,1-1 1,-4 1 0,3-1 0,1 1 145,0 0 1,-6-1 0,3 1 253,1-1 1,-4 1 624,8-1-435,-1 1 1,-1 9 0,-4 8 0,-2 12 24,2 9 1,-4 0 0,5 6-1,-1 1-268,0-1 0,6 0 0,-5 4 1,3-4-659,4-2 0,-5-1 1,1-7-1,0-1-2264,-1-5 2816,3 5 0,6-14 0,-1 6 0</inkml:trace>
  <inkml:trace contextRef="#ctx0" brushRef="#br0" timeOffset="2616">2550 542 8145,'-23'35'0,"0"-2"657,1-4 1,3 10 0,3-4 0,5 1-185,5 1 1,4-2 0,2 0-1,0 0-466,0 0 0,0 0 1,0 0-1,0-2-738,0-4 0,-2-4 1,-4-7-364,-5-1 1,-5-1 1093,-1-5 0,-9-11 0,-1-9 0</inkml:trace>
  <inkml:trace contextRef="#ctx0" brushRef="#br0" timeOffset="2799">1729 123 7716,'-7'-12'0,"-3"0"206,0-1 1,5 5-1,10 2 1,11 4 109,11 2 0,4 0 0,16 0 0,-1 0-1877,-1 0 1561,5 0 0,3 8 0,9 2 0</inkml:trace>
  <inkml:trace contextRef="#ctx0" brushRef="#br0" timeOffset="3583">3092 542 7962,'-10'-8'2704,"2"6"-2331,0-6 0,7 10 0,-5 4 0,4 6-126,2 3 0,0 3 0,0 1 0,0 2-129,0 3 1,-6 5 0,0-4 0,2 2-200,2 4 0,-4-4 1,-1 1-1,-1-3-37,0-4 0,-3-1-284,5-3 0,-6-9 156,6-8 1,0-8-1,8-9 1,2-3 184,2-3 0,2-4 0,-2-8 0,5 2 28,5 4 1,-5-4 0,1 6 0,2-3 40,1 1 1,3 8 0,-1-2 0,1 3 135,-1 3 1,1 1 0,-1 5-181,0 5 1,1 4-1,-1 2 1,3 0-167,3 0 0,-3 2 0,3 4 0,-4 5 22,-1 5 0,-1 1 0,1 1 1,-1-1-296,1 1 1,-1-1-1,0 1 1,1-3-1254,-1-3 1728,-7 3 0,6-5 0,-7 8 0</inkml:trace>
  <inkml:trace contextRef="#ctx0" brushRef="#br0" timeOffset="3900">3476 629 7835,'-18'6'-45,"1"0"58,7 0 1,4-6 0,12 0 521,6 0 1,-2 0-1,1-2 1,3-2-554,1-2 0,-3-6 0,-2 5 0,-1-1 0,1 0 0,-4-4 0,4 5 132,-3-3 1,-1 4-57,-6-6 1,-2 9 0,-4-3 34,-5 4 1,1 10 0,-2 3 0,-1 5-67,-3 1 0,-1 3 0,-1 1 0,3 2-208,3-1 0,-1 3 1,7-2-1,2-2-501,2-1 1,2-3 0,2-1 681,4-5 0,4-3 0,7-8 0</inkml:trace>
  <inkml:trace contextRef="#ctx0" brushRef="#br0" timeOffset="4099">3860 0 7835,'-29'26'95,"0"3"0,6 6 1,-3 3-1,5 5 494,6 2 0,3 1 0,-2 7 0,5 3-652,1 8 0,-4-6 0,6 10 1,3-6-458,1-5 0,0 1 1,-2-6 519,-2-7 0,0-6 0,6-4 0</inkml:trace>
  <inkml:trace contextRef="#ctx0" brushRef="#br0" timeOffset="4584">3895 664 7835,'-17'0'129,"5"0"538,0 0 1,6 0-445,-5 0 1,5 2-1,-6 4-76,-1 5 0,3 5 1,0 1-119,3 1 1,-1-1-1,4 1 1,-2-1-322,2 1 1,2-1 64,2 1 0,8-9 0,4-3 1,3-4 72,3-2 0,-1-8 1,1-3-1,-1-5 25,1-1 0,5-3 0,0-1 0,-1-2 138,-3 1 0,-2 3 1,-1 2-1,-3-1 238,-1 1 0,-6 1 0,4 2 121,-3 3 0,-1 9 1,-8 2-133,-4 10 0,3 5 0,-9 3 1,0 1-115,3 4 1,-5-3-1,6 3 1,1-2-341,-1 3 0,2-5 0,6 4 0,0-3-413,0-3 0,0-5-273,0-1 0,2-7 904,4 2 0,3-4 0,9-2 0</inkml:trace>
  <inkml:trace contextRef="#ctx0" brushRef="#br0" timeOffset="4816">4384 70 7822,'-29'37'0,"0"4"0,8-2 0,-5 7 0,3 3 818,0 1 1,-1 10 0,7 2 0,-1 3-866,1-1 1,2 0-1,1 5 1,2-1-487,-1-4 0,3-7 0,0-15 0,1-11-1661,-1-9 2194,6-1 0,-4-27 0,8 4 0</inkml:trace>
  <inkml:trace contextRef="#ctx0" brushRef="#br0" timeOffset="5082">3965 524 7766,'-10'8'796,"-3"-4"-546,7 8 1,0-7 0,8 5 0,4 0-52,5 0 1,5-5-1,3 5 1,3 0-19,1-1 1,6 1 0,-4 4 0,1-5-116,-1-1 0,6 6 0,-4-4 0,2-1-84,0-3 0,-7 4 1,1-1-1,-4 3-49,-1 0 1,-3-6-1,-1 5-125,-3 3 1,-7 1 0,2 3-250,-4-1 1,-2-5-1253,0 0 1693,0-9 0,-8 5 0,-1-8 0</inkml:trace>
  <inkml:trace contextRef="#ctx0" brushRef="#br0" timeOffset="5683">4541 751 7753,'-8'18'66,"-1"-1"1,-7 1 0,3-1 524,1 1 0,6-7 0,-3 1-228,1 2 0,4-7 1,10-1-368,5-4 1,3-4 0,1-4 0,1-5-57,3-5 1,3-1 0,-5-1-1,1 1 16,-1-1 1,1 1 0,-1-1-1,0 1 6,1-1 1,-1 1 0,1 0 57,-1-1 0,1 1 36,-1-1 96,1 1 0,-9 15 0,-5 8 8,-8 7 1,1 7 0,-7 1-1,0 2-95,0-1 0,7-1 0,-5 0 0,2 2-25,0-1 0,-2 3 0,5-2 0,-3-1-86,2-3 1,0-1 0,0-1-57,-2 0 1,0-5-644,6 0 263,0-1 1,2-3 408,4-8 1,-4-2 0,6-7 0,-2-1 28,0 0 0,7-2 0,-3-5 34,0 0 1,3 5-1,-5 2 1,0 0 226,-1 1 0,5 3 279,-6-6 1,5 7 379,-5-7 1,2 8-407,-2-2 1,-4 6 0,4 6-331,-4 6 0,-2-3 0,0 3-512,0 2 0,0-5 1,0 3-443,0 1 0,0-3 0,2 0-289,3-2 0,-1-3 1103,8-5 0,0 0 0,5 0 0</inkml:trace>
  <inkml:trace contextRef="#ctx0" brushRef="#br0" timeOffset="6017">5222 786 7753,'-17'10'648,"-1"-2"0,1-6-170,-1 4 0,1-3 1,0 7-1,-1 0-49,1 0 1,1-5 0,3 5 0,3 0-152,2-1 0,-4-3 1,5 6-292,-3 1-1,6-3 1,-2 2-5,4 1 1,2-3-235,0 2 0,8-3 188,4 3 1,3 2-1,1-7 137,-5 3 0,3-4 0,-6 4 0,0-1-16,-1 1 0,5-4 0,-6 6 0,-2 1-205,-2 3 1,-2-5 0,0 1-635,0 2 0,-8 1 0,-4 3-60,-3-1 0,-3-5 0,1-3 0,-1-1 842,1-4 0,-8-10 0,-3-4 0</inkml:trace>
  <inkml:trace contextRef="#ctx0" brushRef="#br0" timeOffset="6450">5327 53 7842,'0'17'305,"-2"1"0,-2 1 1,-2 4 422,3 7 1,1 4 0,2 5 0,0 6-170,0 5 1,0 5 0,0 11 0,-2 0-578,-4 5 1,2-1-1,-6 6 1,3-6-166,3-6 1,-6-6 0,0-11 0,-1-7-6,-1-3 1,2-10 0,-3-5-738,1-9 583,8-5 0,2-16 1,10-3-1,2-5 173,3-1 1,-3-1-1,2-1 1,1-2 162,3-3 0,-1 1 1,-1 5-1,-3 1 272,3 0 0,2-1 534,1 1 0,1 1-173,-1 4 0,-7 7 1,-3 10-1,-1 7-186,0 4 0,0 3 1,-4 2-1,2 5-211,2 1 1,-1 0-1,-3 4 1,2-4-273,2-2 1,0-1 0,-6-5-993,0 4 1,-2-3-1016,-4 3 0,2-6 2049,-7-5 0,-1-12 0,-6-10 0</inkml:trace>
  <inkml:trace contextRef="#ctx0" brushRef="#br0" timeOffset="6665">5659 1136 8027,'-18'15'0,"1"-1"762,0-3 0,-1 1 1,3 5-112,3 1 0,4-1-1442,8 1 1,2-8 83,4-5 1,-2-3-1,7-4-198,3-3 905,2-5 0,1-8 0,0 1 0</inkml:trace>
  <inkml:trace contextRef="#ctx0" brushRef="#br0" timeOffset="7050">5834 1171 7687,'-18'34'0,"1"1"480,-1 0 0,7 0 1,-1 2-1,0 2 6,3 2 0,-1 1 0,6-3 0,-2 2-286,2-2 0,0-2 1,1-4-1,-3-4-510,2-6-52,-6-11 0,8-7 0,-4-10-119,4-7 1,8-4-1,2-1 1,0-2 278,0-5 1,5-1 0,-1-8 0,1 0 171,-1-4 0,4-2 0,-5 4 0,5 1 13,1-1 1,1 0 0,-1 0-1,1 2 486,-1 4 0,-5 3 0,-1 7 452,3-4 0,-1 13-485,-1 4 1,2 12 0,-9 13 0,-1 5-205,-2 5 0,-8 4 0,1 2 0,-1-2-261,-2-4 1,6 2 0,-6-8 0,3-1-876,-1-3 1,0-2 0,4 1-2317,-4-1 3220,4-7 0,-6-2 0,8-8 0</inkml:trace>
  <inkml:trace contextRef="#ctx0" brushRef="#br0" timeOffset="7299">6532 1031 7687,'-23'8'0,"-2"3"649,-3 5 1,7 1-1,-2 1 1,3-1-2,3 1 1,0 5 0,1 2 0,2 0-305,3 1 0,7 3 0,-2-6 0,4-2-275,2-1 1,-6-3-1,0 1 1,3-1-435,1 1 0,2-1-154,0 0 0,0-5-334,0 0 1,0-6-1,-2 3-1906,-4-1 2759,-4-2 0,-7-6 0,-1 0 0</inkml:trace>
  <inkml:trace contextRef="#ctx0" brushRef="#br0" timeOffset="7482">5886 839 7803,'-17'6'897,"-1"-1"0,6 3-241,1-2 0,9 4-1684,2 7 1028,0 1 0,15-1 0,-5 0 0</inkml:trace>
  <inkml:trace contextRef="#ctx0" brushRef="#br0" timeOffset="7665">4314 262 7709,'-50'-17'64,"3"1"1,8 5 92,8 5 1,12 4 0,9 4-465,2 4 1,3 3 0,5 9 306,0-1 0,7 9 0,3 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45.445"/>
    </inkml:context>
    <inkml:brush xml:id="br0">
      <inkml:brushProperty name="width" value="0.06" units="cm"/>
      <inkml:brushProperty name="height" value="0.06" units="cm"/>
      <inkml:brushProperty name="color" value="#004F8B"/>
    </inkml:brush>
  </inkml:definitions>
  <inkml:trace contextRef="#ctx0" brushRef="#br0">315 280 7638,'-6'-11'-247,"0"-1"0,1 6 803,5-5 1,-6 5 0,0-6 71,2-1 0,2 3-133,2-2 1,-6 1-153,0-7 1,-7 3-289,1 3 0,-3 2 0,-3 6-32,1-1 1,-1 1-1,-1 9 1,-2 7 22,-3 4 0,1 3 1,5 2-1,3 5 6,3 1 1,-1-4 0,5 4 0,0 0-27,0 1 0,3-7 1,5 2-1,2-3-43,3-3 1,5-1 0,9-5 0,3-5-11,1-4 0,2-2 0,-3 0 1,1-2-39,-2-4 1,-1-3 0,-1-9 0,1 1 39,-3-1 1,4 1-1,-11-3 1,2-1 31,-1-2 0,-7-1 0,2 7 67,-4-1 1,-2 1-37,0 0 0,-8 7-43,-3 4 0,1 4 0,0 4 0,2 4-31,5 5 1,-5 5 0,2 1 0,2 1-226,2-1 0,2 7 1,0-1-1,2-2-377,4-1 1,4-3 0,7 1 0,1-1 637,-1 1 0,8-9 0,2-1 0</inkml:trace>
  <inkml:trace contextRef="#ctx0" brushRef="#br0" timeOffset="232">717 106 7914,'-29'11'100,"1"1"0,1 0 329,0-3 1,6 7-1,-3-3 1,7 7-176,5 3 0,-3 2 0,5-3 1,0 1-281,5-2 0,3 5 1,2-1-1,0 0-160,0 0 1,0-1 0,0-7-1,2 0-323,3 1 0,5-3 0,8-3 76,-1-6 1,6-4 0,3-2 432,1 0 0,-6-8 0,4-2 0</inkml:trace>
  <inkml:trace contextRef="#ctx0" brushRef="#br0" timeOffset="431">856 176 7801,'-17'17'0,"-1"1"97,1-1 0,7 0 0,4 1 115,4-1 1,2 1 0,2-1 0,4-1-202,6-5 0,3 5 1,3-6-1,-1 1 137,1 1 0,-1-8-148,1 2 0,7 3 0,2 1 0</inkml:trace>
  <inkml:trace contextRef="#ctx0" brushRef="#br0" timeOffset="798">1206 141 7892,'-28'17'0,"5"1"0,4-1 0,3 2 0,3 3 0,3 1 494,2-2 1,-3 5 0,5-3 0,2-2-384,2-1 0,2-3 0,0 1 0,2-3-198,4-3 1,-2-4 0,7-8 177,3 0 0,-4-6 1,1-2-1,1-2-119,-3-3 0,7-3 0,-6-1 1,1-3 48,1-3 1,0 4 0,3-5 0,-1 5 28,-3 1 0,-1-5 1,4 0-1,-3 2 78,3 1 0,-4 8 1,1 1 163,3-3 0,1 1-112,3 1 1,-8 6 0,-5 12-233,-3 6 1,-2 9 0,0 4 0,0 0-204,0 1 0,2-1 0,2-4 0,2 3-542,-2-3 0,-2-2 1,0-3 796,4-5 0,3 5 0,9-6 0</inkml:trace>
  <inkml:trace contextRef="#ctx0" brushRef="#br0" timeOffset="1098">1677 123 7892,'-27'16'178,"4"-5"1,1 5 0,1-4 0,-2 3 549,1 3 1,-1-1-1,4 2 1,5 3-229,4 1 1,-1 0 0,5-5-375,2-1 0,2-5 0,4-2-91,4-3 1,4-1 0,7-6-144,1 0 0,-1-6 0,0-1 1,-1-3-186,-4-4 1,3 5-1,-5-3 1,1-2-38,1-1 0,-6-1 0,4 3 1,-3 1-232,-3-2 0,4 5 0,-2-3-460,-2-1 1,4-3 1020,-3-1 0,9-1 0,-4 1 0</inkml:trace>
  <inkml:trace contextRef="#ctx0" brushRef="#br0" timeOffset="1514">1974 106 7892,'-17'11'55,"-1"-1"0,1 0 162,-1-1 0,1-3 1,-1 4-1,1 0 227,-1-1 1,7-3-1,-1 6-264,-2 1 0,5-3 0,-1 2-227,2 1 0,2-3-310,6 2 50,0-8 1,2 3 173,4-7 1,-2 0-1,8 0 80,1 0 0,-3 0 0,2 0 93,1 0 1,3-5-1,1-1 134,1 2 1,-1 2-1,1 0 1,-1-2 27,1-2 1,-1 0-1,1 6 1,-1 0 137,0 0 1,-5-2-1,0-1 247,1-3 0,-5 2-337,-2 10 0,-4-2 1,-4 5-1,-4 1-253,-6 0 1,-9-1 0,-2 5 0,1-2-414,3 1 1,4-3 0,1 0 0,2-1-3759,-1 1 2427,5-6 1747,0 4 0,0-8 0,-1 0 0</inkml:trace>
  <inkml:trace contextRef="#ctx0" brushRef="#br0" timeOffset="1832">2376 1 7892,'-8'17'733,"-2"1"-210,1-1 0,-5-5 1,6 0-1,0 1-131,1 3 1,-1 1-1,4 1 1,-2-1-191,2 1 0,2-1 0,2 1 0,0-1-141,0 0 1,0-5-1,2 0-156,4 1 1,2-3 0,6 0-158,-3-3 1,1-1 106,5-6 0,1 0 50,-1 0 1,-5 0 510,-1 0 1,-7 2-409,2 4 0,-12-2 0,-5 6-232,-5-3 0,-7 7 1,-2-4-1,-1 1 121,1 1 1,-6-6 0,2 5 102,-4 3 0,-2 2 0,0 1 0</inkml:trace>
  <inkml:trace contextRef="#ctx0" brushRef="#br0" timeOffset="2382">472 1084 7883,'-29'6'426,"0"-1"0,8 9 1,-3 0-1,5 5-31,1 4 1,9 8 0,3-2-1,4 4-56,2 2 0,0 0 0,0-2 0,0-2-385,0-2 1,0-7 0,0 1 0,2-4-665,4-1 1,-4-1-224,3 1 0,5-9 0,0-5 361,0-8 1,-3-5 0,-5-9 571,4 1 0,-4-1 0,6 1 0</inkml:trace>
  <inkml:trace contextRef="#ctx0" brushRef="#br0" timeOffset="2632">507 1014 7694,'8'-10'-72,"-4"-3"1,7 7 185,3 2 0,1 2 0,3 4 0,-1 4 592,1 5 1,-1-1 0,1 2 0,-1 1-335,1 3 1,-7 1 0,-1 3-1,-2 1-282,-4 2 1,-2 1 0,-4-7 0,-4 2-32,-6 5 1,-9-5 0,-2 4 0,1-3-533,3-3 1,-4-5 0,-1-2 0,3-3-509,2-3 0,1-2 1,1-2 980,-1 0 0,1 0 0,-1 0 0</inkml:trace>
  <inkml:trace contextRef="#ctx0" brushRef="#br0" timeOffset="2831">979 717 8090,'-26'17'87,"5"11"0,-4 5 0,3 5 482,7 1 0,9-2 0,0-2 1,4 0-249,2 0 0,0 0 0,0-2 0,0-2-539,0-2 0,2-6 0,2 4 0,2-1-1141,-2-5 1,6-2 1358,1-1 0,5-8 0,1-3 0</inkml:trace>
  <inkml:trace contextRef="#ctx0" brushRef="#br0" timeOffset="3382">1206 1084 7123,'-8'-10'96,"-4"4"1,4 2 0,1 0 895,-1-1 0,4-7-571,-8 6 1,9-2 0,-5 5-194,0-3 0,4 0 0,-8 6-109,-1 0 0,3 2-305,-1 4 1,1 3-1,-4 9-63,3-1 0,7 1 1,-2-1 9,4 1 1,2-7 0,2-1 161,4-2 0,3-2 0,9-6 0,-1 0 29,1 0 1,-1 0 0,1-2 0,-1-4 12,1-6 1,-1 2 0,1-1 70,-1-3 1,1 1 0,-3-1 281,-3 2 717,3 1-534,-13 1 0,6 10 0,-8 12-266,0 3 1,-6 3-1,0-1 1,1 1-193,-3-1 0,6 1 0,-4-1-845,4 1 1,2-1-836,0 0 0,2-7-260,4-4 1897,3-4 0,9-10 0,-1-2 0</inkml:trace>
  <inkml:trace contextRef="#ctx0" brushRef="#br0" timeOffset="3781">1590 909 7928,'-8'18'40,"-2"-1"0,-7 0 1,1 1 305,5-1 1,-3 1 0,6-1-1,1 3-75,-1 3 1,2-4-1,6 5 1,0-5-99,0-1 0,0-7 0,0 1-39,0 1 1,2-5-603,4-2 1,4-4-268,7-2 1,-5-8-1,-1-3 466,3-5 1,-4-1 0,-1-1-1,1 1 97,0-1 1,-5 1 0,5-1 0,0 1 120,0-1 1,-5 1 0,7-1 224,2 1 0,-5-1 670,3 1-303,-8 7 0,4 4 0,-8 12-198,0 6 0,0 3 1,0 3-1,0-1-283,0 1 1,0-1 0,0 1 0,0-1-391,0 1 0,0-1-228,0 1 0,0-7 0,2-1-1056,3-2 1614,-3-2 0,14-6 0,-6 0 0</inkml:trace>
  <inkml:trace contextRef="#ctx0" brushRef="#br0" timeOffset="4015">2044 525 7928,'-27'27'-87,"2"6"0,7-2 1,1 6 687,-1 4 0,3-1 1,1-3-1,4 4-223,3 6 0,1 1 1,6 1-1,0-5-574,0-1 0,0-2 0,0-8 0,0-4-634,0-6 1,2-5 356,4-7 0,-3-3 1,7-10-1,-2-4 473,-4-5 0,5-5 0,1-1 0</inkml:trace>
  <inkml:trace contextRef="#ctx0" brushRef="#br0" timeOffset="4333">1764 804 7928,'-17'2'165,"0"4"1,5-2 0,2 8 266,2 1 1,3-3 0,5 2-364,0 1 0,2 1 0,3-1 0,7-3 45,4-2 0,1 3 1,2-3-1,5 0-65,5 0 0,-2-3 0,2-3 0,0 2-127,-2 2 0,6 0 0,-5-6 1,1 0-6,0 0 0,-8 0 0,4 0 0,-1 0-4,-1 0 1,-6 6 0,-5 0 24,2-3 1,-1 7 66,-1 2 0,-4-2 0,-8 1-4,0 3 1,0-5 0,-2 1 0,-2 0-89,-2 0 1,-2-5-800,2 7-608,4-8 1494,-5 4 0,14-16 0,3-2 0</inkml:trace>
  <inkml:trace contextRef="#ctx0" brushRef="#br0" timeOffset="4699">2550 822 7928,'-7'17'0,"-5"1"0,-4 5 0,1 0 0,1 1 0,3 1 0,7-6 0,-4 6 0,2-1 576,0-1 0,1 6 0,5-6 1,2 1 48,3 1 0,-3-6 1,4 5-1,-2-7-576,2-5 0,-4-3 0,6-5-496,-1 2 0,-3 0 1,8-6-130,1 0 0,-3-2 0,2-4 167,1-6 0,-3 3 0,0-3 160,-3-1 1,7-1 825,-2 2-222,-5-3 0,1 15 0,-8 0 48,0 10 1,0 7-1,0 4 1,0 5-44,0 1 0,-6-4 1,1 6-1,1 2-664,2 2 0,-4 0 1,0-4-1,0-5-579,-1-5 0,5-2 0,-6-1-1648,0-4 2531,6-5 0,-13-7 0,5 0 0</inkml:trace>
  <inkml:trace contextRef="#ctx0" brushRef="#br0" timeOffset="4864">2271 717 7928,'-18'-25'-86,"-3"0"1,2-3 0,5 9 799,4 5 1,5 3 0,7-5-614,3 5 1,5 3 0,10 8 0,1 0-310,2 0 0,2-6 0,-3 0 1,1 2 207,-2 2 0,7-5 0,-1-3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3:51.576"/>
    </inkml:context>
    <inkml:brush xml:id="br0">
      <inkml:brushProperty name="width" value="0.06" units="cm"/>
      <inkml:brushProperty name="height" value="0.06" units="cm"/>
      <inkml:brushProperty name="color" value="#004F8B"/>
    </inkml:brush>
  </inkml:definitions>
  <inkml:trace contextRef="#ctx0" brushRef="#br0">227 367 8080,'-19'0'82,"-5"0"1,11 0 0,-5 0-1,3 0 177,-1 0 1,5 0 0,-1 2 0,-2 4-128,-1 6 0,3 3 0,3 3 0,-1 1 13,0 5 1,4-3-1,-3 6 1,1 0-5,4 0 1,2-3-1,2 3 1,2-2-59,4-4 0,3-3 1,9-7-1,-1-5-80,1-4 1,7-4-1,2-4 1,2-5-67,0-5 0,-5-3 1,3-2-1,-2-5-48,-3-1 1,-3 0 0,-2-4 0,1 4-12,-1 2 1,-5-5-1,-2 7 1,-3 2 13,-3 1 1,-4 3 0,-6 0 0,-5 1-199,-5 4 0,-3-1 0,-2 7 0,-3 2-273,3 2 1,2 2 0,1 2 578,1 4 0,-1 4 0,1 7 0</inkml:trace>
  <inkml:trace contextRef="#ctx0" brushRef="#br0" timeOffset="319">803 263 7996,'-2'-10'856,"-3"4"1,1 4 0,-8 2-342,-1 0 0,-3 2 0,-1 4-365,-1 6 1,-5 5-1,-1 4 1,1 5-148,-2 1 1,6-4-1,-5 4 1,5-2-258,1-3 1,7 3-1,1-2 1,2-1-413,4-3 0,2-1 1,4-1-1,4-1 194,6-5 1,3-3 0,5-8 0,1 0 471,2 0 0,9-16 0,-5-3 0</inkml:trace>
  <inkml:trace contextRef="#ctx0" brushRef="#br0" timeOffset="550">1048 245 7899,'-33'16'0,"2"-3"236,2-1 0,7 0 1,-3 3-1,2-1 294,0-3 0,-1 3 0,7 7 0,1 3-93,5-3 0,-3-2 1,8-1-1,2-1-404,2 1 1,2-1 0,0 1-168,0-1 1,8 1 0,6-3 0,5-3-667,4-6 1,3-5 0,-3-2 0,6-3 799,4-2 0,2-16 0,0 3 0</inkml:trace>
  <inkml:trace contextRef="#ctx0" brushRef="#br0" timeOffset="1018">1397 385 8030,'-19'8'87,"-3"3"421,-1 5 0,2 1 1,7-1 514,3-5 1,5 3-459,-6-8 0,8 2-151,-2-3 0,3-3-62,-3 4-538,4 4 1,-6-6-376,8 7 0,0-5 227,0 6 1,8-8 0,3 2 110,5-4 1,1-8 0,1-2 0,-1-2 41,1-3 0,5-3 0,0-1 0,-1-1 139,-3 1 0,-1 5 0,-1 0 0,0 1 176,1 1 0,-6-3 984,-1 7-810,1 0 1,-2 14 0,-5 3 0,-3 5-261,-2 1 0,0 3 0,0 1-423,0 2 1,0 1 0,0-7-244,0 1 0,2-9 0,4-3-123,6-4 0,3-2 1,3-2 740,-1-4 0,1-3 0,-1-9 0</inkml:trace>
  <inkml:trace contextRef="#ctx0" brushRef="#br0" timeOffset="1335">2008 228 7930,'-17'6'-37,"-1"-1"0,1 1 277,0 2 0,-1-4 0,1 6 0,-1-1 432,1 1 1,-1 4 0,1 7 0,-1 2-227,1-2 1,-1 1-1,1-1 1,-1 2-25,1-1 0,7-3 0,4-1-235,5-1 1,1-5 0,1-3-281,5-1 0,4-2 0,7-6 9,1 0 0,-1 0 0,1 0 8,-1 0 0,-1 2 0,-3 2-80,-1 2 1,-8 7-171,2-1 1,-4-2 0,-4-1-1,-2 1-596,-2 0 0,-8-4 1,3 3-215,-5-1 0,-1 4 1136,-1-6 0,1 7 0,-1-3 0</inkml:trace>
  <inkml:trace contextRef="#ctx0" brushRef="#br0" timeOffset="1567">2183 298 7883,'-2'11'228,"-2"1"0,-2 1 291,3 3 1,-5-4 0,2-1 0,2 3-38,2 1 1,2 3-1,2-1-607,4 1 1,2-1-1,5-1 1,-1-3-77,1-1 0,-3-8 0,2 2-671,1-4 0,3-2 872,1 0 0,1-8 0,-1-2 0</inkml:trace>
  <inkml:trace contextRef="#ctx0" brushRef="#br0" timeOffset="2133">2323 280 7920,'-8'12'123,"-4"-1"0,3-5 0,-1 6 761,2 1 1,4-5-1,10-2-472,6-4 1,5-2 0,5 0-1,1 0-18,-2 0 0,-1 0 1,-1 0-1,2 0-206,3 0 1,-1 0 0,-6 0 0,1 0-166,-1 0 0,-5 0 0,0 0-236,1 0 0,-3 0-660,2 0-352,-9 0 833,5 0 416,-8 0 0,-2 0 238,-4 0 151,5 0 0,-7 2-364,8 4 1,2 1-1,2 7-31,1-2 1,3-8 0,-2 1 0,4-1 50,-1 2 0,7-4 0,-4 4 0,3-4-15,3-2 1,5-6-1,0-2 1,0 0 141,3 1 0,-7-5 1,4 4-1,-3 1 220,-3-1 1,1 0-1,-1 4-9,1-2 0,-1 1 0,0 5-122,1 0 0,-6 0 1,-1 0-177,3 0 0,-4 5 0,-1 3 0,-1 2-116,-4 3 0,4-3 0,-3 2 128,-1 1 0,-2 3-1577,-2 1 1,0-5-2885,0 0 4340,0-9 0,-7 5 0,-3-8 0</inkml:trace>
  <inkml:trace contextRef="#ctx0" brushRef="#br0" timeOffset="2316">2253 1 8001,'-35'6'1061,"0"-1"0,8 1 0,4-4-82,3 4 0,12-4-1116,8 4 1,8 1 0,10-1 0,-1-2-498,1-2 1,5-2-1,2 0 634,2 0 0,-5 8 0,3 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26.320"/>
    </inkml:context>
    <inkml:brush xml:id="br0">
      <inkml:brushProperty name="width" value="0.06" units="cm"/>
      <inkml:brushProperty name="height" value="0.06" units="cm"/>
      <inkml:brushProperty name="color" value="#E71224"/>
    </inkml:brush>
  </inkml:definitions>
  <inkml:trace contextRef="#ctx0" brushRef="#br0">175 359 7867,'0'-17'-1,"0"-1"1,-7 1 0,-3-1 0,-2 1 259,1-1 0,5 1 0,-4-1 0,0 1 539,1 0 0,3 1-188,-6 4 0,8 8 0,-2 18-203,5 15 1,-5 14 0,0 17 0,2 10-204,2 9 0,2 15 1,0 5-1,0-47 0,0 0-216,0 3 1,0 1 0,3-1-1,0 1 1,0 2 0,0 0-1,-1 0 1,0-2-220,-2-2 0,2-1 1,3 40-1,1-7 1,-2-13-1613,-2-7 1,4-25 163,0-6 0,-1-35 1679,-5-17 0,0-12 0,0-6 0</inkml:trace>
  <inkml:trace contextRef="#ctx0" brushRef="#br0" timeOffset="415">71 324 7928,'-18'24'128,"1"-1"0,5-6 0,2-5 1717,3 1-1564,1-5 1,8 0 0,3-8 33,7 0 0,4 0 0,1 0 0,1 0-67,-1 0 1,8-2-1,4-4 1,4-5-51,2-5 1,2-3-1,2-3 1,4-3-47,1-2 0,3-2 0,5-8 0,-1-2-36,-5-2 0,3 6 0,-8 8 0,-5 0-149,-5 0 1,-5 8 179,-9 1 1,-7 16-1,-4 18 1,-4 9 136,-2 10 0,-8 13 0,-2 3 0,-2 7-81,1 4 0,-1 2 0,-3 6 0,1 2-139,2 3 0,1 5 0,-5 7 0,3-1-430,1-5 1,2-3 0,-1-10 0,3-4-454,0-6 1,6-11 0,-4-7 0,4-5-231,2-6 1,0-3-1,0-9 1049,0 1 0,8-1 0,2 0 0</inkml:trace>
  <inkml:trace contextRef="#ctx0" brushRef="#br0" timeOffset="665">71 1983 8936,'-14'24'2085,"-4"-1"-1765,5-8 0,19-9 0,13-12 0,6-5 157,6-5 0,6-7 1,6-2-1,5 0-214,1-1 0,5-3 0,6 4 0,5-2-294,6-4 1,-7 0 0,6 0-1,-2 3-601,0 3 0,2-6 0,0 4 0,-2-2-1013,-4 0 1,-4 6 1644,-8-7 0,-7 1 0,-2-6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25.102"/>
    </inkml:context>
    <inkml:brush xml:id="br0">
      <inkml:brushProperty name="width" value="0.06" units="cm"/>
      <inkml:brushProperty name="height" value="0.06" units="cm"/>
      <inkml:brushProperty name="color" value="#E71224"/>
    </inkml:brush>
  </inkml:definitions>
  <inkml:trace contextRef="#ctx0" brushRef="#br0">105 597 7941,'-2'-47'0,"-4"1"4,-5-3 1,3 4 0,2 1-1,4 1 291,2 4 0,0-1 1,0 5-1,0 7 470,0 7 0,2 6-441,4 3 1,-4 8 0,4 16 0,-3 13 13,3 12 0,-4 9 0,4 13 1,-4 5-136,-2 4 0,6 9 0,0 5 0,-2 3-226,-3 2 0,5 1 0,0-1 0,-2 0-402,-2 1 0,0 5 0,2 0 0,2-4-414,-3-5 1,-1-15 0,-2-10 0,0-9-378,0-9 1,-2-16 1215,-3-19 0,-5-4 0,-8-2 0</inkml:trace>
  <inkml:trace contextRef="#ctx0" brushRef="#br0" timeOffset="417">70 422 7906,'-15'27'175,"3"-3"0,-9-11 816,7-1-791,6-8 0,16 3 1,4-9-1,3-1 44,3-3 1,-1-8-1,2 3 1,3-5 71,1-1 0,8-1 0,-2-1 1,4-3-90,2-1 0,0-2 0,2 2 0,2-5-69,2 1 1,1-6-1,-3 4 1,2-4-105,-2-2 0,-4 2 1,-6 4-1,-6 6-131,-4 3 1,-3 7 230,-5 7 0,-3 12 1,-10 21-1,-2 10 125,-1 6 1,-9 9-1,2 8 1,-1 2-94,1 4 1,-3 4 0,3 4 0,-4 3-200,-1 3 0,5-4 0,1 3 0,-1-3-442,2-8 0,1 0 0,5-12 0,-2-4-507,2-3 0,2-10 1,2-1-1,0-6-1990,0-9 2952,0-4 0,0-1 0,0-1 0</inkml:trace>
  <inkml:trace contextRef="#ctx0" brushRef="#br0" timeOffset="683">140 1872 7881,'-27'33'319,"3"-4"1,5-4 611,2-8 1,9-9-579,8-8 0,8-2 0,9-9 0,1-3-135,-1-2 0,8-3 1,4-2-1,4-5-88,2-1 0,2 4 1,2-4-1,4 0-396,1 0 0,-3-3 0,6-5 0,-1 2-1009,-1 4 1,3-4 1274,-7 4 0,8 4 0,-5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22.086"/>
    </inkml:context>
    <inkml:brush xml:id="br0">
      <inkml:brushProperty name="width" value="0.06" units="cm"/>
      <inkml:brushProperty name="height" value="0.06" units="cm"/>
      <inkml:brushProperty name="color" value="#E71224"/>
    </inkml:brush>
  </inkml:definitions>
  <inkml:trace contextRef="#ctx0" brushRef="#br0">285 192 7393,'0'-17'-186,"0"-1"0,0 1 0,-2 1 1,-1 3-1,-3 1 0,0 0 1,0 1 240,0-1 0,-7 2 0,1-3-52,-3 1 0,3 8 0,0-1 45,-1 3 0,3 2 0,-2 2-11,-1 3 0,5-1 0,0 6 285,0-2 1,7 5-30,-5-1 0,4-2 1,2 1 262,0 3 1,0-4 267,0 1 0,0-5 30,0 6 1,0-7-354,0 7 0,0-6 1,0 6-1,0 1-42,0 3 1,0 7 0,0 4 0,0 6-68,0 10 1,0 7-1,0 10 1,0 12-183,0 14 0,0 9 0,-1-42 0,0 0 0,-1 2 1,0-1-131,-1 1 0,0 1 1,0 3-1,0 0 1,3-2-1,0-1 1,0-2-1,0 0-126,0 45 0,0-9 0,0-11 0,0-9-247,0-10 0,0-15 0,0-10 0,0-10-2003,0-6 1460,0-9 0,8-10 0,2-14 0,1-7 112,1-8 1,0-6-1,5-6 1,-1-5-1160,-5-5 1883,5-9 0,-6-10 0,7-9 0</inkml:trace>
  <inkml:trace contextRef="#ctx0" brushRef="#br0" timeOffset="1200">128 35 6370,'0'18'-64,"0"-7"565,0 1 173,0-8-95,0 3 0,2-5-79,4 4 0,-2-4 0,8 4-235,1-4 1,3-2 0,3 0 0,4 0-153,6 0 0,1 0 1,3-2-1,3-2-101,1-2 1,2-5 0,0 3 0,2 0-113,-3 0 0,-3-3 1,-4 3-1,-3 0-91,-3 0 0,-8 3 1,-7 3-144,-2-4 467,-2 4 0,-14-6 0,-4 10 1,-3 2 82,-3 2 1,1 7 0,-3-1 0,-1 5 81,-2 7 0,-1-5 0,5 6 0,-2-1 5,-3-1 0,3 8 0,7 0 0,3 6-82,-3 4 1,6 13-1,1 2 1,1 10-81,0 12 1,2 5 0,10 7 0,6 1-316,3 2 0,3 4 0,-1-8 0,1-5-215,-1-5 1,0-11 0,1-10 0,-3-5-209,-3-7 0,-2-5 0,-6-12 1,1-4-263,-1 1 0,-4-9 0,-4 2-478,-1-5 1337,-9-10 0,4 4 0,-7-8 0</inkml:trace>
  <inkml:trace contextRef="#ctx0" brushRef="#br0" timeOffset="1466">41 1991 7760,'-18'12'758,"1"-1"1,11-1-419,12 2 0,6-5 1,17-7-1,2 0-58,2 0 1,2-1 0,0-3 0,1-4-207,5-2 1,2-1-1,3-5 1,-3 2-378,0 3 0,-6-1 1,5-5-1,-1 1-503,0 5 0,-2-3 0,-10 8 804,-6 2 0,4 2 0,0 2 0</inkml:trace>
  <inkml:trace contextRef="#ctx0" brushRef="#br0" timeOffset="1899">181 2585 7917,'-8'-10'136,"-4"4"0,-3 4 324,-3 2 0,9 2 0,3 6 40,4 10 1,2 7 0,0 14-1,0 5-275,0 9 0,2 18 0,2 5 0,3 9-152,3 9 1,-4 1 0,-1-45-1,0 1 1,2 46-404,-3-2 1,4 4 0,-2-8 0,-2-6-257,-2-7 0,-2-16 1,0-12-1,0-11-1644,0-8 2230,0-9 0,0-5 0,-8-25 0,-2-11 0</inkml:trace>
  <inkml:trace contextRef="#ctx0" brushRef="#br0" timeOffset="2316">111 2934 7869,'-12'0'33,"0"0"-66,-1 0 832,5 0 0,2-8-417,12-3 1,6 1 0,9 0 0,2 1-75,-1-1 0,5 4 1,2-4-1,4 1-50,2-1 1,6-2 0,-1-3 0,-1 1-57,-2 3 0,4-1 1,0-6-1,-3 1-75,-1 0 1,-2 5 0,-2 0-1,-4-1 33,-5-3 1,-5 1 0,-3 1 167,-5 2 1,-3 10 16,-8 2 1,-2 8 0,-2 12 0,-4 3-181,-1 6 0,3 4 0,-4 4 0,0 2-106,1 1 1,3 9-1,-4-2 1,2 3-125,5 2 1,-5 7 0,2 1 0,2 2-269,2 4 0,2-6 0,0-2 0,0-3-582,0-3 0,0-2 1,0-3-1,0-6 44,0-4 0,0-4 0,0-2 1,0-4-311,0-2 1181,0-9 0,0 7 0,0-4 0</inkml:trace>
  <inkml:trace contextRef="#ctx0" brushRef="#br0" timeOffset="2583">285 4226 7930,'-19'8'-2,"-2"2"1,-1 2 1699,7-1-965,-3-7 0,24 4 0,0-8 1,8-2-371,3-4 1,8 2 0,4-5 0,4-1-198,2 0 0,0 0 0,0-3 1,2 1-272,4-1 1,-4 3-1,5 0 1,1 1-489,4-1 1,-5 4 0,1-4-1,-2 3-1971,-1 3 2564,1-6 0,-6 8 0,0-6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33.099"/>
    </inkml:context>
    <inkml:brush xml:id="br0">
      <inkml:brushProperty name="width" value="0.06" units="cm"/>
      <inkml:brushProperty name="height" value="0.06" units="cm"/>
      <inkml:brushProperty name="color" value="#E71224"/>
    </inkml:brush>
  </inkml:definitions>
  <inkml:trace contextRef="#ctx0" brushRef="#br0">140 123 6740,'-2'-18'0,"-2"1"69,-2-1 0,-5 7 1,5-1-1,0 0 577,-2 3 1,4-5-194,-7 8 1,1 2-254,-2 10 1,-1-2 0,7 8 0,0 1 19,-2 3 0,6 1 1,-3 1-1,3 1-3,2 4 0,-6 5 1,0 7-1,2 0-59,2-1 1,2 1-1,0 0 1,0 0-138,0 0 1,2-2 0,2-4-1,4-5-173,2-5 1,-5-7 0,7-3 103,2-1 0,1-10 0,1-11 0,-3-9 17,-1-7 1,-2-4-1,3-2 1,-3-2 121,-2-3 0,-1 3 0,-3-4 0,2 4 120,-2 2 1,-2 2-1,-2 4 1,0 6 253,0 3 1,-2 5 0,-2 5-278,-2 10 1,-7 10-1,3 15 1,-2 10-41,1 10 1,5 5-1,-4 4 1,0 5-154,1 5 0,5 4 0,-2 1 0,2 3-349,-2 4 0,4-8 0,-3 2 0,3-8-578,2-14 0,-6-9 44,0-10 1,0-13 0,6-16 0,0-12 887,0-9 0,-8-6 0,-1-8 0</inkml:trace>
  <inkml:trace contextRef="#ctx0" brushRef="#br0" timeOffset="917">384 175 8239,'-15'12'362,"3"-1"1,5 1-1,7 6 1,0-1 235,0 0 1,0 1 0,0-1 0,0 1-142,0-1 0,0 1 0,1 1-320,5 4 1,-4-3 0,6 3-392,0-3 122,-6-11 1,7-3 0,-5-12-1,2-5-136,-2-5 0,-2-3 0,0-3 1,2-3 16,2-2 0,1-2 0,-3-6 0,4 0 134,2 0 0,-5 6 1,7 0-1,0 0 36,-3 2 0,7 1 0,-4 9 0,3-1 110,3 1 1,-1 7-1,1 4 1,-1 4 114,0 2 1,3 2-1,1 4 1,4 4-582,3 0 1,-5-1-1,4-5 437,-2 2 0,6 8 0,-3-5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31.368"/>
    </inkml:context>
    <inkml:brush xml:id="br0">
      <inkml:brushProperty name="width" value="0.06" units="cm"/>
      <inkml:brushProperty name="height" value="0.06" units="cm"/>
      <inkml:brushProperty name="color" value="#E71224"/>
    </inkml:brush>
  </inkml:definitions>
  <inkml:trace contextRef="#ctx0" brushRef="#br0">53 175 7878,'-8'-17'1095,"6"9"-663,-3 8 0,3 10 1,2 13-1,0 6-218,0 4 1,0 2-1,0 2 1,0 2-96,0 1 0,0 7 0,0-6 0,0-1-373,0 3 1,0-6-1,0 2 1,0-6-876,0-4 1,0-8-561,0 2 1689,0-11 0,-8-4 0,-2-8 0</inkml:trace>
  <inkml:trace contextRef="#ctx0" brushRef="#br0" timeOffset="317">53 262 7900,'-8'10'-57,"5"-2"0,-7-6 653,2 4 159,2-4 0,14 3 1,4-8-1,3-5-295,3-2 0,-1 6 0,1-2 1,1 2-83,4-1 1,-3 3 0,3-4-47,-4 4 1,-7 2 0,-2 2-270,-3 4 0,-1 3 0,-6 9 0,-2-1-354,-3 1 0,-5-1 1,-8 1-1,-1 1-235,-4 4 1,3-3-1,-3 1 1,4-5-306,1-5 0,1-7 0,-1 2-1313,1-4 2144,7-10 0,-6-9 0,7-10 0</inkml:trace>
  <inkml:trace contextRef="#ctx0" brushRef="#br0" timeOffset="617">402 123 7988,'-5'11'0,"-3"-1"-20,-2-2 0,4 5 0,-3-1 702,1 4 1,2 1 0,6 0-448,0 1 1,2-1 0,2 1 0,4-1-309,1 1 0,1-7 0,4-1 0,-3-2-454,3-4 0,1-2 0,3-2-408,-1 0 1,1-8 934,-1-4 0,-7-11 0,-2-4 0</inkml:trace>
  <inkml:trace contextRef="#ctx0" brushRef="#br0" timeOffset="766">542 0 7859,'-2'20'47,"-4"3"0,4-2 0,-5 9 0,1 1 337,0 2 0,0 3 0,4 5 0,-2 6-169,-1 3 1,-1 3-1,6 1 1,0 4 122,0 6 1,2-4-339,4-1 0,-5-5 0,7-2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30.252"/>
    </inkml:context>
    <inkml:brush xml:id="br0">
      <inkml:brushProperty name="width" value="0.06" units="cm"/>
      <inkml:brushProperty name="height" value="0.06" units="cm"/>
      <inkml:brushProperty name="color" value="#E71224"/>
    </inkml:brush>
  </inkml:definitions>
  <inkml:trace contextRef="#ctx0" brushRef="#br0">18 26 7797,'0'-12'1849,"0"1"1,0 9-1441,0 2 0,-2 8 1,-2 11-1,-2 4-217,2 6 0,3 6 0,1 4 0,0 4-255,0 1 0,0 1 1,0 4-1,0-3-520,0 3 1,0-7 0,0-1-1,0-6-1129,0-6 0,0 2 1712,0-8 0,0-7 0,0-8 0</inkml:trace>
  <inkml:trace contextRef="#ctx0" brushRef="#br0" timeOffset="482">210 463 10925,'0'-10'809,"0"4"1,0 12-785,0 6 1,0-3 0,0 3 0,0 2-204,0 1 1,0 3 0,0-1-131,0 0 0,6 1 0,2-3 23,1-3 1,-3-4 214,6-8 0,0-2 0,5-4 76,0-6 0,-5 3 1,-2-3-1,-1-1 136,1-3 1,2-1 0,5-1 134,1 1 0,-7 7 0,1 4 106,2 4 0,-5 2 1,3 0-552,2 0 0,1 8 0,3 2-907,-1-1 1,0 7 1074,1-5 0,-1-3 0,1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49:28.802"/>
    </inkml:context>
    <inkml:brush xml:id="br0">
      <inkml:brushProperty name="width" value="0.06" units="cm"/>
      <inkml:brushProperty name="height" value="0.06" units="cm"/>
      <inkml:brushProperty name="color" value="#E71224"/>
    </inkml:brush>
  </inkml:definitions>
  <inkml:trace contextRef="#ctx0" brushRef="#br0">18 612 7882,'-10'-18'2940,"3"1"-2701,7 7 1,0 10-1,0 12 1,0 5 74,0 7 0,0-3 1,0 8-1,0 0-222,0-2 1,0 6 0,0-5 0,0 1-125,0 0 1,0-8 0,0 2 0,0-3-210,0-3 1,0-5 46,0 0 0,0-10 0,0-2 46,0-10 0,0-12 0,0-3 0,0-2-31,0-4 0,2-2 0,1-4 0,5 0 106,2 2 0,-4-3 0,3 8 0,1-1 95,0 2 0,-4 4 1,5 8-11,3-1 1,1 3 0,3 5 38,-1 10 1,-1 2 0,-3 11 0,-3 5-207,-2 3 1,0 5 0,-4-5 0,1 2-268,-1-2 0,-2 5 0,-4-3 0,-2-2-153,-1-1 1,-7-3 0,4-1 574,-2-5 0,-9 5 0,-8-6 0</inkml:trace>
  <inkml:trace contextRef="#ctx0" brushRef="#br0" timeOffset="350">542 36 7825,'-8'-10'119,"4"2"0,-5 6 759,1-4 0,0 4-6,2-3 0,2 3-513,-7 2 1,1 7 0,-2 7 0,5 7-120,-1 9 0,4 4 1,-6 7-1,1 6-205,-1 3 0,6 8 0,-2 3 1,4-1-360,2 0 1,0-2 0,0-6 0,2-1-341,4-4 1,-2-7 0,6-11 0,-1-7-532,1-9 1,-4 1 1194,5-8 0,1-16 0,6-9 0</inkml:trace>
  <inkml:trace contextRef="#ctx0" brushRef="#br0" timeOffset="550">228 298 7787,'-18'7'830,"12"-5"-314,12 4 1,8-6 0,19-4 0,6-4-761,3-1 0,5-5 0,5-7 0,1-2-1542,-1 1 1786,8-5 0,-6 8 0,7-7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06.698"/>
    </inkml:context>
    <inkml:brush xml:id="br0">
      <inkml:brushProperty name="width" value="0.06" units="cm"/>
      <inkml:brushProperty name="height" value="0.06" units="cm"/>
      <inkml:brushProperty name="color" value="#E71224"/>
    </inkml:brush>
  </inkml:definitions>
  <inkml:trace contextRef="#ctx0" brushRef="#br0">35 241 14658,'0'19'165,"0"4"0,0 1 1,0 11-1,0 7-13,0 7 0,0 3 0,0 3 1,0 1-458,0 2 0,0-2 1,0-9-1,0-6 99,0-4 0,0-10 1,0-4 153,0-4 1,0-11 41,0-8 1,0-15 0,-2-14 0,-2-4 80,-1-2 1,-1-2 0,6-4 0,-2-4 70,-4 1 1,4-7-1,-4 5 1,4-3-42,2 3 1,0-5-1,0 7 1,0-1-41,0 4 0,8 4 0,2 4 1,1 4-32,1 6 0,0 5 0,5 7 0,1 5-144,-1 4 1,1-4-1,-1 0 1,0 4-136,1 6 0,-1-2 0,3 6 0,1 0-300,2 3 0,1-1 1,-7 2-606,1 1 0,-1 3 0,1-1-444,-1-3 1598,0 4 0,1-7 0,-1 9 0</inkml:trace>
  <inkml:trace contextRef="#ctx0" brushRef="#br0" timeOffset="368">419 241 7725,'-2'17'0,"-1"1"377,-3-1 1,-6 1 0,6-1 145,2 1 1,4-1 0,6 1 0,6-3-142,3-3 0,3-3 0,-1-5 0,1 2-114,-1-2 1,1-4-1,-1-6 1,1-6-90,-1-3 1,1-8-1,-1-3 1,1 1-104,-1 0 1,-7-6-1,-3 4 1,-1-2-68,0 0 0,0 7 0,-6-1 1,0 4 33,0 1 0,-2 3 1,-4 3-16,-6 6 1,-3 4 0,-2 4-1,-1 4-88,1 6 0,-1 5 0,3 4 1,1 5-7,2 1 0,1 2 0,-5 8 1,3 2-175,1 1 1,8 7 0,-2-4 0,4-1-284,2 1 1,2 0 0,4-5 0,4 1-202,-1-6 0,13 0 1,-5-9-1,3-3-338,-1-2 0,-1-9 1062,-1-4 0,8 3 0,2 1 0</inkml:trace>
  <inkml:trace contextRef="#ctx0" brushRef="#br0" timeOffset="733">943 276 7725,'0'-18'124,"0"1"1,0-1 292,0 1 1,0-1 0,0 1 482,0-1 1,0 7-2,0-1 0,-2 6-533,-3-5 1,-3 9 0,-6 2 0,3 9 53,-3 7 0,4 7 0,-1 4 0,-3 5-144,-1 4 1,3 5 0,0-2-1,-1 4-157,-3 1 1,6-3 0,5 4 0,1-1-190,-2 1 1,4-6 0,-4 0 0,6-6-582,6-4 1,-2-14 0,8 1 0,3-7-193,6-5 1,-1-2 0,5-4 0,-2-4 216,1-5 0,5-13 0,-6-5 0,0-4-568,2-2 1194,-5 1 0,13-9 0,-6-2 0</inkml:trace>
  <inkml:trace contextRef="#ctx0" brushRef="#br0" timeOffset="1333">1432 101 7756,'8'-17'0,"-6"-1"0,4 1 150,-4-1 0,-4 7 877,-4-1 1,-4 8 0,-7 0-575,-1 8 0,7 6 1,-1 7-1,-1 1-265,-3-1 0,-1 6 0,1 3 0,2-1-46,3 0 1,1 4-1,-3-4 1,3 1-105,2-1 0,0-2 0,4-5 1,-1-1-208,1 1 1,2-7 0,4 1 58,4 1 0,3-5 1,9-2-1,-1-4 131,1-2 0,5 0 1,0 0-1,0 0 197,3 0 1,-5 0 0,6 2 0,-2 2 75,-3 2 0,-3 5 1,-1-3-1,-1 2-66,1 3 0,-9 9 1,-3 1-1,-4 0-246,-2 2 1,-2-3 0,-4 7 0,-7 0-346,-9-2 0,1 4 1,-6-7-1,0-1-428,0 2 1,-3-11 0,-5 1 0,1-5-2006,-1-6 2796,0-2 0,-8-10 0,-2-2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09.681"/>
    </inkml:context>
    <inkml:brush xml:id="br0">
      <inkml:brushProperty name="width" value="0.06" units="cm"/>
      <inkml:brushProperty name="height" value="0.06" units="cm"/>
      <inkml:brushProperty name="color" value="#E71224"/>
    </inkml:brush>
  </inkml:definitions>
  <inkml:trace contextRef="#ctx0" brushRef="#br0">105 961 7913,'-12'0'1484,"1"0"-1155,7 0 1,-4 10 0,8 7 0,2 10-96,4 6 1,-2 10 0,7 6-1,1 7-164,-2 8 1,3 4 0,-5 2 0,0-2-183,0-4 0,-3 2 1,-5-10-1,0-4-850,0-3 0,0-18 116,0-2 1,0-17 845,0-12 0,-15-16 0,-5-11 0</inkml:trace>
  <inkml:trace contextRef="#ctx0" brushRef="#br0" timeOffset="267">0 891 7862,'0'12'765,"0"-1"0,0-5 0,2 6-446,4 2 1,6-7 0,11 1 0,6-2 65,4 0 0,8 5 1,-1-5-1,-1 0-231,-2 2 1,-2-4 0,-2 5 0,-2 1 22,-2 0 1,-13 1 0,1 7 0,-3 1-201,-5 5 1,-1-5-1,-10 6 1,-4-2-571,-5 1 1,-5 7-1,-1-4 1,-3 0 149,-3-4 1,2-5-1,-6-5 1,-1-3-467,1-2 0,6-2 1,-2-6 908,3 0 0,-5-8 0,-2-2 0</inkml:trace>
  <inkml:trace contextRef="#ctx0" brushRef="#br0" timeOffset="501">576 1 7861,'-5'17'0,"-1"2"341,2 5 0,2 5 0,2 12 0,0 7 371,0 8 0,0 14 0,0 12 1,2 3-467,4 2 0,-2 7 0,5 1 0,-1-2-408,-4-4 1,4-6 0,0-15-1,-1-4-611,1-5 0,0-9 1,-4-7-1,2-10-1237,-3-6 2010,-1-12 0,6 1 0,2-6 0</inkml:trace>
  <inkml:trace contextRef="#ctx0" brushRef="#br0" timeOffset="1018">926 1031 8049,'-18'0'493,"9"-8"0,1-2-74,0 1 1,6-1 0,-6 4 275,1-5 0,3 1-214,-8-2 1,0 8-325,-5-1 1,7 10 0,3 7 0,1 4-119,0 1 1,0 8 0,6 2 0,0 2-143,0 1 1,0-3 0,0 4 0,2-4-79,4-2 0,-2-2 1,7-5-1,3-3 29,1-3 0,-3-4 0,0-8 0,1-2 72,3-4 0,-1-4 0,-1-7 1,-4-2 70,-3-5 0,5 5 0,-6-6 0,-2 1 53,-2 1 0,0 0 1,2 5-1,1 1 100,-1-1 0,-2 7 0,-4 1-5,-4 2 0,4 4 1,-5 10-1,1 8-79,0 7 0,-6 0 0,7 9 0,-1 1-242,-2 2 0,6 2 0,-4-2 1,4-2-340,2-2 0,0 0 1,0 4-1,0-4-538,0-6 1,6-3 1058,0-3 0,8-7 0,-5-2 0</inkml:trace>
  <inkml:trace contextRef="#ctx0" brushRef="#br0" timeOffset="1433">1223 891 7811,'-18'23'69,"1"1"0,1 1 0,3-4 0,3 5 503,2 1 1,-3 0 0,5 4 0,2-2-192,2 2 0,2 0 1,0-2-1,0-4-246,0 1 0,0-7 0,2 4-149,4-3 1,-2-5-558,7-3 0,-5-4 0,4-10 326,-3-4 1,5-4-1,-6-7 1,-2-1-114,-2 1 1,4-3 0,-1-1 0,-1-4 181,-2-2 1,4 3-1,0-5 1,0 0 243,1 2 0,-5-4 0,6 6 0,-2 0 171,0-1 1,2 3 0,-5 6 1085,3-1-931,8 1 0,-6 17 0,3 9 1,-5 13-78,-4 5 1,4 8-1,0 6 1,-2-1-225,-3 3 0,5-6 0,0 4 0,-2-5-432,-2-1 1,4-5-1,0-3 1,-3-2-494,-1-4 0,0-3 832,4-7 0,4-11 0,7-9 0</inkml:trace>
  <inkml:trace contextRef="#ctx0" brushRef="#br0" timeOffset="1667">1624 35 7810,'-23'53'560,"0"-1"1,5 3 0,9 3-1,1 8 86,4 7 0,2 7 0,2 7 0,0 1-406,0-1 0,0 6 1,2 0-1,2-3-630,2-7 1,1-7 0,-3-14-1,2-10-142,-2-9 1,0-8 0,0-6-226,2-6 0,-1-13 1,-5-10-815,0-10 1571,0-5 0,-7-11 0,-3-1 0</inkml:trace>
  <inkml:trace contextRef="#ctx0" brushRef="#br0" timeOffset="1966">1345 699 7810,'-2'23'127,"-4"1"0,-2-1 0,-3-6 0,5 1 371,4-1 0,2 7 1,0 1-1,0 0 138,0 0 0,2 1 0,4-3 0,5 4-310,5 0 1,3-2-1,3-7 1,3-1-137,2 1 0,2-3 1,6-1-1,-2-4-99,-4-3 1,4 5-1,-4-6 1,2-2-158,-2-2 1,2 0 0,-7 1-155,-3 3 0,-3 8 139,-7-3 1,-3 5 0,-8 1 28,0 1 1,-6-1 0,-2 1 0,1 1-372,-1 5 1,-4-11 0,4 5-3413,-1-3 3835,5 1 0,-12-7 0,7-1 0</inkml:trace>
  <inkml:trace contextRef="#ctx0" brushRef="#br0" timeOffset="2350">1974 961 7719,'-24'33'608,"3"-2"1,4-4 144,3-2 0,10 5 1,-2-5-1,4 0-381,2 0 0,0 4 1,0-3-1,0-1-152,0 0 0,2 4 0,4-6-335,6-1 0,-3-5-308,3-5 1,-6-4-1,4-10 34,-3-4 1,5-4 0,-6-7 0,0-3-94,1-3 0,-5 2 0,4-8 0,-2-2 255,2-2 0,-4 3 0,4 1 0,-2 0 175,1 2 0,-3-4 0,6 8 1,-2 1 186,0 3 1,1 2 0,-3-1 303,2 1 0,2 9 0,-4 8 66,2 10 0,-1 13 0,-3 6 0,2 4-187,2 2 0,2 0 0,-4 2 0,3 1-470,3 3 0,-4-2 1,6-8-1,-1-2-302,-1 2 1,4-6 0,-7-1-2023,3-5 2476,2-9 0,-3-2 0,-1-8 0</inkml:trace>
  <inkml:trace contextRef="#ctx0" brushRef="#br0" timeOffset="2617">2393 996 8504,'-35'35'760,"0"0"1,2 6-1,4-1 1,7-1-163,9-2 0,-1 6 0,8 5 0,3 7-231,1 3 0,2 6 0,2-4 0,1 2-159,3 4 0,14 4 1,-3 2-1,3-1-124,-1-3 0,-3-7 0,-3 1 0,-3 0-453,-2 0 1,-3-14-1,-5-1 1,0-8-413,0-4 0,-2-8 0,-3-6-186,-7-7 0,-4-6 1,1-10-251,3-4 1,-3-6 1216,3-11 0,-3-4 0,-3-8 0</inkml:trace>
  <inkml:trace contextRef="#ctx0" brushRef="#br0" timeOffset="2950">2725 1083 7816,'25'-17'35,"-6"-1"1,3 1 0,-7-1 236,-3 1 1,5-2 0,5-3-1,-5-1 14,-3 2 0,-11 1 0,5 5 72,0 3 0,-8 4 0,2 10 132,-6 4 0,-8 4 1,5 9-1,-1 2-52,0 3 1,-5 5 0,3-4 0,-2 2-21,1 4 0,5 2 1,-4 2-1,2 2-213,4 4 1,-3-2 0,1 7 0,2 1-116,2-3 0,-4 7 0,0-6 1,1 1-506,-3 1 0,4-9 0,-6 3 0,0-4-519,1-2 1,-3-6 0,-3-2 0,1-3-17,2-9 1,-5-5 0,-6-14 949,1-8 0,-5-7 0,0-16 0</inkml:trace>
  <inkml:trace contextRef="#ctx0" brushRef="#br0" timeOffset="3133">1851 629 7704,'-35'27'1511,"8"-1"0,4-11-1570,4-3 1,11-4-1,8-8 707,10 0 1,5-8 0,4-4 0,3-5-1077,1-7 1,6 3 0,-4-6 0,1 0-1971,-1 0 2398,-2-3 0,2-4 0,3-1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16.763"/>
    </inkml:context>
    <inkml:brush xml:id="br0">
      <inkml:brushProperty name="width" value="0.06" units="cm"/>
      <inkml:brushProperty name="height" value="0.06" units="cm"/>
      <inkml:brushProperty name="color" value="#E71224"/>
    </inkml:brush>
  </inkml:definitions>
  <inkml:trace contextRef="#ctx0" brushRef="#br0">18 541 7922,'0'-36'-2,"-2"-3"1,-2-4 99,-2-2 0,0 7 0,6-3 0,0 6 800,0 6 0,0-2-443,0 8 0,6 9 0,2 14-99,2 10 0,-1 15 0,5 8 0,-4 8-156,-3 3 0,7 9 0,-4 5 0,1-2-146,1-2 0,-8-1 0,4-1 0,-3 1-384,1-1 1,2-5-1,-4-3 1,2-1-470,-2-4 0,-3-2 0,-1-4 0,0-4-2175,0-6 2974,-7-11 0,-11 3 0,-9-5 0</inkml:trace>
  <inkml:trace contextRef="#ctx0" brushRef="#br0" timeOffset="366">70 0 7855,'-15'2'517,"3"4"1,-2-2 237,9 7 1,-1-5-1,8 6 1,4-1-338,5-1 0,5 6 0,1-5 0,1 3-119,-1-2 1,8 1 0,4-7 0,4-2-58,2-2 1,2-2-1,4 0 1,4 0-118,-1 0 1,5 0 0,-9 0-1,-1 0-81,-2 0 0,2 0 0,-2 0 1,-6 0-47,-4 0 0,-4 8 0,-5 5 0,-3 7-12,-3 3 0,-4 8 0,-8 0 1,0 8 129,0 7 1,-6 5 0,-2 1 0,-2 1-65,-3-1 0,-3-6 1,1 1-1,1 0-274,3-3 1,1-7 0,-4-10 0,5-1-853,1-5 1,-4-2-813,6-1 1,1-11 368,5-7 1,0-7 1516,0-11 0,-8-7 0,-2-2 0</inkml:trace>
  <inkml:trace contextRef="#ctx0" brushRef="#br0" timeOffset="616">192 1153 7948,'-13'35'208,"-5"0"1,1-2 1384,3-4 0,7-10-1043,7-7 1,7-8 0,5 1 0,5-3-55,7-2 0,3-2 0,10-3 1,2-7-165,1-4 0,9-1 0,-3-1 0,5-1-360,1-4 1,6 1-1,1-7 1,-3-2-873,-2-2 1,-1-2 0,-3 0 0,-1-1 899,-3-5 0,-7 4 0,4-6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15.814"/>
    </inkml:context>
    <inkml:brush xml:id="br0">
      <inkml:brushProperty name="width" value="0.06" units="cm"/>
      <inkml:brushProperty name="height" value="0.06" units="cm"/>
      <inkml:brushProperty name="color" value="#E71224"/>
    </inkml:brush>
  </inkml:definitions>
  <inkml:trace contextRef="#ctx0" brushRef="#br0">113 298 7801,'-15'-18'784,"3"1"0,4 5-280,8 0 1,0 10 0,0 4 0,0 16-215,0 15 0,0 9 0,0 11 0,2 1-177,4 4 1,-2 3 0,8 6 0,-1-1-404,-1 0 1,4 4 0,-7-12 0,1-1-428,0-3 0,4-5 0,-7-7 0,1-11-481,2-9 0,-6-11 1198,4-16 0,-12-13 0,-4-9 0</inkml:trace>
  <inkml:trace contextRef="#ctx0" brushRef="#br0" timeOffset="317">9 1 7990,'-8'0'896,"8"0"1,8 0 0,11 2 0,4 1-575,6 3 0,4 2 1,4-4-1,2 2-97,2-2 0,7 3 0,-1 1 1,3 0-123,3 0 1,-1 3-1,-1-3 1,-5 4-18,-5 7 0,-12-1 1,-6 7-1,-5 2-53,-7 8 0,3 2 0,-10 7 1,-4 1-81,-4 0 0,-10 1 0,3 9 0,-5 1-108,-1 2 0,-1 0 1,1-5-1,-1-3-235,1-3 0,1 1 0,3-7 1,3-2-233,2-2 1,3-8 0,5-2-2297,0-2 2918,0-2 0,-8-13 0,-2-2 0</inkml:trace>
  <inkml:trace contextRef="#ctx0" brushRef="#br0" timeOffset="566">183 1310 8481,'-8'33'0,"-1"-3"209,-1-7 0,2-4 0,8-1 1,2-3-72,4-3 1,4-4 0,9-8 0,3 0 308,1 0 0,8 0 1,-2 0-1,4-2-451,2-4 0,6 2 0,-1-8 0,1-1-371,2-3 1,0-1-1,3-1 1,-3 1-309,-1-1 0,-5 1 0,4-1 0,-6 3 683,-6 3 0,4-3 0,-6 5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14.864"/>
    </inkml:context>
    <inkml:brush xml:id="br0">
      <inkml:brushProperty name="width" value="0.06" units="cm"/>
      <inkml:brushProperty name="height" value="0.06" units="cm"/>
      <inkml:brushProperty name="color" value="#E71224"/>
    </inkml:brush>
  </inkml:definitions>
  <inkml:trace contextRef="#ctx0" brushRef="#br0">35 121 7824,'-9'-17'615,"1"-1"33,8 1 0,0 11 0,0 10-218,0 11 0,0 17 1,2 2-1,2 13-270,1 9 0,1 3 0,-4 8 0,2 5-449,2 0 1,2 0 0,-4-2 0,1 1-65,-1 5 1,-2-12-1,0 0 1,2-9-1643,2-9 1995,0-3 0,-14-16 0,-2-2 0</inkml:trace>
  <inkml:trace contextRef="#ctx0" brushRef="#br0" timeOffset="350">0 34 7824,'0'-18'1017,"2"9"0,6 3 0,8 6-775,5 6 0,4-4 1,-3 5-1,3-1-119,2 0 1,2 6-1,6-4 1,-2-1 24,-4 1 1,4 6 0,-6-5-1,2 3-140,0 0 1,-7-1 0,1 7 0,-4 1 5,-1 4 1,-3-1 0,-3 5-1,-4 0 64,0 0 1,-6 0-1,3 4 1,-3-1-12,-2 1 1,0 2 0,0 2 0,-2-1-17,-3 1 0,3 6 0,-6 0 1,2-2-190,0-2 0,0 3 0,6 1 0,0-2-278,0-2 1,-5-2 0,-1-2 0,2-2-117,2-2 1,2-2 0,0 2 0,0-6-1353,0-3 1884,-8-3 0,-2 9 0,-7 1 0</inkml:trace>
  <inkml:trace contextRef="#ctx0" brushRef="#br0" timeOffset="567">105 1309 8494,'-11'15'0,"1"-1"590,2-2 1,2-7 0,8 5-96,4-2 0,6-2 0,11-6 0,6-2-193,4-4 1,8-4-1,1-7 1,3-3-247,4-3 0,7 2 0,2-6 0,0-1-590,2 1 0,-5 6 0,3-4 0,-6 3 534,-5 5 0,3-4 0,-5 11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13.947"/>
    </inkml:context>
    <inkml:brush xml:id="br0">
      <inkml:brushProperty name="width" value="0.06" units="cm"/>
      <inkml:brushProperty name="height" value="0.06" units="cm"/>
      <inkml:brushProperty name="color" value="#E71224"/>
    </inkml:brush>
  </inkml:definitions>
  <inkml:trace contextRef="#ctx0" brushRef="#br0">260 53 7683,'0'-17'-422,"0"5"952,0 1-82,0 7-69,0-4 1,0 16 303,0 3 1,-2 5-308,-4 1 0,3-1 1,-7-3-1,2-1 156,4 2 1,-4 3 0,1 6 0,-1 7-51,0 3 0,-5 9 0,3 7 0,0 9-236,4 12 1,3 15-1,-1 14 1,1-48-1,0 1-170,1 0 0,0 1 1,1-1-1,2 1 0,0-1 1,2 0-1,0 1 0,2-1-309,-1 1 0,1-1 1,5 35-1,4-11 0,-5-18-1245,-1-15 1,4-14 374,-7-23 1,1-14 0,-4-19 0,2-4 1102,2-6 0,0-17 0,-6-1 0</inkml:trace>
  <inkml:trace contextRef="#ctx0" brushRef="#br0" timeOffset="367">51 472 7823,'-18'0'500,"1"0"-295,7 0 1,4-5 0,12-3-1,6-2-27,3-3 0,3-5 0,1-3 0,4-4-10,6-3 0,-1 5 1,1-4-1,2 0-46,2 0 0,-4 5 1,-2-1-1,0 4 28,0 1 1,1 6-1,3 3 1,-4 1 83,-2 4 0,4 16 0,-6 9 0,1 10 144,1 12 0,-6 7 0,5 9 0,-5 5-306,-2 3 0,1 13 0,-1 3 0,-1 5-346,-4-3 0,1-3 1,-7-1-1,0-5-85,2-4 1,-7-18 0,3-9-1,-6-10-489,-3-6 1,-9-14-1,2 1 848,-3-7 0,-3 5 0,1-4 0</inkml:trace>
  <inkml:trace contextRef="#ctx0" brushRef="#br0" timeOffset="602">155 1468 7807,'-7'27'146,"5"6"1,-4-4 0,6 2 294,6-2 1,5 2 0,13-7 0,7-3 209,8-2 0,-1-7 0,7-2 0,0-2-638,-1-5 0,5-3 0,7-3 0,0-5-471,-5-2 1,-1 0-1,-7-3 1,0 3-1676,-1 2 2133,-1 3 0,-14-3 0,-2-2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18.997"/>
    </inkml:context>
    <inkml:brush xml:id="br0">
      <inkml:brushProperty name="width" value="0.06" units="cm"/>
      <inkml:brushProperty name="height" value="0.06" units="cm"/>
      <inkml:brushProperty name="color" value="#E71224"/>
    </inkml:brush>
  </inkml:definitions>
  <inkml:trace contextRef="#ctx0" brushRef="#br0">295 408 7694,'-17'0'245,"-1"-2"0,1 0 0,2 2 0,3 10 0,8 11 428,8 14 1,2 17-1,9 20 1,7 17-477,-10-36 0,1 3 1,4 13-1,1 4 1,2 13-1,0 4 1,-6-23-1,0 1 0,-1 1-139,1 6 1,1 1-1,-1 2 1,1 5 0,-1 2-1,2 1 1,0 4-1,1 1 1,0 0 0,-1-3-1,-1 1 1,-1-2-246,-2-5 1,0-1-1,-1-2 1,-2-6 0,0-1-1,-2-1 1,0 25-1,-3-2 1,0-4 0,-2-2 62,0-1 0,-2-3 1,-3-10-1,-2-2 1,0-3-1,-1-1 1,-2-6-1,0-1-81,0-5 1,-1-2 0,-9 39 0,1-9-1,-1-12-42,1-16 1,-1-6 0,3-13 0,1-8-226,3-7 0,1-11 0,-2-18-81,7-11 1,-3-15 0,0-15 552,-2-9 0,14-5 0,-2-8 0</inkml:trace>
  <inkml:trace contextRef="#ctx0" brushRef="#br0" timeOffset="406">68 338 7849,'-17'10'481,"-1"-5"0,3 5-97,3 2 0,6 1 0,14-1-115,10-6 1,7-4 0,10-2 0,2 0-75,3 0 1,5-2-1,7-4 1,1-6-42,-1-3 0,6-9 0,1-1 0,-1-2-144,2-4 1,-4-4 0,6-4 0,-3-1-80,-9 1 1,-1 8 0,-13 4 0,-4 1-43,-5 5 1,-6 13 361,-9 14 0,-5 21 0,-7 28 0,0 14-81,0 17 1,-3-34 0,-1 2 0,-1 9 0,0 3 0,-1 7 0,0 3-3,0 8 1,1 3 0,2 2-1,2 2 1,-1-23 0,1 2 0,0 0-1,1 1 1,2 1 0,0 0-357,1 3 0,1 0 0,0 0 0,3 2 0,0 1 0,1-2 0,-1-2 0,1-2 0,0 0 0,3 28 0,-1-2-57,0-12 1,0-4-1,-1-14 1,-1-4-1,0-7 1,0-3 0,5 41-562,-1-12 0,-8-13 1,2-13-1,-4-9 10,-2-7 1,0-4 0,0-4 795,0-4 0,0 4 0,0-6 0</inkml:trace>
  <inkml:trace contextRef="#ctx0" brushRef="#br0" timeOffset="648">645 4145 7689,'0'18'948,"2"-1"-732,3 0 1,13-7 0,11-6 0,6-10-161,6-11 1,11-10 0,12-14 0,6-6 28,6-3 0,1-10 1,-35 29-1,0 0 1,-1-1-1,1 0-384,3-1 1,-1 1-1,34-24 1,0-2-1,-12 6 299,-6 5 0,-2-3 0,-6 5 0</inkml:trace>
  <inkml:trace contextRef="#ctx0" brushRef="#br0" timeOffset="1267">1972 2049 7719,'-17'-9'428,"1"1"0,2 2 199,3 0 0,7-2 79,-2 3 1,4 7-1,2 3-224,0 17 1,6 11 0,2 8 0,1 5-122,5 5 1,-4 3 0,-1 2 0,1 2-344,0-1 1,-4-3 0,3-2-1,-1-1-248,-4-5 1,-2-11 0,-2-11-92,0-5 0,-6-11 1,-2-8-1,-1-12-112,-5-9 0,-3-8 0,-5-12 0,-1-6 156,2-3 0,3-3 0,5-1 0,3-6 287,2-10 0,2 0 0,6-7 0,0-1 24,0-3 0,8-11 1,4-1-1,3 6-3,3 9 1,5 14 0,0 23-1,1 14 159,1 12 1,-6 7 0,4 10-1,-1 6 47,1 9 0,-4 8 1,7 12-1,-3 2-153,0 2 0,1 7 0,-9-3 0,-1 2-537,-3-1 0,-7-1 0,2 1 1,-4-5-241,-2-4 1,-2-4-1,-4-2 1,-7-6 134,-9-5 0,3-7 1,-4-13 557,3 0 0,3-8 0,-1-1 0</inkml:trace>
  <inkml:trace contextRef="#ctx0" brushRef="#br0" timeOffset="1766">2234 1421 9065,'8'17'593,"-4"3"1,7 5-1,3 10-31,1 9 1,3 7 0,1 3 0,3 4-206,1 6 1,0-4-1,-7-1 1,-3-7-285,-1-5 0,-8-5 0,2-9 97,-4-4 0,-4-11-156,-4-12 0,2-4 0,-6-6 0,0-6-263,1-7 0,5-7 1,-2 3-1,4-4 17,2-2 0,-6-3 0,0-4 0,3-3 20,1-4 0,2-2 0,2-5 1,1 1 5,3-1 0,2 3 0,-2-2 1,6 1 189,3 1 0,4 3 0,3 9 1,1 3 132,-2 7 0,5 6 0,-3 5 0,0 6 94,2 4 1,-3 2 0,7 2-1,0 2-20,-2 2 0,4 8 0,-7-5 0,-3 3-56,-2 0 1,-1-1 0,-3 7 103,-3-1 1,-4-5-39,-8-1 1,-2-1 0,-4 4-154,-6-3 0,-3-1 1,-3 4-1,1-3-177,-1 3 0,7-1 1,-1 1-1,-2-2-224,-1 1 0,3 1 0,3-1 0,1-1-384,4 2 0,2 1 1,2 3-101,0-1 1,0 1 0,2-1 177,4 0 1,3-7 658,9-4 0,7-4 0,2-2 0</inkml:trace>
  <inkml:trace contextRef="#ctx0" brushRef="#br0" timeOffset="2066">3334 897 8101,'-27'0'655,"2"2"0,7 2 0,1 3-347,-1 3 0,1 9 1,-1 11-1,1 2 104,0 3 1,7 0-1,4 2 1,4 2-198,2 2 1,0 5 0,2-5-1,4-4-72,5-6 1,5 2 0,1-6 0,3 2-11,3 0 0,-1-7 0,5-1 1,-2-5-96,-4-5 0,4 1 0,-1 5-31,-3 1 1,-3-1 0,-5-1-1,-3-3-65,-2-1 1,-4 0-1,-10 5 1,-8 1-350,-7-1 0,-1 1 0,-7 1 0,-2 2-454,-2 3 0,-4 1 0,-1-2 0,-5 6 861,-2 4 0,-1 2 0,-7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0:22.080"/>
    </inkml:context>
    <inkml:brush xml:id="br0">
      <inkml:brushProperty name="width" value="0.06" units="cm"/>
      <inkml:brushProperty name="height" value="0.06" units="cm"/>
      <inkml:brushProperty name="color" value="#E71224"/>
    </inkml:brush>
  </inkml:definitions>
  <inkml:trace contextRef="#ctx0" brushRef="#br0">32 0 7888,'0'18'140,"0"-5"0,0 3 0,0 5 316,0 4 1,0 14 0,2 15 0,4 14-113,5 12 1,-1 5 0,2 3-1,1-1-274,3 0 1,-1 4 0,-1-3 0,-2-9-306,1-5 0,-5-6 0,0-4 1,-3-10-1349,1-11 538,0-10 0,-6-31 1045,0-8 0,0-23 0,0-8 0</inkml:trace>
  <inkml:trace contextRef="#ctx0" brushRef="#br0" timeOffset="300">14 70 7885,'-1'17'410,"-5"1"1,4-1 0,-2-1-206,8-4 1,11-5 0,11-7-1,1 0 113,4 0 0,4 0 0,3-2 0,5-1-37,2-3 1,1 0-1,7 6 1,-1 0-44,1 0 0,-1 10 0,-2 5 0,-3 8 2,-6 5 0,-12 8 1,-6 13-1,-5 7-95,-7 8 0,-3 0 0,-8 4 0,0 4-344,0 0 0,-8 5 0,-3-3 0,-5-4-36,-1-4 1,-1-10 0,1 2-1,-1-3-422,1-3 1,-1-9-1,1-6 1,-1-8-688,1-4 0,1 4 1344,5-6 0,-13 1 0,5-7 0</inkml:trace>
  <inkml:trace contextRef="#ctx0" brushRef="#br0" timeOffset="500">207 1397 7837,'0'18'0,"0"-1"0,0 1 0,0-1 395,0 1 1,9-1-1,9 1 1,9-3-82,6-3 0,10 1 0,5-7 1,6-4-248,5-6 1,9-7-1,0-13 1,5-5-125,1-4 1,-4 4 0,-4 0-1,-2-2-514,2-2 1,6 0 570,-3 4 0,5-4 0,-12 6 0</inkml:trace>
  <inkml:trace contextRef="#ctx0" brushRef="#br0" timeOffset="1033">1953 804 7773,'-17'-2'126,"-1"-4"0,3 2 0,1-8 191,2-1 1,3-3 0,-5-1 0,4-1 23,3 1 1,-7 1-1,4 3 1,-1 3-155,-1 2 1,-2 0-1,-7 5 1,-2-3-19,1 2 0,3 10 1,2 5-1,-1 5 21,1 1 0,-1 8 0,1 5 0,-1 5-110,1 5 0,5-1 1,2 6-1,3-3-154,3-3 1,2-2-1,2-2 1,2-2-24,4-4 1,3-4-1,9-9 1,1-4-7,4-7 0,-1-5 0,5-5 0,-2-9 14,-3-7 0,3-1 1,-2-7-1,0 0 61,3 2 0,-7-6 1,4 6-1,-5-2 14,-7-1 1,5 9 0,-6-2 343,-1 3 1,-3 7-58,-12 7 0,-1 16 1,-7 21-1,2 6-126,-1 3 0,-3 9 0,1-4 1,1 1-271,2 1 0,9-8 1,-3 1-1,4-3-609,2-2 0,0-8 0,0-3-431,0-5 1,8-13-1,3-10 742,5-12 1,1-13 0,1-2 0,-1-6 420,1-3 0,-1-9 0,1 4 0</inkml:trace>
  <inkml:trace contextRef="#ctx0" brushRef="#br0" timeOffset="1400">2040 349 7773,'0'-33'108,"0"4"0,0 10 0,0 11 293,0 6 1,-5 14 0,-1 17 0,0 6-20,-2 6 1,6 3 0,-6 11-1,3 1-27,-1 2 1,0 10 0,4 2 0,-2 9-162,-2 7 0,0 1 0,6 0 0,0 1-92,0-1 1,0-15 0,0-10-1,0-13 135,0-15 0,0-6-210,0-11 0,2-15 0,2-10 1,4-11-290,2-10 0,-1-4 0,5-4 0,-2-2-80,1-2 0,1-7 1,-1 1-1,-1-1 249,2 1 0,1 3 0,3 5 1,-1-2 138,1 2 1,-7 4 0,1 8 0,0 8 164,-3 5 0,7 10 0,-7 2 139,1 12 0,-2 4 0,-8 15 0,0 2-155,0 2 0,6 2 0,0 0 0,-3-1-338,-1 1 0,-2 0 0,0-2 1,-2-2-390,-3-2 0,3-7 0,-6 1 1,2-3-350,0-3 0,-5 0 0,3-1 881,-2-4 0,6-5 0,-3-7 0</inkml:trace>
  <inkml:trace contextRef="#ctx0" brushRef="#br0" timeOffset="1750">2599 873 9078,'-17'6'0,"-1"0"1494,1-2 1,-1-2-518,1-2 1,7 2-622,4 4 1,-1-3-1,1 9-195,2 2 0,2 1 0,0 5 1,-2 1-41,-2 2 0,-1 6 0,3-3 1,-2 1-37,2 4 0,0 2 0,0 0 0,-2-2 23,2-2 1,3-2-1,1 4 1,0-4 148,0-1 1,0-3 0,0-6 0,1 3 97,5 3 1,2-4 0,6 5-1,-5-5-49,-1-1 0,6-1 0,-5 0 1,3 1-245,0-1 1,-8 1 0,1-1-1,-3 1-464,-2-1 0,-2 1 1,-3-1-1,-7-1-1122,-4-5 1,-1 3-1,-2-8 1524,-5-2 0,-3-2 0,-8-2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5:12.570"/>
    </inkml:context>
    <inkml:brush xml:id="br0">
      <inkml:brushProperty name="width" value="0.06" units="cm"/>
      <inkml:brushProperty name="height" value="0.06" units="cm"/>
      <inkml:brushProperty name="color" value="#E71224"/>
    </inkml:brush>
  </inkml:definitions>
  <inkml:trace contextRef="#ctx0" brushRef="#br0">106 1324 7786,'-8'-18'297,"6"7"0,-4-1 0,4-2 0,2-1 0,0-3 753,0 1 1,0 0 0,0-1 265,0 1-780,-7 7 1,-3 4-346,-8 12 0,7 9 0,1 9 1,0-1-177,1 2 0,5-5 1,-2 5-1,4 0-235,2 4 0,0-2 0,0 1 0,0-3-413,0-4 0,8-1 0,3-3 0,5 0-269,1 1 0,7-8 0,1-5 0,2-3 902,4-2 0,2-7 0,2-3 0</inkml:trace>
  <inkml:trace contextRef="#ctx0" brushRef="#br0" timeOffset="400">472 1149 7798,'-17'0'318,"0"0"1,-1 6 445,1 0 1,-1 7-439,1-1 0,1 4 1,5 1-184,5 0 0,4-5 1,2 0-136,0 1 0,2-3 0,4 0 0,3-1 28,1 1 1,5-6-1,-3 2 1,6-6-62,5-6 1,-4-2 0,5-5-1,-5-1 52,-2-5 0,-1 1 0,-2-5 0,-3 2-14,3-3 0,-6 5 1,-3-4-1,-3 3-70,-2 3 1,0-1 0,-2 3-105,-3 3 0,-11 4 0,-7 8 0,-1 0-327,-1 0 1,6 2 0,-5 4-1,5 6-517,2 3 0,-1 3 1005,1-1 0,-1 8 0,1 3 0</inkml:trace>
  <inkml:trace contextRef="#ctx0" brushRef="#br0" timeOffset="1050">857 1009 7872,'-10'-7'305,"0"5"1,6-6 835,-1 0 0,-3 4-523,2-7 0,4 5 0,-6-4 196,1 2 1,-3 3-516,-8 5 0,1 0 1,-1 2-232,1 3 1,0 5 0,1 8-1,2 1-92,3 4 0,7-1 0,-4 5 0,2-2-123,0-4 1,1 5 0,7-3-73,3-2 1,5-3 0,10-7 0,1-5 75,2-4 1,2-4 0,-3-6 0,1-7-54,-2-7 1,-1-3 0,-3 2-1,1-4-26,-1 0 1,-5 1-1,-2 9 1,-3-1 73,-3 1 0,-4 0 1,-6 1-1,-5 4-119,-5 7 1,-1 3-1,-1 2 1,-1 0-844,-4 0 1,3 7-414,-3 5 1523,3 4 0,3 1 0,0 0 0</inkml:trace>
  <inkml:trace contextRef="#ctx0" brushRef="#br0" timeOffset="1416">1101 992 7796,'0'12'2130,"2"-3"-902,4-1 0,-4 6-666,4-3 0,-4 5 0,-2 1-303,0 1 1,0-1-1,2 1 10,3-1 1,-3-5 274,4-1-450,-4 1 1,-4-2 0,-2-6-231,-2-8 1,-1-6 0,3-7-1,-2-3-69,2-3 1,2 2 0,2-9 0,0-1 78,0-2 0,0 4 0,0 0 0,0 0 79,0 2 1,8 0 0,2 5 0,1-1-56,1 2 0,0 1 0,7 5 0,2 3-96,3 6 0,-1 4 0,-6 2 0,3 0-159,3 0 0,-4 2 1,5 4-1,-5 6-828,-1 3 0,-7 3 1,1-1 1184,1 1 0,-5-1 0,0 1 0</inkml:trace>
  <inkml:trace contextRef="#ctx0" brushRef="#br0" timeOffset="1850">1468 49 7739,'0'-18'2597,"0"1"-1796,0 7 0,0 6 0,2 14 1,2 11-240,2 11 0,7 0 0,-1 15 0,3 2-199,3 1 1,5 4 0,0 5 0,1 3-218,1 0 0,-6-2 1,5-8-1,-7-1-64,-5-5 0,1-3 0,-7-10 1,-2-4-150,-2-6-96,-2-11 0,-8-4 0,-3-10-92,-5-4 0,0 2 1,3-7-1,1-1-94,-1 2 1,-3-5 0,-1 3 0,-1-4-73,1-1 0,-1 5 0,1 1 1,-1-1 23,1 2 1,-1 3 0,1 7 482,-1 0 1,9 2-1,1 3 1,2 7 136,0 4 1,1 1 0,5 2-1,0 3-78,0 1 0,5 6 1,3-4-1,2 1-318,3-1 0,5-2 1,3-5-1,4-1-439,3 1 1,-5-9-1,6-3 1,0-4-309,-2-2 1,6 0 0,-6-2 919,1-4 0,5-11 0,-6-10 0</inkml:trace>
  <inkml:trace contextRef="#ctx0" brushRef="#br0" timeOffset="2199">2044 486 7739,'-17'0'137,"-1"7"0,1 3 0,-1 2 620,1-1 1,5-5 0,1 6-1,-1 1-30,2 3 0,1-1 0,5-1 1,-2-2 24,2 1 1,2 3-626,2 1 1,0 1 0,2-3-156,4-3 0,4 1 1,7-5-70,0 2 0,1-6 0,-1 2 26,1-5 1,-1-1-1,1 0 155,-1 0 0,1 0 1,-1 0-1,1-1 435,-1-5 1,-5 4 161,-1-4 0,-5-2-416,6 2 0,-10 3 1,-2 8-1,-12 5-892,-9 0 1,-1 5 0,-7-3 0,-2 3-985,-2 3 1,-2-3-1,0-1 1611,1-2 0,-9-1 0,-2 7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5:16.020"/>
    </inkml:context>
    <inkml:brush xml:id="br0">
      <inkml:brushProperty name="width" value="0.06" units="cm"/>
      <inkml:brushProperty name="height" value="0.06" units="cm"/>
      <inkml:brushProperty name="color" value="#E71224"/>
    </inkml:brush>
  </inkml:definitions>
  <inkml:trace contextRef="#ctx0" brushRef="#br0">297 911 8128,'-17'-18'513,"-1"1"1,1 1-67,-1 5 0,7-3 0,-1 6 1,-2 0-67,-1 1 1,-4 1 0,-3 6 0,-1 0 72,2 0 0,7 2 1,2 6-1,-1 7-248,-3 6 0,6 10 0,3-1 0,1 3-207,0 1 1,0 1-1,6 0 1,2-2-127,4-4 0,6 2 0,11-7 1,6-3-739,4-1 1,2-5 0,0-3 0,0-8-681,0-8 1,2-6 1544,3-7 0,-3-16 0,6-4 0</inkml:trace>
  <inkml:trace contextRef="#ctx0" brushRef="#br0" timeOffset="350">489 753 7793,'-2'16'105,"-3"-4"1,-3 3 0,-6-5-1,4 3 426,3 5 1,-5-5-1,4 13 1,1-3-166,-1 0 1,0 8-1,4-2 1,-2 6 108,2 6 1,2-4-1,2 4 1,0-4-244,0-2 1,0-1 0,2-1 0,4-3-201,6-7 1,3-12 0,3-5 0,-1-4 9,1-2 0,-1-8 0,1-5 0,-1-8-134,1-9 1,-1-4-1,1-5 1,-3-2-86,-3 2 1,-3 0 0,-5 1-1,2-3-57,-2 2 1,-2 4 0,-2 4 0,-2 4-75,-4 2 0,-3 1 1,-9 9-1,1 3-174,-1 6 1,1 4 0,-1 2 0,1 0-81,-1 0 1,3 2-1,1 4 1,4 8-603,3 7 1164,1-2 0,-2 14 0,-2-5 0</inkml:trace>
  <inkml:trace contextRef="#ctx0" brushRef="#br0" timeOffset="1083">943 823 7770,'-17'0'253,"-1"0"1,1 0 0,-1 0 0,1 0 458,0 0 0,5 0 0,2 2 0,1 2-303,-1 2 1,4 6-1,-4-5 1,3 3-158,3 4 1,-4 1 0,2 3 0,2-1-103,2 1 1,2-1 0,0 0 0,2 1-70,4-1 0,4-1 0,7-4 0,3-7-157,3-3 1,-2-2 0,6-2 0,1-3-86,-1-7 1,-6-4-1,2-3 1,-3-2 93,-3-3 1,1-5 0,-3 4 0,-3 0 38,-6 0 0,-4 1 0,-2 5 0,-2-1-29,-4 3 0,-6-2 1,-11 13-1,-4 2-456,0 2 0,-6 2 0,3 2 0,-1 4-63,2 5 1,-2-1 0,8 2 0,4 1-207,5 3 782,-2 1 0,7 1 0,-9-1 0</inkml:trace>
  <inkml:trace contextRef="#ctx0" brushRef="#br0" timeOffset="1483">1205 806 8701,'-17'6'0,"-1"1"924,1 3 0,1-4 1,5 6-254,5 1 0,4 3 1,2 1-416,0 1 1,0-1-1,0 1 1,2-1-99,4 0 1,-2 1 0,7-1 41,3 1 0,-6-1 1,-1-1-1,-1-3 611,0-1-1805,0-8 835,-6 4 0,0-16 0,-2-6 0,-2-5 151,-2-4 0,-2-6 0,5 3 0,-3-1 15,2-4 0,2-2 0,2-4 0,0-2-38,0-1 0,2 1 0,2 6 0,3 2 1,3 0 0,-4 0 0,6 9-179,1-1 1,3 2 0,1 9-414,1 6 0,-1 6 0,1 4 0,-1 4-254,1 2 1,-1 7-1,0 6 1,-1-1 875,-4-3 0,3-1 0,-5-1 0</inkml:trace>
  <inkml:trace contextRef="#ctx0" brushRef="#br0" timeOffset="1917">1502 20 7767,'-6'-14'988,"1"9"1,-1 12-1,6 20 1,0 5-347,0 4 1,2 11 0,3 1 0,7 9-389,4 7 1,7 11 0,2 5 0,2 0-264,4-5 0,0-3 0,-1-6 0,-7-6 170,-4-7 1,-9-15 0,-2-3-137,-1-9 1,-7-15-207,0-5 1,-1-12 0,-11-5 0,0-5 18,3-1 0,-7-7 1,4-1-1,-3-2 12,-3-4 0,1 4 0,-1-2 0,1-2-224,0-2 0,-7 3 0,-1 3 0,0 2 64,0 4 1,1 1-1,7 5 1,-1 3 558,1 6 0,5 6 0,3 6 0,1 6 29,4 3 0,2 10 0,2 3 1,0 1-39,0 0 0,0-2 1,0 4-1,2-2-52,4 2 1,3-4-1,9 1 1,1-3-602,5-4 0,-3-1 0,6-5 0,0-3-566,0-6 1,1-5 0,3-1 0,-2 0-283,2 0 1261,-6-7 0,16-3 0,-4-7 0</inkml:trace>
  <inkml:trace contextRef="#ctx0" brushRef="#br0" timeOffset="2249">2061 439 7919,'-29'33'649,"0"-4"1,-6 4 0,12-2 0,1 6-21,3 4 0,3-2 1,5-8-1,5-4-467,4-2 0,2-2 0,2-7-48,4-4 1,-2-5 0,9-7-1,5 0-95,3 0 1,4-2-1,-3-3 1,1-7-267,-2-4 1,4-1 0,1-2 0,-1-1 448,0 3 1,-2-5 0,-5 11 0,-1-3 322,1 2 0,-1-1 199,1 7 0,-3 2 1,-7 10-607,-14 6 0,-5 11 0,-17 6 0,1 6-856,0 6 0,-8-3 1,-6 7-1,3-2 738,1-4 0,-6 5 0,-2 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5:45.084"/>
    </inkml:context>
    <inkml:brush xml:id="br0">
      <inkml:brushProperty name="width" value="0.06" units="cm"/>
      <inkml:brushProperty name="height" value="0.06" units="cm"/>
      <inkml:brushProperty name="color" value="#E71224"/>
    </inkml:brush>
  </inkml:definitions>
  <inkml:trace contextRef="#ctx0" brushRef="#br0">140 1 7889,'-15'2'868,"3"7"-203,6 15 1,4 15 0,2 27 0,2 15-455,4 14 1,-2-40 0,2 1 0,2 2 0,1 0 0,0 2-1,0 0-270,-1 1 1,1 1 0,-1 0 0,0 0 0,-1-2 0,-1-2 0,0-5 0,0-1-461,7 41 0,-3-17 0,0-20-387,-2-7 0,-3-24 334,-5-19 0,0-12 1,0-13-1,-2-5 572,-3-5 0,3-12 0,-14-3 0,6-9 0</inkml:trace>
  <inkml:trace contextRef="#ctx0" brushRef="#br0" timeOffset="317">0 53 8698,'18'0'628,"-1"0"0,5 0 0,7 0 1,12 0-191,7 0 1,12-6-1,4 1 1,2 1-206,-2 2 1,2 2-1,-10 0 1,-3 2-84,-5 4 0,-11 3 1,0 9-1,-10-1-11,-7 1 0,-5 5 0,-11 2 1,2 2-12,-2 4 0,-4 8 0,-4 4 1,-2 0-56,2-1 1,-4 5 0,1-4 0,-1 1-92,0 5 0,2 1 1,6 4-1,0 3-259,0 1 0,0 0 0,0-5 1,0-3-226,0-3 1,0 7 0,0-8 0,0-3-193,0-4 1,0-10 0,0-2 0,-2-2-258,-3-3 951,3-11 0,-14 5 0,6-6 0</inkml:trace>
  <inkml:trace contextRef="#ctx0" brushRef="#br0" timeOffset="533">140 1590 7914,'-15'35'207,"9"0"1,-10-2 0,7-2 66,5-2 0,15-8 0,11 3 0,7-7 325,8-5 0,9-4 0,3-8 0,7-2-293,8-4 0,12-10 0,5-9 0,3-2-607,-3-4 0,-3-2 1,-8 0-1,1 2-212,5 2 1,-12 7-1,0-1 1,-10 2-1701,-7-3 2213,-4 5 0,-1-14 0,3 6 0</inkml:trace>
  <inkml:trace contextRef="#ctx0" brushRef="#br0" timeOffset="766">1677 18 8284,'-35'8'0,"0"6"686,0 7 0,6 6 0,2 10 0,4 6-334,7 9 0,-1 8 1,5 12-1,-4 4-108,-1 5 0,7-3 0,3-2 0,1-7-394,0-5 0,2-1 0,8-7 1,4 0-883,1-5 1,3-9 0,5-13 0,-1-5-92,-4-5 1,3-9 1122,-3-4 0,-4-5 0,-1-1 0</inkml:trace>
  <inkml:trace contextRef="#ctx0" brushRef="#br0" timeOffset="1303">1904 909 7791,'0'-25'-26,"0"3"1,0-5-1,0 0 87,0 0 0,0 4 1,-2-5-1,-2 1 87,-2 0 1,1 4-1,3-4 242,-4 1 1,2 5-192,-8 9 0,6 7 1,-5 10-1,-1 9-44,2 7 1,-5 5 0,5 5-1,-1-2-71,-1 2 0,6 4 0,-4 4 0,1 1-80,-1-1 0,6-2 0,-2-4 0,4-2-88,2-2 1,0-8-1,0 3 1,2-7-82,4-5 1,4-4 0,9-10 126,5-4 1,-5-6 0,4-11 0,-1-4 3,1 0 0,-4-6 1,3 4-1,-7-4 48,-3-2 1,-3 5 0,5 1-1,-4 0 236,-2 2 1,-3 2 304,-5 7 0,0 11-440,0 7 1,0 13-1,-2 11 1,-1-1-179,-3 2 1,0-4 0,6 8 0,0 1-329,0-3 1,0 0 0,0-6-239,0 3 1,0-1 0,2-8-309,4-3 0,3-4 937,9-8 0,-1-8 0,1-2 0</inkml:trace>
  <inkml:trace contextRef="#ctx0" brushRef="#br0" timeOffset="1633">2218 630 8072,'-11'11'448,"-1"1"1,-7-1-1,9 7 1,-2-1-154,1 1 1,5 1 0,-4 3 0,2 3 51,5 2 1,-1-4-1,0 4 1,-2-1 27,2-5 0,2-2-299,2-1 1,2-8 0,2-7 30,2-6 0,7-1 1,-3-8-1,2-3-82,-1-7 1,-5 3 0,4-6 0,0-1-109,-1-3 0,1 4 1,4 0-1,-5 2-255,-1-1 0,4 1 0,-5 4-114,3-5 0,0 5 1,3-4-33,-1 3 0,-6 10 1,4 7 28,-3 6 0,1 7 1,-4 8-1,4-1 71,1 1 1,-3-1 0,6 0 0,1 1 383,3-1 0,-4-5 0,-1-2 0,1-1 0,-2 1 0,5 2 0,-5 5 0</inkml:trace>
  <inkml:trace contextRef="#ctx0" brushRef="#br0" timeOffset="2099">2480 752 7746,'10'0'2903,"-2"0"-2454,-16 8 0,0 1 1,-3 11-1,5 3-114,4 6 1,-4 6 0,0 4 0,2 3-126,2 3 0,2 4 1,-2 7-1,-1 2-227,-3-2 1,-6 1 0,4-3 0,-1 0-163,-5-3 1,4-10-1,-1-3 1,-1-7-365,2-7 0,1-13 226,3-5 0,4-14 0,-4-7 1,4-8 91,2-5 1,8-7-1,4-5 1,1 1 214,-1 2 1,3 2-1,-3 0 1,3 0 84,3 0 1,-6 2 0,-1 2 0,3 4 245,1 2 1,3 0 0,-1 3 0,1-3-22,-1-2 1,3 6-1,3-5 1,6 1-86,4-4 0,0-4 0,-2-2 0,-2 0-180,2 0 1,-4 0 0,0-2 0,-1-1-143,-5-3 1,-2-2-1,-3 4 1,-4-1-40,-7 1 0,-3 10 0,-4 5 0,-3 7 74,-7 5 0,-4 5 0,-3 7 1,-2 3 205,-3 9 1,-1 8 0,4 14 0,-4 3 21,-3 4 0,7 4 0,-2 7 0,3 0-64,3 1 0,5-1 0,3-1 0,1-3-125,4-1 1,2-8-1,4 1 1,4-3-526,5-2 0,13-10 0,3-5 1,2-9-284,0-3 1,0-4-1,4-10 1,-2-5 840,-2-5 0,0-9 0,6-2 0</inkml:trace>
  <inkml:trace contextRef="#ctx0" brushRef="#br0" timeOffset="3167">1572 1939 7760,'10'-17'0,"-2"-2"166,-1-5 0,-5 11 0,4-5 425,-4 3 1,-2 5 0,-2 0-16,-4 2 0,-3 3 0,-9 7-84,1 3 0,-1 5 1,1 8-1,-1 1-160,1 4 0,-6-1 0,-1 7 0,3 2-196,2 2 1,1 2 0,1 0 0,1 0-29,4-1 1,-1 1 0,7-2 0,2-2-161,2-1 0,2-7 0,2 4 0,4-2-110,6-3 1,-3-9-1,1-1 1,0-1-222,-1-1 235,3 6 0,-2-7-113,-4 9 1,-6-8-1,-6-5 1,-6-1-285,-3 2 1,-9-2 0,1 6-1,0-3 134,-2-3 0,5-2 0,-3-2 0,3 0-51,3 0 1,5-2 0,3-4 0,1-5-354,4-5 0,4-3 815,6-4 0,11-5 0,10-6 0</inkml:trace>
  <inkml:trace contextRef="#ctx0" brushRef="#br0" timeOffset="3437">1834 2044 8069,'10'-8'1819,"0"6"-329,-5-3-1145,-3 3 0,-2 4 0,-9 3 0,-3 5-99,0 0 0,1 7 0,-7-1 1,-1 7-131,-4 4 1,3 0-1,-3 5 1,3-3-96,3 2 0,1 2 0,3 2 0,3-2-431,2-4 0,3 2 0,5-6-268,0 2 0,2-7 1,3-3-1,9-9-103,7-6 1,1-10 0,5-4 0,0-3 780,0-3 0,-6-7 0,12-2 0,-5-8 0</inkml:trace>
  <inkml:trace contextRef="#ctx0" brushRef="#br0" timeOffset="4082">2131 2062 8075,'-17'0'1344,"-1"0"1,6 0-1022,1 0 1,1 7-1,-3 5-129,1 4 1,6 1-1,-4 0 1,3 1-110,3-1 0,-4 7 0,2-1 1,2 0-185,2 2 0,2-5 1,0 3-117,0-3 0,2-5 0,4-3-21,6-6 0,3-6 0,3-6 0,-1-6 66,1-3 1,5-11 0,0-3 0,-1-4 111,-3-2 1,-2 2 0,1 2 0,-1 4 46,1 2 1,-3-4-1,-3 6 1,-6 1 342,-4 3 0,4 7-176,-1 0 0,-5 16 0,-7 4 0,-3 10-108,-4 5 0,5 8 0,-1-4 0,2 2-21,4 0 1,-3-2 0,1 5-1,2-5-225,2-2 0,2-2 0,0-5 0,0-1-589,0 1 1,8-9 342,3-3 0,5-6 0,-1-6 0,-1-7 124,-2-9 1,-1 1 0,5-6 0,-3 0 319,-1 0 0,-6-3 0,3-3 0,1 2 0,0 2 0,-6 0 0,4-6 0,-3-2 0,1-3 0,2-5 0,-4-7 0,2-1 0,-2 1 0,3-8 0,-1-2 0,0 1 34,2 9 1,-6 9 0,3 14 0,-1 6 509,2 4 0,-4 11 0,4 8 0,-6 11 146,-6 11 0,-2 5 0,-3 8 0,3 2-192,0 3 1,6-1 0,-6 8-1,3 1-143,-1 3 1,0 1 0,6 1 0,0-3-77,0-3 0,-6 9 0,0-6 0,2 1-482,3-3 1,6-11 0,1 0 0,0-8-873,2-4 1,-4-3 0,7-11 400,3-5 1,-1-6 0,1-6-1,-4-7 674,-2-9 0,5-5 0,-3-8 0</inkml:trace>
  <inkml:trace contextRef="#ctx0" brushRef="#br0" timeOffset="4450">2672 1852 7737,'-33'23'485,"4"1"1,-2 5-1,10-4 1,5 0 164,9 0 1,5-1 0,2-5 0,0 2-262,0 3 1,7-7 0,5-7 0,4 0-187,1-1 1,8-5-1,3 2 1,1-4-80,0-2 1,0 0 0,6-2 0,0-4 7,0-5 1,-2-7 0,-2-3 0,-4-4-144,-2-3 0,4-1 0,-6-4 0,-1 2-57,-3 2 1,-9 2-1,-2-2 1,-3 6 295,1 3 0,-2 3 1,-10 1 82,-5 4 1,-5 7 0,-3 12 0,-3 11-70,-1 9 0,-2 6 0,4 4 0,-3 2-227,3 1 1,3 9 0,5-2 0,3 3-119,2 2 0,3 1 0,5-3 1,2-3-783,3-6 1,11-6 0,11-4 0,4-6-888,6-6 0,10-5 1772,-1-14 0,12-16 0,4-3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5:42.301"/>
    </inkml:context>
    <inkml:brush xml:id="br0">
      <inkml:brushProperty name="width" value="0.06" units="cm"/>
      <inkml:brushProperty name="height" value="0.06" units="cm"/>
      <inkml:brushProperty name="color" value="#E71224"/>
    </inkml:brush>
  </inkml:definitions>
  <inkml:trace contextRef="#ctx0" brushRef="#br0">51 296 7951,'-17'0'280,"-1"0"1,9 2 38,3 4 0,6-4 0,7 3 1,11-3-1,9-2 142,6 0 0,4-2 0,2-3 0,5-7-291,7-4 1,-1-1 0,14-2 0,4-5-18,6-5 1,-2-2-1,2 0 1,-8 2-46,-8-2 0,-6 6 1,-5 3-18,-7 9 1,-12 7-1,-11 14 158,-9 9 0,-6 10 1,-4 14-1,-4 8 259,-6 7 1,-3 8 0,-3 12 0,3 5-239,3 4 1,-3 3-1,5 1 1,-2 2-224,1 2 0,7-1 1,-2-11-1,4-5 7,2-4 1,0-3 0,2-3 0,2-7-4,2-13 1,5-7-1,-5-4 1,-2-2-512,-2-4 1,0-4 0,2-7-2602,2-1 1,1-7 456,-1-4 2604,4-12 0,0-4 0,-3-7 0</inkml:trace>
  <inkml:trace contextRef="#ctx0" brushRef="#br0" timeOffset="483">156 191 7658,'-18'0'0,"3"2"-332,3 4 0,-3-2 755,3 7 1,4 1 13,3 5 1,3 1 0,2-1 0,0 3 33,0 3 1,0-2 0,2 10 0,1 4-16,3 4 0,2 17 0,-4 3 0,4 9-177,1 7 1,-3 15 0,-1-39 0,0 2 0,0 4 0,0 1-234,-1 2 1,1 0 0,1 0-1,0 0 1,2 0 0,-1-1-1,0-1 1,0 0-341,-1 2 1,0-1 0,-2-6 0,1-2 0,7 46-1,-6-13-621,-4-14 1,-2-2 0,0-14 0,0-7 303,0-11 0,-8-14 1,-2-3-1,-1-7-26,-1-4 0,6-3 637,-5-5 0,-1-15 0,-6-5 0</inkml:trace>
  <inkml:trace contextRef="#ctx0" brushRef="#br0" timeOffset="683">34 1798 7785,'-8'33'29,"-2"-2"1,1-4 306,3-2 0,6 4 1,6-5-1,5-3 270,5-2 1,7-3 0,2-3 0,2-3-344,4-2 0,4-2 1,6-6-1,6-2-143,3-4 0,3-4 0,1-9 0,2-2-259,2-3 0,-5-5 1,-9 6-1,-1 0-763,-4-3 1,-2 7 901,-2-4 0,0-5 0,0 1 0</inkml:trace>
  <inkml:trace contextRef="#ctx0" brushRef="#br0" timeOffset="1150">1675 628 7697,'-2'-18'136,"-3"1"0,1 1 0,-6 3 309,2 1 0,0 8 1,5 0-83,-3 8 1,0 14 0,6 13 0,0 9 110,0 13 1,0 7 0,0 12 0,2 1-218,4 3 1,-2 6 0,7-5 0,1 3-732,-2 3 1,3 1 0,-5-3 0,0-7-518,-1-8 0,-1-16 0,-6-15-1077,0-9 2068,-8-15 0,-1-3 0,-9-8 0</inkml:trace>
  <inkml:trace contextRef="#ctx0" brushRef="#br0" timeOffset="1500">1448 1134 7693,'-17'18'285,"7"-1"0,4 2 0,4 3 101,2 1 0,8 2 0,6-3 0,7 3-172,8 2 1,-2-8 0,2 1 0,4-8-145,6-5 1,-2-1 0,6-6 0,-2 0-94,-1 0 0,3-10 0,-4-5 0,0-8-51,-6-5 1,0 1 0,-10-4 0,-2 2 91,-1-2 0,-3 6 0,-1 0 0,-5 1 95,-5 1 0,-6 6 0,-6 5 0,-5 0 11,-5 3 1,-7 1-1,-2 8 1,-3 0-6,-3 0 0,-7 8 0,-3 5 0,4 9 59,6 7 1,0-2 0,6 2 0,-1 0-98,1-2 1,8 4 0,7-6 0,2 3-483,4 3 1,4-4 0,8 0 0,8-4-345,5-7 0,12-1 0,0-9 1,8-2-195,3-2 0,1-4 939,2-4 0,3-11 0,-5-10 0</inkml:trace>
  <inkml:trace contextRef="#ctx0" brushRef="#br0" timeOffset="1850">2339 907 7693,'-17'10'176,"-7"0"0,1-5 1,2 5-312,1 0 1,3 5 0,-1-3 0,1 5 949,-1 7 0,7-5 0,1 4 1,2-1-490,4 1 0,-3-2 1,1 6-1,2-1-296,2-5 1,2-2-1,0-1 1,2-1-93,4 1 1,-2-3 0,7-1 0,3-4 36,1-3 0,3-1 0,-1-6 1,1 0-70,-1 0 0,1 0 1,1-2-1,2-2 235,3-1 0,-1-1 1,-6 6 472,1 0-485,-1 0 1,-7 8-1,-6 3 1,-10 5-459,-11 1 1,-3 3 0,-9 1 0,-2 2-191,-2-1 0,-2-3 0,0-2 0,0-1-37,0-4 0,6-5 0,2-7 0,2 0-553,4 0 1109,9-15 0,-4-5 0,7-15 0</inkml:trace>
  <inkml:trace contextRef="#ctx0" brushRef="#br0" timeOffset="2082">2531 226 7693,'-6'19'112,"-2"5"1,1 7 332,-1 8 1,0 7 0,4 14 0,-1 10 455,1 10 0,2 5 0,2 2 1,0 1-880,0-1 0,2-4 1,3-5-1,5-12-382,0-10 0,0-7 0,-7-14 1,5-2 264,2-4 1,-4-12 0,5-11-609,3-4 1,-4-2 0,-1-2 0,-1-6 702,-4-9 0,6-1 0,-1-7 0</inkml:trace>
  <inkml:trace contextRef="#ctx0" brushRef="#br0" timeOffset="2288">2164 785 9357,'27'-2'437,"8"-4"0,8 2 0,11-7 1,5-3-240,5-2 1,4-1-1,1 0 1,1 1-408,0 4 1,-4 5 0,-6 7 0,-9 0 208,-7 0 0,-11 23 0,-7 6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6:05.930"/>
    </inkml:context>
    <inkml:brush xml:id="br0">
      <inkml:brushProperty name="width" value="0.06" units="cm"/>
      <inkml:brushProperty name="height" value="0.06" units="cm"/>
      <inkml:brushProperty name="color" value="#E71224"/>
    </inkml:brush>
  </inkml:definitions>
  <inkml:trace contextRef="#ctx0" brushRef="#br0">210 2062 7562,'-12'0'577,"2"-2"182,3-4 0,-5 2-402,6-8 0,-7 8 1,3-3 197,0-1 0,0 6 0,5-4-132,-7 4 0,-3 2 0,-3 2-379,1 4 0,5 4 0,2 7 0,1 1-103,-1-1 0,6 0 1,-2 1-1,4 1-429,2 5 0,0-5 0,0 4 0,0-1-512,0 1 1,8-4-1,4 5 1,5-5 999,6-2 0,5-7 0,6-2 0</inkml:trace>
  <inkml:trace contextRef="#ctx0" brushRef="#br0" timeOffset="368">384 2009 7648,'-17'6'0,"-1"2"178,1 1 1,1-3 0,3 6 0,1 1 404,-1 3 1,3 1 0,0 3 0,3 1-164,3 2 1,-4 7-1,2-7 1,2-2-82,2-1 0,4 3 1,4 0-268,6-1 0,3-5 0,3-5 0,1-7-38,4-3 0,-3-4 0,3-3 0,-4-7-71,-1-4 0,-1-7 0,1 0 0,-1 0-69,1-3 0,-9 7 0,-1-6 0,-2 1-8,0 1 0,0 0 1,-6 5-1,-2 1-105,-4 0 0,-4-1 1,-7 3-1,-1 1-349,1 2 0,-3 8 0,-1-3 0,-2 1-76,1 0 0,3 0 0,2 6 0,1 2 644,4 4 0,-11 4 0,4 7 0</inkml:trace>
  <inkml:trace contextRef="#ctx0" brushRef="#br0" timeOffset="718">769 1555 7623,'-18'12'209,"1"-1"0,5 1 1,2 7-1,1 5 644,-1 5 0,4 4 1,-4 4-1,1 1-346,-1 3 1,6 8 0,-2-3 0,4 7-394,2 5 0,0-4 1,-2 4-1,-1-5-292,-3-7 0,0-1 1,6-8-1,0-2-534,0-8 0,0-11 0,2-7-329,4-1 1,-2-4 0,5-10-802,-1-6 1842,6-3 0,-12-3 0,5 1 0</inkml:trace>
  <inkml:trace contextRef="#ctx0" brushRef="#br0" timeOffset="935">838 1642 7606,'-17'18'297,"0"-1"0,-1 3 1,3 1 340,3 2 1,2 8-1,6-1 1,-1 2-289,1 3 0,2 2 0,2 4 0,0 6-495,0 3 1,2-3 0,2-1 0,1 1-441,-1-3 0,-2 1 1,0-8-1,2-2-157,2-8 1,0-6 741,-6-3 0,7-1 0,3 1 0</inkml:trace>
  <inkml:trace contextRef="#ctx0" brushRef="#br0" timeOffset="1208">1135 2254 7586,'6'-12'-260,"0"0"0,6 1 214,-7-7 1,1 1-882,-6-1 927,0 1 0,0-1 0,0 1 0</inkml:trace>
  <inkml:trace contextRef="#ctx0" brushRef="#br0" timeOffset="1585">1135 2096 7800,'-17'0'1205,"5"0"-207,1 0 1,-1 0-30,-5 0 1,5 0-155,0 0 1,1 0-357,-7 0 1,6 0 0,1 0-76,-3 0 0,5 2-351,-3 4 0,6-2 0,-4 8-32,3 1 1,1 3 0,6 1 0,0 1-154,0-1 0,2 1 0,4-1 1,5 1-71,5-1 0,1-1 1,1-3-1,-1-3 18,1-2 0,1-3 0,2-5 0,3-1 44,-3-5 1,-4 2 0,-3-8 0,-2-1 63,1-3 0,-5-1 1,-2-3-1,-4-1 90,-2-2 1,0-1-1,0 7 1,-2-1-168,-4 1 0,-4 1 0,-7 3 0,-1 3-225,1 2 0,-1 1 0,1 3 0,-1-2-247,1 2 0,0 4 0,-1 6-914,1 5 1559,-1 5 0,1 9 0,-1 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6:08.465"/>
    </inkml:context>
    <inkml:brush xml:id="br0">
      <inkml:brushProperty name="width" value="0.06" units="cm"/>
      <inkml:brushProperty name="height" value="0.06" units="cm"/>
      <inkml:brushProperty name="color" value="#E71224"/>
    </inkml:brush>
  </inkml:definitions>
  <inkml:trace contextRef="#ctx0" brushRef="#br0">1432 1031 6607,'10'17'0,"-2"-5"0,-8-1 0,7-7 0,-3 4-724,8-8 897,-8 0 0,3-2 1,-7-4 123,0-5 0,0 1 1,0-2 120,0-1 0,6-3 0,0-1 16,-2-1 1,-2 7-1,-2-1 10,0-2 0,0-1 0,0-3 161,0 1 1,-8 7-387,-3 4 0,-5 5 1,-1 1-1,-1 1-31,1 5 1,-1 10 0,1 9 0,-1 2-54,1 4 1,-1 2 0,3 2 0,1 0-238,3 0 0,7-2 0,-2-2 1,6-4-590,6-2 1,3-3-1,9-11 1,1-5-109,5-4 1,-3-2-1,6-2 1,0-4 798,0-5 0,2-12 0,6-5 0</inkml:trace>
  <inkml:trace contextRef="#ctx0" brushRef="#br0" timeOffset="485">1694 961 7666,'-10'8'983,"-5"-5"-510,3 9 1,4-6-1,1 4-129,-1-3 0,6 7 0,-6-4 0,2 1-65,1 1 0,-1 0 0,4 5 1,-2 1-86,-2-1 1,0 0 0,6 1 0,0-1-162,0 1 0,2-1 1,2 1-1,4-3-190,2-3 1,1-4 0,7-8 0,-1 0-12,1 0 1,-1-8-1,2-6 1,3-5 39,1-4 0,0-6 1,-5 3-1,-3-1 144,-3-4 1,4 0 0,-7 0-1,1 2 267,-4-2 0,-4 6 0,-2 1 0,0 5 342,0 2 1,-2 7-387,-4 4 0,-4 12 0,-5 5 0,1 5-101,2 1 1,7 7 0,-5 1 0,2 0-56,4 0 1,2 1 0,2-5 0,0 2 69,0-1 0,0-3 1,2-2-251,4 1 1,4-8 0,7-5-613,1-3 0,-1-2 0,1-2 0,-1-3-335,1-7 0,-1-4 0,-1-1 0,-3-2 419,-1-5 1,-1 3-1,5-6 1,-2 0 624,-3-1 0,-7-1 0,19-6 0,-3 1 0</inkml:trace>
  <inkml:trace contextRef="#ctx0" brushRef="#br0" timeOffset="700">2270 0 7597,'-11'2'753,"1"6"-100,2 9 0,-3 5 0,5 13 0,2 7 47,2 7 0,-4 13 0,0 10 0,2 13-527,3 12 1,0-45-1,2 1 1,-1 1-1,0 1 1,0 0 0,0 0-486,0 0 1,0-1 0,0 45-1,0-10 1,0-13-454,0-18 0,1-11 27,5-12 1,-4-12 0,4-11 115,-4-16 1,-2-10 0,0-5 0,0-5 67,0-5 1,0 2 553,0-2 0,0-8 0,0-8 0</inkml:trace>
  <inkml:trace contextRef="#ctx0" brushRef="#br0" timeOffset="1033">2166 804 7597,'0'17'159,"0"1"0,0-7 0,0 1 0,0 1 58,0 3 1,2 0 0,3-3 0,7-3-68,4-2 1,1 3 0,2-3 0,3 0 44,1-1 0,2-1 0,-3-6 0,3 0-64,2 0 0,-6-2 1,5-3-1,-3-7-126,0-4 0,0 5 1,-5-1-1,-3-1-13,-3-3 0,2-1 0,-9-1 92,-1 1 1,-4 1 41,-5 4 1,-5 5 0,-8 7 0,1 0 244,-1 0 0,1 7 1,-1 5-1,1 4-170,0 1 1,-1 6 0,1 3 0,1 1-234,4 4 0,-1-4 0,7 2 0,2 0-275,2-2 0,2 4 0,2-7 0,4-5-576,6-5 1,3-1 0,5-7 0,1-2-1361,2-2 2243,0-10 0,3-9 0,1-11 0</inkml:trace>
  <inkml:trace contextRef="#ctx0" brushRef="#br0" timeOffset="1433">2882 70 7597,'-18'18'163,"3"1"0,3 4 527,6 6 1,-2 6-1,3 4 1,1 4-131,2 1 0,8 9 0,1 7 1,3 2-139,4 4 1,1-6-1,3-2 1,-1-3-263,1-3 1,-3-1-1,-1-7 1,-5-7-252,-1-6 0,4-15 1,-6 1-3,-3-1 0,-1-10 1,-2-6-369,0-10 1,0-6 0,0-1 0,0-1-70,0 1 1,0-2 0,-2-3 0,-3-1 131,-7 2 0,-2-1 0,-1 1 0,-1 0 177,-3 5 0,-2 0 0,3 9 0,-1-1 252,-5 0 0,5 4 1,-4 10-1,3 6 333,3 3 1,-1 5 0,1 3-1,0 6 178,-1 4 0,3 10 1,1 3-1,4 5-135,2 1 0,3-1 1,5-1-1,0-1-217,0-1 1,4-7 0,5-14-1,11-4-452,5-7 0,4-6 1,6-10-1,2-4-733,4-8 1,1-7-1,7-16 995,-3 0 0,9-8 0,7-2 0</inkml:trace>
  <inkml:trace contextRef="#ctx0" brushRef="#br0" timeOffset="3067">122 2201 7572,'-11'0'469,"-1"0"1,6-2 1558,-5-4-1341,-1 4 0,-4 2 1,5 14-1,5 7-148,4 8 1,-4 4-1,0 4 1,2 4-288,3 5 0,1 7 0,0 3 0,0 2-82,0-2 0,-6-3 0,0-7 1,2-7-200,2-8 1,2-5-201,0-9 1,0-15 0,0-8 0,0-9 124,0-9 0,2-3 1,2-8-1,4 0 64,1 0 0,-3-5 1,4-3-1,0 0-57,-1 1 0,-3-5 1,4 4-1,-1 1-75,1-1 1,-4 2 0,4 6 0,-1 0 48,1 0 0,-4 8 0,6 6-41,1 7 1,-3 6 0,2 8 0,-1 2-156,-1 4 1,5 4 0,-5 7 0,2 3-232,-1 3 1,1-2-1,5 7 1,-1-1 57,-4 0 0,3-6 0,-3 5 0,3-3 191,3 0 1,-7 0 0,1-7-1,0-3 122,-3-1 0,5-6 1,-6 4 284,1-3 1140,-5-1-661,4-6 0,-16-6 630,-3 1 1,1-1 630,-2 6-1310,8 8 1,-1-5-232,10 9 0,5-8 1,8 0-193,-1-8 1,1 0 0,-1-8 0,1-1-203,-1-3 1,6-1 0,-1-3 0,-5-1-124,-3-2 1,-5 0 0,5 5-1,-4 1 49,-3-1 1,-1 1 0,-8 1 44,-4 5 0,3 3 0,-11 10 1,-3 4 7,-5 5 1,-3 7 0,4 3 0,-3 4-20,3 2 1,2-3 0,1 3 0,3 0-18,3 0 1,-2 0-1,9 2 1,1-5-117,2-5 1,4-1-1,3-1 1,9-1-187,7-5 1,1-3 0,5-8-1,0 0 55,0 0 1,0-8-1,4-3 1,-1-5 98,1-1 0,-6-1 0,0-1 0,-2-3 294,1-1 0,-1 0 0,-8 5 0,-1 1 0,-2-1 0,-3-5-105,3 0 182,-4 0 0,-16 13 0,-2 6 0,-1 6 357,-1 4 1,6 7 0,-3-1 0,-1 3 117,0 3 1,4-1 0,-3 3-1,1 1-204,4 2 1,-4 8 0,2-1-1,2 3-151,3 1 0,1 9 1,0 4-1,0 3-68,0 3 0,0 1 1,0 2-1,0 0-20,0-5 1,0-6 0,0-12-1,1-4-104,5-6 0,-4-4-61,4-1 0,-4-10 1,-2-8-1,0-10-169,0-6 1,2-7-1,2-2 1,2-2 90,-2-4 0,-1-2 0,1-2 0,2 0 18,-2 0 0,0-8 0,0-3 0,4-5-66,1-1 1,-3-8-1,6-4 1,1-4 109,3-2 0,1 2 0,1 6 0,-1 9 336,1 11 0,-1 15 0,1 9 0,-3 12 298,-3 10 1,1 14 0,-7 11 0,-2 6-22,-2 5 1,-2 3 0,0 6 0,0-5-400,0-1 1,-6 0 0,-2-5 0,-1 1-283,-5-6 0,4-6 1,-1-9-387,-3-1 0,-1-7 0,-1-6-389,4-8 1,5-13 0,7-13 0,0-5 267,0-5 1,0 1 0,0-8 0,0-1 82,0-3 0,7-3 0,3-2 564,0-2 0,5-16 0,-5 2 0</inkml:trace>
  <inkml:trace contextRef="#ctx0" brushRef="#br0" timeOffset="3232">1048 1624 7572,'-6'20'344,"-2"1"1,1 6 119,-1 6 0,2 0 0,6 16 0,0 5 105,0 8 1,0 8-1,2 6 1,4 3-193,5 1 1,5 3 0,1-9 0,1-4-663,-1-4 1,-5-17 0,0-5 0,-1-9-1139,-1-6 0,5-13 1423,-3 1 0,4-19 0,1 0 0</inkml:trace>
  <inkml:trace contextRef="#ctx0" brushRef="#br0" timeOffset="3550">1327 2568 7643,'-2'-10'0,"-1"2"0,-3 0 0,-2 1 0,4-7 422,-2 2 0,0 1 1,6-7 1339,0 1 0,0 5-488,0 0 0,0 11-1016,0 1 1,0 7 0,0 13 0,0 1-342,0 2 1,-5 8 0,-1-3 0,2 1-122,2 0 0,2-6 1,0 4-1,0-2-1085,0-3 0,2-3 0,2-1 1289,2-1 0,7-7 0,-3-2 0</inkml:trace>
  <inkml:trace contextRef="#ctx0" brushRef="#br0" timeOffset="4069">1764 2393 8795,'-12'-10'1514,"1"4"0,5 4 0,-6 4-881,-1 4 0,3-2 0,-2 8 1,-1 1-282,-3 3 1,4 7 0,1 0 0,-3 1-278,-1 1 1,3-4-1,2 6 1,3-1-531,3-5 0,2 4 0,2-1-597,0-3 1,8-4 0,5-5-309,9-6 1,-3-4-1,4-4 1360,-3-4 0,5-4 0,2-7 0</inkml:trace>
  <inkml:trace contextRef="#ctx0" brushRef="#br0" timeOffset="4632">2061 2515 7505,'2'-11'340,"4"-1"1,-3 0 168,9-5 1,-8-1 112,2 1 0,-4 5-52,-2 1 0,-2 7-331,-4-2 1,-4 6 0,-7 6-133,-1 5 1,3 5-1,1 1 1,5 1-109,1-1 1,-4 3 0,6 1 0,2 2-267,2-1 0,2-9 0,0-1 0,0 1 0,2 1 0,4-2 21,6-7 0,3-3 0,3-4 1,1-3 63,5-7 1,-5-4 0,4-3 0,-3-2 122,-3-3 1,1 1 0,-3 4 0,-1-1 80,-3 3 0,-7-4 1,2 9-1,-2-2 562,2 3 0,-6 3-97,0 8 0,-2 2 1,-10 4-328,-1 5 1,5 5-1,0 1 1,2 1-122,0-1 0,1 1 1,5-1-1,0 1-561,0-1 0,0 1-302,0-1 0,7-1 0,5-5 96,4-5 0,1-6 0,-1-6 728,-5-5 0,12-13 0,-3-3 0</inkml:trace>
  <inkml:trace contextRef="#ctx0" brushRef="#br0" timeOffset="4883">2480 1520 7848,'-18'0'625,"7"2"0,-1 3 0,1 9-3,1 7 1,-4 16 0,7 16-1,-1 11-153,0 9 1,2 9-1,6 11 1,0 6-436,0-47 0,0-1 1,0 46-1,0-6 0,2-9-697,4-13 0,-2-6 1,6-15-47,-3-7 1,1-16-1,-4-21 141,2-8 0,0-6 0,-6-9 0,0-4 190,0-6 0,0 1 0,0-1 0,0-2 378,0-2 0,0 4 0,0 0 0,-8-8 0,-2-7 0</inkml:trace>
  <inkml:trace contextRef="#ctx0" brushRef="#br0" timeOffset="5083">2375 2183 7623,'-10'2'163,"5"4"0,-3 4 0,2 7 153,2 1 0,2-1 1,2 1-1,0 1-12,0 4 1,2-3-1,2 5 1,4-2-21,2 1 1,1-1-1,7-6 1,-1 1-34,1-1 1,-1-5-1,0-2 1,1-3-178,-1-3 0,3-2 0,1-2 0,2-2-474,-1-4 1,-3 3 0,-1-9 0,-3-2-267,-3-1 0,3-3 0,-3 3 0,2 1 666,-3 3 0,5-1 0,-7-6 0</inkml:trace>
  <inkml:trace contextRef="#ctx0" brushRef="#br0" timeOffset="5481">3004 2061 7587,'-35'18'0,"8"-7"0,4 1 0,3 1 273,3 3 1,1 1 0,4 1 0,5-1 583,-1 1 0,6-1 0,-2 1-443,8-1 0,0-1 0,8-3 0,1-1-382,3 2 0,-3-5 1,1 3-1,1 0 10,-1-3 0,-1 7 1,5-7-1,-1 3 74,1 0 0,-6-6 0,-1 5 176,3 3 1,-6-5-1,-3 3-198,-3 2 0,-4-5 0,-3 1-247,-7-2 0,-4 4 0,-1-5 0,-1 1-497,1 0 0,-8 3 1,-2-5-1,-3 0-1264,1 2 1914,0-6 0,-13 6 0,-3-8 0</inkml:trace>
  <inkml:trace contextRef="#ctx0" brushRef="#br0" timeOffset="5598">1502 2026 7588,'-18'0'1088,"1"0"1,9 0 0,10 0-1089,14 0 0,9-8 0,10-1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6:49.295"/>
    </inkml:context>
    <inkml:brush xml:id="br0">
      <inkml:brushProperty name="width" value="0.06" units="cm"/>
      <inkml:brushProperty name="height" value="0.06" units="cm"/>
      <inkml:brushProperty name="color" value="#E71224"/>
    </inkml:brush>
  </inkml:definitions>
  <inkml:trace contextRef="#ctx0" brushRef="#br0">350 699 7526,'12'-8'-421,"-1"-2"0,1-1 1178,-2-1 1,-1 2-132,-3-1 0,-4 1-29,4 4 1,-6 4-229,-6-4 1,-4 4 0,-7 4-1,-1 2-13,1 2 1,-1 8 0,-1-3-1,-2 5-154,-3 1 0,-5 1 0,6 1 1,0 3-103,-3 1 0,7 2 0,-6-4 0,4 3-105,3-3 0,-3-2 1,11-1-1,0 1-110,4 5 1,5-11 0,2 5 6,5-3 1,6-7-1,9-2 1,5-4 74,1-2 1,0 0 0,4 0-1,-2 0 76,2 0 0,-4 0 0,0 0 1,-1 0 31,-5 0 0,-2 0-39,-1 0 0,-8 7 0,-7 5-7,-6 4 0,-9-1 0,-11-1 0,-5-3-451,1 3 0,-6 1 0,4 1 0,-4-2-211,-2-3 0,2-7 1,4 2-1,4-4-747,0-2 1,11 0 1379,-3 0 0,3-16 0,-3-3 0</inkml:trace>
  <inkml:trace contextRef="#ctx0" brushRef="#br0" timeOffset="333">629 734 7526,'18'0'-921,"-7"0"2435,1 0-598,-8 0 0,4 2-579,-8 3 0,0-1 1,-2 8-1,-2 4-32,-2 5 1,-2-2 0,4 6 0,-1-1-287,1-1 0,-4 8 1,2-4-1,0 2-111,-1 0 0,3-7 0,-6 1 0,2-3-588,4-3 1,-3 0-2379,1 1 3058,0-8 0,-2-10 0,-2-10 0</inkml:trace>
  <inkml:trace contextRef="#ctx0" brushRef="#br0" timeOffset="750">821 699 7526,'0'11'155,"0"1"1,0 2 401,0 1 0,0 3 0,0-1-40,0 1 1,-2 7-1,-1 2-277,-3 0 0,0-2 0,6-7 0,0-1-98,0 1 1,-2-1-1,-2 1 1,-2-1-88,2 1 0,3-7 0,-1-1 0,-2 0-382,-2-1 31,0-5 0,6 2 80,0-12 1,2-3 0,2-9 0,4-1 6,1-5 1,1 5 0,4-6-1,-3 1 174,3 1 1,1 0-1,3 5 1,-1 1 92,1-1 1,-7 1 0,1 2 0,2 1 322,1 2 0,-3 8 0,-1-1-167,3 3 1,0 9 0,-1 5-1,-3 4-233,-2 1 0,3 0 1,-5 1-1,-2-1-252,-2 1 0,4-1 0,0 1 0,-3-1-925,-1 1 1,-2-7-739,0 1 1934,0-8 0,0 4 0,0-8 0</inkml:trace>
  <inkml:trace contextRef="#ctx0" brushRef="#br0" timeOffset="1235">1310 821 6993,'18'0'-360,"-6"0"2374,-1 0-926,-7 0-799,4-8 0,-16 6 1,-4-3-76,-3 3 0,-3 2 1,1 0-1,-1 0-60,1 0 0,0 5 0,-1 3 1,1 0-4,-1 0 0,1 3 1,-1-3-1,3 2-86,3 3 0,-1-3 0,7 2-234,2 1 0,2-3 93,2 2 0,8-3 1,3 3-1,5-6 40,1-4 0,3-2 0,1 0 0,2-2 114,-1-4 1,-1 2 0,0-6 161,3 3 1,-1-5 0,-6 6-1,1 2-91,-1 2 0,-5 4 0,0 4 0,-1 6 310,-1 3 0,4 11 0,-9 3 0,-1 6-160,-2 5 1,-4-1 0,-2 8 0,-5 1-495,-7 3 0,3-5 0,-13-1 0,3-4-111,0-8 1,-1-6 0,5-10-1,-2-1-373,-3-5 0,1-5 0,6-14-218,-1-9 0,7-8 0,1-10 0,2-2-117,4-4 1,2 2 1013,2-7 0,0-9 0,0-7 0</inkml:trace>
  <inkml:trace contextRef="#ctx0" brushRef="#br0" timeOffset="1483">1625 0 7613,'0'18'466,"2"-1"1,2 1 0,3 1 727,3 4 1,-4 6 0,4 12 0,-1 8-477,1 7 0,-6 8 0,2 12 0,-4 5-542,-2 5 0,0 1 1,0-4-1,0-5-223,0-8 1,0-12 0,-2-4 0,-2-9-359,-2-10 0,-6-18-2928,7 1 2398,-9-12 0,12-6 1,-4-14-1,4-5-588,2-5 1523,0 1 0,-8-10 0,-1-4 0</inkml:trace>
  <inkml:trace contextRef="#ctx0" brushRef="#br0" timeOffset="1816">1712 821 7613,'10'17'376,"0"1"523,-5-1 1,5 1-1,7-3-505,1-3 0,-1 2 0,1-9 0,-1-1-121,1-2 1,-1-2 0,1 0 0,1 0-127,4 0 1,-3-7 0,3-5-1,-2-4-175,3-1 1,-5-6-1,4-3 1,-5-1 19,-6-4 1,1 4 0,-7 0 0,0 0 2,2-1 0,-7 7 0,3 0 228,-8 7 1,-5 6 0,-9 8-1,1 2 166,-1 4 1,1 12 0,-1 11 0,1 4-39,0 2 1,-1 0-1,3 0 1,1 1-153,2 5 0,8-4 0,-1 4 0,3-6-273,2-6 0,2 2 1,5-8-1,9-3-472,5-7 0,10-5 0,-2-8 0,2-2-740,-1-4 0,1-9 0,-6-11 1286,2-1 0,-6-2 0,5-6 0</inkml:trace>
  <inkml:trace contextRef="#ctx0" brushRef="#br0" timeOffset="2015">507 507 7652,'-58'7'430,"11"5"0,22 4 0,27-1-401,14-3 1,9-4 0,12-8-1,1 0-29,3 0 0,8-8 0,-5-2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00.843"/>
    </inkml:context>
    <inkml:brush xml:id="br0">
      <inkml:brushProperty name="width" value="0.06" units="cm"/>
      <inkml:brushProperty name="height" value="0.06" units="cm"/>
      <inkml:brushProperty name="color" value="#E71224"/>
    </inkml:brush>
  </inkml:definitions>
  <inkml:trace contextRef="#ctx0" brushRef="#br0">550 612 7793,'-2'9'794,"-2"-1"-1222,-2 0 0,1-4-313,5 7 741,0-7 0,0 4 0,0-8 0</inkml:trace>
  <inkml:trace contextRef="#ctx0" brushRef="#br0" timeOffset="970">550 681 7671,'-10'-7'205,"1"5"804,3-4 1,-4-2-523,-7 2 1,5 0-1,0 6 1,-1 0-48,-3 0 0,-1 0 1,-1 2-1,-1 2-26,-4 2 1,1 8 0,-7-3-1,0 7-207,2 5 0,-6-4 1,4 7-1,-2-1-80,2 4 1,-2-2 0,7 0 0,3 1-90,2-1 0,3 0 0,4 2 0,7-6-143,3-3 0,4-3 1,3-1-1,7-3 19,4-1 0,3-8 0,4 2 0,8-4-4,8-2 0,-2 0 0,4 0 0,-2 0 59,1 0 1,-3 0-1,2 0 1,-6-2 211,-4-4 1,-8 4 50,3-4 0,-15 6 0,-9 6 98,-9 5 1,-13-1 0,-5 2-1,-4 1-377,-6 3 0,-3 1 1,1 1-1,-2-1-434,2 1 0,-4-1 0,3 1 0,3-3-503,6-3 0,6-2 1,7-7-506,1 3 0,9 0 1489,8-6 0,15-8 0,13-1 0</inkml:trace>
  <inkml:trace contextRef="#ctx0" brushRef="#br0" timeOffset="1252">760 804 7942,'-28'0'589,"5"0"1,12 2-1,5 3 1,4 7 347,2 4 0,0 1 0,0 0 0,0 1-685,0-1 1,6 7-1,-1 1 1,1 0-289,2 0 0,-6 4 1,4-3-1,-4-1-317,-2 0 0,0-2 1,0-5-3824,0-1 4176,0 1 0,-8-8 0,-2-3 0</inkml:trace>
  <inkml:trace contextRef="#ctx0" brushRef="#br0" timeOffset="1667">1056 734 7697,'-1'17'0,"-3"1"0,-2-1 0,-6 6 0,6 3 0,2-1 0,3 0 0,1 6 0,0-2 0,0 4 1262,0 2 1,0-6 0,0-2 0,-2-1-723,-4-5 0,4-2 0,-4-1-319,4-1-502,2-7 0,0-4 1,0-12 121,0-6 1,6-9 0,2-2-1,-1 1-87,1 3 0,4-6 1,-4-2-1,-1 0 103,1 3 0,4-1 0,-4 2 0,1 1 152,5 3 0,-4 1 0,-1 1 0,1 2 333,0 3 1,-5-2 0,7 8 92,2 3 0,-5 3 1,1 5-1,-2 9-109,-4 7 1,3 5 0,-1 5 0,0-2-351,2 2 1,-6 2-1,4 0 1,-2-2-295,1-2 1,-3-8 0,4 3 0,-4-5-1176,-2-2 1,0 1-62,0-1 1,2-7 1553,4-4 0,4-12 0,7-4 0</inkml:trace>
  <inkml:trace contextRef="#ctx0" brushRef="#br0" timeOffset="2117">1615 751 7905,'-11'0'688,"1"2"1,0 2-112,1 2 1,-1 2 0,-4-3 0,3 7-279,-3 4 0,-1 1 1,-1 1-1,2-1-129,3 0 0,-1 7 0,-3-1 0,1 0-131,2 3 0,9-7 1,-3 4-1,4-3-96,2-3 0,0 1 0,2-3-50,4-3 1,-3-4-1,9-8 1,2-2-40,1-4 1,8 2 0,1-10 0,-3-3 2,-2-5 1,-1-1 0,-1 6-1,1-3 105,-1-3 0,1 4 0,-3-5 0,-1 5 237,-2 1 0,-9 1 353,3 0 1,-6 11-294,-6 12 0,-1 5 0,-7 18 0,2 4 138,-1 6 1,-3 0 0,-1 9 0,-1 5-466,1 3 1,1 10-1,3-4 1,1 0-545,-1-4 1,3-5 0,0-8-1,1-11-969,-1-8 1042,6-15 0,-4-7 0,8-14 0,0-9-379,0-6 1,0-4 917,0-6 0,8-8 0,2-2 0</inkml:trace>
  <inkml:trace contextRef="#ctx0" brushRef="#br0" timeOffset="2367">2034 0 7661,'-17'18'358,"7"1"1,4 6-1,5 10 537,1 10 1,0 7 0,-2 8 0,-2 8 1,-2 6 1,-6 10 0,5-3 0,-3 3-828,-4-3 1,5-5 0,-1-12 0,0-8-80,0-7 0,7-7 0,-5-9-1324,0-4 1033,6-11 0,0-12 0,10-10 0,0-4-1146,-1-2 0,5-1 0,-6-7 1446,-2 1 0,5-9 0,1-1 0</inkml:trace>
  <inkml:trace contextRef="#ctx0" brushRef="#br0" timeOffset="2667">1982 891 7652,'0'12'273,"0"-1"318,0 3 0,2-4 0,4 1-401,5 3 0,5-5 1,1 1-1,1-2-89,-1-4 1,3 4-1,1-3 1,2-1-111,-1-2 0,5-8 1,0-1-1,0-5-7,-3-7 1,1 1 0,-2-7 0,-2 2-41,-1-1 0,-9 1 0,-1 6 0,-2-1 306,-4 1 0,-2-1-7,-2 1 1,-2 7 0,-4 4 0,-4 6-2,1 6 1,-5 0 0,6 9 0,0 5 38,1-1 0,-5 3 0,6-1 1,2 2-287,2-2 0,2 5 0,0-3 0,2-2-348,4-1 0,4-3 0,7 1 0,1-3-22,-1-3 1,1-4 0,-1-8 374,1 0 0,-1 0 0,1 0 0</inkml:trace>
  <inkml:trace contextRef="#ctx0" brushRef="#br0" timeOffset="2867">847 437 7731,'-52'0'487,"17"2"-393,11 4 0,26-2 0,18 5 0,5 1-435,6 0 1,2 1 340,2 7 0,0-1 0,0 1 0</inkml:trace>
  <inkml:trace contextRef="#ctx0" brushRef="#br0" timeOffset="3683">358 2183 7656,'-27'6'368,"3"2"1,5 4 216,2 7 1,1-2 0,4 9 0,7-3 24,3 0 1,0 8 0,-2-2 0,-2 4-415,2 2 1,2-6-1,2-1 1,0-3 36,0-4 0,2-1 264,4-3-520,-4-7 0,8-4 1,-7-14 42,3-10 0,2 1 0,-4-8 0,2 1 32,-2 1 1,3-10-1,1 0 1,0-6-50,0 0 0,3 1 0,-3-1 0,2-4-114,3-2 1,3 7 0,1-3 0,1 4 29,-1 2 1,1 2 0,-1 4 0,1 6 47,-1 3 1,1 11 0,-1 3 0,1 6-266,-1 6 0,2 3 0,1 9 0,1-1-472,1 1 1,-11 1 0,9 2-1,-3 5 770,-3 1 0,-1 2 0,5 6 0</inkml:trace>
  <inkml:trace contextRef="#ctx0" brushRef="#br0" timeOffset="4050">777 2288 7646,'-6'12'508,"0"-1"1,-7-7 0,3 4 260,0 0 0,3-4 0,9 5-437,3-1 1,-1-2 0,8-6 0,2 0-236,1 0 0,4-8 0,3-3 0,1-5-127,-2-1 1,5 3-1,-3-2 1,-2-3-18,-1 0 0,-3-1 0,-1 3 0,-3-1-77,-1 1 0,-6 1 0,3 3 1,-1 1 64,-4-1 0,-4 5 0,-6 2 0,-5 4 19,-5 2 1,-1 0 0,-1 2 0,-1 4 2,-5 5 1,5 11 0,-4 1 0,3-2-3,3-1 0,1 3 0,3 0 1,3 1-213,2 1 0,3-6 1,5 5-154,0-5 1,7-4-1,5-1 1,5-4-169,7-2 1,-3-3-1,8-5 1,2-2-518,2-3 1089,-6 3 0,6-22 0,-6 5 0</inkml:trace>
  <inkml:trace contextRef="#ctx0" brushRef="#br0" timeOffset="4684">1231 2131 7646,'-12'0'854,"1"0"1,-1 2-380,-5 4 0,1 3 1,5 9-1,3-1 27,0 1 1,4 7 0,-6 4 0,3 6-96,3 6 0,2 3 0,2 11 0,0 3-265,0 6 1,0 12-1,2 5 1,2 3-438,2-3 1,1-5-1,-3-12 1,2-6 120,-2-4 0,-4-11 0,-4-8 1,-4-12-399,-1-9 0,3-6 382,-6-8 1,8-8 0,-2-6 0,4-5 168,2-4 1,0-8-1,0 1 1,0-4 39,0-7-1,2 0 1,2-9 0,4-5-214,2 1 0,-4-6 0,5 0 1,3-4-84,1-8 1,5 4 0,1-2 0,2 10 372,-1 5 1,-1 17-1,0 7 420,3 9 1,-3 11 0,-7 18-230,-3 11 0,-7 1 0,2 10 1,-4 2 4,-2 2 1,0 2-1,0 0 1,-2 0-255,-4 0 0,4 0 0,-6-2 0,3-2-53,-1-2 0,0-7 0,4-1 0,-2-6 63,-2-3 1,0-6-157,6 6 0,0-11 1,0-1-1,2-7 23,4-3 0,-2-7 1,8 1-1,-1-5 7,-1-1 1,6-5-1,-5-2 1,5-4-88,1-2 0,3 0 0,1 0 0,2-2-44,-1-3 1,-3 1 0,-2-6 0,1 3 83,-1 3 0,-5 4 0,-2 6 762,-2 5 1,-5 15-1,-8 9-81,-7 9 1,-4 15-1,-1 5 1,-1 6-116,1 5 0,1-1 0,3 6 0,3 0-314,2-1 0,-3-5 0,5 2 0,2-2-596,2 1 0,8-9 0,2 2 1,3-6-355,9-5 0,-3-9 0,8-3 1,-1-2-525,-1-4 0,6-10 1348,-6-6 0,8-11 0,-3-4 0</inkml:trace>
  <inkml:trace contextRef="#ctx0" brushRef="#br0" timeOffset="5400">1877 2358 7646,'-17'0'668,"5"0"1,1 0 1206,-3 0 0,4 0-787,-1 0 1,5 0 215,-6 0-1224,1 0 1,-5 2 0,2 2-156,3 2 0,7 7 1,-4-1-93,0 3 0,6 3 1,-3-1-368,3 1 1,2-1 92,0 1 0,7-9 1,5-3 43,4-4 1,7-2-1,0-2 1,-1-4 109,-3-5 1,0-5 0,3-1 0,1-3 125,-2-3 1,-1 4 0,-3-5-1,1 5 196,-1 1 1,-7 7-1,-2 1 528,-1 2 1,-7 3-1,0 7-113,-9 3 1,-7 5 0,-1 9-1,-1 3-262,1 1 0,5 6 0,2-6 0,1 1-281,-1 1 1,6-6-1,-2 5-203,4-5 1,4-3 0,4-5 0,6-5-148,3-4 0,3-4 0,1-4 0,2-7-68,3-9 1,-1-3-1,-6-6 1,3 2 98,3-2 1,-5-4 0,1-4 0,-5-4 267,-1-1 1,-3-3-1,0-7 1,-3-4 11,-3-6 1,4-8-1,-2-6 1,-2-5 63,-2-1 0,0 3 0,1 1 0,3 10 478,-2 10 1,-2 27-1,-2 16 358,0 17 1,-8 10 0,-1 23-1,-3 5 18,0 5 1,7 4-1,-5 7 1,0 4-392,0 6 0,7 6 0,-5 4 0,2 1-195,0-1 0,0 0 0,6 0 0,2-1-343,4-5 0,-2-6 0,6-11 0,-1-5-628,1-5 0,-4-14-92,6-9 1,-3-10 0,5-16 165,-3-10 1,-7-1-1,2-8 1,-4 0-915,-2-1 1611,0 7 0,0-12 0,0 6 0</inkml:trace>
  <inkml:trace contextRef="#ctx0" brushRef="#br0" timeOffset="5767">2192 2183 7629,'-2'16'0,"-2"-3"0,-2-1 521,2 2 1,2 1-1,2 3 1,0-1-124,0 1 0,8-1 0,4-1 0,3-3-93,3-1 0,1-8 0,2 1 0,5-3-125,1-2 1,2 0 0,4 0 0,-2-2-55,-2-3 1,-2 1 0,4-8-1,-4-1-8,-1-3 0,3 1 0,-8 1 0,-3 2 19,-5-1 1,-3 3 0,1-2 97,-5-1 1,-6 5 0,-6 2 10,-5 4 1,-5 2-1,-1 0 1,-3 2-49,-3 4 1,4 4 0,-5 7-1,5 1-66,2-1 1,-1 6 0,1 3-1,-1-1-168,1 0 0,7 4 1,4-4-1,4 1-276,2-1 0,0 4 0,0-6 0,4-1-195,8-3 1,-1-3-1,13-5 1,-3-5-378,2-4 1,4-6-1,8-6 1,0-9-37,0-6 0,0-4 0,0-6 0,-2 0 920,-4 0 0,2 0 0,-7 0 0,7-15 0,-4-5 0</inkml:trace>
  <inkml:trace contextRef="#ctx0" brushRef="#br0" timeOffset="6166">2995 1485 7616,'-17'0'316,"-1"0"0,3 2 0,1 4 502,2 5 0,7 7 0,-5 3 0,0 6-124,0 6 0,5 0 0,-5 14 0,2 3-264,4 6 1,2 1 0,2 7-1,0 0-70,0-2 1,0 4 0,0-10 0,0-4-171,0-3 1,0-4 0,0 1 0,0-7-401,0-8 0,2-8 1,2-9-648,2-2 1,0-10 250,-6-2 1,0-2-1,0-10 199,0-2 0,0-1 1,0-3-1,0 1 193,0-1 1,-6 7 0,-2 1 0,-2 2 102,-3 4 1,3 2-1,-1 2 1,-3 0 587,-2 0 0,5 2 0,-1 4 0,-1 6 166,-3 3 1,4 9-1,1 1 1,-3 2-125,-1 4 0,3 8 0,2 2 0,3-2-429,3-3 0,4-1 0,4 0 0,5-2-381,7-4 0,5-5 1,14-13-1,2-5-567,4-4 1,3-4-1,9-6 1,-1-9-2118,0-10 2975,1-6 0,-1-2 0,1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21.392"/>
    </inkml:context>
    <inkml:brush xml:id="br0">
      <inkml:brushProperty name="width" value="0.06" units="cm"/>
      <inkml:brushProperty name="height" value="0.06" units="cm"/>
      <inkml:brushProperty name="color" value="#E71224"/>
    </inkml:brush>
  </inkml:definitions>
  <inkml:trace contextRef="#ctx0" brushRef="#br0">209 2630 7681,'-30'-6'108,"1"0"1,6 0-1,-4 5 1,2-3-1,3-2 1,3 2 1041,1 2 0,9 0-810,3-4 0,6 4 1,6-5-1,5 1 38,5 0 1,9-8 0,4 1 0,8-7 32,10-3 0,1-8 0,16 0 0,2-6-194,2-4 1,12-7-1,5 1 1,-39 22-1,1 0-154,2-1 0,-1-1 0,1 1 0,1 0 0,2 0 0,1 0 0,0-1 1,1 1 29,2 0 1,-2 0 0,-7 3-1,-2 1 1,42-17 0,-11 8-22,-7 8 0,-7 4 0,-5 3 0,-11 5-504,-11 5 1,-8 4-1054,-9 2 603,-1 0 1,-9 8 267,-8 3 0,-8 5 0,-9-1 0,-1-1-590,1-3 1,-1-1 1203,1 2 0,-8 3 0,-2-5 0</inkml:trace>
  <inkml:trace contextRef="#ctx0" brushRef="#br0" timeOffset="917">436 1023 7635,'17'-8'0,"-5"1"0,-3-7 238,-1 2 1,4 7 841,-6-7-807,-1 8 0,-10-2 0,-3 10 1,-2 4 53,-3 2 1,-3-5-1,-1 7 1,-1 0-58,1-3 0,-1 7 0,3-4 0,1 1-176,2-1 1,3 3-1,-5-5 1,3 2-26,-3-1 0,6-5 0,0 4 0,3 0-368,-1-1 0,2-5 156,10 2 1,3-4-1,11-2 1,3-2 116,6-4 1,-2 2 0,3-5 0,-1-1 120,-2 0 1,4 6 0,-6-1-1,0 1 162,1-2 1,-3 4 0,-8-2-10,-3 8 0,-6 6 0,-12 9 1,-6 2-302,-3 3 0,-10 7 0,-6-2 0,-6 4-140,-4 2 0,-6 0 0,7-2 0,1-4-506,2-6 0,8-4 0,2-3-697,1-4 0,13-7 755,13-10 0,10-11 1,13-9 640,6-2 0,4-2 0,2-6 0</inkml:trace>
  <inkml:trace contextRef="#ctx0" brushRef="#br0" timeOffset="1268">855 1006 7499,'-10'2'805,"2"2"1,1 3-452,-5 3 1,2 2-1,-1 5 1,-3 3 61,-2 3 1,-1 4 0,0 8-1,1 0-155,4 0 0,-1 6 1,7-1-1,2-3-221,2-6 1,4 0 0,4-7 0,6-5 44,3-5 0,10-7 0,4-7 0,2-2-97,-1-3 1,3-7 0,-4-9 0,2-5-86,-2-1 0,-2-4 0,-8-8 0,1-1 50,-5 1 1,-9 4-1,0 4 1,-4 2-14,-2-2 1,-10 0 0,-5 1 0,-9 5-110,-3 0 1,-4 6-1,-8-5 1,1 5-262,5 1 0,-2-5 0,7 0 0,1 2-220,4 1 0,6-3 0,5 0 1,6 1 110,4 3 1,6 1-1,6-1 539,7-4 0,12 3 0,-2-5 0</inkml:trace>
  <inkml:trace contextRef="#ctx0" brushRef="#br0" timeOffset="1516">1588 10 7635,'-8'-9'1544,"-1"12"0,-7 19 0,3 13-851,1 7 1,0 13 0,-7 11-1,-2 8-381,-3 7 1,-5 12 0,16-44 0,1 1 0,-1 1 0,1 1-424,-1 0 0,1 1 1,-1 1-1,2 0 0,2-2 1,1-1-1,-8 39-248,5-17 1,-3-13 0,8-13 0,2-8-1777,2-8 714,2-6 1,2-15 347,4-4 0,-2-18 1073,8-6 0,-1-11 0,7 2 0</inkml:trace>
  <inkml:trace contextRef="#ctx0" brushRef="#br0" timeOffset="1916">1588 936 7644,'0'10'-227,"0"-1"1222,0-3 1,2-4-275,4 4 0,-4-2 145,4 2 0,-4-3 155,-2 9 1,-2-6-653,-4 6 0,2-3 0,-6 5 0,1-2-94,-1 1 0,0-3 1,-3 1-1,3 5-74,2 5 0,-3-1 0,5 3 0,2-4-64,2-1 0,2-1-142,0 1 0,14-8 0,3-5 0,4-5 86,5-5 0,-1-7 0,6-11 0,-4-7-6,-2-3 1,4-1 0,-5-1 0,-3 0-28,-2 0 1,-9 6-1,-4 0 1,-4-1-130,-2 3 1,-2 2 0,-6 10 0,-7 1-180,-7 2 1,-3 8 0,4 1 0,-3 6-950,3 9 1,-4 4-1,2 3 1209,1 4 0,3 4 0,1 8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34.955"/>
    </inkml:context>
    <inkml:brush xml:id="br0">
      <inkml:brushProperty name="width" value="0.06" units="cm"/>
      <inkml:brushProperty name="height" value="0.06" units="cm"/>
      <inkml:brushProperty name="color" value="#E71224"/>
    </inkml:brush>
    <inkml:brush xml:id="br1">
      <inkml:brushProperty name="width" value="0.08" units="cm"/>
      <inkml:brushProperty name="height" value="0.08" units="cm"/>
      <inkml:brushProperty name="color" value="#E71224"/>
    </inkml:brush>
  </inkml:definitions>
  <inkml:trace contextRef="#ctx0" brushRef="#br0">286 1012 7999,'-8'-10'762,"4"2"239,-7 8 1,5-5-338,-6-1 0,6 0-389,-5 6 1,-1 0-1,-4 2 1,3 2-117,1 2 0,6 5 1,-5-3-1,-3 0-122,-1 0 0,3 5 0,0-3 0,1 1-150,1 1 0,-5 0-353,3 5 1,4 1 154,2-1 0,14-7 0,8-4 259,5-4 1,10-4 0,-2-2 0,4-4 62,2-2 0,6 5 0,-1-7 0,-1 0 157,-2 3 1,-8 1 0,-2 8 0,-1-2 162,-5-4 0,-9 6 1,-7 0-61,-3 10 0,-17 5 0,-8 3 0,-10 1-307,-8 4 0,2 3 1,-6 5-1,1-4-56,-1-2 1,4 0 0,-1-5 0,3-1-679,6-3 0,10-5-277,-1 1 0,17-6 0,10-12 0,13-6 1047,3-3 0,9-10 0,-1-3 0</inkml:trace>
  <inkml:trace contextRef="#ctx0" brushRef="#br0" timeOffset="567">705 1029 7832,'-17'6'58,"-1"0"0,1 8 1,-1-3-1,3 5 393,3 1 1,-2 7 0,9 1 0,1 2-146,2 4 1,0 4 0,-2 4 0,-2 1-170,2-1 0,2-2 0,2-2 0,0 0-113,0 0 1,0-8-1,0-4 1,0-3-32,0-3 1,0-5-528,0 0 439,0-9 0,0 3 0,2-12 0,2-5 68,2-5 1,2 3 0,-4-3 0,1-3 6,-1-1 1,4-5 0,-2 0 0,0-2-42,1-4 0,-3-2 1,6-4-1,0-2-52,-1-2 1,1-7 0,4 3 0,-3-1 83,3-1 0,1 8 1,3-2-1,-3 6 151,-3 6 0,4 6 1,-7 9-1,3 5 151,0 1 1,-9 4 0,3 12 0,-4 9 28,-2 11 0,0 5 0,-2 1 1,-4 3-325,-5 4 0,1-2 0,-3 6 0,-5-3-72,-3-3 0,-3-2 0,7-4 0,0-4-183,-1-6 0,1-5 0,-1-5 0,1-3-342,-1-2 0,7-2 0,1-8 204,2-4 0,4-6 1,8-9-1,4-4-340,2-3 1,7 5 754,6-6 0,8 0 0,-3-6 0</inkml:trace>
  <inkml:trace contextRef="#ctx0" brushRef="#br0" timeOffset="1067">1159 872 8440,'-12'0'1060,"1"2"-703,-3 4 0,-1-2 0,-3 7-187,1 3 1,-1 2 0,3 1 0,1 2-152,3 5 1,1-5 0,-2 6 0,6-1-168,4-1 1,2 0-1,0-5-52,0-1 1,2-5 0,4-2 84,6-3 0,5-3 0,5-10 0,1-5 9,-2-5 1,-1-1 0,-3-1 0,3 1 84,3-1 0,-4-5 1,5 0-1,-7-1 4,-5-1 1,3 6 0,-5-4 0,0 3 72,-5 3 1,-3 5 63,-2 0 1,-2 9-1,-3-1 1,-7 8-6,-4 7 1,-1 7 0,1 3 0,3 4-95,1 2 0,2-3 0,-1 5 0,5 2-104,4 2 1,2-4 0,0-2-1,0-2-179,0-3 0,2-1 0,4-2 0,5 1-43,5-5 1,1-9 0,1 0 0,1-4-54,5-2 0,-5-8 0,4-5 0,-3-7 358,-3-3 0,1-8 0,-1 4 0,1-2 0,-1-1 0,0-6 0,1-9 0</inkml:trace>
  <inkml:trace contextRef="#ctx0" brushRef="#br0" timeOffset="1317">1700 16 7844,'-7'-9'411,"-5"3"0,-2 6 278,3 6 0,-5 11 0,7 12 0,-3 6-222,0 6 0,1 11 1,-7 14-1,3 6-405,3 4 0,2 9 0,6 1 0,-1 5-127,1 0 1,0-11 0,0-11 0,-2-8 2,2-7 0,-3-9 0,1-7 0,0-7-1271,-2-7-145,6-5 979,-6-9 1,16-4-1,2-12 1,2-6-34,-1-3 1,-5-3 0,4 1 531,-3-1 0,7-7 0,-4-2 0</inkml:trace>
  <inkml:trace contextRef="#ctx0" brushRef="#br0" timeOffset="1717">1805 680 8044,'0'-17'0,"-2"1"133,-4 4 1,5 3 156,-5 3 0,-2 6 1,0 0-1,0 12 137,1 9 1,-5 6 0,4 8 0,0 2-335,1 4 1,-5 1 0,4 7 0,1-3-144,-1 3 0,-4-4 0,6-1 0,1-1-373,-3-4 0,6-4 0,-4-6 0,4-6-418,2-4 1,2-9-1,4-4-432,5-4 1273,5-10 0,1-2 0,1-7 0</inkml:trace>
  <inkml:trace contextRef="#ctx0" brushRef="#br0" timeOffset="2400">2102 732 8023,'-17'6'0,"-1"0"189,1-2 0,-1 0 0,1 2 241,-1 5 1,3-1 0,1 2-1,3 1-187,-3 3 1,-2 3 0,1 3 0,1 1-90,3-2 0,7 1 0,-2-1 0,2 2-204,-2-1 1,4-3-1,-1-4-162,6-3 1,1-4-1,8-8 1,3 0-1,7 0 1,-1-8 0,8-4 0,2-5-55,2-6 0,-4 1 0,0-5 0,1 0 79,-3 0 0,6 4 0,-6-5 0,0 1 106,-4 0 1,-3 6 0,-5-3-1,-1 5 74,-2 2 1,-9 5 0,1 2 273,-8 2 1,-5 10 0,-9 10 0,1 6-71,-1 5 1,1-2-1,-1 6 1,3 0-155,3 1 0,-1-1 0,5 2 0,0-4-74,0 0 0,3-5 0,5 3-58,0-4 0,7-9 0,5-4 0,3-4 57,3-2 1,5 0 0,2-2 0,1-6 21,-1-9 1,4-3-1,-4-7 1,0 0 14,1 0 0,-1-2 0,-4-4 0,3 2 40,-3 2 0,-4-1 0,-3-4 0,-2-1-28,1 0 1,-3-8 0,0-2 0,-3-1-81,-3-1 1,4 1 0,-2-9 0,0-1 28,1-2 0,-5 7 1,4 11-1,-4 5 199,-2 6 0,-2 13 4,-4 16 1,-3 16-1,-9 15 1,-1 7 10,-5 9 0,5 5 0,-6 5 1,2 3-272,-1 2 0,-1 2 0,6 6 0,-1 0 44,5 0 1,1-6 0,-3-2-1,-1 0-505,1 0 0,-1-16 0,1-3 0,-1-14 552,1-9 0,-1 1 0,1-11 0</inkml:trace>
  <inkml:trace contextRef="#ctx0" brushRef="#br0" timeOffset="2634">1438 366 7950,'-17'0'-110,"0"0"23,-1 0 0,16 0 0,8 0 1,9 2 173,9 4 0,3-5 0,8 5 0,0-4 3,0-2 0,5 0 1,1 0-1,-2 0-382,-2 0 0,-2 0 0,0 0 1,0 0 291,0 0 0,0-8 0,-1-1 0</inkml:trace>
  <inkml:trace contextRef="#ctx0" brushRef="#br0" timeOffset="2818">2050 505 8162,'-33'2'0,"2"4"321,2 6 1,15 3 0,2 3 0,8-1-873,4 1 1,0 1 0,0 3-166,0 1 0,0 0 716,0-5 0,8-1 0,2 0 0</inkml:trace>
  <inkml:trace contextRef="#ctx0" brushRef="#br1" timeOffset="3869">356 2427 9050,'0'11'-486,"0"1"1,-2-6 769,-4 5 1,2-5 0,-6 6 0,1 1 148,-1 3 1,4 3 0,-4 5 0,3 5-65,3 4 0,-4 11 0,0 7 0,0 7-210,1 4 0,-5 2 0,4 6 0,1-2-129,-1-4 1,-4-4 0,4-10 0,1-3-245,-1-6 0,0-12-15,2-6 0,4-13 0,-3-10 0,3-10 98,2-5 1,0-11-1,2-3 1,1-4 67,3-2 0,8-7 0,-4-3 1,1-1 36,1-1 0,-1 0 1,7-7-1,-1-2-56,1-2 0,-1-3 0,3 5 0,1-2-35,2 2 1,1 3-1,-7 9 1,1 11 260,-1 13 0,0 5 0,1 11 179,-1 6 0,-7 7 0,-2 15 1,-2 5 28,0 4 0,-1 8 0,-5 1 0,0 1-306,0 0 1,0 3 0,-2-5 0,-3-2-108,-7-2 0,-2-10 0,1-4 0,1-3-193,-1-3 1,-3-1 0,-1-5 0,-1-5-303,1-4 0,5-4 1,2-4-1,3-7-1171,3-9 1,2-5 1726,2-8 0,0-8 0,0-1 0</inkml:trace>
  <inkml:trace contextRef="#ctx0" brushRef="#br0" timeOffset="4133">775 1641 7944,'-6'17'0,"-2"1"377,-1-1 1,5 2 0,-2 7 0,4 7 257,2 5 1,8 13 0,1-1 0,3 11-317,0 6 1,-7-1-1,5 12 1,-2-2-317,-4-1 0,-2 1 0,-2-6 1,0-4-164,0-8 1,0-2-1,0-15 1,0-4-563,0-6 0,0 0-491,0-8 0,8-7 644,3-10 0,5-4 0,-1-4 1,-1-4 568,-3-6 0,1-3 0,6-3 0</inkml:trace>
  <inkml:trace contextRef="#ctx0" brushRef="#br1" timeOffset="4601">1142 2409 8841,'-6'-17'1241,"0"-1"-624,0 8 0,-2-3-414,-3 7 0,1 2 0,-2 8 0,1 4-61,1 1 0,-5 3 0,5 6 0,-2-1-41,1 1 0,1 5 1,-4 0-1,5 0-135,1 3 0,2-7 1,6 4-1,0-3-345,0-3 1,2 1-1,4-3 157,5-3 1,5-4 0,1-10 0,3-2 48,3-2 1,-2-10-1,7 1 1,-1-6 83,0-1 1,0-3-1,2 2 1,-6-1 100,-3-1 0,-3 6 0,1-5 0,-3 5 70,-3 2 0,2-1 113,-9 1 1,-1 9-1,-10 8-56,-5 10 0,1 7 1,-2 4-1,1 5-29,1 1 0,-4 0 0,9 2 0,1-4-173,2 1 0,2-1 0,0 4 0,0-6-275,0-3 1,2-3 0,2 0 0,3-1-168,3-4 0,-4-5 0,6-7-153,1 0 0,3 0 0,1-2 658,1-3 0,-1-5 0,1-8 0</inkml:trace>
  <inkml:trace contextRef="#ctx0" brushRef="#br0" timeOffset="5035">1578 2217 8050,'-35'17'-5,"2"1"1,4 1 3,6 5 1,5 1 0,7 6-1,5-2-89,4 2 1,2 2 0,0 2 0,0 0 134,0 0 0,-2-2 0,-2-2 0,-2-4 739,2-2 1,3-2-1,1-5-769,0-1 0,1-7-92,5-4 1,-2-4 0,8-4-65,1-4 0,-3-2 0,2-5 0,-1 1 50,-1-1 1,6-3-1,-7-1 1,3-3-48,0-3 1,-3 3 0,5-5 0,-2 2 56,1 0 1,1-6-1,-1 5 1,-1 1 130,2-2 0,-5 5 0,1-3 405,-2 4-158,5 1 1,-11 10-1,4 8 1,-4 12-129,-2 9 1,-6 1-1,-2 7 1,1 2-176,-1 2 0,2-4 1,4 0-1,-2 0-145,-2-2 0,1 4 0,5-7 0,0-3-377,0-2 0,0-1-24,0-1 0,2-7 1,3-6-41,7-8 0,-4-8 592,-2-11 0,3-4 0,1-8 0</inkml:trace>
  <inkml:trace contextRef="#ctx0" brushRef="#br0" timeOffset="5288">1962 1588 8065,'-13'20'0,"-5"3"1,-1 6 554,0 4 1,3 10 0,4 3-1,5 7-107,-1 5 1,6 6 0,-6 10 0,2 1-424,1-1 0,-1 4 0,6-3 0,-2-1-252,-4-2 0,4-10 0,-4-8 0,4-9-556,2-10 0,-6-12 43,1 0 1,-1-13 326,6-10 0,2-2 1,2-9-1,1-3 413,-1-2 0,-2-9 0,6-2 0,2-8 0</inkml:trace>
  <inkml:trace contextRef="#ctx0" brushRef="#br1" timeOffset="5602">1840 2234 12838,'0'18'1583,"0"-6"1,0-1 0,0 3-1412,0 1 0,0 3 0,0-1 0,2 1-201,4-1 0,-2 1 0,7-1 0,5 1-145,5-1 1,-1 0-1,3 1 1,-2-1-33,3 1 1,-5-1 0,4-1 0,-3-3 33,-3-1 1,-5-2-1,-1 3-10,3-1 1,-6-6-642,-2 5-295,-4-7-705,-2 4 709,-8-8 711,6 0 1,-4 0 0,10-2 2018,2-4-1017,7 4 0,-3-21 0,8 4 0</inkml:trace>
  <inkml:trace contextRef="#ctx0" brushRef="#br1" timeOffset="6001">2539 2304 12838,'-16'26'3038,"-1"1"1,-14 8 0,2 1-1536,-2 5 0,9 4 1,3 5-1,1-1-1069,5-3 0,1 3 0,0 5 0,7 1-489,3-5 0,2-9 0,0 0 1,0-7-189,0-4 1,0-5 0,0-8 9,0 1 0,2-9-1147,3-3 0,-1-4 0,8-2 790,2 0 1,-5-2-230,3-4 1,-6 4 224,5-3 0,-9 3 569,-2 2 0,-2 2 0,-7 3 1,-1 7 297,0 4 1,-1-3 0,-7 3 0,1 3 25,-1 1 0,-1 7 1,-3 0-1,-1 2-98,2 0 1,3-8 0,5 3 0,3-5 34,2-1-566,3-9 0,12-5 1,5-14-1,3-9 190,3-6 0,5-6 1,0-8-1,-1-4 385,-3-1 0,-1-5 0,-1-9 0,-1-8-51,-5-8 1,3-7-262,-8-12 1,0 41-1,1-1 1,-2-4-1,0-1 1</inkml:trace>
  <inkml:trace contextRef="#ctx0" brushRef="#br1" timeOffset="6117">2382 1955 12838,'0'-17'1886,"0"-1"0,-2 6 0,-4 1-2433,-6-3 1,-3 8 0,-3 6 1446,1 10 0,5 8 0,2 3 0,1 4-736,-1 2 0,6 2 1,-2 6-1,4 0-818,2 0 0,0 0 0,0 0 745,0 0 0,0 8 0,0 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43.956"/>
    </inkml:context>
    <inkml:brush xml:id="br0">
      <inkml:brushProperty name="width" value="0.06" units="cm"/>
      <inkml:brushProperty name="height" value="0.06" units="cm"/>
      <inkml:brushProperty name="color" value="#E71224"/>
    </inkml:brush>
  </inkml:definitions>
  <inkml:trace contextRef="#ctx0" brushRef="#br0">132 105 8079,'-23'52'33,"-1"1"0,9-7 0,9 1 1,4 0 163,2-3 0,6 7 0,2-5 0,0 3-97,-1-3 1,5 5 0,-4-5 0,-1 3-25,1-3 1,4 3-1,-6-8 1,-2-3-391,-2-1 0,3-2 0,1-2 0,-2-4-316,-2-5 0,-2-11-175,0-1 805,0-8 0,0 4 0,0-8 0</inkml:trace>
  <inkml:trace contextRef="#ctx0" brushRef="#br0" timeOffset="383">27 70 8034,'-17'0'-172,"7"0"1,10 0 0,12 0 0,3 0 245,3 0 0,1 0 0,2 0 0,3-2 1,-3-4 0,4 4 0,1-5 0,-1 1-20,0 0 0,-2-2 0,-5 4 0,-1-3 0,1-3 0,-1 6 1,1-2 94,-1 4 1,-5 4 0,-3 4 114,-1 6 1,-2 3-1,-6 5 1,0 3-104,0 6 0,0 6 0,0 4 1,2 3-84,4 3 0,-2 2 0,5 3 0,1-1-75,0-3 1,-4-5 0,5 4 0,1-1-243,-2 1 1,-1-12-1,-5 2 1,2-4-221,-2-4 0,-2 4 1,-2-8-1,0-1-114,0-3 0,0-7 1,-2-1 571,-4 3 0,-4 1 0,-7 3 0</inkml:trace>
  <inkml:trace contextRef="#ctx0" brushRef="#br0" timeOffset="565">219 1520 8078,'0'17'0,"0"1"134,0-1 1,4-1-1,8-5 1,13-5 175,12-4 0,15-12 0,14-9 0,8-12-378,8-8 1,-36 14 0,1 0 0,1 0-1,1-1 1,0-2 0,1-2 67,-1-1 0,1 0 0,3-1 0,0 0 0,5-3 0,-1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43.190"/>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217 243 9193,'-17'0'-240,"-1"0"0,1 0 798,0 0 1,1 2-246,4 4 0,3 5 0,5 12 0,-2 8-50,2 8 1,2 8-1,4 11 1,2 6-141,2 4 1,5 8 0,-3-1 0,0-1-258,0-2 1,5-4 0,-3-2 0,0-8-649,-4-9 0,1-11 0,1-22 161,2-4 1,-6-14-1,3-16 1,-1-9-588,0-6 1193,0-2 1,-6-8 0,0-1-1</inkml:trace>
  <inkml:trace contextRef="#ctx0" brushRef="#br1" timeOffset="332">8 68 8108,'-8'-6'163,"8"0"0,8-5 0,11 5 1,3 0 213,1-2 0,6 6 0,-4-3 1,0 3-254,1 2 1,3-2 0,-4-2 0,0-2 9,0 2 1,-1 4 0,-7 6 0,-1 6 56,-5 3 0,3 5 0,-8 1 1,-2 4-113,-2 2 1,3 8-1,1 6 1,-2 0-106,-2 1 1,-2 3 0,0 9 0,0 3-117,0 1 1,0 0 0,0-6 0,0 1-26,0-1 1,0-1-1,0-5 1,0-5-194,0-4 1,0-2 0,0 0 0,-2-2-713,-4-4 1,4-4-356,-3-7 1427,3-1 0,2-7 0,0-3 0</inkml:trace>
  <inkml:trace contextRef="#ctx0" brushRef="#br1" timeOffset="549">148 1133 8108,'-16'12'193,"4"0"1,-1-1 0,7 7 0,2-1 142,2 1 1,4-3 0,6-1 0,7-3-179,7 3 0,7-6 0,-4 0 0,2-3-339,4 1 0,2 0 1,2-6-1,-2 0-242,-4 0 1,-2 0 0,-5 0 0,1 0-532,-2 0 0,-7 0 954,-2 0 0,-8 8 0,3 2 0,-7 7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04:57:41.922"/>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158 206 11286,'-8'10'671,"-4"-4"0,-3-4-906,-3-2 1,7 2 0,-1 2 0,-2 5 452,-1 7 0,3 5 1,3 16-1,-1 6 80,0 9 1,6 16 0,-2 15-1,5 11-239,0-43 1,2 2 0,-1 4 0,0 1 0,0 5 0,0 0 0,0 1-1,0 0-101,0-1 1,0 0 0,-1-1-1,2-2 1,-1-1 0,1-1-1,1-3 1,0-1-106,1-3 0,0-2 1,5 37-1,-4-16 1,2-12-349,-2-10 1,-3-5 0,1-10 0,2-4-471,2-5 0,0-5 0,-6-2-1122,0 1 2062,8-1 0,1 1 1,9-1-1</inkml:trace>
  <inkml:trace contextRef="#ctx0" brushRef="#br1" timeOffset="384">140 241 8017,'0'-44'-186,"0"3"1,0 12 0,2 5 0,2 5 191,2 2 0,6 5 1,-5 2-1,1 1 470,0-1 1,5 6-1,-1-2 1,4 4-184,1 2 1,0-6 0,1 1 0,-1 3-100,1 6 1,-1 7 0,1 10 0,1 5 34,4 1 0,-3 4 0,3 10 1,-3 5-135,-3 5 0,-1 1 1,-3 0-1,-1 3-62,1 3 1,3-2-1,-1 6 1,-1 1-122,-2-1 1,-7-6-1,5 4 1,0 0 56,0 4 0,-5-9 1,5-3-1,-2-4-108,-4-3 1,4 6-1,-1-5 1,1 3-209,0-3 0,-2-1 1,-6-4-1,0 3-59,0 1 1,0 3-1,0-7 1,-2-2-73,-4-2 0,-2 0 0,-5 0 0,1-1 478,-2-3 0,-1 6 0,-3 6 0</inkml:trace>
  <inkml:trace contextRef="#ctx0" brushRef="#br0" timeOffset="567">158 2319 9007,'-18'0'-129,"10"0"358,8 0 1,8-7-1,10-5 1,1-5-401,4-7 0,-1 3 0,7-8 0,2-2-1136,2-2 1285,-6-2 0,14 0 0,-4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8:08.540"/>
    </inkml:context>
    <inkml:brush xml:id="br0">
      <inkml:brushProperty name="width" value="0.06" units="cm"/>
      <inkml:brushProperty name="height" value="0.06" units="cm"/>
      <inkml:brushProperty name="color" value="#004F8B"/>
    </inkml:brush>
  </inkml:definitions>
  <inkml:trace contextRef="#ctx0" brushRef="#br0">17 524 7281,'0'-17'-346,"0"0"153,0-1 0,0 1 0,0-1 0,0 1 305,0-1 1,0 1 0,2-3 0,2-1 255,2-2 0,0-1 1,-6 7 319,0 0 1,2 7-290,4 4 0,-2 14 0,5 11 1,1 16-97,0 16 1,-6 22-1,1 18 1,-3-40-1,-2 1-290,1 7 1,-2 1-1,-2 4 1,-1 2-1,-2 7 1,0 1-1,-2 3 1,0 1-303,0 3 1,-1-1 0,1-3-1,0-2 1,2-8 0,1-2 0,1-9-1,2-4-699,0 34 1,4-22-78,4-29 1065,-4-12 0,21-31 0,-4-1 0</inkml:trace>
  <inkml:trace contextRef="#ctx0" brushRef="#br0" timeOffset="917">70 175 7310,'-10'8'-51,"0"-6"1,7 6 1336,-3-1-997,0-5 0,10 8 1,6-6-1,9 2 48,6-2 0,14 0 1,15-1-1,14 3-172,12-2 0,-30-3 0,3-2 0,5-1 0,2-2 0,7-1 0,2-1-119,5-2 0,1 0 0,6-3 0,1-1 0,2-1 0,-1 1 1,0-1-1,-1 0-253,-3 1 0,-1-1 0,-6-1 1,-2-1-1,-6 3 0,-2 1 0,-3 1 1,-2 0-1103,-3 3 1,-3 1 1308,38-10 0,-9 20 0,-16-4 0,-8 4 0</inkml:trace>
  <inkml:trace contextRef="#ctx0" brushRef="#br0" timeOffset="1366">2183 1 7889,'-17'0'201,"1"1"0,2 5 0,3 8 5,-3 7 0,6 16 0,3 19 0,3 18 32,2 17 0,-1-33 0,0 3 0,-1 4 0,0 2 0,-2 5 0,0 1-216,-1 5 0,0-1 1,3 0-1,1 0 1,-2 4-1,0 1 0,1-4 1,2-1-85,0-3 0,0-3 1,0-5-1,0-3 0,0-11 1,2-2-1,4 40-321,5-13 0,3-15 0,-1-11 1,-3-12-155,-2-8 0,-2-10 1,-6 2-1,0-3 537,0-3 0,0-3 0,0 3 0,0 5 0</inkml:trace>
  <inkml:trace contextRef="#ctx0" brushRef="#br0" timeOffset="1700">157 2585 7783,'-17'10'-1,"-1"-4"0,-1-4 0,-2-2 0,-3 0 107,3 0 1,7-2 0,5-4 58,1-6 1,2-3 0,8-3 0,6 3 189,9 3 0,8-3 1,14 3-1,8-4 130,11-1 1,16 5-1,11 1 1,12-3-317,-42 7 1,1-1 0,3-1-1,2 0 1,3 0 0,2 1-1,3-1 1,2 2-65,3 1 1,1 1 0,3-3-1,-1 0 1,1 3 0,0 0-1,-2 0 1,-1 1-201,-2 1 0,0 0 0,-3-1 0,-1 0 0,-2 0 1,-2 0-1,-3 0 0,-2 0 95,-3 1 0,-1-1 0,-1-2 0,-1 0 0,-3 3 0,1 0 0,45-1 0,-2 2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8:13.823"/>
    </inkml:context>
    <inkml:brush xml:id="br0">
      <inkml:brushProperty name="width" value="0.06" units="cm"/>
      <inkml:brushProperty name="height" value="0.06" units="cm"/>
      <inkml:brushProperty name="color" value="#004F8B"/>
    </inkml:brush>
    <inkml:brush xml:id="br1">
      <inkml:brushProperty name="width" value="0.08" units="cm"/>
      <inkml:brushProperty name="height" value="0.08" units="cm"/>
      <inkml:brushProperty name="color" value="#004F8B"/>
    </inkml:brush>
  </inkml:definitions>
  <inkml:trace contextRef="#ctx0" brushRef="#br0">315 349 7998,'0'-11'-991,"0"-1"1,-2 8 990,-4-2 0,4 4 0,-14 10 0,7 2 0</inkml:trace>
  <inkml:trace contextRef="#ctx0" brushRef="#br0" timeOffset="300">297 384 7998,'10'0'-822,"0"0"1926,-5 0 402,-3 0-993,6 0 0,-8 8 1,0 4-226,0 3 1,-2 3 0,-2-1 0,-3 3-219,-3 3 1,0 2-1,-3 8 1,1 0-348,-2 4 0,-1 2 0,-5-4 1,-1 0-284,-2-1 0,-2 5 0,3-2 0,-1-4-573,2 0 1,1-8 1132,3-1 0,-9-5 0,-1-1 0</inkml:trace>
  <inkml:trace contextRef="#ctx0" brushRef="#br1" timeOffset="566">0 489 13801,'0'27'-323,"0"-3"1,0-5-1,2-4 1,2-1 186,2-2 0,8-7 1,-3 7-1,5 0 236,1-3 0,3 7 0,1-4 0,4 3-108,2 3 0,0 1 1,5 2-1,-5 3-491,-2-3 0,-2 4 0,-3 0 0,-1 1 448,-2-1 1,5 6-1,-12-4 1</inkml:trace>
  <inkml:trace contextRef="#ctx0" brushRef="#br0" timeOffset="867">542 0 8000,'0'18'256,"0"5"0,0 2 0,0 2-87,0 4 1,0 8-1,0 6 1,0 3-24,0 7 0,0 9 0,0 2 1,0 5-241,0 5 0,0 4 0,0-9 1,0-5-176,0-4 0,6-11 0,-1-10 0,-1-4-180,-2-3 1,0-14 448,4-8 0,-4-1 0,6-1 0</inkml:trace>
  <inkml:trace contextRef="#ctx0" brushRef="#br1" timeOffset="1350">1013 332 9402,'-11'0'-25,"-1"0"224,-2 0 0,-1 6 0,-3 0 0,1-1 79,-1 3 1,1 2 0,-2 9 0,-3 5-147,-1 5 1,0-2-1,5 2 1,1 2-130,-1 2 0,3 0 0,3-2 0,6-4-175,4-2 1,4-3 0,4-9 0,6-3-6,3-2 1,5-2-1,1-6 1,4 0 86,2 0 0,-5 0 1,1 0-1,-4 0 126,-1 0 1,-3 2 0,-1 1 87,-2 3 1,-10 8 0,0-3-104,-6 5 0,-16-1 0,3 1 0,-5 0-363,-3 3 1,4 2-1,-8-3 342,-2-1 0,-2 1 0,-2-1 0</inkml:trace>
  <inkml:trace contextRef="#ctx0" brushRef="#br1" timeOffset="1683">1380 419 10853,'0'12'-31,"0"-1"1,0-5 0,-2 4 460,-4-2 1,2 5-1,-7-1-290,-3 4 0,4 1 0,1 2 0,-1 3-164,0 1 1,-1 8 0,-7 0-1,1 6-286,-1 4 0,-1 1 0,-2-3 0,-3 2 294,3-2 1,-6 5-1,0 1 1</inkml:trace>
  <inkml:trace contextRef="#ctx0" brushRef="#br0" timeOffset="1900">1170 384 8055,'0'12'109,"0"0"0,2 1-239,4 3 1,-2 9 0,8 6-1,1 6 853,3 4 0,7 7 0,2-3 0,2 1-1167,5 1 1,1-3 0,1 3 0,-1-6 443,-3-4 0,3-2 0,-6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8:17.406"/>
    </inkml:context>
    <inkml:brush xml:id="br0">
      <inkml:brushProperty name="width" value="0.06" units="cm"/>
      <inkml:brushProperty name="height" value="0.06" units="cm"/>
      <inkml:brushProperty name="color" value="#004F8B"/>
    </inkml:brush>
  </inkml:definitions>
  <inkml:trace contextRef="#ctx0" brushRef="#br0">367 140 8062,'10'0'530,"-5"0"-152,-10 0 1,1 0 0,-8 0-71,-2 0 1,-1 6 0,-3 2-1,1 0 31,0 0 0,-3 5 0,-1-1 1,-3 1-109,3-1 1,-4 9-1,2-3 1,-1 1-99,-1 1 0,6-1 0,-3 2 0,7 3-221,3-3 1,8-2 0,0-1-125,8-1 0,6-5 1,9-2-1,3-3 76,1-3 0,8-2 1,-4 0-1,2 2 140,0 2 0,-7 0 0,1-4 0,-3 2 88,-3 1 1,-2 9-1,-3-2-56,-6 3 1,-6 3 0,-6-1 0,-6-1-379,-3-5 1,-8 5-1,-3-7 1,1 1-387,0-4 0,-6 2 0,4-2 0,-2-1-795,0 3 1523,7-6 0,-11 6 0,6-8 0</inkml:trace>
  <inkml:trace contextRef="#ctx0" brushRef="#br0" timeOffset="483">734 385 7302,'9'-18'-643,"-1"7"1,-8-1 787,0-1 1,2 3-1,2-2 64,2-1 1,0-3 0,-6-1 204,0-1 0,-2 7 0,-4 1 6,-6 2 1,2 2 0,-1 6 0,-3 0-38,-1 0 1,-1 2-1,3 2 1,1 4-174,-2 2 1,-1 3 0,-1 8 0,3 5-111,1 1 1,8-6-1,-2 4 1,4-1-131,2-1 1,0 0 0,0-5-1,2-1-72,4 1 0,6-9 0,9-3 1,2-4 140,-1-2 1,3-2 0,-2-4 0,1-5-25,1-5 0,-6-7 0,3 0 1,-7-1 71,-3-1 0,-8 4 1,1-6-1,-3 1-91,-2 5 0,0-4 1,-2 2-1,-5 1-168,-11 3 0,1 3 0,-7 5 0,5 3-581,2 0 0,-1 6 1,1-4 95,-1 4 1,8 10 0,5 4 0,3 3 656,2 3 0,0-1 0,0 1 0</inkml:trace>
  <inkml:trace contextRef="#ctx0" brushRef="#br0" timeOffset="934">1030 263 13131,'0'17'1712,"0"1"-1466,0-1 1,0 1 0,0-1 0,0 2-166,0 5 1,6-5 0,0 4 0,0-3-16,2-3 0,-4-5 0,5 0 1,1-1-122,0-1 0,-4-2 0,5-8-14,3 0 0,1-8 0,1-6 48,-5-7 1,3 2 0,-8-7 0,-2 3-44,-2 0 0,-2-2 0,0 1 1,0-5-489,0-4 1,0 4-1,0 2 1,0 0-264,0 0 1,0 5-1,0-1-1253,0 3 645,0 3 1423,7 15 0,3 12 0,8 17 0</inkml:trace>
  <inkml:trace contextRef="#ctx0" brushRef="#br0" timeOffset="1681">1485 245 6353,'-2'-11'1103,"-4"-1"0,2 8-34,-8-2-721,8 4 0,-3 4 0,7 4 1,0 6-128,0 3 1,0 3 0,0 1-1,0 2-150,0 3 1,0 7 0,0-4 0,0 2 12,0 0 1,5-6 0,1 5-157,-2-3 0,-2-2 112,-2-5 0,0-11 0,0-7 0,0-9 35,0-7 1,0-3 0,0-5 0,0-3-38,0 0 0,0-8 1,0 2-1,0-6-222,0 1 1,0 1 0,0 2 0,2 2-176,4 4 0,-2-2 0,7 7 70,3 3 1,1 4 0,3 5 0,-1 6-173,1 4 0,-1 10 1,1 5-1,-1 7 461,1 3 0,7 0 0,2-5 0</inkml:trace>
  <inkml:trace contextRef="#ctx0" brushRef="#br0" timeOffset="1948">1886 123 8285,'10'-18'1129,"-2"7"-751,-8-1 1,-2 8 0,-4-1-63,-6 3 0,3 4 0,-3 1 0,0 5 68,3 2 0,-7 1 1,4 9-1,-1 1-195,1 3 1,-3 5-1,5-4 1,-2 0-339,1 0 0,7 4 0,-2-5 0,4-3-676,2-2 0,2 5 1,4-3-152,5-5 0,7-7 1,3-9 975,3 0 0,7-15 0,-4-5 0</inkml:trace>
  <inkml:trace contextRef="#ctx0" brushRef="#br0" timeOffset="2334">2183 158 8076,'-17'17'586,"-1"-1"1,3-3-94,3-1 0,4-6 0,8 6-223,0 1 0,8-5 0,4-2 0,5-2-64,6 1 1,-1-3-1,7 4 1,2-4-243,2-2 1,-4-2-1,0-2 1,0-3-138,-2-3 0,4-2 0,-7-5 0,-3-1 18,-2 1 0,-1-1 0,-1 1 0,-1-1 11,-4 1 1,-5-1-1,-7 1 1,0 0 160,0-1 1,-2 6 0,-3 3 0,-7-1 31,-4 0 0,-9 6 1,-2-1-1,-2 3 65,0 2 1,6 7 0,-5 7 0,1 5 211,0 5 1,6 7 0,-3-2 0,5 4-115,2 2 0,7 0 0,4-2 1,4-2-417,2-2 0,10 0 0,7 4 0,10-4-191,6-6 1,4-5 0,2-5-1,4-3-1123,1-2 1,-3-2 1517,6-6 0,-9-8 0,5-2 0</inkml:trace>
  <inkml:trace contextRef="#ctx0" brushRef="#br0" timeOffset="2950">786 1171 7951,'-2'-16'-371,"-2"3"304,-2 1 0,-1 0 0,3-5 1,-2-1 119,2 1 0,2 0 1,2-1-1,0 1 160,0-1 1,0 1-1,2-1 1,2 1 556,2-1 0,1 1 15,-1-1 0,-2 11-433,8 7 0,-8 9 1,1 15-1,-3 5-40,-2 4 1,6 9 0,0 5 0,-2 3-218,-2 3 0,-2-1 1,0 3-1,0 1-461,0 2 0,0 0 0,0-7 1,0-5-15,0-5 1,0-12 0,-2-6 124,-4-3 1,2-10 0,-7-7 76,-3-6 1,-1-13 0,-5-9 0,-1 0 196,-3-1 1,-1-5 0,4 2 0,-4-4 21,-2-2 1,-1 0 0,-3 0 0,4 0 76,2 1 1,4 6 0,7 5-1,2 6 351,-1 5 1,5 8 0,2 14-70,4 7 1,2 12 0,0 0 0,2 4-208,4 2 0,-2 0 0,8 0 0,3 0-421,6 0 1,1-6 0,5-2 0,0-1-475,0-5 1,2-4-1,4-5 1,-2-6-372,-2-4 0,1-2 1,5 0 1072,-1 0 0,1-8 0,0-2 0</inkml:trace>
  <inkml:trace contextRef="#ctx0" brushRef="#br0" timeOffset="3450">1275 1363 7951,'17'0'-90,"-7"-2"1,-4-4 397,-4-5 1,-2 1 0,-2-2-46,-4-1 1,2-1-1,-7 0 1,-3 5-54,-1 1 0,-5-4 0,-1 6-80,-3 3 1,1 1 0,6 2-1,-1 2 28,1 3 0,-1 5 0,1 10 0,1 1-118,5 2 0,-3 6 0,8-3 0,2-1-159,2 0 0,2-2 0,0-5 0,2-1-30,4 1 1,4-9 0,9-3 0,3-4-1,1-2 1,2-2-1,-3-4 1,3-7 31,2-9 1,-4 3-1,4-6 1,-1 1 36,-5 1 1,-4-6 0,-3 4-1,-4 0 199,-3-1 1,5 3 0,-6 6 516,-2-1 0,-4 3-344,-6 3 1,2 6 0,-6 12 0,3 6-112,3 3 1,-4 5-1,2 3 1,2 4-166,2 0 1,2 6-1,0-6 1,0 2-398,0 1 1,0-7 0,0 6 0,2 0-184,4-2 1,-2-2-1,8-7-241,1-1 1,-3-7 0,2-4 804,1-4 0,-5-10 0,0-2 0</inkml:trace>
  <inkml:trace contextRef="#ctx0" brushRef="#br0" timeOffset="3683">1467 717 7969,'-27'17'43,"2"8"0,9 5 1,3 3 337,1 1 1,8 3 0,-2 2-1,4 6-23,2 5 0,0-7 1,2 9-1,2-3-564,2-5 0,6 7 0,-7-6 1,-1-1-68,-2-3 1,4-12-1,0-6 1,-2-3-983,-2-3-87,-2 1 1342,0-9 0,0-9 0,0-9 0</inkml:trace>
  <inkml:trace contextRef="#ctx0" brushRef="#br0" timeOffset="4200">1135 1066 7901,'-8'0'883,"8"0"1,16 0 0,13 0 0,4 0-838,2 0 1,2-6 0,4-2-1,3 1-63,1-1 1,5-6-1,-5 5 1,2-1-165,-1 4 0,-7-2 1,2 3-1,-6 1-18,-6 2 1,2-4 0,-8 0 0,-2 2 34,-1 2 0,-5 0 171,-3-4 0,-4 6 255,-8 0 0,-8 6 1,-4 8-1,-3-2-37,-3 1 0,1 3 0,-1 1 0,1 1 170,0-1 1,-1 2-1,1 5 1,-3 3-154,-3 0 0,9 0 0,-3-5 1,1 3-175,1 2 0,5-6 0,4 5 0,4-3-240,2 0 1,2-5 0,4-9-1,6-1-26,3-4 0,10-4 0,3-6 1,1-7 123,0-9 0,-2 1 0,4-8 1,-4-2 76,-2-2 0,-1 4 0,-7 1 0,-1 1 246,-5 0 1,-1 6 0,-6-3 458,2 5 1,-2 4-362,-10 3 0,2 18 0,-6 11 0,3 4-161,3 5 0,2 3 0,2 10 0,0 3-180,0 3 1,0-4 0,2 5 0,3 3-673,7 1 1,6-3-1,3-1 1,4 1-3314,2-2 3979,2-3 0,6-15 0,0-1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8:32.305"/>
    </inkml:context>
    <inkml:brush xml:id="br0">
      <inkml:brushProperty name="width" value="0.06" units="cm"/>
      <inkml:brushProperty name="height" value="0.06" units="cm"/>
      <inkml:brushProperty name="color" value="#004F8B"/>
    </inkml:brush>
  </inkml:definitions>
  <inkml:trace contextRef="#ctx0" brushRef="#br0">36 577 8059,'2'12'1042,"4"0"1,-4-7-601,3 7 0,-3 0 1,-2 5-1,0 3 92,0 3 0,0-2 0,0 8 0,0 2-138,0 2 1,0 2-1,0 0 1,0-2-105,0-4 0,0 4 1,0-6-27,0 1 0,0-3 0,-2-10 84,-3-3 1,3-6 0,-6-14-239,0-9 1,6-3-1,-6-9 1,3-2 60,-1-2 1,0-2 0,6-2 0,0-4-332,0-5 0,0 3 1,0 0-1,0 3-282,0-1 1,0 0 0,2 6-1,4 2 161,5 4 0,5-2 1,1 10-1,3 3-160,3 5 0,-2 9 0,8-2 0,3 4-480,0 2 0,-2 10 1,-1 7 918,2 10 0,2 6 0,2 2 0</inkml:trace>
  <inkml:trace contextRef="#ctx0" brushRef="#br0" timeOffset="400">507 769 7812,'-17'0'1054,"-1"0"-512,9-7 1,1 7-193,8 0 1,2 0-1,4 5-119,5-3 0,5-2 0,1 0-212,1 0 0,-1 0 1,1-2-1,-1-3-79,1-7 0,-7 2 0,-1-1 0,0-3-36,-1-2 1,-5 5 0,2-1 144,-4-1 0,-4 5 1,-4 2 69,-5 4 0,-5 2 1,-3 2-1,-3 4 189,-1 6 0,0 3 0,5 4 0,1 3-173,-1 1 0,1 8 1,1-4-1,5 2-99,5 0 0,4 1 0,2 3 0,2-2-226,4-2 1,5-10 0,13-1 0,7-11-1242,8-5 1,-1-9 0,9-5 1430,2-4 0,-7-17 0,1-3 0</inkml:trace>
  <inkml:trace contextRef="#ctx0" brushRef="#br0" timeOffset="684">1014 1 7976,'10'0'1109,"-3"2"0,-7 6-503,0 9 1,0 8 0,2 12 0,2 6-340,2 9 0,0 10 1,-6 14-1,0 6-114,0 3 0,0 0 0,0-3 0,0-7-318,0-3 0,-2-12 0,-2-9 0,-2-14-549,2-12 0,0-6-462,-1-1 379,-5-8 1,-2-10 0,3-12 796,1-4 0,-6-9 0,4-2 0</inkml:trace>
  <inkml:trace contextRef="#ctx0" brushRef="#br0" timeOffset="900">699 507 9963,'18'0'166,"-1"-2"1,1-1 0,1-3-226,5 2 1,-3-4-1,10 2 1,4 0-267,4-1 1,1 3 0,-5-6 0,0 2 44,0 4 0,0-3 0,-2 1 0,-4 0-184,-5-2 1,-5 6 0,-2-3 463,1 3 0,-1 2 0,1 0 0</inkml:trace>
  <inkml:trace contextRef="#ctx0" brushRef="#br0" timeOffset="1234">1276 577 8034,'0'18'484,"0"-1"0,0 3 0,0 1 1,0 2 114,0-1 1,2 5 0,2 0-1,3 2-375,3 0 1,-4 0-1,4 4 1,-3-2-61,-3-2 0,4-7 1,-2 1 752,-2-4-710,-2-9 1,-2-10 0,0-12-1,0-5 3,0-6 0,0-4 0,2-8 0,1 0-207,3 0 1,0-6 0,-6-2 0,0-1-341,0-5 1,6 6 0,0 3 0,0 5 146,1 6 0,-3-2 0,8 7 107,1 3 1,3 4-81,1 5 1,-1 12 0,-4 13 0,-5 7-329,1 3 1,-4 6 0,6-3 0,-3-1-487,-3 0 1,-2 6-1,0-4 1,2 2 66,2 0 0,6-13 910,-7 1 0,9-3 0,-4 3 0</inkml:trace>
  <inkml:trace contextRef="#ctx0" brushRef="#br0" timeOffset="1432">1608 647 7880,'5'-12'666,"1"1"1675,8 7-1802,-12-12 0,6 22 0,-8 2-275,0 11 1,0 1 0,0 5-1,0 0-305,0 4 0,0 4 0,0 4 0,0 2-423,0 2 1,0 0 0,0-8 0,0-4-421,0-6 1,0-4 0,2-3-1211,3-5 2094,5-3 0,7-16 0,1-1 0</inkml:trace>
  <inkml:trace contextRef="#ctx0" brushRef="#br0" timeOffset="1783">1817 577 7314,'-8'18'1653,"7"-7"-875,-5 1 0,4 0-695,2 5 1,0-5 0,2-3-67,4-1 1,3 4-1,9-6 1,-1-2-22,1-3 1,-1-1 0,1 0 0,-1 0-59,0 0 0,3-1 0,1-5-5,2-6 1,1-3-1,-9-3 1,-1 1 41,-2-1 0,-9 7 0,5-1 0,-2-2 33,0-1 1,-2 3 0,-10 2 0,-4 1 78,0-1 1,-5 6 0,3-2-1,-3 4 211,-3 2 1,-1 8 0,-2 4 0,-3 3-56,3 3 0,7 5 0,5 2 1,-1 1-285,0-1 0,6 4 1,-1-4-1,3 2-182,2 4 1,7-4 0,5 1-1,4-3-514,1-4 0,2-7 1,3-5-1,1-1-1285,-2-4 2022,7-2 0,-1-10 0,8-1 0</inkml:trace>
  <inkml:trace contextRef="#ctx0" brushRef="#br0" timeOffset="2267">2166 542 7920,'18'0'1943,"-6"0"-1323,-1 0 0,-7 8 0,2 4-247,-4 3 0,4 9 0,0-1 0,-3 0-159,-1 2 1,0 1 0,2 5 0,4-4-41,2-2 0,-5 4 0,5-6 115,-2-1 0,6-5-154,-3-5 0,-1-4 0,0-10 1,-3-4 19,-3-6 0,4-3 0,-2-5 0,-2-1-17,-2-2 0,-2-8 0,0 1 0,2-3-302,3-1 0,-3-1 1,4 0-1,-4 2-530,-2 4 0,0-2 1,0 7-1,2 5-2173,4 5 2222,-4-1 0,6 15 0,-7 0 0,3 9-12,2 7 1,2 1 656,-2 1 0,-4-1 0,5 1 0</inkml:trace>
  <inkml:trace contextRef="#ctx0" brushRef="#br0" timeOffset="2583">2533 665 7920,'-8'17'1231,"7"-7"0,-5-3 1,12-7-1070,5 0 0,5 0 1,1 0-1,1-1-85,-1-5 0,1 2 0,-1-6 0,2 0-60,5 1 0,-11 3 0,5-4 0,-3 1-196,1-1 1,-1-2-1,-1-3 320,-2 3 1,-9-4-70,3 5 0,-6 3 0,-6 2-3,-5 4 1,-5 2-1,-1 0-84,-1 0 1,7 8 0,-1 4 0,0 3-52,3 3 0,1-1 1,8 1-1,0-1-52,0 1 0,0 5 0,4 0 0,6-3-136,7-7 0,10 3 0,-2-7 0,3 1-538,3-4 0,0-4 1,0-2 791,-2 0 0,0 0 0,6 0 0</inkml:trace>
  <inkml:trace contextRef="#ctx0" brushRef="#br0" timeOffset="2750">1590 106 7918,'-8'0'-519,"6"2"45,6 3 0,10 5 474,-2 8 0,11-1 0,4 1 0</inkml:trace>
  <inkml:trace contextRef="#ctx0" brushRef="#br0" timeOffset="3533">699 1939 7893,'-1'16'-120,"-3"-2"0,-2-3 70,2 3 1,2-5-1,2 3 1918,0 2-112,0-7-1267,0 1 0,0-10 1,2-4-126,4-5 0,-4-5 0,4-1 0,-5-3-67,-1-3 0,6 2 0,0-8 0,-2 0-117,-2 1 0,-2-10 0,0 3 0,-2-2-404,-4 0 0,4-6 0,-6-3 1,3-5-391,-1-1 1,0 1-1,4 5 1,-2 7-968,-2 8 1192,1-2 0,7 23 0,1 4 0,5 14-78,2 8 0,-4 7 0,3 2 0,-1 2 467,-4 4 0,6 2 0,-1 2 0</inkml:trace>
  <inkml:trace contextRef="#ctx0" brushRef="#br0" timeOffset="3983">612 1677 7867,'10'-11'793,"-2"1"-505,-1 2 0,-3-3 0,8 3 1,2 0-83,1 0 1,2-5 0,1 3 0,-1-1-219,1-1 1,5 6-1,2-4 1,1 3 43,-1 3 1,4-4 0,-6 2 0,-1 2-188,-3 2 0,4 10 1,1 4 210,-3 3 1,-9 9 0,-7 1 0,-3 0 223,-2 0 1,0 4 0,0-3 0,0 1-110,0 4 1,0-4 0,0 0 0,0-2-80,0-3 1,0-3 0,0-1-89,0-1 205,0-7 1,0-4-1,0-12-68,0-6 0,6-9 0,0-5 0,0 1 66,2 0 1,-5-6-1,7 2 1,0-4-165,0-2 1,-5 0 0,5 2 0,0 2-151,-1 2 1,-3 2 0,6-4 0,2 5 78,1 7 1,-3 0 0,-1 13-72,3 2 1,-4 2-1,-1 4 1,1 6-379,0 9 0,-4 1 0,5 7 0,1-2-298,-2 0 0,5 7 0,-5-7 1,1-2-432,1-1 0,0-3 1206,5 0 0,1 1 0,-1-1 0</inkml:trace>
  <inkml:trace contextRef="#ctx0" brushRef="#br0" timeOffset="4266">1433 1660 7769,'-8'-17'-17,"0"5"0,-5 2 0,3 1 376,2-1 0,1 6 1,3-4-1,-4 2 403,-2 1 0,4-1-437,-5 6 1,1 7 0,-1 7-121,5 7 0,4-1 1,2 3-1,0-4-142,0-1 1,2-1 0,2 1 0,3-3-104,3-3 1,2 2 0,5-9 0,1-1-34,-1-2 1,6-2 0,1 0-1,-3-2-67,-2-3 0,-1-5 1,-1-8-1,1 1 46,-1-1 0,-7 1 0,-4-1 0,-4 1-112,-2 0 0,-2-1 0,-4 1 0,-6 1-368,-3 4 1,-10-1 0,-3 7 0,-1 2-396,0 2 1,8 2 968,-2 0 0,-5 8 0,1 2 0</inkml:trace>
  <inkml:trace contextRef="#ctx0" brushRef="#br0" timeOffset="4814">1695 1573 7840,'8'-18'2414,"-4"9"-1879,7 3 1,1 6 0,3 6-280,-3 5 1,2 5 0,-9 1-1,1 1-98,2-1 0,-6 6 0,6 1 0,-2-1-163,-1 2 0,3-5 0,-4 3-129,2-4 1,0-7 0,-6 0-388,0 1 392,0-5 0,0-8 0,0-12 0,0-3-186,0-3 1,5-1 0,1-2 0,0-3 123,2 3 0,-4-4 0,5 1 0,1 3 383,0 2 1,-4 3 0,3 3 762,-1 1-476,6 8 1,-10 6 0,5 13-1,-1 9-231,-4 3 1,-2-4-1,-2 6 1,0 2-373,0 2 0,6 0 0,0-2 0,-3-3-29,-1-3 1,-2-2 0,2-5-57,4-1 0,-2-7 1,6-6 173,-3-8 0,1-8 0,-4-9 0,2-3 34,-2 3 0,6-6 0,-1-2 0,3-2-88,0 2 1,-3-4-1,5 5 1,-3 1 28,3 4 0,-4 4 0,1 1 201,3 1 1,1 7-1,3 4-183,-1 4 0,-1 10 1,-2 4-1,-3 3-204,3 3 0,1 5 0,3 0 0,-3 0-218,-3 3 0,1-7 0,-5 4 0,0-3 464,0-3 0,5 1 0,-3-1 0</inkml:trace>
  <inkml:trace contextRef="#ctx0" brushRef="#br0" timeOffset="5550">682 1503 7154,'-10'0'2496,"3"0"-2046,-1 0 0,6-2-53,-4-4 0,4 2-16,2-7 0,0-1-45,0-6 1,0 7-196,0-1 0,0 1 1,0-7-181,0 1 1,0 5 0,0 0 0,0-1 137,0-3 0,2 5 0,4-1 4,6-2 0,1-1 0,1-1 0,-3 3-4,3 1 0,-4 8 0,1-2 1,3 4-105,1 2 1,3 0 0,-1 0 0,1 0-329,-1 0 0,1 6 1,-1 2-1,1 2-450,-1 3 0,-5-3 0,-3 2 783,-1 1 0,6 3 0,-5 1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8:54.753"/>
    </inkml:context>
    <inkml:brush xml:id="br0">
      <inkml:brushProperty name="width" value="0.06" units="cm"/>
      <inkml:brushProperty name="height" value="0.06" units="cm"/>
      <inkml:brushProperty name="color" value="#004F8B"/>
    </inkml:brush>
  </inkml:definitions>
  <inkml:trace contextRef="#ctx0" brushRef="#br0">403 560 6709,'-2'9'1615,"-4"-3"0,2-4-893,-8-2 0,6 0-309,-5 0 1,-1 0-1,-5 0-220,-1 0 1,1 0 0,-1 0 0,1 0-64,-1 0 1,-5 2 0,-2 4-1,0 4-104,-1-1 1,1 7-1,4-5 1,-2 5-100,1 1 0,5 1 1,3-1-117,2 1 1,9-1 0,-1 1 0,8-3 120,7-3 1,13 1 0,3-5 0,2 0 139,0 0 1,0 3 0,4-3-1,-4 2 21,-6 3 1,-3-3 0,-5 2 0,-1 1 13,-2 3 1,-10 1 0,-2 1-315,-10-1 1,-8 1 0,-3-1 0,-4-1-392,-2-5 1,-1 3 0,-3-8 0,4-2-767,2-2 0,-4-2 1364,6 0 0,-1 0 0,7 0 0</inkml:trace>
  <inkml:trace contextRef="#ctx0" brushRef="#br0" timeOffset="500">595 769 7958,'0'12'127,"-2"-2"1,-2-1 255,-2 1 0,0-4 0,6 5 125,0 3 0,0 2 0,0 1-182,0 0 1,0 7-1,0 1 1,0 0-149,0 0 0,0 6 0,0-1 1,2 3-118,4 1 1,-4 1 0,4 0-1,-4-2-57,-2-4 1,0 2-1,-2-7 1,-2-3-20,-2-1 1,-2-11-112,2-3 1,-1-6 108,-5-6 0,-2-9 0,9-11 1,1-1-78,2-4 1,2-8-1,0-3 1,0-3-154,0-3 0,0-9 0,0-1 0,0 0-45,0-2 0,8 5 0,3-3 0,5 6 212,1 5 0,3 7 0,1 10 1,2 9 460,-1 7 1,-1 1 0,0 7 0,3 4-192,-3 6 0,-2 12 1,-1 9-1,-3 2-104,-3 4 0,-2 4 0,-7 4 0,3 1-364,-2-1 0,-8 2 0,-3-4 1,-3-4-148,-4 0 1,-1-8-1,-3-2 1,1-3-275,-1-3 1,7-7-1,-1-4 699,-2-4 0,-1-10 0,-3-2 0</inkml:trace>
  <inkml:trace contextRef="#ctx0" brushRef="#br0" timeOffset="1100">996 734 8073,'0'18'196,"0"-1"0,2 1 0,2-1 326,2 1 0,0-1 0,-6 1 0,0-1-12,0 0 1,6-5-1,-1 0-70,-1 1 1,-2 3 371,-2 1-707,0-7 0,0-4 0,0-12 1,0-6-69,0-3 0,0-5 0,0-1 1,0-4-116,0-2 0,2 0 0,2-6 0,2 2-100,-2-1 0,4-4 0,-1 8 1,1 1 99,0 4 0,5-2 0,-3 1 0,2 5 124,-1 5 0,-5 7 1,6 7 93,1 0 1,1 13-1,-2 7 1,-5 5 84,1 6 0,0 2 0,4 0 1,-5-2-161,1-2 1,-4-2-1,8 2 1,-1-5-63,-1-5 0,6-3 0,-5-5-71,5-5 1,1-4 0,1-2-1,-1-2-119,1-4 0,-1-5 1,0-11-1,1-1-6,-1 2 1,-1-5 0,-3 1 0,-1 0-60,2 0 1,-5-4 0,1 5 0,-2 1-3,-4-2 1,-2 5-1,-4-1 358,-4 7 0,-4 7 0,-7 7 0,-1 2 154,1 3 0,-1 7 0,1 9 0,-2 5 93,-5 1 0,7 4 0,-3 8 1,7 1-361,-1-1 0,1-2 0,1-2 0,6 0-573,4 0 0,2 0 1,2 0-1,4-2-344,6-4 1,3-6-1,5-11 1,1-6 925,2-4 0,8-2 0,-4 0 0</inkml:trace>
  <inkml:trace contextRef="#ctx0" brushRef="#br0" timeOffset="1550">1887 682 7968,'-17'0'0,"-1"0"-51,1 0 1,-1 0 0,1 2 635,-1 4 1,1 1 0,-1 7-1,1-4-214,-1-3 0,1 7 1,-1-2-1,1 1-200,-1-1 1,3 9 0,1-3-1,3 1-101,-3 1 1,6-3-1,1 2 1,1 3-32,0 1 1,0 0-1,8-5-217,4-1 0,4-7 0,7-4 0,1-4-74,-1-2 0,2-2 0,3-4 0,1-6-25,-2-3 0,5-3 0,-3 1 0,-2-1 107,-1 1 1,-3-6 0,1-1 0,-3 3 163,-3 2 1,1 1 0,-5 1 0,0-1 271,0 1 0,-3-1-76,-5 1 1,-1 1 0,-5 7-22,-6 9 1,2 7 0,1 13 0,-1 1 83,0 2 0,6 6 0,-3-3 0,1-1-494,0 0 0,0 0 0,8-3-152,4 1 0,-2 0 0,7-7 0,3-5-133,2-5 1,1-4-1,0-2 1,1-2 172,-1-4 0,1-3 0,-1-11 0,1-1 353,-1-2 0,-1-8 0,-3 2 0,-1-4 0,2-2 0,1 0 0,3 0 0</inkml:trace>
  <inkml:trace contextRef="#ctx0" brushRef="#br0" timeOffset="1900">2149 193 8675,'-12'8'592,"1"3"1,7 7 0,-4 5 0,2 8-66,0 8 0,1 6 1,5 7-1,0 2-343,0 4 0,0 3 0,2 1 0,1-8-181,3-5 0,2-11 0,-4 1 0,2-8 23,-2-7 1,3-11-119,-1-1 0,2-8 0,-4 0-31,2-8 0,-1 0 0,-5-8 0,0-1-12,0-3 1,0-1 0,0-3 0,0-1-50,0-3 0,-5-1 1,-3 4-1,-2-2-111,-3 1 0,-3-3 1,-1 2-1,-1 1 233,1 3 0,-1 2 0,1 1 281,-1 4 0,1 7 0,-1 10 0,3 7 91,3 4 1,-1 9 0,5 4 0,0 4-98,0 2 1,2 0 0,6 0-1,0 0-96,0 0 0,6-1 1,2-1-1,4-3-689,7-7 0,-1-4 0,7-1 0,-2-3-774,0-3 0,6-4 0,-3-10 1346,1-4 0,2-12 0,6-9 0</inkml:trace>
  <inkml:trace contextRef="#ctx0" brushRef="#br0" timeOffset="2233">2673 542 7968,'-27'0'328,"3"0"0,5 2 0,0 2 0,-3 4 253,-1 1 0,-2 3 1,3 6-1,-3-1-160,-2 0 1,0 9-1,-2 1 1,4 2-300,-1 0 1,7-8-1,-4 5 1,5-3-18,7 0 1,3 1-308,8-7 0,2-7 1,4-4-1,5-5-116,5-1 1,3 0-1,2 0 1,3 0 115,-3 0 0,-2-5 1,-1-1-1,-1 2 110,1 2 1,-7 2 193,1 0 0,-8 8 0,0 3-46,-8 5 0,-6-1 1,-7-1-1,-1-4-494,1-3 1,-6 5 0,-1-6 0,1 0-956,-2 2 1393,-2-7 0,-8 7 0,0-8 0</inkml:trace>
  <inkml:trace contextRef="#ctx0" brushRef="#br0" timeOffset="2833">2778 71 8958,'-6'11'0,"0"1"584,2 2 0,-4 7 0,3 6 0,-1 4 106,-2 6 1,6 15-1,-6 3 1,2 5-532,1 6 1,-7 8 0,4 1-1,0-3-327,1-6 1,1-6-1,4-7 1,-2-5 146,-2-7 0,0-2 0,6-16 11,0-2 0,2-11-40,4-10 0,-4-8 1,6-9-1,0-3-76,3-3 1,3-2 0,-1-8 0,-1 0-107,2-4 0,-1-2 0,1 2 0,-4-2-55,-3-1 1,7 1 0,-4 8-1,1 2 454,1-2 0,-2 5 0,3 5 344,-1 8 1,-6 5 0,3 10 0,-1 4-4,-4 5 1,-2 12 0,-2 7 0,0 3-188,0 1 1,6 1-1,0 0 1,-1 0-228,3 0 1,-6-2 0,6-4 0,-2-3-105,-1-1 1,9-12 0,-4 5 0,1-5-270,1-3 1,0-2-1,5-8 1,1-2-146,-1-4 0,2-4 0,1-9 1,-1-2 123,-3-3 1,-3-1 0,3 4 0,-2-4 32,-3-3 1,-7 1 0,2-2-1,-4 4 168,-2 0 0,0 5 1,-2-1-1,-4 7 215,-6 9 1,-3 3-1,-3 2 1,1 2 125,-1 3 0,1 5 0,0 7 0,1 3 148,4 3 1,-3 2 0,5 6 0,0-1-361,5 1 1,3-4-1,2 2 1,0 2-598,0 2 0,7-6 0,7-2 1,5-1-309,5-1 0,7-6 0,-2-7 1,4-2 874,2-4 0,7-10 0,3-4 0</inkml:trace>
  <inkml:trace contextRef="#ctx0" brushRef="#br0" timeOffset="3249">3389 717 7946,'-25'10'217,"5"-3"0,-3-5 0,4 2 333,1 2 0,1 6 1,1-5-1,3 1-57,1 0 0,8 0 1,-2-3-78,4 7 1,4-4-326,4-2 1,-2-4 0,8-2-1,1 0-64,3 0 0,1-2 0,3-2 0,1-4-83,2-2 1,0-1 0,-5-7 0,-1 1-179,1-1 1,-1 7 0,1-1-1,-3-2 118,-3-1 1,2-3-1,-7 3 1,1 1 167,0 3 1,-2-1 0,-8-3-9,-4 3 0,-4 4 0,-9 8 0,-3 0 94,-1 0 0,-6 2 0,4 4 1,0 7 153,-1 9 0,-3-3 1,6 6-1,2 1-93,1 3 1,10-2-1,5 2 1,3 0-240,2-2 0,0 4 0,2-7 0,5-3-220,11-2 1,1-3-1,10-4 1,2-7-324,2-3 1,2-2 0,0-2-1,-2-3-151,-4-7 0,4-9 1,-5-5-1,-1 1 267,-4 0 0,-6-4 0,-5 4 0,-4-3 467,0-3 0,-6-2 0,5-2 0</inkml:trace>
  <inkml:trace contextRef="#ctx0" brushRef="#br0" timeOffset="3466">3581 1 8116,'-6'11'471,"0"1"0,-5-6 1,3 6-1,0 3 207,0 6 0,3 1 0,5 9 0,0 4-171,0 4 1,0 11 0,2 0 0,1 9-296,3 3 0,6 0 1,-4 4-1,1-4-269,5-2 0,1-9 0,3-11 1,-1-5-194,1-6 0,-1-3 0,-1-9 0,-3-1-345,-1-5 1,-6-3-1,4-10 1,-1-4-118,1-5 1,-4-5 0,4-1-1,-3-1-918,-3 1 1630,6-9 0,-8-1 0,6-8 0</inkml:trace>
  <inkml:trace contextRef="#ctx0" brushRef="#br0" timeOffset="3649">3284 402 9229,'14'0'1548,"1"0"0,7 0-1110,3 0 1,12 0-1,11 0 1,7 0-263,3 0 1,8 0 0,-2 0 0,2-1-747,-2-5 0,-10 2 0,-11-6 1,-4 0 569,-6 1 0,-18-3 0,1-5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9:10.037"/>
    </inkml:context>
    <inkml:brush xml:id="br0">
      <inkml:brushProperty name="width" value="0.06" units="cm"/>
      <inkml:brushProperty name="height" value="0.06" units="cm"/>
      <inkml:brushProperty name="color" value="#004F8B"/>
    </inkml:brush>
  </inkml:definitions>
  <inkml:trace contextRef="#ctx0" brushRef="#br0">452 119 7807,'-11'-12'522,"1"0"0,0 1 0,1-1 278,-5 0 1,4 9-459,-1-3 0,5 4 1,-6 4-100,-1 4 0,-3-3 1,0 9-1,1 2 10,-2 1 0,3 5 0,-9 1 0,1 6 3,-1 6 1,2 0-1,-7 14 1,1 1-21,0 3 0,6 9 1,-2 2-1,3 4-100,3 4 0,7-14 0,4 4 0,6-11-16,6-7 0,11-7 0,13-9 1,4-7-186,7-9 1,6-8-1,11-8 1,6-8-21,4-7 0,-4-6 0,0-10 1,0-4 54,-2-6 0,-2-3 0,-9-2 0,-7 1 57,-9 5 0,-9-3 1,-15 8-1,-5 4 49,-4 6 0,-10 0 0,-5 8 1,-9 2-93,-7 1 0,-6 3 0,-6-1 0,-3 3-510,-1 3 1,-3 4 0,5 8 0,-2 0-429,-3 0 0,5 4 0,4 6 0,6 9-228,4 7 1182,8 3 0,-12 14 0,6 1 0</inkml:trace>
  <inkml:trace contextRef="#ctx0" brushRef="#br0" timeOffset="365">435 643 7798,'-18'5'583,"1"1"0,1 8 1,7-2-42,9 3 0,15 8 0,16 1 0,6-1-137,4 2 0,7-5 0,1 3 1,5-4-375,4-1 0,6-3 1,-5-1-1,-3-3-568,-2 3 1,-3-6 0,-5-2 0,-7-4-589,-8-2 1125,-6 0 0,-7 0 0,-1 0 0</inkml:trace>
  <inkml:trace contextRef="#ctx0" brushRef="#br0" timeOffset="1081">1325 206 7898,'-17'0'0,"0"2"596,-1 4 1,6 3-1,1 9 1,-3 1-9,-1 5 0,-3 5 0,1 12 0,-1 5 34,1 5 0,5 3 0,1 4 0,-3 4-295,-2 0 0,1 4 0,1-9 0,5-7-379,1-7 0,2-3-31,6-5 1,2-11-108,4-19 1,-2-10-1,7-9 1,1-5-118,-2-5 0,5-7 1,-3 0-1,3-6 218,3-3 0,-1-9 1,1 1-1,-1-7 9,1-3 1,-3-8-1,1 2 1,-1-6-311,5-5 0,1 3-1,-4 0 1,1 12 577,-1 13 0,1 12 1,-1 12 591,1 11 1,-7 20 0,-1 15-1,0 16-126,0 10 0,-1 5 0,5 2 0,-3 4-472,3 3 0,-4 1 0,1 5 0,3 1-718,2 0 0,-5-8 0,1-4 1,1-5-337,3-7 1,-4 3 0,-3-10 0,1-8-1352,0-12 1804,-6-9 1,1-18 0,-10-3 0,-7-5 419,-4-1 0,-17-1 0,-3 1 0</inkml:trace>
  <inkml:trace contextRef="#ctx0" brushRef="#br0" timeOffset="1248">1116 678 7788,'-16'2'1380,"5"3"0,5 3 1,14 4-1,9-6-985,10-5 1,16-1 0,7 0 0,9-1-323,3-5 1,-4-2-1,4-6 1,-2 3-892,-4-3 0,-3-1 818,-7-3 0,5-7 0,-6-2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9:25.134"/>
    </inkml:context>
    <inkml:brush xml:id="br0">
      <inkml:brushProperty name="width" value="0.06" units="cm"/>
      <inkml:brushProperty name="height" value="0.06" units="cm"/>
      <inkml:brushProperty name="color" value="#004F8B"/>
    </inkml:brush>
  </inkml:definitions>
  <inkml:trace contextRef="#ctx0" brushRef="#br0">420 245 7962,'-18'0'430,"7"0"1,-1 0 317,-1 0 1,-3 0-1,-1 2-191,-1 4 1,1-2 0,-1 5 0,1 1-76,-1 0 0,-1 0 0,-3 5 0,-3 1-122,-2 3 0,6 8 0,-4-2 0,1 3-115,1 3 1,0 2-1,7 2 1,4-1-359,7 1 0,3 0 0,4-2 0,5-6-337,11-9 0,9-3 1,12-9-1,6-2-631,5-2 1,-2-12-1,11-5 1,-5-8-1742,-2-5 2822,-7-1 0,13-13 0,-3-3 0</inkml:trace>
  <inkml:trace contextRef="#ctx0" brushRef="#br0" timeOffset="216">647 1 7827,'-16'17'519,"3"1"0,3 1 258,2 4 0,-3-1 1,5 7-1,2 4-216,2 5 1,2 1 0,0 6 0,0 0-395,0-1 0,6-3 0,0 4 1,-2-1-387,-2 1 0,3-8 0,1 0 1,-2-8-1057,-2-4 1,0-8 0,4-7 1274,5-2 0,5-2 0,1-6 0</inkml:trace>
  <inkml:trace contextRef="#ctx0" brushRef="#br0" timeOffset="550">804 315 7975,'10'27'588,"-4"-4"0,-4-3 1,-1-3-254,5 1 0,-2-7 1,8-1-1,1-2-255,3-4 0,1-2 0,1-2 0,1-2 10,5-4 1,1-4 0,6-7 0,-2-3-13,2-3 0,-4 2 1,0-6-1,-1-1-198,-5 1 0,-2 6 1,-3-2-1,-3 1 169,-1-1 1,-8 4-1,0-3 148,-8 9 0,-8-1 0,-11 8 0,-6 4 149,-4 6 1,-2 6-1,0 9 1,0 5 115,0 5 0,0 4 0,2 2 0,4-1-301,6 1 0,3 6 0,5 2 0,3 0-554,6-1 1,5-1-1,2-8 1,7-2-283,10-2 0,7-9 0,10-3 0,2-9-1137,3-6 1,-1-4 1811,8-4 0,-1-4 0,7-7 0</inkml:trace>
  <inkml:trace contextRef="#ctx0" brushRef="#br0" timeOffset="970">1538 123 7915,'-16'10'89,"10"-1"1,-13-5 0,1 4 461,3 2 0,-12-5 1,9 7-1,-1 2 9,-1 1 0,3 3 0,-1-1 0,1 1-156,0-1 0,1 0 0,2 1 0,5-1-225,1 1 0,-4-1 0,7 1 0,1-1-157,2 1 1,4-7 0,3-1-144,7-2 1,0-2-1,3-6 1,5-2-302,-1-4 0,2-4 0,1-7 0,1-1 126,-2 1 1,-1-6-1,-1-1 1,3 1 185,1-2 1,0 5 0,-5-3 0,-3 4 337,-3 1 0,3-5 1,-5 0 929,0 1 1,1 11-712,-11 5 1,2 6 0,-13 8 0,-5 9-171,-5 10 1,1 6 0,-1 2-1,5 0-426,5 0 0,5 0 1,-4 0-1,3 0-457,3 0 1,2-8 0,2-4 0,0-3-597,0-3 1,7-7 0,5-4 246,4-5 0,1-8 0,1-5 955,-1-3 0,1-11 0,-1-1 0</inkml:trace>
  <inkml:trace contextRef="#ctx0" brushRef="#br0" timeOffset="1300">1869 53 7836,'-23'8'0,"0"5"811,1 9 1,9-3 0,3 6 0,2 1 116,5 3 1,1-2 0,2 2 0,0 2-585,0 2 0,0-6 0,0-2 0,0-1-143,0-1 1,0 0-242,0-5 1,2-9 0,3-5-221,7-8 1,-2-5-1,1-9 1,3-1-65,1-4 1,5-3 0,1-5-1,3 2 8,-3-2 1,0-2 0,1-2 0,3 2 394,2 4 0,-6-2 0,3 8 0,-5 3 338,-2 7 1,1-1 0,-1 8 0,1 2 4,-1 3 1,1 2 0,-1 5 0,-1 6-95,-5 3 1,3 11-1,-8 3 1,0 2-455,1-2 1,-5 4 0,6-6-1,-2 0-984,0-3 1,0 1 0,-6-2 1109,0-2 0,0-1 0,0-3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9:23.900"/>
    </inkml:context>
    <inkml:brush xml:id="br0">
      <inkml:brushProperty name="width" value="0.06" units="cm"/>
      <inkml:brushProperty name="height" value="0.06" units="cm"/>
      <inkml:brushProperty name="color" value="#004F8B"/>
    </inkml:brush>
  </inkml:definitions>
  <inkml:trace contextRef="#ctx0" brushRef="#br0">243 0 10665,'2'18'1359,"2"1"1,2 2-902,-2 3 1,3 7 0,1-2-1,0 4-474,0 2 1,3 2 0,-3 1-1,0 1-275,0-6 0,-3 2 0,-5-8 0,2 1-2516,4-5 2807,-4-12 0,6 5 0,-8-6 0</inkml:trace>
  <inkml:trace contextRef="#ctx0" brushRef="#br0" timeOffset="703">330 210 9573,'10'-12'1852,"-4"1"0,-6 7-1364,-6-2 1,2 4-1,-7 2 1,-3 0-90,-2 0 0,-9 0 0,-2 0 1,-2 2-217,0 4 1,0-2-1,-4 5 1,2 1-140,2 0 0,7-5 0,1 7-165,7 2 1,8-7 0,12-1-331,6-4 0,11-2 0,8 0 0,8-2 37,8-4 0,-3-1 1,3-7-1,-1 4 94,-1 3 1,-2-5-1,-10 4 1,-2 0 107,-2 1 666,-16 1 0,-7 14 0,-23 3 0,-12 5 127,-10 1 1,2 7 0,-4 1 0,4 0-217,2 0 1,2-1 0,4-7-1,6 0-224,4 1 1,9-1-278,4 1 0,14-8 0,7-5 0,9-3-161,3-2 0,4 0 0,8 0 0,2-2-128,-3-3 1,5-3 0,-2-6 0,-2 1 121,-3-7 1,5 3 0,0-7 302,-2 5 0,-2-6 0,-2-2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9:33.933"/>
    </inkml:context>
    <inkml:brush xml:id="br0">
      <inkml:brushProperty name="width" value="0.06" units="cm"/>
      <inkml:brushProperty name="height" value="0.06" units="cm"/>
      <inkml:brushProperty name="color" value="#004F8B"/>
    </inkml:brush>
  </inkml:definitions>
  <inkml:trace contextRef="#ctx0" brushRef="#br0">348 926 6700,'10'0'1221,"-1"0"292,-3 0 788,-4 0 302,6 0-1508,-8 0 0,-2 0-640,-4 0 1,-4 6 0,-7 2 0,-3-1-197,-3 1 1,2 6-1,-8-1 1,-2 7-198,-2 3 1,-2 8 0,0-2 0,2 2-506,4-2 0,4 4 0,9-6 1,4 2-120,7 1 0,5-15 0,5 3 0,9-5-824,7-3 0,8-2 1,10-8 1385,2 0 0,7 0 0,-3 0 0</inkml:trace>
  <inkml:trace contextRef="#ctx0" brushRef="#br0" timeOffset="465">680 1083 8066,'9'0'712,"-1"-8"1,-8 4 0,-2-5-397,-4 1 0,3 2 0,-9 6 0,-2 2 77,-1 4 1,-3-2-1,1 7 1,-1 3-138,1 2 0,5 1 1,1 0-1,-1 1-126,2-1 1,3 1-1,7-1 1,0 1-47,0-1 0,9 1 0,9-3 0,9-3-156,6-6 1,2-4 0,0-4 0,0-2-75,0-2 0,-8-8 1,-2 1-1,-2-7 91,1-3 1,-9 0 0,-9 5 0,-4-1-63,-2-4 1,-2 7-1,-4-3 1,-8 1-351,-7 5 0,0 1 0,-6-1 0,-1 1-618,1-2 1,4 5-1,-4-1-958,2 2 2043,1-5 0,7 11 0,-1-6 0</inkml:trace>
  <inkml:trace contextRef="#ctx0" brushRef="#br0" timeOffset="848">1012 1013 7997,'0'18'846,"-6"-1"0,0 1-91,2-1 1,2-5-1,2-1-474,0 3 0,0 1 0,0 3 0,0-1-157,0 1 0,2-6 0,2-1-9,2 3 1,0-5-516,-6 3 214,7-8 0,-5 2 0,6-12 0,-2-6-52,0-3 0,5-3 1,-5-1-1,0-2-40,2-3 1,-1-5 0,7 6-1,-4 0 357,-3-3 0,5 7 0,-4-4 290,2 3 0,-5 9 0,7 1 166,2 2 0,-7 10 1,1 12-1,-2 5-333,0 4 0,0 8 0,-6-1 1,2 3-577,3 1 1,-3 1 0,4-2 0,-4-2-462,-2-1 0,0-9 0,0 2 835,0-3 0,8-11 0,2-1 0</inkml:trace>
  <inkml:trace contextRef="#ctx0" brushRef="#br0" timeOffset="1183">1658 891 7712,'-10'-2'1651,"2"-2"-1352,0-2 1,-1 1-24,-9 5 1,7 7-1,-1 3 1,-2 2-69,-1-1 0,-1 1 1,3 5-1,1 1-156,-1-1 0,-1 1 0,0-1 0,5 1-97,1-1 0,-4 1 0,6-1-288,3 1 0,3-7 0,5-1 192,7-2 1,4-3-1,1-5 1,1 2 153,-1 4 0,0-4 0,1 6 0,-1-2 120,1 0 0,-7-1 0,-1-3 197,-2 4 0,-4 4-497,-10 7 0,-4-5 0,-9 0 1,-2-1-622,-3-1 0,-7 0 1,2-6 787,-4 1 0,-10 1 0,-1-6 0</inkml:trace>
  <inkml:trace contextRef="#ctx0" brushRef="#br0" timeOffset="1483">1937 350 13349,'-10'19'0,"5"4"399,3 6 0,2 4 0,0 4 0,0 4-190,0 6 1,0 11-1,0 4 1,0 2-225,0 0 1,0 0-1,0 6 1,0-4-471,0-8 1,0-8 0,-2-15 0,-2-2-1087,-2-3 1,0-5 452,6-8 1,-6-9 0,-1-8-159,-3-10 1276,-2-5 0,-5-10 0,-1-3 0</inkml:trace>
  <inkml:trace contextRef="#ctx0" brushRef="#br0" timeOffset="1966">1588 821 7741,'-18'0'2310,"11"0"-1785,7 0 1,7 0 0,13 0 0,3 0-192,6 0 0,4 0 1,2 0-1,0 0-241,0 0 1,0 0-1,0 0 1,0 0-86,0 0 1,0 0 0,-2 0-1,-2 0-26,-2 0 0,-8 0 1,2 0 103,-3 0 0,-9 2 0,-1 4 117,-2 6 0,-2 3 0,-6 3 1,0-1 181,0 0 0,0 1 0,0-1 0,0 3-55,0 3 0,0-4 1,0 7-1,0-3-166,0 0 1,0 1 0,0-7-175,0 0 1,0-5-1,2-2-12,3-2 1,-1-3 0,8-7 79,2-3 1,-5-5 0,1-8-1,0 1 46,-1 0 0,-3-3 0,4-3 0,0-6-2,-1-4 1,-3 4-1,4 0 1,0-2-93,-1-2 0,-3-2 1,4 2-1,-1 4 17,1 5 1,-4 7-1,4 3 1,-1 4 97,1 3 0,-4 1 1,4 8-544,-3 4 1,5 3 0,-4 11-1,0 1-436,-1 2 1,5 3-1,-4-5 1,-1 2-536,1-1 0,6 3 0,-3-2-873,5-2 2262,1-9 0,1 4 0,-1-7 0</inkml:trace>
  <inkml:trace contextRef="#ctx0" brushRef="#br0" timeOffset="2265">2723 821 7741,'-8'-10'996,"-1"3"1,-9 5-139,1-4 1,5 4 0,0-4-171,-1 4 0,5 10 0,2 4-285,4 3 1,2 3-1,0-1 1,0 1-132,0-1 1,0 6-1,2 1 1,2-3-223,2-2 0,7 3 1,-1-3-1,6-3-96,5-1 1,-2-7 0,6-2 0,-1-4-114,-5-2 0,4 0 1,0-2-1,1-4-89,-1-6 0,4-9 1,-6-2-1,-1 1-101,-3 3 1,-7-6-1,-1-3 1,1-1-460,-2 0 0,-3 6 0,-5-4 0,2 0 171,2-1 0,0 13 0,-6-3 637,0 3 0,0 7 0,0 0 0</inkml:trace>
  <inkml:trace contextRef="#ctx0" brushRef="#br0" timeOffset="2550">3247 856 9357,'-18'0'1499,"1"0"0,5 0 0,3 2-806,1 4 1,0-4-34,2 4 1,-3 3-518,-9 3 1,7 3 0,1 3-232,2-1 0,2 1 1,6-1-1,2 1-154,4-1 0,4 1 0,7-3 0,3-1-286,3-3 0,-2-7 1,8 2-1,2-4-177,2-2 1,-4 0 0,-1-2 0,-1-2-6,0-2 0,-4-13 0,4 0 0,-1-5 410,-5-1 1,-4-6 0,-3 2 0,-4-6-80,-3-6 1,-1 2 378,-6-7 0,8-8 0,2-9 0</inkml:trace>
  <inkml:trace contextRef="#ctx0" brushRef="#br0" timeOffset="2750">3526 0 8739,'0'14'1352,"0"1"1,0 9-826,0 7 1,2 4-1,4 15 1,6 6-400,3 5 1,9 12 0,1 13 0,0 5-225,0 0 0,4-4 0,-5-5 1,-3-8-266,-2-8 1,-3-14 0,-4-13 0,-7-8-327,-3-8 1,-4-3-149,-3-3 1,-5-9 143,-8-8 0,1-8 1,-1-11 690,1-5 0,-8-3 0,-2-8 0</inkml:trace>
  <inkml:trace contextRef="#ctx0" brushRef="#br0" timeOffset="2916">3264 472 7741,'0'17'0,"-5"-5"728,-1 0 0,2-3 0,10 3-232,5-6 0,13 2 0,5-3 0,6-1-315,5-2 0,7 4 0,11 0 0,6-2-281,4-2 0,2 3 0,-2 3 0,-6 0 100,-10 0 0,-7 13 0,-10-2 0</inkml:trace>
  <inkml:trace contextRef="#ctx0" brushRef="#br0" timeOffset="3583">488 2131 8054,'0'-18'321,"-8"3"0,-2 1 0,-1 3-188,-1-3 0,2 4 0,-3 1 0,1 1 163,-2 4 1,-1-4 0,-3 3-53,1 1 0,-1 2 0,-1 4 0,-2 3 192,-3 7 0,1 9 0,8 5 0,1 1-206,2 4 0,3 2 0,-3 2 0,6-2-259,4-4 1,2 2 0,2-8-1,4-1-160,6-3 1,9-9 0,4-4 0,0-5 54,1-1 1,3-7 0,-4-5 0,0-3 53,0-3 0,-1 1 1,-7-3-1,1 1 186,-1 1 1,-5-3-1,-3 9 1,1-1 260,0 1 0,-6 0-101,2 12 0,-4 4 1,-4 16-1,-4 3-113,-6 6 0,-3 6 0,-5 4 0,-3 4-319,-6 1 1,-2 1 0,0 1 0,4-5-1287,1-4 0,-3-4 0,6-4 1452,2-6 0,9-11 0,4-4 0</inkml:trace>
  <inkml:trace contextRef="#ctx0" brushRef="#br0" timeOffset="3899">680 2183 7838,'9'2'437,"-1"2"1,-2 4 58,0 2 1,7-5 0,-1 5 0,4-2-258,1-4 0,6-2 0,3-2 0,-1 0-219,0 0 1,4-2-1,-4-2 1,1-4-134,-1-2 1,-2-1-1,-5-9 50,-1-3 0,-1 4 0,-5-5 1,-5 5 58,-4 2 1,-10 1-1,-5 4 1,-7 7 3,-3 3 1,-8 2 0,2 0 0,-2 0 125,2 0 0,-2 7 0,7 5 0,3 4 13,1 1 0,3 2 1,0 3-1,1 1-354,4-2 1,5 7 0,7 1-1,0 4-473,0 2 1,2-6 0,5-2 0,9-2 687,5-4 0,18 7 0,-2-1 0</inkml:trace>
  <inkml:trace contextRef="#ctx0" brushRef="#br0" timeOffset="4216">1151 2183 7802,'-17'-9'115,"5"-1"1,0 6 0,-1-2 449,-3 2 1,5 2-1,-1 2-49,-1 0 1,3 0 0,0 2-65,2 4 1,-3 4-1,5 7-309,2 1 1,2-1 0,2 1 0,0-1-118,0 1 0,2-1 1,4-1-1,5-3 59,5-1 1,3-8 0,5 2-1,3-4-263,0-2 1,4-6 0,-8-2 0,1-2-102,1-3 1,-6-3 0,3-1 0,-7-1 189,-3 1 1,-8-1 0,1 1 0,-3-1-33,-2 1 0,-7-1 0,-7 3 0,-5 1-482,-5 3 1,-7 5-1,2-4 1,-4 2-1733,-2 5 2335,8 1 0,-6 2 0,6 0 0</inkml:trace>
  <inkml:trace contextRef="#ctx0" brushRef="#br0" timeOffset="4966">1378 2166 7796,'12'0'0,"0"0"249,1 0 0,3 0 1462,1 0 0,-1 2-1280,-5 4 1,-1 3-1,-6 9-200,2-1 0,0-5 0,-6 0 2,0 1 1,-2-5-1070,-4-2 477,4-4 1,-6-10-1,8-6 105,0-7 1,0 2-1,2-7 1,2 3 127,2 0 1,5-1 0,-3 7 0,0 0 533,0-1 1,5 1-1,-1 1 81,3 4 1,-3 7 0,0 10 0,-1 7-115,-1 4 1,6 9 0,-7 4 0,3 4-250,0 2 0,-9 0 0,5 0 0,-2-2-326,0-4 1,0 2 0,-6-8 0,2-1-1045,3-3 1012,-3-2 1,6-9 0,-8-10-1,2-11 13,4-9 1,-4-7 0,4 4 0,-4-2-32,-2-4 1,5-8 0,1-2-1,-2 4 40,-2 6 1,-2 0 0,0 6 453,0-2 1,2 5-74,4-1 0,-4 13 0,4 10 0,-5 10 165,-1 6 1,0 1 0,0 1-1,0 1-191,0 4 0,2-3 1,2 3-1,2-4-134,-2-1 0,6-1 0,-1 1 0,3-3-21,0-3 1,-1 2 0,5-7 0,-3 1-125,-1 0 0,0-2 0,7-6 0,2-2-64,3-4 1,-1-4 0,-5-7-1,-1-1 33,0 1 0,7-3 1,-1-1-1,-2-2 66,-1 1 0,-9 1 1,1 0-1,2-3 51,1 3 1,-5-4 0,-4 2 46,-4 1 0,-4 5 0,-4 3 0,-6 5 149,-3 1 1,-9 4 0,1 10-1,2 5 106,1 5 1,-3 7 0,0 2-1,1 3-38,3 3 1,7 2 0,3 1 0,1 1-156,4 0 1,2-2 0,2-2-1,4-2-446,8 3 1,-1-7 0,15-2-1,-1-5-369,4-7 0,4-3 0,2-8 0,2-2 754,3-4 0,-3-11 0,6-10 0</inkml:trace>
  <inkml:trace contextRef="#ctx0" brushRef="#br0" timeOffset="5531">2321 1485 10749,'8'19'550,"4"4"1,-1 12-1,5 12 1,3 5-306,1 7 0,-1 8 0,-3 9 0,-5 0-467,-5 1 0,-4-5 0,-2 2 0,0-8-730,0-8 0,0-9-620,0-3 1,0-26 1571,0-14 0,0-20 0,0-21 0</inkml:trace>
  <inkml:trace contextRef="#ctx0" brushRef="#br0" timeOffset="5933">2129 1834 7723,'-15'12'359,"3"-1"0,4-5 0,10 4 0,4 0-29,6-1 1,11-5 0,6 2 0,6-4-240,6-2 1,3 0 0,9 0-1,-1 0 175,1 0 0,1 0 0,0 0 0,-1 0-142,-9 0 0,-7 2 0,-6 4 0,-4 3 43,-1 1 0,-5 6 0,-9-5 0,-7 5 25,-3 1 1,-4 7 0,-1 1 0,-5 0-66,-2 0 0,-2 4 0,-3-5 0,1-3-113,3-2 1,7-1 0,-4-3-531,0-3 354,6-4 1,-5-16 0,7-6 0,2-5-75,3-4 1,-3-8 0,4 2 0,-2-4 137,2-2 0,-4 6 1,4-1-1,-5 1 51,-1 2 0,6 0 0,2 8 0,0-1 147,0 5 1,-1 3-1,-1 0-151,6 7 0,-2 10 0,1 7 1,3 4-439,1 1 0,3 0 0,-1 3 0,1 1-757,-1 2 1,-5 1 1245,-1-7 0,9 8 0,7 3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6:59:52.265"/>
    </inkml:context>
    <inkml:brush xml:id="br0">
      <inkml:brushProperty name="width" value="0.06" units="cm"/>
      <inkml:brushProperty name="height" value="0.06" units="cm"/>
      <inkml:brushProperty name="color" value="#004F8B"/>
    </inkml:brush>
  </inkml:definitions>
  <inkml:trace contextRef="#ctx0" brushRef="#br0">2620 35 7933,'-17'0'991,"7"0"0,0 0 783,4 0-559,4 0 1,-5 2-749,7 4 0,6-2 1,1 8-1,3 1-183,4 3 1,-5 3 0,3 3 0,2 1-392,1-2 0,-3 4 1,-1-1-1,1-3-607,-2-2 1,5-1 0,-3-1-1,1 1-663,-1-1 1,4-7-1,-5-4 1377,5-4 0,1-2 0,1 0 0</inkml:trace>
  <inkml:trace contextRef="#ctx0" brushRef="#br0" timeOffset="217">2865 0 8385,'-16'2'1335,"2"2"0,5 4-955,1 2 0,-4 7 0,5 8 0,-1 5 126,0 6 0,-5 5 0,1 8 0,-4-3-493,-1 3 0,-3 1 1,-1 5-1,-4-1-426,-2-2 1,5-3-1,-1-16 1,4-4-2318,1-6 2730,1-3 0,-1-3 0,1 0 0</inkml:trace>
  <inkml:trace contextRef="#ctx0" brushRef="#br0" timeOffset="833">455 874 7824,'-18'0'818,"6"0"1,3 4 0,1 5 119,4 9 1,-4 11 0,2 0 0,3 4-450,1 2 1,-4 8-1,0 3 1,2 5-364,2 1 0,2-2 0,0-1 0,-2-3-260,-4 3 0,5-8 0,-7-4 0,2-8-2734,0-4 1370,-7-2 0,9-13 1498,-8-4 0,0-4 0,-5-2 0</inkml:trace>
  <inkml:trace contextRef="#ctx0" brushRef="#br0" timeOffset="1033">0 1223 11393,'10'-10'-180,"8"4"1,9 3-1,12-1 1,3-2-131,3 2 0,0 2 0,3 2 0,-1-2-194,1-4 1,3 4 0,-1-3 0,-1 3-751,-3 2 1254,-7 0 0,4-8 0,-8-2 0</inkml:trace>
  <inkml:trace contextRef="#ctx0" brushRef="#br0" timeOffset="1400">891 1153 7822,'-10'8'89,"-5"-4"0,3 5 0,-3 1 238,-3 0 1,-1 1-1,-2 7 1,-5-1 200,-1 1 1,4-1 0,-4 1-1,0 1-138,-1 5 0,7-3 0,-2 6 0,5-2-294,7-3 0,3-3 0,8-2 0,0 1-134,0-1 1,8-7-1,5-4 1,9-4-58,7-2 1,2-2 0,2-4 0,0-6-175,4-3 1,1-8-1,-3-3 1,0 1 152,0 0 1,0-4 0,-2 4-1,-4-3 209,-6-3 0,1 4 0,-5 0 0,-5 2 215,-5 4 0,-5 3 4,-10 6 1,-9 5-1,-8 9 1,-1 5-119,-1 11 1,6 1-1,-5 8 1,5 1-342,2-1 0,-1-4 0,3 6 1,1 0-323,2-2 0,9-1 0,-3-9 0,4 1-19,2-1 0,2-5 1,4-3-1,5-1-178,5-4 1,7-8 0,2-4 0,0-3 183,1-9 0,3 1 1,-4-8 481,2 1 0,2-12 0,6 1 0</inkml:trace>
  <inkml:trace contextRef="#ctx0" brushRef="#br0" timeOffset="1752">1293 751 7822,'0'12'382,"-2"0"333,-4 1 0,-2 5 0,-5 5 0,3 6-121,2 4 1,-3 10 0,3 3 0,-2 7-333,-3 5 1,-1-2-1,0 6 1,3-1-248,-3-5 1,4-10-1,1-5 1,1-6 404,4-6-536,2-4 0,2-17 0,2-8-176,4-10 1,4-7 0,7-4 0,1-5 46,-1-1 1,0-2-1,1-6 1,-1 0-9,1 0 1,-1 2 0,1 2 0,-1 4 165,1 2 1,-1 2 0,-1 5 0,-3 3 641,-1 3 0,-2 6 0,1 14-86,-5 9 0,-4 11 0,-2 10 0,-2 5-109,-4 2 1,-3-1-1,-9 5 1,1-5-389,-1-1 1,-5 2 0,0-8 0,1-6-609,3-4 1,1-6 0,3-7 46,3-3 1,4-9 0,8-4 588,0-13 0,16-10 0,3-10 0</inkml:trace>
  <inkml:trace contextRef="#ctx0" brushRef="#br0" timeOffset="1967">1887 647 7700,'-18'17'1165,"-5"-5"0,0 1 0,1 7-292,3 7 0,3 2 1,3 4-1,3 6-701,2 3 0,-3 5 0,3 7 0,0 3-161,0 1 1,-3 4 0,3-8 0,0-5-427,0-5 1,3-5 0,5-10 0,0-5-539,0-5 1,2-9-1,3-6-117,7-8 0,3 0 0,3-10 1070,-1-5 0,1-6 0,-1-10 0</inkml:trace>
  <inkml:trace contextRef="#ctx0" brushRef="#br0" timeOffset="2305">1974 1066 7788,'-12'6'0,"3"1"674,1 3 0,2 2 1,6 5-1,0 1-98,0-1 1,2 1 0,4-3 0,5-1-410,5-3 1,7-7 0,0 2-1,1-4-76,1-2 0,-6 0 1,7 0-1,-3-2-74,0-4 1,0-4 0,-5-7-1,-1 0-164,1-1 0,-3-5 1,-3 0-1,-4 1 205,0 3 1,-6 1 0,1 1 186,-6-1 0,-7 9 1,-8 3-1,1 6 283,-1 6 1,-5 3 0,-2 11-1,0 3-61,-1 6 1,-3 2 0,6 2 0,2 0-477,1 4 0,5-4 0,1-4 0,5 2-628,1 2 1,2 2-1,8-2 1,4-4-166,5-5 0,7-13 0,3-5 0,4-4-648,3-2 0,6-2 1450,7-4 0,8-11 0,-5-10 0</inkml:trace>
  <inkml:trace contextRef="#ctx0" brushRef="#br0" timeOffset="2583">2777 1013 8250,'-17'0'0,"-1"0"1170,1 0 0,-1 0 0,-1 0-563,-4 0 0,3 6 0,-3 2 0,4 2-153,1 3 0,3 3 0,1 3 0,2 3-308,-1 1 1,3 0 0,0-5 0,3-1-204,3 0 0,2 1 0,4-3 0,4-3-84,5-6 0,7-4 0,3-2 1,4 0 93,2 0 0,-3 0 1,3 0-1,0 0 380,0 0 1,-3 0-1,3 0 1,-2 0 196,-4 0 0,-1 2 0,-5 4 0,-1 3-176,-3 1 0,-7 6 1,2-5-1,-8 7-169,-9 5 0,-9-4 0,-15 7 0,-2-3-921,-3 0 1,-5 0 0,-5-5 735,3-1 0,-11 1 0,3-1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1:20.177"/>
    </inkml:context>
    <inkml:brush xml:id="br0">
      <inkml:brushProperty name="width" value="0.06" units="cm"/>
      <inkml:brushProperty name="height" value="0.06" units="cm"/>
      <inkml:brushProperty name="color" value="#004F8B"/>
    </inkml:brush>
  </inkml:definitions>
  <inkml:trace contextRef="#ctx0" brushRef="#br0">873 45 7817,'-7'-10'903,"5"-6"0,-8 13 1333,4-9-1649,4 8 0,-11 4 0,5 12-189,-2 3 0,6 10 1,-2 5-1,2 3-25,-1 1 1,3 3-1,-6 6 1,2 9-14,0 11 0,0 12 0,6 9 0,0 5-259,0 4 0,0-43 0,0 1 0,0 44 0,0-4 38,0-9 0,0-16 1,0-10-1,0-8 174,0-7 0,2-14-225,4-9 88,-4-8 1,6-18-1,-8-4 1,-2-5 115,-4-7 0,2 3 1,-5-8-1,-1-4-335,0-6 0,-1 0 1,-9-5-1,-1-1-352,-2 0 1,-3 5 0,5-5 0,-4 2-97,-2 5 1,-1 3 0,-3 7 0,2 11 149,-2 9 1,4 6 0,-2 4-1,-2 6 165,-2 9 1,4 11 0,2 10-1,-1 5 761,1 2 1,8-1 0,-1 5-1,9-4-169,3-3 1,2 5-1,8-6 1,6-3-337,9-1 0,3-10 1,9-3-1,4-5-550,6-1 1,-2-9-1,3-3 1,-1-4-576,2-2 1,-2 0 0,5-2 0,1-2-1385,0-2 2429,1-7 0,7-5 0,-1-9 0</inkml:trace>
  <inkml:trace contextRef="#ctx0" brushRef="#br0" timeOffset="647">1223 918 7831,'5'-18'0,"1"1"220,-2-1 0,-2 7 1,-2-1-1,0-1 84,0-3 0,0 4 0,0 1 0,-2-1 191,-4 2 0,2 1 0,-7 5-134,-3-2 1,-1 0 0,-3 8-170,1 4 1,-1 4-1,1 7 1,1 3-9,5 3 1,-5-2-1,6 8 1,-1 0-79,-1-1 0,8 5 1,-2-6-1,4 0-210,2-4 0,0-3 0,2-5 0,4-1-87,6-3 0,3-7 1,3 2-1,-1-4 6,1-2 0,1-8 0,3-3 1,1-7 35,-2-5 0,-1-4 0,-3-6 0,-1 2 145,-5 2 0,3-1 1,-8-5-1,-1 1 96,3-1 0,-6 2 0,4 4 0,-4 5 659,-2 5 0,-2 9-536,-4 4 0,2 14 1,-5 8-1,1 7-143,4 4 0,0 2 1,0 6-1,-2 0-328,2 0 1,2 2 0,2 0 0,0 0-635,0-4 0,0-10 0,0 0-144,0-3 1,8-5 509,4-3 1,1-12 0,1-14 0,-4-7 523,-2-8 0,5-4 0,-3-2 0</inkml:trace>
  <inkml:trace contextRef="#ctx0" brushRef="#br0" timeOffset="880">1572 27 7919,'-27'0'0,"1"2"0,9 6 0,1 9 931,5 11 1,-3 8 0,8 9-1,3 11-534,1 10 1,4 10 0,1 19 0,0-44 0,0 1-442,-1 2 1,0 1 0,-1-1 0,0 0 0,-1 45 0,0-10-97,0-11 0,6-6 0,0-22 1,-2-11-154,-2-12 1,3-7-177,1-3 0,6-9 335,-6-8 1,5-8 0,-5-9-1,-2-3 110,-2-3 24,-2 4 0,0-22 0,0 4 0</inkml:trace>
  <inkml:trace contextRef="#ctx0" brushRef="#br0" timeOffset="1348">1275 673 8139,'-10'2'696,"4"4"0,6 6-608,6 3 1,12 3-1,11-1 1,4 3-54,2 3 1,7-2 0,3 6 0,2-1-143,-1-5 0,-5-4 1,6-3-1,-1-4 46,-1-2 0,-3-3 0,-7-5 0,-2 0 27,-4 0 1,2-5 0,-7-3-1,-3-2 95,-1-4 0,-9-1 0,-1-3 152,-2 1 1,-4 7-1,-10 3 1,-6 1-27,-3 0 0,-9 0 0,-1 6 0,-2 0 102,-4 0 1,-2 0-1,-2 0 1,0 2 58,0 4 1,0 4 0,2 7-1,2 0-88,2 1 0,2-1 0,0 3 0,7 1-41,7 2 1,9 7 0,-2-7-1,6-2-188,6-1 0,5-5 0,13-3 0,5-6-337,4-4 0,2-2 0,2-2 0,1-4-35,3-6 0,0-3 0,-6-5 0,0-3 208,0-6 1,-2 2-1,-4-1 1,-6 1 207,-4 0 1,-3 6 0,-2-2 539,-3 3 0,-9 10-483,-2 5 0,0 10 1,-8 7-1,3 6-94,-1 5 1,0 2 0,6 6 0,0 0-475,0 6 1,-2 0 0,-2 9 0,-2 3-920,2 1 1,2 3 1354,2-1 0,-7 1 0,-3-1 0</inkml:trace>
  <inkml:trace contextRef="#ctx0" brushRef="#br0" timeOffset="1930">489 1896 8243,'-8'-16'2551,"-3"3"-1925,-5 1 1,-1 8 0,-1-2-379,1 4 0,-1 2 1,1 2-202,-1 4 0,3-2 0,1 6 0,5 0-14,1-1 0,0 3 0,4 5-91,-2 1 1,2-1 0,10 1 90,6-1 1,3 1-1,3-3 1,-1-1 127,1-3 1,-1 1 0,1 6-1,-1-1-116,1 0 1,-1 1 0,-1-1-18,-5 1 0,-3 1 0,-10 1 0,-4-1-82,-5-3 1,-11-3-1,-5 5 1,-4-1-98,-6 1 0,-9-7 0,1-1 1,-2-2 104,1-4 0,7-3 1,0-2-1,8-5-140,8-6 186,11-3 0,-3-11 0,5-1 0</inkml:trace>
  <inkml:trace contextRef="#ctx0" brushRef="#br0" timeOffset="2248">734 2158 7759,'-18'6'0,"1"1"0,1 3 407,4 4 1,5 1 0,7 3 270,0-1 0,2-1 0,3-3 1,7-3-199,4-2 0,1 3 1,1-5-1,1-2-113,4-2 1,-3-4 0,5-2-1,-2-4-110,0-1 1,7-3 0,-7-7 0,-2-3-255,-1-1 0,-3-6 0,1 4 0,-3-2-218,-3-4 0,-5-1 0,-7 1 0,0 2-388,0-2 0,-1-2 1,-5 0-1,-6 2-266,-3 2 0,-9 8 0,1-2 0,2 3 165,1 3 0,3 7 1,-1 4 703,1 4 0,-1 2 0,1 0 0</inkml:trace>
  <inkml:trace contextRef="#ctx0" brushRef="#br0" timeOffset="2964">1188 1948 7860,'0'18'1456,"0"-1"-758,0 1 1,-6-1 0,-2 3-451,-2 3 1,6-4-1,-1 6 1,3-1-146,2-1 0,-2 6 0,-2-4 0,-2 1-79,2-1 0,2-2 0,2-5 152,0-1-470,0-7 0,0-6 0,2-14 0,2-8 181,2-1 0,6-8 0,-5-2 0,1-4-29,0-2 1,5 0 0,-3-2 0,2 0 1,-1 2 1,-1-4 0,4 12-1,-5 0 273,-1 4 0,0 5 0,-4 5 0,4 3 395,1 2 0,-5 6 0,4 12-86,0 8 1,-6 11 0,5 2 0,-1 6-205,0 3 1,0 9 0,-6-5-1,0 1-271,0-4 1,0-4 0,2-4 0,2-2-61,1-2 0,1-14 1,-6 3-1,2-5-59,4-3 1,-2-4 0,6-12-60,-3-6 1,5-9 0,-4-4-1,1 0-52,5-1 1,2-7 0,1 0 0,1-7-103,-1-5 0,0 6 1,1-3-1,-1 1 32,1 0 1,-1 2 0,1 10 0,-3 6 666,-3 3 1,3 11 124,-3 3 0,-4 20 0,-2 9 0,-4 8-220,-2 4 0,0 0 0,0 0 1,0 2-323,0 3 0,0-3 0,0 4 0,0-6 200,0-6 0,0 2 0,0-8-2098,0-1 1981,0-3 0,0-9 0,0-3 0</inkml:trace>
  <inkml:trace contextRef="#ctx0" brushRef="#br0" timeOffset="3529">1886 1861 8863,'-15'12'0,"1"1"398,2 7 0,9 5 0,-3 10 0,4 0-796,2 0 1,2 1-1,4 3 1,3 2 474,1-2 1,5-4-1,-5-4 1,2-4 296,-1-2 1,-5-3-343,6-11 0,-8-5 30,2-12 0,-4-9 0,0-9 0,1 1-264,3-2 0,0-2 1,-4-8-1,2 0-189,2 0 1,5 0 0,-3 0 0,2 0 230,3 0 0,-3 6 0,2 2 0,-1 0-22,-1 0 1,6 7 658,-5 3 0,3 9 0,-1 14 344,-1 5 0,-8 13 1,2 5-1,-4 4-466,-2 2 1,0 0-1,0 0 1,0 0-315,0-1 0,0-1 1,0-3-1,0-7-77,0-4 0,0-1-737,0-1 655,0-7 1,0-10 0,0-12 0,0-3-93,0-3 0,6 1 0,1-3 1,3-3-145,4-6 1,1 2-1,3-2 1,-1-2 201,0-2 0,7 4 0,1 1 0,0 3 262,0 4 0,-1 3 1,-7 7-1,3 5 141,3 4 1,-10 2 0,5 4 0,-4 7 214,-5 13 0,5 3 0,-6 6 1,-1 4-347,1 0 0,0 0 0,-4-3 0,3 1-241,3 0 0,-6-6 1,4-1-1,-2-3-661,-1-4 1,9-3 0,-2-7-1509,3-5 2290,3-4 0,-1-2 0,1 0 0</inkml:trace>
  <inkml:trace contextRef="#ctx0" brushRef="#br0" timeOffset="3932">2847 1913 8003,'-25'0'84,"3"0"0,-5 0 0,2 0 628,3 0 0,9 8 0,1 4-510,-1 3 1,3 3 0,0 1 0,2 2-235,5 3 0,-5 1 1,2-4-1,2 3 5,2-3 1,2-2 0,0-1-116,0-1 0,8-1 0,4-5 0,3-5 50,3-4 1,1-2-1,2 0 1,5-2-139,1-4 0,2-3 0,4-7 0,-2 3-85,-2 1 1,-2 0 0,2-5 0,-4-2 255,1-5 0,-9 5 1,3-4-1,-9 3 516,-3 3 1,4-1-1,-7 1 192,-1-1 1,-4 9 0,-6 3-358,-5 4 0,-3 4 1,1 4-1,1 7-164,-2 9 0,5-1 0,-1 6 0,0 0-357,1 0 0,5-3 1,-2 3-1,4-2-246,2-4 1,0 5 0,0-3 0,2-4-215,4-5 0,3 1 0,9-5 689,-1 0 0,1-2 0,-1-8 0</inkml:trace>
  <inkml:trace contextRef="#ctx0" brushRef="#br0" timeOffset="4597">3318 1983 7849,'-11'18'0,"-3"1"0,0 2 594,-1 3 1,7 7 0,2-4 0,4 2-95,2 0 0,0 0 1,0 4-1,0-2-354,0-2 1,2-5 0,2 3 262,2-2-221,0-9 0,-6-11 1,-2-12-55,-4-11 0,4-7 0,-6-10 0,3 0 72,-1 0 0,0-2 0,6-2 0,0-3-375,0-3 0,0 4 0,0-3 0,0 1-187,0 4 0,0 2 0,0 4 0,0 4 68,0 6 1,0 4 0,2 3-14,4 4 1,3 7 0,7 10 0,-2 9-230,-3 7 1,1 1-1,5 7 1,1 2-314,-1 2 1,3 0 842,3-4 0,-4 4 0,7-6 0</inkml:trace>
  <inkml:trace contextRef="#ctx0" brushRef="#br0" timeOffset="5030">3615 2018 8026,'-17'6'356,"-1"0"445,1-2 0,7 5 1,4 3-654,4 4 1,2-5 0,0 1 0,0 1-97,0 3 0,8 1 56,4 1 1,3-8 0,3-5-223,-1-3 1,1-2 0,-1-2 0,1-2 115,-1-1 1,2-15-1,3 3 1,1-3 19,-2 1 0,5 2 0,-3-1 0,0-1 76,2-5 0,-5 7 0,3-2 1,-3 7 328,-3 4 0,-5-4 146,-1 7 0,-7 9 1,2 13-1,-6 10-23,-6 6 0,-4 10 0,-5 3 0,-1 7-222,-1 5 0,3 6 1,-11 10-1,2 1-348,0-1 1,-8-10-1,3-6 1,-1-3 3,0-3 0,8-15 0,-3-8 177,5-8 1,7-11-1,3-6 1,1-8-84,4-7 1,4-7 0,6-5 0,6-6-428,3-4 0,3-10 1,1-4-1,4-3-500,6-2 1,6-9 0,4-3 0,4-5 848,1-7 0,11-4 0,-24 37 0,0-1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1:33.823"/>
    </inkml:context>
    <inkml:brush xml:id="br0">
      <inkml:brushProperty name="width" value="0.08" units="cm"/>
      <inkml:brushProperty name="height" value="0.08" units="cm"/>
      <inkml:brushProperty name="color" value="#004F8B"/>
    </inkml:brush>
    <inkml:brush xml:id="br1">
      <inkml:brushProperty name="width" value="0.06" units="cm"/>
      <inkml:brushProperty name="height" value="0.06" units="cm"/>
      <inkml:brushProperty name="color" value="#004F8B"/>
    </inkml:brush>
  </inkml:definitions>
  <inkml:trace contextRef="#ctx0" brushRef="#br0">585 279 10441,'-16'-1'-160,"5"-5"1,-5 4 481,5-4 1,1 2 1043,-2-2-849,8 4 1,-9-7-155,7 3 1,-6 2 0,5-6-102,-3 2 0,4 3 0,-4 3-166,3-4 0,-1 4 1,2-4-62,-6 4 1,3 10 0,-1 4-1,0 3 147,1 3 0,5 1 0,-2 2 0,4 5-27,2 1 0,0 0 1,0 4-1,2-2 137,4 2 1,11-6 0,12-1-1,6-7-129,6-5 0,0-5 0,9-7 1,4-2-120,1-3 0,1-7 0,0-11 0,3-8-156,-3-8 1,-10 2 0,-7-6 0,-8 3 77,-7-1 0,-13-2 0,-7 4 0,-10-1-23,-11 1 1,-10 4 0,-14 6 0,-6 7-162,-3 9 1,-8 5 0,-2 8 0,-1 0-222,1 0 0,2 14 1,8 5-1,3 6 38,6 6 0,6 8 1,6 4-1,6-1-169,3 1 0,11 0 1,3-4-1,6 1-116,6-1 1,11 4 0,14-2 0,8-4 645,8-6 0,3-6 1,3-8-1</inkml:trace>
  <inkml:trace contextRef="#ctx0" brushRef="#br1" timeOffset="533">620 716 7966,'-18'0'-586,"7"-6"1,1-2 511,2-1 1,1 5-1,3-4 331,-2 0 1,0-1-1,8-9 94,4 1 0,-4 5 0,6 0 1160,-1-1-953,-5 5 1,12 2-1,-8 14-41,-2 10 0,-3 9 0,-2 13 0,-3 7-244,-2 3 1,-2 13 0,4 6-1,-4 13-182,-1 9 1,3 0 0,-4 8 0,0 0-321,1-2 0,5-9 1,-4-17-1,2-10-308,0-15 1,3-17-1,8-11-384,7-11 0,4-8 1,3-9-1,2-10 921,3-5 0,7-12 0,-4-7 0</inkml:trace>
  <inkml:trace contextRef="#ctx0" brushRef="#br1" timeOffset="1133">410 1799 7678,'0'-10'1685,"0"-5"0,0 11 226,0-8-1633,0 8 0,-2-4 0,-3 10 1,-5 4-130,0 6 1,-11 0 0,3 3 0,-3 4-67,-4 1 1,3 5 0,-5 0 0,2 1-316,4-1 0,1 0 0,3-4-540,-1 3 0,11-3 1,7-9 384,9-7 1,9-5-1,5-5 1,6-9 180,4-7 0,8-1 0,2-7 1,-1 0 155,1 2 0,4 2 1,-5 7-1,3 1 447,3-1 1,-3 9 0,0 3-1,-1 8-82,1 9 0,-6 3 0,0 13 0,-8 0-227,-8 0 0,-4 3 1,-3 3-1,-3-2-210,-1-2 1,-8-8-761,2 2 0,-6-11 882,-6-6 0,-4-20 0,-7-5 0</inkml:trace>
  <inkml:trace contextRef="#ctx0" brushRef="#br0" timeOffset="1883">498 1083 7732,'-12'0'331,"0"0"591,8 0-369,-3 0 99,7 0 1386,0 0-1564,-8-8 0,-2 6-114,-7-4 1,-1 4 0,1 0 0,-1-1-127,1-3 0,-8-2 0,-4 4 1,-4-2-270,-2 2 0,0-3 0,0-1 0,0 0-571,0 0 1,8 3-1,4 3 1,3-2-377,3-2 0,9 0 0,8 6 0,13 0 976,15 0 1,9 0-1,15 0 1</inkml:trace>
  <inkml:trace contextRef="#ctx0" brushRef="#br1" timeOffset="2167">777 996 6922,'-10'0'2665,"1"0"-1146,3 0-768,4 0 0,-6 1-567,8 5 0,8-4 0,4 4 1,3-4-189,3-2 0,5 0 0,2-2 1,4-2-273,8-2 0,0-7 1,8 1 275,-3-3 0,7-3 0,-5 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03.249"/>
    </inkml:context>
    <inkml:brush xml:id="br0">
      <inkml:brushProperty name="width" value="0.06" units="cm"/>
      <inkml:brushProperty name="height" value="0.06" units="cm"/>
      <inkml:brushProperty name="color" value="#004F8B"/>
    </inkml:brush>
  </inkml:definitions>
  <inkml:trace contextRef="#ctx0" brushRef="#br0">315 752 7729,'-8'-10'903,"4"0"-95,-8 5 1,6 3 0,-5-6-161,-3 0 1,4 6 0,-1-4-193,-3 4 0,-1 4 1,-3 2-1,1 4-81,-1 2 1,1 1-1,-1 9 1,1 1-81,-1 2 0,1 7 0,0-5 1,-1 2-383,1 4 0,7 2 0,4 0 0,4-2-470,2-2 1,2-6-1,6 5 1,7-5-271,7-8 1,9 1-1,-2-10 1,4-2-1956,2-2 2782,0-2 0,7-16 0,3-3 0</inkml:trace>
  <inkml:trace contextRef="#ctx0" brushRef="#br0" timeOffset="467">559 769 7704,'-8'18'152,"-3"-1"0,1 1 0,0 1 0,2 2 348,5 3 1,1 7 0,2-4 0,0 2-157,0 0 0,0-6 0,0 5 0,0-3-156,0-4 1,0-1-1,0-3 282,0 1-347,0-9 0,0-3 1,0-12-1,0-5 39,0-5 1,0-3-1,0-3 1,0-3-28,0-2 1,0-2 0,2-6 0,1 0-421,3 0 1,6-6 0,-4 1 0,-1 1 69,1 2 1,6 8 0,-5 2-1,3 1-38,0 5 0,-1 2 0,7 3 0,-1 4-203,1 7 1,-1 5 0,1 5 0,-1 9-233,1 7 1,-1 7-1,1 6 1,-1 1 687,1 0 0,-9 0 0,7 8 0,-7 2 0</inkml:trace>
  <inkml:trace contextRef="#ctx0" brushRef="#br0" timeOffset="783">856 996 7704,'-10'-7'-292,"2"3"522,8-8 0,2 6 0,4-3-163,6 1 0,-2-4 0,1 4 0,3 1-39,1-1 0,3-6 0,-1 3 0,1-3-134,-1 2 1,1-3 0,-3 3 0,-1-1 227,-3 1 1,-7-4 0,4 7-1,-2-3 241,0 0 0,-1 7 0,-6-5-84,-5 2 0,-4 4 1,-9 10-19,-5 6 0,5-1 0,-4 5 0,3 3-199,3 1 0,-1 1 0,3 0 0,1 3-193,3-3 0,1 4 0,-2-1 0,6-1-208,4 2 0,2-5 1,0 3-1,2-4-335,4-1 0,10-7 1,9-1-1,2-2 674,4-4 0,10-10 0,4-4 0</inkml:trace>
  <inkml:trace contextRef="#ctx0" brushRef="#br0" timeOffset="1200">1293 804 7701,'-12'2'-615,"0"2"371,-1 2 1,-3 2 0,-1-3 594,-1 7 1,7-2 0,1 1-1,2 3-201,4 2 0,-4 1 0,3 0 0,1 1 26,2-1 1,2 1 0,0-1-227,0 1 1,2-7 0,4-1-1,5-2-204,5-4 1,-5-2-1,1-2 1,4-2-121,5-4 0,-2-4 0,5-7 0,-5-1 374,-2 1 0,1-1 0,-3-1 0,-1-2-48,-2-3 0,-3-1 1,5 4-1,-4-2 108,-3 1 0,-1 1 0,-4 1 0,2 1 669,2 3 0,-2 5-375,-10-1 1,-2 6 0,-3 12 0,3 8-127,0 7 0,6 0 1,-4 9-1,4 1-224,2 2 0,0 2 0,0-1 1,0 1-399,0 0 0,2 0 1,4 0-1,6 0-296,3 0 1,3-8 0,-1-3 689,1-5 0,-1-9 0,1-5 0,-1-5 0,0-5 0,1-7 0,-1-11 0,1-4 0,-1-8 0</inkml:trace>
  <inkml:trace contextRef="#ctx0" brushRef="#br0" timeOffset="1450">1851 1 7697,'-17'8'102,"5"-4"0,3 7 1,1 5 473,4 5 1,2 8 0,2 10-1,2 6-268,4 5 1,-4 8 0,4 18 0,-5 5-470,-1 5 0,0 1 0,-1-1 0,-3-7-53,-2-9 0,-2-8 0,4-12 0,-4-3-159,-1-6 1,3-18-233,-6-5 1,6-13 0,-3-1 274,1-8 0,2-7 0,6-13 0,0-5 330,0-4 0,0-9 0,0-3 0</inkml:trace>
  <inkml:trace contextRef="#ctx0" brushRef="#br0" timeOffset="1617">1589 333 7689,'-15'11'-122,"3"1"1,6 2 544,4 1 1,4 3 0,4-1 0,8 0-67,7 1 1,6-1 0,8 1 0,2-1-596,4 1 1,-4-1 0,4 1-1,-5-3 101,-1-3 1,-6 3 0,-1-3-1,-3 2-2307,-4-3 2444,-1 5 0,5-6 0,2 7 0</inkml:trace>
  <inkml:trace contextRef="#ctx0" brushRef="#br0" timeOffset="1950">1956 874 7414,'12'0'-1286,"-1"0"1410,3 0 0,2-2 1,1-2-1,2-3-185,5-3 0,-3-8 1,8-5-1,0 0 23,-2-2 0,4-1 0,-7-5 0,-5 4 136,-5 2 0,-6 2 1,-8 5-40,0 1 1,-8 7-1,-4 6 1,-5 6 427,-7 4 1,5 13 0,-6-1 0,1 3 291,1 4 1,0-3 0,5 7-1,1 2-373,-1 2 0,7 8 0,1 1 0,2 1-442,5 0 0,3-3 0,7-5 0,11-2-379,9-4 0,12-3 0,5-11 0,5-3-1072,5-6 1487,10-4 0,-9-18 0,5-3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06.716"/>
    </inkml:context>
    <inkml:brush xml:id="br0">
      <inkml:brushProperty name="width" value="0.06" units="cm"/>
      <inkml:brushProperty name="height" value="0.06" units="cm"/>
      <inkml:brushProperty name="color" value="#004F8B"/>
    </inkml:brush>
  </inkml:definitions>
  <inkml:trace contextRef="#ctx0" brushRef="#br0">364 243 7650,'-12'0'-263,"2"2"298,2 4 0,1-4 541,1 4-477,4-4 332,-6-2 1136,8 0 1872,0 0-2859,0-8 1,0 21-182,0 5 1,-6 5-1,-1 8 1,-3 6-162,-4 8 1,-1 13 0,-3 6 0,1 4-281,-1 2 0,1-6 1,-1-2-1,3-4-491,3-7 0,-1-9 1,5-15-315,-2-9 0,8-12 497,2-18 0,2-7 0,10-18 0,1-4 302,3-6 0,0-3 0,-3-4 0,-1-3 128,1-1 0,3-12 1,1 4-1,1 0-53,-1-2 0,-5 1 0,0-1 1,-1 6 173,-1 9 1,3 10 0,-5 16-1,2 8 112,4 5 0,-5 10 0,3 1 0,-1 8 117,-1 13 0,6 7 0,-3 12 1,7 4-130,3 5 1,0 7 0,-5 5 0,-1 6-620,1 4 0,-1 2 0,-1-2 0,-5-4-204,-5-6 1,2-6-1,-2-5 1,-2-8 163,-2-8 1,-4-8 0,-4-11-171,-6-7 1,-3-3 0,-3-2-136,1 0 0,-7-5 663,1-1 0,-8-16 0,4 3 0</inkml:trace>
  <inkml:trace contextRef="#ctx0" brushRef="#br0" timeOffset="200">14 558 7958,'-7'9'707,"5"1"0,-2-6 0,10 2-140,11-2 0,4-3 0,12-1 0,6 0-452,4 0 1,1 0 0,7 0 0,-3-1-466,1-5 1,3 2 0,-11-6-1,-2 0-132,-2 1 1,-4-1-1,-2-4 1,-4 5-1913,-2 1 2394,-9-6 0,7 5 0,-4-9 0</inkml:trace>
  <inkml:trace contextRef="#ctx0" brushRef="#br0" timeOffset="633">783 627 7748,'-18'18'477,"3"-1"0,3 1-117,6-1 0,4 1 0,2-1 0,0 1-152,0-1 0,0 1 1,0-1 74,0 0 1,0 1-169,0-1 1,2-7-8,4-4 1,-4-6 23,4-6 1,-2-4 0,0-9 0,1-2 4,-1-3 0,0-1 0,0 2 0,2-4-119,-2 0 1,0-5 0,1 9 0,5 0 111,0-2 1,0 5 0,-5-3-119,7 4 1,4 3-236,1 4 1,0 5 0,-1 9 0,-2 3-307,-3 7 0,-5 4 1,4 1-1,-1 1-473,1-1 0,-4 0 0,4 1 1002,-3-1 0,7 1 0,-4-1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11.682"/>
    </inkml:context>
    <inkml:brush xml:id="br0">
      <inkml:brushProperty name="width" value="0.06" units="cm"/>
      <inkml:brushProperty name="height" value="0.06" units="cm"/>
      <inkml:brushProperty name="color" value="#004F8B"/>
    </inkml:brush>
  </inkml:definitions>
  <inkml:trace contextRef="#ctx0" brushRef="#br0">53 499 7605,'-8'10'-976,"-2"-2"1017,1-1 1,-1-5-1,6 6 1513,-2 0-1071,0-6 0,6 7 35,0-3 1,6-2-184,0 8 0,2-3 0,-4 5 20,2-2 1,-1-1 0,-5 7-98,0-1 0,0 1 0,0-1-2,0 1 1,0-7 154,0 1-342,0-8 1,6 2-1,0-12-32,-2-6 0,4-5 0,-1-5 1,1-3 64,0-2 1,4-2 0,-5-6 0,1 0-98,0 0 1,4 6-1,-7 2 1,1 2 242,2 3 0,-4 9-411,7 1 0,-5 10 0,4 2-326,-2 10 0,3 11 0,-5 4 0,-2 1-904,-2-1 1,4 0 1392,0-2 0,7-3 0,-3 5 0</inkml:trace>
  <inkml:trace contextRef="#ctx0" brushRef="#br0" timeOffset="533">734 97 8042,'-18'0'385,"1"0"1,0 0 0,-1 0 336,1 0 0,-1 2 0,1 4-265,-1 6 1,1 3 0,-1 3-1,3-1 1,3 1 0,-3 7 1,3 6-1,-4 6-135,-1 4 1,1 9-1,5 0 1,5 9-219,4 3 0,4-4 0,6 4 0,9-4-167,10-7 0,6-7 0,4-11 0,4-5-158,6-11 1,-3-7 0,1-10 0,-2-4-229,-5-8 1,-3-1 0,-4-18-1,-4-4 184,-1-4 1,-5-2 0,-9 6 0,-6 0 331,-5 0 1,-1 0 0,0 2-1,0 4 113,0 6 0,-7 4 1,-5 1-1,-3 1-30,-3-1 0,-5 8 0,-1 5 1,3 3-25,2 2 1,1 7 0,1 3-1,1 2-177,5-1 1,-3 1-1,8 6-101,2-1 1,2 1 0,2-1 35,0 0 0,2-1 0,4-4 0,6-7-107,3-3 0,3-2 0,-1 0 1,3 0-77,3 0 0,-4-2 1,7-3-1,-3-7-38,0-4 1,6-1-1,-5 0 1,-3-3-248,-2-3 0,-1 3 1,-1-5-1,1 0 583,-1-4 0,1-4 0,-1-2 0</inkml:trace>
  <inkml:trace contextRef="#ctx0" brushRef="#br0" timeOffset="701">1136 167 7687,'-8'18'206,"-2"-1"1,-1 3 349,-1 3 1,8-2-1,-2 10 1,4 4 148,2 4 0,0 4 1,0-5-1,0 5-484,0 2 0,6-6 0,2 1 0,0-5-613,-1-6 1,1 2 0,-4-7-224,2-3 1,2-9-802,-3-6 1,-3-12 1415,4-6 0,4-3 0,0-3 0</inkml:trace>
  <inkml:trace contextRef="#ctx0" brushRef="#br0" timeOffset="1049">1520 10 7667,'-10'-8'1530,"-5"6"0,11 2 0,-6 12 0,2 5-1338,4 7 0,-5-3 0,-3 10 0,-3 4-131,-3 4 0,1 4 1,-1-3-1,1 5 15,-1 0 0,-5 3 0,2-7 0,3-2-526,5-2 0,9-10 166,-2-4 0,6-11 0,6-7 0,5-3 97,5-2 0,3-5 0,3-3 1,1 0 264,-2 0 0,6-3 0,1 3 1,1 0 276,0 0 0,-6 3 0,4 5 0,-2 0 85,-3 0 1,-5 1 0,-5 5-314,-6 6 0,-6 3 0,-8 5 1,-10 1-541,-9 2 1,-6 9 0,-4-3 0,-3 2 412,-7-2 0,-19 4 0,-6-6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14.413"/>
    </inkml:context>
    <inkml:brush xml:id="br0">
      <inkml:brushProperty name="width" value="0.06" units="cm"/>
      <inkml:brushProperty name="height" value="0.06" units="cm"/>
      <inkml:brushProperty name="color" value="#004F8B"/>
    </inkml:brush>
  </inkml:definitions>
  <inkml:trace contextRef="#ctx0" brushRef="#br0">133 916 7709,'-12'6'512,"0"0"179,-1-2 1,3 4 209,-2-3 0,9-1-659,-3-9 0,4 1 1,4-10-1,4-3 159,5-5 1,-1-9 0,2 0 0,-1-6-199,-1-3 1,5-9-1,-3 2 1,4-3-127,1-2 1,-5-9 0,-1-1 0,1-2-200,-2 0 0,3 8 1,-5-2-1,0 3 20,0 3 0,-1 15-169,-1 8 1,-2 17 0,8 12 0,1 12-313,3 9 1,1 7 0,1 8 0,-1 5 582,1 6 0,-1 3 0,0 3 0</inkml:trace>
  <inkml:trace contextRef="#ctx0" brushRef="#br0" timeOffset="285">28 602 7775,'-8'10'2401,"-4"-4"-1623,5-5 1,7-2 0,13-5 0,9-6-260,7-3 1,10-5 0,3-1 0,1-2-487,0 1 1,5 1 0,-3-1 0,1-1-1087,1 2 0,-8 1 1053,1 3 0,-3 0 0,-2-1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17.848"/>
    </inkml:context>
    <inkml:brush xml:id="br0">
      <inkml:brushProperty name="width" value="0.06" units="cm"/>
      <inkml:brushProperty name="height" value="0.06" units="cm"/>
      <inkml:brushProperty name="color" value="#004F8B"/>
    </inkml:brush>
  </inkml:definitions>
  <inkml:trace contextRef="#ctx0" brushRef="#br0">53 542 8091,'2'12'1356,"2"-1"0,2 3-1088,-3 1 0,5 5 1,0 3-1,0 6-319,-1 4 1,-1 2 0,-4 2 0,2 2-356,2 1 0,0-1 1,-6-8 405,0-2 0,-8-7 0,-2 3 0</inkml:trace>
  <inkml:trace contextRef="#ctx0" brushRef="#br0" timeOffset="565">280 664 8123,'-18'0'931,"9"-2"1,1-2-260,0-1 0,4-1-451,-7 6 1,-1 0 0,-5 0 0,-1 0-55,1 0 0,5 7 1,0 3-1,-1 2-87,-3-1 1,-1 1 0,-1 6 0,3-1-230,3 0 1,-3-5 0,5 0-479,0 1 1,2 3 155,8 1 1,2-7 0,4-4 158,6-4 0,3-4 1,3-2-1,-1-2-6,1 2 1,-1-3 0,1-1 506,-1-2 1,1 4 670,-1-5-493,-7 7 1,-10 2-1,-12 10 1,-3 1 163,-3 5 1,-1 3 0,-3 5 0,-1 1-191,2-2 0,3 1 0,5-1 0,3 2-423,2-1 0,2-9 0,8-1-380,4 1 1,10-5 0,9-2-1,2-6-215,4-6 0,2-4 677,2-7 0,8-8 0,1-2 0</inkml:trace>
  <inkml:trace contextRef="#ctx0" brushRef="#br0" timeOffset="1300">874 245 7576,'0'-17'270,"0"5"1,2 2 320,3 2 0,-3 1 111,4 1 0,-4 6-262,-2 0 0,-2 13 1,-4 13-1,-5 1-5,-5 4 0,5 8 0,-1 3 1,-2 3-215,-1 4 1,3-5 0,3 3 0,1 1-329,4 3 0,2-5 0,2-3 0,0-4-438,0-6 0,8-10 0,3 0 0,5-5-635,1-7 1,1-3 0,-1-10 1179,1-4 0,7-3 0,2-9 0</inkml:trace>
  <inkml:trace contextRef="#ctx0" brushRef="#br0" timeOffset="1551">594 577 7942,'12'0'605,"2"0"0,3-2-189,4-4 1,10 2 0,0-7 0,6-1-698,4 2 0,0-5 1,-6 3-1,0-3-161,0-3 0,-2 1 0,-4-1 0,-6 1-302,-4-1 0,-1 1 744,-1-1 0,1-7 0,-1-2 0</inkml:trace>
  <inkml:trace contextRef="#ctx0" brushRef="#br0" timeOffset="1883">1240 70 7708,'-7'18'0,"-3"1"383,0 5 0,-5-3 0,5 10 0,-2 6 190,1 7 0,5 7 1,-6 3-1,1 2-268,1 3 0,-6-1 0,7-6 0,-3-1-110,0-5 0,7-5 0,-5-12-906,2-6 0,2-13 356,6-10 0,8-8 0,4-9 0,3-2 36,3-5 1,-1-1 0,1-6 0,-1 2 230,1-2 0,5 4 1,0-1-1,-1 1 204,-3 0 1,-2 6 0,1-1-1,-1 7 531,1 3 1,-9 6 0,-1-3-227,0 1 1,-6 10 0,4 12-1,-4 5-293,-2 4 1,-6 8-1,-2 0 1,-2 6-500,-3 4 0,-3-2 0,-1-8 0,-1-4-689,1-2 0,5 0 0,1-5 1060,-3-3 0,-1 5 0,-3-13 0</inkml:trace>
  <inkml:trace contextRef="#ctx0" brushRef="#br0" timeOffset="2083">1625 1 7708,'-35'25'649,"8"-2"1,3 10 0,7 6 266,5 4 1,-3 11-1,3 10 1,-4 4-626,-1 2 1,0 5 0,-1 1-1,1 0-760,-1 1 0,7-7 1,1-2-1,2-14-760,4-11 1,-4-8 0,3-6-473,1-6 1701,2-11 0,2-4 0,0-8 0</inkml:trace>
  <inkml:trace contextRef="#ctx0" brushRef="#br0" timeOffset="2602">1782 507 7634,'-25'17'267,"5"-5"1,-3-2-1,2-1 253,-3 1 0,5 2 1,-4 3-1,3 1-311,3 1 1,-1-9 0,3 10 0,1-3-111,3 1 0,5 1 1,-4 1-149,2-1 1,4 0-153,10 1 0,4-8 0,9-5 0,3-5 14,1-5 1,8-3 0,-4-6 0,2 5 272,0 1 1,-7-4 0,3 4 0,-2 1 819,0-1 0,1 2-411,-7 6 0,-7 2 0,-6 6 0,-10 7-417,-11 7 0,-16 9 0,-14 0 1,-5 6-2388,-7 3 2309,5 1 0,-14-6 0,6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16.748"/>
    </inkml:context>
    <inkml:brush xml:id="br0">
      <inkml:brushProperty name="width" value="0.06" units="cm"/>
      <inkml:brushProperty name="height" value="0.06" units="cm"/>
      <inkml:brushProperty name="color" value="#004F8B"/>
    </inkml:brush>
  </inkml:definitions>
  <inkml:trace contextRef="#ctx0" brushRef="#br0">175 350 7751,'0'18'648,"0"-7"498,0 1-643,0-8 0,-8 5-124,-3-3 0,1-4 1,-2 6-31,-1 0 0,3-4 0,-1 5 0,-3 1-33,-2 0 0,5 1 0,-1 7 0,1-1-22,1 1 0,-4-1 1,8 1-1,3-1-207,1 1 0,2-1 0,0 1 0,0-1-104,0 1 1,7-7-1,5-1 1,4-2-535,1-4 1,6-3-1,3-2 1,1-5-1039,4-6 0,-4-3 1589,2-3 0,0-7 0,6-2 0</inkml:trace>
  <inkml:trace contextRef="#ctx0" brushRef="#br0" timeOffset="300">280 1 7758,'-17'0'1202,"7"0"0,2 8 0,10 3-1302,4 5 0,4-1 0,7-1 0,0-2-830,1 1 1,-1 3 929,1 1 0,-1 1 0,1-1 0</inkml:trace>
  <inkml:trace contextRef="#ctx0" brushRef="#br0" timeOffset="700">699 350 7686,'-11'10'171,"1"-2"474,2-1-155,-6-5-330,13 6 0,-13-6 1,6 2 63,-2 2 1,5 0 0,-5-5-133,2 5 1,0-4 0,5 6-68,-3 0 1,-2-4 118,2 7 28,4-7 0,2 12 128,12-5 0,1-1 0,1 2 13,-2 1 1,-8-3 0,1 2 0,-3 1-158,-2 3 1,0 1 0,-2 1 0,-2-1 12,-1 1 0,-9-1 1,1 1-1,-7-1-3635,-3 0 3466,0 1 0,-3-8 0,-1-3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3:53.394"/>
    </inkml:context>
    <inkml:brush xml:id="br0">
      <inkml:brushProperty name="width" value="0.06" units="cm"/>
      <inkml:brushProperty name="height" value="0.06" units="cm"/>
      <inkml:brushProperty name="color" value="#004F8B"/>
    </inkml:brush>
  </inkml:definitions>
  <inkml:trace contextRef="#ctx0" brushRef="#br0">88 944 7697,'-12'1'820,"1"5"0,7 4 0,-2 7 0,4 3-289,2 3 0,0 10 0,0 12 0,0 3-301,0 7 1,-2 3 0,-2-2 0,-2 2-254,2-1 0,0-5 0,1-5 0,-3-9-737,2-7 1,2-11-197,2-9 1,-6-14 0,0-5 0,2-10 955,2-5 0,2-16 0,0 2 0</inkml:trace>
  <inkml:trace contextRef="#ctx0" brushRef="#br0" timeOffset="251">0 891 8650,'8'10'432,"-4"-2"1,8-8-1,1 0-102,3 0 0,7 0 1,0 0-1,1 0 22,1 0 1,-4 2-1,6 1 1,-1 5 101,-5 2 0,-3 2 1,-7 5-325,-5 0 1,-4 7 0,-2-1 0,-2-2-107,-4-1 0,-9-3 0,-9 1 0,3-1-649,2 1 1,-5-7-1,1-1 1,2-2-1232,1-4 0,3-2 1856,-1-2 0,1-8 0,-1-2 0</inkml:trace>
  <inkml:trace contextRef="#ctx0" brushRef="#br0" timeOffset="584">489 1083 7623,'-17'10'239,"1"-2"0,3-2 538,1-1 0,8 9-261,-1-2 0,3-3 0,2 3 89,0 2 1,0-5-1,2 1 293,3-2 1,5 5-656,8-1 0,-1-4 0,0-2 0,1-5-257,-1-1 0,1 0 1,-1-1-136,1-5 1,-1-4-1,1-7 1,-1-1-293,1 1 1,-3-7 0,-1-1 0,-5-2-127,-1-4 0,4 4 1,-4-4-1,-1-4-553,1-4 0,-2-2 1120,-6 6 0,-8 0 0,-1 0 0</inkml:trace>
  <inkml:trace contextRef="#ctx0" brushRef="#br0" timeOffset="985">944 297 7736,'-18'2'0,"3"4"258,3 6 1,-4 3-1,7 5 1,-1 3 519,4 6 1,4 6 0,2 6 0,0 5-124,0 5 1,0 7-1,0 2 1,0 0-570,0 0 1,0-7-1,-2-8 1,-2-3-218,-1-3 1,-1-4-265,6-6 1,0-13 161,0-16 0,2-8 0,2-12 0,3-3 50,3-6 1,2-4-1,5 0 1,1 2 103,-1 2 0,1 0 0,-1-4 0,0 4 437,1 5 1,-1 5 0,1 2 0,-1 1 393,1 4 0,-5 5 0,3 9-396,3 3 0,3 13 0,-7 11 1,-3 4-381,-6 2 0,-4 6 1,-2 1-1,0 1-403,0 0 1,-10-1 0,-6-3 0,-5 0-790,0-6 0,1-6 0,3-9-24,-1-1 1,3-11 1239,3-12 0,-3-11 0,5-18 0</inkml:trace>
  <inkml:trace contextRef="#ctx0" brushRef="#br0" timeOffset="1220">1380 210 7667,'-19'25'975,"-1"2"1,1 4-261,3 4 0,11-2 0,-1 14 0,4 1-377,2 3 0,2 7 1,2 2-1,3 0-274,3 1 1,-4-1-1,4-6 1,-1-1-295,1-9 1,-4-5 0,4-6 0,-3-4-435,-3-6 0,0-5-52,2-7 0,-2-3 0,7-10-1507,3-4 2223,-6-3 0,7-16 0,-5-3 0</inkml:trace>
  <inkml:trace contextRef="#ctx0" brushRef="#br0" timeOffset="1367">1572 717 8032,'-8'23'0,"-1"2"657,-1 2 0,-3-4 0,7 7 1,2 1-340,2 2 0,2-4 0,0-2 0,2 0-532,4 0 0,-2-9-410,7 5 1,1-15 623,5 3 0,1-14 0,-1-7 0</inkml:trace>
  <inkml:trace contextRef="#ctx0" brushRef="#br0" timeOffset="1651">1904 682 7667,'-25'17'363,"-2"1"1,0 1 87,3 4 0,7-3 1,3 3-1,4-4-410,3-1 0,1-1 1,6 1 27,0-1 0,2-5 1,4-2-1,5-3 27,5-3 0,-5 0 0,1 0 1,2 2-12,1-2 1,-3-2 0,-2-1-1,-1 3-7,1 2 1,-6 8 0,2-3-34,-4 5 1,-4 1-1,-4 1 1,-6-1-226,-3 1 0,-3-3 0,1-1 1,-1-4-525,1-3 0,5 5 0,1-6 704,-3-2 0,-2-2 0,-1-2 0</inkml:trace>
  <inkml:trace contextRef="#ctx0" brushRef="#br0" timeOffset="2019">2166 0 7586,'-25'35'0,"5"2"0,-3 4 0,6 6 547,5 3 1,4 18-1,8 8 1,0 7 620,0 4 1,0 1-1,2-1 1,2 0-1281,2 1 0,6-11 0,-5-7 0,1-12-171,0-9 0,3-6 0,-5-10 1,0-6-13,2-10 1,-4-7-1,5-12-8,-1-4 0,4-11 0,-4-12 0,-1-4 143,1-2 1,4-8-1,-6-4 1,-1-1 187,3 1 0,-4 5 0,6 7 0,-2 0 383,-5 0 0,5 8 1,0 3 215,2 5 1,1 3 0,5 7-238,-5 9 1,3 9-1,-8 15 1,0 5-361,1 4 0,-3 10 1,6 1-1,-2 3-440,-4-1 1,3-7 0,-1 2 0,-2-4-954,-2-2 1,-2-8 0,-2-4 1362,-4-3 0,-3-11 0,-9-1 0</inkml:trace>
  <inkml:trace contextRef="#ctx0" brushRef="#br0" timeOffset="2201">1520 262 7697,'-43'18'649,"8"-1"1,10 1 0,13-1 0,7 3-754,3 3 0,4-2 0,3 8 0,7 4-1803,4 6 1907,1-2 0,8 21 0,2-3 0</inkml:trace>
  <inkml:trace contextRef="#ctx0" brushRef="#br0" timeOffset="2601">734 1607 7614,'-17'18'0,"-1"-1"0,3 1 765,3-1 1,4 1-1,8 1 1,0 2-117,0 3 0,8 5 0,2-4 0,1 0-471,1 0 1,0 6 0,3-3-1,-1 1-295,-3 0 0,-1-6 0,2 4 0,-7 0-408,-3 1 1,4-7-1,0 2-762,-2-3 1,-4-5 1286,-6-3 0,-4 3 0,-7-5 0</inkml:trace>
  <inkml:trace contextRef="#ctx0" brushRef="#br0" timeOffset="3017">542 1939 7614,'-8'10'163,"6"-1"-37,-4-3 1,8-4 328,10 4 0,2-4 0,15-2 0,2 0-108,2 0 1,2 0 0,0-2 0,-1-2-548,1-2 1,0 0 0,2 6 0,2 0-4,2 0 1,-6-5 0,-6-1 0,0 0-309,-2-2 1,-2 6 0,-7-4 243,-1 5 1,-9-5 604,-8 0 0,-8 8 1,-9 9-106,-1 5 0,1 1 0,-1-1 0,3-2 224,3-3 1,-1 1-1,5 5 74,-2 1 0,6-1-510,-2 1 1,12-9 0,6-3 0,3-4 26,3-2 0,1-2 1,3-6-1,3-7 42,2-6 1,-4-8 0,4 3-1,-1 1 10,-5 0 0,-9-4 1,-7 5-1,-3 3-81,-2 2 0,-7 3 0,-7 5 0,-7 5-320,-8 4 0,-6 4 0,-4 4 0,-2 5 301,2 5 0,-5 9 0,-1 2 0</inkml:trace>
  <inkml:trace contextRef="#ctx0" brushRef="#br0" timeOffset="5118">193 2585 7635,'9'8'537,"7"-6"780,-14 6-33,6-8-622,-8-8 1,-2 6-290,-4-4 1,4 6 0,-6 6 0,2 6-52,0 3 0,-5 10 0,3 4 0,-2 6-183,-3 6 1,3 4-1,-2 9 1,-1 4-225,-3 6 1,1-3 0,1-3 0,3-4-568,-3-2 1,4-7 0,1-6 0,1-8-851,4-8 1,4-13 1501,6-10 0,3-23 0,9-14 0</inkml:trace>
  <inkml:trace contextRef="#ctx0" brushRef="#br0" timeOffset="6184">245 2620 8741,'0'18'730,"0"-1"0,0 1-325,0-1 1,0 8 0,0 4 0,0 6-162,0 6 0,6 4 0,2 7 0,-1 0-459,1 1 0,4 1 0,-5 0 0,1-1-158,0-9 1,-2-7 0,-6-8 0,0-5-239,0-5 0,0-7 0,-2-2-408,-4-3 0,-2-3 1019,-3-10 0,-13-3 0,5-9 0</inkml:trace>
  <inkml:trace contextRef="#ctx0" brushRef="#br0" timeOffset="6616">88 3004 7635,'10'8'197,"-3"-4"0,-7 8 519,0 1 1,2-5-306,4-2 1,-2 2 0,8-3-210,1-1 1,5-2-1,3-4 1,2-2-185,-1-1 1,3-3-1,0 2 1,0-4-97,0 1 0,1-5 1,-7 6-1,1 0-235,-5 1 1,-1-1-1,3 4 21,1-2 0,-7 0 512,1 6 1,-8 2 0,2 4 144,-5 6 0,-1 3 1,0 5-1,0 1-37,0 2 1,0 6 0,0-3 0,0-1 16,0 0 1,0 4 0,0-5-345,0-3 1,0-2-140,0-1 47,0-9 1,0-9 0,0-11 0,0-5 20,0-1 1,0-3 0,0-1 0,0-4-37,0-2 0,0 0 1,0-3-1,0 5-233,0 0 0,2 6 0,2-5-7,2 5 1,2 3-1,-2 3-259,5 1 0,5 8 0,1-2 0,1 4 605,-1 2 0,8 8 0,3 2 0</inkml:trace>
  <inkml:trace contextRef="#ctx0" brushRef="#br0" timeOffset="7216">1013 2707 7781,'-7'-17'0,"-3"0"524,0-1 0,-5 1 0,3 1-22,-3 4 1,-3-1 0,1 7 0,-1 2-224,1 2 1,5 10-1,0 6 1,-3 7 18,-6 8 1,1 6 0,-3 6-1,3 5-71,3 5 1,5 3 0,3 2 0,1 3-155,4-3 0,2-2 0,2-3 0,2-5-158,4-5 1,9-6 0,11-6 0,-1-8-117,0-7 0,4-6 1,-4-10-1,3-6-18,3-10 0,-6-1 0,-2-10 0,-4-2-137,-1-2 1,-1-2 0,1 0 0,-3 0 266,-3 0 0,-4 0 1,-8 0-1,0 0 149,0 0 1,-8 8 0,-6 4 0,-5 4-38,-4 1 1,-6 3-1,3 3 1,1 6 89,0 4 0,2 2 0,5 0 0,3 2-98,3 4 0,2 4 0,6 7 0,-1 1-47,1-1 0,2-5 0,4-1 1,4 1-71,5-2 0,5 3 0,1-7 0,3-2-140,3-2 0,-2-2 0,6 0 0,1-2 33,-1-4 1,2 0-1,6-9 1,0-7-92,0-3 1,-2 2 0,-2-6 0,-4-2 162,-2-2 0,2 0 0,-7 2 0,-7 4 371,-3 1 0,2 1 171,-7 2 1,-1 5-1,-10 1 1,-5 11 380,-5 10 0,-1 12 1,-1 9-1,1 4-325,-1 8 1,7 0 0,-1 9 0,-1 5-106,-3 5 1,4 0-1,3 8 1,1 4-422,4 6 1,2 0 0,4 3 0,4-5-813,6-10 0,3-8 0,3-9 0,-1-12 16,0-14 0,1-13 0,1-17 0,3-15 861,1-10 0,8-17 0,-4-9 0</inkml:trace>
  <inkml:trace contextRef="#ctx0" brushRef="#br0" timeOffset="7533">1537 2585 7635,'0'18'409,"0"-1"62,0 1 1,0-1 0,0 1 351,0-1 0,0-5-519,0-1 0,6-5 1,0 6-30,-2 1 0,-2 3 0,-2 1 0,0 1 31,0-1 1,0 7 0,0-1 0,-2-2-156,-4-1 1,4-3-1,-4 0 1,4 1-85,2-1 0,0 1 0,0-1 1,0 1-41,0-1 0,2-5 1,2 0-1,4 1-33,2 3 1,-5-5 0,5 1 0,-2 2-54,-4 1 0,-2 3 0,-2-1 0,-2 0-369,-4 1 1,-4-1 0,-9 1 0,-4-1-1126,-7 1 0,-3-3 1553,-1-3 0,-1 3 0,0-5 0</inkml:trace>
  <inkml:trace contextRef="#ctx0" brushRef="#br0" timeOffset="8053">2253 2673 7590,'-23'15'0,"-2"-1"187,-2-3 1,5 1 0,-1 7-1,4 3 525,1 1 1,7 8-1,-1-2 1,0 4-325,3 2 0,1 6 0,8 0 0,0-1-213,0 3 1,8-8 0,5 0-1,7-10-95,3-6 0,8-9 0,-4-4 0,2-4-36,0-2 0,-5-14 0,5-5 0,0-8-20,-2-10 1,4 0 0,-8-10 0,-1-1 36,-3-3 1,-9-3-1,-4-2 1,-5 0-35,-1 5 1,-1-1-1,-7 5 1,-10-3-456,-9-3 1,-8 9 0,-6 5 0,-3 8-203,-1 8 1,-3 11-1,7 8 1,4 10 14,6 11 0,6 10 0,9 12 615,5 2 0,-5 15 0,6-1 0</inkml:trace>
  <inkml:trace contextRef="#ctx0" brushRef="#br0" timeOffset="8500">2620 2952 8219,'-17'12'456,"-1"-1"1,7-1 0,1 4 0,2-3-134,4 3 0,-4 1 0,3 3 1,1-1-51,2 1 0,2-1 1,0 1-1,0-1-217,0 1 1,0-1 0,0 0 0,0 1-98,0-1 1,2-7-250,4-4 1,-3-6 0,7-6 0,0-6-31,0-3 0,-5-8 1,7-3-1,2-1 186,1-4 0,1-2 0,-3 0 1,-1 2 275,1 2 1,1 6 0,0-4 315,-3 1 0,1 5-88,5 9 1,-7 7 0,-4 12 0,-4 11-209,-2 9 0,0 8 1,2 6-1,2 3-574,1 1 0,1-2 0,-6-8 0,0-1-153,0 1 0,0-2 0,2-4-535,4-5 0,-2-15 1100,8-9 0,-1-23 0,7-14 0</inkml:trace>
  <inkml:trace contextRef="#ctx0" brushRef="#br0" timeOffset="8683">2969 2323 6618,'-17'25'0,"-1"5"525,1 3 0,0 7 1,1 5-1,2 5 406,3 11 0,7-1 1,-2 6-1,4 4-688,2 3 0,2 5 0,4-4 0,6-1-882,3-5 0,1-6 0,-3-13 1,-1-6-282,1-8 1,1-12 0,0-2 919,-3-7 0,1-14 0,5-10 0</inkml:trace>
  <inkml:trace contextRef="#ctx0" brushRef="#br0" timeOffset="8865">3231 3004 7621,'-27'35'202,"4"0"0,4 0 497,1 0 1,8-6 0,5-2 0,3 0-482,2 1 1,0-13 0,0 3-925,0-3 1,7-9 0,3-6 705,0-10 0,5-13 0,-5-4 0</inkml:trace>
  <inkml:trace contextRef="#ctx0" brushRef="#br0" timeOffset="9350">3406 3004 8427,'-14'35'0,"-3"-2"568,-2-4 0,1 2 0,6-5 1,7-1-134,3 0 0,2-2 0,0-5 0,2-3-423,3-3 1,-1-4 0,8-8-280,2 0 1,1-4-1,3-6 1,-1-7-8,0-3 0,1-5 0,-1 2 0,1 0 66,-1-3 0,1 5 0,-1-6 0,-1 2 133,-5 3 0,5 3 1,-6 1-1,1 1-132,1-1 1,-2 1 605,1-1 1,3 11 378,-8 7 0,1 13 0,-3 13 1,4 1-306,2 4 0,-1 2 1,5 2-1,-2 0-436,1 0 1,3-6 0,1-2 0,1-2-294,-1-4 0,-5-9 0,0-6-99,1-4 1,-5-6-1,-2-6 1,-2-7 146,1-3 0,-3-1 0,4 0 0,-4-5 168,-2-1 1,2 8-1,2-1 1,2 7 330,-2-1 1,-2 5 137,-2-3 1,0 10-282,0 2 0,0 14 0,0 9 0,-2 0-272,-4 2 0,4 1 0,-4 5 0,4-4-716,2-2 0,0-2 1,0-5-301,0-1 1140,0-7 0,0-2 0,0-8 0</inkml:trace>
  <inkml:trace contextRef="#ctx0" brushRef="#br0" timeOffset="9515">3249 2533 7594,'-58'23'0,"1"0"864,7-1 1,7-3 0,16-1 412,10-1 0,9-7 0,14-2 0,5-3-1843,5 1 1,3 0 0,3-8 0,3-2 565,2-2 0,2-15 0,6 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4:40.525"/>
    </inkml:context>
    <inkml:brush xml:id="br0">
      <inkml:brushProperty name="width" value="0.08" units="cm"/>
      <inkml:brushProperty name="height" value="0.08" units="cm"/>
      <inkml:brushProperty name="color" value="#00A0D7"/>
    </inkml:brush>
  </inkml:definitions>
  <inkml:trace contextRef="#ctx0" brushRef="#br0">3599 210 14203,'0'10'-4345,"-2"-2"3873,-4-8 0,-4 0 296,-7 0 0,5-2 1,0-2 99,-1-2 1,3-6-1,-2 6 1,1 1 32,1-3 1,-5 4 0,3-8 142,-4-1 0,-1 5 0,1 0 1,3 2-77,1 1 1,0-7 0,-5 6 0,-2 0-211,-5-2 0,5 7 1,-6-7-1,1 2 143,1 0 1,-8 0 0,2 6 0,-4 0 56,-2 0 0,0 0 0,-2 0 0,-2 0 20,-1 0 0,-3 0 0,4 0 0,-2 0-2,3 0 1,-5 0 0,2 0 0,0 0-5,-1 0 0,5 0 0,-6 2 0,2 2 1,1 2 0,-1 2 1,6-4-1,2 1-11,4-1 0,-8 0 0,6 0 0,0 2 34,-2-2 0,0-2 0,-2 0 0,0 2-54,0 1 0,6 1 0,0-4 0,-2 2 18,-2 2 1,0 2-1,2-5 1,2 5-30,-2 2 1,4-4 0,-3 3-1,1 1 9,2 0 0,-6 0 0,6 3 1,-2-1 1,0 1 1,2-3 0,-4 2 0,2 1 16,-3 3 0,1-5 1,0 1-1,2 2-7,-2 1 1,4-3-1,0 0 1,0 1-3,0 3 1,3 1-1,-3 1 1,2-1-2,4 0 0,-1 1 0,1 1 0,-2 3-7,1 1 0,-3 0 1,0-5-1,0 1 0,-1 4 0,-3-3 0,4 5 0,0-2 1,0 1 0,-1-1 0,3-4 0,-4 3 0,0 1 0,0 0 0,5-5 0,-3-1 0,-2 1 0,5-1 0,-1 1 1,2 1-1,-2 4 1,3-3 0,-3 3-1,3-4 1,3-1 0,-1 1 0,1 3 0,0 1 0,-1-2 0,1 4 0,-1-1 0,1-3 0,-1-2 0,7 1 0,-1 1 0,-2 2 0,-1-1 1,-3 3 0,3-2 0,1-1 1,3-3 1,1 4 0,-4 3 0,5-1-3,1 0 0,-6 0 0,5-1 0,-3 3-4,0 0 1,3 0 0,-5-4 0,2 4-2,-1 1 1,3 5-1,0-6 1,1 2 1,-1 0 1,4-6-1,-4 6 1,3 2 1,3 2 1,2-3-1,2-1 1,0 2-7,0 2 0,0 0 0,0-2 0,0-2-1,0 2 1,6 0 0,1 2 0,1 0-4,0 4 0,0-4 0,-4-4 0,3 2-5,3 2 1,-4 8 0,4-1 0,-1-1 14,1-2 0,-4-2 0,5 2 0,1 2 2,-2 1 1,5 7 0,-3-6 0,4-2-1,1-3 1,0 5 0,1 0 0,-1-2 1,1-2 1,-1-2 0,1-1 0,1 1-3,4 0 0,-3 0 1,3 0-1,-1 0 24,1 0 0,-4 0 0,6 0 0,-1 0 14,-1 0 1,2 2 0,-1 1 0,3 3-9,0-2 0,6-4 0,-6-4 0,2-2-9,0 2 1,0 0 0,6-2 0,0-3-15,0-1 1,0-6-1,0 4 1,0-3-2,0-3 1,-2 1 0,-2-1 0,-2 1 2,2-1 0,2 6 0,2-1 0,0-5 8,0-3 0,6-3 0,1 7 1,3-1-12,3 1 0,1-3 0,-1-1 0,-1-2 6,1 1 0,3 1 0,1-1 1,1-1-27,-1 2 0,-5-5 1,-1 3-1,3 2 2,1 1 0,3-3 0,1-3 1,2 1 21,2 0 1,8 0 0,-4 3 0,1-3-5,-5-2 0,2 5 0,-2-3 1,-2 1-9,-1 1 0,-5 0 0,1 3 0,-1-1 0,4-2 1,3-1 0,-5 5 0,1-3-3,-1-1 1,0-2-1,3 3 1,-1-3 40,-2-2 0,3-3 1,-13-5-1,3 0 4,4 0 1,7 0 0,2 0-1,-2 0 14,-1 0 0,-3 0 1,2 0-1,1-1-7,-3-5 0,4 4 1,-11-6-1,2 0-21,-1-3 0,-1 1 0,1-2 0,-3 1-33,0 1 1,1-6 0,9 5 0,-1-5-9,1-1 1,-7-1-1,-1 1 1,-1-1 2,1 1 1,0-1 0,1 1 0,-3 0 5,0-1 0,-7 1 0,5-3 0,-4-1 3,-2-2 1,2-1 0,2 5-1,1-2-5,-1-3 0,4-5 1,-2 6-1,-3 2 38,-1 1 1,-15 1 0,-1-3 0,4-3-6,8-2 1,6 6 0,-6-5 0,-2 3 36,-2 0 0,-7-6 1,1 5-1,-4 1 2,-1-2 0,-3 6 0,-1-7 0,-4 3-27,-3 0 1,5-1 0,-6 5 0,0-2 0,1-3 0,-5-5 0,4 4 1,-4 0-12,-2 0 0,0-5 1,0 5-1,0-2-3,0-4 1,0 0 0,0 0 0,0 2-10,0-2 0,0-2 0,0-2 0,0 2-34,0 4 0,-2-4 0,-2 4 1,-2-4 2,2-2 0,-3 0 0,1 0 0,2 0 2,2 0 0,-4 0 1,0 0-1,3 0 8,1 0 1,2-2-1,-2-1 1,-2-3 11,-2 2 1,0 0 0,6 0 0,0-1 30,0 1 1,-2 2 0,-2 2-1,-1 0 5,1 0 1,2-5 0,2-1 0,0 2-20,0 2 0,0-4 1,0 1-1,0 1-12,0 2 1,0-4 0,0 0 0,0 3-15,0 1 1,0-4 0,-2 0 0,-2 2 7,-2 3 1,0 1 0,4 0 0,-2 0 13,-1 0 0,-7 0 0,4 0 1,-2 0 14,-3 0 1,3 0 0,-1 0 0,-1 0-19,2 0 1,-5 0 0,3 1 0,-3-1-20,-3 0 1,1 6-1,1-1 1,2 1 2,3 2 1,-1 0 0,-7 6 0,-3-3-22,-1 3 1,0-4-1,5 2 1,1 1 1,-1 3 0,-1-4 0,-2-1 1,-3 3 12,3 2 1,-4-5 0,0 1 0,-1 2-1,1 1 1,-4 3 0,6-1 0,0-1-3,-3-4 0,1 3 0,-4-3 0,4 3-20,0 3 1,3 5-1,-7 1 1,-2-3-22,-2-1 1,0-3-1,2 1 1,2-1 52,-2 1 0,-8-1 1,-4 1-1,1-1-2,-1 1 0,-6 1 0,3 3 0,-3 1-10,3-1 1,-5-1 0,5 0 0,-5 3 54,-1-3 0,0 4 1,-1 1-1,1-1-34,-1 0 0,-5 5 0,-2-5 1,-2 2-37,-4 4 1,4-4 0,0 3 0,2-1-79,3-2 0,-1 4 0,4-6 1,3 1-54,1-1 0,-1 4 1,-1-3-1,0 1-227,-1 4 0,1-4 1,-1 2 378,1 2 0,0 2 0,-1 2 0</inkml:trace>
  <inkml:trace contextRef="#ctx0" brushRef="#br0" timeOffset="2366">10445 734 8161,'-8'-12'0,"-2"1"-247,0-3 1,-5 1-1,3-1 1,-3 4 234,-3 2 0,1-3 0,-1 3 63,1-2 0,-6 6 0,-1-1 0,3 3 31,1 2 0,-3-2 0,-2-2 0,0-2-6,0 2 1,-7 2-1,3 2 1,-2 0 3,2 0 1,-4 0 0,4 0 0,-6 0-72,-6 0 0,5 0 1,-5 0-1,2 0 31,-2 0 0,4 0 0,-3 0 0,3 2 2,2 4 0,-2-4 0,-2 6 0,-2-2 1,3-1 1,1 7-1,0-4 1,-2 1-5,-2 5 0,-5 2 0,5 1 0,0 1-12,-1-1 0,3-3 0,-6 1 0,2 4-22,5 1 0,1-1 0,4-1 1,2-1-15,2 1 0,1-1 1,-3 1-1,2 1-6,-2 4 1,4-3-1,-2 3 1,0-4 28,2-1 0,-4 1 0,5 3 0,-1 1-15,-4-2 0,4 4 0,0-1 0,0-1 4,0 2 1,-1-5 0,-3 5-1,4-2-4,2 0 0,0 1 0,3-5 1,-1 2-5,2 3 1,1 1-1,3-4 1,-1 3 9,1-3 1,-1 0-1,1 1 1,0 1 24,-1-2 1,6 5-1,1-1 1,-3 0-20,-1 0 1,-3 6 0,1-4-1,-1 3-13,1-1 0,5 0 0,1 6 1,-3 0-2,-2 0 0,5-6 1,-1 0-1,0 4 6,3 6 1,-5-3 0,8 5-1,1-4 27,-3-2 0,4 6 1,-6 1-1,2 1 30,5 0 1,1-1-1,0-3 1,-2 4-33,-2 2 0,0 1 0,6 5 0,0-3-19,0-1 1,0 1 0,0 8 0,0 1 12,0-7 1,0 3-1,0-7 1,0 5 15,0 1 0,0-2 1,0-1-1,0-2 0,0 1 0,0-1 0,0 1 0,0 3 27,0-3 0,0 1 1,0 3-1,0 0-10,0 1 0,0-1 0,0-1 0,2-3-31,4-1 1,-4-1 0,4 5 0,-2-3 16,1-1 1,-3-6 0,6 3 0,-2 1-22,0-1 0,7-5 0,-1 2 0,2-4-9,-3-2 1,11 0 0,-5 0 0,2-2-15,1-4 1,-1 2-1,3-8 1,3 0-4,2 3 1,-4-7 0,4 4 0,1-3 0,-1-3 1,2 3 0,6-1 0,0 0-2,0-3 0,5-2 1,3 3-1,2 0 4,3 1 1,3-6-1,1-3 1,0 1 6,1 0 1,1-1-1,2 3 1,3-4 2,-3 0 0,6-7 0,2 5 0,6-2 22,6 2 0,-5-4 0,7 4 0,-2-2-8,-1 1 0,3-3 1,-4 4-1,3-2 7,3 2 0,1-4 0,7 6 0,1-3-20,4 1 0,-9 6 1,1-4-1,-4-1-1,-1 1 0,-4-2 1,5-4-1,3 2 9,1 2 0,-3-1 0,-3-6 0,1-3 38,-1-2 1,-5-2 0,2 2-1,-5-5-11,-1-5 1,0 4 0,0 1 0,-2-3-4,-4-1 0,-4-3 1,-8 1-1,1-3 36,-1-3 1,-1 4 0,-5-7 0,-5 3-34,-4 0 1,0-2 0,2 1 0,1-3-11,-1 0 1,-4-6-1,-4 6 1,-4-2-43,-1 0 0,-3 2 0,-6-5 0,-1 3-20,-5-2 0,-1-2 0,-6 0 1,2 2 107,-2 2 1,-2 6 0,-2-6-1,0-2 6,0-2 1,-2 4 0,-2 0 0,-4-1-33,-2 3 1,5-6 0,-5 4 0,0-4-1,0-2 1,5 0 0,-7 0 0,-2 0-36,-1 1 1,3-3-1,1-2 1,-3-2 16,-2 2 1,-1 0 0,0 1 0,-1-5 45,1-2 0,-1 7 0,1-5 0,1 2-1,5 0 0,-5-1 0,4 3 0,-1-2-45,1 2 1,-1-5 0,5-1-1,0 0-57,0 5 1,-3-3 0,5 0 0,2-1-7,2-5 0,-4 1 0,0-1 0,1 3 16,-3-3 0,4 2 1,-6-1-1,2-3-1,5 3 0,-5 5 1,0-3-1,0-3 10,0-1 1,-3 3 0,3 1 0,-2-1 1,-3 2 0,-3-5 0,-1 3 0,-1-1 0,1 1 0,-6 3 0,-3 5 0,1-2 5,0 2 1,-4 2-1,4 2 1,-1 1 22,1-1 0,-6 0 1,4 0-1,0 0-26,3 0 1,-1 0-1,0 2 1,-2 0 3,-4-2 0,-2 10 1,0-8-1,2 4 4,2 2 1,0-3 0,-4-2 0,2 2-11,1 7 1,7 2 0,-4-1 0,0-1-4,0 2 0,-2 1 0,-4 1 0,1-2 4,3-3 0,0-1 0,-4 4 0,2-2 9,2 1 0,6-3 0,-6 0 1,-2-1-5,-2 1 1,0 2 0,2 6 0,2-1-4,-3 1 1,-2-1-1,-5 3 1,-2 3-347,2 6 0,2-2 0,2 3 0,0 1-97,1 2 0,-1-4 1,0 0-1,-2 2-1906,-4 2 2346,4 2 0,-21 0 0,4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4:45.091"/>
    </inkml:context>
    <inkml:brush xml:id="br0">
      <inkml:brushProperty name="width" value="0.08" units="cm"/>
      <inkml:brushProperty name="height" value="0.08" units="cm"/>
      <inkml:brushProperty name="color" value="#00A0D7"/>
    </inkml:brush>
  </inkml:definitions>
  <inkml:trace contextRef="#ctx0" brushRef="#br0">3615 106 10703,'-11'-10'-1610,"-1"2"1416,-1 0 0,3 6 1,0-5-1,0 1 490,1 0 0,3 0 0,-6 6 0,1-2-260,1-4 1,-6 5 0,5-5 0,-5 2 8,-1-2 1,-1 4 0,-1-4-1,-2 4-24,-3 2 0,-7-5 0,2-1 1,-4 2-45,-2 2 0,-2 2 0,-3 2 0,-7 2 10,-3 2 0,-5 7 0,-1-3 0,-4 1 91,-2 1 0,5 0 1,-3 5-1,2 1-9,0-1 1,-2-5-1,3-1 1,-1 3 28,2 2 1,0 1 0,-1 0 0,-1 1-45,2-1 1,2 1 0,1-1 0,1 1 2,-1-1 0,7 1 0,-1-1 0,-1 1-17,-3-1 0,-1 6 1,-1 1-1,1-1-29,0 2 0,5-5 1,1 3-1,-1-2-25,2 2 1,-3-3 0,7 3-1,2-3 16,2-3 0,3 2 0,-1 3 0,0 1-8,0-2 0,6-1 0,0-3 1,-3 3 21,-1 3 1,-1-4 0,-1 5-1,0-5 56,0-1 0,-2 5 0,0 2 0,0 0 23,4 0 1,2 1-1,-4-5 1,2 4-69,4 2 0,-2 3 0,6 3 0,0-2 9,-1-2 1,1-2 0,4 4 0,-2-2 45,1 2 1,3 2-1,1 0 1,1-2-1,-1-2 0,1 4 0,-1 4 0,1-4-46,0 0 0,5 0 0,0 4 0,1 2-37,1 1 0,-6 3 0,7-4 1,-3 4-28,0 1 0,3 1 0,-5 3 0,4-3 4,3-2 1,-5 5 0,6-1 0,2 1-17,2-1 0,2-2 0,0-7 0,0 3 10,0-2 1,0 6-1,0-1 1,0 1 2,0-4 1,0 1 0,2 3-1,2 1 4,2 3 1,2 5 0,-4-9-1,1 1 6,-1 1 1,0 0 0,0 3 0,4-1 9,2-3 1,-5-5 0,7 5-1,2 1 4,1-2 0,-3 3 0,1-7 1,5-2-14,3-2 1,2 3 0,-3 1 0,1-2 7,2-2 0,7-8 1,-5 0-1,0 2 4,0 2 0,4-6 0,-3-2 0,-1-1-2,0-1 1,4 6 0,-4-6 0,3-1 36,3-3 1,2 4 0,2 1 0,1-3 5,5-2 1,-4-1-1,6 1 1,-3 3 0,1 1 1,8 0-1,-3-5 1,5-1 12,1 1 0,-1-7 0,-1 1 0,0 2-19,5 1 1,1 3 0,-2-3 0,3-1 33,1-3 0,8 1 0,-4 3 0,2-1-11,0-2 1,-2-3 0,4 5 0,-4-2-1,-2 1 0,4 3 0,-3 1 0,1 1-48,4-1 0,5-1 0,1-3 0,-4-1-3,0 1 0,-2 3 0,0-1 0,-4-1 5,-2-2 1,0-3 0,-1 3 0,5-4 34,4 0 0,1-5 0,1 7 1,-2-2 42,-4-4 0,4-2 1,-4-2-1,2 0 22,-2 0 1,-4-2 0,-5-2 0,1-4-15,2-2 1,6-1-1,-4-5 1,1 3-33,-1 1 1,-2-2 0,-4-7 0,1-2 5,-3 2 0,2-5 0,-11 1 0,0-2-47,-1-4 0,5 0 0,-6 0 1,-4 2-14,-6-2 1,0 0 0,-8-2-1,-2 2 7,-1-1 1,-3-4 0,-1 6-1,-3-3 33,-1-1 0,-6-1 0,3 2 0,-1 2-5,-4 1 1,4 7 0,-2-6 0,-2-2-19,-3-2 1,5 4-1,2 0 1,0-2-39,0-2 0,-1 0 0,-3 2 0,2 2-32,-2-2 0,4-2 1,-1-2-1,1 0 58,0 0 1,6 6-1,-5 0 1,3-2 14,0-2 1,-3-2-1,5 0 1,-3 2-22,3 4 1,-4-4-1,1 4 1,3-4-5,1-2 1,3 6 0,-3-1 0,-1-1-17,-2-2 1,-1-7 0,7-1-1,-1 2 11,1 2 0,-7-4 0,1-1 1,2-1 18,1 0 0,-5-3 0,-2 3 0,-3 0 25,1 1 1,6-7 0,-6 3 0,-2-3-5,-2 3 0,-2-5 1,0 5-1,0-5-11,0-1 0,-2-1 0,-2 1 0,-4 0-14,-2-1 0,1 1 0,-5-1 0,2 1-37,-1 0 0,-3 5 1,-1 0-1,-1-1 0,1-3 0,-1 1 0,1 1 0,-1 3 9,1-3 0,-6 1 1,-3 1-1,-1 5-3,-4-1 0,4 6 0,-4-4 0,-4 4 0,-4 3 0,-1 4 0,5 1 0,0 0-25,0 2 0,-6-6 1,0 4-1,2-2 15,3 2 0,-5-2 0,-2 6 1,0-1 20,1 1 0,1 0 1,6 4-1,-2-3 20,-4 3 1,3-4-1,-7 1 1,2 3 15,5 2 0,-5 7 0,0 0 0,-2-1-2,-3-3 0,5 1 1,3 1-1,3 2-8,2-1 1,-6-1 0,0 1 0,2 3-43,3 2 0,1-3 0,0 3 0,0 0-175,0 0 1,0 3 0,2 5 0,2 0-340,2 0 1,0-6-1,-4 0 1,2 2-462,2 2 1,7 2 0,-1-2 1001,3-4 1,-5-3-1,-2-9 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4:50.473"/>
    </inkml:context>
    <inkml:brush xml:id="br0">
      <inkml:brushProperty name="width" value="0.08" units="cm"/>
      <inkml:brushProperty name="height" value="0.08" units="cm"/>
      <inkml:brushProperty name="color" value="#00A0D7"/>
    </inkml:brush>
  </inkml:definitions>
  <inkml:trace contextRef="#ctx0" brushRef="#br0">2131 53 21496,'-17'-7'-828,"5"5"0,1-4 0,-1 2 0,0 0 578,1-2 1,5 0 227,-6 6 0,6 0 0,-3-2-77,1-3 0,0 3 0,2-4 179,-5 4 0,-5 2 0,-1 0 0,-1 0 39,1 0 1,-6 2-1,-1 2 0,1 2 27,-2-3 0,3 1 1,-7 0-1,-2 4-102,-2 2 1,-2-6-1,0 3 1,-1-1 106,-5 0 1,2 8-1,-6-5 1,1 3 7,-1 0 0,-2-1 0,-3 5 0,2-3-74,1-1 0,2 0 0,-1 5 0,3 0 8,0 1 1,6-1-1,-3 1 1,5-1-73,6 1 1,-4-1 0,4 1 0,-4-1-69,-2 1 0,0 1 1,0 2-1,0 3-33,0-3 0,0-2 1,0-1-1,0 1-13,0 5 0,0-5 0,0 6 1,0-1-16,1-1 0,4 0 0,3-5 0,2 1-43,4 4 0,-3-3 1,5 3-1,3-4-14,1-1 1,-1 1 0,-1 3-1,1 3 11,5 2 1,-5-6 0,7 5-1,-1-3-43,4 0 0,-2 8 0,2-4 1,3 2-21,1 1 0,-4-3 0,0 4 0,2-2 1,2 2 0,2 0 1,0 0-1,0-2 20,0 2 1,-6 2 0,1 0-1,1-2 27,2-2 1,2 0-1,0 6 1,0 0 42,0 0 1,0 0 0,0-2-1,0-2 35,0-2 1,0 6 0,0 6 0,0-2 67,0-2 0,0-2 0,0 1 0,2 3-50,3 2 1,-1 0 0,8-6 0,0 0-9,-3-1 0,7 1 0,-6 0 0,1 0 14,1 0 1,-2 0 0,3 2 0,-1 2-21,1 2 0,-3-1 0,2-5 0,-1 0 42,-1 0 1,6 6 0,-5 0 0,3-3 52,-3-1 1,5-2 0,-4 0-1,3 0 0,3 0 0,-1-2 1,2-2-1,3-4 53,1-2 1,8 5 0,-2-7 0,4-2 64,2-1 0,6 3 1,2 0-1,-1-2 57,1-1 0,6-3 1,-5 1-1,3-1 11,-1 1 1,-1-1-1,3-1 1,-1-3 42,2-1 1,1-2-1,4 3 1,3-3 21,1-2 1,2 3 0,-2-5 0,6-2-19,4-2 0,2 4 0,-2 0 1,-2-2-52,-2-3 1,-6 1 0,6 2 0,2 2-67,2-2 1,0-2-1,-2 0 1,-4 2-70,-2 2 1,4-1-1,-6-3 1,-1 2-4,-3 2 1,0 0-1,3-6 1,3 0 1,2 0 1,-6 6 0,2-1 0,-1-1-12,1-2 1,2-2-1,2 0 1,-8 2 22,-5 4 0,-4-4 1,3 4-1,-1-4 27,1-2 1,-3 0 0,-1-2-1,1-2 45,0-2 0,-1-6 1,3 5-1,-6-1 85,-4 0 0,-1-5 1,3 1-1,2-2-116,-2 3 1,-2-5 0,-4 5 0,-2-5-86,-2-1 0,0-7 1,4 1-1,-2 2 15,-2 1 0,-2 3 1,4-3-1,-4-1-30,-1-2 0,3-1 0,-4 7 1,0 0 19,0-1 1,5 3-1,-7 1 1,-2 2-5,-1-1 1,-3-3 0,1-1 0,1-1-11,4 1 1,-9-1 0,3 1 0,-1-1-33,-1 1 1,7 0 0,-3-1 0,-3 1-29,-1-1 1,1 6 0,1 1 0,1-3 18,-1-1 0,0-3 0,-1 1 1,-2-1-22,-3 1 1,1-1 0,3 1-1,-1-1 31,-2 1 0,-3 0 0,5-1 1,-2 1-31,1-1 0,-3 1 0,0-1 0,-1-1-12,1-4 1,-4 3 0,3-3 0,-1 2-1,-4-3 0,4 5 0,-2-6 0,-2 1-57,-2 1 1,-2-6 0,0 6 0,0-1-59,0-1 0,-6 0 0,-2-4 1,0 4-52,0-1 1,-5 5 0,3-8 0,-2 0 7,1 2 0,1-4 0,-3 5 0,1 1 15,-2 0 1,-1-4 0,-3 4 0,3-1 34,3 1 1,-9-4-1,3 4 1,-1 0 64,0-1 0,-1-3 0,-1 6 0,-4 2 91,-3 1 0,1-3 0,-4 0 0,2 1 69,-2 3 0,-2 1 0,-2-1 1,0-2 23,0-3 0,-2 1 1,-1 6-1,-3-1 53,2 1 1,-4-1-1,3 1 1,1 1 1,2 5 0,2-5 1,-2 4-1,-2-3-19,-1-3 0,-1 1 0,6-1 1,-2 1-16,-4 0 1,-1-7-1,-5 1 1,4 2-12,1 1 1,3 3-1,-6-3 1,2-1-65,5-2 1,1-6 0,2 5 0,0 1-16,0-2 1,0 5-1,2-5 1,2 2-16,2 0 1,0-1 0,-6 5 0,2-2-30,4-3 0,-4 1 0,4 6 0,-2-1-8,2 1 0,-8-7 1,6 1-1,0 0-5,-2-2 1,0 5-1,-2-5 1,0 2 14,0-1 1,0 1 0,0 6 0,0-3 3,0-3 0,0 4 1,0-5-1,0 5 42,0 1 0,0 1 1,1-1-1,-1 1 25,0-1 1,0 1-1,0 0 1,0-1 1,0 1 0,-6 1 0,-1 3 0,-1 3 10,0 2 0,-5-4 1,3 5-1,-2-1-186,1 0 1,5 2-1,-5 6 1,-1-2-209,2-3 0,-3 3 0,7-4 1,2 4-337,2 2 1,10 0-1,4-2 700,4-4 0,1-4 1,1-7-1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4:52.742"/>
    </inkml:context>
    <inkml:brush xml:id="br0">
      <inkml:brushProperty name="width" value="0.08" units="cm"/>
      <inkml:brushProperty name="height" value="0.08" units="cm"/>
      <inkml:brushProperty name="color" value="#00A0D7"/>
    </inkml:brush>
  </inkml:definitions>
  <inkml:trace contextRef="#ctx0" brushRef="#br0">9728 507 13421,'10'-17'0,"-2"-1"-189,0 1 0,-6-1 1,5 3-1,-1 1-153,0 2 0,6 7 0,-5-5 0,1 0 317,0 1 0,0 3 0,-4-6 122,1-1 0,7-3 146,-6-1 1,0-1 0,-6 1-55,0-1 0,-2 1 0,-4 1-61,-6 4 0,-3-3 0,-3 5 0,1-1-106,-1-1 1,-5 8 0,-2-4 0,-2 3 14,-4-1 1,-2-6-1,-2 4 1,-2 1-61,-4-1 0,2 2 0,-5 6 0,-1-2-16,0-4 1,-1 4 0,-9-4-1,-3 4 101,-6 2 1,2 6 0,0 0 0,0 0 7,0 2 1,0-4-1,-4 5 0,4 1 70,1 0 0,5-4 0,6 3 0,1 1-14,1 0 0,-5-5 1,11 5-1,-1 0-66,0 0 1,-5 1 0,3 5 0,1-3-24,3-1 0,-2 0 0,0 5 0,1 1-7,-1-1 0,8 0 0,6 1 0,0-1-8,2 1 1,-6 5 0,6 0 0,-1-1-9,5-3 1,-2-1 0,0 1 0,-1 2-12,1 3 1,-4-1 0,4-4 0,0 3-2,-1 1 0,-3 6 1,4-6-1,0 1-3,0 1 1,-5-4 0,5 8 0,0 0 15,0-1 0,-4 3 0,5-6 0,1 2-23,-2 4 1,4 4-1,-7 4 1,3 2-12,4-3 1,-1-1-1,1-2 1,-2 2-7,2 4 1,-1-4 0,1 3-1,-2-3 12,1-2 1,3-4 0,1 0-1,1 2 18,-1-2 0,7-2 0,-1 3 0,0-3-8,3 2 1,-5-4 0,6 0-1,1 0-40,-1 0 1,2-3-1,6 3 1,0 0-19,0 0 1,0-6 0,0 5-1,0-3 4,0 0 0,0 2 0,0-3 0,0 1 1,0-2 1,0 5-1,0-1 1,0 0 27,0 0 0,-2 1 0,-2-5 0,-2 4 28,3 2 1,-7 1-1,0 3 1,-1-2 10,-1 2 0,0 2 1,-5 2-1,-1 0-2,1-1 0,3 1 1,-1 0-1,-5 2 18,1 4 0,0-4 0,1 4 0,1-3 10,-1 3 1,-5-4-1,0 4 1,1-4-26,3-2 0,1-1 1,1 1-1,-1 0 10,1 0 0,5-6 0,3 0 1,-1 1-7,0-3 0,6 4 0,-2-6 0,5 0-35,1 0 0,0 7 0,0-5 1,0 2-13,0 0 1,0-2 0,0 4 0,0-2-11,0 2 1,5-4 0,3 3 0,0 1-19,0 2 1,5-4-1,-3 0 1,4 2-18,3 2 0,-3-4 1,9 0-1,-2 0 11,2-2 1,-1 6-1,7-4 1,2 2 11,2-1 1,2 3 0,0-4 0,2 4 13,3 2 0,-3 0 0,4-1 0,-4-1 27,-2-3 0,6 3 1,1-4-1,1 4 4,0 2 1,-3-6 0,-5-2 0,2 0 83,4 0 0,-2-4 0,7 5 0,3-3 25,1-4 0,5 1 0,1-1 0,4 2-14,2-1 0,-4-3 0,4-2 0,3 1-17,2-1 0,-6 1 0,8-1 1,1-1-26,4-5 1,6 5 0,7-6 0,0-1-16,1-3 1,-7 2 0,-1-2 0,1 0 10,5 1 0,-3-5 1,10 4-1,-4-4 0,-1-2 0,1 0 1,0 0-1,0 0-4,-3 0 1,-3 0 0,7 0 0,3-2-3,6-4 0,-4 2 1,-2-5-1,-6-1 5,-5 0 1,5 4 0,-2-5-1,7-3 28,-1-1 0,-8-3 0,-3 1 0,-1-3 21,1-3 0,-12 4 0,2-7 0,-4 3 70,-4 0 1,4-8 0,-8 2 0,-2-4 45,-1-2 0,-9 0 0,-1 0 0,-3-2-53,-3-4 1,-10 4 0,-7-3 0,-7 3-118,-3 2 1,-8-2 0,4-2 0,-3-2-69,1 3 0,0 3 0,-8 4 1,-4 2-71,-5-2 1,1-2 0,-2 0 0,-1 2-12,-3 1 0,-3 7 0,-3-6 0,-1-2 34,2-2 1,-1-2-1,1 0 1,-4-2 47,-2-3 0,5-3 1,-1-6-1,4 3 88,1-3 1,5-1 0,-1-3-1,-2 1 79,3 0 1,1 1-1,-1 3 1,3-1 29,2-5 1,-3 7-1,5-5 1,0 1-195,-2 1 0,6-10 0,-6-2 0,3 0-26,-1 3 1,0 3 0,6 0-1,0-4 22,0-2 0,-6 5 0,0-1 0,1 2 43,-3-2 1,4 1 0,-6-7 0,0 0 13,1 2 1,3-6 0,-6 6 0,1-2-13,1 0 1,-6 8 0,5-4 0,-5 1-10,-1 1 0,-1-2 0,1 4 1,-1-4-15,1-2 0,-2 5 1,-3-1-1,-3 2-15,-2-2 0,4 5 1,-7-1-1,-1 7-34,-2 5 0,-2-1 1,1 4-1,-3-4-38,-4-1 0,4 5 0,-6-2 1,1 2 9,-5-1 0,2 9 1,1-4-1,-1 4 38,1 3 1,-3-5 0,-3 6 0,1 0 6,2 4 1,1 3-1,-7 3 1,1-1-20,0 1 1,-7 1-1,1 5 1,0 5-162,-2 4 0,-2 2 0,-6 0 0,0 2-83,-2 4 0,2 9 1,-15 11-1,-6 1-6,40-12 1,0 1 0,2 1 0,-1 1 0,2 1 0,-1 1 409,-42 20 1,9 1 0,3-6 0</inkml:trace>
  <inkml:trace contextRef="#ctx0" brushRef="#br0" timeOffset="1898">3354 298 11601,'-47'-28'-211,"3"7"1,-1 7 448,0 9 1,5 3 0,-5 2 0,0 0 80,1 0 1,3 0 0,-4 0 0,3 0-98,3 0 1,-4-2-1,3-2 1,1-2-175,2 2 0,2-6 1,2 1-1,2-3 75,2 0 0,0 1 0,-4-7 0,4 3-52,5 3 1,-1-3 0,0 3 0,-2-4-68,-4-1 0,-2 5 0,-2 3 0,-2 1 1,-4 4 1,0-4-1,-9 2 1,-4 3-132,-1 1 1,-5 2 0,2 2 0,0 1 82,-3 3 0,1 8 0,-6-3 0,4 3 133,2-2 1,-6 5-1,2-1 1,-2 5 20,2 0 0,-2-1 0,6-3 0,0 3 16,0 3 0,1-2 0,7 6 0,0 1-5,-1-1 0,1 2 1,-1 4-1,1-2-11,0-2 0,1-6 0,3 6 0,1 2-12,-1 2 1,5-3 0,2-3 0,4 0-60,2 0 0,6 2 0,2 4 1,2-2-72,4-2 1,1 0 0,3 6 0,-1 0-46,1 0 1,5-6-1,2 0 1,3 2-65,3 2 0,2 4 1,2 2-1,0 2-31,0-2 1,0-2 0,0-2 0,0 1 29,0 5 0,8-4 0,1 4 1,1-2-8,-4 1 0,2 5 1,-3 7-1,1 1 30,2-1 1,-6 1-1,6-1 1,-3 2 36,1 4 0,2-3 0,-4 5 0,2-2 33,-2 0 0,3 3 1,-1-3-1,0 4 40,2 0 0,-6 4 0,4-6 0,-3 2 42,3 4 1,-4 2 0,6 0-1,-2-2 11,0-2 0,1 0 1,-3 4-1,4-2-42,2-2 0,-4-8 0,5 4 1,3 1-5,1 3 0,3-2 0,-1 0 0,1-2-5,-1-4 1,6-1 0,3-3 0,1-2-30,4-3 0,4 1 1,4-5-1,3 2 23,3 3 1,0-5 0,3-2-1,-1-4 5,1-2 0,3-1 1,1-1-1,0-2 7,1-1 1,1-3 0,4 2 0,6-4 13,4 0 0,2-5 0,0 3 1,2-6 4,3-5 0,-1 4 0,6-7 0,-3 3 18,-3 0 0,6-9 0,1 5 0,7-2 25,5 0 1,-4 0-1,4-6 1,-4 0 4,-1 0 0,1 0 1,2 0-1,4 0-12,2 0 0,-6-6 0,5 0 1,-3 0-20,0-1 1,0 3 0,-6-6-1,1 2-14,-1 4 0,0-3 0,1 1 1,-3 0-19,-4-2 0,-3 4 1,-6-5-1,2-1-2,1 0 0,1 4 0,-6-3 0,0-1 47,0 0 0,-6 4 0,-2-5 1,-4-1 6,-8 2 1,1-5 0,-10 5 0,-1-1 76,3-1 0,-6 2 0,4-3 0,-5 1-54,-1-2 0,0 5 0,0-3 0,-2-2-26,-4-1 0,2-3 1,-5 1-1,-1-2 36,0-5 0,-2 5 0,-5-4 0,-1 1 10,1-1 1,-7 2-1,1-8 1,0-1 3,-3 3 1,5-4-1,-6 6 1,-1-2-78,1-4 1,4 0 0,-6 0-1,0 3-32,1 3 0,-5-6 0,4 2 1,-4-2-64,-2 2 1,0-4 0,0 6 0,0-2 11,0 0 1,-2-1-1,-4-3 1,-3 2 12,-1 2 0,-12 0 0,5-6 0,-2 0 31,-1 0 0,-3 6 0,-2 0 1,-1-2-3,1-2 1,-6 0 0,2 2-1,-4 2 3,-2-2 0,0 4 0,-2-2 1,-1-2 24,-3-2 0,-2-2 1,4 0-1,-1 0 64,1 0 0,-4-6 1,2-1-1,1-1 38,-3 0 0,6-5 0,-6 1 0,3-1 73,-1 1 0,-2-3 0,4 3 0,-3-3-45,-3-3 1,4 1 0,-3-1 0,1-1-16,4-4 1,2 3 0,2-5 0,0 0-93,0-4 1,1 4-1,1 2 1,1 3-114,3 3 0,0-6 0,-6 2 0,0 3 42,0 5 0,1-1 1,-1-7-1,0-2-4,0 1 1,0 3 0,0 2-1,0-1 27,0 1 1,-6-1 0,1 3-1,-1 3 7,-2 7 1,6-3-1,-5 0 1,1 1-75,0-1 0,-2 2 1,3 6-1,-7 0-95,-3 0 0,-3 2 0,-1 4 1,-2 6-190,-3 4 1,-7 1 0,0 1 0,-5 1-143,-5 4 1,0 5-1,4 7 1,-3 0-2144,-7 0 2675,-11 7 1,-4 11 0,45-4-1,-1-1 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00.123"/>
    </inkml:context>
    <inkml:brush xml:id="br0">
      <inkml:brushProperty name="width" value="0.06" units="cm"/>
      <inkml:brushProperty name="height" value="0.06" units="cm"/>
      <inkml:brushProperty name="color" value="#F6630D"/>
    </inkml:brush>
  </inkml:definitions>
  <inkml:trace contextRef="#ctx0" brushRef="#br0">190 175 8006,'-11'0'-685,"-1"0"1,8-2 660,-2-3 70,4 3 335,2-6 685,0 8 376,0 0-872,-7 0 0,3 0-14,-8 0 1,6 0-1,-3 2 398,1 4 0,-6-4-341,3 3 1,-3-1 0,0 0-43,3 2 0,5 0 0,-6-6 540,-1 0-768,5 0 0,2 0-168,12 0 1,6 0 0,11-2-1,6-2-132,4-2 0,10-5 1,3 5-1,7 0-103,5-2 0,4 6 0,10-4 1,1 4-24,3 2 0,6-5 0,-5-1 1,1 2 38,-1 2 1,-7 4 0,-10 2 0,-3 2 9,-7-3 1,-3-1 0,-3-2 0,-9 0 211,-9 0 0,-7 0 198,-2 0 0,-9 0-282,-8 0 0,-8 0-647,-9 0 0,-1 0 0,1 0 0,0 0-982,-1 0 1,1 0-1,-1 0 1,1 0 1534,-1 0 0,1-7 0,-1-3 0</inkml:trace>
  <inkml:trace contextRef="#ctx0" brushRef="#br0" timeOffset="501">1290 18 8005,'-17'-2'-717,"0"-2"605,-1-1 1,6-1 226,1 6 1,5 0 1114,-6 0 1,7 0 2028,-7 0-132,8 0-1096,-4 0-1450,8 0 1,2 0-229,4 0 0,4 2-241,7 3 0,1 3 0,1 6 0,2-4-127,3-3 0,1 5 0,-4-4 0,4-1-70,3 1 0,-7 6 0,4-5 0,-2 3 29,1 0 0,-1-3 0,-7 5 0,-3-2-61,-1 1 0,-8 3 0,-2 3 0,-12 3-580,-13 1 1,-16 2 0,-8-2 0,-5 6-3607,-6 4 4303,-12 2 0,-10 0 0,-7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01.822"/>
    </inkml:context>
    <inkml:brush xml:id="br0">
      <inkml:brushProperty name="width" value="0.06" units="cm"/>
      <inkml:brushProperty name="height" value="0.06" units="cm"/>
      <inkml:brushProperty name="color" value="#F6630D"/>
    </inkml:brush>
  </inkml:definitions>
  <inkml:trace contextRef="#ctx0" brushRef="#br0">130 175 8398,'-10'-7'1058,"1"5"-415,3-4 0,2 4 145,-8 2 1,7 0 53,-7 0 0,6 0-97,-6 0 0,7 0 912,-7 0-336,0 0-756,-5 8 1,9-6-279,8 3 0,8-3 0,11-2 0,5 0 5,5 0 0,6 0 1,5 0-1,7 0-39,3 0 0,5 0 1,3 0-1,4 0-165,0 0 0,10 0 0,-6 0 0,-2 0-43,-2 0 0,-6 0 0,-7 0 0,-6 0-269,-7 0 0,-5 0-217,-13 0 246,-8 0 0,-5 0-97,-10 0 1,-5-5-895,-8-1 0,7 0-2813,-1 6-955,8 0 4954,-3 0 0,7 0 0,0 0 0</inkml:trace>
  <inkml:trace contextRef="#ctx0" brushRef="#br0" timeOffset="417">1108 1 8080,'-17'0'317,"-1"0"1,1 0 0,-1 0 1167,1 0 0,-1 0-328,1 0 1,-1 0-86,1 0 0,7 2-415,4 3 0,5-1-297,1 8 1,7-8 0,3 4 0,2-3-99,-1 1 1,-1 2 0,4-4-1,-3 2-109,3-2 1,1 3 0,3-1 0,-1 0-3,1 2 0,1-6 1,2 4-1,3-3-144,-3 3 1,4-4 0,-1 6 0,-3-2-32,-2 0 1,-1 1-1,-1-3 1,1 2 23,-1-2 1,-7 6 0,-4 1-96,-4 5 1,-12 3 0,-9 3 0,-14 3-691,-12 2 0,-7 4 1,-9 8-1,-7 2-892,-5-3 1,-13 5 1676,-1-2 0,37-17 0,-3 0 0,-4-1 0,0-1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03.220"/>
    </inkml:context>
    <inkml:brush xml:id="br0">
      <inkml:brushProperty name="width" value="0.06" units="cm"/>
      <inkml:brushProperty name="height" value="0.06" units="cm"/>
      <inkml:brushProperty name="color" value="#F6630D"/>
    </inkml:brush>
    <inkml:brush xml:id="br1">
      <inkml:brushProperty name="width" value="0.08" units="cm"/>
      <inkml:brushProperty name="height" value="0.08" units="cm"/>
      <inkml:brushProperty name="color" value="#F6630D"/>
    </inkml:brush>
  </inkml:definitions>
  <inkml:trace contextRef="#ctx0" brushRef="#br0">1 350 9678,'0'-9'4417,"0"-1"-3327,0 4 1,2 4-400,4-4 0,-3 4-163,9 2 0,-6 0-108,6 0 0,-7 0 0,7 0-44,2 0 1,1 0-1,5 0 1,1 0-90,2 0 1,8 0 0,0 0 0,10 0-31,11 0 1,9-2 0,8-2 0,3-3-157,4-3 0,3 0 0,7-3 0,-5 1-242,-5-1 1,-14 5 0,-10 2 0,-11 2-890,-10-2 265,-13 4 0,-12-5 1,-14 7-1,-8 1-106,-5 5 0,-8-2 1,4 8-1,-3-1 8,-3-1 0,4 0 0,0-6 1,2 2-91,3-3 0,3 1 0,2 0 953,-1 2 0,-7 0 0,-2-6 0</inkml:trace>
  <inkml:trace contextRef="#ctx0" brushRef="#br1" timeOffset="434">1153 1 8189,'-17'0'110,"5"0"0,1 0 355,-3 0 1,-1 0 0,-3 0-71,1 0 0,5 0 1,0 0 88,-1 0 1,-3 0 0,-1 0 128,-1 0 0,1 0 0,-1 0 350,1 0 0,-1 6-390,1 0 0,1 1 1,3-3 280,1 2 0,8 2-436,-1-2 1,5-2 0,5 5-263,7-1 0,5 4 1,5-5-1,3 1-11,2 0 0,4 6 0,8-5 1,2 3-155,-2-1 1,-1-5-1,1 4 1,2 0-210,-2-1 1,-2 1-1,-4 4 1,-2-5-185,-2-1 1,-10 6-1,-1-3 1,-11 5-157,-5 1 1,-11 1-1,-11 1 1,-13 5-369,-11 5 0,-13 2 1,-3 2 925,-2 2 0,-10-4 0,-7 11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04.790"/>
    </inkml:context>
    <inkml:brush xml:id="br0">
      <inkml:brushProperty name="width" value="0.06" units="cm"/>
      <inkml:brushProperty name="height" value="0.06" units="cm"/>
      <inkml:brushProperty name="color" value="#F6630D"/>
    </inkml:brush>
  </inkml:definitions>
  <inkml:trace contextRef="#ctx0" brushRef="#br0">428 228 8076,'-18'0'-98,"1"6"1,-1 1-208,1 3 0,-1-6 0,1 2 149,-1-4 1,1-2-1,-1 0 112,1 0 0,-1-2-48,1-4 0,7 2 189,5-8 1,3 1 198,2-7-181,0 9 0,0-1-432,0 4 317,7 4 0,-5-6 0,6 8 0</inkml:trace>
  <inkml:trace contextRef="#ctx0" brushRef="#br0" timeOffset="498">201 193 8034,'-10'0'355,"0"-2"500,4-4-474,4 4 1,-7-8 417,3 5-104,4 3 0,-8-6 904,4 8-873,4 0 0,-7 0-220,3 0 0,2 0 1,-6-2 175,3-4 1,-7 4-210,2-4 0,3 4 1,-3 2 110,-2 0 1,5 0-40,-3 0-219,8 0-74,-11 0 1,15 0-126,0 0 1,9 0-1,15 2 1,5 2 63,4 2 0,15 0 0,7-6 1,5 0-11,6 0 0,11 0 0,9 0 0,7-2-90,4-4 0,0 4 0,2-6 0,-6 3-68,-4-1 1,-11-2 0,-8 4 0,-10-2 122,-6 2 0,-17 2 0,-8 2-114,-7 0-401,-5 0 0,-9-1 1,-8-3-339,-10-2 1,-5 0-1,-3 6 1,-1 0-141,-5 0 1,5 0 0,-6 0 0,2 0-402,-1 0 0,1 0 0,5 0 0,1 0 1248,0 0 0,-1 8 0,1 1 0</inkml:trace>
  <inkml:trace contextRef="#ctx0" brushRef="#br0" timeOffset="1050">1336 36 8090,'-12'0'-568,"0"0"1,9 2 0,-5 1 1029,0 3-40,6 0 1,-6-8 987,8-4-771,0 4 0,-2-5 307,-3 7 0,3-2 1242,-4-4-1250,4 4 1,4-6-542,4 8 1,3-2 0,9-2 0,1-1-152,4 1 0,5 2 1,9 2-1,3 0-72,7 0 0,3 0 0,5 0 0,1 2-172,2 3 0,-2-1 1,-9 8-1,-8 2-206,-8 1 1,-8 3 0,-13 1 0,-12 2-51,-14 3 0,-19 9 0,-17 0 0,-12 5-596,-10 1 0,-7 4 0,36-22 0,-1 1 850,-1 0 0,0 0 0,-3-2 0,0-1 0,1 2 0,0 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07.622"/>
    </inkml:context>
    <inkml:brush xml:id="br0">
      <inkml:brushProperty name="width" value="0.06" units="cm"/>
      <inkml:brushProperty name="height" value="0.06" units="cm"/>
      <inkml:brushProperty name="color" value="#F6630D"/>
    </inkml:brush>
  </inkml:definitions>
  <inkml:trace contextRef="#ctx0" brushRef="#br0">736 978 7271,'0'18'-201,"0"-1"0,0 1 0,1-3 0,5-3 165,6-6 0,2-12-277,-3-6 1,-3 3 307,-8-3 0,0 6 0,0-6 15,0-1-10,0 5 0,-8-7 0,-2 5 0</inkml:trace>
  <inkml:trace contextRef="#ctx0" brushRef="#br0" timeOffset="783">543 1013 7542,'0'10'347,"0"0"422,0-5 3,0-3-317,0 6 1,0-6 560,0 4-36,0-4 23,0 6-608,0-8 1,-2 0 675,-3 0-38,3 0-662,-14 0 1,12 0-1,-5-2-86,1-4 1,0 2 0,4-10 0,-2-3 72,2-4 0,-3-10 0,-1-1 0,-2-6-128,-3-9 0,3-3 0,-2-7 0,1-5-203,1-8 1,0-5-1,6 1 1,-1-2-86,1 3 1,2 10 0,2 9-1,0 8-64,0 3 1,0 16 52,0 9 0,0 14 147,0 4 1,0 2 0,0 10-91,0 2 1,0-5 0,0 3-87,0 1 0,0 3 22,0 1 1,0-5 254,0 0 0,-2-3 27,-4 3 0,4-2 55,-4-4-333,4-4-299,2 5 0,-2-7-102,-3 0 123,3 0-528,-6 0-1214,8 0-1829,0 0 1438,0-7 2483,0 5 0,0-14 0,0 6 0</inkml:trace>
  <inkml:trace contextRef="#ctx0" brushRef="#br0" timeOffset="1516">351 157 7766,'-6'-11'1794,"1"-1"-765,-1 8-270,6-11 50,0 13-88,0-6-224,0 8 717,0 0-598,0-8 132,0 6-95,0-5-304,0 7 1,-8 0 0,-4 2-195,-3 3 1,-8 5 0,-3 8 0,-1 1-305,-4 4 0,4-3 1,-2 5-1,0-2-540,2 0 1,1-1 0,9-9-964,-1-1 1,5-2 957,7 1 1,14-11-1,17-11 1,0-7 49,1-5 0,5 4 0,-2-7 0,4 3 644,2 0 0,-6-6 0,-2 5 0,0 3-64,0 2 1,-5 1 0,-1 1 0,-6-1-288,-3 1 1,-10 7 610,-2 4 0,-8 4 0,-9 2 1,-1 0 331,1 0 1,5 6 0,1 0 0,-1 0 52,2 2 0,-5-7-393,3 5 0,4-2 473,2 2-241,5-4 27,1 6 95,0-8 210,7 0-305,-5 0 1,8 0-5,-4 0 0,-2 0-164,7 0 1,3 0 0,7 0-169,2 0 1,10 0 0,2 0 0,10 0-548,5 0 0,11 2 0,5 2 1,5 1-3951,5-1 4322,0-2 0,-6 6 0,-1 2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10.789"/>
    </inkml:context>
    <inkml:brush xml:id="br0">
      <inkml:brushProperty name="width" value="0.06" units="cm"/>
      <inkml:brushProperty name="height" value="0.06" units="cm"/>
      <inkml:brushProperty name="color" value="#F6630D"/>
    </inkml:brush>
  </inkml:definitions>
  <inkml:trace contextRef="#ctx0" brushRef="#br0">454 53 7746,'2'-10'671,"4"5"1,-4 1 75,4-2 458,-4 4-245,-2-6-354,0 0-117,0 6-58,0-5-202,0 7 89,0 0 0,0 7-138,0 5 0,-6 9 0,-2 5 0,1 3 79,-1 8 1,-4 7 0,4 16-1,-1 10-40,-5 10 1,-1 13-1,6-44 1,0 1-1,0 1 1,1 1-94,-1 0 0,0 1 0,1-4 1,1 1-1,-7 47 0,4-4-69,3-8 0,-5-7 0,6-14 0,0-6-73,-1-4 1,5-5-1,-6-8 1,2-12-42,0-8 1,0-9-81,6-1 0,0-9 4,0-2 1,0-2 0,0-9 53,0-3 1,0-1 0,0-3-20,0 1 0,-2 5 0,-1 0-252,-3-1 1,0 3 280,6-2 1,-6 7 57,0-7-84,0 8-1078,-1-4-340,5 8 1,-4 0 531,12 0 0,-2-2 981,7-3 0,1-5 0,5-8 0</inkml:trace>
  <inkml:trace contextRef="#ctx0" brushRef="#br0" timeOffset="581">123 1276 7324,'-10'7'-1216,"0"-5"1884,4 4-80,-3 4-383,-9 0 0,7-1 0,1-1 140,2 0 1,0-6 389,2 4-148,5-5 1,-9-1 733,4 0-255,4 0 171,-6 0-265,8 0-102,0 0-580,8 8 0,0 2 0,5 7 0,-1 1-296,2-1 0,1 3 0,3 3 0,-1 4-488,1 0 1,5 4 0,0-5 0,-3-1-2063,-7 0 0,3-2 2556,-5-5 0,5-1 0,1 1 0</inkml:trace>
  <inkml:trace contextRef="#ctx0" brushRef="#br0" timeOffset="915">402 1363 7019,'12'0'1536,"-1"0"-710,-7 0 431,12 0 329,-14 0-1122,5 0 1,-9 2 0,-3 4-85,-7 5 0,-4 5 0,-3 3 0,-2 3-173,-3 1 0,-5 8 0,6-2 0,0 4-402,-2 2 0,5 6 0,-3-2 0,5-7-626,7-6 0,3-1 821,8-2 0,8-7 0,1-8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05:13.886"/>
    </inkml:context>
    <inkml:brush xml:id="br0">
      <inkml:brushProperty name="width" value="0.06" units="cm"/>
      <inkml:brushProperty name="height" value="0.06" units="cm"/>
      <inkml:brushProperty name="color" value="#F6630D"/>
    </inkml:brush>
  </inkml:definitions>
  <inkml:trace contextRef="#ctx0" brushRef="#br0">1537 430 7461,'12'-2'235,"-1"-4"635,-7 4 63,4-6 647,-8 8 1148,0 0-1471,-8 0-676,6 0 1,-13 0-202,3 0 0,2 0 0,-1 0-211,-3 0 0,-2 0 1,-1 0-1,-2 0 36,-5 0 1,3 0 0,-10 0 0,-6 0 50,-8 0 1,-7 6-1,-6 0 1,-6-2-6,-4-2 1,-8-2 0,1 0-1,-1 0-25,-2 0 1,6 0 0,-1 0 0,7 0-12,7 0 0,5 0 0,4 0 0,5 0-94,10 0 1,0 0-1,8 0 1,-2 0 198,0 0 0,7 0-78,-1 0-470,12 0-313,3 0-73,8 0 217,0 0-118,8 0 6,-7 0-232,7 0-558,-8 0-725,0 0 3471,8 0 643,-6 0-823,6 0-951,-8 0-364,0 0 1,6-2-325,-1-4 0,3-4 0,-2-9 0,6-3-68,3-1 1,8-10 0,1 0 0,-1-8-52,2-3 0,-3 5 1,5 0-1,-2 6 183,-4 4 1,-7 10 0,-4-1-302,-3 7 511,7 9 0,-20 4 1,0 13-1,-7 7 248,-5 3 0,1 0 1,-1-5-1,3-1 136,3 1 0,-3-1 0,5 1 0,-2-1 8,1 1 0,5-7 0,-6-1 0,1 0-110,1-1 1,0-3 0,4 6-133,-5 1 1,1-3 0,-2 2-215,-1 1 1,3 1 0,-2-1 19,-1-1 0,3 0 1,-2 3 115,-1-3 0,3 1 0,0-5 60,3 2 0,-1 0 0,4 3 71,-2-1 0,0-6 0,4 5 56,-3 3 0,3-4-43,-4 1 1,4 1 121,2 5 1,-2-1 396,-4-4 128,4 3 5,-6-13-331,8 6 0,2-10 1,4-4 0,-2 2-166,8-8 0,-1 3 1,7-5-1,-1 4-22,1 3 1,-1-5 0,3 6 0,5 2-86,10 2 0,8 2 1,13 0-1,8 0-312,11 0 0,13 6 0,9 2 145,-45-3 0,1 0 0,5 0 0,0 1 0,-1 3 0,1 0 0</inkml:trace>
  <inkml:trace contextRef="#ctx0" brushRef="#br0" timeOffset="2200">87 761 6255,'0'-9'566,"0"-7"1,0 12-178,0-7 1,0 5-11,0-6 1,-2 8 0,-1-3 5,-3-1 0,0 4 0,4-6 52,-4 2 1,4 1-1,-6 3 402,1-2 1,5-2-194,-4 2 1,2 4 655,-2-3-516,4-5 1,-7 8 299,3-4 71,4 4-727,-6 2 1,8 8 0,2 4-164,4 3 0,11 3 0,12 1 0,6 2-387,6 3 1,13 5 0,16-6 0,10 0-1728,5 3 0,8-9 1847,0 0 0,-39-4 0,1 0 0,-2-4 0,1 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21:09.062"/>
    </inkml:context>
    <inkml:brush xml:id="br0">
      <inkml:brushProperty name="width" value="0.06" units="cm"/>
      <inkml:brushProperty name="height" value="0.06" units="cm"/>
    </inkml:brush>
  </inkml:definitions>
  <inkml:trace contextRef="#ctx0" brushRef="#br0">210 1031 7717,'6'17'-72,"2"-1"1,0-3 457,0-1 0,-3 0-90,-5 5 1,-2-1 0,-1-3 145,-3-1 0,-2-6 240,2 5 322,4-7-785,-6 4 0,3-10 0,-1-4 1,2-6 23,2-3 1,0-4-1,-2-3 1,-4-3-106,-1-2 0,3-8 0,-6-8 0,1-1-248,1-5 0,-6-7 0,5-6 1,-5-6-113,-1-10 1,-3-1 0,1-5 0,1 3 22,9 9 1,5 8 0,6 13 0,4 5 127,5 5 1,13 12-1,5 6 1,4 5 60,2 7 0,0-3 0,-2 8 0,-2 2-58,-2 2 0,0 2 0,4 0 1,-2 0 45,-2 0 0,-6 6 0,4 2 0,-3 2-547,-9 3 0,1 3 1,-10 3-1,-3 2-191,-1 3 1,-2-1-1,0-6 760,0 1 0,-7 7 0,-3 2 0</inkml:trace>
  <inkml:trace contextRef="#ctx0" brushRef="#br0" timeOffset="317">36 646 7704,'0'12'-598,"-2"0"323,-4 1 1,2 1 1924,-7-2-1017,7-5-366,-4-7 1,10 0 0,4-2 0,5-1 101,5-3 0,3-8 0,3 4 0,3-1-174,2-1 1,-4 0 0,4-3 0,1 1-388,-1 3 1,0 1-1,4-4 1,-4 5-871,-2 1 0,1-4 1062,-3 7 0,4-9 0,8 4 0</inkml:trace>
  <inkml:trace contextRef="#ctx0" brushRef="#br0" timeOffset="1201">804 646 6654,'0'12'1041,"0"0"1,-2-8-460,-3 1 0,1-3-212,-8-2 0,0-2-237,-5-3 1,5 3 0,1-4-71,-3 4 0,-2 8 1,-1 2-1,0 1-94,-1 5 1,6 1 0,1 3 0,-1 1-116,2 4 0,1-3 1,5 5-1,-2-2 123,2 1 0,2-1 0,4-6-103,4 1 1,4-8 0,7-5 123,1-3 0,-1-4 0,1-3 0,-1-7 19,0-4 1,-5-1-1,0 0 1,1-1 117,3 1 1,-4-1 0,-3 1-1,1 1 501,0 4-376,-6-3 1,9 15 0,-7 2 0,-4 13 64,-6 13 0,0 14 0,-8 9 1,-1 9-494,-3 8 0,-9 6 0,-4 15 1,-6 2-33,15-44 1,-1-1 0,-16 38-1,-3-15 1,3-10-258,2-11 1,0-13 0,2-14-266,4-7 0,6-16 0,9-15 722,2-11 0,1-12 0,-7-5 0</inkml:trace>
  <inkml:trace contextRef="#ctx0" brushRef="#br0" timeOffset="1866">1154 262 7688,'17'-9'4,"-1"-1"0,-3 6 0,-3-4 138,-2-1 1,-1 5 515,-1-2-315,-4 4 0,6 10 1,-8 5-1,0 7-19,0 3 1,0 8 0,0 0 0,0 6-230,0 4 1,0 5 0,0-1 0,0 3-68,0 7 0,0-5 1,0-5-1,0-3-226,0-3 1,0-2-1,0-4-247,0-4 481,0-11 0,0-18 0,0-12 1,0-3-21,0-3 1,0-5 0,-2-2 0,-2-1-36,-2 1 1,-2-4 0,3 4 0,-5 0-101,0-1 1,-5 3-1,5 6 1,-2-1-91,1 1 0,-1 1 0,-5 4 156,-1 7 0,1 5 1,-1 5-1,1 9 115,-1 7 0,1 7 1,-1 8-1,3 5 134,3 6 1,-1 3 0,7 3 0,0-3-158,-2-3 1,6 1 0,-4-5 0,6-2-216,6-5 0,4-5 0,7-15 1,3-4-24,3-7 0,-2-3 0,7-4 0,-1-3-231,0-7 1,-4-9-1,6-5 1,0-1 70,-1-4 1,3-2-1,-6-2 1,0 0 358,0 0 0,-1 1 0,1-9 0,2-2 0</inkml:trace>
  <inkml:trace contextRef="#ctx0" brushRef="#br0" timeOffset="2133">1503 245 7438,'-12'6'-279,"1"-1"0,5 1 1040,-6-6 1,6 0 0,-3 2-332,1 4 1,2-2-1,6 9 1,0 5-130,0 3 1,0 12 0,0 2 0,0 10-63,0 5 1,0 10-1,0 4 1,0 6-34,0 6 1,-2 0 0,-2 1 0,-2-9-987,2-6 1,1-11 0,-1-12-1,-2-8-1773,2-8 1962,2-11 0,2-7 0,0-10 591,0-7 0,6-4 0,0-1 0,7-8 0,-3-2 0</inkml:trace>
  <inkml:trace contextRef="#ctx0" brushRef="#br0" timeOffset="2431">1555 734 7681,'-11'6'61,"-1"-1"0,-2 1 471,-1 2 0,3-6 92,1 4-351,7-4 1,-2-2-1,12 2 1,5 2-35,5 1 1,3 1 0,3-6 0,3 2-33,2 4 0,2-2 1,6 6-1,0-1-1,0 1 1,-2 2-1,-2 7 1,-4 2 22,-2 3 0,-1 7 0,-9-2 1,-3 4-5,-6 2 1,-4 0 0,-4 0 0,-4-2-66,-6-4 1,-11 4 0,-6-4 0,-6 2-304,-6-2 1,2-4 0,-5-7-1,-1-3-680,0-3 0,1 1 1,-3-7-1,6-4-1966,5-6 2789,1-5 0,0-17 0,0-1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21:19.529"/>
    </inkml:context>
    <inkml:brush xml:id="br0">
      <inkml:brushProperty name="width" value="0.06" units="cm"/>
      <inkml:brushProperty name="height" value="0.06" units="cm"/>
    </inkml:brush>
  </inkml:definitions>
  <inkml:trace contextRef="#ctx0" brushRef="#br0">403 106 7706,'0'9'1071,"0"1"-647,0-4 0,-2-2 1,-4 7-166,-6 3 1,3-4-1,-3 3 1,0 5-85,3 3 0,-7 12 0,4 0 1,-3 10-62,-3 7 0,-5 3 0,-2 15 0,0 3-220,-1 1 0,1 6 0,4-3 1,-2-1-175,1-2 0,5-12 0,5-9 0,4-16-112,1-16 0,7-6 277,0-13 0,2-5 1,9-19-1,3-7 115,1-7 0,3-7 0,-1-7 0,1-1 36,-1 1 0,1-8 1,-1-3-1,1 1-127,-1 4 0,-5-4 0,-3 0 1,1-2 17,0 0 1,-1 10-1,3 1 1,-4 12 219,0 10 1,-4 8 66,7 11 0,-7 7 0,2 10 1,-2 7 23,2 4 1,3 9 0,9 4 0,-1 4-155,1 2 0,-7 2 0,1 3 0,2 7-115,1 4 0,1-7 1,-3-1-1,-1-2-309,1-1 0,-3-1 0,0-10 0,-2-5-157,-5-5 1,-1-2-595,-2 1 1,-2-8 1090,-3-5 0,-5 5 0,-8 0 0</inkml:trace>
  <inkml:trace contextRef="#ctx0" brushRef="#br0" timeOffset="215">1 717 7738,'17'0'109,"1"0"0,-6 0 0,-1 0 0,5 0 253,5 0 0,0-6 0,7-2 0,-1-1-213,0-5 0,2 4 0,6 1 1,2-1-385,4 0 0,-5 1 0,5-5 0,-4 4-180,-2 3 0,-6-5 1,-2 4-1,0 0-982,1 1 1397,-15-7 0,18 4 0,-11-7 0</inkml:trace>
  <inkml:trace contextRef="#ctx0" brushRef="#br0" timeOffset="1249">822 193 7735,'0'17'0,"-2"1"0,-4-3 249,-6-3 1,-3 4 0,-1-5 0,1 5 4,-3 1 0,5 1 0,-9 1 1,7 4-17,3 7 1,3 3 0,-3 3 0,6 3-125,4 2 0,2 9 0,0-1 0,2 3-146,4-1 0,6-12 1,9-5-1,4-8-130,2-7 0,-3-9 1,3-4-1,-2-4 40,-4-2 1,5-10 0,-3-6 0,-2-7 95,-1-4 0,-3-2 0,-1-6 0,-5 0 29,-5 0 1,2 0 0,-2 2-1,-2 2-7,-3 2 1,-6 2-1,-3-4 1,-2 4-111,-3 1 0,-3 3 1,-3 8-1,-3 1 52,-1 2 1,0 8 0,5-1 0,1 3 63,-1 2 0,1 7 1,1 5 128,5 4 1,5 1-1,12 1 17,5-1 0,5-2 1,3-3-1,5-6-24,5-4 1,0 4 0,4 0-1,4-3-19,0-1 1,-1-7 0,-1-3 0,0-2-134,0-4 0,-2 5 0,-2-3 0,-4-1-360,-1-3 0,-1-1 1,-4-1-1,1 1-307,-7-1 1,2 1 0,-5-1 0,2 1 600,-3-1 1,3 7 0,-8-1 44,-2-2 1,3-1 0,-1-3 77,-2 1 1,-2 0 0,-2-1 173,0 1 0,-8 7 0,-1 2 256,-1 0 0,-6 6 0,5-1-44,-5 6 1,-1 7 0,-1 10 0,1 3-3,-1 6 0,1 4 0,1 2 0,3 0-154,1 0 1,2 7-1,-3 5 1,3 1-186,2-1 0,3 4 0,5-7 0,1 1-76,5-4 1,4-12-1,7-8 1,3-7-70,3-9 0,-1-7 0,7-7 0,0-13 72,-2-9 1,6-2 0,-6-13 0,2-3 33,0-1 1,-7-5-1,-1 1 1,-6 0 48,-3 3 0,-8 3 0,0-3 0,-8 5-200,-8 5 1,-5 6-1,-6 6 1,-5 6-221,1 3 1,-6 11 0,6 3 0,0 4 39,4 2 0,-3 8 0,3 3 0,4 7-157,5 5 1,1 2-1,7 6 1,2-2 62,2 2 0,2-3 1,2-1-1,4-2 187,5-4 0,7-1 1,3-5-1,4-3 203,3-6 0,3-4 0,7-2 0,5-2 29,2-4 1,-5-4 0,7-9 0,0-2-39,-3-3 1,5-5 0,-8 4-1,-3 0 469,-1-1 1,-2 1 0,-2 4 0,-4-2 289,-5 1 1,-5 9-134,-2 1 0,-1 10 0,-4 2-189,-7 10 1,-3 5 0,-4 5 0,-2 3-165,-1 6 0,-9-2 0,4 4 0,-1 4-112,-1 4 0,0 10 0,-5-3 1,-2 3-59,-5-3 0,11 3 0,-5-7 0,5 1-139,3 0 0,-4-2 0,9-8 0,1-2-20,2-2 1,4-14 0,3 1 0,7-7-142,4-5 0,3-2 0,2-4 0,5-4-19,1-5 1,4-12 0,8-5 0,1-1-310,-1 0 0,4 0 1,0-4-1,1 2 69,5 2 0,-5 8 0,1-5 465,-2 1 0,5 6 0,-3-6 0</inkml:trace>
  <inkml:trace contextRef="#ctx0" brushRef="#br0" timeOffset="1749">1223 1677 7686,'0'26'-408,"0"-7"1,0 4 0,0-3 808,0-3 1,0-5-1,-1 0 1,-3 1-95,-2 3 0,-2-5 0,4 1 620,-2 2-564,-7-7 0,11-1-223,-4-12 0,4-3 0,2-9 0,0 1 89,0-1 0,0-7 1,0-4-1,0-4-49,0-2 1,-2-2 0,-2-4 0,-2-5-150,3-5 1,-1-1 0,0-2 0,-2-5-165,2-5 0,2-9 0,2-3 0,0 4-53,0 6 0,2 8 1,4 11-1,6 10-49,3 12 0,3 10 0,-1 15 1,0 0-221,1 0 1,-1 9 0,-1 9-1,-2 9 7,-3 6 1,-1 8 0,3 3-1,-3 5-176,-2 5 1,-2 3 623,-6-5 0,-8 0 0,-2 1 0</inkml:trace>
  <inkml:trace contextRef="#ctx0" brushRef="#br0" timeOffset="2215">1084 1433 7965,'0'-17'1098,"0"5"39,0 0-819,0 8 1,8-9-1,3 7-203,5 2 1,1 2-1,3 2 1,1 0-85,2 0 0,6 0 0,-3 0 0,-1 2-142,0 4 1,6-4-1,-4 6 1,2-3 39,0 1 0,-5 0 0,3-6 0,-2 0 57,-4 0 1,-1 0 0,-3 0 0,1 0-33,-1 0 1,7-8-1,-1-3-21,-2-5 1,-7 4 0,-5 1 0,1-1-41,0 2 0,-6-5 0,2 3 1,-5-3-8,-1-3 1,0 7 0,-1-1 33,-5-2 1,-6 1-1,-9 1 1,-4 6 70,-3 4 1,5 4 0,-4 4-1,0 6 49,0 3 1,-1 5 0,-1 1 0,6 4-3,4 3 0,-3 1 0,3 6 0,3 0-51,1-1 1,7 1-1,2-2 1,6-2-309,6-1 1,10-3 0,9 0-1,2-10-80,4-9 1,2-6 0,4-2 0,2-2 182,1-4 0,1-5 0,-6-13 1,-2-3 217,-4 0 0,2-6 0,-7 4 0,7-4 0,-4-2 0</inkml:trace>
  <inkml:trace contextRef="#ctx0" brushRef="#br0" timeOffset="2613">1887 1328 7686,'18'-17'-1294,"-9"5"2404,-3 0 88,-4 9-990,-2-5 0,-6 10 1,-2 2-78,-1 1 0,-1 9 1,-4-4-1,3 1-59,-3 1 0,1 0 1,-1 5-1,2 1-25,-1-1 1,-1 2 0,1 3 0,3 1-39,2-2 0,-3-1 1,5-3-1,2 1-49,2-1 1,2-5 0,2-2-56,4-3 0,5-3 0,11-10 1,3-5-86,2-5 1,-4-3 0,5-4-1,-1-7 44,0-3 1,0-7 0,4-1-1,-4 2 76,-2 2 0,1 8 1,-5 2-1,0 2 200,-5 3 90,1 11 1,-15 13 0,2 15 0,-6 10-113,-4 6 1,1 4-1,5 2 1,0 4-174,0 1 0,0-5 0,0 4 0,0-4-362,0-4 1,5 1 0,3-14 0,0-5-128,0-3 1,5-12 0,-3-4 543,0-14 0,3-3 0,-5-10 0,0-2 0,0-2 0,3-2 0,-5 0 0,8-8 0,-5-1 0</inkml:trace>
  <inkml:trace contextRef="#ctx0" brushRef="#br0" timeOffset="2813">2306 717 7686,'10'17'-692,"-4"1"1,-6 1 1177,-6 5 1,2-3-1,-6 8 1,1 2 32,-1 2 0,4 10 0,-4 3 1,3 5-337,3 1 1,-4 6 0,2 1 0,2-1-759,2 2 1,2-13 0,0-1-331,0-7 1,2-14 563,4-7 1,-4-16 0,4-14 0,-6-4 340,-6-1 0,-4-8 0,-7-2 0</inkml:trace>
  <inkml:trace contextRef="#ctx0" brushRef="#br0" timeOffset="3147">2044 909 7442,'18'6'0,"-3"2"-585,-3 1 0,3-3 1167,-3 6 0,4-1 0,1 7-319,1-1 1,-7-5-1,1 0 1,3-1-73,7-1 0,-3 6 0,6-5 0,-1 5-52,-1 1 0,2 1 0,-4-1 1,3 2-20,-3 5 0,-3-5 1,-5 4-1,-3-3 33,-2-3 0,3 7 0,-5-1 1,0-2 121,2-1 1,-6-3-1,3 3-92,-3 3 0,6-4-207,4 4 1,3-11 0,3-6-57,-1-4 1,-5-10 0,0-5 0,1-7-43,3-3 1,1-6 0,1 4 0,-1-3-225,0-3 1,1-2 0,-3-2 0,-1 2 16,-2 4 1,-6-4 0,3 4 0,-1-2-846,-4 2 0,4 4 1174,-3 7 0,-7-7 0,-7-2 0</inkml:trace>
  <inkml:trace contextRef="#ctx0" brushRef="#br0" timeOffset="3697">2743 1101 7686,'8'18'42,"-6"-1"1,3 1 0,-3-1 236,-2 0 0,0 1 1,0-1-1,0 1 164,0-1 1,0 3 0,0 1 0,0 4-201,0 2 1,6-3-1,0 3 1,0-2-118,2-4 1,-7-1-1,5-3-338,-4 1 195,6-8 0,-6-10 0,4-12 0,-4-6-77,-2-5 0,2-4 0,2-10 0,1-2 22,-1-1 1,-2-7-1,-2 4 1,0 1-144,0-1 0,0-4 1,0 9-1,2 3 94,4 4 1,-4 9 0,6-1-1,-3 4-71,1 1 0,8 8 0,-2 6-141,3 8 0,-3 6 0,-1 9 1,3 3 1,1 1 0,1 8 0,-2-2 0,-3 4 331,3 2 0,-5 0 0,3-2 0,0-4 0,-3-6 0,5-3 0,-6-3 0,0 1-61,-1-1 0,5-5 0,-4-2 49,1-3 0,-3-1 151,6-6 0,-6-2 1,3-4-1,1-5 61,0-5 1,-4-1 0,5-1 0,1 1-71,-2-1 0,5 1 0,-5-2 1,2-3-45,-1-1 0,-5 0 0,4 5 0,-1-1 52,1-5 0,-6 11 1,2-5-1,-4 3 100,-2-1 1,-2 7 0,-4 3 2,-6 4 0,-3 4 1,-3 4-1,3 7-52,3 9 1,-3-1 0,3 8 0,-4 2-155,-1 2 1,1 2-1,5 0 1,5 0-228,4 0 1,2 6 0,0-1 0,2-3-158,4-6 1,11-6-1,12-7 1,4-3-420,2-3 0,8-12 768,4-12 0,11-19 0,4-5 0</inkml:trace>
  <inkml:trace contextRef="#ctx0" brushRef="#br0" timeOffset="4149">4175 385 7086,'-8'-17'-553,"-2"7"0,-7 6 816,0 8 0,5 6 1,0 9-1,-1 6 230,-3 10 1,5 2 0,1 10 0,2 3-193,4 6 0,2 8 0,2 12 0,0 4-277,0-1 1,2 1 0,2-8-1,4-1-69,2-3 0,-1-13 1,5-7-288,-3-11 1,-1-20 0,4-1 0,-5-8-107,-1-10 0,0-6 0,-4-9 0,4-3 44,1-3 0,1 2 0,2-7 394,-7 3 0,5-6 0,0 4 0</inkml:trace>
  <inkml:trace contextRef="#ctx0" brushRef="#br0" timeOffset="4664">4385 996 7701,'11'0'-613,"1"0"321,1 0 1,-3-2 446,2-3 1,-8 1 0,3-6 0,-1 0 98,0 1 0,0-3 1,-6-5-12,0-1 0,0 6 0,-2 1-143,-4-3 1,-4 1 0,-7 1-119,-1 6 0,1 4 0,0 2-18,-1 0 1,1 8 0,-1 4 0,3 5 32,3 6 0,-2-3 0,9 5 1,1-2 41,2 1 1,2-1 0,0-6 0,0 1 42,0-1 1,7-1-1,5-5 1,4-5-51,1-4 0,1-2 0,1 0 0,2 0-53,3 0 1,1-8-1,-4-5 1,2-7-22,-1-3 0,-3-2 1,-1 4-1,-1-5-12,1-1 0,-9 6 1,-1-2-1,-2 3 177,0 3 0,0-1 91,-6 1 1,-2 7-1,-4 4-132,-6 4 0,4 10 1,1 6-1,1 5-47,0 4 1,0 1 0,6-5 0,0 2-345,0 3 0,0 5 0,0-6 0,0-2-350,0-1 1,0-3 0,2 1 274,4-1 0,4-1 0,7-7 384,1-9 0,-1-2 0,0-9 0,1-9 0,-1-7 0</inkml:trace>
  <inkml:trace contextRef="#ctx0" brushRef="#br0" timeOffset="5230">4821 804 7701,'10'0'291,"-2"0"1,-8 2-18,0 4 0,0-2 0,0 8 0,0 1-79,0 3 0,0 7 1,2 2-1,1 0-115,3 1 1,8 3 0,-3-6 0,5-2-85,1-1 0,1-3 0,-1 1 0,1-3 49,-1-3 1,-1-2 0,-3-7-139,-1 3 1,-8 2 152,2-2 0,-6 4 1,-6 7-1,-6 0-24,-3 1 1,-3 5-1,-1 2 1,-2 1-80,-3-1 0,-5-2 1,6-5-1,2-1-42,1 1 0,3-9 0,-1-3-246,1-4 1,7-4 0,4-6 111,4-9 1,4-3 0,4-7 0,6 2 199,3 4 1,3-4-1,-1 1 1,1 3 190,-1 1 1,1 3 0,-1 1 0,0 3 73,1 1 1,-1 1-1,1-7 1,-1 3 48,1 3 0,1-4 0,3 5 0,1-5-146,-2-1 0,-1-1 0,-3 1 0,0-3-98,1-3 0,-1 4 0,-1-6 0,-4 1-70,-7 1 1,3 0 0,-2 5-32,-2 1 1,-4 1 84,-6 5 1,-4 3 0,-7 8 0,-1 2-43,1 4 0,5 3 1,1 11-1,-3 1 4,-1 2 1,5 1 0,2-5 0,2 2-370,0 3 1,1 1 0,5-4 0,0 3-109,0-3 0,0-2 1,2-1-1,1-1-29,3 1 0,14-3 0,-1-3 1,4-6 508,3-4 0,5-2 0,-4-2 0,0-6 0,-4-10 0,4-7 0,1-10 0</inkml:trace>
  <inkml:trace contextRef="#ctx0" brushRef="#br0" timeOffset="5532">5467 787 7701,'10'11'364,"-4"1"1,-4 0 0,-4 3 0,-2-1 130,-2-3 0,-2 1 1,4 8-317,-1 3 0,-1-10 0,4 5 0,-2-3-135,-2 1 1,0 1 0,6 1 16,0-1-274,0-7 0,0-4 230,0-12 1,0-10 0,0-7 0,0 0 23,0-2 0,6-1 0,2-5 0,2 2-32,3-2 1,-3 0-1,0 0 1,-1 4-4,1 2 1,2 1-1,5 7-175,1 0 1,-1 1 0,1 4-1,-1 7-148,0 3 0,-5 2 0,0 0 0,1 2-303,3 3 1,-4 5 0,-3 8-1,1-1 620,0 0 0,1 1 0,7-1 0</inkml:trace>
  <inkml:trace contextRef="#ctx0" brushRef="#br0" timeOffset="5865">5886 682 6881,'18'-10'867,"-8"-5"0,-5 13 0,-8-2 0,-5 6-357,-2 4 1,4 5 0,-5-3-344,-3 2 0,0 1 0,1 5 9,1-4 1,8 3-251,-1-3 1,3-2 0,2 1-3,0 3 1,0-5 0,2 3 321,3 2 1,-1-5 0,8 1 236,1-2 1,3 5 67,1-1 1,-7-2-1,-4 1-267,-4 3 0,-2-4 1,0 1-1,0 3-512,0 1 0,-8-3 0,-4 0 0,-3 1-519,-2 3 0,-7 1 1,-1-1-1,-2-3 747,-4-1 0,-10 0 0,-4 5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39:39.869"/>
    </inkml:context>
    <inkml:brush xml:id="br0">
      <inkml:brushProperty name="width" value="0.06" units="cm"/>
      <inkml:brushProperty name="height" value="0.06" units="cm"/>
    </inkml:brush>
  </inkml:definitions>
  <inkml:trace contextRef="#ctx0" brushRef="#br0">887 227 7720,'8'-17'133,"-6"5"0,4 1 1,-5-3-1,-1-2 221,0-1 1,0 5 0,0 1-34,0-3 0,0 4 0,-1 1-8,-5 1 1,2-4 0,-8 7-118,-1 1 0,-9 2 1,-1 2-1,2 0-30,1 0 0,-3 2 1,-2 3-1,-1 7-43,1 4 0,-4 1 0,4 2 1,0 5-90,-1 5 1,-3 4-1,8 2 1,4 2 75,3 3 0,10-1 1,-2 8-1,4-1-20,2-1 0,16-2 0,7-10 0,10-4-78,8-6 0,4-11 0,7-6 1,2-6-21,4-6 0,-3-6 0,3-11 0,-4-8-29,-1-8 0,-9 0 0,-5-6 1,-8 1 6,-8-1 0,-9 6 0,-4-1 1,-4 5 26,-8 6 1,-8 3 0,-13 9 0,-6 1-114,-4 5 1,-2 1 0,0 6 0,-2-2-381,-4 2 1,4 4 0,-4 4 0,7 4-277,4 2 0,-1 1 0,8 9 1,2 1-855,1 3 1626,11-1 0,-7 2 0,6 2 0</inkml:trace>
  <inkml:trace contextRef="#ctx0" brushRef="#br0" timeOffset="267">957 402 7720,'-6'-12'-1517,"0"1"3299,-7 7-1065,3-12 1,2 16 0,8 0-389,10 10 0,5 4 1,5-1-1,1-1-356,2 1 0,7 5 1,-5 3-1,0 2-347,0-1 1,0-3 0,-3-1 0,1-1-1478,-2 1 1851,-1-1 0,-3 1 0,1-1 0</inkml:trace>
  <inkml:trace contextRef="#ctx0" brushRef="#br0" timeOffset="667">1463 0 7741,'0'12'487,"0"0"1,0-7-399,0 7 0,6-6 0,2 4 15,2-3 0,-5 7-518,7-2 0,0 3 0,3 3-368,-3-1 0,-2-5 782,-5-1 0,-3 1 0,6 5 0</inkml:trace>
  <inkml:trace contextRef="#ctx0" brushRef="#br0" timeOffset="1033">1865 123 7742,'17'-2'124,"1"-4"0,-3 2 239,-3-8 0,-4 6-104,-8-5 1,-2 7 0,-4-2-86,-6 4 1,-1 4 0,-1 4-1,3 4-18,-3-1 0,-1 7 1,-1-4-1,2 1-85,3-1 0,1 3 1,-3-3-1,3 3-46,2 3 0,-4-6 0,7-1 1,1 3-97,2 1 1,2-3 0,0 0 131,0 1 0,8 3 0,5 1 57,8 1 0,-1-7 1,3-1-1,-3 0-93,-3-1 0,0-3 0,1 6-117,-1 1 1,-7 3-1,-4 1-375,-4 1 1,-10-1 0,-4 1 0,-3-1 466,-3 1 0,-15 7 0,-3 2 0</inkml:trace>
  <inkml:trace contextRef="#ctx0" brushRef="#br0" timeOffset="1649">206 1153 7751,'-18'6'-715,"1"0"1,0-3 936,-1-1 1,1 4 0,-1 0 135,1-2 0,-1 4 0,1-2 203,-1-3 1,3 1-68,3 2 1,8-4-154,16 4 0,1 2 0,17-3 0,3-1 119,5-2 1,3-2 0,10 0 0,5 0-50,4 0 1,10-7 0,9-3 0,7-2-149,9 1 0,-42 5 0,1 0 0,1-3 1,0 0-1,0 1 0,1-1-165,0 0 0,0 0 0,1 1 0,1 1 0,4 0 0,0 0 0,0 2 0,0-1-126,0-1 0,-2 0 0,0 2 1,-1 0-1,-6 0 0,-1-1 1,0 0-1,0 0-11,1 2 1,-1-2 0,3-1 0,1-1 0,-2 2 0,0 0 0,-2-1 0,-1-1-335,44-10 0,-7 1 1,-5-1-1,-5 3 95,-6 3 0,-6-3 0,-14 5 0,0 0-122,1 4 1,-9 3 0,-5-1 0,-8-2-749,-8 2 0,-9-4 557,-2 2 1,-16 1 590,-2 5 0,-15-8 0,-6-2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39:42.185"/>
    </inkml:context>
    <inkml:brush xml:id="br0">
      <inkml:brushProperty name="width" value="0.06" units="cm"/>
      <inkml:brushProperty name="height" value="0.06" units="cm"/>
    </inkml:brush>
  </inkml:definitions>
  <inkml:trace contextRef="#ctx0" brushRef="#br0">0 420 7543,'18'0'868,"-1"0"1,-1-2 550,-5-4-863,-3 4 1,-8-4-402,0 12 1,0-2 0,0 7 0,0 3-126,0 2 0,-2 3-525,-4 4 0,2-3 1,-5 3-1,1-4-2048,4-1 2543,2-8 0,-6 5 0,-1-5 0</inkml:trace>
  <inkml:trace contextRef="#ctx0" brushRef="#br0" timeOffset="434">157 0 7872,'12'6'430,"0"0"1,-1 8-97,7-3 1,-9-1 0,-1 0 0,0-1 214,4 1 0,3-4 0,3 6 0,-1 1-147,1 3 0,-1 1 0,-1 3 0,-3 1-166,-1 2 1,-3 8 0,5-2 0,-4 6-40,-2 6 0,-3-4 1,-5 6-1,-2-1-426,-3 5 1,-5-1-1,-8 3 1,-1 1-376,-4-1 0,1-6 0,-7 1 1,0 1-987,2 0 1,-4-9 1589,8-1 0,-8 0 0,3-8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04.817"/>
    </inkml:context>
    <inkml:brush xml:id="br0">
      <inkml:brushProperty name="width" value="0.06" units="cm"/>
      <inkml:brushProperty name="height" value="0.06" units="cm"/>
    </inkml:brush>
  </inkml:definitions>
  <inkml:trace contextRef="#ctx0" brushRef="#br0">140 856 8025,'0'10'-476,"0"0"2118,0-4-453,0-4 414,0 5-366,0-7-60,0 0-742,0-7 0,0 3 1,-2-6-1,-2 0-75,-1 1 0,-1-3 0,6-6 1,-2 1-12,-4 0 1,4-1 0,-4-1-1,4-3-92,2-1 0,-5-8 0,-1 2 0,2-4-112,2-2 0,-4-6 1,0-1-1,2-3-189,2-4 1,-3 5 0,-1-1 0,2 0-115,2 1 1,4 5-1,2-2 1,4 6 35,1 6 0,1 4 0,4 8 0,-3 1-152,3 4 1,1 5-1,3 7-312,-1 0 1,1 7-1,-1 7 1,1 5-59,-1 5 1,1 5-1,-1-4 1,-1 2-176,-5 4 0,3 0 0,-6 0 0,-1-4-473,1-1 1,4 3 1291,-6-6 0,-1 8 0,-5-4 0</inkml:trace>
  <inkml:trace contextRef="#ctx0" brushRef="#br0" timeOffset="333">1 612 8037,'9'8'231,"-1"-4"208,-8 7 1,8-7-102,3 2 1,-1-4 0,2-4 0,1-2-18,3-2 0,1-7 0,1 3 0,-1-2-350,1 1 0,5 1 0,0-4 0,-1 5-496,-3 1 0,-7-4 0,-1 6 525,3 2 0,1-5 0,3-1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08.267"/>
    </inkml:context>
    <inkml:brush xml:id="br0">
      <inkml:brushProperty name="width" value="0.06" units="cm"/>
      <inkml:brushProperty name="height" value="0.06" units="cm"/>
    </inkml:brush>
  </inkml:definitions>
  <inkml:trace contextRef="#ctx0" brushRef="#br0">228 489 7335,'9'8'959,"-1"-6"1,-8 4-526,0-12 0,-2-4-219,-4-7 0,3 1 0,-7 3 90,2 1 1,-5 6-150,1-6 1,-4 9-125,-1-3 1,5 4-6,1 2 0,7 8 0,-2 3 46,4 5 1,2 1 0,0 1-217,0-1 0,2 1 73,4-1 0,3-7 0,9-4 242,-1-5 1,-5-1 0,0 0 31,1 0 0,-3-7 0,0-5-65,-3-3 1,1 3 3,-2 0-181,-4 1 1,6 3 237,-8 8 1,0 4 0,0 11 0,0 7-89,0 3 0,0 4 0,-2 8 0,-2 4-322,-2 5 1,-8 7 0,3 3 0,-5 2-123,-1-2 1,-1-9-1,1-8 1,-1-8-232,1-8 1,0 0 0,-1-5-668,1-9 0,-1-9 1230,1-11 0,-1-9 0,1-15 0</inkml:trace>
  <inkml:trace contextRef="#ctx0" brushRef="#br0" timeOffset="734">664 175 7950,'-11'0'1395,"-1"0"-74,8 0-918,-4 0 0,10 0 0,4 0-70,6 0 1,-2 6 0,1 1-1,3 3-33,1 4 1,-3 3-1,0 4 1,-1 5-202,-1 1 0,4-4 1,-7 6-1,1 0-120,0-2 0,0 6 0,-5-5 0,3-1-89,-2-4 0,-2-4 0,-2-1-159,0-1 209,0 1 1,0-10 68,0-8 0,-6-2 0,-2-10 1,1-2-8,-1-1 0,-6-3 1,3 1-1,-5 0-22,-1-1 1,-1 1 0,1-1 0,-1 1-11,1-1 0,-1 7 0,1 1 0,0 2 158,-1 4 0,1 2 0,-1 2 109,1 0 1,5 14-1,2 3 1,3 3-78,3-1 0,2 4 1,2 3-1,0-1-97,0 0 0,7 4 1,3-5-1,2-3-190,-1-2 0,3-7 0,7-2 0,3-1-134,-3 1 0,0-6 1,1 2-1,3-4-437,2-2 0,-6-6 1,3-2-1,-3-2 698,2-3 0,-3-10 0,5-5 0</inkml:trace>
  <inkml:trace contextRef="#ctx0" brushRef="#br0" timeOffset="1050">1014 0 8200,'11'16'1280,"-1"-3"-1036,-2-1 0,-2-6 0,-6 5 0,0 3 193,0 1 0,2 5 0,1 3 0,3 6-212,-2 4 1,4 4-1,-2 2 1,-2 4-99,-2 1 1,-2 3-1,0 5 1,0 1-753,0-1 1,0-7 0,0-5 0,0-5-1359,0-6 0,-2 2 1983,-4-7 0,-4-1 0,-7-6 0</inkml:trace>
  <inkml:trace contextRef="#ctx0" brushRef="#br0" timeOffset="1350">1049 437 7926,'2'9'466,"3"-3"1,-1-4 0,8-2 46,1 0 0,-3 0 0,2 0 0,1 0-115,3 0 1,3 0-1,3 0 1,1 0-62,-2 0 0,5 0 0,-1 2 0,0 2-120,0 2 0,-2 7 0,-5-1 1,-3 5-42,-3 7 1,-4-5 0,-8 6 0,-2-1-305,-4-1 0,-9 6 0,-11-4 1,1 1-576,0-1 1,-8-2 0,0-5 0,-6-3-949,0-3 0,2 1 1651,3-7 0,-9 0 0,-2-6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10.799"/>
    </inkml:context>
    <inkml:brush xml:id="br0">
      <inkml:brushProperty name="width" value="0.06" units="cm"/>
      <inkml:brushProperty name="height" value="0.06" units="cm"/>
    </inkml:brush>
  </inkml:definitions>
  <inkml:trace contextRef="#ctx0" brushRef="#br0">0 402 7900,'12'-6'-767,"0"1"0,-1-7 771,7 6 0,-8-2 827,-5 3-84,5 3 1,-8-8 634,4 4-829,-4 4 0,-2-4 1,0 12-110,0 6 1,0 3-1,0 5-168,0 3 1,6-4 0,-1 5 0,1-5-163,2-1 1,-4-1 0,6 1 0,-1-1 66,1 0 0,0-5 0,3-2 0,-1-2 177,1-5 1,-3-1 0,2-2-219,1 0 1,3-7-1,1-5 1,1-5-262,-1-7 0,-1 3 0,-3-6 0,-1 0-244,2-1 1,-1-1-1,1-6 1,-4 0-431,-3 1 0,1 1 0,-4 1 0,2 5-1020,-2 2 0,0 2 1815,1 5 0,-3 1 0,6-1 0</inkml:trace>
  <inkml:trace contextRef="#ctx0" brushRef="#br0" timeOffset="318">507 385 7900,'17'11'-162,"1"1"1,-1-8 1214,1 2 0,-1-6-902,1-6 1,-1-2-1,1-5 1,-1 1 3,1-2 0,-7 5 0,1-3 0,1-1-111,3-3 0,-1-1 0,-1-1-177,-2 1 1,-6-1 0,3 1 82,-1-1 0,-4 3 1,-10 3 113,-6 6 1,-3 4-1,-3 2 1,1 2 48,-1 4 0,7 4 1,-1 9-1,-1 2 65,-3 3 1,1 1-1,1-2 1,4 4-270,3 1 0,1 5 1,6-6-1,0 0-327,0-4 0,2 2 0,2-1 1,5-3-244,7-2 1,-3-9 0,13-4 660,-1-4 0,2-2 0,8 0 0</inkml:trace>
  <inkml:trace contextRef="#ctx0" brushRef="#br0" timeOffset="651">1013 210 7874,'0'20'-74,"0"3"1,-2-4-1,-1 7 1,-5-3 524,-2 0 0,6 6 0,-4-6 0,3 1-262,-1 1 1,-6 0-1,6 4 1,2-5-234,3-5 0,-5-2 623,0 1-495,0-8 0,6-10 1,0-12-1,2-4-108,4-1 1,-2 0 0,5-3 0,-1-1 22,-4-2 1,4-7-1,0 5 1,1 0-66,5 0 0,-4-4 0,1 5 0,3 3-12,1 2 1,3 1 0,-1 1 25,1-1 0,3 7 0,0 1 0,-1 2-336,1 4 1,0 4-1,-3 6 1,-3 6 387,-3 3 0,11 10 0,-3 3 0</inkml:trace>
  <inkml:trace contextRef="#ctx0" brushRef="#br0" timeOffset="984">1625 228 7869,'-18'-2'374,"1"-4"0,-1 4 1,1-4 177,-1 4 0,1 2 1,-1 0-306,1 0 1,-1 2 0,3 4 0,1 4-78,3-1 0,-1 7 0,-3-4 0,1 3-68,2 3 0,6-1 0,-3 0 0,1 1-99,4-1 1,2 1-1,4-1 1,4 1-152,6-1 0,-1 1 1,3-1-1,1 1 62,-1-1 1,-1-5 0,3-1 0,-2 1-231,-3-2 0,-1 5 62,2-3 0,-5-2 0,-9-1 1,-3-1-418,-7-4 1,-4-2 0,-1-2 0,0 0 670,-1 0 0,-7 0 0,-2 0 0</inkml:trace>
  <inkml:trace contextRef="#ctx0" brushRef="#br0" timeOffset="1219">1729 228 7527,'8'17'-507,"4"1"0,-3-7 0,1 1 913,-2 1 0,-2 3 0,-6 1 441,0 1 0,0-1 0,0 1 0,0-1-466,0 1 0,0-7 0,-2 1 67,-4 2 0,4 1-534,-4 3 0,4-7-1671,2 1 1757,0-8 0,-7 4 0,-3-8 0</inkml:trace>
  <inkml:trace contextRef="#ctx0" brushRef="#br0" timeOffset="1568">1974 298 6792,'-8'17'469,"4"-1"0,-7-3 1,-1-1-2,2 1 0,-5-3 0,5 2 0,-2-1-140,1-1 0,7 6 1,-2-5-1,4 5-129,2 1 0,0 1 0,0-1-102,0 1 0,8-3 0,4-1 1,3-5 9,2-1 0,7-2 0,1-6 0,2 0-80,4 0 0,-4-2 1,2-4-1,3-5-32,1-5 1,-6-1 0,-4-3 0,-6-1 51,-5-2 0,2-1 1,-9 7-1,-1-1-65,-2 1 0,-4-1 1,-3 1-1,-9-1-161,-7 1 0,-1 5 1,-5 3-1,0 1-263,0 4 0,3-4 1,-3 2-1,2 3-661,4 1 1,1 9 180,3 5 1,7 4 921,4 1 0,4 0 0,2 1 0</inkml:trace>
  <inkml:trace contextRef="#ctx0" brushRef="#br0" timeOffset="1934">2393 245 7851,'12'0'1287,"-3"2"-655,-1 4 1,0-4 0,-4 6-216,2-1 1,-1-3 0,-5 8 0,0 1-248,0 3 0,0-4 0,0-1 0,0 3-169,0 1 1,0 3-1,0-1 1,-2-1 100,-3-5 0,3 5-416,-4-4 1,2-5-569,-2-1 1,4-6 0,-2-4 372,8-1 1,0-9-1,6 2 1,0-1 350,-1 1 1,1-3 0,4 3-1,-3-2 296,3 3 0,-5-3 0,3 6 178,2-1 0,1 5 177,3-2 0,-3 6 0,-1 6-340,-3 5 1,-7 5 0,2 1-1,-4 3-571,-2 3 0,0-4 1,0 5-688,0-5 1105,0-1 0,8-1 0,2 1 0</inkml:trace>
  <inkml:trace contextRef="#ctx0" brushRef="#br0" timeOffset="2167">2917 263 7851,'-12'15'428,"1"-3"0,5 3 1,-4-3 56,2 3 1,3 3 0,5-1-408,0 1 0,2-3 1,1-1-1,5-2-281,2 1 0,-4-3 0,3 2 0,-1 1-226,-4 3 0,4-5 0,0-1 429,1-2 0,-5-2 0,4-6 0</inkml:trace>
  <inkml:trace contextRef="#ctx0" brushRef="#br0" timeOffset="2551">3161 298 7955,'-5'17'363,"-1"0"1,-2 1 0,4-1-1,-2 1 628,2-1 1,3 1-1,1 1-358,0 4 1,0-3-1,1 1 1,3-5-431,2-5 0,0 1 0,-4 5 0,2 1-126,2-1 0,-1-5 0,-3-2-211,4-2 1,-2-3 0,8-7-266,1-3 0,-3-5 0,2-8 0,-1-1 69,-1-4 0,6 1 1,-5-5-1,5 0 168,1 0 1,1 4 0,-1-5-1,1 3 258,-1 4 1,-5 1 0,-1 5 0,3 1 638,1 3 0,3 7-528,-1-2 0,1 6 1,-3 6-295,-3 5 0,-2 11 0,-6 1 1,1-2-318,-1-1 1,4 3-1,-2 0 1,0-1-367,1-3 0,-5-1 0,6-1 0,0-1 770,4-5 0,3 5 0,3-7 0</inkml:trace>
  <inkml:trace contextRef="#ctx0" brushRef="#br0" timeOffset="2852">3965 385 8551,'-18'0'5596,"9"0"-3159,-7 0-843,14 0-1401,-13 0 1,11 8 0,-6 3-99,2 5 1,2 3 0,5 4 0,-3 7-62,-2 3 0,-2 3 0,4 5 0,-4 8-237,-1 7 1,-3 6-1,-5 6 1,-3-2-289,-3-2 0,-2-2 1,-6 0-1,2-7-72,-2-7 0,3-15 0,1-2 0,2-8-649,4-7 0,1-10 0,3 0-722,-1-5 1934,9-1 0,-7-15 0,6-4 0</inkml:trace>
  <inkml:trace contextRef="#ctx0" brushRef="#br0" timeOffset="3117">2987 53 7781,'-18'10'514,"1"-4"1,5-3 0,1 1 1772,-3 2-1474,6 0 0,0-8-719,8-4 1,2 2-2020,4-7-144,-4 7 2069,14-4 0,-14 8 0,5 0 0</inkml:trace>
  <inkml:trace contextRef="#ctx0" brushRef="#br0" timeOffset="3518">1747 1 8002,'-8'15'-603,"-4"-3"0,-1-4 4432,1-1-2441,-3-5 0,13 4-1314,-4-12 0,12-2 1,5-3-1,5 5-1528,1 4 1454,1 2 0,7-8 0,2-1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24.415"/>
    </inkml:context>
    <inkml:brush xml:id="br0">
      <inkml:brushProperty name="width" value="0.06" units="cm"/>
      <inkml:brushProperty name="height" value="0.06" units="cm"/>
    </inkml:brush>
  </inkml:definitions>
  <inkml:trace contextRef="#ctx0" brushRef="#br0">0 385 7990,'8'10'272,"-6"-1"97,4-3 0,-4-2 605,-2 8 143,0-8 380,0 3-599,0-7 1,-2 0 525,-4 0-714,4 0 0,-6-1 236,8-5-598,0 4-200,0-6 0,0 6-255,0-4 1,2 4 0,4-5 23,6-1 1,-3 6-1,1-6 1,0 2 34,-1 0 0,-3 1 1,6 5 64,1 0 0,-3 0 1,0 2 62,-2 3 0,-3 5 0,-5 8 0,-2-1-21,-3 0 1,1 9 0,-8 1-1,0 2-62,3 0 1,-7-2 0,7 2 0,-1-5-84,4-5 0,-2-2 0,2 1-198,3-1 1,3-1-1,5-4-190,7-7 0,4-5 0,1-5 1,2-7-484,5-4 1,-3-1 0,6-1 0,0-1-292,1-4 1,-7 3 1247,2-3 0,4-4 0,0 0 0</inkml:trace>
  <inkml:trace contextRef="#ctx0" brushRef="#br0" timeOffset="383">489 1 7488,'-17'6'-599,"-1"-1"0,1 7 1354,-1-6 1,9 2-1,3-2-251,4 5 1,2-1 0,2 2 0,4 1 17,5 3 1,5 7 0,1 2-1,1 4 280,-1 8 0,6-2 0,1 8 1,-3-1-354,-2 5 0,-3 11 0,-4 4 1,-7 2-405,-3 0 0,-2-5 1,0 5-1,-2 0-721,-3-2 1,-11-2-1,-9-10 1,0-3 675,-1-6 0,-5-4 0,4-3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50.412"/>
    </inkml:context>
    <inkml:brush xml:id="br0">
      <inkml:brushProperty name="width" value="0.06" units="cm"/>
      <inkml:brushProperty name="height" value="0.06" units="cm"/>
    </inkml:brush>
  </inkml:definitions>
  <inkml:trace contextRef="#ctx0" brushRef="#br0">185 766 7718,'-8'17'81,"-2"0"1,-5 1 0,1-1 389,2 1 1,7-1 0,-5 1 0,2 1-227,4 4 0,-3-1 0,1 5 0,2-2-213,2-3 1,2 5-1,0 2 1,0 4-264,0 2 1,0-6-1,-2-2 1,-2-2-967,-2-3 0,0 3 1197,6-2 0,0 0 0,0-5 0</inkml:trace>
  <inkml:trace contextRef="#ctx0" brushRef="#br0" timeOffset="401">551 626 7835,'-7'17'513,"3"1"1,-6-1 0,2 1-264,4-1 1,2 8 0,2 3 0,0 1-210,0 0 1,0 6 0,-1 5 0,-3-1-193,-2-2 1,0-10 0,6-3 0,0-5-319,0-2 314,0-7 0,0-4 1,2-12-1,2-6-29,2-3 0,7-4 0,-3-3 0,2-3 30,-1-2 0,-1 4 1,4-5-1,-3 1 117,3 0 0,-5 6 0,3-3 0,0 5-44,-3 2 0,7 1 0,-6 2 0,1 5 634,1 1 0,-6 2 1,3 8-1,1 4-200,0 6 0,-4 5 0,3 4 1,1 5-522,0 1 1,-6 2 0,3 6 0,-1 0-177,0 0 0,0 0 1,-6-2-1,2-4 344,4-6 0,-4 4 0,5 0 0</inkml:trace>
  <inkml:trace contextRef="#ctx0" brushRef="#br0" timeOffset="684">1215 15 7872,'-15'17'224,"5"-3"0,-10 3 0,9 8 207,3 6 1,2 12 0,6 4-1,0 5-170,0 6 0,0 4 1,2 8-1,2 2-120,2 4 1,2-7 0,-5 3-1,3-8-861,-2-4 1,-2-1-1,-2-9 1,0-5 244,0-10 0,-2-2 0,-2-10 1,-3-4 474,-3-5 0,-2 1 0,-5-5 0</inkml:trace>
  <inkml:trace contextRef="#ctx0" brushRef="#br0" timeOffset="1018">988 748 7753,'8'18'211,"1"-1"233,1 0 1,6-5 0,-5-2 0,5-1-47,1 1 0,7-6 0,1 2 0,2-2-362,4 2 0,2-4 0,2 3 0,2-5-46,4-5 0,-5-5 0,7-8 1,-2-1-30,0-4 1,-3 3 0,-7-5-1,-3 2-310,-3-1 0,-2 1 0,-7 6 0,-5-1 147,-5 1 0,-6 1 1,-8 5 184,-9 5 1,-1 4 0,-7 4 0,0 4 74,-4 5 0,2 5 0,0 3 0,-1 4 127,1 7 0,6-3 0,0 2 0,5 2-212,4 2 1,9 0 0,-3-2 0,4-4-343,2-2 1,2 4 0,4-5 0,5-5-133,5-5 0,9-7 501,4-7 0,4 0 0,2 0 0</inkml:trace>
  <inkml:trace contextRef="#ctx0" brushRef="#br0" timeOffset="1284">1774 678 7725,'2'16'0,"2"-3"566,2-1 0,-1-6 1,-5 5-198,0 3 1,0 2 0,0 1-153,0 0 0,-2 1 1,-1-1-7,-3 1 1,0-1-313,6 1 67,0-1 1,0-9 0,0-8 36,0-10 0,6-11 0,1-2 0,1-1-192,0-1 1,6 0 0,-5-6 0,3 4-90,0 1 0,-1 1 0,7 4 0,-1-2-73,1 1 0,-3 9 0,-1 3 0,-3 2-188,3 4 0,1 2 0,3 2 539,-1 0 0,1 8 0,-1 2 0</inkml:trace>
  <inkml:trace contextRef="#ctx0" brushRef="#br0" timeOffset="1651">2228 958 7701,'0'11'1608,"0"1"-1162,-8 0 0,4 3-152,-7-3 1,7-6 0,-2-12-25,4-6 0,2-5 1,2-5-1,2-3-28,2-2 1,5-4 0,-3-8 0,0-4-169,0-1 0,3-5 1,-3-9-1,2-8-336,3-8 0,-3 2 0,2-5 0,1 3-238,3 4 1,3 0 0,1 18 0,-1 9 92,-4 10 0,-1 16 0,2 13 70,-5 8 1,3 7 0,-8 15-1,-2 7-215,-3 6 1,-1 9 551,0-1 0,0 11 0,0 4 0</inkml:trace>
  <inkml:trace contextRef="#ctx0" brushRef="#br0" timeOffset="2170">2315 661 7117,'0'9'2996,"0"-1"-2740,0 0 0,2-6-146,4 4 1,-2-4 0,8-2 0,1 0-227,3 0 0,1 0 0,1 0 0,-1 0-194,1 0 1,-1 0 0,0-2 0,1-2 93,-1-2 1,1-6-1,-1 7 1,1-1 86,-1-2 0,-5 6 0,-2-6-322,-3 1 640,-1 5 0,-14-4 0,-3 12 0,-5 3 303,-1 1 1,-1 11 0,1-3-1,-1 1-117,1 1 1,1 3-1,3 0 1,3-1-362,2-3 0,3-2 0,5 1 1,0-1-180,0 1 0,1-9 1,5-3 0,6-4 0,3-4 0,3-4 0,1-7-14,5-8 1,-5-1-1,6-7 1,-1 0 146,-1 2 0,0-4 1,-7 7-1,-3 1 191,-1-2 0,-2 11 0,1-3 120,-5 1 0,-4 11 1,-2 5-238,0 9 0,0 7 1,-2 3-1,-2 3-221,-2 1 0,-5 6 1,5-4-1,2 0-827,2 1 0,2 3 1,0-6 1004,0-2 0,8-1 0,1-3 0</inkml:trace>
  <inkml:trace contextRef="#ctx0" brushRef="#br0" timeOffset="2601">3031 713 7701,'10'0'938,"-2"0"0,-10 0 0,-4 0 0,-4 2-589,1 4 0,-7-4 1,4 6-1,-3-1-227,-3 5 0,7-2 0,-1 1 0,1 3-94,1 1 0,-4 3 1,8-1-203,3 1 1,1-1 0,4-1 0,3-3-153,7-1 0,4-8 0,3 2 0,2-4 14,3-2 1,7 0 0,0 0 0,6-2 99,3-4 1,-5-6-1,-6-9 1,0-2 21,-1 1 0,3-3 0,-8 2 0,-2 0 174,-1-3 0,-3 7 0,-1-4 0,-5 3 374,-5 3 0,-4 5 379,-2 0-440,0 9 1,-6 3-1,0 11-192,3 5 1,1 1-1,2 1 1,0-1-81,0 1 1,0-1-1,2 1 1,3-1-114,7 0 1,4 1-1,1-1 1,2 1-28,5-1 0,-3-5 1,6-2-1,0-3-119,1-3 0,-1-2 1,2-2-1,-4-2-426,0-4 0,-7-3 0,1-9 660,-5 1 0,-10-1 0,3 1 0</inkml:trace>
  <inkml:trace contextRef="#ctx0" brushRef="#br0" timeOffset="2901">167 364 7710,'-50'0'191,"3"0"0,12 0 0,14-2 252,7-4 1,14 2 0,12-6 0,5 1-520,7-1 1,-3-2 0,6-3 0,0 1-328,1 3 0,-5 7 1,6-2 402,2 4 0,2-6 0,2-1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48.483"/>
    </inkml:context>
    <inkml:brush xml:id="br0">
      <inkml:brushProperty name="width" value="0.06" units="cm"/>
      <inkml:brushProperty name="height" value="0.06" units="cm"/>
    </inkml:brush>
  </inkml:definitions>
  <inkml:trace contextRef="#ctx0" brushRef="#br0">0 503 7790,'8'-9'-1954,"-6"-7"2189,4 5 0,-2-3 1,0 0-5,2 3 0,-1-1 1,-5-5 86,0-1 1,2 3-1,2 1 1,2 2 360,-2-1 1,-2 3 381,-2-2-803,8 1 1,-7 3 0,5 8-1,-4 10-47,-2 5 0,0 12 1,0 6-1,0 8-104,0 4 1,2-4-1,2 5 1,4 1-48,2-3 0,-1-1 0,5-10 0,-3-4 39,3-6 0,2-5 0,1-6 0,1-9-36,-1-6 0,6-9 1,1-9-1,-3-5-361,-2-1 1,-1-4 0,-3-8 0,-1-1-294,-2 1 1,-3 2-1,3 2 1,-6 0-195,-4 0 0,-2 0 0,0 0 785,0 0 0,-16 0 0,-3 0 0</inkml:trace>
  <inkml:trace contextRef="#ctx0" brushRef="#br0" timeOffset="596">821 259 7790,'18'-8'71,"-3"-2"1,-1-5 237,-3 3 1,-7-3 0,2 3 51,-4-3 0,-2 3 0,-2 2-173,-4 2 1,-3 3 0,-9 5 0,1 0-80,-1 0 0,1 7 0,-1 3 0,-1 2-62,-4-1 0,3 1 0,-3 6 0,4-1-113,1 0 0,6 1 1,1-1-1,-1 1 33,2-1 0,3 1 0,7 1 1,0 3 88,0 1 0,0 0 1,2-4-1,3 3-11,7 1 0,4 6 1,-1-5-1,-1-1-53,-3 2 1,-1-6-1,4 5 1,-5-3-117,-1 2 0,-2-3 1,-6 3-1,-2-4-388,-4-1 0,0-1 0,-9-1 1,-5-3-326,1-1 0,-2-8 837,-3 2 0,-3 4 0,-8-1 0</inkml:trace>
  <inkml:trace contextRef="#ctx0" brushRef="#br0" timeOffset="980">1013 451 7684,'29'-17'-122,"1"-1"1,-1 1-210,-2-1 1,-2-5 0,-7 0-1,-1-1 491,0-1 0,-1 6 0,-2-5 0,-5 5-50,-1 2 1,-2-1 0,-6 1-44,0-1 1,-2 3-1,-4 3 52,-6 6 1,-3 4 0,-3 4 0,1 2 70,0 2 1,-7 13 0,-1 1-1,0 5 32,0 6 1,1 2-1,7 2 1,1 0-41,5 0 0,-3 5 0,6 1 1,1-2-325,-1-2 0,4 4 0,8-1 0,4-3-220,1-6 1,11-5-1,9-9 1,4-1-144,2-5 0,0-5 505,0-12 0,-1-4 0,1-7 0</inkml:trace>
  <inkml:trace contextRef="#ctx0" brushRef="#br0" timeOffset="1297">1502 207 7684,'0'33'0,"0"-2"202,0-2 1,0-2 0,0 4 0,0-2-86,0 2 1,0 2 0,0 2 0,0-2 11,0-4 1,0 4 0,0-6 0,0 0 101,0-3-10,0-5 1,0-11-1,0-8-139,0-10 0,0-11 0,2-4 1,2-3 52,2-3 1,6-4-1,-5-3 1,1-5-165,0-2 1,5 5 0,-1-5-1,4 0-87,1 1 1,1 5-1,-1-2 1,2 6 89,5 6 1,-3-2-1,6 10 1,0 3-127,1 5 0,-5 9 1,4 0-1,-2 8-1091,-3 7 1243,-3 5 0,6 9 0,2 2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0:54.769"/>
    </inkml:context>
    <inkml:brush xml:id="br0">
      <inkml:brushProperty name="width" value="0.06" units="cm"/>
      <inkml:brushProperty name="height" value="0.06" units="cm"/>
    </inkml:brush>
  </inkml:definitions>
  <inkml:trace contextRef="#ctx0" brushRef="#br0">53 734 6963,'-10'8'1171,"0"-6"-702,5 3 0,1-3 769,-8-2 47,8 0-223,-4 8-755,8-6 1,2 6-500,4-8 0,4 0 0,7 0 0,1 0-532,-1 0 1,1 0-1,-1 0 724,1 0 0,7-8 0,2-2 0</inkml:trace>
  <inkml:trace contextRef="#ctx0" brushRef="#br0" timeOffset="642">681 542 7704,'12'0'1132,"0"0"-837,-8 0 1,3 8-1,-9 3 1,-1 7-1,-3 5 1,-6-2 0,4 8 0,-1 2-161,-5 2 1,4 8-1,-1 2 1,-1 0-146,2-1 1,-5 5 0,5-8 0,-1-4-78,-1-4 0,8-10 0,-4 0-176,0-7 1,7-10-20,-5-16 1,12-1-1,3-19 1,3-2 88,0-5 1,-1-10 0,5 3 0,-3-5 17,-1-1 1,0-1 0,3 1-1,-1 0-20,-3-1 1,1 1 0,3 1 0,-1 5 279,-2 5 0,-3 10 0,5 6 0,-2 5 319,1 11 1,-5 7 0,0 10-1,-1 7 114,5 6 0,-2 10 0,0 1 0,-1 4-213,1 5 0,-4 2 1,3-2-1,-1 3-404,-4 1 1,4 3 0,-2-7 0,-2-2-623,-2-2 0,-2-4 1,0-2 49,0-2 1,-6-8 0,-2 1 0,-2-9-634,-3-7 1304,-3-4 0,-1-2 0,-1 0 0</inkml:trace>
  <inkml:trace contextRef="#ctx0" brushRef="#br0" timeOffset="1094">402 769 7704,'18'6'0,"-1"1"203,0 3 1,-5-6 0,0 2 0,1-4 238,3-2 0,3 0 1,3 0-1,3-2-178,2-4 1,2 2 0,4-6 0,0 1-270,2-1 0,-6 4 1,8-4-1,-6 3-220,0 3 0,2-4 0,0 2 1,-4 0-256,-6-1 1,3 5 0,-3-4 0,-2 4-273,-1 2 0,-3 0 429,1 0 1,-9 2-1,-3 4 598,-4 5 1,-2 5 0,-2 1 0,-2 1 108,-2-1 0,-5 1 0,3 1 0,0 3 255,1 1 0,-1 6 1,4-6-1,-2 0-249,2 3 0,2-7 0,2 4 0,0-3-248,0-3 1,0-5 0,0 0 32,0 1-140,0-5 1,2-2-1,2-12-77,2-6 0,6-3 0,-7-5 1,1-1-112,2-2 1,-4-3 0,5 5-1,-1-4-290,-4-2 1,4 5-1,0-3 1,-1 2-82,1 0 0,6-1 0,-3 7-53,5-1 1,1 9 0,1 3-98,-1 4 0,1 2 674,-1 0 0,8 8 0,3 1 0</inkml:trace>
  <inkml:trace contextRef="#ctx0" brushRef="#br0" timeOffset="1410">1485 839 7704,'10'2'216,"-5"3"604,-3-3-594,-2 6 0,6-10-81,0-4 1,0-3 282,-6-9 1,0 1-140,0-1 1,0 7 0,-2 1-52,-4 2 1,2 0 0,-8 5-122,-1-3 1,-3 0-1,-1 6 15,-1 0 0,7 8 1,-1 3-1,1 5-34,1 1 1,-6 1-1,7-1 1,-1 1-70,4-1 1,4 6 0,2 1 0,0-3-32,0-2 0,8-1 0,4-3 1,3-1-211,3-2 1,5-8 0,2 1 0,0-3-307,0-2 0,5 0 0,-5-2 0,0-3-1171,0-7 1689,6-4 0,-11-1 0,5-1 0</inkml:trace>
  <inkml:trace contextRef="#ctx0" brushRef="#br0" timeOffset="2379">1887 454 7741,'17'-11'-356,"0"-1"1,1 6-1,-1-5 1,-1-3 795,-4-1 0,1-3 0,-5 3 0,0 1 317,-1 2 0,-1 1 0,-6-7-140,0 1 1,-2 5 0,-4 2-161,-5 3 1,-5 1 0,-1 6-232,-1 0 0,1 4 1,-1 5-1,1 9-104,0 1 1,-1 9 0,1 1 0,-1 6 28,1 5 0,5-3 0,2 6 0,3 0-135,3 3 1,2 5 0,2-1 0,2-3-238,3-7 1,5-5 0,10-6 0,1-3 1,2-1 1,6-14 0,-3 1-1,1-10 36,4-8 0,-4-3 0,0-11 0,-2-3 4,-3-6 1,-9 2 0,-3-3 0,-2 1 57,-4 2 1,-2-4 0,-2 6 0,0 0 119,0-1 0,-2 3 0,-4 6 0,-6 1 7,-3 5 0,-3-3 0,1 6 0,-1 0-19,1 1 0,-1 1 0,1 6-45,-1 0 0,7 6 0,1 1 63,2 3 1,2 2 0,8 5-29,4 1 1,4-3-1,7-3 1,1-6-43,-1-4 0,3-2 0,1 0 1,4 0-125,2 0 1,-3-8 0,3-4 0,0-5-52,0-6 0,0 3 0,4-5 0,-3 2 121,-3-1 0,-2-1 0,-7 4 155,-5-3 0,3 1 470,-8 6 1,-2 7-1,-8 6 1,-4 8 271,-2 8 0,1 3 0,-5 5 0,4 1-344,2 2 1,-3 8 0,5-2 0,2 6-314,2 6 0,0-2 0,-2 5 0,-1 1-253,1 0 0,2 1 0,2 5 1,0-5-638,0-5 1,0-12-1,2-6 1,2-3-180,1-3 0,3-7 0,-2-6 177,6-8 771,-5-6 0,9-15 0,-6-2 0</inkml:trace>
  <inkml:trace contextRef="#ctx0" brushRef="#br0" timeOffset="2728">2568 454 7398,'17'0'-341,"1"0"1,-7 0 0,1 0 1951,1 0 0,-5-1 1080,-2-5-715,-4 4-1670,-2-6 0,-2 8 0,-2 2-159,-2 4 1,-5 3-1,3 9 1,0-1-110,0 1 0,-3 1 0,3 3 0,-2 1-15,-3-2 1,5 4-1,2-1 1,2-1-184,-2 2 1,4-5 0,-3 3 0,5-4 21,5-1 0,-1 1 1,8 1-1,2-1 190,1-3 1,8-5 0,3 3 0,-1-5 169,0-1 0,4-2 0,-6-6 0,-1 0 121,-3 0 1,-7 0-320,-1 0 1,-9 0 0,-2 2 0,-9 4-468,-7 5 0,-9-1 1,-4 2-1,-6-1-1268,-6-1 1,2 6 1710,-7-5 0,-9 5 0,-7 1 0</inkml:trace>
  <inkml:trace contextRef="#ctx0" brushRef="#br0" timeOffset="3267">3528 297 7061,'8'8'1164,"-8"4"0,0 3 1,-6 3-515,4-1 1,2 6-1,0 3 1,0 1-99,0 4 1,0 10-1,2 3 1,2 3-532,2-1 0,5 1 0,-5 5 0,0 1-216,2-1 0,-6-7 1,6-4-1,-3-7-3486,1-4 909,0-13 2772,-6-9 0,0-16 0,0-2 0</inkml:trace>
  <inkml:trace contextRef="#ctx0" brushRef="#br0" timeOffset="3694">3266 559 7761,'2'18'307,"4"-1"0,4-7 0,7-2 0,1-3 246,-1 1 0,8 0 0,4-6 0,6 0-535,6 0 1,-2-2 0,5-2 0,1-2-138,0 3 1,-6-5 0,1 2 0,-3 0-50,-2-2 0,4 6 0,-4-3 1,-8 1-379,-6-2 717,-3 4 0,-10-4-66,-8 12 0,-8 4 1,-12 7-1,-1 1 155,-2-1 1,-1 1 0,5 1 0,-2 2 79,-3 3 1,3-1 0,8-4 0,3 3-105,2 1 1,2 0-1,6-5-223,0-1 1,8-7 0,4-4 0,5-4-44,6-2 0,5-4 1,5-6-1,-2-7-102,-2-3 1,-2-5-1,4 0 1,-4-2-49,-2-5 1,-3 5 0,-9 0 0,-3 2 102,-2 4 1,-2 1-1,-6 3 1,-2 1-144,-4 5 1,-4 3-1,-7 8 1,-3 0-288,-3 0 1,4 2 0,-7 2-1,3 3-210,0 3 1,1 2-1,9 3 717,1-3 0,0 11 0,-5-3 0</inkml:trace>
  <inkml:trace contextRef="#ctx0" brushRef="#br0" timeOffset="4092">4104 594 7718,'30'0'0,"-3"0"-491,-2 0 1,-8 0-1,-5 0 2364,2 0-949,-7-8 0,-1 6-600,-12-3 1,3 3 0,-9 4-1,-2 2-76,-1 1 1,-3 9 0,1-4 0,-1 1 120,1 1 1,-1 0 0,1 5-141,0 1 0,1-1 0,2 0 1,5 1-223,1-1 0,2-5 1,6 0-114,0 1 1,2-3-1,6 0 1,7-3 111,7-3 1,9-4 0,-2-6 0,4-5 30,2-5 1,0-7 0,0 0-1,-2-1-2,-4-1 1,-4 4-1,-8-6 1,1 1-16,-1 5 0,-7 2 1,-6 1-1,-8 3-72,-8 3 0,-5-1 1,-6 7-1,-6 2-299,-4 2 0,-2 8 0,0 1 0,0 3-410,0 4 0,6-5 1,2 1-1,1 0-291,5 0 0,4-5 595,5 7 0,6-8 0,12 2 457,6-4 0,3-10 0,18-10 0,4-9 0</inkml:trace>
  <inkml:trace contextRef="#ctx0" brushRef="#br0" timeOffset="4309">4349 402 7718,'33'-29'-117,"-2"0"1,-4 0-248,-2 2 0,3-4 1,-9 5-1,-4-1 498,1-4 0,-2 4 1,-1-2-1,-3 0 655,-2 2 1,3 1 0,-3 11 1549,2 3-1781,-6 4 0,-2 22 1,-10 5-1,0 5 262,0 1 0,-3 6 0,3 0 1,0 8-67,0 7 0,-3 5 1,3 3-1,0 2-484,0 3 0,3 5 1,5-4-1,0 0-242,0 0 0,0-2 0,0-5 0,0-3-706,0-3 1,7-12-1,3-12 1,2-6-1654,-1-5 1,1-4 2330,5-8 0,1-16 0,-1-3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00.961"/>
    </inkml:context>
    <inkml:brush xml:id="br0">
      <inkml:brushProperty name="width" value="0.06" units="cm"/>
      <inkml:brushProperty name="height" value="0.06" units="cm"/>
    </inkml:brush>
  </inkml:definitions>
  <inkml:trace contextRef="#ctx0" brushRef="#br0">88 18 7891,'-12'6'0,"0"1"56,-1 3 1,3-6 0,0 4 570,2 0 389,-5-7 150,11 7-665,-6-8 1,8-2-1,2-2-163,4-1 1,-2-1-1,7 4 1,3-2-86,2-2 0,1-2 1,1 5-1,-1-3-111,0 2 0,7 2 1,1 2-1,0-2-527,0-4 0,6 4 0,-1-4 0,3 4-2818,1 2 3203,1 0 0,0 0 0,0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09.246"/>
    </inkml:context>
    <inkml:brush xml:id="br0">
      <inkml:brushProperty name="width" value="0.06" units="cm"/>
      <inkml:brushProperty name="height" value="0.06" units="cm"/>
    </inkml:brush>
  </inkml:definitions>
  <inkml:trace contextRef="#ctx0" brushRef="#br0">298 71 7152,'6'17'-83,"-1"1"0,3-9 0,-4-1 717,2 0-200,0-6 1,-6 4-46,0-12 1,0 2-1,0-8 86,0-1 0,0-3 1,0-1-51,0-1 1,0 7 0,-2 1 0,-4 0-150,-6 1 0,3 5 0,-3-2 1,-2 4-136,-1 2 1,-3 0 0,1 0-1,-3 2-102,-3 4 1,4 3-1,-6 9 1,1 1-77,1 5 0,0-3 0,5 8 0,1 2-151,-1 2 1,9 2 0,3-2 0,4-2-237,2-2 0,10-8 0,5 3 0,8-7-250,5-5 1,1-4-1,6-8 1,0 0 38,-1 0 1,7-2 0,0-4 634,-2-6 0,-10-3 0,-4-3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09.660"/>
    </inkml:context>
    <inkml:brush xml:id="br0">
      <inkml:brushProperty name="width" value="0.06" units="cm"/>
      <inkml:brushProperty name="height" value="0.06" units="cm"/>
    </inkml:brush>
  </inkml:definitions>
  <inkml:trace contextRef="#ctx0" brushRef="#br0">1 140 7793,'17'0'-76,"-5"0"0,0 0-317,1 0 1,3-8 490,1-3 0,-7 1 0,-2 0 0,-2 1 145,-1-1 1,1 4 0,-6-5 235,0-3 0,0 4 16,0-1 1,-2 1-214,-4-2 1,3 6 0,-9 10 0,0 4-1,3 2 0,-5 1 1,6 7-1,0-1-142,1 1 1,1 5 0,6 0 0,0-1-134,0-3 0,0-7 0,0-1 0,2 1-37,4-2 0,-2-2 0,9-8 0,5 0 33,3 0 1,2-8-1,-5-4 1,-1-3-337,1-3 1,-3 1-1,-1-1 1,-5 1-111,-1-1 0,-2 1 1,-6-1-1,0 1 25,0-1 0,-2 7 0,-4 1 0,-5 2-8,-5 4 0,-7 2 0,-1 2 426,3 0 0,-6 0 0,0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0.360"/>
    </inkml:context>
    <inkml:brush xml:id="br0">
      <inkml:brushProperty name="width" value="0.06" units="cm"/>
      <inkml:brushProperty name="height" value="0.06" units="cm"/>
    </inkml:brush>
  </inkml:definitions>
  <inkml:trace contextRef="#ctx0" brushRef="#br0">18 8 7186,'0'12'1334,"0"-1"1,0 1-998,0 5 0,0 1 0,0-1 0,-2 1-141,-4-1 0,4 1 0,-4-1-208,4 1 0,2-1 1,0 1 311,0-1-891,0-7 1,2-4 161,4-12 1,-2 2-1,7-10 1,3-3 164,1-5 1,3-3 0,-1 4 0,1-2 147,-1 1 1,1 3 0,-1 1 0,1 1 414,-1-1 1,-5 9 0,-1 1 222,3 0 1,0 8 0,-3 0-259,-5 10 1,-4 5 0,-2 5 0,0 1-110,0 3 0,0 1 0,0-4 0,-2 4-175,-4 2 1,2-5 0,-5 1-283,1-3-135,-6-3 1,12-9 188,-3-8 1,3-2-1,4-10 1,3-3 78,7-7 1,-2 3 0,1-6 0,3 1 72,2 1 1,-5 0 0,1 5 155,1 1 1,3 1 0,-1 3-1,-1 3 238,-2 2 0,-7 2 0,7 6 32,2 0 1,-7 2 0,1 2 0,-2 4-113,0 2 0,2 1 1,-4 7-1,1-1-156,-1 1 1,0-1-1,0 1 1,2-1-220,-2 1 1,0-3-1,-1-1 1,3-3-733,-2 3 0,0-4-48,2 1 0,4-9-1019,7-2 1956,-7-7 0,5-11 0,-5 1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0.896"/>
    </inkml:context>
    <inkml:brush xml:id="br0">
      <inkml:brushProperty name="width" value="0.06" units="cm"/>
      <inkml:brushProperty name="height" value="0.06" units="cm"/>
    </inkml:brush>
  </inkml:definitions>
  <inkml:trace contextRef="#ctx0" brushRef="#br0">18 35 7926,'0'17'636,"-6"1"0,0-1 302,2 1 1,2-1-556,2 1 0,0-1 1,0 1-240,0-1 0,0 1-256,0-1 1,6-5-294,0-1 1,7-7 120,-1 2 0,-2-6 0,-1-6 0,1-5-30,0-5 1,-4-1 0,5-1 0,1 1 146,-2-1 1,5 1 0,-5-1 0,2 1 185,-1-1 0,-1 1 1,3-1-1,-1 3 220,2 3 1,-5-1-1,3 7-152,2 2 0,-5 2 0,1 4 352,-2 4 1,-2 4-1,-6 7 1,0 2-57,0 5 0,0-5 0,0 4 1,0-1-271,0 1 1,0-4-1,0 5-357,0-5 1,0-1-841,0-1 735,-8-7 0,6-4 0,-2-12 111,8-6 1,-2-3 0,6-3 0,-3 1 121,1-1 1,6 1 0,-4-1-1,-1 1 143,1-1 1,4 7 0,-4-1 0,1 0 170,5 3 0,-4 1 0,-1 6 0,1-2 255,0-2 0,-4 0 0,5 8-212,3 4 0,-1 4 0,-1 7 0,-4 1-403,-1-1 0,-3 1 0,6-1 1,-2 1-710,-4-1 0,3 1 0,1-1-432,2 1 1,-4-9 1302,5-3 0,1-4 0,5-2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1.278"/>
    </inkml:context>
    <inkml:brush xml:id="br0">
      <inkml:brushProperty name="width" value="0.06" units="cm"/>
      <inkml:brushProperty name="height" value="0.06" units="cm"/>
    </inkml:brush>
  </inkml:definitions>
  <inkml:trace contextRef="#ctx0" brushRef="#br0">228 44 7810,'-18'0'10,"6"0"1,1 0 643,-3 0 0,-1 0 0,-3 0-104,1 0 1,-1 0 0,3 1-316,3 5 1,-3-2-1,5 8 1,-2-1-165,1-1 1,7 6-1,-4-5 1,2 5-104,0 1 1,0 1 0,6-1-163,0 1 0,8-7 0,4-1 0,3-2-17,3-4 1,-1-2 0,1-4-1,-1-2-23,1-2 0,5-8 1,0 3-1,-1-5 118,-3-1 1,-1-3-1,-3-1 1,-1-2 184,-3 1 1,-1 3 0,4 2-22,-3-1 1,-7 6 350,2 1 0,-6 9 1,-4 2-162,-2 10 1,-5 1-1,3 5 1,0 3-267,0 1 1,1-1 0,3-2 0,-2 1-286,2-1 1,2 1-1,2-1 1,2 1-814,4-1 1,-2-1 1125,7-5 0,1-3 0,5-8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1.660"/>
    </inkml:context>
    <inkml:brush xml:id="br0">
      <inkml:brushProperty name="width" value="0.06" units="cm"/>
      <inkml:brushProperty name="height" value="0.06" units="cm"/>
    </inkml:brush>
  </inkml:definitions>
  <inkml:trace contextRef="#ctx0" brushRef="#br0">53 35 7810,'-8'10'220,"4"5"0,-7-3 253,-3 3 1,6 3 0,3-1 0,3 1-133,2-1 1,0 1-1,0-1-261,0 1 1,0-7-195,0 1 0,2-8 0,3 2-278,7-4 1,-2-4 0,1-4-23,3-6 0,-4-3 1,1-3-1,3 1 162,1-1 0,-3 1 0,0-1 0,-1 1 173,-1-1 1,6 7 0,-7-1-1,3-1 291,-1-3 0,-5 4 0,6 3 692,2 1 0,-5 2-485,3 6 0,-8 2 0,2 4 0,-4 5-179,-2 5 0,0 1 0,0 1 0,0-1-599,0 1 1,0-1-816,0 1 0,1-9 3,5-3 1,-2-4 1170,8-2 0,-8-8 0,3-1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2.028"/>
    </inkml:context>
    <inkml:brush xml:id="br0">
      <inkml:brushProperty name="width" value="0.06" units="cm"/>
      <inkml:brushProperty name="height" value="0.06" units="cm"/>
    </inkml:brush>
  </inkml:definitions>
  <inkml:trace contextRef="#ctx0" brushRef="#br0">210 1 7787,'9'23'0,"-3"2"532,-4 2 1,-2-3 0,0 7 0,0 4 309,0 3 1,0 13 0,0-1 0,0 7-475,0-1 0,6 4 1,2-2-1,0-1-351,-1-3 0,5-10 0,-6-3 0,0-6-120,1-6 1,-5-3-163,4-9 1,-2-9 0,0-8-209,2-10 1,0-7 0,-6-5 0,0-1 123,0 2 1,-6-5 0,-2 1 0,-2 0-96,-3 0 1,-3-1 0,-1 5 0,-1-2 199,1 1 1,-1 3 0,-1 4 0,-2 3 99,-3 6 1,1-2 0,5 3 900,1 1 1,0 9 0,1 7-204,4 4 1,5 7-1,5 2 1,-2 0-261,-2 1 0,0 3 0,6-4 0,2 0-565,4 0 1,4-1 0,7-7 0,1-1-1409,-1-5 1679,8-3 0,2-8 0,8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2.610"/>
    </inkml:context>
    <inkml:brush xml:id="br0">
      <inkml:brushProperty name="width" value="0.06" units="cm"/>
      <inkml:brushProperty name="height" value="0.06" units="cm"/>
    </inkml:brush>
  </inkml:definitions>
  <inkml:trace contextRef="#ctx0" brushRef="#br0">262 18 9028,'-17'-6'-234,"0"0"1,5 0 0,0 6 1040,-1 0 1,3 2-1,0 4 1,1 8-195,-1 7 1,4 6-1,-6 8 1,-1 2-375,-3 4 0,5-3 1,-1 9-1,0 3-356,3 7 0,-7-9 0,6 5 0,1-5-317,3-3 0,-2-4 1,2-12-1,2-6-2241,2-4 2675,2-9 0,8-2 0,2-8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2.962"/>
    </inkml:context>
    <inkml:brush xml:id="br0">
      <inkml:brushProperty name="width" value="0.06" units="cm"/>
      <inkml:brushProperty name="height" value="0.06" units="cm"/>
    </inkml:brush>
  </inkml:definitions>
  <inkml:trace contextRef="#ctx0" brushRef="#br0">113 1 7921,'-8'17'698,"0"0"1,-5 1-386,1-1 0,6 1 0,-3-1 0,1 1-89,4-1 1,0 1-1,0-1 1,-4 1-163,-1-1 1,5 1 0,-2-1-472,4 0-1,0-1-466,-4-4 1,6-5 875,0-7 0,0 0 0,8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3.495"/>
    </inkml:context>
    <inkml:brush xml:id="br0">
      <inkml:brushProperty name="width" value="0.06" units="cm"/>
      <inkml:brushProperty name="height" value="0.06" units="cm"/>
    </inkml:brush>
  </inkml:definitions>
  <inkml:trace contextRef="#ctx0" brushRef="#br0">1 1 7733,'0'11'663,"0"1"1,0 0 0,0 5-344,0 0 0,0 1 0,0-1 0,0 1-88,0-1 0,0 1 0,0-1-211,0 1 1,0-1 0,0 1-220,0-1 1,0-5-314,0-1 1,2-9 126,4-2 0,3-7 0,9-11 0,-3 1 36,-3-1 0,3 3 1,-3 1-1,2 2 108,-3-1 1,5-1-1,-7 1 1,3 3 394,0 2 1,-6 2 0,5 6 274,3 0 1,-5 0-1,1 2-117,-2 4 1,6 4 0,-5 7 0,3-1-162,0-5 1,-1 5-1,7-4 1,-1 3-95,1 3 0,-7-7 0,1-1 0,1-2-280,3-4 1,1-2 0,1-2-61,-1 0 0,-5-6 0,-2-2 1,-1 0-266,1 0 1,-6-5 127,2 1 446,-4 4 0,-4 1 47,-4 7 0,2 0 0,-8 2-53,-1 3 0,5-1-152,2 8 0,2-8 131,-1 2 0,3 3 0,-6 1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3.693"/>
    </inkml:context>
    <inkml:brush xml:id="br0">
      <inkml:brushProperty name="width" value="0.06" units="cm"/>
      <inkml:brushProperty name="height" value="0.06" units="cm"/>
    </inkml:brush>
  </inkml:definitions>
  <inkml:trace contextRef="#ctx0" brushRef="#br0">1 1 7789,'4'11'-341,"7"1"1,9-8 0,17 2 0,3-5 170,7-1 1,3 0 169,3 0 0,7 8 0,2 2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4.061"/>
    </inkml:context>
    <inkml:brush xml:id="br0">
      <inkml:brushProperty name="width" value="0.06" units="cm"/>
      <inkml:brushProperty name="height" value="0.06" units="cm"/>
    </inkml:brush>
  </inkml:definitions>
  <inkml:trace contextRef="#ctx0" brushRef="#br0">1 88 7793,'17'6'-348,"1"0"1,-7 0-1,-1-4 1,0 2 914,-1 1 0,-5 3 28,2-2 0,2 4 1,-2 7-221,-2 1 1,-3-1 0,1-1 0,2-3 1,2-1 0,2-1 0,-2 7-103,5-1 0,-1-5 0,2-2-139,1-3 0,-3-1 0,2-6 0,1 0-173,3 0 1,-5-6 0,1-1 0,2-3-186,1-4 0,-3-7 0,-1-2 1,1 0-340,-2-3 1,3 7-1,-5-6 1,0 1-369,0 1 1,3 0 929,-5 5 0,8-7 0,-5-2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4.660"/>
    </inkml:context>
    <inkml:brush xml:id="br0">
      <inkml:brushProperty name="width" value="0.06" units="cm"/>
      <inkml:brushProperty name="height" value="0.06" units="cm"/>
    </inkml:brush>
  </inkml:definitions>
  <inkml:trace contextRef="#ctx0" brushRef="#br0">193 1 7758,'-2'9'299,"-4"-3"0,2-4 1,-5 0-1,-1 2-9,0 2 1,4-1-1,-3-3 1,-1 2-87,0 2 1,1 2-1,-5-2 1,2 3-58,-1 1 1,3 6 0,-2-7 0,1 3-83,1 0 1,0-3 0,7 5-266,-3-2 0,0-1 176,6 7 0,8-3 0,3-1 0,5-5 69,1-1 1,3 4-1,1-4 1,4-1-20,2 1 1,-3 6 0,3-5-1,-2 3-111,-4 0 1,-1-3 0,-5 5 0,-3-2-56,-6 1 0,2-3 0,-3 2-35,-1 1 0,-9-5-116,-7-2 1,-4-4 169,-1-2 1,5-2 0,3-4 7,1-6 1,2 3 0,8-1 351,4 2 0,-2-4 0,7 7 0,3-1 41,1-2 1,3 4 0,-1-7 0,1-1-137,-1 2 0,8-5 1,5 3-1,3-3-145,1-3 1,1 1 0,0-1-1,0-1-3,0-5 1,-6 5 0,-2-4 0,-3 3-65,-9 3 1,-5 5 253,-10 1 1,-8 9 0,-3 2 0,-5 7-33,-1 3 1,-1 11 0,1-3 0,-1 1-132,1 1 0,1-3 0,5 3 1,5 1-154,4 2 0,2 2 1,0-3-1,2 1-566,4-2 0,5-7 0,11-2 0,1-1 696,-2-1 0,6-2 0,0-8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5.427"/>
    </inkml:context>
    <inkml:brush xml:id="br0">
      <inkml:brushProperty name="width" value="0.06" units="cm"/>
      <inkml:brushProperty name="height" value="0.06" units="cm"/>
    </inkml:brush>
  </inkml:definitions>
  <inkml:trace contextRef="#ctx0" brushRef="#br0">193 35 7743,'-8'10'159,"-4"-4"0,2 2 264,-1-2 1,1 1 0,-3-3 332,1 2 1,6 0-399,-6-6 0,3 2 0,-5 2 5,2 1 0,1 9 1,-5-2-89,5 3 1,1 3 0,6-1 0,-2 1-50,2-1 1,2 1 0,2-1-169,0 0 0,8 1 1,4-3-1,3-3-35,3-6 1,1-4-1,5-4 1,3-4-198,0-6 1,4-5-1,-6-4 1,0-5-40,1-1 1,-3 4 0,-8-4 0,-3 2-35,-6 3 1,2-3 0,-5 2 8,-4 1 0,-7 5 0,-10 5 0,-1 6-337,-4 5 0,3 1 1,-3 0-1,4 0-751,1 0 0,1 7 1326,-1 5 0,8 3 0,3 3 0,7-1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5.728"/>
    </inkml:context>
    <inkml:brush xml:id="br0">
      <inkml:brushProperty name="width" value="0.06" units="cm"/>
      <inkml:brushProperty name="height" value="0.06" units="cm"/>
    </inkml:brush>
  </inkml:definitions>
  <inkml:trace contextRef="#ctx0" brushRef="#br0">88 629 7743,'0'28'0,"0"-5"363,0-4 1,0-1 0,0-1 58,0 1 0,-7-9-82,-5-3 1,2-4-176,-1-2 0,7-8 0,-2-3 0,2-5-4,-2-1 1,4-3 0,-4-1 0,4-4-68,2-2 1,0 3 0,-2-5 0,-1-4-294,-3-6 0,0 1 1,6-7-1,0 0 36,0 1 0,0-1 0,0-3 0,0 3-210,0 2 0,2 3 0,4 7 0,5 5 30,5 11 0,-4 1 1,-1 11-1,3 1 141,1 2 0,3 11 0,-1 7 0,1 7-29,-1 4 0,-1 3 0,-5 4 0,-5 1 231,-4 0 0,-2 0 0,0 0 0,0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5.876"/>
    </inkml:context>
    <inkml:brush xml:id="br0">
      <inkml:brushProperty name="width" value="0.06" units="cm"/>
      <inkml:brushProperty name="height" value="0.06" units="cm"/>
    </inkml:brush>
  </inkml:definitions>
  <inkml:trace contextRef="#ctx0" brushRef="#br0">35 298 7743,'-15'11'1563,"3"1"-926,4-8 1,12 3-1,6-8 1,9-5-369,6-6 1,4-3-1,6-3 1,2-1-366,4-5 0,-2 5 0,7-6 1,3 1-742,1 1 0,10-8 0,5 4 837,2 0 0,11-6 0,2 6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6.510"/>
    </inkml:context>
    <inkml:brush xml:id="br0">
      <inkml:brushProperty name="width" value="0.06" units="cm"/>
      <inkml:brushProperty name="height" value="0.06" units="cm"/>
    </inkml:brush>
  </inkml:definitions>
  <inkml:trace contextRef="#ctx0" brushRef="#br0">262 33 7253,'16'-2'0,"-3"-2"1194,-1-2 1,-8-1-736,2 1 0,-6 4-275,-6-4 1,-4 6 0,-7 4-1,-1 4 27,1 1 0,-1-3 0,1 6-87,-1 1 0,1 1 1,1 0-1,3-5-220,1-1 1,6 6 0,-3-3 40,1 5 0,2-5 0,6 1 112,0 2 1,2-5-1,4 3 1,5 0 96,5-3 0,-4 5 1,-1-6-1,3-1-44,1 1 1,1 6-1,-3-4 1,-3 1-207,-2 1 0,-2-1 0,-8 7-305,-4-1 0,-4-1 1,-7-2-1,-1-3-88,1 3 0,-6-5 1,-1 1-1,3 0-481,1 0 0,3-7 970,0 3 0,-9-12 0,-1-3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6.844"/>
    </inkml:context>
    <inkml:brush xml:id="br0">
      <inkml:brushProperty name="width" value="0.06" units="cm"/>
      <inkml:brushProperty name="height" value="0.06" units="cm"/>
    </inkml:brush>
  </inkml:definitions>
  <inkml:trace contextRef="#ctx0" brushRef="#br0">173 1 7827,'0'10'1985,"-2"-3"-1467,-3-7 0,1 0 0,-8 0-158,-1 0 1,-3 2-1,-1 2 1,1 4-177,4 2 0,-3-5 0,3 7 1,-1 2-146,1 1 1,2 3-1,6-1-190,-1 1 1,1-3 0,10-1 0,5-5-281,5-1 0,3-2 0,4-6 0,7-2-236,2-4 1,3-4-1,-2-7 1,-2-2-173,-1-5 0,-1 3 839,6-8 0,0 0 0,-1-6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7.178"/>
    </inkml:context>
    <inkml:brush xml:id="br0">
      <inkml:brushProperty name="width" value="0.06" units="cm"/>
      <inkml:brushProperty name="height" value="0.06" units="cm"/>
    </inkml:brush>
  </inkml:definitions>
  <inkml:trace contextRef="#ctx0" brushRef="#br0">88 1 7706,'-10'7'-42,"-6"3"1,5 6 0,-3-1 208,3 3 0,1-9 0,6 13 0,-2-1 626,2-2 1,2 3-1,4-1 1,2 4-589,2 3 0,2-7 0,-4 4 1,1-2-283,-1 1 0,4-1 0,0-6-241,2 1 1,-5-8 157,7-5 0,-8-5 0,4-5 0,-2-7-3,-1-4 0,3-1 0,-4-2 0,2-3 84,-2-1 1,0-2 0,-1 3 0,5-1 20,2 2 0,-6-5 0,4 3 1,-3 2 13,1 1 1,6 3 0,-4 1 0,-1 3 97,1 1 0,6 3 1,-3-3 2,5 6 1,1 4-1,1 2 1,-1 0-497,1 0 1,-1 2-1,1 2 1,-1 4-714,1 1 1152,-1-5 0,8 20 0,2-5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7.376"/>
    </inkml:context>
    <inkml:brush xml:id="br0">
      <inkml:brushProperty name="width" value="0.06" units="cm"/>
      <inkml:brushProperty name="height" value="0.06" units="cm"/>
    </inkml:brush>
  </inkml:definitions>
  <inkml:trace contextRef="#ctx0" brushRef="#br0">0 1 7706,'0'17'271,"0"1"0,0-1 185,0 1 1,0-7 0,0 1-133,0 2 1,0 1 0,0 3-1,0-1-209,0 1 1,0-7-1,0 1 1,2 1-360,4 3 1,-4-4-1,4-1-998,-4 3 1,5-6 1241,5-3 0,3-3 0,3-2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7.711"/>
    </inkml:context>
    <inkml:brush xml:id="br0">
      <inkml:brushProperty name="width" value="0.06" units="cm"/>
      <inkml:brushProperty name="height" value="0.06" units="cm"/>
    </inkml:brush>
  </inkml:definitions>
  <inkml:trace contextRef="#ctx0" brushRef="#br0">88 284 7706,'0'25'0,"-6"-4"0,-2 8 0,1 2 356,-1 2 0,2 2 0,4 2 0,-2 2 92,-2 2 1,1 5-1,3-5 1,-2-2-95,-2-2 1,-6-4-96,6-4 0,1-14-211,5-15 1,0-9 0,0-15-1,0-5-150,0-4 0,0-8 0,2-1 0,1-3-9,3-3 0,0-3 0,-6-1 0,0-3-39,0-3 1,6 10 0,0-5 0,0 5 87,1 3 0,-3 4 1,6 10-1,0 6 345,-1 6 1,-3 3 0,6 14-107,1 2 1,-3 4 0,0 16 0,-1 1-99,1 2 1,-6 8-1,4-4 1,-2 2-282,-1 1 0,7-1 0,-4 4 0,0-4-631,-1-6 0,5-4 0,-4-3-1283,1-4 2116,3-5 0,6-14 0,-1-3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7.927"/>
    </inkml:context>
    <inkml:brush xml:id="br0">
      <inkml:brushProperty name="width" value="0.06" units="cm"/>
      <inkml:brushProperty name="height" value="0.06" units="cm"/>
    </inkml:brush>
  </inkml:definitions>
  <inkml:trace contextRef="#ctx0" brushRef="#br0">88 1 7706,'-11'5'161,"-1"3"0,0 2 568,3 3 0,-5 11 0,6 5 1,0 6-151,1 5 1,1 11 0,6 11 0,0 4-497,0 6 0,0 2 1,0-5-1,0-1-351,0-4 1,6-11 0,0-14 0,-1-8-338,3-8 0,-4-12-119,8-5 0,-8-12 1,3-7-1,-1-6 10,0-5 0,0-1 1,-6 4 713,0-3 0,0-14 0,0 1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8.212"/>
    </inkml:context>
    <inkml:brush xml:id="br0">
      <inkml:brushProperty name="width" value="0.06" units="cm"/>
      <inkml:brushProperty name="height" value="0.06" units="cm"/>
    </inkml:brush>
  </inkml:definitions>
  <inkml:trace contextRef="#ctx0" brushRef="#br0">53 0 7706,'27'2'0,"-2"4"-106,1 6 0,-9-3 1,3 3-1,-7 0 818,1-3 1,-5 7 0,1-5-263,-2 5 1,-2 1 0,-8-1-383,-4-4 1,2 1-406,-8-7 383,1 8 159,1-12 0,4 13-255,12-3 1,-2-3-176,8 3 0,-9 0 0,1 5 0,-8 1-697,-7-1 0,-12-1 0,-9-3 922,-6-1 0,-7 7 0,-7 8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8.343"/>
    </inkml:context>
    <inkml:brush xml:id="br0">
      <inkml:brushProperty name="width" value="0.06" units="cm"/>
      <inkml:brushProperty name="height" value="0.06" units="cm"/>
    </inkml:brush>
  </inkml:definitions>
  <inkml:trace contextRef="#ctx0" brushRef="#br0">0 105 7706,'8'-10'12,"2"-5"1,7 3 0,1-2-58,-1 3 0,9 1 0,3 6 45,4-2 0,17-7 0,4 3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8.711"/>
    </inkml:context>
    <inkml:brush xml:id="br0">
      <inkml:brushProperty name="width" value="0.06" units="cm"/>
      <inkml:brushProperty name="height" value="0.06" units="cm"/>
    </inkml:brush>
  </inkml:definitions>
  <inkml:trace contextRef="#ctx0" brushRef="#br0">1 1 9075,'9'7'383,"-1"3"0,-6 8 0,2-1-284,2 1 0,7 1 1,-3 2-1,2 4-499,-1 3 0,-1-5 0,4 4 0,-3-2-615,3-3 0,-6-3 1015,-3-1 0,5-1 0,0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9.127"/>
    </inkml:context>
    <inkml:brush xml:id="br0">
      <inkml:brushProperty name="width" value="0.06" units="cm"/>
      <inkml:brushProperty name="height" value="0.06" units="cm"/>
    </inkml:brush>
  </inkml:definitions>
  <inkml:trace contextRef="#ctx0" brushRef="#br0">313 1 7920,'8'0'1686,"-8"0"-1600,-10 0 0,0 0 0,-3 0 0,-5 0-21,-3 0 0,-4 2 1,3 2-1,-1 4-127,2 1 0,-4-5 0,1 2 1,3-2-122,2 2 0,1-4 0,1 5-446,-1 1 1,8-4 426,5 8 1,5-8 0,5 1 0,7-3 53,4-2 0,1 0 1,1 0-1,-1 0 47,0 0 0,7 0 0,-1 0 1,-2 0 178,-1 0 0,-3 0 0,1 0 222,-1 0 1,-7 8 0,-4 4 377,-4 3 0,-2-3 0,-2 0 0,-4 1-344,-6 3 1,-3 1-1,-3 2 1,1 1-309,-1-3 0,7 5 0,1-11-2141,2 5 131,2-6 1984,22-3 0,-4-7 0,13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9.444"/>
    </inkml:context>
    <inkml:brush xml:id="br0">
      <inkml:brushProperty name="width" value="0.06" units="cm"/>
      <inkml:brushProperty name="height" value="0.06" units="cm"/>
    </inkml:brush>
  </inkml:definitions>
  <inkml:trace contextRef="#ctx0" brushRef="#br0">175 857 7793,'-7'9'0,"-3"5"0,-8-8 69,1-2 0,5-2-37,1-2 0,1-8 0,-2-4 0,7-3-76,3-3 0,2-1 1,0-5-1,0-5 112,0-4 1,-6-2-1,0 1 1,0-3-114,-2-4 1,4-4-1,-5-7 1,-1-2-308,0-5 0,6 5 1,-1-6-1,3 4 253,2 3 1,0 7-1,2 15 1,3 5 19,7 7 1,4 0 0,1 13 0,1 2 73,-1 2 1,0 10 0,1 3-1,-1 5 5,1 1 0,-1 8 0,1 3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19.794"/>
    </inkml:context>
    <inkml:brush xml:id="br0">
      <inkml:brushProperty name="width" value="0.06" units="cm"/>
      <inkml:brushProperty name="height" value="0.06" units="cm"/>
    </inkml:brush>
  </inkml:definitions>
  <inkml:trace contextRef="#ctx0" brushRef="#br0">1 88 7700,'17'0'70,"1"0"1,-7 0-1,1 0 1,2 0 146,1 0 0,2 0 1,1 0-1,-1 0-73,1 0 0,1-6 1,3-1-1,1-1-24,-2 0 0,4 2 1,-1 6 207,-3 0 1,-1 0 44,-3 0 1,-7 8-1,-4 4-36,-5 3 1,-1-3 0,0-1-149,0 3 0,-1 2-268,-5 1-99,4 0 1,-4-7 0,12-6-225,5-8 1,5 0 0,1-7 0,1-3-77,-1-1 1,1-3 0,1 1 0,3-1-1383,1 1 1860,0-1 0,2-7 0,2-2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20.092"/>
    </inkml:context>
    <inkml:brush xml:id="br0">
      <inkml:brushProperty name="width" value="0.06" units="cm"/>
      <inkml:brushProperty name="height" value="0.06" units="cm"/>
    </inkml:brush>
  </inkml:definitions>
  <inkml:trace contextRef="#ctx0" brushRef="#br0">53 49 7786,'-11'29'0,"1"-1"193,2-3 1,-3 6 0,5-4-1,2 0 171,2-4 0,8-3 0,0-3 0,-1 1-327,3-1 0,-4-7-121,8-4 0,-7-4 0,5-4-45,-2-4 0,5-10 0,-3-7 0,2 2-109,-1 1 0,-5-3 0,4 0 0,0 2 3,-1 1 0,-3-3 1,4 0-1,0 1 222,-1 3 0,-3 7 0,4 1 0,0-1 62,-1 2 0,-3 2 0,6 6 89,1-3 1,3 3 0,1-2 0,-1 8-69,-5 7 1,5 5-1,-2 1 1,5 1-98,4-1 1,1 1 0,-5-1 26,4 1 0,-3-1 0,5 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20.309"/>
    </inkml:context>
    <inkml:brush xml:id="br0">
      <inkml:brushProperty name="width" value="0.06" units="cm"/>
      <inkml:brushProperty name="height" value="0.06" units="cm"/>
    </inkml:brush>
  </inkml:definitions>
  <inkml:trace contextRef="#ctx0" brushRef="#br0">297 0 7700,'-17'0'0,"-1"0"0,1 0 61,-1 0 1,1 0 0,-1 0-1,1 0 150,-1 0 1,1 0 0,-1 0-1,1 0 82,-1 0 1,7 0 0,-1 0-65,-1 0 0,-3 2 0,0 4-93,5 6 0,3 3 0,8 3 0,0-1-210,0 0 0,10 1 0,5-1 0,9 1-396,3-1 0,2-5 1,6-2-1,2-3-665,3-3 1135,-3-2 0,14-10 0,-7-1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20.559"/>
    </inkml:context>
    <inkml:brush xml:id="br0">
      <inkml:brushProperty name="width" value="0.06" units="cm"/>
      <inkml:brushProperty name="height" value="0.06" units="cm"/>
    </inkml:brush>
  </inkml:definitions>
  <inkml:trace contextRef="#ctx0" brushRef="#br0">71 0 7700,'-18'35'234,"1"0"0,1 2-143,5 4 0,3 9 0,8 10 0,0 3 330,0 3 0,0 0 1,2 1-1,4-3-745,5-3 0,3-1 1,0-19-1,-3-5-418,3-5 0,-5-1 364,3-13 0,-8-5 1,2-20 377,-4-10 0,-4-1 0,-2-8 0,-4 0 0,-2 0 0,-1-1 0,-7-3 0,1 2 0,-1-8 0,1-7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21.142"/>
    </inkml:context>
    <inkml:brush xml:id="br0">
      <inkml:brushProperty name="width" value="0.06" units="cm"/>
      <inkml:brushProperty name="height" value="0.06" units="cm"/>
    </inkml:brush>
  </inkml:definitions>
  <inkml:trace contextRef="#ctx0" brushRef="#br0">1 0 7700,'17'0'-465,"1"0"1,-1 2 0,1 2 735,-1 2 0,-5 2 1,-1-4-1,3 3-33,1 3 1,9 0 0,-1 3 0,0-1-110,2 2 0,3 1 0,7 4 0,-2 3 7,-4 1 1,4 0 0,-4-3 0,2 1 36,-2 2 1,4 7 0,-6-5 0,0 0-34,-3 0 1,-7-1-1,-3-5 1,-3 0 242,3-1-734,-6 3-301,-1-11 1,-7-8 320,0-8 1,2-8 0,2-3 108,2-1 0,0 1 1,-6 0 266,0-1 0,0 1 0,0-1 1,0 1 33,0-1 1,0 7 0,0-1 0,0-2 41,0-1 0,0 3 10,0 1 0,2 1-80,4-2 1,-3 4 0,9 10-1,2 2 204,1 2 0,3 8 1,-1-1-1,1 7 183,-1 3 0,0 6 1,1-4-1,-3 2-225,-3 4 1,4-5 0,-7-3 0,1-4-194,-4-1 1,2 5-1152,-3 0 803,1-7 0,-6-16 0,0-12 0,0-3 0,0-3 1,0-5-1,0 0 1,0-1 64,0-1 1,0 4-1,0-6 1,0 1 174,0 5 0,0 2 0,0 1 890,0 1-207,8 7 1,-6 4-1,4 12-373,-4 6 0,0 9 0,2 2 1,1 1-303,-1 1 1,0 0-1,0 4 1,4-6-556,1-3 0,3 3 1,6 0 634,-1-1 0,8-11 0,2-3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7:41:21.410"/>
    </inkml:context>
    <inkml:brush xml:id="br0">
      <inkml:brushProperty name="width" value="0.06" units="cm"/>
      <inkml:brushProperty name="height" value="0.06" units="cm"/>
    </inkml:brush>
  </inkml:definitions>
  <inkml:trace contextRef="#ctx0" brushRef="#br0">193 0 7700,'-18'17'37,"-5"1"0,0-1 0,1-1 255,3-4 1,2 3-1,-1-3 1,1 5-19,-1 6 1,9-3 0,3 3 0,4-3-10,2-3 0,0 1 1,2-1-126,4 0 1,5-1 0,11-2-1,1-5-58,-2-1 1,0 0 0,1-4 0,1 1-1,-2-1 1,-1 0 0,-3 0-417,1 2 0,-8 2-263,-5-2 1,-7-5 0,-7 5 0,-11-4 596,-5-2 0,-4 0 0,-6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04:26:37.115"/>
    </inkml:context>
    <inkml:brush xml:id="br0">
      <inkml:brushProperty name="width" value="0.06" units="cm"/>
      <inkml:brushProperty name="height" value="0.06" units="cm"/>
      <inkml:brushProperty name="color" value="#004F8B"/>
    </inkml:brush>
  </inkml:definitions>
  <inkml:trace contextRef="#ctx0" brushRef="#br0">171 252 7606,'0'-9'-228,"1"1"0,1 1 1,1 1 271,-1-1 0,-1 2 0,-1-1 277,0-1 0,0-1 0,0-1 301,0 0 0,3 0 119,0 0 0,0 3 133,-3 1 0,0 2-210,0-3 1,-1 9-1,-1 3-291,-1 6 0,-4 6 0,1 3 0,-3 4-114,-3 4 1,1 7-1,-3 6 1,0 3-267,0 3 1,-1-2 0,-2 1 0,2-4-189,3-4 0,2-6 0,1-4-1082,0-4 649,4-7 0,1-13 1,5-8-1,2-5-227,3-4 0,2-2 1,1-5-1,0-1-1176,0-1 2031,0 0 0,0-5 0,0-2 0</inkml:trace>
  <inkml:trace contextRef="#ctx0" brushRef="#br0" timeOffset="698">144 288 7606,'-3'-6'-1326,"0"0"1843,1-1 1,-2 2 91,1-1 0,-3 0-433,3-3 0,0 0 1,4 0-14,2 0 1,-1 1 0,4 1 0,1 1 112,1-1 0,4 0 0,0 0 1,0 1 39,1-1 1,1 0 0,3 0 0,-1 3 20,-1 0 0,-1 1 0,2 3 1,-2 0-180,-1 0 0,-1 1 0,-4 2-80,-2 2 0,-2 3 1,-4 1-1,-1 1-23,-2 2 1,-2-2 0,-4 3 0,0-1-109,0 0 1,0 1 0,0-2-1,-1 1-67,-2-1 0,2 2 0,-2-1 0,2-1 24,1-1 0,3 2 0,1 0 1,0-1 24,0-1 1,3-1 0,-1 0 27,2 0 0,2-3 0,2-1 92,3-1 0,2-1 0,2-2 0,1 1 106,1 1 0,1 0 1,-2-2-1,1 1 119,-1 1 1,-1 4 0,-1-2-1,-1 1 102,-2 0 0,-2 3 1,-4 3-1,0 0-93,0 1 0,-4 0 1,-2 3-1,-3-1-286,-3 1 0,-2-2 0,-5 1 0,-1 0-313,-1-1 1,-3 2 0,3-4 0,1-2-118,1-3 0,-1 0 0,1-4 0,3-1-340,2-1 1,3-2 0,5-2 0,3-3-737,2-2 0,1-4 1509,0 0 0,8-8 0,2 1 0</inkml:trace>
  <inkml:trace contextRef="#ctx0" brushRef="#br0" timeOffset="1314">432 396 7550,'6'-5'76,"-2"1"337,0 0 1,0 3 721,-1-2-486,-2-2 0,4 4-200,-2-2 0,-2 3 1,2 3-204,-2 3 1,-1 3-1,0 2 1,-1 2-91,-2 1 1,-1-2 0,-3 3 0,1 1-57,-1 1 0,1 1 1,-1-1-1,1-1-79,-1-1 1,0-4 0,0 1 0,1-2-304,-1-1 163,3-4 1,0-2 0,4-6-42,0-3 0,1-6 0,1-2 0,2-1 67,1 0 0,1-1 0,3-4 0,0-1 83,0 1 0,3 1 0,-1 1 0,1 0 166,1 0 1,-3 4 0,3 1 0,-1 2 61,0 2 1,0-1 0,-3 7-237,0 1 1,-1 2 0,-2 3 0,-2 3-223,0 2 0,-3 4 0,2 0 0,-2-1-780,-1-1 0,0-1 0,1 0 1020,2 0 0,-2 4 0,3 1 0</inkml:trace>
  <inkml:trace contextRef="#ctx0" brushRef="#br0" timeOffset="1898">683 387 7043,'3'-6'-190,"0"0"1,3 3 0,-2-2 1043,1 1 1,-2-2-279,3 3 0,-3-3 943,3 3-1062,-4 0 0,2 4 0,-5 2 1,-1 3 32,-1 2 1,-4 2-1,1 1 1,-1 2-66,1 1 0,-2 1 0,2 3 0,-2 0-260,-1 0 0,3 0 1,1 0-1,1 0-202,2 0 0,1-1 0,1-2 0,0-2-600,0 0 0,1-4 0,2 0 1,2-4 0,4-5-1,-1-1 637,-2-2 0,2-6 0,-3-5 0</inkml:trace>
  <inkml:trace contextRef="#ctx0" brushRef="#br0" timeOffset="2200">692 153 7667,'-3'6'275,"0"0"1,-4-4 3234,1 1-3085,2-2 1,0-2-322,4-2 0,4-1 1,1-3-105,0 1 0,7 0 0,-2-2 0</inkml:trace>
  <inkml:trace contextRef="#ctx0" brushRef="#br0" timeOffset="3166">1025 37 7559,'0'-9'735,"1"1"1,1 1 235,1 1 1,1 4 80,-1-1 0,-1 2-471,4 1 1,-4 1 0,1 3 0,-2 4-218,-1 3 1,0 6 0,0 1-1,-1 5-20,-2 3 0,-1 2 1,-3 1-1,1 4-176,-1 2 0,-4 1 0,-1 1 0,0 1-133,-1 1 0,3-1 0,-2-5 1,2-4-75,1-4 0,3-4 1,1-6-500,1-3 246,1-6 1,4-3-1,1-6 1,2-3-7,1-2 0,-2-2 0,2-1 0,0-2 63,0-1 0,-2 2 0,2-2 0,-1 0-52,-2 0 1,-1-1-1,-1-3 1,0 1 120,0 2 1,0-2 0,0 3 0,0 0 220,0 2 1,-1 5 0,-2 2 179,-3 1 0,-2 2 1,-1 5-74,0 3 0,1 3 1,1 3-1,1 3 16,-1 2 1,0-2-1,0 0 1,1 1-130,-1 1 0,2 1 1,0 0-1,1 0-168,2 0 1,1-1-1,1-2 1,0-3-81,0-2 0,1-2 0,2-1 0,3-2-367,2-1 1,2-1 0,1-4 0,1-2-779,-1-3 0,2-2 1344,-1-1 0,4 0 0,-2 0 0</inkml:trace>
  <inkml:trace contextRef="#ctx0" brushRef="#br0" timeOffset="4116">1222 333 6100,'0'5'2065,"0"3"0,-1-7-1366,-2 2 0,1-2-346,-4-1 0,3 1 0,-3 1-153,-1 1 1,-1 3 0,-1-3 0,0 0-71,0 1 1,0 1-1,0 4 1,0-1-106,0-2 1,0 4-1,1-3 1,1 1-79,1 3 1,1-2 0,-1 3-110,3-2 1,2-1 101,1 0 1,4-1-1,2-2 1,2-3 10,1-2 1,0-2-1,0-1 1,1-2 16,2-1 1,-2-1 0,2-3 0,-1 0-1,1 0 0,-2-3 0,2 0 1,-2 1 48,-1 1 0,-1-2 0,-1 0 0,-2 1 222,-1 1 0,-1 1 0,-3 0 296,0 0 0,0 3-278,0 0 1,-4 5-1,-1 1-34,0 5 1,-3 4 0,3 2-81,0 1 0,0 0 0,3-2 0,-1 2 64,1 3 0,0-1 1,0 1-1,-1 1 171,1 1 1,1 1-1,1 0 1,0 1-203,0 2 1,-3-2 0,-1 2 0,0-2-88,0-1 1,-3-1 0,1-2 0,-2-2-157,-1 0 1,0-3-1,0 1 1,0-4-498,0-4 1,-3-2 0,0-1 0,1-1-440,1-2 1,1-3 0,1-5-1,-1-2-211,0-1 0,3-2 0,1-4 1214,1-1 0,1-4 0,3 2 0</inkml:trace>
  <inkml:trace contextRef="#ctx0" brushRef="#br0" timeOffset="5000">1375 378 7636,'-5'1'-171,"1"1"0,0 1 0,-1 0 0,-1 0 922,0 0 0,3 1-407,-3-1 1,3-2 0,-2 3 808,1 0-377,1-3 1,4 3-343,2-4 0,-1 0 0,4 0-18,1 0 0,1 0 0,1 0 1,0 0-289,0 0 0,0 0 0,0 0 0,0 0-54,0 0 0,-3 0 0,0 0-314,1 0 1,1 0 397,1 0 0,-3-3 235,0 0-223,-4 0-221,2 3-104,-8 0 1,2 0-136,-4 0 425,4 0-153,-2 0 0,5 0 1,1-1-81,1-2 0,0 1 0,-2-3 0,1 0 43,1 0 1,0-1-1,-2-3 6,2 0 0,-2 0 0,2 0 1,-2 0-30,-1 0 1,0 0 0,-1 0 0,-1 0-32,-1 0 0,-5 3 0,0 1 0,-3 0-160,0 0 0,-2 3 0,0 0 0,-1 4 181,-2 4 1,0 3 0,0 2 0,2 2 507,1 1 1,0 2-1,3 4 1,0 1 35,2-1 0,5-1 1,0 0-1,2 1 22,1 1 1,1 0 0,3-4 0,5-1-351,5-1 1,3-7-1,2 0 1,2-3-497,3-3 0,2-3 1,1-4-1,1-5-1476,2-3 1,-1-5 1843,4-3 0,-4-4 0,2 2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04:27:04.046"/>
    </inkml:context>
    <inkml:brush xml:id="br0">
      <inkml:brushProperty name="width" value="0.06" units="cm"/>
      <inkml:brushProperty name="height" value="0.06" units="cm"/>
      <inkml:brushProperty name="color" value="#004F8B"/>
    </inkml:brush>
  </inkml:definitions>
  <inkml:trace contextRef="#ctx0" brushRef="#br0">27 495 7000,'0'9'-9,"0"0"0,0 0 0,0 0 660,0 0 1,0-3 266,0 0 310,0 0-346,0-1 0,0-2-551,0-6 0,0-2 0,0-4 0,0-1-23,0-2 0,0 1 0,0-4 0,0-1-141,0-1 1,0-2 0,0-1 0,0-2-128,0-1 0,0-2 0,0-5 0,0-2-257,0 0 1,0-3 0,0 2 0,1-1-14,2 1 1,-1 3 0,3 6 0,0 3-154,0 2 0,0 6 1,2 2-1,-1 4-34,1 4 0,-2 2 0,1 3 0,0 3 17,-1 4 1,2 3 0,-3-1 0,0 4-306,0 2 0,2-2 705,-3 0 0,4 0 0,-2 3 0</inkml:trace>
  <inkml:trace contextRef="#ctx0" brushRef="#br0" timeOffset="333">9 342 7576,'0'9'-708,"-1"-3"1,-1 0 1157,-1 1 18,0-3 0,4 0 0,2-4-163,3 0 0,2-1 1,1-1-1,0-2-380,0-1 1,0 0-1,0-2 1,0 2-294,0 1 1,0-2 0,-1 2 0,-1 0 367,-1 0 0,0-3 0,3 2 0</inkml:trace>
  <inkml:trace contextRef="#ctx0" brushRef="#br0" timeOffset="856">207 342 7590,'9'-5'396,"-4"1"0,-2 4 1,-5 1-1,-1 2-217,1 3 0,-2-1 0,0 1 0,0 1-4,0 1 0,-2 1 0,3 0 0,1 0-99,1 0 0,1 3 1,-1 0-1,-1-1-57,-1-1 0,0-1 1,3 0-1,1-1-57,2-2 0,-1 1 1,4-4-39,1-1 1,1-1 0,1-2 63,0-2 1,0-5 0,-1-4 0,-1 1-27,-1 1 0,-1-2 1,1 0-1,-3 0-61,-2-1 0,-1 3 1,0-2-1,0 2-146,0 1 1,-4 1 0,-2 1 0,-2 2-654,-1 1 0,0 1 898,0 3 0,-4 0 0,-1 0 0</inkml:trace>
  <inkml:trace contextRef="#ctx0" brushRef="#br0" timeOffset="1317">378 351 7626,'-4'9'291,"3"-3"0,-3 0 366,0 1 1,0 1 0,-3 1-82,1 0 0,4 0 0,-1 0-271,2 0 0,1 0 1,0 0-110,0 0 1,0-3-1,0 0 103,0 1-522,0 1 84,0-3 1,0-2-1,0-6 62,0-3 0,-3-2 0,0-1 0,1 0 31,1 0 0,1-4 0,0-2 0,0-1-113,0 1 0,3-2 0,0 3 1,0-1 22,1 0 1,-2 4 0,3-1 0,0 2-254,0 1 0,1 0 0,3 1 0,0 1-370,0 1 0,-1 4 759,1-1 0,4-2 0,1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04:27:00.830"/>
    </inkml:context>
    <inkml:brush xml:id="br0">
      <inkml:brushProperty name="width" value="0.06" units="cm"/>
      <inkml:brushProperty name="height" value="0.06" units="cm"/>
      <inkml:brushProperty name="color" value="#004F8B"/>
    </inkml:brush>
  </inkml:definitions>
  <inkml:trace contextRef="#ctx0" brushRef="#br0">118 36 7628,'8'-6'662,"-2"0"0,-2 3 0,-4-3 809,0-1 1,0 4-986,0 3 0,-3 4 0,-1 5 1,0 0-65,0 0 0,-3 4 0,2 2 0,-1 2-127,0 1 1,0 4 0,-2 2-1,1 2-258,1 1 1,0 3 0,-3 0 0,1-1-380,2-1 0,-2 2 0,3 0 0,-1-1-476,0-1 1,4-6 0,-2-4 0,1-5-2902,0-3 1573,0-1 2146,3-4 0,0-1 0,0-4 0</inkml:trace>
  <inkml:trace contextRef="#ctx0" brushRef="#br0" timeOffset="466">171 36 9152,'-4'-5'3433,"3"1"-3041,-2 4 1,3 4-1,1 2 1,0 2-122,2 1 1,3 5 0,-2 3 0,0 4-109,0 2 1,3 2 0,-2 5 0,1 3-51,0 2 0,-1 1 0,1 0 0,-2-1-832,0-2 1,-3-2-1,2-4 1,-2-2-449,-1-4 1,0-1-1,0-8 1167,0-1 0,4-5 0,1-2 0</inkml:trace>
  <inkml:trace contextRef="#ctx0" brushRef="#br0" timeOffset="799">73 342 7619,'4'5'450,"-3"0"-33,2-2 1,-1-2 0,1 2-287,3-2 1,-1-2 0,1-2-1,1-3 48,1-2 1,2-4 0,2 0-1,2 1-171,-1 1 1,3-2 0,-3 0 0,1 1-501,2 1 0,-2 1 0,0 0 1,-1 1 491,-2 2 0,-1-2 0,-1 3 0</inkml:trace>
  <inkml:trace contextRef="#ctx0" brushRef="#br0" timeOffset="1216">369 99 7309,'0'9'-1238,"0"0"1634,0 0 0,0 0 0,0 0 0,0 1 618,0 2 1,0 2 0,0 4-1,0 0-635,0 0 0,3 3 0,0 1 0,-1 1-279,-1 2 1,2 0 0,0 0 0,-1-2-426,-1-1 1,-1 2-1,0-3 1,0-2-689,0-3 0,0-3 0,0-4-1270,0 0 2283,0-4 0,-4-5 0,-1-5 0</inkml:trace>
  <inkml:trace contextRef="#ctx0" brushRef="#br0" timeOffset="1616">342 135 7539,'-9'0'181,"4"-1"130,2-2 0,2-2 0,2-4-46,2 0 1,2 0 0,4 0 0,0 0-80,0 0 0,3-1 1,1-1-1,1-1 144,2 1 1,-3 2 0,0 2 0,-1 2-104,0 1 1,1 1 0,-2 3 0,0 1-88,-3 2 0,0 3 0,-5 6 0,-1 3-59,-1 2 0,-1 1 0,0 0 0,0 0-202,0 0 1,-4 0 0,-1 0 0,-1 0-215,0 0 1,-1-3-1,-4-1 1,-1-1-1062,1-2 1,1-2 1395,1-3 0,0 2 0,0-3 0</inkml:trace>
  <inkml:trace contextRef="#ctx0" brushRef="#br0" timeOffset="2198">684 0 7552,'-9'0'477,"3"1"0,0 1-83,-1 1 0,2 3 0,0-2 0,1 2 116,2 4 0,-2 0 1,1 5-1,1 2-15,1 3 0,1 1 0,0 5 0,0 3-266,0 2 1,1-1 0,1 2 0,1 0-463,-1 0 0,2 0 1,-1 0-1,-1-4-428,-1-3 1,0-5 0,1 0 0,1-4-1991,-1-4 2651,-1-6 0,3 2 0,1-3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04:27:06.296"/>
    </inkml:context>
    <inkml:brush xml:id="br0">
      <inkml:brushProperty name="width" value="0.06" units="cm"/>
      <inkml:brushProperty name="height" value="0.06" units="cm"/>
      <inkml:brushProperty name="color" value="#004F8B"/>
    </inkml:brush>
  </inkml:definitions>
  <inkml:trace contextRef="#ctx0" brushRef="#br0">90 108 7623,'0'-12'-382,"0"2"0,0-2 0,0 2 1334,0 1 1,0 3-389,0 0 0,0 5 0,0 1-158,0 5 1,0 3 0,-1 2 0,-1 3 1,-1 5 0,0 0 0,3 6 0,-1 1-71,-2 1 1,2 2-1,-3 1 1,1 2-267,0 1 0,-3 1 0,3 3 0,0 1-308,-1 2 1,2-6 0,-3 0 0,1-5-517,2-4 0,0-6-165,-1-6 1,3-8 0,-1-6 450,3-6 0,4-7 0,-2 0 1,0-2 466,0-1 0,3-4 0,-2-1 0</inkml:trace>
  <inkml:trace contextRef="#ctx0" brushRef="#br0" timeOffset="401">45 207 5845,'0'5'1808,"0"-2"-1620,0-6 1,0 1-1,0-4 1,1-2-39,2-3 0,-1 0 0,4-4 0,1 0-18,1 1 1,1-3 0,1 3-1,2-3 177,3-1 0,-1 1 0,1 2 0,1 3 148,1 2 1,-2 5-1,0 2 1,1 2-87,1 1 0,-3 5 0,-2 4 0,-2 5-193,-1 3 1,-4 1 0,-2 0-1,-2 0-162,-1-1 0,-1 2 0,-3 1 0,-5 1-282,-5-1 1,-1-2 0,-2-2 0,-2-1-337,0 1 1,-3-6 0,0-1-1,0-2-423,0-2 1,-2-1-1,3-4 1025,1 0 0,-3-4 0,0-1 0</inkml:trace>
  <inkml:trace contextRef="#ctx0" brushRef="#br0" timeOffset="935">297 360 7664,'6'0'108,"-1"1"1,-1 2-1,-2 3 1,-1 2 597,-1 1 0,3 0 0,0 0 0,0 1-328,1 2 1,-2-1 0,3 3 0,-1 0-302,1 0 0,0-2 1,2 2-1,-2-1-331,-1-2 0,2-1 1,-2-2-1,0-1-1313,0-1 1567,-1-4 0,1 2 0,1-4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04:27:08.244"/>
    </inkml:context>
    <inkml:brush xml:id="br0">
      <inkml:brushProperty name="width" value="0.06" units="cm"/>
      <inkml:brushProperty name="height" value="0.06" units="cm"/>
      <inkml:brushProperty name="color" value="#004F8B"/>
    </inkml:brush>
  </inkml:definitions>
  <inkml:trace contextRef="#ctx0" brushRef="#br0">81 544 7360,'8'-9'0,"-1"0"-226,-1 0 0,-3 0 0,2 0 0,-1 0 859,-2 0 0,0 1 587,1 2-667,-2 2 0,2 5 0,-5 2 0,-1 3-141,1 2 1,-2 5-1,0 2 1,-1 3-96,-2 3 1,0-1 0,0 3 0,1 0-176,-1 0 1,-1-2 0,-1 3 0,1 0-414,2-1 0,-2 2 0,3-4 0,-1-1-336,0-1 1,3-5 0,-2-2-1986,1-2 2592,1-5 0,3-9 0,0-6 0</inkml:trace>
  <inkml:trace contextRef="#ctx0" brushRef="#br0" timeOffset="616">270 86 7270,'0'9'-355,"0"0"1,0 0 902,0 0 1,-1 0-1,-1 0-181,-1 0 1,0-3-1,3 0 1,0 1 157,0 1 0,0 2 0,0 1 0,0 2-166,0 1 1,-1 0 0,-1 5 0,-1 2 201,1 3 1,-2 6 0,0 3 0,0 2-159,0 1 1,-3 1 0,1 1 0,-1 1-493,1-1-1,-1-5 1,3-4 0,0-4-797,0-4 0,-2-3-11,3-3 0,0-10 0,4-8 0,1-5-98,1-4 0,4-2 995,-1-4 0,2-4 0,1-1 0</inkml:trace>
  <inkml:trace contextRef="#ctx0" brushRef="#br0" timeOffset="1085">171 319 7293,'-9'6'270,"0"0"1,3-4-1,1 2 634,1 0 0,1-2-381,3 4 0,0-3 0,1 2-290,2-1 0,3-1 0,5-3 0,2 0-121,1 0 1,-2 0-1,3 0 1,0-1-364,-1-2 0,2 2 0,-3-3 0,0 0-192,0-2 1,-1 1 0,-3 0-1,0 0-238,0 0 1,-1 2 680,-2-3 0,-2 0 0,-4-3 0</inkml:trace>
  <inkml:trace contextRef="#ctx0" brushRef="#br0" timeOffset="1750">414 158 7637,'4'-27'-199,"-2"1"1,3 2 0,-1 3 295,-2 2 1,2 5 0,-1 2 463,-1 2 1,-1 6-1,-1 4-184,0 5 0,0 7 0,0 4 0,-1 3 70,-2 2 1,1 5 0,-3 0-1,0 4-118,0 2 0,0 1 0,-2 3 0,1 2-272,-1 1 0,-1 7 1,0-1-1,0 2-292,-1 2 0,2 0 1,-5 2-1,2-5 68,1-6 0,3-6 0,1-11-150,1-5 0,1-9 61,3-9 1,1-8 0,2-7 0,2-2-53,0-1 1,3-1-1,-3-1 1,1-1-165,0 1 1,0-2 0,3 1 0,0 0 344,0-1 0,0 3 1,0-2-1,0 2 279,0 1 1,0 1 0,0 2 407,0 3 1,0 3 0,0 4 48,0 5 0,-4 7 0,-1 7 0,-1 2-115,0 3 1,0 2 0,-3 0 0,0 2-93,0 0 0,0 3 0,0-3 0,0 1-227,0 0 1,0-4 0,0 1-1,0-3-736,0-3 1,0-2 252,0-4 1,0-5 0,0-5 307,0-7 0,0-5 0,0-5 0</inkml:trace>
  <inkml:trace contextRef="#ctx0" brushRef="#br0" timeOffset="2400">620 544 6466,'5'0'936,"-1"0"1,-4 1 0,0 2-1,0 3-548,0 2 0,-3 2 0,-1 1 0,-1 2 10,-2 1 0,2 1 0,0 4 0,-1 1-227,1 1 1,-3 3 0,3-2 0,0 1-5,2 2 0,2-3 0,1-1 0,0-3-160,0-3 1,4-3 0,2-7-1,2-2-48,1-2 0,2-3 0,2-4 0,0-5 29,0-5 1,2-6 0,-2-1 0,-1-1-35,-2 0 1,1 0-1,-5-2 1,1 2 143,-1 3 0,-2 2 0,-4 1 0,-1 1-22,-2 2 1,-2 2-1,-4 4 1,-1 1-328,-2 2 1,1 2 0,-3 4 0,1 1-72,2 2 0,1 2 0,1 4 0,0 0-604,1 0 0,0 3 0,2 0 0,3 0 926,2 1 0,-3-3 0,-1 3 0</inkml:trace>
  <inkml:trace contextRef="#ctx0" brushRef="#br0" timeOffset="3100">782 562 7592,'0'9'0,"0"0"697,0 0 0,-3 0 0,-1 0 0,0 0 13,0 0 0,-2 1 0,2 1 1,0 2-201,0 1 1,0 1-1,2 4 1,-1 1-325,1 1 0,1 1 1,1-2-1,0 1-203,0-1 1,0-1 0,0-2-1,0-3-113,0-2 1,0-5-161,0-1 0,1-5 0,1-1 24,1-5 0,3-6 0,-2-2 1,1 0 193,2-3 0,-2-1 1,1-2-1,1-2 96,1-3 1,1 1-1,1-1 1,1 0 100,1 1 1,1-2 0,-2 4-1,1 1 122,-1 1 0,-1 6 0,-1 4 194,0 5 0,-1 4 1,-2 4-1,-3 5-70,-2 5 1,-1 7 0,0 4 0,0 3-344,0 2 0,-3 3 0,0-3 1,0 0-131,-1 1 1,2-3 0,-3 0 0,1-3-1365,2-4 1,1-5-656,1-1 0,0-9 2121,0-3 0,4-10 0,1-7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17:16.739"/>
    </inkml:context>
    <inkml:brush xml:id="br0">
      <inkml:brushProperty name="width" value="0.04286" units="cm"/>
      <inkml:brushProperty name="height" value="0.04286" units="cm"/>
      <inkml:brushProperty name="color" value="#66CC00"/>
    </inkml:brush>
  </inkml:definitions>
  <inkml:trace contextRef="#ctx0" brushRef="#br0">88 629 7347,'6'-12'-294,"0"1"1,-1-1-1,-5-5 1,0-1-1,0 1 294,0-1 1,0 1 0,-2-1 0,-1-1 25,-3-5 0,-2 5 0,4-4 0,-2 3-4,2 3 1,1-6 0,-1-1 0,-2 3 92,2 2 1,-4 7 0,2 0 0,3-1 23,1-3 1,0 7-1,-2 1 195,-2 0-308,0 6 1,6-4 30,0 12 0,0 4 0,0 7 0,0 1-3,0-1 1,-6 3-1,0 3 1,3 6 45,1 4 0,2 2 1,0 2-1,0 5 11,0 11 1,0 9 0,0 16 0,2 13-65,0-38 0,1 2 0,-1 8 0,0 2 1,3 12-1,0 2 0,0 6 0,0 2-37,-1 6 1,1 1-1,1 1 1,0 2-1,-1-28 1,2 1-1,-2 0 1,1 3-1,0 0 1,0 1-132,0 2 1,0 0 0,-1 1 0,1-3-1,0-1 1,0 1 0,0-1 0,0 0 0,-1 0-1,1-3 1,-1 0 0,0 0 101,-1-2 0,-1 0 0,2-1 0,5 29 0,1-1 0,-3-2 0,-1 0 0,1-7 1,0-1-1,-1-9 0,-1-3 1,0-8-1,0-2 1,3-8-1,0-1 1,-1-3-1,-1-1 7,5 43 1,-3-12 0,-5-5 0,4-6-21,2-6 1,-4-4 0,3-9-1,1-5-118,0-5 0,-6-4 1,3-4-1,-1-4-210,0-6 0,2-11 1,-4-5-49,1 1 0,7 2 408,-6 7 0,0 1 0,-6-1 0</inkml:trace>
  <inkml:trace contextRef="#ctx0" brushRef="#br0" timeOffset="734">437 5117 7795,'0'33'0,"0"-2"-133,0-2 0,0 2 0,0 8 0,0 4 24,0 2 1,0-3 0,0 9 0,0 3 63,0 0 1,0-1 0,0-5 0,0-1-89,0 1 1,2-11 0,2-2 132,2-2 0,7-8 0,-3 1 0</inkml:trace>
  <inkml:trace contextRef="#ctx0" brushRef="#br0" timeOffset="1317">402 5973 7759,'10'-10'-911,"6"1"860,-5 3 1,-1 4 0,2-4 0,1 2 34,3-2 1,7 2 0,2-7 0,2-1 73,4 2 0,4-5 0,6 3 0,6-3-17,3-3 0,4 1 0,5 1 1,7 5-1,7 5 0,-1 4 1,6 2-1,-3 0 8,1 0 1,2 0-1,-3 0 1,5 0-32,0 0 0,5 0 0,-2 0 0,7-2 14,3-4 1,0 2 0,-8-5 0,-1-1-3,-3 0 0,1 4 1,5-3-1,0 1-30,1 4 1,-7 2-1,-1 0 1,-1-2-46,1-2 0,-6 1 1,1 5-1,-3 0-94,-2 0 0,0-2 1,-2-2-1,-4-2-17,-6 2 0,-6 2 1,-5 2-1,-6 0 88,-4 0 0,-4 6 1,-4 2-1,-6-1 39,-4 1 1,-7 6 0,-2-3 28,-3 5 0,-9 1 0,-7 1 0</inkml:trace>
  <inkml:trace contextRef="#ctx0" brushRef="#br0" timeOffset="2200">332 0 7460,'-17'2'-434,"0"4"0,-1-2 373,1 7 1,1-5-1,4 6 96,7 2 0,1-5 0,0 3 60,-2 1 1,0 3-1,8-1 10,4-3 0,-2 2 0,7-7 0,5 3-11,5 4 1,1-5 0,7 1-1,2 0-24,2 0 0,8-5 1,1 5-1,5-2-12,7-4 0,8-2 0,14-2 1,5 0-67,5 0 1,11 0-1,-46 0 1,1 0 0,2 0-1,0 0 4,1 0 0,-1 0 1,-1 0-1,-1 0 1,-2 0-1,1 2 1,-1-1-1,1 2-9,2-1 0,0 1 0,-1 4 0,-1 0 0,2-2 0,-1 2 0,43 10-7,-6 6 0,-7-3 0,-5 3 0,-3-4 10,-6-1 0,-4-1 0,2 1 1,-2-1-77,2 1 1,-8-3 0,-3-1 0,-9-4-180,-3-3 1,4-1 0,-9-6 264,-5 0 0,-6 0 0,-9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17:19.989"/>
    </inkml:context>
    <inkml:brush xml:id="br0">
      <inkml:brushProperty name="width" value="0.04286" units="cm"/>
      <inkml:brushProperty name="height" value="0.04286" units="cm"/>
      <inkml:brushProperty name="color" value="#66CC00"/>
    </inkml:brush>
  </inkml:definitions>
  <inkml:trace contextRef="#ctx0" brushRef="#br0">0 0 7863,'6'35'43,"0"0"1,0 8-1,-4 7 1,2 12 83,1 14 1,9 15-1,-8-40 1,0 1 0,1 5-1,1 1-20,1 5 1,0 2 0,0 5 0,-1 1 0,0 3 0,0 0 0,-1 1 0,-1 1-268,0 3 0,0 1 1,0 3-1,0 1 1,1 7-1,1 0 1,-1 4-1,0 1 127,-1 1 0,-1 2 0,-2 0 0,0 0 0,2-3 1,0 0-1,0 0 0,0 0-4,0 0 0,-1 0 0,-1 1 0,0 0 0,2-3 0,0-2 0,-1-5 0,0-1-2,-3-4 1,1-1-1,2-7 1,0-1 0,0-2-1,0-2 1,0-4 0,0-2 67,-1-3 0,1-1 1,3-5-1,0-2 1,3 45-1,-1-2-100,-3-3 0,2-7 0,-2-9 0,-2-14 93,-2-12 0,0 1 0,1-5 0,5 3-108,2-3 0,-6-3 1,2-10-1,-4-4-195,-2-6 1,5-13 280,1-10 0,0-6 0,-6-5 0,0 3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19:20.913"/>
    </inkml:context>
    <inkml:brush xml:id="br0">
      <inkml:brushProperty name="width" value="0.05714" units="cm"/>
      <inkml:brushProperty name="height" value="0.05714" units="cm"/>
      <inkml:brushProperty name="color" value="#66CC00"/>
    </inkml:brush>
  </inkml:definitions>
  <inkml:trace contextRef="#ctx0" brushRef="#br0">176 175 17458,'-12'2'-1215,"0"4"1,6-4 1258,-5 3 1,1-1-29,-1 2 0,1-4-752,4 4 468,4-4 1,-8-2-5,5 0 26,3 0-211,-6 0 261,8 0-65,0 0 3,0 8 380,-8-6 1,4 5 105,-7-7 153,7 0-178,-12 0 0,14 2-184,-4 4 0,2-4 17,-1 4-117,3-4 82,-6-2 93,8 0 85,0 0-158,8 0 1,1 0 8,9 0 0,-1 0 0,1 0-15,-1 0 0,-5 0 1,0 0-1,1 0 0,3 0 0,1 0 1,1 0-1,-1 2-14,1 4 0,5-5 0,2 5 0,2-4 1,4-2 0,8 6 0,2 0 1,0 0-12,1 1 0,3-3 1,9 6-1,2 0 5,3-1 1,1-3-1,-2 6 1,6 0 33,4-3 1,10 7 0,3-7 0,5 3 44,1 0 1,0-6 0,4 3 0,4 1-2,4 0 1,-48-8-1,-1 0 1,43 5 0,6-1-19,-47-3 0,-1 0 0,3 0 0,1 0 0,-1-3 0,-1 0 0,-3 0 0,1 0 71,46 0 1,2 0-1,-4 0 1,0 0-38,0 0 0,-4 0 0,-9 0 0,-7 0-20,-3 0 0,2 0 1,-4 0-1,-8 0-35,-6 0 1,-11 0 0,-5 0 0,-5 0-226,-6 0 102,-3 0 1,-19 0 63,-7 0 1,-13 0 0,-12 0-1,-1 0-170,1 0 1,-6 0 0,2 0 0,-4 0-126,-2 0 0,0 0 0,2-2 0,2-2-239,2-2 1,8 0 0,-5 6 0,3 0-1174,0 0 1712,0-7 1,-3 5 0,-1-6 0</inkml:trace>
  <inkml:trace contextRef="#ctx0" brushRef="#br0" timeOffset="1899">3267 18 18615,'9'0'-3593,"-1"0"3174,-8 0 1,-2 0 103,-4 0 396,-3 0 1,-9 0 117,1 0 1,5 0 12,1 0 1,5 0 17,-6 0 0,8-2-783,-2-4 496,-3 4 0,5-6 165,-8 8 1,8 2-83,-2 4 0,6-4 0,6 6 0,4 0-20,0 3 1,11-1 0,-2 1 0,7 5-51,5 5 0,4 1 0,7 5 0,9 0-78,5 0 1,10 2-1,-2 6 1,6-2 17,6-4 1,-7 2 0,1-9 0,-10-5 106,-5-3 1,-5-8 0,-3 3 0,-8-1 63,-8-4 0,-6-2 0,-8-2 485,1 0-396,-1 0 1,-9 0 0,-8 0 0,-10 0 86,-5 0 1,-10 2 0,-4 2 0,-4 2-100,-2-3 1,0 5 0,-2 0 0,-2 0-67,-2-1 0,-7 7 0,1-4 1,-1 1-16,1 1 0,-9-6 0,3 5 0,-1 3-94,0 2 0,1 1 0,1 1 0,1 1-115,5 4 1,3-3 0,10 3 0,4-2-280,6 3 0,11-5 0,6 4 0,4-3 261,2-3 0,8 8 0,2 2 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19:27.295"/>
    </inkml:context>
    <inkml:brush xml:id="br0">
      <inkml:brushProperty name="width" value="0.05714" units="cm"/>
      <inkml:brushProperty name="height" value="0.05714" units="cm"/>
      <inkml:brushProperty name="color" value="#66CC00"/>
    </inkml:brush>
    <inkml:brush xml:id="br1">
      <inkml:brushProperty name="width" value="0.04286" units="cm"/>
      <inkml:brushProperty name="height" value="0.04286" units="cm"/>
      <inkml:brushProperty name="color" value="#66CC00"/>
    </inkml:brush>
  </inkml:definitions>
  <inkml:trace contextRef="#ctx0" brushRef="#br0">0 193 7464,'10'0'0,"0"0"0,-7-2 179,3-4-198,0 4 0,-6-7 0,2 5 12,4-2 0,-4-2-13,4 2 1,-3 3-194,3-9 335,-4 0-43,6-5 1,-8 5 0,2 2 103,4 3-62,-4-7 1,5 10 123,-7-7 1,0 5 251,0-6-157,0 8 0,0-5-86,0 3-190,8 4 297,-6-6-6,6 8-220,-8 0 1,6 8 0,2 3-24,1 5 0,-3 7 0,6 2 1,1 3 0,3 3 0,1 9 1,1 7-1,-1 5 8,1 7 0,-1 8 1,1 9-1,-1 0 32,1 1 1,-9-3 0,-1 4 0,-2-6-124,0-10 0,-1-14 0,-5-7 0,0-4-22,0-2 1,0-8 0,0-4 0,-1-3-74,-5-3 0,4-5-353,-4-1-1003,4-7 182,2 4 714,0-8 1,0-8 0,2-3-706,4-5 1246,-4-9 0,13 5 1,-5-5-1</inkml:trace>
  <inkml:trace contextRef="#ctx0" brushRef="#br1" timeOffset="902">192 123 8298,'-7'-2'71,"7"-2"57,9-1 1,7-1 0,3 6 0,4 0 6,7 0 0,4 0 0,7 0 0,6 0-24,3 0 1,3 2 0,-1 4-1,-2 5-95,-3 5 1,-4 3-1,-10 2 1,-2 5-43,-2 1 0,-16-4 0,-1 4 0,-8-1 106,-4-5 0,-8 0 1,-3 1-1,-7 1 28,-5-2 0,1-1 0,-7-3 0,-2 2-48,-2 5 0,4-5 1,0 4-1,0-3-34,2-3 0,-4-5 1,8 0-1,1-1 20,3-1 1,7 4 0,2-7-77,3 3 0,3-4 168,10 5 1,9-5-1,10 4 1,3-2 133,3-4 1,3 5-1,5 1 1,4 2 6,2-1 0,1 3 1,7 7-1,-1 3-164,0-3 1,-5 0 0,0 1-1,-1 1-126,-1-2 1,5 1-1,-5-1 1,-1 2-270,-3-1 1,-10-3 0,-4-2 0,-3 1-134,-9-1 0,1-5 0,-9 0-696,3 1 1,-6-3-691,2 2 1799,-4-1 0,-2-1 0,0-2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19:29.328"/>
    </inkml:context>
    <inkml:brush xml:id="br0">
      <inkml:brushProperty name="width" value="0.05714" units="cm"/>
      <inkml:brushProperty name="height" value="0.05714" units="cm"/>
      <inkml:brushProperty name="color" value="#66CC00"/>
    </inkml:brush>
    <inkml:brush xml:id="br1">
      <inkml:brushProperty name="width" value="0.04286" units="cm"/>
      <inkml:brushProperty name="height" value="0.04286" units="cm"/>
      <inkml:brushProperty name="color" value="#66CC00"/>
    </inkml:brush>
  </inkml:definitions>
  <inkml:trace contextRef="#ctx0" brushRef="#br0">35 385 8076,'8'10'146,"-6"-3"1,4-1-164,-12 0 0,4 2 0,-6-4 140,1 1 0,5 9 0,-4-2 15,4 3 1,-4 8-1,0 1 1,2-1-47,3 2 1,1 4-1,1 10 1,3 2-102,2-2 1,2 3-1,-2-3 1,3-4-33,1-4 1,6-9-1,-7 1 1,3-6 21,0-5 0,-1-4 0,7-10 0,-1-4 0,1-6 0,-1-9 0,1-4-17,-1-2 0,1-3 0,-3-4 0,-1-1-19,-3 0 0,-1 0 0,2 0 0,-6 0-29,-5 0 1,-1 6 0,0 2 0,0 0 45,0-1 0,-1 9 0,-3 0 0,-4 7 185,-2 4 0,4 2 0,-5 8 10,-3 4 0,4 6 1,1 9-1,1 4 28,4 2 0,2 1 1,2 3-1,0-2-66,0 2 1,2 0 0,4-2 0,4-6-17,-1-3 0,7-3 0,-5-1 0,5-3 54,1-1 1,1-8 0,-1 0-1,1-6-54,-1-4 0,-1-8 1,-3 3-1,-3-7-100,-2-5 0,-2 4 0,-6-5 0,0 3-80,0-2 1,0 3 0,-2-5 0,-4 2-390,-6-1 1,3-1 0,-3 4 0,-2-2-57,-1 1 1,-5-3-1,-1 2 1,-2 3-12,1 7 1,9-3 0,1 6 244,-1 1 0,5 3 288,2 12 0,4 3 0,10 17 0,2 1 0</inkml:trace>
  <inkml:trace contextRef="#ctx0" brushRef="#br1" timeOffset="400">961 577 8118,'-17'-6'284,"-1"0"0,1 2-324,-1 3 1,1 1-1,-1 0 1,1 0 75,-1 0 1,1-6 0,-1 0 0,1 2-54,0 2 0,-7 2 0,1 0 0,2 2 48,1 4 1,3-4-1,-1 6 129,1-1 0,-1 3 1,1 7 0,7 1 1,6-3-9,8-3 1,6 2 0,7-7-1,3 1-7,3 0 1,4-2-1,6-6 1,-2 0-46,-2 0 0,0 0 0,6-2 0,-2-4-281,-4-6 0,3 3 0,-9-3 0,-2-2-55,-1-1 1,-5-3-1,-3 1 58,-6 0 1,-6-1-1,-6 1-64,-6-1 1,-5 6 0,-5 3-1,-3 1-57,-2 4 1,0 2 0,-2 2-1,3 0 71,1 0 0,6 0 0,-5 0 0,5 0 227,2 0 0,-1 8 0,1 2 0</inkml:trace>
  <inkml:trace contextRef="#ctx0" brushRef="#br1" timeOffset="783">1083 612 8088,'16'2'0,"-3"2"59,-1 2 1,0 1 0,5-1 108,1 6 1,-1 1-1,-1 1 1,-3-4 33,-1-3 1,-2 7 0,1-2-10,-5 3 0,2-3 177,-2-1-221,-1 1 1,-10 0-1,-3-3-139,-2-1 1,4-2 0,-5-6 59,-3 0 1,4-2 0,-1-4-96,-3-5 1,6 1 0,1-2 0,1-1-92,0-3 1,-2-1-1,4-3 1,-3-1-83,-3-2 0,4-6 0,-4 3 0,3-1 13,3-4 1,2 4 0,2-2 0,0-2 177,0-2 1,2 6 0,2 3 0,5 5 76,7 1 1,-3 3 0,11 1-1,-5 5-3,-1 1 0,5 2 1,0 6-1,-1 0-174,-3 0 1,-2 8-1,1 2 1,-1 1-260,1 1 1,-7-1-1,-1 7 1,0-1-899,0 1 1264,-7-1 0,5 1 0,-8-1 0</inkml:trace>
  <inkml:trace contextRef="#ctx0" brushRef="#br1" timeOffset="1033">1468 1 9062,'0'29'352,"0"0"1,7 0 0,3 8 0,4 4-284,3 5 0,-3 5 1,9 3-1,-4 2-434,-1 2 0,-1 1 0,1-7 0,-1-3-32,1-9 1,-9-1 0,-1-18-1140,0-5 1536,-6 1 0,6-22 0,-16 3 0,-2-16 0</inkml:trace>
  <inkml:trace contextRef="#ctx0" brushRef="#br1" timeOffset="1350">1922 263 8016,'-18'0'0,"1"2"-58,-1 3 0,-1 5 1,-3 8-1,-1-1 350,2 0 1,3 1 0,5 1 0,1 3-234,-1 1 1,3 6-1,0-6 1,2-1-51,5-3 1,1-1-1,2-1 1,0 1 98,0-1 0,7 0 0,5-1 0,4-2-10,1-3 0,0-5 1,3 6 47,3 1 0,-3-3 0,3 0 0,-4-1-166,-1 1 0,-1-6 1,1 2-1,-1-2-59,1 1 0,5-3 0,0 4 0,-2-4-72,-1-2 1,-3 0 0,1 0 0,-1 0-2161,1 0 2311,-9-8 0,7-1 0,-6-9 0</inkml:trace>
  <inkml:trace contextRef="#ctx0" brushRef="#br1" timeOffset="1715">2515 175 7912,'-27'0'114,"0"0"1,4 2 0,-4 2 165,-1 2 1,-3 8-1,8-5 1,2 3-174,1 0 0,3-1 0,-1 7-308,1-1 0,7 1 0,4-1 53,5 0 1,2-5 0,5-2 92,6-2 0,3 3 0,5-5 1,1-2 131,2-2 0,3 4 0,-5 0 0,4-1 116,2 3 1,-5-4 0,1 6 0,-4-1-21,-1 1 0,-1-4 1,1 6-120,-1 1 0,-5 3 1,-2 1-1,-3 1-72,-3-1 0,-10 1 0,-5-1 0,-7 0-222,-5 1 0,-4-1 0,-8 1 0,0-1-178,0 1 1,0-7 0,0-1 0,2-2-32,4-4 1,4-2 0,8-2 448,-1 0 0,1-16 0,-1-3 0</inkml:trace>
  <inkml:trace contextRef="#ctx0" brushRef="#br1" timeOffset="2148">2708 507 7912,'0'12'110,"0"-1"0,1 3 231,5 2 0,-2 11 1,6 6-1,0 7-95,-1 5 0,1 2 1,2 5-1,-5-2-260,1-3 0,-6 2 1,4-9-1,-4 1-98,-2 2 1,-2-12 0,-2 2 0,-4-6 132,-1-6 0,-3 3 1,-6-7 20,1-7 0,0-1 0,-1-3-34,1-2 1,5-4 0,2-6-19,2-5 1,-3-5 0,5-1-1,2-1-134,2 1 1,2-7 0,-2-3 0,-2-4-203,-1-6 1,-1-7 0,6 1-1,0-3 13,0-9 1,2 1 0,3-8 0,7 2 234,4 3 0,1 5 1,3 3-1,3 7 291,6 5 0,-2 2 0,0 17 0,0 9 137,1 5 1,-7 6-1,2 4 1,-5 5-111,-7 5 0,3 9 0,-8 2 1,-2 2-231,-2 0 0,-2-1 1,0 3-1,-2-4-173,-4-2 0,-2 4 0,-8-6 0,3-1-230,-1-3 0,-5-3 1,5-5-127,-7-5 0,2-4 539,-5-2 0,5 0 0,1 0 0</inkml:trace>
  <inkml:trace contextRef="#ctx0" brushRef="#br1" timeOffset="2616">3284 350 7955,'0'-18'0,"-2"1"133,-4 0 0,-2 5 0,-5 2 1,1 2 108,-2 5 1,5 1-1,-3 2 1,-1 0-222,-3 0 0,4 7 0,1 5 0,-3 4 49,-1 1 0,-3 0 1,1 1-1,1 1 20,5 5 1,-5-5-1,6 6 1,1-1-37,3-1 1,4 0-1,2-5 1,0-1-19,0 1 1,2-1 0,4-1-1,7-5-49,9-5 0,-1-4 0,8-2 0,0 0-104,-2 0 0,4-8 1,-5-3-1,1-5-42,4-1 1,-6-1 0,-2 1-1,-3-1 61,-3 1 1,-5-3-1,-3-1 1,1-2 40,0 1 1,-6-3 0,2 2 0,-4 1 104,-2 3 0,-8 7 0,-4 3 45,-3 1 1,-3 2 0,3 8 0,1 2 90,2 2 0,3 7 0,-5-1 0,4 3-165,3 3 0,-1 1 1,4 3-1,-2 1-100,2-2 1,2 5 0,2-1 0,0 0-179,0 0 0,0-1 0,2-7 0,2 0-401,2 1 0,8-3 1,-3-3 659,5-6 0,9-4 0,2-2 0</inkml:trace>
  <inkml:trace contextRef="#ctx0" brushRef="#br1" timeOffset="2851">3720 228 7955,'-7'9'788,"-5"-3"-272,-3-4 1,-3 6 0,3 4 0,3 3-369,6 3 1,-2 5 0,2 2 0,3 2-54,1 4 1,4 2-1,3 2 1,7 0-438,4 0 1,1-8 0,1-3-1,-1-7-134,0-5 1,7 1 0,-1-7 0,0-2 1,3-2 1,-7-4 0,6-4 0,-2-6 473,1-3 0,5-8 0,-6-1 0,8-7 0,-4 4 0</inkml:trace>
  <inkml:trace contextRef="#ctx0" brushRef="#br1" timeOffset="3219">4157 245 7955,'-17'0'0,"-1"0"343,1 0 1,1 2-1,3 2 1,3 4 38,2 1 1,-4 3 0,7 6 0,1-1-204,2 0 1,4 1 0,4-1 0,5 1-146,5-1 1,7 1-1,2-3 1,2-3-148,4-6 1,2-4 0,2-2 0,-2 0-142,-4 0 1,4-8-1,-3-2 1,3-3 1,1-5 0,1 5 0,-2-13 0,-4 3 154,-5 0 1,1-8-1,-2 4 1,-3-2 5,-7-1 1,-5 7 0,-10-6 0,-4 0-37,-5 2 1,-11 2-1,-3 7 1,-2 3 265,-4 3 1,-4 4-1,-2 8 1,0 2 267,4 4 0,4 4 0,-2 9 0,2 4 25,-2 6 1,6 10 0,3 4 0,7 0 9,3-1 1,8 7 0,-2-5-1,6 3-333,6 0 0,4-9 0,9 3 1,7-4-234,9-2 1,1-8 0,13-6 0,3-5-500,5-4 0,9-9 1,-2 3 623,4-4 0,9-17 0,3-5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1:00.436"/>
    </inkml:context>
    <inkml:brush xml:id="br0">
      <inkml:brushProperty name="width" value="0.04286" units="cm"/>
      <inkml:brushProperty name="height" value="0.04286" units="cm"/>
      <inkml:brushProperty name="color" value="#66CC00"/>
    </inkml:brush>
  </inkml:definitions>
  <inkml:trace contextRef="#ctx0" brushRef="#br0">296 804 7789,'0'-20'-364,"0"-3"0,0 4 0,0-7 0,-2 1 333,-4-4 0,-4-4 0,-7-2 1,1 0-19,4 0 1,-3 0 0,3 0-1,-1 1-9,1-1 0,-2 2 0,9 2 58,1 1 0,-6 9 0,0-4 0</inkml:trace>
  <inkml:trace contextRef="#ctx0" brushRef="#br0" timeOffset="935">400 472 7749,'-17'-6'-1350,"-1"0"1559,1 2 0,1 1 0,3-1-258,1-2 1,6 0 0,-5 6-383,-3 0 208,6 0 131,-7 8-42,13-6 289,-6 13-176,8-13 12,0 6 5,0-8 1,-2 0 218,-4 0 596,4 0-262,-5 0 0,5 0 738,-4 0-673,4 0 1,-8 0 8,4 0 0,-3 0-144,-9 0 0,1 0-188,-1 0 1,1 0-1,-1 0 111,1 0 0,-1 0-194,1 0 1,5 0-138,1 0-110,-1 0 1,2 2 96,5 4 1,5-4-1,5 3 1,7-3 41,4-2 0,3 2 0,4 2 0,6 2-27,4-2 0,10-2 1,6-2-1,7 0 98,8 0 1,6 0-1,5 0 1,9 0-69,7 0 1,6-2 0,-44 0 0,1 0 0,1-1 0,0 0-86,4 1 0,-1 0 0,-2-1 0,0-1 0,-1 1 0,-1 0 0,-3 0 0,-1 0 27,43-5 1,-4 6 0,-5-4 0,-9 3-48,-11-3 1,-7 4 0,-5-4 0,1 4-7,-1 2 1,-9 0 0,-7-2-1,-6-2-80,-5-2 0,0 1 0,-4 5-300,3 0 0,-7 0-497,-5 0-91,-8 0-227,3 0-368,-14 0-723,5 0 463,-6 0 1831,8 0 0,-8 0 0,-2 0 0</inkml:trace>
  <inkml:trace contextRef="#ctx0" brushRef="#br0" timeOffset="1517">2304 53 7771,'-16'-2'31,"5"-4"1,-5 4 0,5-6 88,-5 1 0,4 5 0,3-6 293,1 0 1,-6 6 596,3-4-93,3 4 259,-8 2 13,14 0-588,-5 0-199,7 8 0,0-4 0,2 6-92,3-2 1,-1-3 0,8-3-150,2 4 1,1-4-1,3 6 1,-1-2-63,0-1 0,7 1 0,1-4 0,0 2-64,0 2 1,7 2 0,-3-4 0,4 3-25,2 3 1,1-4-1,1 4 1,0-1 45,-4 1 0,-10 2 1,-1 7-1,-9 4 45,-7 6 0,-14 4 0,-9 4 0,-12 2 168,-10 2 0,-8 7 1,-11-1-1,-4 3-804,0 3 0,2-7 0,7-1 0,1-2-671,0-5 1,13-8 1204,4-7 0,12-12 0,-3-3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1:04.054"/>
    </inkml:context>
    <inkml:brush xml:id="br0">
      <inkml:brushProperty name="width" value="0.04286" units="cm"/>
      <inkml:brushProperty name="height" value="0.04286" units="cm"/>
      <inkml:brushProperty name="color" value="#66CC00"/>
    </inkml:brush>
  </inkml:definitions>
  <inkml:trace contextRef="#ctx0" brushRef="#br0">262 106 7691,'8'-10'673,"-6"4"1,4 12-1,-4 6-370,-2 3 1,0 10 0,-2 4 0,-2 6-120,-2 6 0,-8 12 0,3 13 0,-5 7-261,-1 9 1,-1 9 0,1 4 0,-1-4 58,1-7 0,5-13 0,1-26 1,-1-10 221,2-10-162,3-13 0,7-12 0,0-12-49,0-3 0,5-5 1,3-3-1,2-4-40,3 0 1,1-12 0,0 4 0,-5-4-68,-1-4 1,0-1 0,-4-9 0,1 1-106,-1 0 1,-2-7-1,-2-1 1,0-2 152,0-4 0,6 6 0,0 4 0,0 7 114,2 9 1,-5 10 0,9 9 141,2 8 0,3 7 0,4 12 1,3 7 8,-3 8 0,4 12 1,-1 10-1,-3 2-245,-2 3 0,5 12 0,-1 10 0,-2 10-33,-1 5 1,-3-3 0,-1-3 0,-3-1-195,-1-4 1,-8-12 0,2-12 0,-4-11 97,-2-8 0,-2-10-124,-4 3 0,-4-13 62,-7-5 0,-1-4 1,1-2-1,-1 0-1049,1 0 1286,-1 0 0,1-15 0,-1-5 0</inkml:trace>
  <inkml:trace contextRef="#ctx0" brushRef="#br0" timeOffset="519">0 734 7732,'12'-9'255,"-1"3"42,3 4 1,9 2 0,6 0 0,4 0-179,2 0 1,6 0 0,0 0 0,-2 0-251,-2 0 0,-3 2 0,1 2 0,-2 2-49,-3-3 1,-5-1-1,-8 0-63,1 4 0,-1-2 6,1 8 0,-9-7 0,-1 5 0,-2 0-14,0 0 0,0 1 1,-6 7-1,1-1 188,5 1 0,-4 1 0,4 2 0,-4 3 52,-2-3 1,0 4 0,0 0 0,0 1 229,0-1 1,0 6-1,0-4 1,-2 2 43,-4 0 0,4-7 0,-4 1 0,5-4 794,1-1-527,0-8 1,0-5-294,0-10 0,0-5 0,0-10 0,1-3 13,5-6 0,-2-4 1,6-2-1,-2-2-167,-4-3 1,3 1-1,-1-8 1,0-1-112,2-3 0,-6-1 0,5-3 1,-1 1-166,0 2 1,8 3 0,-3 16 0,3 4 137,-3 6 1,5 3 0,-4 5-1,3 3-42,3 6 1,-3 6 0,1 6 0,-3 8-198,1 7 1,5 1-1,-7 7 1,3 2-139,3 2 0,-3 7 0,-1 1 0,-4-2-7,-3-2 1,7-2 0,-4 0 0,1-4 438,1-8 0,0 8 0,5-12 0</inkml:trace>
  <inkml:trace contextRef="#ctx0" brushRef="#br0" timeOffset="767">1223 717 7732,'-8'-18'-222,"-2"1"139,1 0 1,-1 1 0,6 2 578,-2 3 0,-7 7-305,1-2 1,-4 10 0,-1 6 0,-1 3-36,1 7 1,0 3-1,-1 0 1,1 6-21,-1 4 0,-5 8 0,0 2 1,3 1-158,7 5 1,-1-4 0,8-1 0,2-1-190,2-4 1,4-4-1,6-6 1,8-6-151,5-4 1,12-9 0,0-4 0,8-4-540,3-2 899,-5-8 0,12-9 0,-7-11 0</inkml:trace>
  <inkml:trace contextRef="#ctx0" brushRef="#br0" timeOffset="1484">1642 123 7758,'-16'18'54,"5"7"0,-13 4 1,5 6 14,2 6 0,1-3 0,2 11 0,3 3 108,-3 5 1,-1 12-1,-1-3 1,5-2-227,5-1 0,-2-1 1,2-6-1,2-4 187,2-1 0,4-5 0,2-13 0,4-4 7,2-5 0,1-5 0,9-3 0,1-5-1,2-5 1,8-4-1,-2-2 1,4 0-152,2 0 1,0-6 0,-2-2-1,-2-3-150,-2-9 1,-1 1-1,1-8 1,-6 0-28,-4 0 0,-1 3 0,-3-5 1,-3-2 67,-6-2 1,-4-2-1,-4 0 1,-4 0-87,-6 0 0,-3-3 0,-5 3 1,-1 7 180,-2 7 1,-2 4 0,3 1 0,-1 5 158,2 5 1,1 4-1,3 4 1,-1 4-13,1 5 0,1 5 0,5 1 1,5 1 104,4-1 0,2 1 0,0 1 0,2 0-66,4-1 1,3 3-1,9-9 1,-1 3-117,1 3 0,7-7 1,2-1-1,2-2-83,0-4 1,0-2-1,6-2 1,2-2-54,4-4 0,-8-6 0,6-9 0,0-4-161,-3-2 1,-1-3-1,-4-3 1,-3 2 45,-3 2 1,-2 0-1,-5-8 1,-1-1 14,0-3 1,-7-2 0,-4 2 0,-4-5-39,-2-5 0,0-1 0,0 1 0,-2 5 213,-4 5 0,2 8 0,-5 8 0,-1 9 346,0 7 1,4 3 0,-3 8-1,1 4 40,4 5 0,0 13 0,0 5 0,-2 4 99,3 2 1,1 7-1,2 5 1,0 5-112,0 6 1,0-1 0,2 7 0,1 2-437,3 2 1,14 3 0,-1 3 0,6 2-426,6-2 1,2-10-1,0-8 1,-2-8 100,-2-7 0,-7-14 1,1-9-102,-3-10 0,-9-14 0,-1-6 499,-2-3 0,5-11 0,-3-1 0</inkml:trace>
  <inkml:trace contextRef="#ctx0" brushRef="#br0" timeOffset="1884">2987 123 7716,'-18'0'299,"6"2"1,1 4 178,-3 6 1,1 3 0,-1 3 0,2-1-182,-1 0 0,3 7 0,-1 1 0,-3 2-157,-2 4 0,1 2 0,1 2 0,3 0-4,-3 0 1,0 0 0,1 0-1,3-2-39,2-4 1,3 2 0,5-6-1,0 2-36,0 4 1,0-5 0,2-3 0,3-6 0,7-5 0,5 4 0,5-5 0,3 5 58,2 1 1,0-1 0,4-3 0,0-1 132,6 2 0,-2-1 1,6 1-1,-4-3 35,-2 3 1,0-4 0,-2 1-199,-4 3 0,-14 1 1,-17 3-406,-13-1 0,-10-1 0,-12-3 0,-4-1-385,-5 2 1,-7-1 0,-3 1 699,-2-3 0,-8-7 0,4 4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04.115"/>
    </inkml:context>
    <inkml:brush xml:id="br0">
      <inkml:brushProperty name="width" value="0.04286" units="cm"/>
      <inkml:brushProperty name="height" value="0.04286" units="cm"/>
      <inkml:brushProperty name="color" value="#66CC00"/>
    </inkml:brush>
  </inkml:definitions>
  <inkml:trace contextRef="#ctx0" brushRef="#br0">15 437 7700,'9'12'-465,"-3"0"1,-2-1 0,0 1 464,2 0 0,-1-7 0,-5 7 0,8 0 0,2 5 0</inkml:trace>
  <inkml:trace contextRef="#ctx0" brushRef="#br0" timeOffset="734">49 333 7690,'0'17'-306,"0"1"1,0-1-62,0 0 0,0-5 0,0 0 287,0 1 1,0 3 57,0 1 1,0 1 34,0-1-21,0-7 4,0-2 0,0-8 1,0-2 2,0-4 0,0-4 1,0-7 0,-7-1 0,-3 1 0</inkml:trace>
  <inkml:trace contextRef="#ctx0" brushRef="#br0" timeOffset="1017">15 402 7690,'9'-7'1883,"7"5"-1213,-14-6 1,7 8 0,-5 2-167,2 4 0,0 3 1,-6 11-1,0 3-99,0 6 1,6 20-1,0 11 1,-3 14-378,-1 13 0,-2 10 0,0-43 0,0 1 1,0 0-1,0 0-188,1 0 1,-2-1 0,-6 43-1,-3-10 1,-2-11-295,1-10 1,5-21 0,-4-16-590,2-8 1,1-11 19,1-4 1,4-12-1,-2-8-881,8-7 1904,-2 1 0,13-13 0,-5 6 0</inkml:trace>
  <inkml:trace contextRef="#ctx0" brushRef="#br0" timeOffset="1400">67 682 7677,'10'10'346,"-3"-3"0,-5-7 0,2-2-129,2-3 1,2 1-57,-2-8 1,3 2 0,7-3 0,-3 3 16,-1 2 0,0-3 0,7 3 0,2-2 96,3-3 1,1 5 0,-4 0-1,3 2 6,-3 0 1,0 1-1,1 5 1,1 2-155,-2 3 1,-7-1-1,-3 10 1,1 3-148,-2 5 1,-2 3-1,-8-4 1,-4 4-117,-8 3 0,-2-1 1,-15 4-1,-2-4-421,-2-2 1,4-1 0,0-7-1,-2-1-1106,-2-5 1664,6-3 0,-6 0 0,6 1 0</inkml:trace>
  <inkml:trace contextRef="#ctx0" brushRef="#br0" timeOffset="2451">853 1 7602,'8'9'-311,"-5"5"981,9-8 1,-8 7 0,2-1-256,-4 4 0,-2 1 0,-2 3 0,-2 1-154,-2 2 1,-6 14 0,5 0-1,-1 4 48,0 1 0,-3 13 1,3-3-1,0 4-102,0 4 1,2-5 0,6 3 0,0-6-248,0-5 0,6-4 0,4-10 0,4-4-379,5-6 1,2-5 0,-3-5 0,-1-3-157,1-2 0,-1-3 0,1-5-803,-1 0 1,-5-7 1377,-1-5 0,1-11 0,5-4 0</inkml:trace>
  <inkml:trace contextRef="#ctx0" brushRef="#br0" timeOffset="2751">591 437 7561,'-18'0'1193,"16"-2"1,8-1-1045,8-3 1,9 0-1,2 6 1,3-2-9,3-4 1,2 2 0,1-5 0,1-1-46,0 0 0,6 4 0,2-3 0,1-1-455,5 0 0,-6 4 0,-1-3 0,-1 1-650,0 4 1009,-8-6 0,0 8 0,-6-5 0</inkml:trace>
  <inkml:trace contextRef="#ctx0" brushRef="#br0" timeOffset="3168">1586 385 8275,'0'-10'2254,"2"1"-1328,4 3-548,-4 4 1,4-6-17,-12 8 1,2 2-296,-8 4 1,3 4-1,-5 7-110,3 0 1,7-5-1,-2 0 1,4 1 115,2 3 0,0 1 0,0 1 54,0-1 1,0 3 0,0 1 0,2 2 66,4-1 1,-4-3 0,5 0 0,-1 3-47,0 1 1,0 2-1,-6-3 1,0 1-194,0-2 0,-8-1 0,-4-3 0,-3 1-188,-3-1 1,-5-1-1,-2-3 1,0-3-572,-1-2 1,-3-3 0,4-5-1,0-1-414,0-5 0,-4-4 1218,5-7 0,-7-9 0,4-1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08.614"/>
    </inkml:context>
    <inkml:brush xml:id="br0">
      <inkml:brushProperty name="width" value="0.04286" units="cm"/>
      <inkml:brushProperty name="height" value="0.04286" units="cm"/>
      <inkml:brushProperty name="color" value="#66CC00"/>
    </inkml:brush>
  </inkml:definitions>
  <inkml:trace contextRef="#ctx0" brushRef="#br0">210 16 7666,'18'0'-21,"-6"0"0,-1 0 428,3 0 20,-6 0 0,-1-2 367,-7-4-461,0 4 1,0-4-129,0 12 1,-6 6 0,1 9-1,1 4 79,2 3 0,0 3 1,-2 9-1,-2 7-182,2 3 0,-3 9 0,1 1 1,2 0-376,2 0 1,-4 4 0,0-6-1,2-3-497,2-7 0,2-7 1,0-12 769,0-6 0,-7-3 0,-3-3 0</inkml:trace>
  <inkml:trace contextRef="#ctx0" brushRef="#br0" timeOffset="701">18 540 7482,'-9'-8'1512,"1"6"-150,8-6-640,0 8 0,2 0-286,4 0 1,3 8 0,9 4-189,-1 3 0,-5 3 0,-2-1 0,-1 1-66,1-1 1,-4 6-1,4 3 1,-3 1-134,-3 4 1,4-4 0,-2 0 0,-2 0-5,-2 0 1,3-5 0,1 1 0,-2-3-1,-2-3 1,0 0-68,4 1 0,-4-6 87,4-1 31,-5-7 1,-1 2 101,0-12 79,0 4 0,0-8-138,0 5 0,0 1 0,0-8-80,0-1 1,0-3 0,2-1 0,4-1-25,6 1 1,3-7-1,3-1 1,-1-2-414,1-4 1,7-4 0,4-4 0,4-4-460,2-1 0,6 3 1,0-4-1,-1 3-2330,3 3 3167,-6 10 0,6-4 0,-9 6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44.062"/>
    </inkml:context>
    <inkml:brush xml:id="br0">
      <inkml:brushProperty name="width" value="0.06" units="cm"/>
      <inkml:brushProperty name="height" value="0.06" units="cm"/>
      <inkml:brushProperty name="color" value="#F6630D"/>
    </inkml:brush>
  </inkml:definitions>
  <inkml:trace contextRef="#ctx0" brushRef="#br0">105 676 7973,'-10'8'1835,"-5"-6"-1043,5 5 1,-6-5-24,5 4 0,3-2-57,8 8 0,0-1-376,0 7 0,0-7 1,0 1-180,0 2 1,6-5 0,2 1 0,1 0-76,5-1 1,3-5 0,5 4 0,1-2-82,-2 0 1,4 0 0,1-6 0,-1 0 37,0 0 0,4-6 0,-4-2 0,1-2-18,-1-3 0,-2-3 0,-5 1 0,-1-1 3,1-1 0,-3 3 0,-1-7 1,-5 5 10,-1 5 1,-2-1 0,-6-6 0,-2 1 10,-4-1 1,-3 9-1,-11 1 1,-3 2-28,-6 0 0,-2 1 0,0 5 0,2 0-16,-3 0 0,0 7 0,-3 5 0,0 3 29,0 3 1,2 5 0,4 2-1,5 3-150,5 3 1,3 2 0,5 2 0,5 0-441,4-1 0,4-1 0,4-2 0,5-3-167,5-3 0,9-2 0,4-5 0,6-3-587,6-3 0,-4-4 1312,4-8 0,3-8 0,1-2 0</inkml:trace>
  <inkml:trace contextRef="#ctx0" brushRef="#br0" timeOffset="417">961 571 8015,'9'-8'444,"-3"-3"0,-4 1 1524,-2-2-1554,0 8 1,-6-1 0,-2 10-1,-1 9-55,-5 7 1,-7 1 0,-2 7 0,1 0-282,3-2 0,-1 6 0,-1-4 0,-2 4-442,1 2 0,1-6 0,0-2 0,-3 1-162,3-1 0,2-6 0,1 2 0,1-5-831,-1-7 0,7-3 1357,-1-8 0,-7 0 0,-9 0 0</inkml:trace>
  <inkml:trace contextRef="#ctx0" brushRef="#br0" timeOffset="634">559 658 7857,'0'20'107,"0"1"-13,0 2 0,2 3 1,4-3-1,5 8-58,5 8 0,9-2 0,4 5 0,4-1 692,2 0 0,0 5 0,0-7 1,0-4-1176,0-4 0,-6-9 0,-2-1 0,-2-7-47,-3-9 1,-9-3 0,-3-4-1,-2-3-443,-4-7 937,5-4 0,-7-9 0,6-2 0</inkml:trace>
  <inkml:trace contextRef="#ctx0" brushRef="#br0" timeOffset="866">1170 641 7841,'-10'17'0,"3"1"429,-1-1 0,6 7 0,-4 1 0,4 2 181,2 4 1,0 8-1,2 2 1,2-3-795,2-1 1,2-2 0,-5-2-1,3-2-832,-2-2 0,4-13 408,-2 1 1,2-11 0,-5-2 607,3-8 0,8-6 0,-4-7 0</inkml:trace>
  <inkml:trace contextRef="#ctx0" brushRef="#br0" timeOffset="1186">1589 589 7785,'-17'0'193,"-1"0"1,1 1 499,-1 5 0,7-2 0,-1 8 0,-1 1-356,-3 3 1,6 1 0,3 3 0,1 1-266,0 2 1,0 1 0,6-7 0,0 1-13,0-1 0,0 1 1,0-1 87,0 1 0,2-3 1,4-3-40,5-6 1,5-5 0,1 1 0,1 2 48,-1 2 0,1 0 1,-3-4-1,-1 2-243,-2 2 1,-9 7 0,3-1-319,-4 3 1,-4-3 0,-4 0-1,-5-1-77,-5-1 1,-1 4 0,-3-9-1,-1-1-747,-2-2 0,-6-2 1227,5 0 0,-7 0 0,4 0 0</inkml:trace>
  <inkml:trace contextRef="#ctx0" brushRef="#br0" timeOffset="1483">2008 30 7742,'0'-12'1033,"2"2"-296,4 3 1,-4 9 0,4 11 0,-4 8-319,-2 9 1,0 4-1,0 7 1,0 6-160,0 3 0,0 5 1,0 3-1,-2 6-306,-4 4 0,4 2 0,-4-2 0,4-2-13,2-2 0,0-8 1,-2 0-1,-1-7-612,-3-9 0,-2-11 0,4-5-2585,-2-5 1278,-7-9 1978,11-2 0,-14-24 0,7-3 0</inkml:trace>
  <inkml:trace contextRef="#ctx0" brushRef="#br0" timeOffset="1766">1712 501 7700,'-10'0'1902,"23"0"0,16 0-1230,6 0 1,2 0 0,0 0 0,4 0-577,5 0 1,-1-6 0,2 1-1,1-1-218,3-2 0,-7 4 0,-3-6 0,-4 3-552,-2 3 0,-2-4 1,-4 2-1170,-6 2 1,-3 2 1842,-3 2 0,1 0 0,-1 0 0</inkml:trace>
  <inkml:trace contextRef="#ctx0" brushRef="#br0" timeOffset="2333">2480 536 7700,'-27'12'0,"3"-2"0,5-1 785,2 1 1,1 3 0,4 9 0,7 3-1,3 2 1,2-3 0,2 5 0,3 0-568,7-2 0,-2 6 0,-1-6 0,1 2-207,0 0 1,-4-9-1,3-1-505,-1-5 1,-2-9-17,-6 7 0,0-10 1,0-2 3,0-10 1,2-5 0,2-3 0,4-1 76,1-4 0,-3 1 1,4-7-1,0-2 23,-1-2 0,-3-2 1,6 0-1,1 0 319,3 0 0,-5 6 0,1 2 0,0 2 483,-3 4 1,5 7 0,-6 4 87,1 3 0,-5 3 1,2 11-1,-4 9 273,-2 5 1,6 10-1,0-2 1,-2 4-335,-2 2 1,0 2 0,1 2-1,3 2-230,-2-2 1,4 3 0,-2-3 0,-2-4-16,-2-4 1,-2-4 0,0 2 96,0-5 0,1-13-349,5-5 0,-4-8 0,6-7 0,-2-9-52,0-1 1,1-7 0,-3 1 0,2-2 66,-2-4 0,4-2 1,-1-2-1,1 0-72,0 0 0,4 8 0,-5 2 1,3 2 247,4-1 0,-5 1 28,3 5 1,0 11-15,5 7 0,-7 9 1,-2 13-1,-3 3-41,1 2 1,2 2 0,-4 6 0,4-2-541,1-4 1,-3 4-1,6-4 1,-1 2-631,-1-1 0,6-3 0,-5-6 0,5 2-30,1-1 0,3-11 1110,3-5 0,-4-4 0,7-2 0</inkml:trace>
  <inkml:trace contextRef="#ctx0" brushRef="#br0" timeOffset="2583">3423 554 7700,'-6'-12'698,"0"0"1,-7 8-1,1-1 104,-3 3 1,3 4 0,2 5-1,1 11-285,-1 9 0,4 14 0,-6 5 0,1 7-174,1 5 0,0 8 0,6 12 0,-3 5-224,-3 0 1,-2-1 0,-7 1 0,-4-3-611,-6-2 1,-4-7 0,-2-12 0,-2-13 115,-4-7 0,10-12 0,-2-6 0,6-7-128,5-8 0,5-6 0,5-6 0,5-6-551,-1-3 0,6-10 1054,-4-4 0,-4-12 0,1-4 0</inkml:trace>
  <inkml:trace contextRef="#ctx0" brushRef="#br0" timeOffset="2749">2585 152 7724,'-18'0'553,"1"0"0,-1 0 1,-1 2-432,-4 4 1,9 3 0,-3 9 0,1-1-1142,1 1 1019,5-1 0,-13 8 0,3 3 0</inkml:trace>
  <inkml:trace contextRef="#ctx0" brushRef="#br0" timeOffset="2915">995 239 7737,'-44'2'0,"5"4"178,8 6 1,8 9-1,11 2 1,10-1-305,12-3 0,11-1 0,20-3 126,5-3 0,13 11 0,3-4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47.628"/>
    </inkml:context>
    <inkml:brush xml:id="br0">
      <inkml:brushProperty name="width" value="0.06" units="cm"/>
      <inkml:brushProperty name="height" value="0.06" units="cm"/>
      <inkml:brushProperty name="color" value="#F6630D"/>
    </inkml:brush>
  </inkml:definitions>
  <inkml:trace contextRef="#ctx0" brushRef="#br0">313 560 8426,'-9'8'943,"-1"-6"1,4 3-635,-6-3 0,-3 0 0,-3 4 0,1 4 154,0-1 0,-1 7 0,-1-2 0,-3 5-95,-1 4 0,-2 8 0,3-2 1,-1 4-174,2 2 0,7 0 1,5 0-1,1-2-475,4-4 0,10 0 0,7-9 0,9-7-634,7-3 1,4-4 0,4-8-1,1-4 914,3-5 0,8-21 0,-5-4 0</inkml:trace>
  <inkml:trace contextRef="#ctx0" brushRef="#br0" timeOffset="1001">645 612 7709,'-12'0'533,"1"0"1,5 6-1,-4 2-54,3 2 1,-7-5-135,2 7 1,-1 0-1,-1 5 1,4 1-28,3-1 1,1 0-1,6 1 1,0 1-172,0 5 1,2-5 0,4 4-1,7-5-69,9-7 1,-1 3-1,8-8 1,0-2 25,-2-2 1,6-8 0,-4-2 0,2-4-99,-1-7 1,1 2-1,-8-9 1,-4 3-54,-5 0 0,-1-6 0,-7 3 0,-4 1 43,-6 0 0,-7 2 0,-13 7 0,-5 3-214,-4 1 0,-9 8 1,-5-4-1,-3 2-442,-3 1 0,3-1 1,1 6-1,5 0 21,1 0 1,4 6 0,8 1 0,6 3-825,5 4 1463,7-7 0,5 9 0,-2-6 0</inkml:trace>
  <inkml:trace contextRef="#ctx0" brushRef="#br0" timeOffset="1717">1239 1 10930,'0'17'689,"0"3"0,2 3 1,2 6-361,2 4 1,5 10 0,-3 5 0,2 7-348,3 3 0,3 14 0,1-2 0,1-1-298,-1-3 1,-7 0 0,-2-9-1,-3-9-15,1-11 1,-2-10 0,-10-9 406,-5-1 1,-5-7 7,-1-4 1,5-6 0,2-6 77,3-6 0,-7-3 0,4-3-46,1 1 0,-7-1 0,4 1-35,-3-1 1,-3 1-1,1 1 224,-1 5 0,7-3 0,-1 8 112,-1 2 0,-3 3-64,-1 1 0,-1 1-137,1 5 1,1 4 0,3 6 0,3-3 74,2-1 0,2-1 0,6 7 0,0-1-48,0 1 1,0-1-1,0 1 1,0-1-60,0 1 0,10-1 0,6 1 0,5-3-75,0-3 0,6 3 0,4-5 0,6 0-216,4-4 1,8-5-1,-3-1 1,7-1-113,5-5 1,-4-6 0,6-11 0,-2-4-68,1-1 0,-3-5 0,-9 4 0,-7-4-31,-3-2 1,-10 2-1,-3 2 1,-7 2 137,-5-2 1,-5 6 0,-7 2 0,-1 3 180,-5 3 0,-6 1 1,-9 3-1,-5 3-48,-1 2 1,4 2 0,-4 6-1,2 2 154,3 4 1,1 4 0,0 7 0,-3 3 155,3 3 1,4-4-1,3 7 1,4-3-88,2 0 1,-3 6 0,5-5 0,4-1-264,6 2 0,8-5 0,11 3 0,6-6-360,4-5 1,10 2-1,3-9 1,7-1-2108,5-2 2553,-4-10 0,14-9 0,-6-10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51.629"/>
    </inkml:context>
    <inkml:brush xml:id="br0">
      <inkml:brushProperty name="width" value="0.06" units="cm"/>
      <inkml:brushProperty name="height" value="0.06" units="cm"/>
      <inkml:brushProperty name="color" value="#F6630D"/>
    </inkml:brush>
  </inkml:definitions>
  <inkml:trace contextRef="#ctx0" brushRef="#br0">140 664 7679,'0'17'493,"-2"1"268,-4-1 0,4 8 0,-4 3 0,4 1-621,2 0 0,0 0 0,0 6 1,2 2-89,4 3 1,-4-3-1,4 6 1,-4-2-504,-2 0 1,-2-1 0,-2-5 0,-4-2 16,-1-4 0,-1-3 0,-4-11 0,5-1-1397,1-3 1831,-6-7 0,5 4 0,-9-8 0</inkml:trace>
  <inkml:trace contextRef="#ctx0" brushRef="#br0" timeOffset="283">35 699 7790,'10'-18'0,"-2"3"641,-1 3 0,5-1 1,9 7-1,5 2-57,1 2 1,2 2 0,6 0 0,0 4-273,0 7 0,-6 1 1,-2 13-1,-2-1-159,-4-1 1,-7 6 0,-4-4-1,-3 2-78,-3 4 1,-8-3 0,-5-1 0,-5-2-157,-5-4 0,-10 5 1,0-3-1,-4-2-277,-2-1 1,0-5-1,0-1 1,2-5-437,4-1 0,-2-2 0,7-6 0,5-2-1145,5-4 1939,-1-3 0,13-17 0,-6-1 0</inkml:trace>
  <inkml:trace contextRef="#ctx0" brushRef="#br0" timeOffset="716">821 734 7774,'-10'0'1725,"-5"-6"-1394,3 0 1,2 0-1,-1 6-92,-3 0 1,-1 0 0,-3 0 0,1 0 69,-1 0 0,7 6 0,-1 2 0,-2 2-71,-1 3 1,-1 3-1,3 1 1,3 1-159,2-1 1,2 0 0,6 1 0,0-1-92,0 1 0,2-6 0,4-3 1,8-1-56,7-4 1,0-2-1,7-2 1,-3 0 42,-4 0 0,1-2 1,-1-4-1,2-6-79,-1-3 1,-9-3 0,-1 1-1,-1-1-34,-1 1 0,-2 0 0,-8-1 0,0 1-51,0-1 0,-2 1 0,-4-1 0,-7 3-338,-9 3 0,1-3 0,-8 5 0,-2 0-1500,-2 4 2025,6 4 0,-14 2 0,4 0 0</inkml:trace>
  <inkml:trace contextRef="#ctx0" brushRef="#br0" timeOffset="1016">1153 611 7734,'-18'0'1218,"1"0"1,-1 0-755,1 0 0,7 2 0,2 4 0,3 6-286,-1 3 1,0 3 0,6-1-1,2 1-115,4-1 1,-2 1-1,5-1 1,1 1-82,0-1 1,-4 1 0,3-1 0,-1 0-606,-4 1 1,4-6-1577,-3-1 996,9-7 1,-6 2 1202,3-12 0,5-4 0,-6-7 0</inkml:trace>
  <inkml:trace contextRef="#ctx0" brushRef="#br0" timeOffset="1432">1380 524 7734,'0'12'578,"0"-1"-73,0 3 1,6 2-1,-1 1 1,-1 0 99,-2 1 1,0-1-1,2 3 1,2 1-148,-2 2 0,0 7 0,0-7 0,1-2-393,-1-1 1,-2-3 0,-2 0 0,0 1 142,0-1 1,0-5-303,0 0 0,0-10-214,0-2 1,2-8 0,2-10 0,2 1 71,-2-1 1,3-1 0,1-2 0,2-4 23,4-3 0,-5 5 0,3-4 0,1 2 121,3 3 1,-4 3-1,-1 1 325,3 1 0,1 1 71,3 5 0,-3 5 1,-1 12-1,-4 7-122,-3 9 0,7-3 0,-2 6 0,3-1-182,3-1 1,-7 6 0,1-4 0,2 1 3,1-1 0,2-2 1,1-6-1,-3 1-1521,-3-1 1,4-5 263,-5 0 1,-1-8 0,0-1 1251,-3-6 0,7-15 0,-4-9 0</inkml:trace>
  <inkml:trace contextRef="#ctx0" brushRef="#br0" timeOffset="1701">1939 0 8130,'-18'8'952,"3"-4"1,1 7 0,4 5-512,3 5 1,1 7-1,6 8 1,0 5-4,0 6 0,2 11 0,4 4 0,3 2-552,1 0 0,4 0 0,-7 4 0,3-4-273,4-6 1,-7-11-1,1-8 1,-2-8-1375,0-8 1160,0-4 1,-12-11 0,0-8 22,2-10 1,0-5 0,0-3 0,-3 1 577,-3 0 0,-2-9 0,-5-1 0</inkml:trace>
  <inkml:trace contextRef="#ctx0" brushRef="#br0" timeOffset="2116">1816 280 7734,'18'15'-58,"-1"-3"1,-5 1-1,0-5 1,1 0 123,3 0 0,9-1 1,4-3-1,4 2-30,2-2 0,6 4 0,1-2 0,3-3-24,4-1 0,-1-2 0,1 0 1,-5-2-145,-1-3 1,-2 3 0,-8-6 0,-4 2 161,-6 0 1,-4-5 0,-3 3 470,-4-2 1,-5 4-87,-7-5 1,-2 7 0,-3-2 47,-7 4 1,-2 4-1,1 2 1,1 4-179,-1 1 0,-3 3 0,-1 4 0,-1-3-127,1-1 0,-1-1 1,1 7-1,-1-1-49,1 1 1,-1-1-1,3 1 1,3-1-157,6 1 0,-1-1 0,1 1 0,2-1 111,2 1 0,2-1 0,2 0 0,4 3 174,5 3 1,-1-2-1,2 7 1,1-3-10,3-4 0,1 4 0,-1 1 1,-5-1-244,-5 0 0,2-2 0,-2-5 0,-2-1-713,-2 1 0,-10-3 0,-4-1 0,-3-4-638,-3-3 0,1-1 0,-3-6 1365,-3 0 0,-4-8 0,-8-1 0</inkml:trace>
  <inkml:trace contextRef="#ctx0" brushRef="#br0" timeOffset="2299">856 122 7770,'-51'0'0,"5"0"2865,5 0-2433,12 0 1,19 2 0,18 2 0,11 2-1021,11-2 0,-3-2 0,0-2 588,-2 0 0,6 8 0,-4 1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50.345"/>
    </inkml:context>
    <inkml:brush xml:id="br0">
      <inkml:brushProperty name="width" value="0.06" units="cm"/>
      <inkml:brushProperty name="height" value="0.06" units="cm"/>
      <inkml:brushProperty name="color" value="#F6630D"/>
    </inkml:brush>
  </inkml:definitions>
  <inkml:trace contextRef="#ctx0" brushRef="#br0">104 437 7915,'-6'11'434,"0"1"1,-8-8 139,3 2 0,-5-3 285,-1 3 1,5-4 53,0 4 0,9-2-593,-3 2 0,6-4 0,6 4-243,5-5 1,7-1 0,3 0 0,4 0-313,2 0 0,3 0 0,4-1 0,1-3-632,0-2 1,0-6 0,0 4 0,-2 1 866,-4-1 0,12-6 0,-4 5 0</inkml:trace>
  <inkml:trace contextRef="#ctx0" brushRef="#br0" timeOffset="283">907 0 7800,'12'0'1247,"-1"0"1,-7 4 0,2 6-880,-4 7 1,-2 12 0,0 0 0,0 6-159,0 6 1,0-2 0,0 7 0,0 3-322,0 1 0,6 3 0,0-3 1,-3-3-351,-1-7 1,-2-3 0,0-4-1,0-4-1915,0-5 199,0-13 2177,0-3 0,-7-8 0,-3 0 0</inkml:trace>
  <inkml:trace contextRef="#ctx0" brushRef="#br0" timeOffset="516">645 314 10649,'25'0'459,"-1"0"1,9 0 0,5 0-416,5 0 0,6 0 0,7 0 1,4 0-243,2 0 1,-6 0 0,3 0 0,-7 0-221,-6 0 0,3 0 0,-8-2 1,-4-1 417,-6-3 0,2 0 0,-6 6 0</inkml:trace>
  <inkml:trace contextRef="#ctx0" brushRef="#br0" timeOffset="799">1606 349 6920,'-26'16'123,"-3"-5"1,-4 5 0,-2-4 0,2 3 895,4 3 1,2-1 0,8 1 0,-1-1-703,5 0 0,9 1 0,0-1 0,4 1-258,2-1 0,8-1 1,4-4-1,3-5 55,3 1 1,5-6 0,2 4 0,0-6 7,0-6 0,7 2 0,-5-8 0,2-1-47,0-3 0,-2-7 0,2 0 0,-6 1-40,-3 3 0,3 0 0,-2-3 1,-3-1-54,-4 2 0,-11 1 0,3 3 0,-4-1-282,-2 1 1,-4-1-1,-5 3 1,-11 3-1178,-5 6 0,-4 4 1477,-6 2 0,-8 0 0,-1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54.559"/>
    </inkml:context>
    <inkml:brush xml:id="br0">
      <inkml:brushProperty name="width" value="0.06" units="cm"/>
      <inkml:brushProperty name="height" value="0.06" units="cm"/>
      <inkml:brushProperty name="color" value="#F6630D"/>
    </inkml:brush>
  </inkml:definitions>
  <inkml:trace contextRef="#ctx0" brushRef="#br0">86 350 7918,'-2'15'216,"-4"-3"0,2-2 1,-8-6 235,-1 1 1,5 3 1217,2-2-1334,4-4 0,12 6 1,6-8-1,7 0-260,4 0 0,2 0 1,6 0-1,2 0-148,4 0 0,3 0 1,7-2-1,-3-4-762,-1-6 0,-3-1 1,5-1-1,-4 3 834,-3-3 0,7-2 0,-5-1 0</inkml:trace>
  <inkml:trace contextRef="#ctx0" brushRef="#br0" timeOffset="1219">1151 53 11779,'0'23'316,"0"1"0,0 7 0,0-2 0,0 6-232,0 5 1,0-1 0,0 8 0,0 1-460,0 3 0,0-1 0,0-3 1,0-6-587,0-5 1,0-3-1,0-4-982,0-5 1943,0-13 0,-8 5 0,-1-6 0</inkml:trace>
  <inkml:trace contextRef="#ctx0" brushRef="#br0" timeOffset="1469">1413 280 7793,'10'17'549,"-4"1"1,-4-1 78,-2 1 0,-2-6 0,-2-1 0,-2 5-530,2 5 1,2-2-1,2 5 1,0-5-8,0-1 1,0-1 0,0 1 0,0-1-297,0 0 1,0 1 0,0-1-1785,0 1-362,0-8 2351,0-3 0,8-7 0,2 0 0</inkml:trace>
  <inkml:trace contextRef="#ctx0" brushRef="#br0" timeOffset="2018">1745 245 7888,'0'18'342,"0"1"1,0 2-1,0 5 350,0 1 1,0-6-1,2 4 1,2-1-400,2-1 0,5 2 0,-3-4 0,0 3-488,-1-3 0,1-7 0,-4-3 127,2 3 0,2-6-182,-3-3 1,-3-10-1,6-7 50,0-4 0,-4-3 1,6-2-1,-3-3-2,-3 3 1,4-4 0,0 2 0,1 1-16,5 3 1,-4 1 0,-1 1 248,-1-1 0,6 3 0,-5 1 297,1 3 0,6 7 0,-7 0-16,1 8 0,6 5 1,-5 9-1,3-1-100,-3 1 0,5-1 0,-2-1 0,5-3-24,4-1 1,2-6-1,-3 4 1,3-3-158,2-3 1,0-2 0,4-4-1,-3-4-130,-3-5 1,-2-5 0,-5-1-1,-3-1-96,-3 1 1,1-1 0,-7 1 113,-2-1 0,-10 3 0,-5 3 159,-5 6 1,-7 5 0,-1 1-1,3 1 18,2 5 0,1 4 0,1 7 0,-1 1-21,1-1 1,5 3 0,1 1 0,-1 2-358,2-1 1,2-3-1,8-1 1,0 1-437,0 4 0,2-9 0,4 3 0,6-3-1682,3-4 2399,11-3 0,1-7 0,8 0 0</inkml:trace>
  <inkml:trace contextRef="#ctx0" brushRef="#br0" timeOffset="2285">2950 36 7359,'-18'11'523,"1"1"0,-1-6 1,1 5 113,0 3 0,-1 1 0,1 3 0,-1 1-364,1 5 0,5-5 1,2 6-1,1 0-127,-1 4 1,6-1 0,-2 1 0,4 0 42,2-2 1,0 6 0,0-6-1,0 0-91,0-3 0,6-5 0,2-1 0,0 1-284,-1 4 0,5-9 0,-6 3-477,-2-1 1,-4-1-1,-6 1-763,-6-5 1,-3-1 1425,-3-4 0,-7-4 0,-2 6 0</inkml:trace>
  <inkml:trace contextRef="#ctx0" brushRef="#br0" timeOffset="2502">1448 1 7681,'2'15'-523,"2"-1"0,4-3-232,1 3 755,-5 1 0,12 3 0,-7-1 0</inkml:trace>
  <inkml:trace contextRef="#ctx0" brushRef="#br0" timeOffset="2869">121 1468 7774,'-29'5'0,"1"3"203,3 2 0,4-4 656,9 5 0,6-7 0,14 2-480,10-4 1,1-2 0,10 0-1,4 0-302,6 0 1,0 0-1,7 0 1,1-2-314,-3-4 1,7 4-1,-6-5 1,3-1-432,4-4 1,-9 2 0,8-1 0,-5-3-446,-1-1 1,-4-3 1111,5 1 0,1-1 0,5 1 0</inkml:trace>
  <inkml:trace contextRef="#ctx0" brushRef="#br0" timeOffset="3167">1308 1258 7756,'2'-17'659,"4"-1"0,-4 6 257,4 1 1,-4 9-458,-2 2 0,0 10 1,0 11-1,0 4-198,0 2 0,0 2 1,2 8-1,2 2-59,1 2 0,1 5 1,-6-5-1,0 0-247,0 2 1,0-7-1,0 5 1,0-4-380,0-2 1,0-8-1,0-2 1,-2-3-2156,-4-5 1787,4-3 0,-11-16 0,7-4 0,2-6 792,2-3 0,-6-3 0,-1 1 0</inkml:trace>
  <inkml:trace contextRef="#ctx0" brushRef="#br0" timeOffset="3435">1343 1241 7756,'12'-12'523,"-1"0"0,-5 3 1,6-3-33,2 6 0,1-2 1,3 3-1,-1 1-92,0 2 0,1 4 1,-1 2-1,1 3-135,-1 3 0,-5 2 0,-2 5 0,-3 2-71,-3 5 1,-2-5-1,-2 6 1,0 1-109,0 3 0,-13-4 1,-5 0-1,-1 0-399,-1 5 1,-3-5 0,0-2 0,0-4-431,-3-1 1,7-3 0,-4-3-1,3-6-334,3-4 0,-1-2-1264,1 0 2342,7-8 0,-5-2 0,5-7 0</inkml:trace>
  <inkml:trace contextRef="#ctx0" brushRef="#br0" timeOffset="3785">1832 1258 7955,'-17'8'408,"1"-4"0,3 5 0,1 1-164,-2 0 0,-1 1 0,-3 7 75,1-1 0,5 7 1,3-1-1,1-2-143,4-1 0,2 3 0,2 0 1,0-1-2,0-3 1,2-2 0,4-1-9,5-4 0,5-5 0,1-7 1,3 0-57,3 0 0,-4-5 1,5-3-1,-5-2-82,-1-3 0,-1-9 1,1-1-1,-1 0 40,1-3 0,-1 1 0,-2-6 0,-1 4-209,-2 2 1,-8-1 0,1 5 0,-3-2 16,-2 1 0,-2 1 0,-3 0 0,-7-2-279,-4 1 0,-1 9 0,0 1 0,-1 0-588,1 3 1,-1 1 0,1 8-1,-1 0 990,1 0 0,-1 0 0,1 0 0</inkml:trace>
  <inkml:trace contextRef="#ctx0" brushRef="#br0" timeOffset="4055">2181 752 7741,'-17'-8'1886,"7"14"1,4-1 0,5 11-1599,1 7 1,0-1-1,0 9 1,1 4-192,5 3 1,-4 11 0,6-4-1,-2 3-165,0 4 0,-1-3 0,-5 9 0,0-4-615,0-1 1,0-8 0,0-5 0,0-5-604,0-6 1,0-3-841,0-9 2126,0-7 0,0-10 0,0-10 0</inkml:trace>
  <inkml:trace contextRef="#ctx0" brushRef="#br0" timeOffset="4502">2339 1188 8167,'-8'12'424,"-4"-1"0,-3-1 1,-1 4-1,5-1-311,5 7 0,4-3 1,2 8-1,0-1 629,0-1 1,8 0 0,5-3 0,7-1-714,3-1 0,2 1 1,-4-11-1,5-1-292,1 1 1,-4-2 0,4-6 0,-2 0-157,-3 0 1,-3-8 0,-1-3-1,-3-5-200,-3-1 1,3-1-1,-3 1 1,2-1 151,-3 1 0,3-3 0,-6-1 0,-1-2 467,1 1 0,4 3 0,-6 2 0,-3-1-115,-1 1 1,-2-1 514,0 1 56,0 7 1,-7 10-1,-3 14 1,-2 5 220,1 4 0,5 6 0,-4-3 0,2 1-214,4 4 1,-5 2-1,-1 2 1,-2 0-110,1 0 0,5 7 0,-6 5 0,-1 1-183,-3-1 1,-1 1-1,-1-7 1,1 0-258,-1 2 1,1-8 0,-1-1-1,3-8-877,3-7 1,-3-9 336,3-4 1,4-6 0,3-6 0,3-6-889,2-3 0,0-5 1514,0-3 0,7-4 0,3-8 0</inkml:trace>
  <inkml:trace contextRef="#ctx0" brushRef="#br0" timeOffset="4851">3212 926 8751,'-12'-6'807,"1"1"0,-1-1 1,-6 6-83,1 0 0,0 9 0,-1 7 0,1 7-504,-1 4 0,1-3 1,-1 5-1,1 2-57,-1 2 0,1 2 0,-1 0 0,1 0-85,-1 0 1,9-2 0,1-2 0,2-2-153,0 2 0,0-6 1,8-4-1,4-5 76,6-5 1,-2-1-1,1 2 1,3-6-231,1-4 0,-3 3 0,0 1 155,1-2 1,-5 0-37,-2 2 0,-4-2 1,-4 5-1,-2 1-255,-2 0 0,-7 1 0,-1 7 0,-5-1-367,-5 1 1,-1-1 0,2 1 0,-8 1 729,-8 4 0,-6 5 0,-7 7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2:59.944"/>
    </inkml:context>
    <inkml:brush xml:id="br0">
      <inkml:brushProperty name="width" value="0.06" units="cm"/>
      <inkml:brushProperty name="height" value="0.06" units="cm"/>
      <inkml:brushProperty name="color" value="#F6630D"/>
    </inkml:brush>
  </inkml:definitions>
  <inkml:trace contextRef="#ctx0" brushRef="#br0">1 1223 7828,'11'0'1374,"1"0"1,-6 0-452,5 0 0,1 2 0,6 2-436,-1 2 0,2 5 1,5-3-1,5 0-178,4 0 1,2 3 0,2-5 0,3-2-356,7-2 1,9-2 0,2-4 0,1-6-571,1-7 1,-4-6 0,6-1 0,-2-3-1675,-3 0 2290,-3-6 0,-9 6 0,-3-8 0</inkml:trace>
  <inkml:trace contextRef="#ctx0" brushRef="#br0" timeOffset="1484">1625 979 7895,'0'-18'-1,"0"1"396,0-1 0,0 1 0,-2 1 414,-4 5 1,2-5-415,-7 4 1,5 5-1,-6 1-92,-1 4 1,3 2 0,-2 0 0,-1 2-179,-3 4 1,1 3-1,1 11 1,2 3-51,-1 6 1,-3 0 0,1 4-1,3 4-212,6 0 1,-2 0 0,3 0 0,1 2-80,2 1 1,10 1 0,3-8 0,7-4-74,5-6 1,-2-5-1,10-6 1,4-7-1719,4-3 0,8-4 2007,-7-3 0,9-13 0,-4-9 0</inkml:trace>
  <inkml:trace contextRef="#ctx0" brushRef="#br0" timeOffset="1850">1939 874 7835,'-9'8'51,"-5"-4"0,6 5 0,0 1 402,1 0 0,1-5 1,8 5-224,4-2 0,3 4 1,9-7-1,-1-1-42,1-2 1,1-2-1,2 0 1,3 0-64,-3 0 0,-7-6 0,-3 1-607,3 1 482,1-6 0,-5 6 0,-6-6 11,-8 3 0,-6 3 0,-7 8 0,-2 3 20,-5 3 0,5 2 1,-6 5-1,1 3 25,1 3 0,-2-2 1,3 8-1,-1 0-50,2-1 0,1 5 0,5-4 0,3 4-97,6 2 0,5-6 0,1-2 0,0-2-280,0-4 1,13-3-1,5-6 1,3-7-193,4-3 1,-4-2 0,7-2 0,-1-3 562,0-7 0,2-11 0,6-5 0</inkml:trace>
  <inkml:trace contextRef="#ctx0" brushRef="#br0" timeOffset="2250">2393 804 7835,'-7'17'6,"-3"1"1,-8 1-1,1 3 255,-1 1 0,9 2 1,1-3-1,2 1 61,0-2 0,1 1 0,5-1 0,0 2-409,0-1 1,0-3-602,0-2 440,0-7 0,7-2 0,3-10 2,0-4 1,5-4 0,-5-7-1,2-1-72,-1 1 1,1 0 0,3-1 0,-1 1 231,-2-1 0,-1 1 1,5-1-1,-3 1 128,-1-1 0,-2 7 0,3 1 0,-1 0 440,1 1 0,-3 5-113,2-2 0,-2 6 1,1 6-1,-5 5-35,-4 5 0,0 9 1,2 2-1,2 2-260,-3 0 0,-1 1 0,-2 2 0,0 0-209,0-3 1,0-8 0,2 2 0,2-3-427,2-3 1,2-7-1,-2-4 561,5-4 0,5-18 0,1-3 0</inkml:trace>
  <inkml:trace contextRef="#ctx0" brushRef="#br0" timeOffset="2500">3127 298 7835,'-18'34'144,"-5"7"1,0 4 0,1 3 584,3 7 1,3 9-1,3 0 1,3 2-508,2-2 0,1 4 1,3-6-1,-2-2-467,2-8 1,-4-7 0,3-12 0,-1-4-859,-2-6 0,4-5 624,-8-7 1,7-11 0,-5-11 152,2-5 0,2-7 1,6 0-1,-2 1 326,-3 3 0,-5-6 0,-8-2 0</inkml:trace>
  <inkml:trace contextRef="#ctx0" brushRef="#br0" timeOffset="2866">2777 717 7828,'2'-12'589,"4"0"0,4 9 0,7-3-255,1 4 1,1 4-1,3 2 1,3 3-45,2 3 1,0 2-1,4 5 1,0 1 3,6-1 0,-8 6 0,6 1 0,-4-1-143,-4 2 0,-1-3 0,-9 5 0,-1 0-62,-5 0 0,-3-4 1,-8 4-1,0-1-8,0-5 1,-6-2 0,-2-1 0,-1-3-313,-5-3 1,4-4-192,-1-8 0,5 0 103,-6 0 1,8-8-1,-1-4 1,5-3 103,5-3 0,-1-5 1,6-2-1,0-2 19,-1-4 1,1 0 0,4 0 0,-3 3 90,3 3 0,1-4 0,3 8 1,-3 3 112,-3 5 0,4 3 0,-5-2 0,5 7-333,1 3 1,1 2 0,-1 0-1,1 2-73,-1 3 0,6-1 0,1 8 0,-3 0 398,-2-3 0,7 15 0,1-5 0</inkml:trace>
  <inkml:trace contextRef="#ctx0" brushRef="#br0" timeOffset="3216">3790 891 7828,'-11'0'45,"-1"0"1,-1 0 319,-3 0 0,4 0 1,1 0-1,-3 0-102,-1 0 0,-3 2 1,1 2-1,-1 4-40,1 2 1,1-5 0,3 7 0,1 2-23,-2 1 1,1 3 0,-1-1 0,5 1-120,1-1 1,2 6 0,6 1 0,0-3-129,0-2 0,2-7 0,4 0 0,5-1 27,5-1 0,3-2 1,5-8-1,5 0 26,4 0 1,2-8 0,-2-4 0,-2-3 162,-2-3 1,-2-5 0,4 0 0,-4 0-174,-2-3 0,-3 7 0,-11-6 0,-5 1 5,-4 1 1,-2 0 0,-2 7-1,-4 3-135,-5 1 0,-7 6 0,-5-3 0,-4 1-225,0 4 0,-4 0 0,5 0 0,1-2-473,0 2 1,2 2 0,5 2 0,1 0 830,-1 0 0,1 0 0,-1 0 0</inkml:trace>
  <inkml:trace contextRef="#ctx0" brushRef="#br0" timeOffset="3468">4122 909 7817,'-11'17'218,"-1"1"1,0-1 0,-3 1 0,1-1 299,3 1 0,5-1 0,-4 1 0,0 1-274,1 4 0,5-3 0,-2 3 0,2-4-481,-2-1 0,4-1-45,-4 1 0,3-3-182,-3-3 1,4-6-175,-4-12 1,4-4 0,2-7 236,0-1 0,0 1 0,0-3 401,0-3 0,8-4 0,2-8 0</inkml:trace>
  <inkml:trace contextRef="#ctx0" brushRef="#br0" timeOffset="3986">4454 1 7802,'10'0'1704,"-1"2"0,-5 3-1078,2 7 0,8 9 1,-3 7-1,5 3-247,1 5 0,1 11 0,-1 0 0,1 3-256,-1 2 0,1 7 0,-3 1 0,-1 0-173,-3 0 1,-7-7-1,2-9 1,-4-3-158,-2-8 1,-2 0-1,-2-10 1,-3-1 94,-3-3 0,-2-4 0,-3-1 0,1-4-293,2-2 1,7 3 14,-7-5 0,0 6-81,-5-7 0,-1 1 323,1-6 0,1-2 1,3-2-1,1-1 273,-1 1 1,3-4 0,-2 0 95,-1-1 0,-3 5 0,-1-2 181,-1 4 1,1 4 0,1 4 15,5 5 1,-3 5 0,6 1 0,0 3-58,1 3 1,1-2 0,6 8 0,0 2-132,0 2 0,2-3 1,4-3-1,5 0-161,5 0 0,7-6 1,2 1-1,2-9-203,5-7 0,1-4 0,1-2 0,1-2-500,0-4 1,-2-9 0,-2-10-1,-3-1-208,-3 1 1,4-6 0,-6 4 0,-3-2 110,-7 0 1,1 7-1,-8-1 1,-1 4 730,3 1 0,-6-7 0,6-2 0</inkml:trace>
  <inkml:trace contextRef="#ctx0" brushRef="#br0" timeOffset="4317">4978 664 7733,'-8'-9'753,"-1"1"472,-1 0 1,-6 6-514,5-4 0,1 4 0,-2 2-387,-1 0 0,3 8 1,0 4-1,1 3-91,-1 3 0,0-1 0,-3 3 0,1 1-80,-2 2 0,5 2 1,-1-3-1,2 1-132,4-2 1,2 5 0,2-3 0,0-2-121,0-1 0,2-5 0,4-1 0,6-4-67,3-3 1,3 5 0,-1-4 0,1 1 57,-1 5 0,6-4 1,1-1-1,-3 1 337,-1 0 0,-5-4 0,-1 3-285,-3-1 1,-7 6 0,2-3-346,-4 5 0,-4-5 0,-6 1 0,-9 2-234,-10 1 1,-8 5 0,-6 1-1,-6 2-812,-3-1 0,-12 5 1446,-8 2 0,-8 12 0,-9 3 0</inkml:trace>
  <inkml:trace contextRef="#ctx0" brushRef="#br0" timeOffset="4984">158 2358 7787,'-18'10'424,"1"-4"1,-1-4 8,1-2 0,5 2-219,1 4 0,15 1 0,1 5 0,11-4 170,7-1 0,4-5 1,8 4-1,0-4-249,0-2 0,6 0 0,2 0 0,1 0-350,5 0 0,-5 0 1,5-2-1,3-2-810,5-1 1,7-9 1024,-6 2 0,8-3 0,-4-3 0</inkml:trace>
  <inkml:trace contextRef="#ctx0" brushRef="#br0" timeOffset="5600">1747 2341 8768,'0'-18'173,"0"1"1,-2 1 0,-2 3-1,-2 1-65,3-1 1,-1-3 0,0-1 0,-2-1-34,2 1 0,-6-1 1,-1 3-1,-5 1-20,-1 2 1,-1 9 0,-1-3 0,-2 4-47,-3 2 0,-5 2 0,6 4 1,0 5-21,-3 5 1,7 9-1,-4 2 1,3 2-43,3 0 0,7-5 1,2 3-1,3 0-9,-1 0 0,2-6 1,12 3 15,9-5 0,1-9 0,7-4 0,0-6-4,4-6 1,-4-4 0,1-7 0,-3-1 43,0 1 0,6-3 0,-5-1 0,-5-2 15,-6 1 0,3 3 0,-6 2 0,-1-1 88,-3 1 0,-4-1 65,-2 1 0,-2 7 0,-4 4 26,-5 4 1,1 10 0,-2 4 0,1 3-121,1 3 0,-3 5 0,7 0 1,2-1-63,2-3 1,2-2 0,0 1 0,0-1-17,0 1 0,0 5 1,2 0-216,4-1 0,3-5 0,7-3 0,-3-5-487,-1-1 1,0-2 0,5-6 0,1-2-923,-1-4 1634,1-3 0,-1-9 0,1 1 0</inkml:trace>
  <inkml:trace contextRef="#ctx0" brushRef="#br0" timeOffset="5836">2114 1712 7744,'-8'10'94,"4"0"0,-7-5 194,-3 7 0,0 9 0,1 5 0,3 1 252,2 4 0,1 4 0,3 5 0,-2 5-416,2 0 0,0 5 0,0-5 0,-2 1-175,3 1 1,1-8 0,2 2-1,0-5-734,0-1 1,0-6-632,0 1 775,0-17 0,5-7 1,3-22 640,2-5 0,2-10 0,5 4 0</inkml:trace>
  <inkml:trace contextRef="#ctx0" brushRef="#br0" timeOffset="6032">2376 1642 7744,'0'18'596,"-2"-1"1,-2 1 0,-2 1-209,2 4 1,-5 6 0,-1 10 0,-2 6-227,1 5 1,5 1-1,-4 11 1,0 0-221,1 0 1,5-4-1,-2 4 1,4-3-379,2-9 0,0-7 0,2-14 95,4-6 341,-4-11 0,13-12 0,-5-10 0</inkml:trace>
  <inkml:trace contextRef="#ctx0" brushRef="#br0" timeOffset="6664">2795 2201 7706,'19'0'144,"5"0"1,-5-6 0,4 1 480,-3 1 1,-9 2-1,1 2-240,2 0 0,-1 7 0,1 5 0,-5 6-60,-1 5 0,4-2 1,-6 8-1,-2 0-108,-2-1 1,-2 6 0,0-1 0,0 6-156,0 0 1,-6-2 0,-2-2 0,-2 0-87,-3 0 0,-3-8 0,-1-4 0,1-3-112,5-3 0,-5-1 0,4-5-468,-3-5 1,3-6 257,1-6 1,7-3 0,-2-11 0,6-3 118,6-6 1,-2-4 0,5-4-1,1-2 103,0-2 0,1-7 0,7 1 0,1-3 158,4-3 1,-1 1 0,5 2-1,0 3 177,0 6 1,-3 6-1,3 6 156,-2 6 0,-2 11 0,-7 10 0,-3 10-37,-1 10 0,-8 11 1,2-2-1,-4 2-178,-2 0 0,0 2 0,0 6 1,-2 0-286,-4-4 0,2-4 0,-8 2 0,1-4-753,1-2 1,-6-1 185,5-7 1,1-7 0,0-6 0,3-8-182,3-8 1,4-5 880,6-7 0,3-3 0,9-8 0</inkml:trace>
  <inkml:trace contextRef="#ctx0" brushRef="#br0" timeOffset="6899">3581 1520 8560,'-8'18'0,"-4"-1"575,-3 0 1,-1 1 0,3 1 0,3 5-109,2 5 0,3 6 0,5 3 1,0 5-161,0 2 1,0 1 0,1 9 0,3 3-346,2 6 0,8-6 0,-5-4 0,1-7-277,-4-4 0,2-3 1,-2-7-2279,-3-3 1875,-1-13 1,-2-11-1,0-12 1,0-6-697,0-3 1414,-7-3 0,-3-7 0,-8-2 0</inkml:trace>
  <inkml:trace contextRef="#ctx0" brushRef="#br0" timeOffset="7382">3197 1922 8245,'-10'-8'1026,"-6"6"1,14 2 0,-1 10-688,6-1 0,15 7 1,11-4-1,4 1-161,2-1 0,8 1 1,3-5-1,5 0-50,1 0 0,0-2 1,3-6-1,3 0-142,6 0 0,-4 0 0,-2 0 0,-5 0-17,-7 0 1,-3 0-1,-10 0 1,-4 0-477,-6 0 0,-11-2 299,-6-4 0,-4 2 0,-2-8 178,0-1 0,-8 3 117,-4-2 0,-3 8 0,-3-1 44,1 3 0,1 4 1,3 1-1,1 5 138,-1 2 1,-3 2-1,1 5-102,3 1 1,-2-7 0,9 1 0,-1 1 16,-2 3 0,6-4 1,-4-1-74,4 3 1,10-1 0,6 1 36,7-2 1,-2-9-1,7 5 1,-3-2 138,0 0 1,6 6-1,-3-7 1,-1 1 159,0 2 1,-2 2-1,-5 7 1,-1 1-119,1-1 1,-9 0-1,-3 3 1,-4 1-223,-2 3 0,-10 7 1,-5-4-1,-8 2-212,-5 0 1,-3 0 0,-7 4 0,-3-4-1190,2-6 0,-6-3 1,1-3-1,-3-1 1294,1-5 0,-9 5 0,-7-6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3:16.224"/>
    </inkml:context>
    <inkml:brush xml:id="br0">
      <inkml:brushProperty name="width" value="0.06" units="cm"/>
      <inkml:brushProperty name="height" value="0.06" units="cm"/>
      <inkml:brushProperty name="color" value="#F6630D"/>
    </inkml:brush>
  </inkml:definitions>
  <inkml:trace contextRef="#ctx0" brushRef="#br0">183 1536 8488,'-10'0'1947,"3"0"1,5 0-338,-4 0-44,4 0-394,-6 0-694,8 0 1,-2 0 456,-4 0-456,5 0-84,-7 0-206,8 0-98,0 0 0,0-8 0,0-4-15,0-3 1,0-3-1,2-1 1,2-4-71,1-6 1,7-6-1,-4-4 1,2-4-7,3-1 1,3-11 0,1-9-1,1-6-50,-1-5 0,1 1 1,-1-6-1,0 1-13,1-1 0,-1 7 0,1-1 0,-1 10 96,1 11 0,-7 3 0,-1 9 0,0 4 23,0 6 1,-7 0-1,3 8 110,-4 2 1,-2 1-73,0 3 0,0-1-80,0 1 94,0-1 1,0 7-174,0-1 26,0 8-13,0-4 15,0 8 165,0 0 1,0 8-27,0 4 0,0-3-72,0 3 1,0 0-13,0 5 1,-2-7 0,-2-2-45,-1-1 1,-1-3 52,6 8 129,0-8-137,0 11 0,-2-11 8,-4 8 0,2-8 1,-6 4-17,3-1 1,-1-5 0,2 4-12,-6-4 1,-1 0-1,-1 2 1,1 4-94,-7 1 0,3-5 0,-8 4 1,-1 0-32,-3 3 0,2-1 1,-2 2-1,0-1 31,2-1 1,1 4 0,9-7 0,-1 1-255,1 0 38,0-2 0,9-6 0,10-2 167,13-4 0,5-4 0,9-7 0,4-1 10,6 1 1,-3-6 0,7-3 0,-2-1 90,0-4 0,7 4 1,-3 0-1,-1 0 0,-3-1 0,-4 7 1,-4 0-1,-2 5-93,-2 5 0,-8 7 233,3-2 0,-13 12 1,-5 5-1,-4 7 472,-2 5 0,0 4 0,-2 10 0,-2 2-247,-1 2 1,-7 5-1,4-5 1,0-2-245,1-2 0,-7 3 0,4 1 0,-1-2-316,-1-2 1,2-8-1,-3-4 1,3-1-1430,2-3 0,1-13 81,1 3 1,4-9 0,-2-8-58,8-5 1641,-2-13 0,21-3 0,-4-8 0</inkml:trace>
  <inkml:trace contextRef="#ctx0" brushRef="#br0" timeOffset="968">201 1710 7833,'-6'-11'-87,"0"-1"1,-8 8-1,5-3-191,-1-1-1,0 6-17,4-4 1,3 4 295,-9 2 152,8 0 37,-4 0 0,8 2 132,0 4-188,0-4 1,2 6-36,4-8 0,-2 0 1,8 0-12,1 0 0,1-2 0,1-2 1,1-4-6,3-2 1,5-1 0,-3-7 0,4-1-10,2-5 0,10-3 0,8-8 0,1-1 41,1-5 0,5 2 0,10-8 0,6-3 11,10-6 0,0 1 1,-38 26-1,1 0 0,1 1 1,-1 0-5,2-1 0,0 0 0,0 1 0,1-1 0,0-1 0,0-2 0,-2 2 0,1 0 32,38-26 0,-38 28 0,0 1 0,36-25 0,3 0 30,-1-1 1,-7 3 0,2 1 0,-4 5 17,-3 1 0,-5 2 0,-1 8 0,-5 4-33,-8 6 0,3 5 1,-9 5-1,3 1-71,-1-1 1,-7 3 0,0 0 0,-6 2-58,-4 5 0,-8-1 1,3 0-119,-5-2 0,-7 0 151,-1 6 0,-7 2 168,2 4 0,-10-2 0,-4 6-199,-1-3 0,-3 5 0,-3-4 0,1-1 2,2 1 1,3 0-1,-5-4 1,2 2-44,-1-2 0,3 3 0,-2-1 0,-1-2-34,-3-2 0,5 4 0,-1 0-49,-1-3 0,-3 5-80,-1-2 0,-1 0 11,1-6 0,5 0-691,0 0-1692,8 0 1514,-3 0 0,7-8 1,0-4 1019,0-3 0,7-3 0,3 1 0</inkml:trace>
  <inkml:trace contextRef="#ctx0" brushRef="#br0" timeOffset="1350">2471 16 7804,'-29'0'92,"2"0"0,0 0 509,-1 0 0,7 2 0,-2 2 613,3 2 0,9 2-268,-1-2 1,8-2-157,-2 7 1,4-5-513,2 6 0,2-8 0,2 3 0,4-1-3,2 0 1,1 0 0,7-6 0,-1 2-138,1 4 0,5-5 1,2 5-1,0-4-49,1-2 1,5 0 0,-2 0-1,2 0 48,-2 0 1,4 2 0,-6 2-1,2 2-173,0-2 0,-7-2 1,3-2-1,-2 0 77,1 0 0,-1 7 1,-8 5 106,-3 4 1,-4 1 0,-8 1 0,-2-1-112,-4 0 0,-4 7 0,-9 1 1,-4 0-216,-7 0 0,3 5 0,0-7 0,0-2-758,0-1 1,4-3-1,-5 1 1,3-3-473,4-3 0,1-5 0,3-7 1408,-1 0 0,1-7 0,0-3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3:18.592"/>
    </inkml:context>
    <inkml:brush xml:id="br0">
      <inkml:brushProperty name="width" value="0.06" units="cm"/>
      <inkml:brushProperty name="height" value="0.06" units="cm"/>
      <inkml:brushProperty name="color" value="#F6630D"/>
    </inkml:brush>
  </inkml:definitions>
  <inkml:trace contextRef="#ctx0" brushRef="#br0">70 384 7823,'-17'-6'-23,"-1"1"1,3-1 493,3-2 0,4 4-201,8-7 1,0 5 0,2-6-58,4-1 1,4-3 0,7-1-1,1-1 69,-1 1 0,0-1 0,1 1 0,1-1-25,5 1 0,-3-3 1,6-1-1,0-2-23,0 1 1,-3 3 0,3 3-1,-2 3 45,-4 1 0,-1 6 0,-1-3-68,5 1 1,-5 2 0,2 8 0,-5 4 32,-4 6 1,-9 5-1,3 4 1,-4 5 45,-2 1 1,-8 2-1,-3 6 1,-5 2-51,-1 3 1,-1-3 0,1 6-1,-3-2-7,-3-1 0,2 7 0,-6-4 1,-1-1-115,1 1 1,6-2 0,-2-6 0,3 0-271,3 0 1,1 0-1,5-2 1,5-4-542,4-6 0,2-4 1,0-1-68,0-1 1,8-7-1,3-4 1,5-4-665,1-2 0,3-2 1423,3-4 0,-4-4 0,7-7 0</inkml:trace>
  <inkml:trace contextRef="#ctx0" brushRef="#br0" timeOffset="717">314 1205 6703,'0'12'1787,"0"-1"-1133,0-7 0,0 6 969,0-4-170,0-4-203,-7 6-157,5-1-201,-14-5-335,14 6-177,-5-8-281,7 0 1,-6 2 0,0 4-190,2 5 1,-4-1-1,2 2 1,1 1-102,-3 3 0,6-5 0,-4 1-193,4 2 1,0-1 0,-2 1-77,-1-2 1,1-9 446,9 3 0,-1-6 0,6-6 0,0-5 78,-1-5 1,1-1 0,4-3 0,-3-1 108,3-2 0,-6-1 0,0 7 84,-1 0 1,-5-1-1,6 3 154,0 3 1,-8 4-288,0 8 1,-6 2-1,-6 4 1,5 6-94,-1 3 1,4 1-1,-6-3-478,2-1 1,3-1-954,5 7 920,0-8 1,2-3 0,3-7 0,5-2-949,0-3 0,5-5 1427,-3-8 0,11-7 0,4-2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23:40.790"/>
    </inkml:context>
    <inkml:brush xml:id="br0">
      <inkml:brushProperty name="width" value="0.06" units="cm"/>
      <inkml:brushProperty name="height" value="0.06" units="cm"/>
      <inkml:brushProperty name="color" value="#F6630D"/>
    </inkml:brush>
  </inkml:definitions>
  <inkml:trace contextRef="#ctx0" brushRef="#br0">385 1502 7810,'0'-19'-119,"0"-4"0,-6 3 1,-2-5-1,1 2 0,-3-1 1,0 1-1,-3 0 1,-3-2-55,-1-3 0,-1 1 0,1-2 1,-1 8 249,1 7 0,-1-1-151,1 3 28,-1 4 1,9 2 16,3 12 1,4-2 0,2 8-24,0 1 0,0-3 0,0 2 16,0 1 1,0 3-1,0 1 23,0 1 1,0-1 0,0 1 0,0-1 21,0 1 0,0-1 0,0 1 1,0-1 8,0 0 1,0 1 0,0-1 0,0 1 7,0-1 0,0 1 0,0-1 0,-2-1 27,-4-5 1,4 5 84,-4-4 100,4 3-231,2-5 1,0-10 0,-2-10 22,-3 0 0,3-5 1,-4 3-1,4-3-23,2-3 1,-6 7 0,0-1 0,0-2-21,-1-1 1,3-3 0,-6 1-1,0-1 3,1 1 0,5 0 0,-4-1 1,2 1 100,0-1 1,-5 7 0,3-1-65,-2-2 1,6 5-47,-1-3-230,3 8 253,2-4 0,2 8 0,2 2 35,1 4 1,9-2-8,-2 8 0,1-7 1,1 5-1,-5 0 15,-1 0 0,6-5-80,-3 7 0,3-6 0,0 4-128,-3-3 0,1 5-5,5-6 1,-5 1 104,0-1 1,-7-4 0,5 2 60,-2-8 0,5 2 0,-3-5 0</inkml:trace>
  <inkml:trace contextRef="#ctx0" brushRef="#br0" timeOffset="1034">228 1136 7810,'0'27'-126,"2"-2"1,2-2-268,1 0 0,1 1 0,-6-7 0,0 1 345,0-1 1,2 1 0,2-1 0,2 1 47,-2-1 0,-2 0 0,-2 1 0,0-1 0,0-5 0,0 0 0,0-8 0,0 1 0,0-10 0,0-5 0,0-8 0,0 1 0,0 5 0,0 1 0,0-3 0,0-1 0,0-3 0,0 1 0,0-1 0,0 1 0,0-3 0,-2-1 0,-2-2 0,-2 1 0,-2-3 0,4 2 0,-3 1 18,-3 3 0,4 2 0,-4-1 0,1 1 57,-1-1 0,4 1 1,-4-1 40,3 1 0,-5 5-10,6 1 37,-7 7-35,11-4 0,-6 10 182,8 4-59,0-4 18,0 5-172,0-7 1,2 0-21,4 0 0,-2 0 493,7 0 403,-7 0-265,12 0 1,-12 0 817,7 0-141,-7 0-669,12 0-130,-14 0-477,5 0 1,-7-2-700,0-3 754,0 3 1,6 7-44,0 13 1,7 11 0,-1 2 0,4 8-49,1 7 1,1 13 0,-1 7 0,1 7-56,-1 9 0,-5 9 0,-3 2 0,-1-4-120,-4-5 0,-2-8 0,-2-12 1,0-8 71,0-8 0,-6-13 1,0-11-1,0-7-47,-1-5 121,5-4 0,-12-10 0,6-4 0,1-6-43,-1-3 0,0-3-1,4-1 1,-4-5-37,-1-5 0,3-9 0,-4-5 0,1-2-68,-1-3 1,4-5-1,-4-3 1,1-6-133,-1-6 1,6 0 0,-2-13 0,4-3-37,2-1 1,2-4 0,6 1 0,9 7 235,11 13 0,5 19 0,2 14 1,1 10 123,5 6 0,2 3 1,3 5-1,-3 7 191,0 8 0,-4 11 0,5 10 0,-3 4-43,-8 8 0,0 0 0,-10 10 0,-3 1-364,-7 3 0,-5-1 1,-8-1-1,-2-5-137,-4-1 1,-5-4-1,-11-10 1,-3-6-66,-2-3 1,0-11-1,-4-3 1,3-4-309,3-2 0,2-2 1,5-6-1,1-7 658,0-7 0,-1-9 0,1 4 0</inkml:trace>
  <inkml:trace contextRef="#ctx0" brushRef="#br0" timeOffset="1400">996 839 7829,'18'27'0,"-3"-4"621,-3-4 0,-4 7 0,-7 3 0,3 4-161,2 2 0,2 7 1,-4 5-1,2 3-359,-2 3 0,-3-1 0,-1-1 0,0-5-129,0-5 1,-1-12 0,-5-8 165,-6-7 0,2-6-170,-1-8 1,1-8 0,-4-4 0,5-3 14,1-3 0,-4-7 0,5-4 1,-1-4 97,0-2 0,-4 0 1,7-2-1,1-1-243,2-3 1,2-2 0,0 2 0,0-3-193,0-1 1,0-3 0,2 7-1,5 2 176,11 2 0,-1 4 0,9 4 0,-3 8 133,0 7 0,8 6 0,-4 8 1,3 2-44,-1 4 1,-2 12-1,2 11 1,-6 6-327,-3 5 0,3-1 0,0 8 0,-1 1 414,-3 3 0,6 1 0,2 1 0</inkml:trace>
  <inkml:trace contextRef="#ctx0" brushRef="#br0" timeOffset="1750">1677 1031 7820,'0'-18'0,"0"1"20,0-1 1,0 1 0,0-1 0,-2 1 207,-3-1 1,1 7-1,-8 1 1,-2 2 131,-1 4 0,-3 3 0,1 1 0,-1 1-69,1 5 1,0 4 0,-1 9 0,1 5-59,-1 5 0,1 6 1,-1 5-1,1 7-155,-1 4 0,9-5 1,3-1-1,4-1-43,2 1 1,2-8-1,4-2 1,7-10-90,9-6 1,-1-3 0,6-4-1,-2-7 203,-3-3 0,3-9 0,-2-7 1,-2-5-66,-1-5 1,-3-7 0,-1 2 0,-4-4-35,-7-2 1,-3 0-1,-2 0 1,0 0-335,0 1 0,0 1 0,-2 1 0,-3 3-382,-7-2 0,-4 0 1,-1 0-1,-1 4-136,1 2 0,5 2 1,1 5-1,-1 1 802,2-1 0,3 8 0,-1-5 0,-2 5 0</inkml:trace>
  <inkml:trace contextRef="#ctx0" brushRef="#br0" timeOffset="2051">1834 1013 7893,'18'18'298,"-8"-1"0,-3 1 1,-1-1 244,0 1 1,0 7-1,-4 4 1,4 4 153,5 2 0,5 6 0,3 3 1,3 5-406,1 5 1,6 10-1,-4 0 1,0 4-383,1 2 0,-3 0 0,-8-2 0,-3-4-59,-6-6 0,-4-6 1,-4-5-1,-6-6 38,-9-4 0,-7-6 0,-7-6 0,4-8-70,2-1 1,0-8 0,3-3-161,-1-3 0,0-4 0,5-3 0,1-9 28,-1-7 0,3-8 0,1-12 1,3-6-289,-3-3 1,4-10-1,-1-4 1,-3-6-1109,-1-6 1709,-3-4 0,-7-15 0,11 47 0,1-1 0</inkml:trace>
  <inkml:trace contextRef="#ctx0" brushRef="#br0" timeOffset="2216">1852 489 7702,'6'-46'154,"0"-1"0,5 16 0,-3 4 1,2 10 362,3 5 0,5 6 0,5-4 0,4 3-200,0 3 1,6 2-1,-4 2 1,4 2-291,2 4 1,-2-3 0,-2 9 0,-3 2-366,-3 1 1,0 5 0,-4 1-1,1 4-264,-7 2 0,3 2 0,-9 6 1,3 0 601,0 0 0,-8 8 0,3 2 0</inkml:trace>
  <inkml:trace contextRef="#ctx0" brushRef="#br0" timeOffset="2584">2411 961 7286,'0'27'-219,"0"-4"0,-8-5 1,-2-5-1,1-1 1266,3 2 1,-2-5 225,2 3 0,2-8-1046,10 2 0,4-4 1,9-2-1,3-2-80,1-4 1,6 2 0,-4-8 0,0-1 13,1-3 0,5-3 1,-4-3-1,0-1-125,-4 2 1,-3-4 0,-3 1 0,1 1-25,-1-2 1,-7 5 0,-4-3 0,-4 4 57,-2 1 0,-8 7 0,-6 1 0,-7 2-24,-8 4 1,-4 2 0,-2 4 0,-2 4-70,-4 6 0,4 9 1,-3 4-1,3 2 46,2 4 0,6 2 1,0 2-1,0 2-14,1 4 0,9-4 0,9 4 0,2-3-181,5 3 1,5-10 0,7 2 0,11-6-236,5-5 1,4-3-1,6-3 1,2-5-90,4-5 1,-3-4 0,7-2-1,0-2 75,-1-4 1,3-3 0,3-11 0,-1-3-462,-3-6 1,-5-4 881,6-2 0,-1 0 0,7 0 0</inkml:trace>
  <inkml:trace contextRef="#ctx0" brushRef="#br0" timeOffset="2834">3162 681 7932,'-18'6'0,"1"2"461,-1 2 0,-5-1 1,0 5-1,-1-2-171,-1 1 1,4 5 0,-6 3-1,0 4-62,-1 2 1,7 3 0,-2 6 0,3 3-96,3 2 1,5 7-1,3-3 1,1 0-182,4-4 1,10-5 0,5-3 0,7-2-156,5-1 1,4-15 0,8 1-1,0-7-86,0-5 1,0-2 0,0-2 0,0 0-28,0 0 1,-6-10 0,0-5 0,2-8-172,2-5 0,-6 5 1,-2-6-1,-1-2 146,-1-2 0,0-2 0,-5 0 341,-1 0 0,1-7 0,-1-3 0</inkml:trace>
  <inkml:trace contextRef="#ctx0" brushRef="#br0" timeOffset="3085">3371 0 7751,'-17'0'490,"7"2"1,4 4 0,4 8 77,2 7 1,0 8 0,0 14 0,2 9-243,4 10 0,4 14 0,9 7 0,3 9-388,-11-43 1,1 1 0,3 4 0,1 0 0,-2 1-1,1-1 1,1-1 0,1-1-281,1-1 1,-1-1 0,10 31 0,-4-5 0,-5-16-555,-6-12 0,-5-11 564,-7-8 0,-7-15 1,-3-4 148,0-12 0,-3-2 1,5-8-1,-2-3-322,-4-7 0,-1 1 505,-3-8 0,-7 0 0,-2-6 0</inkml:trace>
  <inkml:trace contextRef="#ctx0" brushRef="#br0" timeOffset="3400">2952 437 7751,'-17'0'632,"-1"0"1066,1 0-1375,-1 0 1,22 2 0,10 2 0,9 4 21,8 1 0,4 3 1,6 5-1,3-1-149,1-4 1,7 3 0,-1-3 0,7 3-5,4 3 0,2-3 1,6-1-1,0-3-33,0 3 1,-6-4 0,-2-1-1,-4 1-66,-7 0 0,-15-6 1,-12 3-1,-5-1-65,-1 0 0,-9 8 5,-3-3 1,-4 7 0,-4 3 0,-2 2-88,-2-1 1,-5-1 0,3 0 0,-2 5-431,-3 1 1,3-6 0,0 2-1,1-3-642,-1-3 1,6 3 0,-4 1-1261,1 2 2386,5 1 0,-14-7 0,6 1 0</inkml:trace>
  <inkml:trace contextRef="#ctx0" brushRef="#br0" timeOffset="3750">4245 681 7825,'-18'0'776,"1"0"0,-1 0 1,-1 0-1,-3 2-213,-1 4 1,0 6 0,5 11 0,1 6-347,-1 4 0,3 2 0,1 2 0,5 2-191,1 2 1,2 5 0,6-5 0,0-2 38,0-2 1,8-2-1,3-2 1,5-4-236,1-6 0,1-11 1,-1-7-1,1-3 384,-1-2 0,-1-2 0,-3-3 0,-1-7 35,2-4 0,-1-1 0,1-1 0,-5-1-124,-1-4 1,4 3 0,-6-5 0,-2 0-266,-2-4 1,-2 2-1,0-1 1,0 1-749,0 0 0,0 0 1,0-4-1,-2 4-351,-4 2 0,-2 1 0,-6 5-287,3-4 1526,-1 3 0,-5-5 0,-1 7 0</inkml:trace>
  <inkml:trace contextRef="#ctx0" brushRef="#br0" timeOffset="4200">4489 751 6629,'10'-7'7299,"-3"5"-6787,-7-6 0,0 10 0,0 4 0,0 5-296,0 5 1,6 9-1,0 4 1,0 4-266,2 2 1,-6 8-1,3 3 1,-3 5-218,-2 1 1,0-7 0,0-4 0,0-7 298,0-4 1,0-5-5,0-8 0,0-9 1,0-8-1,0-12-57,0-9 0,2 0 1,4-8-1,6-2-103,3-2 0,3-8 0,-1-2 1,1 0-180,-1 1 0,1-11 0,1 5 1,2-1 34,3-1 1,1 7 0,-4 2 0,3 6 541,-3 6 0,-2 12 57,-1 11 1,-3 12 0,-3 7 0,-6 11-38,-4 11 1,0 0 0,2 7 0,1 1-655,-1 4 0,0 1 0,0 1 0,2-5-200,-2-1 1,-2 2 0,-2-9 0,0-5-312,0-3 0,0-5 0,0-6-946,0 1 1824,-8-8 0,-2-3 0,-7-7 0</inkml:trace>
  <inkml:trace contextRef="#ctx0" brushRef="#br0" timeOffset="4415">3860 123 7816,'-52'9'254,"1"-1"0,7-8 866,9 0 1,17 2 0,20 4-1117,14 5 1,9 5-1,10 3 1,-2 3-649,-4 1 0,2 8 0,-8-2 0,-3 4 644,-7 2 0,3 16 0,-6 3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35.952"/>
    </inkml:context>
    <inkml:brush xml:id="br0">
      <inkml:brushProperty name="width" value="0.06" units="cm"/>
      <inkml:brushProperty name="height" value="0.06" units="cm"/>
      <inkml:brushProperty name="color" value="#F6630D"/>
    </inkml:brush>
  </inkml:definitions>
  <inkml:trace contextRef="#ctx0" brushRef="#br0">87 137 7639,'0'-12'-400,"0"0"1035,0-1 1,0 3 322,0-2 1,-2 8-612,-3-1 1,3 10 0,-4 7 0,2 6-45,-2 5 1,4 6-1,-6 12 1,3 5-192,-1 5 0,-2 7 0,4 2 0,-2 0-412,2 0 0,-3 4 0,1-5 0,2-3-170,2-2 0,2-9 1,0-6-1,0-8-1579,0-8 388,0-11 1661,0-12 0,8-18 0,2-9 0</inkml:trace>
  <inkml:trace contextRef="#ctx0" brushRef="#br0" timeOffset="615">105 346 7655,'-18'-8'-176,"7"4"0,-1-7-50,-1-3 1,5 5 0,2-3 406,4-2 1,2-1 0,0-3 0,0 1 5,0-1 0,8 1 0,3-1 0,5 1 14,1 0 1,1-1-1,-1 1 1,3-1 4,3 1 0,-4-1 0,5 3 0,-3 3 80,2 6 1,-3-2-1,3 3 1,-4 3-71,-1 6 0,-1 5 1,-1 9-1,-3 1-76,-1 4 0,-6-1 1,4 7-1,-3 2-125,-3 2 0,-2-4 0,-4 0 0,-4 2-46,-5 2 1,-5-4 0,-1-2 0,-1-1-51,1-5 0,-3-2 0,-1-1 0,-2-3-40,2-3 0,1-4 0,3-8 1,-1 0 8,1 0 1,-1 0 0,1-2-135,-1-4 0,9 2 0,1-7 82,0-3 1,6 4 212,-4-1 1,6 1 64,6-2 0,-2 5 0,6 8 1,-1 5 216,1 6 0,0 3 0,3 5 0,-1 1 185,2 2 1,3 9 0,4-3 0,3 4-103,-3 2 0,4-2 1,1 0-1,-1-2-191,0 0 1,6 4 0,-4-10 0,0 0-214,-3 0 1,-5-1 0,-1-9-711,-1-3-1482,-7-5 1195,-3-7 1,-7-1-1,0-5 987,0-6 0,-7-11 0,-3-4 0</inkml:trace>
  <inkml:trace contextRef="#ctx0" brushRef="#br0" timeOffset="867">873 416 7647,'-17'10'303,"-1"5"0,1-5 0,1 2 447,5-1 0,3 1-478,8 5 1,2-1-1,4-5 1,5-5-44,5-4 1,1-2 0,1 0 0,-1 0-106,1 0 1,1 0 0,2 0-1,3 0-328,-3 0 0,-1-8 1,-1-1-1,2-3-350,3 0 1,-1 7 0,-6-7 553,1-2 0,7-1 0,2-3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34.002"/>
    </inkml:context>
    <inkml:brush xml:id="br0">
      <inkml:brushProperty name="width" value="0.06" units="cm"/>
      <inkml:brushProperty name="height" value="0.06" units="cm"/>
      <inkml:brushProperty name="color" value="#F6630D"/>
    </inkml:brush>
  </inkml:definitions>
  <inkml:trace contextRef="#ctx0" brushRef="#br0">332 22 7642,'15'-2'323,"-1"-2"113,-2-1 0,-8-5-267,1 10 0,-3 6 0,-2 15 0,0 6 149,0 6 1,0 0 0,0 14 0,0 3-102,0 6 0,0 7 0,0 8 0,0 5-176,0 6 0,0 1 0,2-3 0,2-11-17,2-8 1,0-13 0,-4-5-457,4-6 224,-5-6 0,-1-24 121,-11-7 0,-5-7 1,-1-11-1,-1 1-1,1-1 0,5-5 0,1-2 0,-5-4-38,-5-8 0,1 2 0,-5-6 0,0 2 24,-4-1 0,2 3 0,-1-2 0,1 8 266,0 8 0,12 3 0,-3 5-72,3 3 0,7 12 0,2 14 0,4 7 131,2 8 0,0 6 0,2 4 0,4 3 11,6 3 0,5-6 0,4 2 0,5-3-359,1 3 1,0-6 0,4 2-1,-2-8-199,2-4 0,2-1 1,2-9-1,0-3 56,0-6 1,-6-4 0,-2-2 0,0-2-403,0-4 670,-5-4 0,3-15 0,-8-2 0</inkml:trace>
  <inkml:trace contextRef="#ctx0" brushRef="#br0" timeOffset="400">786 686 7697,'-8'-18'705,"4"7"163,-7-1 0,-1 8-348,-5-2 1,-1 4-277,1 2 1,-1 8 0,1 6-191,-1 7 0,7-1 0,1 5 0,2-2 79,4 0 0,2 6 1,2-5-1,0-1-146,0 2 1,8-5 0,4 3 0,3-6-5,3-5 0,5-4 1,2-8-1,2 0 1,4 0 0,1-8 0,-1-4 1,-4-3 164,-2-3 0,-2-7 0,-5-4 0,-1-4-150,1-2 0,-3 0 0,-3 2 0,-6 2-290,-4 2 1,-2 0 0,0-4 0,-2 4-177,-4 6 0,-4 3 0,-5 3 0,1 1-286,2 5 0,1 3 1,-7 8 298,1 0 0,7 2 0,2 4 454,1 5 0,-3 5 0,-8 1 0</inkml:trace>
  <inkml:trace contextRef="#ctx0" brushRef="#br0" timeOffset="800">1065 703 7697,'12'6'359,"0"0"0,-6 0 0,3-4 199,-1 4 0,6-4 0,-3 3-243,5-3 0,-5-2 0,1 0 0,2 0-117,1 0 0,3-6 0,-1-1 0,1-3-19,-1-4 1,0-1 0,1-3 0,-1 1-113,1-1 1,-3-1-1,-1-2 1,-2-3-171,1 3 0,1 2 0,-3-1 0,-3 1 13,0 1 0,-6-3 0,2 9 55,-8-3 1,0 5 0,-10 4 0,-3 4 38,-4 2 1,-3 8-1,5 6 1,-2 5-25,-3 4 0,-5 9 0,6-5 0,0 2 26,-3 0 0,7 6 1,-4 6-1,5-3-4,7-1 1,-3 4-1,8 0 1,2-2-2,2-3 1,2-3 0,2-3 0,4-7-215,6-4 1,3-1-1,3-3 1,1-3-340,4-6 1,-1-6 0,5-6 0,0-6 19,0-3 1,-5-3-1,3-1 1,-2-4-191,0-7 1,1 3 721,-7-2 0,8 0 0,3-6 0</inkml:trace>
  <inkml:trace contextRef="#ctx0" brushRef="#br0" timeOffset="1283">1712 599 7370,'17'-8'-379,"1"0"1,-1-6-1,-1 3 772,-5-3 0,5 1 0,-5-1 1,5 2-93,1-1 0,-5-3 0,0-1 1,-1-1 57,-1 1 1,4-1 0,-9 1 329,-1 0 1,-2-1-433,-2 1 1,-2 7 0,-4 4 0,-5 4-76,-5 2 0,-7 2 0,0 4 0,1 6-44,3 3 1,-4 3 0,-1-1-1,3 0-105,2 1 0,1 5 0,1 0 0,1-1-81,5-3 1,-3-1-1,8 1 1,2 2-52,2 3 0,2-1 0,0-6 133,0 1 0,10-1 1,6 1-1,5-3 75,0-3 1,4 2-1,1-7 1,-1 1 72,0 0 0,-2 4 1,-5-5-1,-1 1 243,1 0 1,-3 0 0,-3-3-175,-6 7 1,-4 4 0,-4 1-296,-4 1 1,-6-1 0,-9 0 0,-4 1-633,-2-1 1,3 1 0,-5-1 0,-2 1-3095,-2-1 3770,6-7 0,-14 5 0,4-5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31.136"/>
    </inkml:context>
    <inkml:brush xml:id="br0">
      <inkml:brushProperty name="width" value="0.06" units="cm"/>
      <inkml:brushProperty name="height" value="0.06" units="cm"/>
      <inkml:brushProperty name="color" value="#F6630D"/>
    </inkml:brush>
  </inkml:definitions>
  <inkml:trace contextRef="#ctx0" brushRef="#br0">70 437 7678,'-8'-10'-301,"5"-5"1,-7 3 1815,2-3 1,2-3-676,6 1 1,0 5-172,0 0 0,0 6 367,0-5 319,0 7-112,0-4-414,0 8-127,0 0-763,0 8 0,0 2 0,-2 5 0,-2-1-131,-1-3 0,-1-5 0,6 6-1018,0 1 0,-2-3-446,-4 2 1,4-1 1655,-4 7 0,4-8 0,2-3 0</inkml:trace>
  <inkml:trace contextRef="#ctx0" brushRef="#br0" timeOffset="867">88 315 6838,'-8'-10'-15,"-4"4"506,-3-4 1,-3 7 208,1-9 254,7 8 186,2-4-724,8 8 1,0 2-1,0 4-69,0 6 1,2 5 0,2 8 0,2 8-59,-2 6 0,4 10 1,-3-1-1,1 8-196,2 8 0,-4 4 1,6 2-1,-1-2-155,1-4 0,-4-4 0,4-9 0,-1-7-163,1-9 1,0-7-1,3-13 1,-1-3-23,1-6 1,1-6 0,0-6 0,-3-8-47,3-7 0,1-1 1,3-9-1,-1-4 154,1-3 1,-1-9 0,-1 4 0,-3-1 87,-1-5 1,-2-1 0,3-1 0,-3 3-57,-2 1 0,3 8 0,-5 1 0,-2 7 258,-2 7 1,-2 15 17,0 9 0,0 15 1,0 14-1,0 6 2,0 6 1,0 4 0,0 7 0,0 2-125,0 4 0,2-3 1,2 1-1,4-5-175,1-5 1,3-9 0,5-2 0,3-12 96,3-9 1,-2-6 0,7-8-1,-3-4 204,-4-8 0,1-2 0,-1-17 1,2-4-9,-1-3 0,-3-9 0,-2 4 0,1 1-93,-1-1 0,1-5 0,-1 3 1,1-2-361,-1 1 0,1 5 0,-3-4 1,-1 1-710,-3-1 0,-5 6 1,6 0 996,1 8 0,3-9 0,1 3 0</inkml:trace>
  <inkml:trace contextRef="#ctx0" brushRef="#br0" timeOffset="1499">1188 0 7813,'10'24'486,"-6"-1"1,-6 0-179,-4 2 0,-2 1 0,4 5 0,-2 0-388,2 6 0,2-1 1,2 9-1,0 0 230,0-1 0,0 5 0,0 7 1,0 2-147,0-1 0,0-5 0,0-5 0,0-7 174,0-3 0,0-10 1,0-3 70,0-5-363,0-9 0,0-4 93,0-12 1,0-4 0,0-7 0,2-3-9,4-3 1,-2 2 0,6-7 0,0 1 38,-1 0 0,-3 0 0,6-4 0,-1 4 194,-1 1 0,4 3 0,-7 6 0,3-1 175,4 1 1,-5 5 0,3 2 156,2 3 1,1 3-1,3 12-208,-1 9 0,1 2 1,1 11-1,2 1-307,3 2 1,5-4 0,-4-2 0,0 0-94,0 0 0,6-7 0,-2-3 1,4-9 43,2-6 1,-5-2 0,-3 0 0,-2-2-112,-4-4 0,1-10 1,-3-9-1,0 0-57,-3 0 1,-8-4-1,1 3 1,-1-1 36,-4-4 0,-2 4 1,-2 0-1,0 0-10,0 0 0,-2-1 1,-2-1-1,-4 8 68,-1 7 0,-3 1 1,-5 7-1,-1 2 127,1 2 1,1 10 0,3 4 0,1 3 108,-2 3 1,5 5 0,-1 2 0,2 2-89,4 4 0,-3-4 1,1 1-1,2-1-332,2 0 0,2-4 0,2 4 0,4-1-350,5-5 0,5-2 0,3-3 0,4-3-478,7-1 0,-3-8 1113,2 2 0,8-12 0,7-4 0</inkml:trace>
  <inkml:trace contextRef="#ctx0" brushRef="#br0" timeOffset="2066">2183 297 7746,'-17'18'204,"-1"-1"0,7 1 0,1 1 0,2 2 430,4 3 1,-3 7 0,1-4-1,2 4-445,2 4 1,4-10 0,2 10 0,4-2-256,1 0 1,1-4-1,4-2 39,-3-2 0,-1-1-2,2-7 0,-3-7 1,-5-6-1,2-8-14,-2-8 1,-2-5 0,0-5 0,2-3 25,2-2 1,-1 4 0,-3-6 0,2-2-8,2-2 1,6-2-1,-5 2 1,1 2-5,0 2 0,5 5 0,-3-3 1,2 2-70,-1 4 1,1 1-1,6 5-295,-1 3 0,1 4 0,-1 8 19,0 0 0,1 10 0,-3 5 0,-1 7 163,-2-1 0,-1 4 0,7-1 1,-1-1 92,1 2 0,-1-5 1,-1 3-1,-3-6 228,-1-5 0,0 3 1,5-3 97,0 4 0,1-5 1,-1-1-1,1-2-7,-1-4 1,-1-4 0,-3-4 0,-1-4-42,2-2 1,-1-7 0,1-6 0,-4 1-10,-3 3 0,5-5 0,-6 1 1,-2 0 107,-2-2 0,-2 5 1,0-3-1,0 4 55,0 1 1,-6 6 0,-2 3 0,-2 1 25,-3 4 1,-3 2 0,-1 4-218,-1 4 0,1 4 0,1 9 0,3 2-210,1 3 1,6 7-1,-3-4 1,1 2-321,4 0 0,2 0 0,2 6 0,0 0-63,0 0 1,8 0 0,3-2 468,5-4 0,9 4 0,2-6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38.237"/>
    </inkml:context>
    <inkml:brush xml:id="br0">
      <inkml:brushProperty name="width" value="0.06" units="cm"/>
      <inkml:brushProperty name="height" value="0.06" units="cm"/>
      <inkml:brushProperty name="color" value="#F6630D"/>
    </inkml:brush>
  </inkml:definitions>
  <inkml:trace contextRef="#ctx0" brushRef="#br0">53 123 7673,'-8'11'124,"-2"1"0,0 2 0,5 1 0,3 3 371,2-1 0,-6 8 0,0 6 0,2 8-297,2 8 1,2-3 0,0 5-1,2 3-165,4 5 1,-4 1-1,6-6 1,-3-1-351,1-5 1,2-1-1,-4-8 1,2-2-407,-2-8 0,-2-6-594,-2-3 1317,0-1 0,0-7 0,0-2 0</inkml:trace>
  <inkml:trace contextRef="#ctx0" brushRef="#br0" timeOffset="598">105 332 7074,'-17'0'-599,"-1"0"1,1 0 693,-1 0 1,6 0 40,1 0 1,13-2 0,0-1-1,5-5 17,7-2 0,7-2 1,5-5-1,1-1 36,4 1 0,-4 5 0,2 1 0,0-3-106,-2-1 1,4 3 0,-7 2 0,-3 3 7,-2 3 0,-1 2-143,-1 2 0,-7 9 0,-4 7 0,-6 7-1,-6 4 1,-4-3 0,-7 5-1,-1 2 11,1 2 0,-6-4 0,-1 0 0,3 0-29,2-2 0,1 6 1,1-6-1,-1 1 28,1-5 0,7-4 0,4-1 0,4-1 26,2 1 0,2-1 0,4-1 80,6-5 1,-1-1-1,5-6 1,3 4 37,1 1 1,-1-3 0,-1 4 0,-1 0 136,1-1 0,-3-3 0,-1 6 0,-5 1 31,-1 3 0,4 1 0,-6 1 1,-3-1-44,-1 1 0,-4 5 0,-1 2 0,-5 0-154,-2 1 1,-2-3 0,-5-6 0,0 1-367,-1-1 1,1 1 0,-1-3-772,1-3 1,-1-4 226,1-8 1,7-8 837,4-4 0,4-11 0,2-4 0</inkml:trace>
  <inkml:trace contextRef="#ctx0" brushRef="#br0" timeOffset="997">611 542 7825,'0'19'-328,"0"5"0,0-3 0,0 6 1,0 0 339,0 0 1,0-3-1,0 3 1,0 0 418,0 0 1,0-3 0,0 3-1,0-2-204,0-4 0,0-1 1,0-3-285,0 1 235,0-1-319,-7-7 1,-1-4 0,-4-12-44,6-6 0,-1-3 0,1-3 0,2 1 19,2-1 0,0-7 1,-2-4-1,-2-4-6,3-2 1,1 0 0,4 0-1,1 0 151,3 0 0,6 0 1,-4 2-1,1 2 84,5 2 0,1 8 0,3-2 0,-1 3-11,1 3 1,-1 7 0,3 4 0,1 4-78,2 2 0,1 0 0,-7 0 1,1 0-140,-1 0 1,0 8 0,1 2 0,1 1 162,5 1 0,-5 0 0,6 5 0</inkml:trace>
  <inkml:trace contextRef="#ctx0" brushRef="#br0" timeOffset="1264">1066 594 7494,'0'18'-764,"-6"-7"1808,0 1 1,-6-6-599,6 6 1,1-7-1,5 7 1,0 2-132,0 1 1,0 3 0,0-1-1,0 2-136,0 5 0,5-3 0,1 8 0,-2 0-286,-2-2 1,4 6 0,0-5 0,-2 1-224,-2 0 1,-2-8-1,0 2 1,0-3-457,0-3 400,0 1 1,1-10 385,5-8 0,-4-8 0,6-10 0</inkml:trace>
  <inkml:trace contextRef="#ctx0" brushRef="#br0" timeOffset="1523">978 297 7708,'-23'-2'532,"0"-3"-382,-1 3 0,15-8 0,5 4-148,8-5 0,0 1 0,7 0-557,3 2 0,1-3 0,3 3-305,-1-2 860,1-1 0,-1 1 0,1 2 0</inkml:trace>
  <inkml:trace contextRef="#ctx0" brushRef="#br0" timeOffset="2097">1380 53 7784,'17'-8'-446,"-1"-2"139,-4-7 1130,3 7 0,-11 3-507,8 7 0,-7 7 0,5 7 0,0 7-19,-1 8 1,-3 4 0,6 2 0,0 2-190,-3 4 0,7 3 0,-6 11 0,1 1-226,1 2 0,-8 2 1,2-3-1,-5-1-33,-1-6 1,0 1 0,0-10-1,-1-4 54,-5-6 1,-2-6 0,-6-8-25,3 1 1,5-9 7,-6-3 0,8-6 0,-1-6-46,3-5 1,2 1 0,-2-2 0,-2-3 65,-2-6 0,0 1 0,4-3 0,-2 3 27,-2 3 1,-7 0-1,1-1 82,-3 1 0,-3 5 0,1 2 236,-1 3 1,1 1 0,-1 8-29,1 3 0,-1 7 0,3 9 0,1 5-85,3 1 1,7 2 0,-2 6 0,4 0-59,2 0 1,0 0-1,0-2 1,2-2-176,4-2 0,4-8 1,7 2-1,2-5-363,5-6 0,1-5 1,6-7-1,-2 0-19,2 0 1,-4-7-1,2-7 1,1-5 475,-3-5 0,4-5 0,-8 6 0,8-8 0,-4 4 0</inkml:trace>
  <inkml:trace contextRef="#ctx0" brushRef="#br0" timeOffset="2631">2009 647 7712,'17'0'-909,"-5"0"1524,-1 0 1,-7-2-241,2-4 1,-4-4-1,-2-7-81,0-1 1,-6 7 0,0-1 0,1 0-136,-3 3 0,4-5 1,-8 8-1,1 0-90,1-1 0,-6 5 0,5-4 0,-5 4-112,-1 2 0,-1 2 1,1 2-1,-1 4-57,1 1 1,-1 5-1,1 7 1,-1 2 14,1-1 0,0 3 1,1 0-1,4 1 65,7-1 1,-3 4-1,2-4 1,2 0-56,2 1 1,10-3 0,6-6 70,7 1 1,-2-9 0,5-3 0,-5-6 24,-2-6 0,7-3 1,-1-9-1,-2 1 26,-1-1 0,-5 1 0,-1-1 1,-3 1 217,3-1 1,-4 3 187,1 3 0,-5 5 1,4 8-228,-2 5 1,-2 6 0,-8 11 0,-2 6-139,-2 4 0,-8 4 1,3 4-1,-5 6-306,-1 3 0,-1-3 0,1 1 0,-1 3-274,1-1 1,-1-2 0,1-15-1,-1-3-877,1-7 1,1-4 921,5-1 1,3-16 0,8-10 0,2-11 446,4-11 0,3-3 0,9-2 0</inkml:trace>
  <inkml:trace contextRef="#ctx0" brushRef="#br0" timeOffset="2963">2096 751 7684,'15'2'-522,"-1"2"1078,-2 2 1,-1 0 0,7-6 0,1 0-98,4 0 0,5 0 0,7 0 0,-1 0-218,1 0 0,0-8 1,0-3-1,0-7-99,0-5 1,-2 3-1,-4-3 1,-5 4-133,-5 1 1,-4 1 0,-3-1 0,-6 1 33,-4-1 0,-4 7 0,-4 1 0,-6 2-43,-3 4 1,-4 4 0,-3 6 0,-3 6-38,-2 3 0,5 3 1,-3 1-1,2 3-47,0 1 1,-1 8 0,7-4 0,-1 2 22,1 0 1,1 0 0,5 6 0,3 0-120,0 0 1,6-6 0,-4 0 0,6 1-155,6-3 0,6-2 0,9-10 0,6-3-165,6-6 1,-1-6 0,10-8 0,1-9-975,3-10 1472,5-6 0,1-10 0,1-2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42.299"/>
    </inkml:context>
    <inkml:brush xml:id="br0">
      <inkml:brushProperty name="width" value="0.06" units="cm"/>
      <inkml:brushProperty name="height" value="0.06" units="cm"/>
      <inkml:brushProperty name="color" value="#F6630D"/>
    </inkml:brush>
  </inkml:definitions>
  <inkml:trace contextRef="#ctx0" brushRef="#br0">262 140 7733,'18'-17'-531,"-3"5"0,-1 1 915,-3-3 1,-7 4 0,2-1 465,-4-3 0,-2 4 0,0-1 1,-2 5-304,-4-6 0,-4 8 0,-7-1-264,0 3 1,-1 9-1,1 5 1,-3 4-115,-3 1 0,3 2 0,-3 5 1,4 3-150,1 0 1,-1 6 0,-2-4 0,-1 6-282,7 6 0,-1-2 1,8 5-1,1 1-83,-1 0 0,2-1 0,8 3 1,4-7-486,5-3 0,13-9 1,5-7-1,4-8-1212,2-7 2041,0-4 0,7-17 0,3-5 0</inkml:trace>
  <inkml:trace contextRef="#ctx0" brushRef="#br0" timeOffset="336">699 158 7653,'-18'6'234,"1"-1"0,-1 7 0,1-4 0,-1 0 59,1-1 1,5 7 0,3-2 0,-1 3-78,0 3 1,0-1 0,-1 1 0,3-1-18,0 0 1,6 7 0,-4-1 0,5-2-58,1-1 1,0-3-1,0 1 1,1-1-102,5 1 0,4-7 0,7-1 0,1-2-43,-1-4 1,1-4-1,-1-6 1,3-8 27,3-7 0,-4 1 0,5-5 0,-5 0-77,-1-4 1,-3-2 0,-1 0 0,-5 2-66,-1-2 0,4 3 0,-6-1 1,-3 0-93,-1 2 0,-2 2 0,-2 7 0,-3 1-91,-7-1 1,-9 9 0,-5 3 0,1 4 298,0 2 0,-6 16 0,4 3 0</inkml:trace>
  <inkml:trace contextRef="#ctx0" brushRef="#br0" timeOffset="1250">1188 105 9692,'-10'0'861,"-4"2"1,9 4-1,1 6-697,2 3 0,0 11 0,-2 1 1,-2 2-103,2 0 1,-4 6 0,1 6 0,-1-1-252,0 3 1,-5-6 0,3 2 0,-2-6-155,1-4 0,7-8 2,-2 2 0,4-13 0,2-12 107,0-13 1,8-9 0,1-7-1,5 2 153,3-2 0,-7-8 1,11-1-1,1 1 62,-3 2 0,1-4 1,-3 0-1,1 3 34,-1 1 1,1 4-1,-1 4 1,0 5 306,1 5 1,-1 3-56,1 5 0,-8 17 1,-3 13-1,-1 6 19,0 6 1,0 2-1,-6 4 1,-2 4-182,-4 6 0,2-3 0,-6 1 0,1-1-294,-1 1 1,4-6 0,-4 0-1,1-8-332,-1-8 221,6-4 0,-4-11 0,8-8 144,0-10 0,6-7 0,2-6 0,2-6 93,3-4 1,1-2 0,-1 0-1,-1 0 42,2 0 0,1-2 0,3-2 0,-1-2 19,1 3 0,-1 1 0,1 4 0,-3 4 65,-3 5 0,1 5 0,-5 3 0,2 5 94,3 5 0,-5 6 0,-2 6 0,-4 7 75,-2 9 1,6 5-1,0 8 1,-3 2-288,-1 3 0,-2-1 0,0 6 1,0 0-197,0-1 1,6-5-1,0 2 1,-2-4-534,-2-2 1,0-8 0,4-6-907,5-7 1690,-3-7 0,7-22 0,-5-5 0</inkml:trace>
  <inkml:trace contextRef="#ctx0" brushRef="#br0" timeOffset="1637">1781 123 7734,'0'17'343,"0"1"0,0-1-141,0 1 1,-5-1 0,-1 1 0,2-1-37,2 1 1,2-1 0,0 1 0,2-1 15,4 0 1,3-5 0,11-2-1,1-2-12,2-5 0,9-3 0,-5-5 0,2-7-166,0-4 1,-8-1 0,4-2 0,-1-3-42,-1-1 1,0-6 0,-7 6 0,-5 1-52,-5 3 0,-2-4 0,0-1 131,2 3 1,-2 9-1,-10 6 1,-6 4 24,-3 2 1,-3 2 0,1 6 0,-3 8 55,-3 5 1,2 10 0,-6-2 0,-1 4-10,1 2 0,6 2 0,-2 2 0,3 3-50,3 3 1,-1-6 0,3 4 0,3-3-75,6 1 0,4 0 1,2-8-1,2-4-205,4-6 0,6-5 0,9-7 0,6-5-186,6-4 1,0-4 0,12-6 0,0-9-190,-1-10 1,3-8 0,5-6 588,1-5 0,-9-5 0,-1-1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47.900"/>
    </inkml:context>
    <inkml:brush xml:id="br0">
      <inkml:brushProperty name="width" value="0.06" units="cm"/>
      <inkml:brushProperty name="height" value="0.06" units="cm"/>
      <inkml:brushProperty name="color" value="#F6630D"/>
    </inkml:brush>
  </inkml:definitions>
  <inkml:trace contextRef="#ctx0" brushRef="#br0">210 363 7902,'-16'10'73,"5"6"0,-13-5 0,7 5 335,5 1 1,-3 9 0,5 3 0,0 6-52,5 5 0,3 5 1,2 7-1,-2 1-319,-4-1 0,4 1 0,-4-1 0,4 0-321,2 1 1,0-7 0,0-1 0,0-4 54,0-8 1,0 0-1,0-10-2520,0-2 2748,0-9 0,-8-4 0,-1-8 0</inkml:trace>
  <inkml:trace contextRef="#ctx0" brushRef="#br0" timeOffset="300">0 643 7683,'0'-18'-119,"2"7"1,2-1 0,4-1 202,2-3 1,-5 4-1,7 1 1,2-3 317,1-1 1,10 3 0,4 0 0,4 1-39,2 1 1,0-4 0,2 9 0,2 1-98,2 2 0,-1 4 1,-7 4-1,-3 7-149,-7 8 1,-4 1-1,-3 5 1,-5 0-121,-5 0 0,-6 2 0,-6 6 0,-7 0-316,-9 0 0,-5 0 0,-8 0 1,0-2-172,1-4 0,-1 4 1,0-6-1,0 0 30,0-3 1,2-7 0,2-5 0,4-6 458,1-4 0,-5-2 0,4 0 0</inkml:trace>
  <inkml:trace contextRef="#ctx0" brushRef="#br0" timeOffset="634">804 67 7771,'7'-10'389,"-5"-6"127,4 5-196,-4-5-83,-2 6 0,-2 7 0,-2 12 0,-2 11-30,3 5 0,-5 10 0,0 8 0,0 3-115,0 8 0,-3 7 0,3 8 0,-2 3-469,-3 4 0,3 2 0,0 5 1,1-3-195,-1-3 1,6-3-1,-2-10 1,4-10 570,2-11 0,-7-10 0,-3-16 0</inkml:trace>
  <inkml:trace contextRef="#ctx0" brushRef="#br0" timeOffset="1199">1100 660 7820,'16'-19'-405,"-4"-4"1,-5 3 0,-5-3 0,2 4 758,2 1 1,0 1 0,-6-1 0,-2 1-88,-4-1 1,4 1 0,-6 1 0,3 3-162,-1 1 0,-6 6 1,4-4-1,-1 3-11,-5 3 1,-1 2 0,-3 4-98,1 4 1,-1 3-1,1 11 1,-1 1 23,1 2 0,-1 8 0,1-1 0,1 4 17,5 7 1,-3-4-1,6 4 1,1-4-59,-1-2 1,2 0-1,6-2 1,0-4-41,0-6 0,0-4 0,2-3 0,4-4 47,5-7 0,5-3 0,1-4 1,3-3-105,3-7 0,-4-6 1,5-3-1,-5-4 38,-1-2 1,-1 3 0,1-5 0,-1 0 64,0 2 1,-1-4 0,-2 6-1,-3-2 193,3-4 0,-4 5 0,-1 3 460,-1 4-393,-2 1 0,-6 10 0,0 8 0,0 12-142,0 9 0,0 5 0,0 5 0,0-2-181,0 2 0,0-4 1,0 2-1,0 0-269,0-2 0,8 4 0,1-7 1,3-3 344,0-2 0,-1 7 0,7 1 0</inkml:trace>
  <inkml:trace contextRef="#ctx0" brushRef="#br0" timeOffset="1468">1432 363 7680,'-17'12'98,"1"0"0,3 1 266,1 3 0,6 1 0,-3 1 0,1-1-201,4 1 0,8-1 1,4 3-1,1 1-68,5 2 1,1 2 0,5-3 0,1 1-226,2-2 0,3 5 0,-5-3 0,2-2-200,-1-1 0,-3-3 0,-2 1 0,1-3-613,-1-3 0,-5 1 943,0-7 0,-8-8 0,3-7 0</inkml:trace>
  <inkml:trace contextRef="#ctx0" brushRef="#br0" timeOffset="1699">1886 206 7683,'-9'29'0,"-7"0"499,-5 3 1,-8 1-1,5 3 1,3 7 23,2 9 0,-5 9 0,1 10 0,2 3-258,1 2 1,3 9 0,-3 1 0,-1 7-452,-2 4 0,-6-8 1,5 0-1,1-7-15,-2-5 1,6-7-1,-5-10 1,7-5-823,5-11 1,-1-13 1022,7-7 0,0-13 0,6-3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45.717"/>
    </inkml:context>
    <inkml:brush xml:id="br0">
      <inkml:brushProperty name="width" value="0.06" units="cm"/>
      <inkml:brushProperty name="height" value="0.06" units="cm"/>
      <inkml:brushProperty name="color" value="#F6630D"/>
    </inkml:brush>
  </inkml:definitions>
  <inkml:trace contextRef="#ctx0" brushRef="#br0">140 507 7706,'-11'0'2042,"-1"0"-1778,0 0 1,-3 2 0,3 3-1,4 9 8,1 7 1,5 3-1,-6 9 1,2 5-101,0 5 0,-2 4 0,5 7 0,-3 2-235,2 3 1,-4 3 0,2-8 0,2-6-320,2-3 0,2-12 0,0-10-441,0-3 0,2-10 1,4-9-1,4-8 823,0-11 0,13-19 0,-4 0 0</inkml:trace>
  <inkml:trace contextRef="#ctx0" brushRef="#br0" timeOffset="617">385 681 7706,'7'-17'-350,"1"5"1,4 1 0,-4-1 775,-1 2 1,-5-5 1142,4 3-1087,4 4 1,-8 2 0,4 12-215,-4 6 1,-2 9 0,-2 5 0,-2 1-92,-2 4 0,-6 2 0,6 2 0,1 0-227,-3 0 1,6-1-1,-6-1 1,2-2-187,0-1 1,1-7 0,5 4-1,-2-4-1017,-4-7 589,4 1 0,-4-17 528,12 0 0,-4-13 1,6-11-1,-3 1 154,1-2 1,6 6-1,-4-7 1,-1 3 37,1 0 0,4-6 1,-4 5-1,-1 3 83,1 2 0,0 3 0,-4 2 127,2 3 1,1 7 0,-3 0-1,2 8 24,-2 8 0,0 9 1,0 4-1,2 2-274,-3 4 1,1-3 0,0 1 0,2 0-350,-2-2 1,4 0 0,-1-7 0,1-1-576,0-4 0,6-9 908,-3 0 0,-3-12 0,0-3 0</inkml:trace>
  <inkml:trace contextRef="#ctx0" brushRef="#br0" timeOffset="849">227 0 7753,'-17'10'268,"-6"5"0,1-3 1,5 2-160,3-3 1,10 5-1,-1-5-40,3 5 1,9 1-1,5-1 1,6-2-233,5-3 1,-2-5 0,6 4 0,1-2-234,-1-5 0,-4 5 1,4-2-1,0 0 396,0 2 0,3-6 0,5 5 0</inkml:trace>
  <inkml:trace contextRef="#ctx0" brushRef="#br0" timeOffset="1100">944 70 7753,'9'-8'383,"5"8"1,-8 2-87,-2 14 1,-3 3 0,1 12 0,2 6-123,2 8 0,0 5 0,-6 5 1,0 3-269,0 6 0,0 2 1,0-2-1,0-6-89,0-4 0,0-9 0,-2-4 1,-2-6-556,-2-6 0,-1-6-653,1-11 1390,4-5 0,-14-7 0,7 0 0</inkml:trace>
  <inkml:trace contextRef="#ctx0" brushRef="#br0" timeOffset="1350">751 402 7753,'0'17'441,"-2"-1"0,-1-3-163,-3-1 1,0-6-1,8 4-191,4-3 0,5-1 1,11-6-1,3 0 76,2 0 0,0 0 1,4 0-1,-2 0-187,2 0 1,8 0 0,2 0-1,-2 0-299,-2 0 0,-2-2 1,0-2-1,-1-1-266,1 1 1,0 2 0,-2 2 0,-2 0 588,-2 0 0,1-8 0,5-2 0</inkml:trace>
  <inkml:trace contextRef="#ctx0" brushRef="#br0" timeOffset="1634">1520 419 7501,'-2'18'-304,"-4"-1"1,4-5-1,-6-2 1,1-1 774,-5 1 0,2 0 0,-1 3 1,-3-1-96,-1 2 1,-1 3 0,2 6 0,3 4-109,-3 1 0,1 5 1,-1-4-1,4 4-98,3 2 1,1-6 0,6-2 0,0-2-92,0-3 0,8-5 1,3-5-1,7-7-131,5-3 0,-2-6 0,6-5 1,1-11-59,-1-5 0,-4-4 0,4-6 1,-2 0 85,-3 0 0,-3-2 0,-3-1 1,-5-3 17,-5 2 0,-4 4 0,-2 4 0,0 4-61,0 2 0,-13-4 0,-7 7 0,-5 5-209,-6 3 0,-2 10 0,-2-2 0,0 5-577,0 1 853,0 7 0,-8 11 0,-1 9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02:44:51.782"/>
    </inkml:context>
    <inkml:brush xml:id="br0">
      <inkml:brushProperty name="width" value="0.06" units="cm"/>
      <inkml:brushProperty name="height" value="0.06" units="cm"/>
      <inkml:brushProperty name="color" value="#F6630D"/>
    </inkml:brush>
  </inkml:definitions>
  <inkml:trace contextRef="#ctx0" brushRef="#br0">0 259 10606,'8'-17'401,"6"-1"1,5 1-222,4-1 0,8-5 0,1-2 0,4-1-32,5 1 0,0 2 0,-6 5 1,-2 1-3,-4 0 1,-4 7 0,-9 6 55,-5 8 0,-3 6 0,-12 9 0,-6 6 89,-7 10 1,-12 0 0,0 8-1,-4-3-151,-2 1 1,0 6 0,0-5 0,2 1-105,4 0 0,-2-2 1,8-8-1,1-2-610,3-2 1,9-8-660,4 2 1,6-5 0,6-7-191,6-5 0,9-6 1423,2-6 0,1 5 0,-7-7 0</inkml:trace>
  <inkml:trace contextRef="#ctx0" brushRef="#br0" timeOffset="217">123 1132 7805,'-8'27'113,"-4"-3"0,-3-5 0,-1-1 0,3-1 1477,1 0 1,6-1-1223,-6-4 1,11-5-1,1-7-641,9 0 0,7 0 0,1-2 0,1-3-671,-1-7 0,6-9 944,1-3 0,-1-7 0,-6 4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47.045"/>
    </inkml:context>
    <inkml:brush xml:id="br0">
      <inkml:brushProperty name="width" value="0.06" units="cm"/>
      <inkml:brushProperty name="height" value="0.06" units="cm"/>
      <inkml:brushProperty name="color" value="#E71224"/>
    </inkml:brush>
  </inkml:definitions>
  <inkml:trace contextRef="#ctx0" brushRef="#br0">400 383 6276,'0'-12'2705,"0"0"-26,0-1-1909,0 5 1,0-2-52,0 4 0,0 6-365,0 0 1,0 8 0,0 10-1,0 1-338,0 4 1,0-1 0,0 7 0,0 0-323,0-2 0,0 4 1,0-6-1,0 1-2089,0-1 0,6-2 2395,0-5 0,7-1 0,-3 0 0</inkml:trace>
  <inkml:trace contextRef="#ctx0" brushRef="#br0" timeOffset="684">365 173 9801,'-17'0'274,"5"0"1,0 0 0,-3 0-152,-7 0 1,3 2 0,-6 4 0,2 5 112,-1 5 1,-5 3-1,4 7 1,0 7-119,0 5 0,-5 17 1,9-1-1,4 8-98,3 10 1,10-2 0,-2 5-1,8-3-151,10-2 1,7-14-1,18-7 1,4-10 5,5-12 0,13-14 1,5-9-1,6-9 85,5-13 0,-3-9 1,4-14-1,-4-7 3,-3-9 0,-5-5 1,-3-8-1,-7 1 345,-9-1 1,-9 6 0,-8 2 0,-11-1-69,-9 1 1,-6 14 0,-6 1 0,-8 8-226,-11 5 1,-8 4-1,-6 3 1,-2 2-79,-2 4 1,-9 1 0,0 5 0,-9 3-914,-3 6 0,-2 14 0,-6 11 0,-1 16-1048,-5 16 2024,4 17 0,29-26 0,1 3 0,2 4 0,0-1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48.996"/>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263 297 12657,'-18'0'297,"1"0"-192,-1 0 1,7 6-1,1 2 1,0 3 563,1 9 1,5-1 0,-2 12 0,4 4-465,2 4 0,0 9 0,0 1 1,0 5-369,0 4 0,0 1 0,0-9 0,0-1-291,0-3 1,0-7-1,0 0-1820,0-8 2281,0-6 0,0-15 0,0-2 0</inkml:trace>
  <inkml:trace contextRef="#ctx0" brushRef="#br0" timeOffset="283">1 419 12753,'17'0'0,"-1"-2"247,-5-3 0,5-5 1,-5-8 109,5 1 0,1-1 0,3 1 0,1 0-287,3-1 0,7 3 0,-4 3 0,2 6 52,0 4 0,-2 4 0,2 4 1,-6 6-95,-3 3 0,-3 8 0,-1 3 0,-4 1-418,-7 4 1,-3-4 0,-4 2 0,-3 2-173,-7 2 1,-9 2 0,-5-2-1,-1-2-49,-4-2 0,-2-2 1,-2 2-1,2-7 528,4-9 0,-12 3 1,4-6-1</inkml:trace>
  <inkml:trace contextRef="#ctx0" brushRef="#br1" timeOffset="501">682 157 8086,'-8'35'164,"-2"0"1,-7 4-1,-1 6-126,1 7 1,5 12-1,3 0 1,-1 4-162,0 2 1,4 4 0,-3-3 0,1-5-202,4-3 0,2-7 0,2-8 0,0-5-150,0-6 1,2-8 473,4-17 0,-4 3 0,6-5 0</inkml:trace>
  <inkml:trace contextRef="#ctx0" brushRef="#br0" timeOffset="1066">1118 804 11214,'0'-26'-359,"0"-3"0,-2 4 1,-1 0 188,-3 0 0,-8 5 1,4-3-1,-1 5 162,-1 7 0,6 3 0,-5 8 209,-3 0 0,-1 6 0,-1 3 0,3 5-48,1 5 1,0 11 0,-5-1 0,1 4-38,5 2 0,-3 0 1,8-2-1,0-2-81,-1-2 0,5-2 0,-4 2 0,4-6-63,2-3 1,0-3 0,2-1 0,4-5-29,5-5 1,5-4 0,3-4 0,3-4 129,1-5 0,6-13 0,-6-3 0,1-2 61,1 0 0,-6 0 1,4-6-1,-3 0-23,-3 0 0,-5 2 0,-2 2 0,-3 4-68,-3 2 1,4-4 0,-2 5 95,-2 3 0,-4 9 0,-6 8-77,-6 8 0,3 8 1,-3 11-1,0 6-80,3 4 0,-5 2 0,6 0 0,1 0-223,-1 0 0,-4 0 0,6 0 0,2 0-76,2 0 0,2-2 1,0-2-1,0-4-534,0-2 0,2-2 729,4-5 0,4-8 0,7-3 0</inkml:trace>
  <inkml:trace contextRef="#ctx0" brushRef="#br0" timeOffset="1451">1468 699 8198,'0'17'132,"-6"-5"1,0 0-1,2 1 142,2 3 0,-4 1 0,1 1 0,-1 1-110,-2 4 1,6 2-1,-6 7 1,2-3-209,1 2 0,-1-4 1,6 0-1,0-2 58,0-3 1,0-3-1267,0-2 983,0-7 1,0-10 0,0-12 0,2-3 64,4-2 0,-3-3 1,7-1-1,0-4 98,0-3 0,-5 1 0,7-4 1,0 4 79,-3 2 0,5 1 0,-6 7 1,-1 0 405,1-1 1,6 3-119,-3 3 0,-1 6 0,0 12-123,-2 6 0,-3 9 0,-5 4 1,0 2-110,0 4 0,0 8 0,0 4 0,0 0-297,0-1 0,0-1 0,0-6 0,0-2-323,0-4 1,2-4 587,4-7 0,4-9 0,7-1 0</inkml:trace>
  <inkml:trace contextRef="#ctx0" brushRef="#br0" timeOffset="1686">2061 105 8161,'-23'23'23,"0"4"1,2 4-23,1 6 1,3 12 0,-1 1-1,1 10-29,-1 8 1,3 0 0,1 12 0,4-3-153,3-3 1,1-10 0,6-7-1,0-9-355,0-7 1,0-12 533,0-6 1,0-3-1,0-3 1</inkml:trace>
  <inkml:trace contextRef="#ctx0" brushRef="#br0" timeOffset="2034">1625 437 13250,'2'-10'428,"4"4"0,9 6 0,10 4 1,3 4-188,3 2 0,4-5 0,3 5 0,5 0-186,2 0 0,-5-5 0,7 5 0,1 0-90,3-1 1,-1-3-1,-3 4 1,-6 0-170,-4-1 0,-2-5 0,-3 4-3,-2 0 0,-7-4 0,-10 5-41,-1-1 1,-8 6 175,2-3 1,-12 5 0,-4 1-17,1 1 0,-7-1 0,4 1 113,-3-1 0,3 1 0,3-1-1,1 1 0,-4-7-599,6 1 547,1-8 0,5 11 0,0-5 0</inkml:trace>
  <inkml:trace contextRef="#ctx0" brushRef="#br0" timeOffset="2418">2743 384 11023,'-18'0'590,"1"0"1,-1 0-1,3 2 1,1 6-179,2 10 1,3 7-1,-5 10 1,3 2-14,-3 3 1,4 5 0,1 7-1,-1 3-384,0 3 1,6-4-1,-2 3 1,4-9-281,2-7 0,0-12 0,0-6-99,0-3 1,2-11 0,2-5-76,2-8 1,2-5 0,-4-9 0,2 1 65,-3-1 0,1-5 1,0-2-1,2-2 161,-2-5 0,4 1 1,-2 0-1,-1 2-37,3-2 1,-4-2-1,8 0 1,-1 4 94,-1 6 0,4 3 0,-7 3 1,3 0 370,4-1 1,-5 8-1,1 6 209,-2 8 0,3 12 0,-3 9 0,0 2-388,0 4 1,3 8-1,-3 2 1,2-2-377,3-2 0,-3-3 1,2 1-1,1 0-692,3 0 1,1-2 0,1-6 998,-1-9 0,1-1 1,-1-7-1</inkml:trace>
  <inkml:trace contextRef="#ctx0" brushRef="#br1" timeOffset="2650">3197 559 8090,'-29'2'340,"-1"4"1,3 5 0,-4 13-1,4 5 323,2 4 0,0 11 1,3 7-1,-1 7-356,2 4 1,1-4-1,3 6 1,-1 2-263,1 2 1,-1 2-1,-1 2 1,-2 0-349,-3-2 1,1 1-1,6-16 1,-1-11-820,1-13 0,-1-11 448,1-8 0,7-7 0,4-10 674,4-7 0,2-11 0,0-5 0</inkml:trace>
  <inkml:trace contextRef="#ctx0" brushRef="#br1" timeOffset="3018">3546 419 8216,'27'-17'-167,"-4"-1"0,-3 9-396,-3 3 1,-9 6 0,-6 6 1034,-6 5 1,-10 5-1,1 1 1,-6 3 130,-5 3 0,-1-2 0,2 8 0,-6 1-489,-4-3 1,4 8 0,-1-4-1,-1 4-97,-2-2 1,0-2 0,2 4-1,4 0-92,2-1 1,2-1-1,7-3 1,3-7-274,1-4 0,10-1 289,2-1 1,8-1 0,9-3 0,1-1 147,-1 2 0,-1-5 0,-3 3 0,-1 1 221,1 3 1,-3-2 0,2 1-359,1 4 0,-5 3 1,-2-5-313,-4 1 1,-10-1-1,-4-1 1,-3-3-1506,-2-1 1865,-1-8 0,-15 11 0,-4-5 0</inkml:trace>
  <inkml:trace contextRef="#ctx0" brushRef="#br0" timeOffset="3185">2166 140 8492,'10'-8'351,"0"-2"0,-5-7-791,7 0 1,6-1 0,5 3 0,6 1-889,4 2 1323,2 8 1,8-11-1,1 5 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58.613"/>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368 1022 9161,'-8'9'-68,"-4"-3"0,-3 2 0,-1 0 0,1 1 830,-3 5 1,5-4 0,-13 1 0,3 3-440,0 1 0,-6 9 0,3-1 1,1-2-303,0-1 0,2-1 0,5 2 0,1 3-155,-1-3 0,9-2 1,3-1-66,4-1 0,4-7 0,6-4-69,9-4 0,1-2 1,7-2-1,0-2-116,4-2 1,2-7 0,0 1-1,-2-4 48,2-1 1,0 0 0,0-1 0,-1 1 228,1-1 0,-6 1 1,-2-1-1,-2 1 106,3-1 0,-7 1 0,3-1 275,-7 1 1,-7 1 40,6 5 1,-16 3-1,-2 10-227,-8 4 0,-3 3 1,1 9-50,5-1 0,-3 1 1,8-1 90,2 1 1,2-1-2,2 1 0,8-9 1,4-3-1,3-4-127,3-2 0,-1 0 1,1-2-1,1-4 4,4-5 0,-3-5 0,5-3 1,-2-3 0,1-1 1,-1-8 0,-6 2 0,1-4-45,-1-2 1,1-2 0,-3-4 0,-1-5-153,-2-5 0,-1-7 1,7-2-1,1-6-371,4-11 1,5 3 0,6-14 0,1 3 215,0 0 0,-2 7 0,-4 12 1,-7 18 454,-9 17 1,-5 19 0,-12 14-1,-5 15 277,-9 16 1,-9 4-1,2 10 1,-2 3 56,-5 6 0,5 7 1,-2 8-1,0 3-164,2 2 1,-4 1-1,8-3 1,-1 6-368,-1 5 0,13-9 0,1 5 1,7-9 41,4-8 0,0-10 1,0-11-225,0-6 184,0-14 1,0-23-1,0-11 1,0-5-393,0-1 0,-6-3 1,-2-1-1,-1-4-875,-5-3 1351,-1 7 0,-3-20 0,1 5 0</inkml:trace>
  <inkml:trace contextRef="#ctx0" brushRef="#br1" timeOffset="150">507 690 8087,'0'-18'91,"0"1"1,2 1 372,4 5 0,-2-3 0,8 6 0,1 1 189,3-1 0,9 2 1,6 6-1,10 0-274,11 0 1,8 0 0,10 0 0,2 2-267,4 4 1,3-4-1,9 3 1,1-3-518,4-2 1,-4 0 0,6 0 0,-4 0-801,-3 0 912,-5 0 0,-13 8 0,0 2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55.049"/>
    </inkml:context>
    <inkml:brush xml:id="br0">
      <inkml:brushProperty name="width" value="0.06" units="cm"/>
      <inkml:brushProperty name="height" value="0.06" units="cm"/>
      <inkml:brushProperty name="color" value="#E71224"/>
    </inkml:brush>
    <inkml:brush xml:id="br1">
      <inkml:brushProperty name="width" value="0.08" units="cm"/>
      <inkml:brushProperty name="height" value="0.08" units="cm"/>
      <inkml:brushProperty name="color" value="#E71224"/>
    </inkml:brush>
  </inkml:definitions>
  <inkml:trace contextRef="#ctx0" brushRef="#br0">419 542 8044,'0'-20'-170,"2"-1"0,2-2-32,2 1 0,0 3 0,-4 1 642,3 1 0,-3 0-46,4-1 0,-6 3 0,-6 5-227,-5 10 0,-5 6 0,-3 9 0,-3 1 25,-1 3 1,-2 4 0,4-1 0,-5 3-36,-1 2 1,6 2-1,-2 6 1,3-2-147,3-4 0,7 2 1,4-5-1,4-1-112,2 0 0,0 4 0,0-6 0,4-1 54,8-3 1,-1-1-1,13-1 1,-5 1-90,-1-1 0,-7-5 1,-1-1-79,-2 3 0,-3 1 1,-6 1 44,-5-4 1,-6-3 0,-9-5 0,-5 2-250,-1-2 1,4 4 0,-6-3 0,0-1 417,2-2 0,-14-10 0,4-1 0</inkml:trace>
  <inkml:trace contextRef="#ctx0" brushRef="#br0" timeOffset="450">716 577 8004,'-2'-10'546,"-4"4"1,2-2-569,-7 3 1,-1-1-1,-5 6-41,-1 0 0,-1 0 1,-1 2 1,3 3 0,-10 5 0,9 8 0,-1-1-58,-1 1 0,3-1 0,0 1 0,1-1 7,4 0 0,-1 1 0,7-1-86,2 1 1,4-3 102,6-3 1,6-4 0,9-8 0,4-2 26,2-4 0,-3-4 0,3-7 0,0-1 33,0 1 0,-4-1 0,5 1 0,-3 0 105,-4-1 1,-1 1 0,-5-1 0,-1 3 841,-3 3-631,-7 4 0,2 16 0,-12 6 0,-5 7-51,-5 8 1,-1 4-1,-1 2 1,1 0-222,-1 0 1,1 0-1,1 0 1,3 0-434,1-1 0,8-1 0,-2-3 0,4-7 424,2-4 0,-7 6 0,-3 3 0</inkml:trace>
  <inkml:trace contextRef="#ctx0" brushRef="#br0" timeOffset="1199">943 629 8031,'-17'10'-2,"1"5"0,3-3 0,3 3 508,2 3 0,-4 1 1,5 3-1,-1 3-147,0 2 1,2-4 0,6 6 0,0 1-323,0-3 1,0 4-1,-2-8 1,-2-2-131,-1-1 1,-1-3-134,6 1 1,2-11-205,4-7 1,-3-7 0,9-11 0,2 1-10,1-1 0,3-5 0,-1-2 0,1 0 138,-1-1 0,1-5 0,1 2 0,2-4 301,3-2 0,5 0 0,-6 0 0,-2 2-77,-1 4 1,-3-2 0,1 8-1,-1 4 816,1 5 0,-9 8-316,-3 12 1,-4 6-1,-4 11 1,-2 6-44,-2 4 0,-7-4 0,3 0 1,-2 2-154,1 2 1,1 2 0,-3 0 0,3-2-177,2-4 0,0 2 1,4-7-1,-1-3-291,1-2 0,2-1-45,2-1 1,2-7 0,2-6-34,1-8 0,7-6 1,-4-7-1,2-1-5,3 1 1,-3-1 0,1-1 0,3-2 135,2-3 1,-5 1 0,1 6-1,0-1 145,-3 1 0,5-1 1,-6 1-209,1-1 578,3 1 1,-2 9-1,-5 10 62,-3 14 0,-2 1 0,0 8 0,-2-1-169,-3-1 0,3 6 0,-4-4 0,4 0-137,2 1 0,2-3 1,4-6-1,5 1-124,5-1 1,1-1-1,1-5 1,1-5-77,4-4 0,-1-2 1,5-2-1,0-4-32,0-5 1,-3-11 0,3-1 0,-2 0 41,-4-2 0,-1 3 1,-3-5-1,-1 0 19,-5 0 0,-1 5 0,-6-1 0,2 4 58,-2 1 0,-4 3 187,-6 3 1,2 4 0,-8 10-110,-1 4 1,5 4-1,2 7-254,4 1 1,2-1-1,0 1 1,0-1-923,0 1 1127,0-9 0,16 15 0,3-5 0</inkml:trace>
  <inkml:trace contextRef="#ctx0" brushRef="#br0" timeOffset="1649">2864 18 8006,'-15'2'-15,"3"4"1,-5-1 0,1 11 0,-5 5 588,-1 4 1,3 5-1,1 6 1,1 5-266,0 6 0,-7 11 1,1 6-1,4 6-90,5 6 0,0-5 0,9 5 0,1-4-382,2-2 0,2-16 0,0-9 0,0-12-77,0-10 15,0-4 0,0-11 27,0-8 0,0-8 0,0-9 113,0-1 0,0-1 0,0-2 1,0-5-96,0-1 0,0 4 0,-2-4 1,-4 0 38,-6-1 1,3 1-1,-3-4 1,0 4 239,3 2 0,-7 2 1,4 7 141,-3 4 1,-3 5 0,1 9 0,0 3-77,-1 7 0,1 6 0,1 5 0,3 6-144,1 4 0,2 2 0,-1 0 0,5-2-198,4-4 1,2 4 0,0-6-1,0 2-433,0 0 1,8-7-1,3-1 1,7-6-633,5-3 1242,-4-8 0,22 11 0,-4-5 0</inkml:trace>
  <inkml:trace contextRef="#ctx0" brushRef="#br0" timeOffset="2072">3091 751 8034,'-17'-9'149,"-1"1"1,1 8 0,-1 0 164,1 0 1,5 0 0,1 2 0,-3 4-176,-2 5 0,-1 5 0,0 1 0,1 1-127,4-1 0,-1 3 0,5 1 0,0 2-62,1-1 0,1-3 1,6-2-47,0 1 0,0-1 1,2-1-1,3-5 78,7-5 0,4-4 0,1-2 0,1 0-104,-1 0 1,0 0 0,1 0 0,-1-2-217,1-4 0,1-1 1,3-7-1,1 3 236,-2-3 1,-1-2 0,-3-1 0,1-2 67,-1-5 0,-1 11 0,-3-5 0,-3 3 541,-2-1-173,5-1 0,-13 7 1,0 4-119,-9 4 1,-7 10 0,-1 6 0,-1 5-142,1 4 0,-1 2 0,3-3 1,3 1-6,6-2 1,2-1 0,0-3-1,-1 1-228,1-1 0,2 1 0,4-3-208,3-3 1,-1-4 0,8-8 0,2 0-73,1 0 0,-3-2 0,-1-4 438,3-6 0,2-11 0,1-4 0</inkml:trace>
  <inkml:trace contextRef="#ctx0" brushRef="#br1" timeOffset="2313">3493 0 10992,'-35'43'0,"2"6"-161,4 7 1,2 0 0,5 8 0,-1 4 475,2 6 0,1 5 1,3 7-1,1-7-613,5-9 0,3-8 0,6-13 0,-2-9 137,-2-10 1,-1-9 0,1-4 97,-6 1 1,2-8-1,1-7-252,1-6 1,2-9 0,4-9-873,-4-3 1128,4 1 1,-13-2 0,5-2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54.115"/>
    </inkml:context>
    <inkml:brush xml:id="br0">
      <inkml:brushProperty name="width" value="0.08" units="cm"/>
      <inkml:brushProperty name="height" value="0.08" units="cm"/>
      <inkml:brushProperty name="color" value="#E71224"/>
    </inkml:brush>
  </inkml:definitions>
  <inkml:trace contextRef="#ctx0" brushRef="#br0">245 122 11077,'0'-11'-57,"2"-1"1,2-1 282,2-3 1,-8 1-251,-10 3 0,-3 4 0,-3 8 1,1 0 207,-1 0 1,7 2 0,-1 4 0,-1 6 38,-3 3 0,-1 3 1,-1-1-1,1 2-69,-1 5 1,3 3 0,1 8 0,4-2-110,3-4 1,1 2-1,6-8 1,0-1-77,0-3 0,8 2 0,5-3 0,7-9 26,3-5 1,8-4 0,-2-4 0,4-5-54,2-9 1,-2-5-1,-2 2 1,-4-5 153,-2-1 0,2-2 0,-7-4 1,-7 2-146,-3 2 1,-4 8 0,-6-3 0,-2 5-282,-4 2 0,-3 1 1,-9 2-1,-1 5-115,-5 1 1,5 2-1,-4 4 1,3-2-394,3-2 0,5 1 845,1 5 1,-1 0 0,-6 0 0</inkml:trace>
  <inkml:trace contextRef="#ctx0" brushRef="#br0" timeOffset="415">647 35 8651,'-16'2'-41,"5"4"1,-3-2 0,6 7 0,1 3 515,-1 2 1,-4 7 0,6 2-1,1 2-334,-3 4 0,6 0 0,-4 0 0,4-4-34,2-1 0,-2-3 1,-2-6-240,-1 1 11,-1-8 0,6-5 0,0-10-70,0-7 0,6-4 1,1-1-1,1-2 25,0-5 1,3 3 0,-3-6 0,0 0-3,0-1 1,3 5 0,-3-6 0,2 0 96,3 2 0,-5 2 1,0 7-48,0 1 422,1-1 0,3 18 1,-2 12-1,-2 13-115,-5 8 1,1-2 0,0 2-1,2 4-407,-2 0 1,4 0 0,-3-2-1,1-2-251,2-4 1,0-4 0,5-8 0,-1-1 467,2-4 1,1 3-1,3-5 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3:05.799"/>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260 16 9249,'-11'-10'384,"-1"4"1,2 12 0,-3 7 0,1 9 68,-2 7 1,5 12 0,-3 7 0,-1 6-430,-3 5 1,-1 7 0,-1 0 0,1 5-340,-1 5 0,1 0 1,1-10-1,3-6-567,1-8 0,8-17-195,-2 0 1038,12-19 1,4-9 0,7-16-1</inkml:trace>
  <inkml:trace contextRef="#ctx0" brushRef="#br1" timeOffset="249">540 400 8032,'9'0'-501,"7"0"0,-6 8 0,7 1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3:04.483"/>
    </inkml:context>
    <inkml:brush xml:id="br0">
      <inkml:brushProperty name="width" value="0.08" units="cm"/>
      <inkml:brushProperty name="height" value="0.08" units="cm"/>
      <inkml:brushProperty name="color" value="#E71224"/>
    </inkml:brush>
  </inkml:definitions>
  <inkml:trace contextRef="#ctx0" brushRef="#br0">226 0 9417,'-18'0'0,"1"0"37,-1 0 0,8 2-202,5 4 0,-3 4 1,2 7-1,2 1 43,2-1 0,8 6 0,2 2 0,2 3 432,3 3 1,-3-4-1,1 0 1,1 0-486,-2 0 1,0 1-1,-7 1 1,3-4-385,-2 0 1,-2-11 553,-2 3 0,8-3 0,1 3 0</inkml:trace>
  <inkml:trace contextRef="#ctx0" brushRef="#br0" timeOffset="548">470 87 8954,'-2'-17'-256,"-2"0"97,-2-1 0,-1 8 0,1 5 602,-6 3 1,-3 2 0,-3 0 0,1 0-346,-1 0 1,-5 7 0,0 3 0,1 2-58,3-1 1,-4 1 0,-1 5 0,3-1-16,2-4 0,1 3 1,3-3-1,1 1-109,2-1 1,7 4-1,-5-5-454,2 5 0,2-5 260,6 1 0,2-8 0,4 2 103,6-4 0,3-2 0,3 0 0,-1 0-34,1 0 1,-1 0 0,1 0 0,-3-2 131,-3-4 1,3 4 259,-3-4 142,-4 4 1,-3 2-1,-10 0 1,-7 2 38,-4 4 1,-3-2-1,-2 7 1,-4 3-91,-3 2 0,5 1 0,-4 0 1,2 1 7,3-1 1,3-1 0,3-2 0,3-3-249,1 3 1,8-5 0,-2 3 0,6 0-90,6-3 0,4 5 0,7-8 0,3-2-69,3-2 1,-2-2 0,9 0 0,1 0-113,2 0 1,7 0 0,3-2 0,0-2-207,-1-2 1,7-8 440,-2 3 0,3-13 0,2-3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3:02.015"/>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123 402 12505,'12'2'-964,"-1"4"1,-5-4-1,6 2 601,1-8 0,-3 0 0,2-8 457,1-1 1,-3-3 0,0-1 128,-3-1 1,-1 7-1,-6-1 65,0-2 0,0 5-140,0-3 1,-8 8-1,-3 0 1,-5 8 62,-1 8 1,-7 5-1,-1 7 0,0 5-98,0 4 1,2 4 0,5 3 0,1 7-10,-1 3 1,8 11 0,5 1 0,3 0-201,2-4 1,13-12 0,7-5 0,5-6-128,6-6 1,2-11 0,2-12-1,2-4 60,3-2 0,-3-14 0,4-5 1,-6-7 77,-6-5 0,-4 4 0,-7-2 0,-1-2 37,1-2 1,-9 4 0,-3 2-1,-4-1 30,-2 1 1,-2 4 0,-4-4 0,-5 0-60,-5 0 1,-7 3 0,-2-3-1,-2 0 10,-4 0 0,3 5 0,-1-1 0,0 6 79,2 5 1,0 4 0,5 8 282,-1 0 1,2 2-79,9 4 1,6 2 0,14 5-1,8-3 24,5-2 0,10 3 1,0-5-1,6-2-155,4-2 0,1-2 0,-3 0 0,4 0-164,2 0 1,-7 0 0,3 0 0,-4 0-200,-2 0 0,-2-2 0,-2-4 0,-4-3-295,-2-1 1,-7-6 0,-7 5-194,3-5 1,-6 5 764,-2-1 0,-12 8 0,-4-4 0</inkml:trace>
  <inkml:trace contextRef="#ctx0" brushRef="#br0" timeOffset="450">752 228 15352,'-16'17'0,"3"0"183,1 1 0,6 7 0,-4 4 0,3 4-210,3 2 1,2 8 0,2 2 0,0 1 14,0 1 0,0-3 0,0 5 0,0-5-355,0-1 0,-6-4 0,0-10-194,2-6 527,-5-11 1,7-12-1,-6-12 1,2-3-76,0-3 0,0-1 1,6-2-1,0-3-50,0 3 0,0-4 0,0-1 0,0-1 84,0-4 1,2-2-1,2-2 1,4 0-281,2 1 0,-5-7 0,7 0 1,2 2-159,1 2 1,9 2 0,-1 2 0,-2 4 410,-1 6 0,3 6 1,0 5-1,-2 6 17,-1 4 1,-5 12-1,-1 5 1,-4 9 439,-3 3 1,5 2 0,-6 6 0,-2 0-103,-2 0 1,-4 0 0,-4 0-1,-6-2-372,-3-4 1,-3-2 0,1-6 0,-1 2-190,1-1 0,-2-9 0,-3-3-362,-1-2 0,0-2 651,5-6 0,8-16 0,3-3 0</inkml:trace>
  <inkml:trace contextRef="#ctx0" brushRef="#br1" timeOffset="834">1415 175 8239,'0'-11'-748,"-2"1"658,-3 2 0,1 2 1,-8 6 609,-2 0 0,-1 8 1,-3 2-1,1 1-446,-1 1 0,-5 0 0,-2 7 1,0 2-44,0 3 0,-5-1 0,5-6 1,0 3 15,0 3 1,3-4 0,9 5-1,3-5-70,2-1 0,3-7 1,5 1-1,1 2 3,5 1 0,4 3 0,7-1 0,3 0 76,3 1 1,-3-1 0,5 1-1,-2-1 97,0 1 0,1 5 1,-9 2-1,-1 0-108,-3 1 1,-7-1-1,2-4 1,-4 5-116,-2 1 1,-8-6 0,-3 0 0,-7-5-347,-5-4 1,3-9-1,-3 3 1,2-4-92,-2-2 507,3 0 0,-5-8 0,7-1 0</inkml:trace>
  <inkml:trace contextRef="#ctx0" brushRef="#br1" timeOffset="1465">2114 629 7962,'-18'-8'0,"1"-1"0,-1-1-114,1 4 1,5-2-1,1 3 585,-3 1 0,4 10 1,-1 5-1,-1 7-125,2 5 0,-3 4 1,5 8-1,-2 2-156,-3 4 1,3-2 0,0 5 0,1 3-143,-1 3 0,0-5 1,-3 9-1,3-3-228,2-9 0,2-5 1,6-8-2,0-5 0,0-15-3,0-9 1,0-8-1,2-9 1,2-2-29,2-5 0,6-1 0,-5-6 0,3 2 10,4-2 0,1-4 1,3-4-1,-1-2-36,1 3 1,-1-1 0,1 0 0,-1-4 73,1-1 0,5 5 1,0-2-1,0 4 196,3 2 1,-7 8-1,4 6 382,-3 7 0,-11 8 0,-3 12 0,-4 8-79,-2 7 1,0 6 0,0 6-1,-2-2-132,-4-2 1,-3 1 0,-9 4 0,3 1-262,3 0 1,-9-6-1,3-1 1,-1-3-213,-1-4 1,9-1 0,-1-5-646,-1-3 1,-1-8 914,2-16 0,12-7 0,10-16 0</inkml:trace>
  <inkml:trace contextRef="#ctx0" brushRef="#br1" timeOffset="1699">2463 1 8085,'-8'29'423,"-3"0"0,-5 6 1,1 9-1,3 5-144,6 5 1,4 18-1,0 2 1,-2 5-160,-1 3 0,-3-1 0,4 5 1,-2-5-334,2-5 0,2-20 1,2-9-1,0-11-216,0-6 1,0-11 44,0-7 0,0-10 1,0-2-1,2-10-753,4-6 1137,-4-1 0,6-8 0,-8-2 0</inkml:trace>
  <inkml:trace contextRef="#ctx0" brushRef="#br0" timeOffset="2116">2219 385 10895,'0'11'-371,"0"1"388,0 2 0,2-5 0,3 3 0,7 0 24,4-3 1,9 7 0,6-6-1,6 1-159,3 1 1,3-6 0,-4 5 0,4 1 13,1-2 0,1-1 0,1-5 0,-5 2 74,-4-2 0,-2-2 1,0-2-1,-2 0 6,-4 0 0,-4 0-582,-7 0 618,-9 0 1,-9 0-1,-11 0 1,-5 0 290,-1 0 0,-1 6 1,1 1 35,-1 3 1,1-6 0,1 4-1,3-2 174,1-1 0,6 3-47,-5-2 1,1 4-366,-2 7 0,5 1 1,7-1 23,0 1 1,0-1 0,0 0-257,0 1 1,-6-1-1,-2 1-168,-2-1 0,-1 1 1,-7-3-1,1-1-1445,-1-2 1744,1-1 0,-8 7 0,-3-1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2:59.781"/>
    </inkml:context>
    <inkml:brush xml:id="br0">
      <inkml:brushProperty name="width" value="0.06" units="cm"/>
      <inkml:brushProperty name="height" value="0.06" units="cm"/>
      <inkml:brushProperty name="color" value="#E71224"/>
    </inkml:brush>
    <inkml:brush xml:id="br1">
      <inkml:brushProperty name="width" value="0.08" units="cm"/>
      <inkml:brushProperty name="height" value="0.08" units="cm"/>
      <inkml:brushProperty name="color" value="#E71224"/>
    </inkml:brush>
  </inkml:definitions>
  <inkml:trace contextRef="#ctx0" brushRef="#br0">437 96 8085,'0'-17'404,"0"-1"0,0 1-158,0-1 1,-2 7 93,-4-1 0,-3 10-214,-9 2 0,3 2 0,1 8 0,2-1-3,-1 1 0,-1 2 0,1 5 0,1-1-73,-2-5 1,5 5 0,-1-5-96,2 5 1,-3 1 0,5 1-41,2-1 1,2 1-1,2-1 14,0 1 0,2-7 1,4-1-1,5 0 51,5 0 0,-4-1 1,-1 5-1,3-5 27,1-1 0,1 6 0,-3-4 0,-3 1 176,-2 1 0,-2-6 0,-6 5-300,0 3 1,0 1-1,-4 3 1,-6-3-227,-7-3 1,-7 2 0,1-7-1,-6 1-116,-4 0 1,-4 4 0,-2-7 0,0-1-609,6-2 1067,-1-2 0,6 0 0,-7 0 0</inkml:trace>
  <inkml:trace contextRef="#ctx0" brushRef="#br0" timeOffset="485">874 166 8020,'-28'0'-21,"3"0"0,8 2 0,-1 2-56,1 2 1,-1-1 0,1-3 0,-1 2 21,1 2 1,5 6-1,1-7 1,-1 1 53,2 2 0,-3-4-13,7 8 1,0-1 18,6 7 1,2-9 0,4-3 0,6-4-54,3-2 0,3 0 0,-1 0 0,2-2 20,5-4 0,-5-3 0,6-7 0,-1 3-44,-1 1 0,0 0 1,-5-5-1,-1-1 54,1 1 1,-7 5 0,1 1 270,1-3 0,-3 0 1,0 1-71,-2 1 1,-5 8-1,-8 0-29,-7 8 1,-3 8 0,-3 9 0,3 3-30,3-3 0,-2 4 0,8-2 0,3 1-319,1 1 0,2-6 1,0 5-1,2-5-154,3-1 0,-1-7 0,8-1 348,2-2 0,9 5 0,4-3 0</inkml:trace>
  <inkml:trace contextRef="#ctx0" brushRef="#br1" timeOffset="1284">1258 183 11105,'-18'8'578,"1"-4"1,1 8 0,3 1-483,1 3 1,6 7 0,-3 2 0,1 0-74,4 1 1,2 3 0,2-4-1,0 0-362,0 1 1,0-3 0,0-6-280,0 1 1,8-9 297,3-3 1,-1-4 0,2-4 0,-1-4 98,-1-5 1,6-5 0,-5-3 0,5-2 55,1-3 0,1-5 1,-1 4-1,1 0 156,-1-1 1,3-3 0,1 4 0,2 0 19,-1 0 0,-3-4 0,-2 5 0,1 3 216,-1 2 1,1 3 136,-1 4 1,-7 7 0,-4 10 0,-4 9 91,-2 7 1,-6 6 0,-2 8 0,-2 0-106,-3 0 0,3 6 0,0 0 0,1-2-299,-1-3 1,0-1 0,-1-2 0,3-2-238,0-2 0,6-7-148,-4 1 1,5-7 212,1-11 1,7-6-1,5-17 1,1 1-135,-1-1 0,4-5 1,-5-2-1,5-1-62,1 1 1,-1-6-1,-3 2 1,-1-2 131,2 2 1,-5-2-1,3 8 1,0 1 48,-3 3 1,5 1 96,-8 1 0,0 9 179,-6 8 0,0 2 0,0 10 0,0 1 84,0 3 0,0 1 0,1 1 0,3-1-84,2 1 0,2 5 0,-2 0-123,5-1 0,3-3 0,0-4 1,-3-1-75,3-2 1,1-8 0,5 1-1,1-3-43,2-2 0,3 0 0,-5-2 0,4-3-68,2-7 0,-3-4 1,5-1-1,0-2 64,-2-5 1,0 5 0,-5-6 0,1 1 22,-2 1 1,-3-6-1,-7 6 1,-5 1 99,-4 3 0,-2 1 1,-2 3 60,-4 3 1,-3 5 0,-9 10 0,1 7 70,-1 8 1,1 5-1,-1-2 1,1 4-80,-1 3 1,7-1-1,1 4 1,2-2-370,4 2 1,4 0 0,6 0 295,6-2 0,11-8 0,4 5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3:08.746"/>
    </inkml:context>
    <inkml:brush xml:id="br0">
      <inkml:brushProperty name="width" value="0.06" units="cm"/>
      <inkml:brushProperty name="height" value="0.06" units="cm"/>
      <inkml:brushProperty name="color" value="#E71224"/>
    </inkml:brush>
    <inkml:brush xml:id="br1">
      <inkml:brushProperty name="width" value="0.08" units="cm"/>
      <inkml:brushProperty name="height" value="0.08" units="cm"/>
      <inkml:brushProperty name="color" value="#E71224"/>
    </inkml:brush>
  </inkml:definitions>
  <inkml:trace contextRef="#ctx0" brushRef="#br0">367 874 8112,'0'-24'92,"0"1"1,0 0-1,-2 5 1,-2 1 743,-1 0 0,-3-1-376,2 1 1,-4 7-1,-7 4-275,-1 4 0,-1 10 1,-2 4-1,-5 5-104,-1 6 0,4 4 1,-4 8-1,2 0-178,3 0 0,3-6 0,1 0 1,1 2-25,-1 2 0,3 0 1,3-1-1,6-5-548,5-2 1,2-8 0,5-7-1,8-2 669,7-4 0,6-2 0,8-2 0</inkml:trace>
  <inkml:trace contextRef="#ctx0" brushRef="#br1" timeOffset="333">804 769 10473,'-35'2'-78,"0"4"0,0 5 189,0 5 0,6 1 0,2 3 0,2 1 344,3 2 0,1 8 0,2-3 0,1-1-211,8-4 0,7 2 1,3-1-276,0-3 0,7-4 1,7-5-1,5-6 4,5-4 1,7-4 0,-4-4 0,2-6-13,0-3 0,-6-3 0,6 1 0,1-2 20,-3-5 1,4 5-1,-8-4 1,-2 3-24,-1 3 1,-3-1-1,1 1 1,-3-1-77,-3 1 0,-4-1 1,-8 1-1,0-1-56,0 1 0,-8-6 0,-4 1 0,-3 5-692,-3 3 1,-5 3 0,-2-7 0,-1 3 874,1 3 1,-6-4 0,4 7-1</inkml:trace>
  <inkml:trace contextRef="#ctx0" brushRef="#br1" timeOffset="1035">1607 1 12363,'-9'9'0,"-7"-1"1,-5 0 1,-3 7-1,7 11 1,1 3 751,5 7 1,-9 5 0,7 10 0,-3-1-365,-5 4 0,3 5 1,-5-1-1,4 4-489,1 0 0,1 2 0,1-10 0,3-5 188,1-4 1,6-7-1,-3-8 1,1-7-642,4-4 1,0-9-304,-2-4 419,4-4 0,0-10 75,8-4 0,2 3 0,-4-3 16,2-2 0,-1-1 0,-6-1 0,-5 3-27,-6 1 1,2 2-1,-1-3 1,-3 1 281,-1-1 1,-3 5 0,1 0-1,-1 2 256,1 0 0,-1 1 1,1 5-1,-1 2 45,1 3 0,-1 5 1,1 8-1,-1-1 118,1 0 0,7 7 0,3 1 0,1 0-162,0 0 1,0 1-1,8-5 1,4 2-65,5-1 1,11-3 0,3-3 0,2-5-41,4-5 0,4-4 0,6-2 0,4 0-10,-1 0 1,5-6 0,-7-4 0,3-3-197,4-7 1,1-3 0,2 2 0,-1-4-105,-5-3 1,-5 5-1,-10-4 1,-4 0 134,-1 0 0,-5 5 0,-7-1 0,-5 4 76,-1 1 0,-4 1 0,-10 1 0,-6 3 141,-3 1 1,-8 8 0,-3 0 0,1 8 140,0 8 1,-6 3-1,2 5 1,-4 1-13,-2 2 1,2 8 0,4-4 0,5 3-101,5-1 0,2-6 0,-1 6 1,3 0-158,3-2 0,4 4 0,10-7 1,6-3-269,9-2 0,9-1 1,10-3-1,5-3-242,6-6 1,-3-4 0,3-2 0,0-2-1826,-3-4 2361,7 4 1,-7-21-1,9 3 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04:53:07.946"/>
    </inkml:context>
    <inkml:brush xml:id="br0">
      <inkml:brushProperty name="width" value="0.08" units="cm"/>
      <inkml:brushProperty name="height" value="0.08" units="cm"/>
      <inkml:brushProperty name="color" value="#E71224"/>
    </inkml:brush>
    <inkml:brush xml:id="br1">
      <inkml:brushProperty name="width" value="0.06" units="cm"/>
      <inkml:brushProperty name="height" value="0.06" units="cm"/>
      <inkml:brushProperty name="color" value="#E71224"/>
    </inkml:brush>
  </inkml:definitions>
  <inkml:trace contextRef="#ctx0" brushRef="#br0">157 191 9900,'8'-10'-660,"-6"1"0,6 5 1,-2-4 666,-1-2 0,1 4 1,-4-3-1,2-1 201,2 0 0,0 4 1,-6-5 76,0-3 0,6 5-11,-1-3 0,1 6 1,-8-4 24,-4 3 0,3 1 0,-9 6-59,-2 0 1,-1 2 0,-3 4-124,1 5 0,-1 5 0,1 3 0,-1 2-103,1 3 1,1 5-1,3-4 1,3 2-11,2 4 0,-3-6 0,5-1 0,2-5 18,2-1 1,4-3 0,4-1 0,6-5-11,3-1 1,8-2-1,1-8 1,-1-4-18,2-5 1,-5-5-1,5-1 1,-2-1-13,0 1 1,-1-1 0,-9-1-1,-1-2-24,2-3 0,-7 1 0,-1 5 0,-4 1-220,-2 0 1,0 5-1,-2 0-193,-4-1 1,2 5 0,-7 0 0,-3 2-436,-1 1 1,-3-1-1,1 8 889,-1 3 0,1-3 0,-1 14 0,1-6 0</inkml:trace>
  <inkml:trace contextRef="#ctx0" brushRef="#br1" timeOffset="300">734 51 8057,'0'-11'214,"0"-1"1,0 6 109,0-6 1,-2 9 0,-4-3 0,-6 6-50,-3 6 0,-3-1 1,-1 11-1,-4 3-45,-7 1 0,3 7 1,-2 2-1,0 4 14,2 2 1,-4-6 0,8 0 0,1 2-122,3 2 1,9-4-1,4-2 1,4-1-353,2-5 0,8-4 0,6-3 0,5-4-122,4-2 1,8-3 0,-1-5 0,3-2-128,1-3 0,1-3 0,0-6 0,2 3-603,4-3 1,-4-3 1080,4-7 0,-5 5 0,-1-6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8T04:16:58.835"/>
    </inkml:context>
    <inkml:brush xml:id="br0">
      <inkml:brushProperty name="width" value="0.06" units="cm"/>
      <inkml:brushProperty name="height" value="0.06" units="cm"/>
      <inkml:brushProperty name="color" value="#E71224"/>
    </inkml:brush>
  </inkml:definitions>
  <inkml:trace contextRef="#ctx0" brushRef="#br0">53 0 8096,'-10'8'1160,"-3"-4"-735,7 7-170,0-7 0,0 6 707,0-4 23,1-4-441,5 6 1,0-7-398,0 5 0,1-4 0,5 4 1,6-4-350,3-2 0,3 0 1,-1 0-1,3 0-414,3 0 0,-2 0 0,9 0 0,-1 0 616,-2 0 0,14-8 0,-5-1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8T04:17:00.217"/>
    </inkml:context>
    <inkml:brush xml:id="br0">
      <inkml:brushProperty name="width" value="0.06" units="cm"/>
      <inkml:brushProperty name="height" value="0.06" units="cm"/>
      <inkml:brushProperty name="color" value="#E71224"/>
    </inkml:brush>
  </inkml:definitions>
  <inkml:trace contextRef="#ctx0" brushRef="#br0">18 211 6196,'0'-10'1231,"0"2"-751,0 8 841,0 0-126,0-8-64,0 6-333,0-5-620,8 7 0,-6 2 0,5 1-190,1 3 0,-4 0 0,6-4 68,-3 4 1,7-4-1,-4 6-208,-1-1 1,7-5 208,-4 4 1,3-4 3,3-2 0,-7 0 22,1 0 0,-6 0 155,5 0-134,-7 0-29,4 0 125,-8 0-387,0 0 0,0-8 234,0-3 1,2 1 37,4-2 0,-4 1 75,4-7 1,-5 1-121,-1-1 0,0 1 0,0-1-52,0 1 0,0 5-16,0 1 1,0-1-19,0-6 0,-7 9 57,-5 3 1,2 4-1,-1 2 5,-3 0 0,4 8 0,-1 3 0,-3 5 21,-1 1 0,3 3 0,0 1 1,-1 4-5,-3 3 0,5-5 1,-1 6-1,0 0 19,3-2 0,-5 6 0,8-4 0,2 2-15,2-2 0,2 2 1,0-7-1,0-3-50,0-1 1,0-3 0,2 0-1,4-1 41,6-4 0,3-5 0,3-7 0,1 0-356,4 0 0,-1-7 1,7-5-1,0-6-431,-2-5 0,8-4 0,-2-8 0,6 0-873,0 0 1632,5-7 0,-7 5 0,6-6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F27B-D8F8-8908-56F5-DAD61BBAF2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3BF1E2-A34A-07AF-EB08-1231F35D19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D4BA10-C68B-275A-C863-C319466DBABA}"/>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765E25FA-B7CE-7AA4-7A0D-5BC87AC3D6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6157B-14CD-9BA7-9F1D-ECCE7C6B19C9}"/>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2666829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2F3E-37E7-2454-D3B8-0630F36BB3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FABE3-EAB2-6B8B-ECB5-48C30AB623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EC508-FB09-5031-063F-316AB511E43C}"/>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FFF8D4D8-517B-7DE0-2B1C-AFF653618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BCF86-CC19-003F-C7D4-EB09CD3AD826}"/>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3235046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2018F-614F-8210-44B0-A326210A7E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97D711-C6DA-E1D9-ADEE-6C0612A317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0B943D-769C-FF0F-0AB9-F50D5FDA472E}"/>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2929FD74-063F-7175-E0B8-6E7D2727D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59388-45DC-7230-2E53-082BB44B412B}"/>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2722210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9FF35-73D4-0B4D-6511-B92D052B76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38C965-3E19-A5B7-4B9F-EB22D3A50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EF99A3-A13C-6AF0-6DB3-3A97CFBDCB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A3B733-1084-5864-0FBA-EB2B3AFFBA9F}"/>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6" name="Footer Placeholder 5">
            <a:extLst>
              <a:ext uri="{FF2B5EF4-FFF2-40B4-BE49-F238E27FC236}">
                <a16:creationId xmlns:a16="http://schemas.microsoft.com/office/drawing/2014/main" id="{0785A490-A0A9-0F6C-2747-AEC8E0E313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DEA5BE-B0C0-2DAC-68FA-DCA832CC1886}"/>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4009352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277ED-8F39-6EF9-3CE1-10F554CB54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8E9B33-86B9-15AA-03DC-284590EBF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94A94C-3E18-E674-98A9-170DE6CDA8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5EE9C6-0EF1-483E-C03B-2A74BD283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428EC4-287F-207C-1B32-BEB27886AC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A3E4C3-C627-DB52-3F76-775C7375415B}"/>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8" name="Footer Placeholder 7">
            <a:extLst>
              <a:ext uri="{FF2B5EF4-FFF2-40B4-BE49-F238E27FC236}">
                <a16:creationId xmlns:a16="http://schemas.microsoft.com/office/drawing/2014/main" id="{63D3E6C0-21C6-81AD-C457-213F53AA13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541A1-FF74-DAC2-96E3-DACF0CCBD673}"/>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103157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110C-A37F-B9FD-5FC0-48DCBE9113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79DE4A-A631-B350-A1EE-E19BF3D5B868}"/>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4" name="Footer Placeholder 3">
            <a:extLst>
              <a:ext uri="{FF2B5EF4-FFF2-40B4-BE49-F238E27FC236}">
                <a16:creationId xmlns:a16="http://schemas.microsoft.com/office/drawing/2014/main" id="{43EC620D-4123-9B39-EDEA-A5147D9CEB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B992F-4A90-B42D-5B2C-2B7B663A342C}"/>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2112092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27170D-0E47-27A5-0A44-F64FC1B089DA}"/>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3" name="Footer Placeholder 2">
            <a:extLst>
              <a:ext uri="{FF2B5EF4-FFF2-40B4-BE49-F238E27FC236}">
                <a16:creationId xmlns:a16="http://schemas.microsoft.com/office/drawing/2014/main" id="{468B500E-081A-ED64-2817-C394EABA7C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7DB02-DF94-3108-718F-9F5537B7F45F}"/>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3718552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CF88-C84D-3E6B-5325-2A14F213FD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BDCE3E-3A97-8F86-81E1-676A568167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CE8BE6-75BA-E899-447A-B4BEAF391F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AE00D-7A75-9159-6AB3-3584125B7F8E}"/>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6" name="Footer Placeholder 5">
            <a:extLst>
              <a:ext uri="{FF2B5EF4-FFF2-40B4-BE49-F238E27FC236}">
                <a16:creationId xmlns:a16="http://schemas.microsoft.com/office/drawing/2014/main" id="{7D0A35A3-1C78-BC6C-B891-238321E06B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325E6B-BAD0-A234-59C3-8AB230CCEC0D}"/>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1821604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6C89-C2A3-9897-1CF4-ABE656C29D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D0A468-C4E4-2B73-90D4-4866B7EDC1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002907-E77A-3F2C-4E8E-37F4EDB854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51149B-71D9-FB0E-CF66-C5C77E66838F}"/>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6" name="Footer Placeholder 5">
            <a:extLst>
              <a:ext uri="{FF2B5EF4-FFF2-40B4-BE49-F238E27FC236}">
                <a16:creationId xmlns:a16="http://schemas.microsoft.com/office/drawing/2014/main" id="{DF038466-6895-DDC8-066D-AB285C892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F8317-EFB1-E1DA-5B5E-36784BAB9FF0}"/>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23193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C4B43-8B87-12A6-8C91-B2BF730706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B7B91E-62F6-1F62-09DF-0A50CA1CE6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AF2C9-6347-077D-DB9E-9717EE1FD174}"/>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4796081B-AC4E-9479-53AC-4D5D6F6C4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764A6-9C6D-BF46-92E5-D6467F39928B}"/>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144058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0DB2E8-4507-554F-E955-1EE6413699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366355-EC72-2F34-AE11-BE567A6477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896D0-26AA-EB52-6EE3-0CECE27597AF}"/>
              </a:ext>
            </a:extLst>
          </p:cNvPr>
          <p:cNvSpPr>
            <a:spLocks noGrp="1"/>
          </p:cNvSpPr>
          <p:nvPr>
            <p:ph type="dt" sz="half" idx="10"/>
          </p:nvPr>
        </p:nvSpPr>
        <p:spPr/>
        <p:txBody>
          <a:body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B81D3186-3D88-1CEC-DD3B-A224B72114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999222-862D-C389-E68A-577A1F4845E2}"/>
              </a:ext>
            </a:extLst>
          </p:cNvPr>
          <p:cNvSpPr>
            <a:spLocks noGrp="1"/>
          </p:cNvSpPr>
          <p:nvPr>
            <p:ph type="sldNum" sz="quarter" idx="12"/>
          </p:nvPr>
        </p:nvSpPr>
        <p:spPr/>
        <p:txBody>
          <a:bodyPr/>
          <a:lstStyle/>
          <a:p>
            <a:fld id="{7CA0AEFD-313E-4096-9171-1C8C6FEC1918}" type="slidenum">
              <a:rPr lang="en-US" smtClean="0"/>
              <a:t>‹#›</a:t>
            </a:fld>
            <a:endParaRPr lang="en-US"/>
          </a:p>
        </p:txBody>
      </p:sp>
    </p:spTree>
    <p:extLst>
      <p:ext uri="{BB962C8B-B14F-4D97-AF65-F5344CB8AC3E}">
        <p14:creationId xmlns:p14="http://schemas.microsoft.com/office/powerpoint/2010/main" val="43977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BDC726-5C47-1350-73CB-56A9F4BE2F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A40B14-2826-E894-AF45-7D6BF5C5E9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1C864-EC72-4B52-889B-D21F506B2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87CD7F-0CEC-4607-8898-EA676D42C8C4}" type="datetimeFigureOut">
              <a:rPr lang="en-US" smtClean="0"/>
              <a:t>8/12/2026</a:t>
            </a:fld>
            <a:endParaRPr lang="en-US"/>
          </a:p>
        </p:txBody>
      </p:sp>
      <p:sp>
        <p:nvSpPr>
          <p:cNvPr id="5" name="Footer Placeholder 4">
            <a:extLst>
              <a:ext uri="{FF2B5EF4-FFF2-40B4-BE49-F238E27FC236}">
                <a16:creationId xmlns:a16="http://schemas.microsoft.com/office/drawing/2014/main" id="{BF15CF77-17B0-7F50-63B0-969AD10F6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88A7A7-0140-5049-02BF-AE38ABB67B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A0AEFD-313E-4096-9171-1C8C6FEC1918}" type="slidenum">
              <a:rPr lang="en-US" smtClean="0"/>
              <a:t>‹#›</a:t>
            </a:fld>
            <a:endParaRPr lang="en-US"/>
          </a:p>
        </p:txBody>
      </p:sp>
    </p:spTree>
    <p:extLst>
      <p:ext uri="{BB962C8B-B14F-4D97-AF65-F5344CB8AC3E}">
        <p14:creationId xmlns:p14="http://schemas.microsoft.com/office/powerpoint/2010/main" val="3159005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9.jpeg"/><Relationship Id="rId12"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sv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30.png"/><Relationship Id="rId7" Type="http://schemas.openxmlformats.org/officeDocument/2006/relationships/image" Target="../media/image9.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10.png"/></Relationships>
</file>

<file path=ppt/slides/_rels/slide29.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30.png"/><Relationship Id="rId7" Type="http://schemas.openxmlformats.org/officeDocument/2006/relationships/image" Target="../media/image9.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10.png"/></Relationships>
</file>

<file path=ppt/slides/_rels/slide30.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30.png"/><Relationship Id="rId7" Type="http://schemas.openxmlformats.org/officeDocument/2006/relationships/image" Target="../media/image9.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10.png"/></Relationships>
</file>

<file path=ppt/slides/_rels/slide3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4.png"/><Relationship Id="rId5" Type="http://schemas.openxmlformats.org/officeDocument/2006/relationships/image" Target="../media/image6.sv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jpe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svg"/></Relationships>
</file>

<file path=ppt/slides/_rels/slide3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jpeg"/><Relationship Id="rId4" Type="http://schemas.openxmlformats.org/officeDocument/2006/relationships/image" Target="../media/image10.png"/><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0.svg"/><Relationship Id="rId7" Type="http://schemas.openxmlformats.org/officeDocument/2006/relationships/image" Target="../media/image3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0.png"/><Relationship Id="rId4" Type="http://schemas.openxmlformats.org/officeDocument/2006/relationships/image" Target="../media/image41.sv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customXml" Target="../ink/ink1.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sv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google.com/search?q=Using+logger+package+in+r+for+logging.+Have+a+main+that+orchestrates+calling+functions.+Should+logging+statements+be+distributed+through+all+functions+or+just+in+main%3F&amp;gs_lcrp=EgRlZGdlKgYIABBFGDkyBggAEEUYOTIICAEQ6QcY_FUyBwgCEOsHGEDSAQk2OTM4MGowajmoAgCwAgE&amp;sourceid=chrome&amp;ie=UTF-8&amp;udm=50&amp;fbs=ABfTbFVyMZGZf1hfvX9uKjN_-G8cn05EoNqnRUpRtqDK_L3JtfpDfxUZqBhK75N4XIQD_SUpSCUUMR_PSewCHJJ7Uad_ZYGdzr9Q0x1u-Afpn3kboM97KPyi0fyxzadK3Vy3ypipcNz-nUszdgziPXK1W0UTH6vcEPYBwm-7ved7QTbkXhqkMY0esaJlxNb2s4yjxrxHKxg7I2iOxdU1ml888Dgt9nyiXw&amp;aep=10&amp;ntc=1&amp;mstk=AUtExfDFvKjtUN7gnql7b5ogo1ycb9CtDO2eJE2z6SXzl4okzpd2W3BFVp9NrldAnXK0Vj295dcGAXYlT28_g5ixbLxdsC9h-opT09GGuZy8qXw2kYp8tWiYwqHSLwi_AspumMtsgvDYJGJIA0kHFqAlyuDFFgb2Gfn8lHE7OQ_9Q_kv-vqwERXogao4IeiKiuG-MPmTReK1B_1ReKA7hrAux6VCho5z74wLv0AHIi0YQluqR7-WGBBPDboJ4Q&amp;aioh=3&amp;csuir=1&amp;mtid=rWZjavjQOvLG0PEP6YTUsA8" TargetMode="External"/><Relationship Id="rId2" Type="http://schemas.openxmlformats.org/officeDocument/2006/relationships/hyperlink" Target="https://www.google.com/search?q=write+r+code+using+logger+package+to+set+log+file+path%2C+set+logging+level+and+configure+file+rotation+with+log_appender&amp;oq=write+r+code+using+logger+package+to+set+log+file+path%2C+set+logging+level+and+configure+file+rotation+with+log_appender&amp;gs_lcrp=EgRlZGdlKgYIABBFGDkyBggAEEUYOTIICAEQ6QcY_FUyBwgCEOsHGEDSAQk0MjAzOGowajmoAgCwAgE&amp;sourceid=chrome&amp;source=chrome.ob&amp;ie=UTF-8" TargetMode="External"/><Relationship Id="rId1" Type="http://schemas.openxmlformats.org/officeDocument/2006/relationships/slideLayout" Target="../slideLayouts/slideLayout7.xml"/><Relationship Id="rId5" Type="http://schemas.openxmlformats.org/officeDocument/2006/relationships/hyperlink" Target="https://www.rdocumentation.org/packages/logcondens.mode/versions/1.0.1/topics/dir.exists" TargetMode="External"/><Relationship Id="rId4" Type="http://schemas.openxmlformats.org/officeDocument/2006/relationships/hyperlink" Target="https://www.google.com/search?q=when+using+the+logger+package+in+r+for+logging+to+file%2C+is+it+still+possible+to+send+messages+to+the+console+to+notify+the+user+immediately&amp;oq=when+using+the+logger+package+in+r+for+logging+to+file%2C+is+it+still+possible+to+send+messages+to+the+console+to+notify+the+user+immediately&amp;gs_lcrp=EgRlZGdlKgYIABBFGDkyBggAEEUYOTIICAEQ6QcY_FUyBwgCEOsHGEDSAQk4MDA2MmowajmoAgCwAgE&amp;sourceid=chrome&amp;source=chrome.ob&amp;ie=UTF-8" TargetMode="External"/></Relationships>
</file>

<file path=ppt/slides/_rels/slide42.xml.rels><?xml version="1.0" encoding="UTF-8" standalone="yes"?>
<Relationships xmlns="http://schemas.openxmlformats.org/package/2006/relationships"><Relationship Id="rId13" Type="http://schemas.openxmlformats.org/officeDocument/2006/relationships/image" Target="../media/image312.png"/><Relationship Id="rId18" Type="http://schemas.openxmlformats.org/officeDocument/2006/relationships/customXml" Target="../ink/ink10.xml"/><Relationship Id="rId26" Type="http://schemas.openxmlformats.org/officeDocument/2006/relationships/customXml" Target="../ink/ink14.xml"/><Relationship Id="rId3" Type="http://schemas.openxmlformats.org/officeDocument/2006/relationships/image" Target="../media/image262.png"/><Relationship Id="rId21" Type="http://schemas.openxmlformats.org/officeDocument/2006/relationships/image" Target="../media/image351.png"/><Relationship Id="rId7" Type="http://schemas.openxmlformats.org/officeDocument/2006/relationships/image" Target="../media/image281.png"/><Relationship Id="rId12" Type="http://schemas.openxmlformats.org/officeDocument/2006/relationships/customXml" Target="../ink/ink7.xml"/><Relationship Id="rId17" Type="http://schemas.openxmlformats.org/officeDocument/2006/relationships/image" Target="../media/image331.png"/><Relationship Id="rId25" Type="http://schemas.openxmlformats.org/officeDocument/2006/relationships/image" Target="../media/image371.png"/><Relationship Id="rId33" Type="http://schemas.openxmlformats.org/officeDocument/2006/relationships/image" Target="../media/image414.png"/><Relationship Id="rId2" Type="http://schemas.openxmlformats.org/officeDocument/2006/relationships/customXml" Target="../ink/ink2.xml"/><Relationship Id="rId16" Type="http://schemas.openxmlformats.org/officeDocument/2006/relationships/customXml" Target="../ink/ink9.xml"/><Relationship Id="rId20" Type="http://schemas.openxmlformats.org/officeDocument/2006/relationships/customXml" Target="../ink/ink11.xml"/><Relationship Id="rId29" Type="http://schemas.openxmlformats.org/officeDocument/2006/relationships/image" Target="../media/image391.png"/><Relationship Id="rId1" Type="http://schemas.openxmlformats.org/officeDocument/2006/relationships/slideLayout" Target="../slideLayouts/slideLayout7.xml"/><Relationship Id="rId6" Type="http://schemas.openxmlformats.org/officeDocument/2006/relationships/customXml" Target="../ink/ink4.xml"/><Relationship Id="rId11" Type="http://schemas.openxmlformats.org/officeDocument/2006/relationships/image" Target="../media/image301.png"/><Relationship Id="rId24" Type="http://schemas.openxmlformats.org/officeDocument/2006/relationships/customXml" Target="../ink/ink13.xml"/><Relationship Id="rId32" Type="http://schemas.openxmlformats.org/officeDocument/2006/relationships/customXml" Target="../ink/ink17.xml"/><Relationship Id="rId5" Type="http://schemas.openxmlformats.org/officeDocument/2006/relationships/image" Target="../media/image271.png"/><Relationship Id="rId15" Type="http://schemas.openxmlformats.org/officeDocument/2006/relationships/image" Target="../media/image321.png"/><Relationship Id="rId23" Type="http://schemas.openxmlformats.org/officeDocument/2006/relationships/image" Target="../media/image361.png"/><Relationship Id="rId28" Type="http://schemas.openxmlformats.org/officeDocument/2006/relationships/customXml" Target="../ink/ink15.xml"/><Relationship Id="rId10" Type="http://schemas.openxmlformats.org/officeDocument/2006/relationships/customXml" Target="../ink/ink6.xml"/><Relationship Id="rId19" Type="http://schemas.openxmlformats.org/officeDocument/2006/relationships/image" Target="../media/image341.png"/><Relationship Id="rId31" Type="http://schemas.openxmlformats.org/officeDocument/2006/relationships/image" Target="../media/image402.png"/><Relationship Id="rId4" Type="http://schemas.openxmlformats.org/officeDocument/2006/relationships/customXml" Target="../ink/ink3.xml"/><Relationship Id="rId9" Type="http://schemas.openxmlformats.org/officeDocument/2006/relationships/image" Target="../media/image291.png"/><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381.png"/><Relationship Id="rId30" Type="http://schemas.openxmlformats.org/officeDocument/2006/relationships/customXml" Target="../ink/ink16.xml"/><Relationship Id="rId8" Type="http://schemas.openxmlformats.org/officeDocument/2006/relationships/customXml" Target="../ink/ink5.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3" Type="http://schemas.openxmlformats.org/officeDocument/2006/relationships/image" Target="../media/image431.png"/><Relationship Id="rId18" Type="http://schemas.openxmlformats.org/officeDocument/2006/relationships/customXml" Target="../ink/ink26.xml"/><Relationship Id="rId26" Type="http://schemas.openxmlformats.org/officeDocument/2006/relationships/customXml" Target="../ink/ink30.xml"/><Relationship Id="rId39" Type="http://schemas.openxmlformats.org/officeDocument/2006/relationships/image" Target="../media/image56.png"/><Relationship Id="rId21" Type="http://schemas.openxmlformats.org/officeDocument/2006/relationships/image" Target="../media/image471.png"/><Relationship Id="rId34" Type="http://schemas.openxmlformats.org/officeDocument/2006/relationships/customXml" Target="../ink/ink34.xml"/><Relationship Id="rId42" Type="http://schemas.openxmlformats.org/officeDocument/2006/relationships/customXml" Target="../ink/ink38.xml"/><Relationship Id="rId47" Type="http://schemas.openxmlformats.org/officeDocument/2006/relationships/image" Target="../media/image60.png"/><Relationship Id="rId50" Type="http://schemas.openxmlformats.org/officeDocument/2006/relationships/customXml" Target="../ink/ink42.xml"/><Relationship Id="rId7" Type="http://schemas.openxmlformats.org/officeDocument/2006/relationships/image" Target="../media/image401.png"/><Relationship Id="rId2" Type="http://schemas.openxmlformats.org/officeDocument/2006/relationships/customXml" Target="../ink/ink18.xml"/><Relationship Id="rId16" Type="http://schemas.openxmlformats.org/officeDocument/2006/relationships/customXml" Target="../ink/ink25.xml"/><Relationship Id="rId29" Type="http://schemas.openxmlformats.org/officeDocument/2006/relationships/image" Target="../media/image513.png"/><Relationship Id="rId11" Type="http://schemas.openxmlformats.org/officeDocument/2006/relationships/image" Target="../media/image421.png"/><Relationship Id="rId24" Type="http://schemas.openxmlformats.org/officeDocument/2006/relationships/customXml" Target="../ink/ink29.xml"/><Relationship Id="rId32" Type="http://schemas.openxmlformats.org/officeDocument/2006/relationships/customXml" Target="../ink/ink33.xml"/><Relationship Id="rId37" Type="http://schemas.openxmlformats.org/officeDocument/2006/relationships/image" Target="../media/image55.png"/><Relationship Id="rId40" Type="http://schemas.openxmlformats.org/officeDocument/2006/relationships/customXml" Target="../ink/ink37.xml"/><Relationship Id="rId45" Type="http://schemas.openxmlformats.org/officeDocument/2006/relationships/image" Target="../media/image59.png"/><Relationship Id="rId53" Type="http://schemas.openxmlformats.org/officeDocument/2006/relationships/image" Target="../media/image63.png"/><Relationship Id="rId5" Type="http://schemas.openxmlformats.org/officeDocument/2006/relationships/image" Target="../media/image1211.png"/><Relationship Id="rId10" Type="http://schemas.openxmlformats.org/officeDocument/2006/relationships/customXml" Target="../ink/ink22.xml"/><Relationship Id="rId19" Type="http://schemas.openxmlformats.org/officeDocument/2006/relationships/image" Target="../media/image461.png"/><Relationship Id="rId31" Type="http://schemas.openxmlformats.org/officeDocument/2006/relationships/image" Target="../media/image521.png"/><Relationship Id="rId44" Type="http://schemas.openxmlformats.org/officeDocument/2006/relationships/customXml" Target="../ink/ink39.xml"/><Relationship Id="rId52" Type="http://schemas.openxmlformats.org/officeDocument/2006/relationships/customXml" Target="../ink/ink43.xml"/><Relationship Id="rId4" Type="http://schemas.openxmlformats.org/officeDocument/2006/relationships/customXml" Target="../ink/ink19.xml"/><Relationship Id="rId9" Type="http://schemas.openxmlformats.org/officeDocument/2006/relationships/image" Target="../media/image413.png"/><Relationship Id="rId14" Type="http://schemas.openxmlformats.org/officeDocument/2006/relationships/customXml" Target="../ink/ink24.xml"/><Relationship Id="rId22" Type="http://schemas.openxmlformats.org/officeDocument/2006/relationships/customXml" Target="../ink/ink28.xml"/><Relationship Id="rId27" Type="http://schemas.openxmlformats.org/officeDocument/2006/relationships/image" Target="../media/image501.png"/><Relationship Id="rId30" Type="http://schemas.openxmlformats.org/officeDocument/2006/relationships/customXml" Target="../ink/ink32.xml"/><Relationship Id="rId35" Type="http://schemas.openxmlformats.org/officeDocument/2006/relationships/image" Target="../media/image54.png"/><Relationship Id="rId43" Type="http://schemas.openxmlformats.org/officeDocument/2006/relationships/image" Target="../media/image58.png"/><Relationship Id="rId48" Type="http://schemas.openxmlformats.org/officeDocument/2006/relationships/customXml" Target="../ink/ink41.xml"/><Relationship Id="rId8" Type="http://schemas.openxmlformats.org/officeDocument/2006/relationships/customXml" Target="../ink/ink21.xml"/><Relationship Id="rId51" Type="http://schemas.openxmlformats.org/officeDocument/2006/relationships/image" Target="../media/image62.png"/><Relationship Id="rId3" Type="http://schemas.openxmlformats.org/officeDocument/2006/relationships/image" Target="../media/image1112.png"/><Relationship Id="rId12" Type="http://schemas.openxmlformats.org/officeDocument/2006/relationships/customXml" Target="../ink/ink23.xml"/><Relationship Id="rId17" Type="http://schemas.openxmlformats.org/officeDocument/2006/relationships/image" Target="../media/image451.png"/><Relationship Id="rId25" Type="http://schemas.openxmlformats.org/officeDocument/2006/relationships/image" Target="../media/image491.png"/><Relationship Id="rId33" Type="http://schemas.openxmlformats.org/officeDocument/2006/relationships/image" Target="../media/image531.png"/><Relationship Id="rId38" Type="http://schemas.openxmlformats.org/officeDocument/2006/relationships/customXml" Target="../ink/ink36.xml"/><Relationship Id="rId46" Type="http://schemas.openxmlformats.org/officeDocument/2006/relationships/customXml" Target="../ink/ink40.xml"/><Relationship Id="rId20" Type="http://schemas.openxmlformats.org/officeDocument/2006/relationships/customXml" Target="../ink/ink27.xml"/><Relationship Id="rId41"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customXml" Target="../ink/ink20.xml"/><Relationship Id="rId15" Type="http://schemas.openxmlformats.org/officeDocument/2006/relationships/image" Target="../media/image441.png"/><Relationship Id="rId23" Type="http://schemas.openxmlformats.org/officeDocument/2006/relationships/image" Target="../media/image481.png"/><Relationship Id="rId28" Type="http://schemas.openxmlformats.org/officeDocument/2006/relationships/customXml" Target="../ink/ink31.xml"/><Relationship Id="rId36" Type="http://schemas.openxmlformats.org/officeDocument/2006/relationships/customXml" Target="../ink/ink35.xml"/><Relationship Id="rId49" Type="http://schemas.openxmlformats.org/officeDocument/2006/relationships/image" Target="../media/image61.png"/></Relationships>
</file>

<file path=ppt/slides/_rels/slide54.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customXml" Target="../ink/ink52.xml"/><Relationship Id="rId26" Type="http://schemas.openxmlformats.org/officeDocument/2006/relationships/customXml" Target="../ink/ink56.xml"/><Relationship Id="rId39" Type="http://schemas.openxmlformats.org/officeDocument/2006/relationships/image" Target="../media/image82.png"/><Relationship Id="rId21" Type="http://schemas.openxmlformats.org/officeDocument/2006/relationships/image" Target="../media/image73.png"/><Relationship Id="rId34" Type="http://schemas.openxmlformats.org/officeDocument/2006/relationships/customXml" Target="../ink/ink60.xml"/><Relationship Id="rId42" Type="http://schemas.openxmlformats.org/officeDocument/2006/relationships/customXml" Target="../ink/ink64.xml"/><Relationship Id="rId47" Type="http://schemas.openxmlformats.org/officeDocument/2006/relationships/image" Target="../media/image86.png"/><Relationship Id="rId50" Type="http://schemas.openxmlformats.org/officeDocument/2006/relationships/customXml" Target="../ink/ink68.xml"/><Relationship Id="rId55" Type="http://schemas.openxmlformats.org/officeDocument/2006/relationships/image" Target="../media/image90.png"/><Relationship Id="rId7" Type="http://schemas.openxmlformats.org/officeDocument/2006/relationships/image" Target="../media/image66.png"/><Relationship Id="rId2" Type="http://schemas.openxmlformats.org/officeDocument/2006/relationships/customXml" Target="../ink/ink44.xml"/><Relationship Id="rId16" Type="http://schemas.openxmlformats.org/officeDocument/2006/relationships/customXml" Target="../ink/ink51.xml"/><Relationship Id="rId29" Type="http://schemas.openxmlformats.org/officeDocument/2006/relationships/image" Target="../media/image77.png"/><Relationship Id="rId11" Type="http://schemas.openxmlformats.org/officeDocument/2006/relationships/image" Target="../media/image68.png"/><Relationship Id="rId24" Type="http://schemas.openxmlformats.org/officeDocument/2006/relationships/customXml" Target="../ink/ink55.xml"/><Relationship Id="rId32" Type="http://schemas.openxmlformats.org/officeDocument/2006/relationships/customXml" Target="../ink/ink59.xml"/><Relationship Id="rId37" Type="http://schemas.openxmlformats.org/officeDocument/2006/relationships/image" Target="../media/image81.png"/><Relationship Id="rId40" Type="http://schemas.openxmlformats.org/officeDocument/2006/relationships/customXml" Target="../ink/ink63.xml"/><Relationship Id="rId45" Type="http://schemas.openxmlformats.org/officeDocument/2006/relationships/image" Target="../media/image85.png"/><Relationship Id="rId53" Type="http://schemas.openxmlformats.org/officeDocument/2006/relationships/image" Target="../media/image89.png"/><Relationship Id="rId5" Type="http://schemas.openxmlformats.org/officeDocument/2006/relationships/image" Target="../media/image65.png"/><Relationship Id="rId19" Type="http://schemas.openxmlformats.org/officeDocument/2006/relationships/image" Target="../media/image72.png"/><Relationship Id="rId4" Type="http://schemas.openxmlformats.org/officeDocument/2006/relationships/customXml" Target="../ink/ink45.xml"/><Relationship Id="rId9" Type="http://schemas.openxmlformats.org/officeDocument/2006/relationships/image" Target="../media/image67.png"/><Relationship Id="rId14" Type="http://schemas.openxmlformats.org/officeDocument/2006/relationships/customXml" Target="../ink/ink50.xml"/><Relationship Id="rId22" Type="http://schemas.openxmlformats.org/officeDocument/2006/relationships/customXml" Target="../ink/ink54.xml"/><Relationship Id="rId27" Type="http://schemas.openxmlformats.org/officeDocument/2006/relationships/image" Target="../media/image76.png"/><Relationship Id="rId30" Type="http://schemas.openxmlformats.org/officeDocument/2006/relationships/customXml" Target="../ink/ink58.xml"/><Relationship Id="rId35" Type="http://schemas.openxmlformats.org/officeDocument/2006/relationships/image" Target="../media/image80.png"/><Relationship Id="rId43" Type="http://schemas.openxmlformats.org/officeDocument/2006/relationships/image" Target="../media/image84.png"/><Relationship Id="rId48" Type="http://schemas.openxmlformats.org/officeDocument/2006/relationships/customXml" Target="../ink/ink67.xml"/><Relationship Id="rId56" Type="http://schemas.openxmlformats.org/officeDocument/2006/relationships/customXml" Target="../ink/ink71.xml"/><Relationship Id="rId8" Type="http://schemas.openxmlformats.org/officeDocument/2006/relationships/customXml" Target="../ink/ink47.xml"/><Relationship Id="rId51" Type="http://schemas.openxmlformats.org/officeDocument/2006/relationships/image" Target="../media/image88.png"/><Relationship Id="rId3" Type="http://schemas.openxmlformats.org/officeDocument/2006/relationships/image" Target="../media/image64.png"/><Relationship Id="rId12" Type="http://schemas.openxmlformats.org/officeDocument/2006/relationships/customXml" Target="../ink/ink49.xml"/><Relationship Id="rId17" Type="http://schemas.openxmlformats.org/officeDocument/2006/relationships/image" Target="../media/image71.png"/><Relationship Id="rId25" Type="http://schemas.openxmlformats.org/officeDocument/2006/relationships/image" Target="../media/image75.png"/><Relationship Id="rId33" Type="http://schemas.openxmlformats.org/officeDocument/2006/relationships/image" Target="../media/image79.png"/><Relationship Id="rId38" Type="http://schemas.openxmlformats.org/officeDocument/2006/relationships/customXml" Target="../ink/ink62.xml"/><Relationship Id="rId46" Type="http://schemas.openxmlformats.org/officeDocument/2006/relationships/customXml" Target="../ink/ink66.xml"/><Relationship Id="rId20" Type="http://schemas.openxmlformats.org/officeDocument/2006/relationships/customXml" Target="../ink/ink53.xml"/><Relationship Id="rId41" Type="http://schemas.openxmlformats.org/officeDocument/2006/relationships/image" Target="../media/image83.png"/><Relationship Id="rId54" Type="http://schemas.openxmlformats.org/officeDocument/2006/relationships/customXml" Target="../ink/ink70.xml"/><Relationship Id="rId1" Type="http://schemas.openxmlformats.org/officeDocument/2006/relationships/slideLayout" Target="../slideLayouts/slideLayout7.xml"/><Relationship Id="rId6" Type="http://schemas.openxmlformats.org/officeDocument/2006/relationships/customXml" Target="../ink/ink46.xml"/><Relationship Id="rId15" Type="http://schemas.openxmlformats.org/officeDocument/2006/relationships/image" Target="../media/image70.png"/><Relationship Id="rId23" Type="http://schemas.openxmlformats.org/officeDocument/2006/relationships/image" Target="../media/image74.png"/><Relationship Id="rId28" Type="http://schemas.openxmlformats.org/officeDocument/2006/relationships/customXml" Target="../ink/ink57.xml"/><Relationship Id="rId36" Type="http://schemas.openxmlformats.org/officeDocument/2006/relationships/customXml" Target="../ink/ink61.xml"/><Relationship Id="rId49" Type="http://schemas.openxmlformats.org/officeDocument/2006/relationships/image" Target="../media/image87.png"/><Relationship Id="rId57" Type="http://schemas.openxmlformats.org/officeDocument/2006/relationships/image" Target="../media/image91.png"/><Relationship Id="rId10" Type="http://schemas.openxmlformats.org/officeDocument/2006/relationships/customXml" Target="../ink/ink48.xml"/><Relationship Id="rId31" Type="http://schemas.openxmlformats.org/officeDocument/2006/relationships/image" Target="../media/image78.png"/><Relationship Id="rId44" Type="http://schemas.openxmlformats.org/officeDocument/2006/relationships/customXml" Target="../ink/ink65.xml"/><Relationship Id="rId52" Type="http://schemas.openxmlformats.org/officeDocument/2006/relationships/customXml" Target="../ink/ink6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17" Type="http://schemas.openxmlformats.org/officeDocument/2006/relationships/image" Target="../media/image580.png"/><Relationship Id="rId21" Type="http://schemas.openxmlformats.org/officeDocument/2006/relationships/image" Target="../media/image102.png"/><Relationship Id="rId42" Type="http://schemas.openxmlformats.org/officeDocument/2006/relationships/customXml" Target="../ink/ink92.xml"/><Relationship Id="rId84" Type="http://schemas.openxmlformats.org/officeDocument/2006/relationships/customXml" Target="../ink/ink110.xml"/><Relationship Id="rId138" Type="http://schemas.openxmlformats.org/officeDocument/2006/relationships/customXml" Target="../ink/ink137.xml"/><Relationship Id="rId159" Type="http://schemas.openxmlformats.org/officeDocument/2006/relationships/customXml" Target="../ink/ink147.xml"/><Relationship Id="rId107" Type="http://schemas.openxmlformats.org/officeDocument/2006/relationships/image" Target="../media/image530.png"/><Relationship Id="rId11" Type="http://schemas.openxmlformats.org/officeDocument/2006/relationships/image" Target="../media/image511.png"/><Relationship Id="rId32" Type="http://schemas.openxmlformats.org/officeDocument/2006/relationships/customXml" Target="../ink/ink87.xml"/><Relationship Id="rId53" Type="http://schemas.openxmlformats.org/officeDocument/2006/relationships/image" Target="../media/image261.png"/><Relationship Id="rId74" Type="http://schemas.openxmlformats.org/officeDocument/2006/relationships/customXml" Target="../ink/ink105.xml"/><Relationship Id="rId128" Type="http://schemas.openxmlformats.org/officeDocument/2006/relationships/customXml" Target="../ink/ink132.xml"/><Relationship Id="rId149" Type="http://schemas.openxmlformats.org/officeDocument/2006/relationships/image" Target="../media/image740.png"/><Relationship Id="rId5" Type="http://schemas.openxmlformats.org/officeDocument/2006/relationships/image" Target="../media/image213.png"/><Relationship Id="rId95" Type="http://schemas.openxmlformats.org/officeDocument/2006/relationships/image" Target="../media/image470.png"/><Relationship Id="rId160" Type="http://schemas.openxmlformats.org/officeDocument/2006/relationships/image" Target="../media/image320.png"/><Relationship Id="rId22" Type="http://schemas.openxmlformats.org/officeDocument/2006/relationships/customXml" Target="../ink/ink82.xml"/><Relationship Id="rId43" Type="http://schemas.openxmlformats.org/officeDocument/2006/relationships/image" Target="../media/image210.png"/><Relationship Id="rId118" Type="http://schemas.openxmlformats.org/officeDocument/2006/relationships/customXml" Target="../ink/ink127.xml"/><Relationship Id="rId139" Type="http://schemas.openxmlformats.org/officeDocument/2006/relationships/image" Target="../media/image690.png"/><Relationship Id="rId85" Type="http://schemas.openxmlformats.org/officeDocument/2006/relationships/image" Target="../media/image420.png"/><Relationship Id="rId150" Type="http://schemas.openxmlformats.org/officeDocument/2006/relationships/customXml" Target="../ink/ink143.xml"/><Relationship Id="rId12" Type="http://schemas.openxmlformats.org/officeDocument/2006/relationships/customXml" Target="../ink/ink77.xml"/><Relationship Id="rId17" Type="http://schemas.openxmlformats.org/officeDocument/2006/relationships/image" Target="../media/image810.png"/><Relationship Id="rId33" Type="http://schemas.openxmlformats.org/officeDocument/2006/relationships/image" Target="../media/image160.png"/><Relationship Id="rId38" Type="http://schemas.openxmlformats.org/officeDocument/2006/relationships/customXml" Target="../ink/ink90.xml"/><Relationship Id="rId59" Type="http://schemas.openxmlformats.org/officeDocument/2006/relationships/image" Target="../media/image290.png"/><Relationship Id="rId103" Type="http://schemas.openxmlformats.org/officeDocument/2006/relationships/image" Target="../media/image512.png"/><Relationship Id="rId108" Type="http://schemas.openxmlformats.org/officeDocument/2006/relationships/customXml" Target="../ink/ink122.xml"/><Relationship Id="rId124" Type="http://schemas.openxmlformats.org/officeDocument/2006/relationships/customXml" Target="../ink/ink130.xml"/><Relationship Id="rId129" Type="http://schemas.openxmlformats.org/officeDocument/2006/relationships/image" Target="../media/image640.png"/><Relationship Id="rId54" Type="http://schemas.openxmlformats.org/officeDocument/2006/relationships/customXml" Target="../ink/ink98.xml"/><Relationship Id="rId70" Type="http://schemas.openxmlformats.org/officeDocument/2006/relationships/customXml" Target="../ink/ink103.xml"/><Relationship Id="rId75" Type="http://schemas.openxmlformats.org/officeDocument/2006/relationships/image" Target="../media/image370.png"/><Relationship Id="rId91" Type="http://schemas.openxmlformats.org/officeDocument/2006/relationships/image" Target="../media/image450.png"/><Relationship Id="rId96" Type="http://schemas.openxmlformats.org/officeDocument/2006/relationships/customXml" Target="../ink/ink116.xml"/><Relationship Id="rId140" Type="http://schemas.openxmlformats.org/officeDocument/2006/relationships/customXml" Target="../ink/ink138.xml"/><Relationship Id="rId145" Type="http://schemas.openxmlformats.org/officeDocument/2006/relationships/image" Target="../media/image720.png"/><Relationship Id="rId161" Type="http://schemas.openxmlformats.org/officeDocument/2006/relationships/customXml" Target="../ink/ink148.xml"/><Relationship Id="rId166" Type="http://schemas.openxmlformats.org/officeDocument/2006/relationships/image" Target="../media/image800.png"/><Relationship Id="rId1" Type="http://schemas.openxmlformats.org/officeDocument/2006/relationships/slideLayout" Target="../slideLayouts/slideLayout7.xml"/><Relationship Id="rId6" Type="http://schemas.openxmlformats.org/officeDocument/2006/relationships/customXml" Target="../ink/ink74.xml"/><Relationship Id="rId23" Type="http://schemas.openxmlformats.org/officeDocument/2006/relationships/image" Target="../media/image1111.png"/><Relationship Id="rId28" Type="http://schemas.openxmlformats.org/officeDocument/2006/relationships/customXml" Target="../ink/ink85.xml"/><Relationship Id="rId49" Type="http://schemas.openxmlformats.org/officeDocument/2006/relationships/image" Target="../media/image241.png"/><Relationship Id="rId114" Type="http://schemas.openxmlformats.org/officeDocument/2006/relationships/customXml" Target="../ink/ink125.xml"/><Relationship Id="rId119" Type="http://schemas.openxmlformats.org/officeDocument/2006/relationships/image" Target="../media/image590.png"/><Relationship Id="rId44" Type="http://schemas.openxmlformats.org/officeDocument/2006/relationships/customXml" Target="../ink/ink93.xml"/><Relationship Id="rId60" Type="http://schemas.openxmlformats.org/officeDocument/2006/relationships/customXml" Target="../ink/ink101.xml"/><Relationship Id="rId81" Type="http://schemas.openxmlformats.org/officeDocument/2006/relationships/image" Target="../media/image400.png"/><Relationship Id="rId86" Type="http://schemas.openxmlformats.org/officeDocument/2006/relationships/customXml" Target="../ink/ink111.xml"/><Relationship Id="rId130" Type="http://schemas.openxmlformats.org/officeDocument/2006/relationships/customXml" Target="../ink/ink133.xml"/><Relationship Id="rId135" Type="http://schemas.openxmlformats.org/officeDocument/2006/relationships/image" Target="../media/image670.png"/><Relationship Id="rId151" Type="http://schemas.openxmlformats.org/officeDocument/2006/relationships/image" Target="../media/image750.png"/><Relationship Id="rId156" Type="http://schemas.openxmlformats.org/officeDocument/2006/relationships/customXml" Target="../ink/ink146.xml"/><Relationship Id="rId13" Type="http://schemas.openxmlformats.org/officeDocument/2006/relationships/image" Target="../media/image611.png"/><Relationship Id="rId18" Type="http://schemas.openxmlformats.org/officeDocument/2006/relationships/customXml" Target="../ink/ink80.xml"/><Relationship Id="rId39" Type="http://schemas.openxmlformats.org/officeDocument/2006/relationships/image" Target="../media/image190.png"/><Relationship Id="rId109" Type="http://schemas.openxmlformats.org/officeDocument/2006/relationships/image" Target="../media/image540.png"/><Relationship Id="rId34" Type="http://schemas.openxmlformats.org/officeDocument/2006/relationships/customXml" Target="../ink/ink88.xml"/><Relationship Id="rId50" Type="http://schemas.openxmlformats.org/officeDocument/2006/relationships/customXml" Target="../ink/ink96.xml"/><Relationship Id="rId55" Type="http://schemas.openxmlformats.org/officeDocument/2006/relationships/image" Target="../media/image270.png"/><Relationship Id="rId76" Type="http://schemas.openxmlformats.org/officeDocument/2006/relationships/customXml" Target="../ink/ink106.xml"/><Relationship Id="rId97" Type="http://schemas.openxmlformats.org/officeDocument/2006/relationships/image" Target="../media/image480.png"/><Relationship Id="rId104" Type="http://schemas.openxmlformats.org/officeDocument/2006/relationships/customXml" Target="../ink/ink120.xml"/><Relationship Id="rId120" Type="http://schemas.openxmlformats.org/officeDocument/2006/relationships/customXml" Target="../ink/ink128.xml"/><Relationship Id="rId125" Type="http://schemas.openxmlformats.org/officeDocument/2006/relationships/image" Target="../media/image620.png"/><Relationship Id="rId141" Type="http://schemas.openxmlformats.org/officeDocument/2006/relationships/image" Target="../media/image700.png"/><Relationship Id="rId146" Type="http://schemas.openxmlformats.org/officeDocument/2006/relationships/customXml" Target="../ink/ink141.xml"/><Relationship Id="rId167" Type="http://schemas.openxmlformats.org/officeDocument/2006/relationships/customXml" Target="../ink/ink151.xml"/><Relationship Id="rId7" Type="http://schemas.openxmlformats.org/officeDocument/2006/relationships/image" Target="../media/image311.png"/><Relationship Id="rId71" Type="http://schemas.openxmlformats.org/officeDocument/2006/relationships/image" Target="../media/image350.png"/><Relationship Id="rId92" Type="http://schemas.openxmlformats.org/officeDocument/2006/relationships/customXml" Target="../ink/ink114.xml"/><Relationship Id="rId162" Type="http://schemas.openxmlformats.org/officeDocument/2006/relationships/image" Target="../media/image330.png"/><Relationship Id="rId2" Type="http://schemas.openxmlformats.org/officeDocument/2006/relationships/customXml" Target="../ink/ink72.xml"/><Relationship Id="rId29" Type="http://schemas.openxmlformats.org/officeDocument/2006/relationships/image" Target="../media/image140.png"/><Relationship Id="rId24" Type="http://schemas.openxmlformats.org/officeDocument/2006/relationships/customXml" Target="../ink/ink83.xml"/><Relationship Id="rId40" Type="http://schemas.openxmlformats.org/officeDocument/2006/relationships/customXml" Target="../ink/ink91.xml"/><Relationship Id="rId45" Type="http://schemas.openxmlformats.org/officeDocument/2006/relationships/image" Target="../media/image220.png"/><Relationship Id="rId87" Type="http://schemas.openxmlformats.org/officeDocument/2006/relationships/image" Target="../media/image430.png"/><Relationship Id="rId110" Type="http://schemas.openxmlformats.org/officeDocument/2006/relationships/customXml" Target="../ink/ink123.xml"/><Relationship Id="rId115" Type="http://schemas.openxmlformats.org/officeDocument/2006/relationships/image" Target="../media/image570.png"/><Relationship Id="rId131" Type="http://schemas.openxmlformats.org/officeDocument/2006/relationships/image" Target="../media/image650.png"/><Relationship Id="rId136" Type="http://schemas.openxmlformats.org/officeDocument/2006/relationships/customXml" Target="../ink/ink136.xml"/><Relationship Id="rId157" Type="http://schemas.openxmlformats.org/officeDocument/2006/relationships/image" Target="../media/image780.png"/><Relationship Id="rId61" Type="http://schemas.openxmlformats.org/officeDocument/2006/relationships/image" Target="../media/image300.png"/><Relationship Id="rId82" Type="http://schemas.openxmlformats.org/officeDocument/2006/relationships/customXml" Target="../ink/ink109.xml"/><Relationship Id="rId152" Type="http://schemas.openxmlformats.org/officeDocument/2006/relationships/customXml" Target="../ink/ink144.xml"/><Relationship Id="rId19" Type="http://schemas.openxmlformats.org/officeDocument/2006/relationships/image" Target="../media/image911.png"/><Relationship Id="rId14" Type="http://schemas.openxmlformats.org/officeDocument/2006/relationships/customXml" Target="../ink/ink78.xml"/><Relationship Id="rId30" Type="http://schemas.openxmlformats.org/officeDocument/2006/relationships/customXml" Target="../ink/ink86.xml"/><Relationship Id="rId35" Type="http://schemas.openxmlformats.org/officeDocument/2006/relationships/image" Target="../media/image170.png"/><Relationship Id="rId56" Type="http://schemas.openxmlformats.org/officeDocument/2006/relationships/customXml" Target="../ink/ink99.xml"/><Relationship Id="rId77" Type="http://schemas.openxmlformats.org/officeDocument/2006/relationships/image" Target="../media/image380.png"/><Relationship Id="rId100" Type="http://schemas.openxmlformats.org/officeDocument/2006/relationships/customXml" Target="../ink/ink118.xml"/><Relationship Id="rId105" Type="http://schemas.openxmlformats.org/officeDocument/2006/relationships/image" Target="../media/image520.png"/><Relationship Id="rId126" Type="http://schemas.openxmlformats.org/officeDocument/2006/relationships/customXml" Target="../ink/ink131.xml"/><Relationship Id="rId147" Type="http://schemas.openxmlformats.org/officeDocument/2006/relationships/image" Target="../media/image730.png"/><Relationship Id="rId168" Type="http://schemas.openxmlformats.org/officeDocument/2006/relationships/image" Target="../media/image811.png"/><Relationship Id="rId8" Type="http://schemas.openxmlformats.org/officeDocument/2006/relationships/customXml" Target="../ink/ink75.xml"/><Relationship Id="rId51" Type="http://schemas.openxmlformats.org/officeDocument/2006/relationships/image" Target="../media/image251.png"/><Relationship Id="rId72" Type="http://schemas.openxmlformats.org/officeDocument/2006/relationships/customXml" Target="../ink/ink104.xml"/><Relationship Id="rId93" Type="http://schemas.openxmlformats.org/officeDocument/2006/relationships/image" Target="../media/image460.png"/><Relationship Id="rId98" Type="http://schemas.openxmlformats.org/officeDocument/2006/relationships/customXml" Target="../ink/ink117.xml"/><Relationship Id="rId121" Type="http://schemas.openxmlformats.org/officeDocument/2006/relationships/image" Target="../media/image600.png"/><Relationship Id="rId142" Type="http://schemas.openxmlformats.org/officeDocument/2006/relationships/customXml" Target="../ink/ink139.xml"/><Relationship Id="rId163" Type="http://schemas.openxmlformats.org/officeDocument/2006/relationships/customXml" Target="../ink/ink149.xml"/><Relationship Id="rId3" Type="http://schemas.openxmlformats.org/officeDocument/2006/relationships/image" Target="../media/image127.png"/><Relationship Id="rId25" Type="http://schemas.openxmlformats.org/officeDocument/2006/relationships/image" Target="../media/image1210.png"/><Relationship Id="rId46" Type="http://schemas.openxmlformats.org/officeDocument/2006/relationships/customXml" Target="../ink/ink94.xml"/><Relationship Id="rId116" Type="http://schemas.openxmlformats.org/officeDocument/2006/relationships/customXml" Target="../ink/ink126.xml"/><Relationship Id="rId137" Type="http://schemas.openxmlformats.org/officeDocument/2006/relationships/image" Target="../media/image680.png"/><Relationship Id="rId158" Type="http://schemas.openxmlformats.org/officeDocument/2006/relationships/image" Target="../media/image94.png"/><Relationship Id="rId20" Type="http://schemas.openxmlformats.org/officeDocument/2006/relationships/customXml" Target="../ink/ink81.xml"/><Relationship Id="rId41" Type="http://schemas.openxmlformats.org/officeDocument/2006/relationships/image" Target="../media/image200.png"/><Relationship Id="rId62" Type="http://schemas.openxmlformats.org/officeDocument/2006/relationships/customXml" Target="../ink/ink102.xml"/><Relationship Id="rId83" Type="http://schemas.openxmlformats.org/officeDocument/2006/relationships/image" Target="../media/image412.png"/><Relationship Id="rId88" Type="http://schemas.openxmlformats.org/officeDocument/2006/relationships/customXml" Target="../ink/ink112.xml"/><Relationship Id="rId111" Type="http://schemas.openxmlformats.org/officeDocument/2006/relationships/image" Target="../media/image550.png"/><Relationship Id="rId132" Type="http://schemas.openxmlformats.org/officeDocument/2006/relationships/customXml" Target="../ink/ink134.xml"/><Relationship Id="rId153" Type="http://schemas.openxmlformats.org/officeDocument/2006/relationships/image" Target="../media/image760.png"/><Relationship Id="rId15" Type="http://schemas.openxmlformats.org/officeDocument/2006/relationships/image" Target="../media/image711.png"/><Relationship Id="rId36" Type="http://schemas.openxmlformats.org/officeDocument/2006/relationships/customXml" Target="../ink/ink89.xml"/><Relationship Id="rId57" Type="http://schemas.openxmlformats.org/officeDocument/2006/relationships/image" Target="../media/image280.png"/><Relationship Id="rId106" Type="http://schemas.openxmlformats.org/officeDocument/2006/relationships/customXml" Target="../ink/ink121.xml"/><Relationship Id="rId127" Type="http://schemas.openxmlformats.org/officeDocument/2006/relationships/image" Target="../media/image630.png"/><Relationship Id="rId10" Type="http://schemas.openxmlformats.org/officeDocument/2006/relationships/customXml" Target="../ink/ink76.xml"/><Relationship Id="rId31" Type="http://schemas.openxmlformats.org/officeDocument/2006/relationships/image" Target="../media/image150.png"/><Relationship Id="rId52" Type="http://schemas.openxmlformats.org/officeDocument/2006/relationships/customXml" Target="../ink/ink97.xml"/><Relationship Id="rId73" Type="http://schemas.openxmlformats.org/officeDocument/2006/relationships/image" Target="../media/image360.png"/><Relationship Id="rId78" Type="http://schemas.openxmlformats.org/officeDocument/2006/relationships/customXml" Target="../ink/ink107.xml"/><Relationship Id="rId94" Type="http://schemas.openxmlformats.org/officeDocument/2006/relationships/customXml" Target="../ink/ink115.xml"/><Relationship Id="rId99" Type="http://schemas.openxmlformats.org/officeDocument/2006/relationships/image" Target="../media/image490.png"/><Relationship Id="rId101" Type="http://schemas.openxmlformats.org/officeDocument/2006/relationships/image" Target="../media/image500.png"/><Relationship Id="rId122" Type="http://schemas.openxmlformats.org/officeDocument/2006/relationships/customXml" Target="../ink/ink129.xml"/><Relationship Id="rId143" Type="http://schemas.openxmlformats.org/officeDocument/2006/relationships/image" Target="../media/image712.png"/><Relationship Id="rId148" Type="http://schemas.openxmlformats.org/officeDocument/2006/relationships/customXml" Target="../ink/ink142.xml"/><Relationship Id="rId164" Type="http://schemas.openxmlformats.org/officeDocument/2006/relationships/image" Target="../media/image790.png"/><Relationship Id="rId4" Type="http://schemas.openxmlformats.org/officeDocument/2006/relationships/customXml" Target="../ink/ink73.xml"/><Relationship Id="rId9" Type="http://schemas.openxmlformats.org/officeDocument/2006/relationships/image" Target="../media/image411.png"/><Relationship Id="rId26" Type="http://schemas.openxmlformats.org/officeDocument/2006/relationships/customXml" Target="../ink/ink84.xml"/><Relationship Id="rId47" Type="http://schemas.openxmlformats.org/officeDocument/2006/relationships/image" Target="../media/image231.png"/><Relationship Id="rId89" Type="http://schemas.openxmlformats.org/officeDocument/2006/relationships/image" Target="../media/image440.png"/><Relationship Id="rId112" Type="http://schemas.openxmlformats.org/officeDocument/2006/relationships/customXml" Target="../ink/ink124.xml"/><Relationship Id="rId133" Type="http://schemas.openxmlformats.org/officeDocument/2006/relationships/image" Target="../media/image660.png"/><Relationship Id="rId154" Type="http://schemas.openxmlformats.org/officeDocument/2006/relationships/customXml" Target="../ink/ink145.xml"/><Relationship Id="rId16" Type="http://schemas.openxmlformats.org/officeDocument/2006/relationships/customXml" Target="../ink/ink79.xml"/><Relationship Id="rId37" Type="http://schemas.openxmlformats.org/officeDocument/2006/relationships/image" Target="../media/image180.png"/><Relationship Id="rId58" Type="http://schemas.openxmlformats.org/officeDocument/2006/relationships/customXml" Target="../ink/ink100.xml"/><Relationship Id="rId79" Type="http://schemas.openxmlformats.org/officeDocument/2006/relationships/image" Target="../media/image390.png"/><Relationship Id="rId102" Type="http://schemas.openxmlformats.org/officeDocument/2006/relationships/customXml" Target="../ink/ink119.xml"/><Relationship Id="rId123" Type="http://schemas.openxmlformats.org/officeDocument/2006/relationships/image" Target="../media/image612.png"/><Relationship Id="rId144" Type="http://schemas.openxmlformats.org/officeDocument/2006/relationships/customXml" Target="../ink/ink140.xml"/><Relationship Id="rId90" Type="http://schemas.openxmlformats.org/officeDocument/2006/relationships/customXml" Target="../ink/ink113.xml"/><Relationship Id="rId165" Type="http://schemas.openxmlformats.org/officeDocument/2006/relationships/customXml" Target="../ink/ink150.xml"/><Relationship Id="rId27" Type="http://schemas.openxmlformats.org/officeDocument/2006/relationships/image" Target="../media/image134.png"/><Relationship Id="rId48" Type="http://schemas.openxmlformats.org/officeDocument/2006/relationships/customXml" Target="../ink/ink95.xml"/><Relationship Id="rId69" Type="http://schemas.openxmlformats.org/officeDocument/2006/relationships/image" Target="../media/image340.png"/><Relationship Id="rId113" Type="http://schemas.openxmlformats.org/officeDocument/2006/relationships/image" Target="../media/image560.png"/><Relationship Id="rId134" Type="http://schemas.openxmlformats.org/officeDocument/2006/relationships/customXml" Target="../ink/ink135.xml"/><Relationship Id="rId80" Type="http://schemas.openxmlformats.org/officeDocument/2006/relationships/customXml" Target="../ink/ink108.xml"/><Relationship Id="rId155" Type="http://schemas.openxmlformats.org/officeDocument/2006/relationships/image" Target="../media/image770.png"/></Relationships>
</file>

<file path=ppt/slides/_rels/slide59.xml.rels><?xml version="1.0" encoding="UTF-8" standalone="yes"?>
<Relationships xmlns="http://schemas.openxmlformats.org/package/2006/relationships"><Relationship Id="rId13" Type="http://schemas.openxmlformats.org/officeDocument/2006/relationships/image" Target="../media/image610.png"/><Relationship Id="rId18" Type="http://schemas.openxmlformats.org/officeDocument/2006/relationships/customXml" Target="../ink/ink160.xml"/><Relationship Id="rId26" Type="http://schemas.openxmlformats.org/officeDocument/2006/relationships/customXml" Target="../ink/ink164.xml"/><Relationship Id="rId39" Type="http://schemas.openxmlformats.org/officeDocument/2006/relationships/image" Target="../media/image191.png"/><Relationship Id="rId21" Type="http://schemas.openxmlformats.org/officeDocument/2006/relationships/image" Target="../media/image1010.png"/><Relationship Id="rId34" Type="http://schemas.openxmlformats.org/officeDocument/2006/relationships/customXml" Target="../ink/ink168.xml"/><Relationship Id="rId42" Type="http://schemas.openxmlformats.org/officeDocument/2006/relationships/customXml" Target="../ink/ink172.xml"/><Relationship Id="rId47" Type="http://schemas.openxmlformats.org/officeDocument/2006/relationships/image" Target="../media/image230.png"/><Relationship Id="rId50" Type="http://schemas.openxmlformats.org/officeDocument/2006/relationships/customXml" Target="../ink/ink176.xml"/><Relationship Id="rId7" Type="http://schemas.openxmlformats.org/officeDocument/2006/relationships/image" Target="../media/image310.png"/><Relationship Id="rId2" Type="http://schemas.openxmlformats.org/officeDocument/2006/relationships/customXml" Target="../ink/ink152.xml"/><Relationship Id="rId16" Type="http://schemas.openxmlformats.org/officeDocument/2006/relationships/customXml" Target="../ink/ink159.xml"/><Relationship Id="rId29" Type="http://schemas.openxmlformats.org/officeDocument/2006/relationships/image" Target="../media/image141.png"/><Relationship Id="rId11" Type="http://schemas.openxmlformats.org/officeDocument/2006/relationships/image" Target="../media/image510.png"/><Relationship Id="rId24" Type="http://schemas.openxmlformats.org/officeDocument/2006/relationships/customXml" Target="../ink/ink163.xml"/><Relationship Id="rId32" Type="http://schemas.openxmlformats.org/officeDocument/2006/relationships/customXml" Target="../ink/ink167.xml"/><Relationship Id="rId37" Type="http://schemas.openxmlformats.org/officeDocument/2006/relationships/image" Target="../media/image181.png"/><Relationship Id="rId40" Type="http://schemas.openxmlformats.org/officeDocument/2006/relationships/customXml" Target="../ink/ink171.xml"/><Relationship Id="rId45" Type="http://schemas.openxmlformats.org/officeDocument/2006/relationships/image" Target="../media/image221.png"/><Relationship Id="rId53" Type="http://schemas.openxmlformats.org/officeDocument/2006/relationships/image" Target="../media/image260.png"/><Relationship Id="rId5" Type="http://schemas.openxmlformats.org/officeDocument/2006/relationships/image" Target="../media/image211.png"/><Relationship Id="rId10" Type="http://schemas.openxmlformats.org/officeDocument/2006/relationships/customXml" Target="../ink/ink156.xml"/><Relationship Id="rId19" Type="http://schemas.openxmlformats.org/officeDocument/2006/relationships/image" Target="../media/image920.png"/><Relationship Id="rId31" Type="http://schemas.openxmlformats.org/officeDocument/2006/relationships/image" Target="../media/image151.png"/><Relationship Id="rId44" Type="http://schemas.openxmlformats.org/officeDocument/2006/relationships/customXml" Target="../ink/ink173.xml"/><Relationship Id="rId52" Type="http://schemas.openxmlformats.org/officeDocument/2006/relationships/customXml" Target="../ink/ink177.xml"/><Relationship Id="rId4" Type="http://schemas.openxmlformats.org/officeDocument/2006/relationships/customXml" Target="../ink/ink153.xml"/><Relationship Id="rId9" Type="http://schemas.openxmlformats.org/officeDocument/2006/relationships/image" Target="../media/image410.png"/><Relationship Id="rId14" Type="http://schemas.openxmlformats.org/officeDocument/2006/relationships/customXml" Target="../ink/ink158.xml"/><Relationship Id="rId22" Type="http://schemas.openxmlformats.org/officeDocument/2006/relationships/customXml" Target="../ink/ink162.xml"/><Relationship Id="rId27" Type="http://schemas.openxmlformats.org/officeDocument/2006/relationships/image" Target="../media/image131.png"/><Relationship Id="rId30" Type="http://schemas.openxmlformats.org/officeDocument/2006/relationships/customXml" Target="../ink/ink166.xml"/><Relationship Id="rId35" Type="http://schemas.openxmlformats.org/officeDocument/2006/relationships/image" Target="../media/image171.png"/><Relationship Id="rId43" Type="http://schemas.openxmlformats.org/officeDocument/2006/relationships/image" Target="../media/image212.png"/><Relationship Id="rId48" Type="http://schemas.openxmlformats.org/officeDocument/2006/relationships/customXml" Target="../ink/ink175.xml"/><Relationship Id="rId8" Type="http://schemas.openxmlformats.org/officeDocument/2006/relationships/customXml" Target="../ink/ink155.xml"/><Relationship Id="rId51" Type="http://schemas.openxmlformats.org/officeDocument/2006/relationships/image" Target="../media/image250.png"/><Relationship Id="rId3" Type="http://schemas.openxmlformats.org/officeDocument/2006/relationships/image" Target="../media/image123.png"/><Relationship Id="rId12" Type="http://schemas.openxmlformats.org/officeDocument/2006/relationships/customXml" Target="../ink/ink157.xml"/><Relationship Id="rId17" Type="http://schemas.openxmlformats.org/officeDocument/2006/relationships/image" Target="../media/image850.png"/><Relationship Id="rId25" Type="http://schemas.openxmlformats.org/officeDocument/2006/relationships/image" Target="../media/image124.png"/><Relationship Id="rId33" Type="http://schemas.openxmlformats.org/officeDocument/2006/relationships/image" Target="../media/image161.png"/><Relationship Id="rId38" Type="http://schemas.openxmlformats.org/officeDocument/2006/relationships/customXml" Target="../ink/ink170.xml"/><Relationship Id="rId46" Type="http://schemas.openxmlformats.org/officeDocument/2006/relationships/customXml" Target="../ink/ink174.xml"/><Relationship Id="rId20" Type="http://schemas.openxmlformats.org/officeDocument/2006/relationships/customXml" Target="../ink/ink161.xml"/><Relationship Id="rId41" Type="http://schemas.openxmlformats.org/officeDocument/2006/relationships/image" Target="../media/image201.png"/><Relationship Id="rId1" Type="http://schemas.openxmlformats.org/officeDocument/2006/relationships/slideLayout" Target="../slideLayouts/slideLayout7.xml"/><Relationship Id="rId6" Type="http://schemas.openxmlformats.org/officeDocument/2006/relationships/customXml" Target="../ink/ink154.xml"/><Relationship Id="rId15" Type="http://schemas.openxmlformats.org/officeDocument/2006/relationships/image" Target="../media/image710.png"/><Relationship Id="rId23" Type="http://schemas.openxmlformats.org/officeDocument/2006/relationships/image" Target="../media/image1110.png"/><Relationship Id="rId28" Type="http://schemas.openxmlformats.org/officeDocument/2006/relationships/customXml" Target="../ink/ink165.xml"/><Relationship Id="rId36" Type="http://schemas.openxmlformats.org/officeDocument/2006/relationships/customXml" Target="../ink/ink169.xml"/><Relationship Id="rId49" Type="http://schemas.openxmlformats.org/officeDocument/2006/relationships/image" Target="../media/image240.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5" Type="http://schemas.openxmlformats.org/officeDocument/2006/relationships/image" Target="../media/image101.png"/><Relationship Id="rId4" Type="http://schemas.openxmlformats.org/officeDocument/2006/relationships/image" Target="../media/image100.png"/></Relationships>
</file>

<file path=ppt/slides/_rels/slide6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69.xml.rels><?xml version="1.0" encoding="UTF-8" standalone="yes"?>
<Relationships xmlns="http://schemas.openxmlformats.org/package/2006/relationships"><Relationship Id="rId8" Type="http://schemas.openxmlformats.org/officeDocument/2006/relationships/image" Target="../media/image890.png"/><Relationship Id="rId13" Type="http://schemas.openxmlformats.org/officeDocument/2006/relationships/customXml" Target="../ink/ink183.xml"/><Relationship Id="rId18" Type="http://schemas.openxmlformats.org/officeDocument/2006/relationships/image" Target="../media/image950.png"/><Relationship Id="rId26" Type="http://schemas.openxmlformats.org/officeDocument/2006/relationships/image" Target="../media/image990.png"/><Relationship Id="rId3" Type="http://schemas.openxmlformats.org/officeDocument/2006/relationships/customXml" Target="../ink/ink178.xml"/><Relationship Id="rId21" Type="http://schemas.openxmlformats.org/officeDocument/2006/relationships/customXml" Target="../ink/ink187.xml"/><Relationship Id="rId7" Type="http://schemas.openxmlformats.org/officeDocument/2006/relationships/customXml" Target="../ink/ink180.xml"/><Relationship Id="rId12" Type="http://schemas.openxmlformats.org/officeDocument/2006/relationships/image" Target="../media/image910.png"/><Relationship Id="rId17" Type="http://schemas.openxmlformats.org/officeDocument/2006/relationships/customXml" Target="../ink/ink185.xml"/><Relationship Id="rId25" Type="http://schemas.openxmlformats.org/officeDocument/2006/relationships/customXml" Target="../ink/ink189.xml"/><Relationship Id="rId2" Type="http://schemas.openxmlformats.org/officeDocument/2006/relationships/image" Target="../media/image95.png"/><Relationship Id="rId16" Type="http://schemas.openxmlformats.org/officeDocument/2006/relationships/image" Target="../media/image940.png"/><Relationship Id="rId20" Type="http://schemas.openxmlformats.org/officeDocument/2006/relationships/image" Target="../media/image960.png"/><Relationship Id="rId1" Type="http://schemas.openxmlformats.org/officeDocument/2006/relationships/slideLayout" Target="../slideLayouts/slideLayout7.xml"/><Relationship Id="rId6" Type="http://schemas.openxmlformats.org/officeDocument/2006/relationships/image" Target="../media/image880.png"/><Relationship Id="rId11" Type="http://schemas.openxmlformats.org/officeDocument/2006/relationships/customXml" Target="../ink/ink182.xml"/><Relationship Id="rId24" Type="http://schemas.openxmlformats.org/officeDocument/2006/relationships/image" Target="../media/image980.png"/><Relationship Id="rId5" Type="http://schemas.openxmlformats.org/officeDocument/2006/relationships/customXml" Target="../ink/ink179.xml"/><Relationship Id="rId15" Type="http://schemas.openxmlformats.org/officeDocument/2006/relationships/customXml" Target="../ink/ink184.xml"/><Relationship Id="rId23" Type="http://schemas.openxmlformats.org/officeDocument/2006/relationships/customXml" Target="../ink/ink188.xml"/><Relationship Id="rId28" Type="http://schemas.openxmlformats.org/officeDocument/2006/relationships/image" Target="../media/image1000.png"/><Relationship Id="rId10" Type="http://schemas.openxmlformats.org/officeDocument/2006/relationships/image" Target="../media/image900.png"/><Relationship Id="rId19" Type="http://schemas.openxmlformats.org/officeDocument/2006/relationships/customXml" Target="../ink/ink186.xml"/><Relationship Id="rId4" Type="http://schemas.openxmlformats.org/officeDocument/2006/relationships/image" Target="../media/image870.png"/><Relationship Id="rId9" Type="http://schemas.openxmlformats.org/officeDocument/2006/relationships/customXml" Target="../ink/ink181.xml"/><Relationship Id="rId14" Type="http://schemas.openxmlformats.org/officeDocument/2006/relationships/image" Target="../media/image930.png"/><Relationship Id="rId22" Type="http://schemas.openxmlformats.org/officeDocument/2006/relationships/image" Target="../media/image970.png"/><Relationship Id="rId27" Type="http://schemas.openxmlformats.org/officeDocument/2006/relationships/customXml" Target="../ink/ink19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13.tiff"/><Relationship Id="rId7" Type="http://schemas.openxmlformats.org/officeDocument/2006/relationships/image" Target="../media/image117.tiff"/><Relationship Id="rId2" Type="http://schemas.openxmlformats.org/officeDocument/2006/relationships/image" Target="../media/image112.tiff"/><Relationship Id="rId1" Type="http://schemas.openxmlformats.org/officeDocument/2006/relationships/slideLayout" Target="../slideLayouts/slideLayout7.xml"/><Relationship Id="rId6" Type="http://schemas.openxmlformats.org/officeDocument/2006/relationships/image" Target="../media/image116.tiff"/><Relationship Id="rId5" Type="http://schemas.openxmlformats.org/officeDocument/2006/relationships/image" Target="../media/image115.tiff"/><Relationship Id="rId4" Type="http://schemas.openxmlformats.org/officeDocument/2006/relationships/image" Target="../media/image114.tif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7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 Id="rId4" Type="http://schemas.openxmlformats.org/officeDocument/2006/relationships/image" Target="../media/image128.png"/></Relationships>
</file>

<file path=ppt/slides/_rels/slide78.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0.png"/><Relationship Id="rId7" Type="http://schemas.openxmlformats.org/officeDocument/2006/relationships/image" Target="../media/image136.png"/><Relationship Id="rId2"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35.png"/><Relationship Id="rId5" Type="http://schemas.openxmlformats.org/officeDocument/2006/relationships/image" Target="../media/image133.png"/><Relationship Id="rId4" Type="http://schemas.openxmlformats.org/officeDocument/2006/relationships/image" Target="../media/image13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 Id="rId4" Type="http://schemas.openxmlformats.org/officeDocument/2006/relationships/image" Target="../media/image138.png"/></Relationships>
</file>

<file path=ppt/slides/_rels/slide8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8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 Id="rId5" Type="http://schemas.openxmlformats.org/officeDocument/2006/relationships/image" Target="../media/image146.png"/><Relationship Id="rId4" Type="http://schemas.openxmlformats.org/officeDocument/2006/relationships/image" Target="../media/image1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47B410-6469-B0AA-0A06-F9C98A65C528}"/>
              </a:ext>
            </a:extLst>
          </p:cNvPr>
          <p:cNvSpPr txBox="1"/>
          <p:nvPr/>
        </p:nvSpPr>
        <p:spPr>
          <a:xfrm>
            <a:off x="692209" y="398326"/>
            <a:ext cx="6896100" cy="892552"/>
          </a:xfrm>
          <a:prstGeom prst="rect">
            <a:avLst/>
          </a:prstGeom>
          <a:noFill/>
        </p:spPr>
        <p:txBody>
          <a:bodyPr wrap="square" rtlCol="0">
            <a:spAutoFit/>
          </a:bodyPr>
          <a:lstStyle/>
          <a:p>
            <a:r>
              <a:rPr lang="en-US" sz="2000" dirty="0"/>
              <a:t>Data for Seagrass Restoration </a:t>
            </a:r>
            <a:r>
              <a:rPr lang="en-US" sz="2000" dirty="0" err="1"/>
              <a:t>Storymap</a:t>
            </a:r>
            <a:endParaRPr lang="en-US" sz="2000" dirty="0"/>
          </a:p>
          <a:p>
            <a:endParaRPr lang="en-US" dirty="0"/>
          </a:p>
          <a:p>
            <a:r>
              <a:rPr lang="en-US" sz="1400" dirty="0"/>
              <a:t>This file created Feb 2026 as part of data update and app migration (WAB-&gt;EB)</a:t>
            </a:r>
            <a:endParaRPr lang="en-US" dirty="0"/>
          </a:p>
        </p:txBody>
      </p:sp>
      <p:pic>
        <p:nvPicPr>
          <p:cNvPr id="1028" name="Picture 4" descr="R: R Logo">
            <a:extLst>
              <a:ext uri="{FF2B5EF4-FFF2-40B4-BE49-F238E27FC236}">
                <a16:creationId xmlns:a16="http://schemas.microsoft.com/office/drawing/2014/main" id="{E3AE4DC5-B574-1604-EB64-562F6B1D6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3108" y="6429822"/>
            <a:ext cx="393361"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D3A1D77-CE7D-6CBB-5751-B49A285D2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7581" y="6429822"/>
            <a:ext cx="304801" cy="3048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Computer user - icon by Adioma">
            <a:extLst>
              <a:ext uri="{FF2B5EF4-FFF2-40B4-BE49-F238E27FC236}">
                <a16:creationId xmlns:a16="http://schemas.microsoft.com/office/drawing/2014/main" id="{85670414-F349-C129-C987-CBDAA4889E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2370" y="6362031"/>
            <a:ext cx="449309" cy="44038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9D9C740-84B6-4D7A-E556-A418783A3B6E}"/>
              </a:ext>
            </a:extLst>
          </p:cNvPr>
          <p:cNvSpPr txBox="1"/>
          <p:nvPr/>
        </p:nvSpPr>
        <p:spPr>
          <a:xfrm>
            <a:off x="692209" y="1741516"/>
            <a:ext cx="8905580" cy="338554"/>
          </a:xfrm>
          <a:prstGeom prst="rect">
            <a:avLst/>
          </a:prstGeom>
          <a:noFill/>
        </p:spPr>
        <p:txBody>
          <a:bodyPr wrap="square" rtlCol="0">
            <a:spAutoFit/>
          </a:bodyPr>
          <a:lstStyle/>
          <a:p>
            <a:pPr marL="285750" indent="-285750">
              <a:buFontTx/>
              <a:buChar char="-"/>
            </a:pPr>
            <a:r>
              <a:rPr lang="en-US" sz="1600" dirty="0">
                <a:solidFill>
                  <a:srgbClr val="C00000"/>
                </a:solidFill>
              </a:rPr>
              <a:t>BESE – </a:t>
            </a:r>
            <a:r>
              <a:rPr lang="en-US" sz="1600" dirty="0">
                <a:solidFill>
                  <a:schemeClr val="accent1"/>
                </a:solidFill>
              </a:rPr>
              <a:t>including both BESE sets for now</a:t>
            </a:r>
          </a:p>
        </p:txBody>
      </p:sp>
      <p:cxnSp>
        <p:nvCxnSpPr>
          <p:cNvPr id="6" name="Straight Connector 5">
            <a:extLst>
              <a:ext uri="{FF2B5EF4-FFF2-40B4-BE49-F238E27FC236}">
                <a16:creationId xmlns:a16="http://schemas.microsoft.com/office/drawing/2014/main" id="{4FCC9823-47F7-8202-1DFE-396552632690}"/>
              </a:ext>
            </a:extLst>
          </p:cNvPr>
          <p:cNvCxnSpPr/>
          <p:nvPr/>
        </p:nvCxnSpPr>
        <p:spPr>
          <a:xfrm>
            <a:off x="748667" y="1454728"/>
            <a:ext cx="3391592" cy="0"/>
          </a:xfrm>
          <a:prstGeom prst="line">
            <a:avLst/>
          </a:prstGeom>
          <a:ln>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5092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02C91B-830F-E4FC-80D8-C4C0B37FAA36}"/>
              </a:ext>
            </a:extLst>
          </p:cNvPr>
          <p:cNvSpPr txBox="1"/>
          <p:nvPr/>
        </p:nvSpPr>
        <p:spPr>
          <a:xfrm>
            <a:off x="1452880" y="640080"/>
            <a:ext cx="6990080" cy="1477328"/>
          </a:xfrm>
          <a:prstGeom prst="rect">
            <a:avLst/>
          </a:prstGeom>
          <a:noFill/>
        </p:spPr>
        <p:txBody>
          <a:bodyPr wrap="square" rtlCol="0">
            <a:spAutoFit/>
          </a:bodyPr>
          <a:lstStyle/>
          <a:p>
            <a:r>
              <a:rPr lang="en-US" dirty="0"/>
              <a:t>Task list</a:t>
            </a:r>
          </a:p>
          <a:p>
            <a:pPr marL="285750" indent="-285750">
              <a:buFontTx/>
              <a:buChar char="-"/>
            </a:pPr>
            <a:r>
              <a:rPr lang="en-US" dirty="0"/>
              <a:t>Move to loading individual packages, rather than </a:t>
            </a:r>
            <a:r>
              <a:rPr lang="en-US" dirty="0" err="1"/>
              <a:t>tidyverse</a:t>
            </a:r>
            <a:endParaRPr lang="en-US" dirty="0"/>
          </a:p>
          <a:p>
            <a:pPr marL="285750" indent="-285750">
              <a:buFontTx/>
              <a:buChar char="-"/>
            </a:pPr>
            <a:r>
              <a:rPr lang="en-US" dirty="0"/>
              <a:t>Add to header records – calling and called functions</a:t>
            </a:r>
          </a:p>
          <a:p>
            <a:pPr marL="285750" indent="-285750">
              <a:buFontTx/>
              <a:buChar char="-"/>
            </a:pPr>
            <a:r>
              <a:rPr lang="en-US" dirty="0"/>
              <a:t>logging</a:t>
            </a:r>
          </a:p>
          <a:p>
            <a:endParaRPr lang="en-US" dirty="0"/>
          </a:p>
        </p:txBody>
      </p:sp>
    </p:spTree>
    <p:extLst>
      <p:ext uri="{BB962C8B-B14F-4D97-AF65-F5344CB8AC3E}">
        <p14:creationId xmlns:p14="http://schemas.microsoft.com/office/powerpoint/2010/main" val="8248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63B6A4-E5D3-0A68-A9DA-5269C8611359}"/>
              </a:ext>
            </a:extLst>
          </p:cNvPr>
          <p:cNvSpPr txBox="1"/>
          <p:nvPr/>
        </p:nvSpPr>
        <p:spPr>
          <a:xfrm>
            <a:off x="1046006" y="982176"/>
            <a:ext cx="6665053" cy="4893647"/>
          </a:xfrm>
          <a:prstGeom prst="rect">
            <a:avLst/>
          </a:prstGeom>
          <a:noFill/>
        </p:spPr>
        <p:txBody>
          <a:bodyPr wrap="square">
            <a:spAutoFit/>
          </a:bodyPr>
          <a:lstStyle/>
          <a:p>
            <a:pPr marL="0" marR="0" indent="0" algn="l">
              <a:buNone/>
            </a:pPr>
            <a:r>
              <a:rPr lang="en-US" sz="1200" b="1" i="0" dirty="0">
                <a:solidFill>
                  <a:srgbClr val="242424"/>
                </a:solidFill>
                <a:effectLst/>
                <a:latin typeface="Aptos" panose="020B0004020202020204" pitchFamily="34" charset="0"/>
              </a:rPr>
              <a:t>Slide 5:</a:t>
            </a:r>
            <a:endParaRPr lang="en-US" sz="1200" b="0" i="0" dirty="0">
              <a:solidFill>
                <a:srgbClr val="242424"/>
              </a:solidFill>
              <a:effectLst/>
              <a:latin typeface="Aptos" panose="020B0004020202020204" pitchFamily="34" charset="0"/>
            </a:endParaRPr>
          </a:p>
          <a:p>
            <a:pPr marL="0" marR="0" indent="0" algn="l">
              <a:buNone/>
            </a:pPr>
            <a:r>
              <a:rPr lang="en-US" sz="1200" b="0" i="0" dirty="0">
                <a:solidFill>
                  <a:srgbClr val="242424"/>
                </a:solidFill>
                <a:effectLst/>
                <a:latin typeface="Aptos" panose="020B0004020202020204" pitchFamily="34" charset="0"/>
              </a:rPr>
              <a:t>Anderson Island Donor site = Thompson Cove (cps1277). The USACE project primarily harvested from Thompson Cove donor site. This donor site has also been used for other transplant efforts in south Sound. Only 3000 shoots were harvested from the Sandy Point donor site in 2016.</a:t>
            </a:r>
          </a:p>
          <a:p>
            <a:pPr marL="0" marR="0" indent="0" algn="l">
              <a:buNone/>
            </a:pPr>
            <a:r>
              <a:rPr lang="en-US" sz="1200" b="0" i="0" dirty="0">
                <a:solidFill>
                  <a:srgbClr val="242424"/>
                </a:solidFill>
                <a:effectLst/>
                <a:latin typeface="Aptos" panose="020B0004020202020204" pitchFamily="34" charset="0"/>
              </a:rPr>
              <a:t> </a:t>
            </a:r>
          </a:p>
          <a:p>
            <a:pPr marL="0" marR="0" indent="0" algn="l">
              <a:buNone/>
            </a:pPr>
            <a:r>
              <a:rPr lang="en-US" sz="1200" b="0" i="0" dirty="0">
                <a:solidFill>
                  <a:srgbClr val="242424"/>
                </a:solidFill>
                <a:effectLst/>
                <a:latin typeface="Aptos" panose="020B0004020202020204" pitchFamily="34" charset="0"/>
              </a:rPr>
              <a:t>It would be safe to use these coordinates for the Anderson Island / Thompson Cove donor site: 47.1266, -122.7080.</a:t>
            </a:r>
          </a:p>
          <a:p>
            <a:pPr marL="0" marR="0" indent="0" algn="l">
              <a:buNone/>
            </a:pPr>
            <a:r>
              <a:rPr lang="en-US" sz="1200" b="0" i="0" dirty="0">
                <a:solidFill>
                  <a:srgbClr val="242424"/>
                </a:solidFill>
                <a:effectLst/>
                <a:latin typeface="Aptos" panose="020B0004020202020204" pitchFamily="34" charset="0"/>
              </a:rPr>
              <a:t> </a:t>
            </a:r>
          </a:p>
          <a:p>
            <a:pPr marL="0" marR="0" indent="0" algn="l">
              <a:buNone/>
            </a:pPr>
            <a:r>
              <a:rPr lang="en-US" sz="1200" b="1" i="0" dirty="0">
                <a:solidFill>
                  <a:srgbClr val="242424"/>
                </a:solidFill>
                <a:effectLst/>
                <a:latin typeface="Aptos" panose="020B0004020202020204" pitchFamily="34" charset="0"/>
              </a:rPr>
              <a:t>Slide 6:</a:t>
            </a:r>
            <a:endParaRPr lang="en-US" sz="1200" b="0" i="0" dirty="0">
              <a:solidFill>
                <a:srgbClr val="242424"/>
              </a:solidFill>
              <a:effectLst/>
              <a:latin typeface="Aptos" panose="020B0004020202020204" pitchFamily="34" charset="0"/>
            </a:endParaRPr>
          </a:p>
          <a:p>
            <a:pPr marL="0" marR="0" indent="0" algn="l">
              <a:buNone/>
            </a:pPr>
            <a:r>
              <a:rPr lang="en-US" sz="1200" b="0" i="0" dirty="0">
                <a:solidFill>
                  <a:srgbClr val="242424"/>
                </a:solidFill>
                <a:effectLst/>
                <a:latin typeface="Aptos" panose="020B0004020202020204" pitchFamily="34" charset="0"/>
              </a:rPr>
              <a:t>This test transplant effort was a common garden effort. Eelgrass was harvested from the existing eelgrass bed along the tidelands on Shine Road, Squamish Harbor, and then transplanted into bare areas at -0.9 m (MLLW). I can check my GPS to see if I have coordinates, but an approximate location is 47.866685, -122.672543. It’s also SVMP site hdc2517.</a:t>
            </a:r>
          </a:p>
          <a:p>
            <a:pPr marL="0" marR="0" indent="0" algn="l">
              <a:buNone/>
            </a:pPr>
            <a:r>
              <a:rPr lang="en-US" sz="1200" b="0" i="0" dirty="0">
                <a:solidFill>
                  <a:srgbClr val="242424"/>
                </a:solidFill>
                <a:effectLst/>
                <a:latin typeface="Aptos" panose="020B0004020202020204" pitchFamily="34" charset="0"/>
              </a:rPr>
              <a:t> </a:t>
            </a:r>
          </a:p>
          <a:p>
            <a:pPr marL="0" marR="0" indent="0" algn="l">
              <a:buNone/>
            </a:pPr>
            <a:r>
              <a:rPr lang="en-US" sz="1200" b="1" i="0" dirty="0">
                <a:solidFill>
                  <a:srgbClr val="242424"/>
                </a:solidFill>
                <a:effectLst/>
                <a:latin typeface="Aptos" panose="020B0004020202020204" pitchFamily="34" charset="0"/>
              </a:rPr>
              <a:t>Slide 8: </a:t>
            </a:r>
            <a:r>
              <a:rPr lang="en-US" sz="1200" b="0" i="1" dirty="0">
                <a:solidFill>
                  <a:srgbClr val="242424"/>
                </a:solidFill>
                <a:effectLst/>
                <a:latin typeface="Aptos" panose="020B0004020202020204" pitchFamily="34" charset="0"/>
              </a:rPr>
              <a:t>approximate location</a:t>
            </a:r>
            <a:endParaRPr lang="en-US" sz="1200" b="0" i="0" dirty="0">
              <a:solidFill>
                <a:srgbClr val="242424"/>
              </a:solidFill>
              <a:effectLst/>
              <a:latin typeface="Aptos" panose="020B0004020202020204" pitchFamily="34" charset="0"/>
            </a:endParaRPr>
          </a:p>
          <a:p>
            <a:pPr marL="0" marR="0" indent="0" algn="l">
              <a:buNone/>
            </a:pPr>
            <a:r>
              <a:rPr lang="en-US" sz="1200" b="0" i="0" dirty="0">
                <a:solidFill>
                  <a:srgbClr val="242424"/>
                </a:solidFill>
                <a:effectLst/>
                <a:latin typeface="Aptos" panose="020B0004020202020204" pitchFamily="34" charset="0"/>
              </a:rPr>
              <a:t>Fay Bainbridge = 47.703800, -122.506259</a:t>
            </a:r>
          </a:p>
          <a:p>
            <a:pPr marL="0" marR="0" indent="0" algn="l">
              <a:buNone/>
            </a:pPr>
            <a:r>
              <a:rPr lang="en-US" sz="1200" b="0" i="0" dirty="0">
                <a:solidFill>
                  <a:srgbClr val="242424"/>
                </a:solidFill>
                <a:effectLst/>
                <a:latin typeface="Aptos" panose="020B0004020202020204" pitchFamily="34" charset="0"/>
              </a:rPr>
              <a:t>North end of cps1063.</a:t>
            </a:r>
          </a:p>
          <a:p>
            <a:pPr marL="0" marR="0" indent="0" algn="l">
              <a:buNone/>
            </a:pPr>
            <a:r>
              <a:rPr lang="en-US" sz="1200" b="0" i="0" dirty="0">
                <a:solidFill>
                  <a:srgbClr val="242424"/>
                </a:solidFill>
                <a:effectLst/>
                <a:latin typeface="Aptos" panose="020B0004020202020204" pitchFamily="34" charset="0"/>
              </a:rPr>
              <a:t> </a:t>
            </a:r>
          </a:p>
          <a:p>
            <a:pPr marL="0" marR="0" indent="0" algn="l">
              <a:buNone/>
            </a:pPr>
            <a:r>
              <a:rPr lang="en-US" sz="1200" b="1" i="0" dirty="0">
                <a:solidFill>
                  <a:srgbClr val="242424"/>
                </a:solidFill>
                <a:effectLst/>
                <a:latin typeface="Aptos" panose="020B0004020202020204" pitchFamily="34" charset="0"/>
              </a:rPr>
              <a:t>Slide 9:</a:t>
            </a:r>
            <a:endParaRPr lang="en-US" sz="1200" b="0" i="0" dirty="0">
              <a:solidFill>
                <a:srgbClr val="242424"/>
              </a:solidFill>
              <a:effectLst/>
              <a:latin typeface="Aptos" panose="020B0004020202020204" pitchFamily="34" charset="0"/>
            </a:endParaRPr>
          </a:p>
          <a:p>
            <a:pPr marL="0" marR="0" indent="0" algn="l">
              <a:buNone/>
            </a:pPr>
            <a:r>
              <a:rPr lang="en-US" sz="1200" b="0" i="0" dirty="0">
                <a:solidFill>
                  <a:srgbClr val="242424"/>
                </a:solidFill>
                <a:effectLst/>
                <a:latin typeface="Aptos" panose="020B0004020202020204" pitchFamily="34" charset="0"/>
              </a:rPr>
              <a:t>Freshwater Bay = 48.1463, -123.6368</a:t>
            </a:r>
          </a:p>
          <a:p>
            <a:pPr marL="0" marR="0" indent="0" algn="l">
              <a:buNone/>
            </a:pPr>
            <a:r>
              <a:rPr lang="en-US" sz="1200" b="0" i="0" dirty="0">
                <a:solidFill>
                  <a:srgbClr val="242424"/>
                </a:solidFill>
                <a:effectLst/>
                <a:latin typeface="Aptos" panose="020B0004020202020204" pitchFamily="34" charset="0"/>
              </a:rPr>
              <a:t>This is listed in the Donor Sites worksheet as Elwha Delta (</a:t>
            </a:r>
            <a:r>
              <a:rPr lang="en-US" sz="1200" b="0" i="0" dirty="0" err="1">
                <a:solidFill>
                  <a:srgbClr val="242424"/>
                </a:solidFill>
                <a:effectLst/>
                <a:latin typeface="Aptos" panose="020B0004020202020204" pitchFamily="34" charset="0"/>
              </a:rPr>
              <a:t>site_name</a:t>
            </a:r>
            <a:r>
              <a:rPr lang="en-US" sz="1200" b="0" i="0" dirty="0">
                <a:solidFill>
                  <a:srgbClr val="242424"/>
                </a:solidFill>
                <a:effectLst/>
                <a:latin typeface="Aptos" panose="020B0004020202020204" pitchFamily="34" charset="0"/>
              </a:rPr>
              <a:t>) and Freshwater Bay (</a:t>
            </a:r>
            <a:r>
              <a:rPr lang="en-US" sz="1200" b="0" i="0" dirty="0" err="1">
                <a:solidFill>
                  <a:srgbClr val="242424"/>
                </a:solidFill>
                <a:effectLst/>
                <a:latin typeface="Aptos" panose="020B0004020202020204" pitchFamily="34" charset="0"/>
              </a:rPr>
              <a:t>water_body</a:t>
            </a:r>
            <a:r>
              <a:rPr lang="en-US" sz="1200" b="0" i="0" dirty="0">
                <a:solidFill>
                  <a:srgbClr val="242424"/>
                </a:solidFill>
                <a:effectLst/>
                <a:latin typeface="Aptos" panose="020B0004020202020204" pitchFamily="34" charset="0"/>
              </a:rPr>
              <a:t>).</a:t>
            </a:r>
          </a:p>
          <a:p>
            <a:pPr marL="0" marR="0" indent="0" algn="l">
              <a:buNone/>
            </a:pPr>
            <a:r>
              <a:rPr lang="en-US" sz="1200" b="0" i="0" dirty="0">
                <a:solidFill>
                  <a:srgbClr val="242424"/>
                </a:solidFill>
                <a:effectLst/>
                <a:latin typeface="Aptos" panose="020B0004020202020204" pitchFamily="34" charset="0"/>
              </a:rPr>
              <a:t> </a:t>
            </a:r>
          </a:p>
          <a:p>
            <a:pPr marL="0" marR="0" indent="0" algn="l">
              <a:buNone/>
            </a:pPr>
            <a:r>
              <a:rPr lang="en-US" sz="1200" b="1" i="0" dirty="0">
                <a:solidFill>
                  <a:srgbClr val="242424"/>
                </a:solidFill>
                <a:effectLst/>
                <a:latin typeface="Aptos" panose="020B0004020202020204" pitchFamily="34" charset="0"/>
              </a:rPr>
              <a:t>Slide 10:</a:t>
            </a:r>
            <a:r>
              <a:rPr lang="en-US" sz="1200" b="0" i="1" dirty="0">
                <a:solidFill>
                  <a:srgbClr val="242424"/>
                </a:solidFill>
                <a:effectLst/>
                <a:latin typeface="Aptos" panose="020B0004020202020204" pitchFamily="34" charset="0"/>
              </a:rPr>
              <a:t> approximate location</a:t>
            </a:r>
            <a:endParaRPr lang="en-US" sz="1200" b="0" i="0" dirty="0">
              <a:solidFill>
                <a:srgbClr val="242424"/>
              </a:solidFill>
              <a:effectLst/>
              <a:latin typeface="Aptos" panose="020B0004020202020204" pitchFamily="34" charset="0"/>
            </a:endParaRPr>
          </a:p>
          <a:p>
            <a:pPr marL="0" marR="0" indent="0" algn="l">
              <a:buNone/>
            </a:pPr>
            <a:r>
              <a:rPr lang="en-US" sz="1200" b="0" i="0" dirty="0">
                <a:solidFill>
                  <a:srgbClr val="242424"/>
                </a:solidFill>
                <a:effectLst/>
                <a:latin typeface="Aptos" panose="020B0004020202020204" pitchFamily="34" charset="0"/>
              </a:rPr>
              <a:t>Ship Harbor = 48.505130, -122.675595</a:t>
            </a:r>
          </a:p>
          <a:p>
            <a:pPr marL="0" marR="0" indent="0" algn="l">
              <a:buNone/>
            </a:pPr>
            <a:r>
              <a:rPr lang="en-US" sz="1200" b="0" i="0" dirty="0">
                <a:solidFill>
                  <a:srgbClr val="242424"/>
                </a:solidFill>
                <a:effectLst/>
                <a:latin typeface="Aptos" panose="020B0004020202020204" pitchFamily="34" charset="0"/>
              </a:rPr>
              <a:t>SVMP site = nps1489</a:t>
            </a:r>
          </a:p>
        </p:txBody>
      </p:sp>
      <p:sp>
        <p:nvSpPr>
          <p:cNvPr id="2" name="TextBox 1">
            <a:extLst>
              <a:ext uri="{FF2B5EF4-FFF2-40B4-BE49-F238E27FC236}">
                <a16:creationId xmlns:a16="http://schemas.microsoft.com/office/drawing/2014/main" id="{F2DAF7F2-A66B-DADE-6ABC-8B628683C918}"/>
              </a:ext>
            </a:extLst>
          </p:cNvPr>
          <p:cNvSpPr txBox="1"/>
          <p:nvPr/>
        </p:nvSpPr>
        <p:spPr>
          <a:xfrm>
            <a:off x="914400" y="117695"/>
            <a:ext cx="6165410" cy="369332"/>
          </a:xfrm>
          <a:prstGeom prst="rect">
            <a:avLst/>
          </a:prstGeom>
          <a:noFill/>
        </p:spPr>
        <p:txBody>
          <a:bodyPr wrap="square" rtlCol="0">
            <a:spAutoFit/>
          </a:bodyPr>
          <a:lstStyle/>
          <a:p>
            <a:r>
              <a:rPr lang="en-US" dirty="0"/>
              <a:t>Jeff’s responses to slides in donor_site_issues.pptx</a:t>
            </a:r>
          </a:p>
        </p:txBody>
      </p:sp>
    </p:spTree>
    <p:extLst>
      <p:ext uri="{BB962C8B-B14F-4D97-AF65-F5344CB8AC3E}">
        <p14:creationId xmlns:p14="http://schemas.microsoft.com/office/powerpoint/2010/main" val="998013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3361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0">
            <a:extLst>
              <a:ext uri="{FF2B5EF4-FFF2-40B4-BE49-F238E27FC236}">
                <a16:creationId xmlns:a16="http://schemas.microsoft.com/office/drawing/2014/main" id="{AD806F9C-BA78-2864-2AD0-B777E847320E}"/>
              </a:ext>
            </a:extLst>
          </p:cNvPr>
          <p:cNvSpPr/>
          <p:nvPr/>
        </p:nvSpPr>
        <p:spPr>
          <a:xfrm>
            <a:off x="2987507" y="2981105"/>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entry</a:t>
            </a:r>
          </a:p>
        </p:txBody>
      </p:sp>
      <p:sp>
        <p:nvSpPr>
          <p:cNvPr id="5" name="Rounded Rectangle 21">
            <a:extLst>
              <a:ext uri="{FF2B5EF4-FFF2-40B4-BE49-F238E27FC236}">
                <a16:creationId xmlns:a16="http://schemas.microsoft.com/office/drawing/2014/main" id="{C02CE1B7-E5B2-B9EB-8F70-7760F57345B0}"/>
              </a:ext>
            </a:extLst>
          </p:cNvPr>
          <p:cNvSpPr/>
          <p:nvPr/>
        </p:nvSpPr>
        <p:spPr>
          <a:xfrm>
            <a:off x="4926304" y="2981105"/>
            <a:ext cx="1399902"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processing</a:t>
            </a:r>
          </a:p>
        </p:txBody>
      </p:sp>
      <p:sp>
        <p:nvSpPr>
          <p:cNvPr id="7" name="Rounded Rectangle 22">
            <a:extLst>
              <a:ext uri="{FF2B5EF4-FFF2-40B4-BE49-F238E27FC236}">
                <a16:creationId xmlns:a16="http://schemas.microsoft.com/office/drawing/2014/main" id="{EA68E7AA-BBA8-6D7A-3EB4-6FA2894EFD16}"/>
              </a:ext>
            </a:extLst>
          </p:cNvPr>
          <p:cNvSpPr/>
          <p:nvPr/>
        </p:nvSpPr>
        <p:spPr>
          <a:xfrm>
            <a:off x="7115473" y="2981105"/>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 live</a:t>
            </a:r>
          </a:p>
        </p:txBody>
      </p:sp>
    </p:spTree>
    <p:extLst>
      <p:ext uri="{BB962C8B-B14F-4D97-AF65-F5344CB8AC3E}">
        <p14:creationId xmlns:p14="http://schemas.microsoft.com/office/powerpoint/2010/main" val="3097502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0">
            <a:extLst>
              <a:ext uri="{FF2B5EF4-FFF2-40B4-BE49-F238E27FC236}">
                <a16:creationId xmlns:a16="http://schemas.microsoft.com/office/drawing/2014/main" id="{7776502F-2CBB-C23D-B596-AAF182CF5980}"/>
              </a:ext>
            </a:extLst>
          </p:cNvPr>
          <p:cNvSpPr/>
          <p:nvPr/>
        </p:nvSpPr>
        <p:spPr>
          <a:xfrm>
            <a:off x="4291205" y="3098799"/>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entry</a:t>
            </a:r>
          </a:p>
        </p:txBody>
      </p:sp>
      <p:sp>
        <p:nvSpPr>
          <p:cNvPr id="5" name="Rounded Rectangle 21">
            <a:extLst>
              <a:ext uri="{FF2B5EF4-FFF2-40B4-BE49-F238E27FC236}">
                <a16:creationId xmlns:a16="http://schemas.microsoft.com/office/drawing/2014/main" id="{A612D8A5-5ECF-C3A2-5E91-3057046BD175}"/>
              </a:ext>
            </a:extLst>
          </p:cNvPr>
          <p:cNvSpPr/>
          <p:nvPr/>
        </p:nvSpPr>
        <p:spPr>
          <a:xfrm>
            <a:off x="6230002" y="3098799"/>
            <a:ext cx="1399902"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processing</a:t>
            </a:r>
          </a:p>
        </p:txBody>
      </p:sp>
      <p:sp>
        <p:nvSpPr>
          <p:cNvPr id="7" name="Rounded Rectangle 22">
            <a:extLst>
              <a:ext uri="{FF2B5EF4-FFF2-40B4-BE49-F238E27FC236}">
                <a16:creationId xmlns:a16="http://schemas.microsoft.com/office/drawing/2014/main" id="{65164C9C-2BEE-37FE-7F30-7FBE863CC23D}"/>
              </a:ext>
            </a:extLst>
          </p:cNvPr>
          <p:cNvSpPr/>
          <p:nvPr/>
        </p:nvSpPr>
        <p:spPr>
          <a:xfrm>
            <a:off x="8419171" y="3098799"/>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 live</a:t>
            </a:r>
          </a:p>
        </p:txBody>
      </p:sp>
      <p:sp>
        <p:nvSpPr>
          <p:cNvPr id="9" name="Rounded Rectangle 23">
            <a:extLst>
              <a:ext uri="{FF2B5EF4-FFF2-40B4-BE49-F238E27FC236}">
                <a16:creationId xmlns:a16="http://schemas.microsoft.com/office/drawing/2014/main" id="{5F694ED4-2D40-6B3B-74F8-C23023A2CBAB}"/>
              </a:ext>
            </a:extLst>
          </p:cNvPr>
          <p:cNvSpPr/>
          <p:nvPr/>
        </p:nvSpPr>
        <p:spPr>
          <a:xfrm>
            <a:off x="2109708" y="3098798"/>
            <a:ext cx="1149531" cy="1053737"/>
          </a:xfrm>
          <a:prstGeom prst="roundRect">
            <a:avLst/>
          </a:prstGeom>
          <a:solidFill>
            <a:schemeClr val="accent1">
              <a:lumMod val="20000"/>
              <a:lumOff val="80000"/>
            </a:schemeClr>
          </a:solidFill>
          <a:ln>
            <a:solidFill>
              <a:schemeClr val="accent1">
                <a:lumMod val="60000"/>
                <a:lumOff val="40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ffectLst>
                  <a:glow rad="25400">
                    <a:schemeClr val="accent1">
                      <a:alpha val="63000"/>
                    </a:schemeClr>
                  </a:glow>
                </a:effectLst>
              </a:rPr>
              <a:t>import Matrix</a:t>
            </a:r>
          </a:p>
        </p:txBody>
      </p:sp>
    </p:spTree>
    <p:extLst>
      <p:ext uri="{BB962C8B-B14F-4D97-AF65-F5344CB8AC3E}">
        <p14:creationId xmlns:p14="http://schemas.microsoft.com/office/powerpoint/2010/main" val="2973103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A8296AC9-BB34-EEFD-E3B2-540E5D29062E}"/>
              </a:ext>
            </a:extLst>
          </p:cNvPr>
          <p:cNvSpPr/>
          <p:nvPr/>
        </p:nvSpPr>
        <p:spPr>
          <a:xfrm>
            <a:off x="497078" y="2169209"/>
            <a:ext cx="9361025" cy="404819"/>
          </a:xfrm>
          <a:custGeom>
            <a:avLst/>
            <a:gdLst>
              <a:gd name="csX0" fmla="*/ 0 w 9379132"/>
              <a:gd name="csY0" fmla="*/ 610316 h 610316"/>
              <a:gd name="csX1" fmla="*/ 2673532 w 9379132"/>
              <a:gd name="csY1" fmla="*/ 87802 h 610316"/>
              <a:gd name="csX2" fmla="*/ 9379132 w 9379132"/>
              <a:gd name="csY2" fmla="*/ 716 h 610316"/>
              <a:gd name="csX3" fmla="*/ 9379132 w 9379132"/>
              <a:gd name="csY3" fmla="*/ 716 h 610316"/>
              <a:gd name="csX0" fmla="*/ 0 w 9379132"/>
              <a:gd name="csY0" fmla="*/ 610316 h 610316"/>
              <a:gd name="csX1" fmla="*/ 2673532 w 9379132"/>
              <a:gd name="csY1" fmla="*/ 87802 h 610316"/>
              <a:gd name="csX2" fmla="*/ 9379132 w 9379132"/>
              <a:gd name="csY2" fmla="*/ 716 h 610316"/>
              <a:gd name="csX3" fmla="*/ 9379132 w 9379132"/>
              <a:gd name="csY3" fmla="*/ 716 h 610316"/>
              <a:gd name="csX0" fmla="*/ 0 w 9379132"/>
              <a:gd name="csY0" fmla="*/ 609600 h 609600"/>
              <a:gd name="csX1" fmla="*/ 2673532 w 9379132"/>
              <a:gd name="csY1" fmla="*/ 87086 h 609600"/>
              <a:gd name="csX2" fmla="*/ 9379132 w 9379132"/>
              <a:gd name="csY2" fmla="*/ 0 h 609600"/>
              <a:gd name="csX3" fmla="*/ 9379132 w 9379132"/>
              <a:gd name="csY3" fmla="*/ 0 h 609600"/>
              <a:gd name="csX0" fmla="*/ 0 w 9379132"/>
              <a:gd name="csY0" fmla="*/ 730744 h 730744"/>
              <a:gd name="csX1" fmla="*/ 2673532 w 9379132"/>
              <a:gd name="csY1" fmla="*/ 0 h 730744"/>
              <a:gd name="csX2" fmla="*/ 9379132 w 9379132"/>
              <a:gd name="csY2" fmla="*/ 121144 h 730744"/>
              <a:gd name="csX3" fmla="*/ 9379132 w 9379132"/>
              <a:gd name="csY3" fmla="*/ 121144 h 730744"/>
              <a:gd name="csX0" fmla="*/ 0 w 9379132"/>
              <a:gd name="csY0" fmla="*/ 730744 h 730744"/>
              <a:gd name="csX1" fmla="*/ 2673532 w 9379132"/>
              <a:gd name="csY1" fmla="*/ 0 h 730744"/>
              <a:gd name="csX2" fmla="*/ 9379132 w 9379132"/>
              <a:gd name="csY2" fmla="*/ 121144 h 730744"/>
              <a:gd name="csX3" fmla="*/ 9379132 w 9379132"/>
              <a:gd name="csY3" fmla="*/ 30609 h 730744"/>
              <a:gd name="csX0" fmla="*/ 0 w 9379132"/>
              <a:gd name="csY0" fmla="*/ 730744 h 730744"/>
              <a:gd name="csX1" fmla="*/ 2673532 w 9379132"/>
              <a:gd name="csY1" fmla="*/ 0 h 730744"/>
              <a:gd name="csX2" fmla="*/ 9379132 w 9379132"/>
              <a:gd name="csY2" fmla="*/ 121144 h 730744"/>
              <a:gd name="csX0" fmla="*/ 0 w 9361025"/>
              <a:gd name="csY0" fmla="*/ 404819 h 404819"/>
              <a:gd name="csX1" fmla="*/ 2655425 w 9361025"/>
              <a:gd name="csY1" fmla="*/ 0 h 404819"/>
              <a:gd name="csX2" fmla="*/ 9361025 w 9361025"/>
              <a:gd name="csY2" fmla="*/ 121144 h 404819"/>
            </a:gdLst>
            <a:ahLst/>
            <a:cxnLst>
              <a:cxn ang="0">
                <a:pos x="csX0" y="csY0"/>
              </a:cxn>
              <a:cxn ang="0">
                <a:pos x="csX1" y="csY1"/>
              </a:cxn>
              <a:cxn ang="0">
                <a:pos x="csX2" y="csY2"/>
              </a:cxn>
            </a:cxnLst>
            <a:rect l="l" t="t" r="r" b="b"/>
            <a:pathLst>
              <a:path w="9361025" h="404819">
                <a:moveTo>
                  <a:pt x="0" y="404819"/>
                </a:moveTo>
                <a:cubicBezTo>
                  <a:pt x="825136" y="385950"/>
                  <a:pt x="1379619" y="14514"/>
                  <a:pt x="2655425" y="0"/>
                </a:cubicBezTo>
                <a:lnTo>
                  <a:pt x="9361025" y="121144"/>
                </a:lnTo>
              </a:path>
            </a:pathLst>
          </a:custGeom>
          <a:noFill/>
          <a:ln>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C302E816-2173-182E-66C8-EE6A447DF21D}"/>
              </a:ext>
            </a:extLst>
          </p:cNvPr>
          <p:cNvSpPr/>
          <p:nvPr/>
        </p:nvSpPr>
        <p:spPr>
          <a:xfrm>
            <a:off x="502169" y="2580548"/>
            <a:ext cx="9355933" cy="49441"/>
          </a:xfrm>
          <a:custGeom>
            <a:avLst/>
            <a:gdLst>
              <a:gd name="csX0" fmla="*/ 0 w 9293902"/>
              <a:gd name="csY0" fmla="*/ 374781 h 540055"/>
              <a:gd name="csX1" fmla="*/ 2638269 w 9293902"/>
              <a:gd name="csY1" fmla="*/ 74977 h 540055"/>
              <a:gd name="csX2" fmla="*/ 4257207 w 9293902"/>
              <a:gd name="csY2" fmla="*/ 502197 h 540055"/>
              <a:gd name="csX3" fmla="*/ 6048532 w 9293902"/>
              <a:gd name="csY3" fmla="*/ 26 h 540055"/>
              <a:gd name="csX4" fmla="*/ 7337686 w 9293902"/>
              <a:gd name="csY4" fmla="*/ 479712 h 540055"/>
              <a:gd name="csX5" fmla="*/ 9293902 w 9293902"/>
              <a:gd name="csY5" fmla="*/ 517187 h 540055"/>
              <a:gd name="csX0" fmla="*/ 0 w 9293902"/>
              <a:gd name="csY0" fmla="*/ 374781 h 540055"/>
              <a:gd name="csX1" fmla="*/ 2638269 w 9293902"/>
              <a:gd name="csY1" fmla="*/ 74977 h 540055"/>
              <a:gd name="csX2" fmla="*/ 4257207 w 9293902"/>
              <a:gd name="csY2" fmla="*/ 502197 h 540055"/>
              <a:gd name="csX3" fmla="*/ 6048532 w 9293902"/>
              <a:gd name="csY3" fmla="*/ 26 h 540055"/>
              <a:gd name="csX4" fmla="*/ 7337686 w 9293902"/>
              <a:gd name="csY4" fmla="*/ 479712 h 540055"/>
              <a:gd name="csX5" fmla="*/ 9293902 w 9293902"/>
              <a:gd name="csY5" fmla="*/ 517187 h 540055"/>
              <a:gd name="csX0" fmla="*/ 0 w 9293902"/>
              <a:gd name="csY0" fmla="*/ 300894 h 466168"/>
              <a:gd name="csX1" fmla="*/ 2638269 w 9293902"/>
              <a:gd name="csY1" fmla="*/ 1090 h 466168"/>
              <a:gd name="csX2" fmla="*/ 4257207 w 9293902"/>
              <a:gd name="csY2" fmla="*/ 428310 h 466168"/>
              <a:gd name="csX3" fmla="*/ 6048532 w 9293902"/>
              <a:gd name="csY3" fmla="*/ 377484 h 466168"/>
              <a:gd name="csX4" fmla="*/ 7337686 w 9293902"/>
              <a:gd name="csY4" fmla="*/ 405825 h 466168"/>
              <a:gd name="csX5" fmla="*/ 9293902 w 9293902"/>
              <a:gd name="csY5" fmla="*/ 443300 h 466168"/>
              <a:gd name="csX0" fmla="*/ 0 w 9293902"/>
              <a:gd name="csY0" fmla="*/ 58798 h 224072"/>
              <a:gd name="csX1" fmla="*/ 2638269 w 9293902"/>
              <a:gd name="csY1" fmla="*/ 5185 h 224072"/>
              <a:gd name="csX2" fmla="*/ 4257207 w 9293902"/>
              <a:gd name="csY2" fmla="*/ 186214 h 224072"/>
              <a:gd name="csX3" fmla="*/ 6048532 w 9293902"/>
              <a:gd name="csY3" fmla="*/ 135388 h 224072"/>
              <a:gd name="csX4" fmla="*/ 7337686 w 9293902"/>
              <a:gd name="csY4" fmla="*/ 163729 h 224072"/>
              <a:gd name="csX5" fmla="*/ 9293902 w 9293902"/>
              <a:gd name="csY5" fmla="*/ 201204 h 224072"/>
            </a:gdLst>
            <a:ahLst/>
            <a:cxnLst>
              <a:cxn ang="0">
                <a:pos x="csX0" y="csY0"/>
              </a:cxn>
              <a:cxn ang="0">
                <a:pos x="csX1" y="csY1"/>
              </a:cxn>
              <a:cxn ang="0">
                <a:pos x="csX2" y="csY2"/>
              </a:cxn>
              <a:cxn ang="0">
                <a:pos x="csX3" y="csY3"/>
              </a:cxn>
              <a:cxn ang="0">
                <a:pos x="csX4" y="csY4"/>
              </a:cxn>
              <a:cxn ang="0">
                <a:pos x="csX5" y="csY5"/>
              </a:cxn>
            </a:cxnLst>
            <a:rect l="l" t="t" r="r" b="b"/>
            <a:pathLst>
              <a:path w="9293902" h="224072">
                <a:moveTo>
                  <a:pt x="0" y="58798"/>
                </a:moveTo>
                <a:cubicBezTo>
                  <a:pt x="964367" y="33189"/>
                  <a:pt x="1928735" y="-16051"/>
                  <a:pt x="2638269" y="5185"/>
                </a:cubicBezTo>
                <a:cubicBezTo>
                  <a:pt x="3347804" y="26421"/>
                  <a:pt x="3688830" y="164514"/>
                  <a:pt x="4257207" y="186214"/>
                </a:cubicBezTo>
                <a:lnTo>
                  <a:pt x="6048532" y="135388"/>
                </a:lnTo>
                <a:cubicBezTo>
                  <a:pt x="6561945" y="131641"/>
                  <a:pt x="6796791" y="77536"/>
                  <a:pt x="7337686" y="163729"/>
                </a:cubicBezTo>
                <a:cubicBezTo>
                  <a:pt x="7878581" y="249923"/>
                  <a:pt x="8586241" y="225563"/>
                  <a:pt x="9293902" y="201204"/>
                </a:cubicBezTo>
              </a:path>
            </a:pathLst>
          </a:custGeom>
          <a:noFill/>
          <a:ln>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83976A62-1C39-F45B-7BFF-46D9B9EE5FD4}"/>
              </a:ext>
            </a:extLst>
          </p:cNvPr>
          <p:cNvSpPr/>
          <p:nvPr/>
        </p:nvSpPr>
        <p:spPr>
          <a:xfrm>
            <a:off x="488739" y="2583727"/>
            <a:ext cx="9331378" cy="532076"/>
          </a:xfrm>
          <a:custGeom>
            <a:avLst/>
            <a:gdLst>
              <a:gd name="csX0" fmla="*/ 0 w 9331377"/>
              <a:gd name="csY0" fmla="*/ 0 h 352269"/>
              <a:gd name="csX1" fmla="*/ 4302177 w 9331377"/>
              <a:gd name="csY1" fmla="*/ 314793 h 352269"/>
              <a:gd name="csX2" fmla="*/ 7442617 w 9331377"/>
              <a:gd name="csY2" fmla="*/ 329783 h 352269"/>
              <a:gd name="csX3" fmla="*/ 9331377 w 9331377"/>
              <a:gd name="csY3" fmla="*/ 352269 h 352269"/>
              <a:gd name="csX0" fmla="*/ 0 w 9331377"/>
              <a:gd name="csY0" fmla="*/ 4074 h 356343"/>
              <a:gd name="csX1" fmla="*/ 4302177 w 9331377"/>
              <a:gd name="csY1" fmla="*/ 318867 h 356343"/>
              <a:gd name="csX2" fmla="*/ 7442617 w 9331377"/>
              <a:gd name="csY2" fmla="*/ 333857 h 356343"/>
              <a:gd name="csX3" fmla="*/ 9331377 w 9331377"/>
              <a:gd name="csY3" fmla="*/ 356343 h 356343"/>
              <a:gd name="csX0" fmla="*/ 0 w 9331377"/>
              <a:gd name="csY0" fmla="*/ 3531 h 355800"/>
              <a:gd name="csX1" fmla="*/ 4302177 w 9331377"/>
              <a:gd name="csY1" fmla="*/ 318324 h 355800"/>
              <a:gd name="csX2" fmla="*/ 7442617 w 9331377"/>
              <a:gd name="csY2" fmla="*/ 333314 h 355800"/>
              <a:gd name="csX3" fmla="*/ 9331377 w 9331377"/>
              <a:gd name="csY3" fmla="*/ 355800 h 355800"/>
              <a:gd name="csX0" fmla="*/ 0 w 9340431"/>
              <a:gd name="csY0" fmla="*/ 3531 h 333576"/>
              <a:gd name="csX1" fmla="*/ 4302177 w 9340431"/>
              <a:gd name="csY1" fmla="*/ 318324 h 333576"/>
              <a:gd name="csX2" fmla="*/ 7442617 w 9340431"/>
              <a:gd name="csY2" fmla="*/ 333314 h 333576"/>
              <a:gd name="csX3" fmla="*/ 9340431 w 9340431"/>
              <a:gd name="csY3" fmla="*/ 192838 h 333576"/>
              <a:gd name="csX0" fmla="*/ 0 w 9340431"/>
              <a:gd name="csY0" fmla="*/ 3531 h 318324"/>
              <a:gd name="csX1" fmla="*/ 4302177 w 9340431"/>
              <a:gd name="csY1" fmla="*/ 318324 h 318324"/>
              <a:gd name="csX2" fmla="*/ 7451671 w 9340431"/>
              <a:gd name="csY2" fmla="*/ 188458 h 318324"/>
              <a:gd name="csX3" fmla="*/ 9340431 w 9340431"/>
              <a:gd name="csY3" fmla="*/ 192838 h 318324"/>
              <a:gd name="csX0" fmla="*/ 0 w 9340431"/>
              <a:gd name="csY0" fmla="*/ 4768 h 219973"/>
              <a:gd name="csX1" fmla="*/ 4293124 w 9340431"/>
              <a:gd name="csY1" fmla="*/ 219973 h 219973"/>
              <a:gd name="csX2" fmla="*/ 7451671 w 9340431"/>
              <a:gd name="csY2" fmla="*/ 189695 h 219973"/>
              <a:gd name="csX3" fmla="*/ 9340431 w 9340431"/>
              <a:gd name="csY3" fmla="*/ 194075 h 219973"/>
              <a:gd name="csX0" fmla="*/ 0 w 9331378"/>
              <a:gd name="csY0" fmla="*/ 2253 h 534329"/>
              <a:gd name="csX1" fmla="*/ 4284071 w 9331378"/>
              <a:gd name="csY1" fmla="*/ 534329 h 534329"/>
              <a:gd name="csX2" fmla="*/ 7442618 w 9331378"/>
              <a:gd name="csY2" fmla="*/ 504051 h 534329"/>
              <a:gd name="csX3" fmla="*/ 9331378 w 9331378"/>
              <a:gd name="csY3" fmla="*/ 508431 h 534329"/>
              <a:gd name="csX0" fmla="*/ 0 w 9331378"/>
              <a:gd name="csY0" fmla="*/ 0 h 532076"/>
              <a:gd name="csX1" fmla="*/ 4284071 w 9331378"/>
              <a:gd name="csY1" fmla="*/ 532076 h 532076"/>
              <a:gd name="csX2" fmla="*/ 7442618 w 9331378"/>
              <a:gd name="csY2" fmla="*/ 501798 h 532076"/>
              <a:gd name="csX3" fmla="*/ 9331378 w 9331378"/>
              <a:gd name="csY3" fmla="*/ 506178 h 532076"/>
              <a:gd name="csX0" fmla="*/ 0 w 9331378"/>
              <a:gd name="csY0" fmla="*/ 0 h 532076"/>
              <a:gd name="csX1" fmla="*/ 4284071 w 9331378"/>
              <a:gd name="csY1" fmla="*/ 532076 h 532076"/>
              <a:gd name="csX2" fmla="*/ 7442618 w 9331378"/>
              <a:gd name="csY2" fmla="*/ 501798 h 532076"/>
              <a:gd name="csX3" fmla="*/ 9331378 w 9331378"/>
              <a:gd name="csY3" fmla="*/ 506178 h 532076"/>
            </a:gdLst>
            <a:ahLst/>
            <a:cxnLst>
              <a:cxn ang="0">
                <a:pos x="csX0" y="csY0"/>
              </a:cxn>
              <a:cxn ang="0">
                <a:pos x="csX1" y="csY1"/>
              </a:cxn>
              <a:cxn ang="0">
                <a:pos x="csX2" y="csY2"/>
              </a:cxn>
              <a:cxn ang="0">
                <a:pos x="csX3" y="csY3"/>
              </a:cxn>
            </a:cxnLst>
            <a:rect l="l" t="t" r="r" b="b"/>
            <a:pathLst>
              <a:path w="9331378" h="532076">
                <a:moveTo>
                  <a:pt x="0" y="0"/>
                </a:moveTo>
                <a:cubicBezTo>
                  <a:pt x="1503710" y="192917"/>
                  <a:pt x="3043635" y="529578"/>
                  <a:pt x="4284071" y="532076"/>
                </a:cubicBezTo>
                <a:lnTo>
                  <a:pt x="7442618" y="501798"/>
                </a:lnTo>
                <a:lnTo>
                  <a:pt x="9331378" y="506178"/>
                </a:lnTo>
              </a:path>
            </a:pathLst>
          </a:custGeom>
          <a:noFill/>
          <a:ln>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12BF3D80-DCEA-A892-D066-0414F7B308BB}"/>
              </a:ext>
            </a:extLst>
          </p:cNvPr>
          <p:cNvSpPr/>
          <p:nvPr/>
        </p:nvSpPr>
        <p:spPr>
          <a:xfrm>
            <a:off x="4436061" y="5479861"/>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entry</a:t>
            </a:r>
          </a:p>
        </p:txBody>
      </p:sp>
      <p:sp>
        <p:nvSpPr>
          <p:cNvPr id="22" name="Rounded Rectangle 21">
            <a:extLst>
              <a:ext uri="{FF2B5EF4-FFF2-40B4-BE49-F238E27FC236}">
                <a16:creationId xmlns:a16="http://schemas.microsoft.com/office/drawing/2014/main" id="{EF77302F-463C-D8A1-AF65-A973CB8EAD73}"/>
              </a:ext>
            </a:extLst>
          </p:cNvPr>
          <p:cNvSpPr/>
          <p:nvPr/>
        </p:nvSpPr>
        <p:spPr>
          <a:xfrm>
            <a:off x="6374858" y="5479861"/>
            <a:ext cx="1399902"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processing</a:t>
            </a:r>
          </a:p>
        </p:txBody>
      </p:sp>
      <p:sp>
        <p:nvSpPr>
          <p:cNvPr id="23" name="Rounded Rectangle 22">
            <a:extLst>
              <a:ext uri="{FF2B5EF4-FFF2-40B4-BE49-F238E27FC236}">
                <a16:creationId xmlns:a16="http://schemas.microsoft.com/office/drawing/2014/main" id="{8314C85B-945C-E861-2BC5-A1885CF5ED79}"/>
              </a:ext>
            </a:extLst>
          </p:cNvPr>
          <p:cNvSpPr/>
          <p:nvPr/>
        </p:nvSpPr>
        <p:spPr>
          <a:xfrm>
            <a:off x="8564027" y="5479861"/>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 live</a:t>
            </a:r>
          </a:p>
        </p:txBody>
      </p:sp>
      <p:sp>
        <p:nvSpPr>
          <p:cNvPr id="24" name="Rounded Rectangle 23">
            <a:extLst>
              <a:ext uri="{FF2B5EF4-FFF2-40B4-BE49-F238E27FC236}">
                <a16:creationId xmlns:a16="http://schemas.microsoft.com/office/drawing/2014/main" id="{035CBC25-499B-7D85-CBE0-FBCBCA1697EC}"/>
              </a:ext>
            </a:extLst>
          </p:cNvPr>
          <p:cNvSpPr/>
          <p:nvPr/>
        </p:nvSpPr>
        <p:spPr>
          <a:xfrm>
            <a:off x="2254564" y="5479860"/>
            <a:ext cx="1149531" cy="1053737"/>
          </a:xfrm>
          <a:prstGeom prst="roundRect">
            <a:avLst/>
          </a:prstGeom>
          <a:solidFill>
            <a:schemeClr val="accent1">
              <a:lumMod val="20000"/>
              <a:lumOff val="80000"/>
            </a:schemeClr>
          </a:solidFill>
          <a:ln>
            <a:solidFill>
              <a:schemeClr val="accent1">
                <a:lumMod val="60000"/>
                <a:lumOff val="40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ffectLst>
                  <a:glow rad="25400">
                    <a:schemeClr val="accent1">
                      <a:alpha val="63000"/>
                    </a:schemeClr>
                  </a:glow>
                </a:effectLst>
              </a:rPr>
              <a:t>import Matrix</a:t>
            </a:r>
          </a:p>
        </p:txBody>
      </p:sp>
      <p:sp>
        <p:nvSpPr>
          <p:cNvPr id="25" name="Right Bracket 24">
            <a:extLst>
              <a:ext uri="{FF2B5EF4-FFF2-40B4-BE49-F238E27FC236}">
                <a16:creationId xmlns:a16="http://schemas.microsoft.com/office/drawing/2014/main" id="{ACD7BB25-0652-2ECD-79C2-5E1D315266DC}"/>
              </a:ext>
            </a:extLst>
          </p:cNvPr>
          <p:cNvSpPr/>
          <p:nvPr/>
        </p:nvSpPr>
        <p:spPr>
          <a:xfrm rot="5400000">
            <a:off x="3885689" y="2377240"/>
            <a:ext cx="118872" cy="2769614"/>
          </a:xfrm>
          <a:prstGeom prst="rightBracket">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Right Bracket 25">
            <a:extLst>
              <a:ext uri="{FF2B5EF4-FFF2-40B4-BE49-F238E27FC236}">
                <a16:creationId xmlns:a16="http://schemas.microsoft.com/office/drawing/2014/main" id="{4458D86A-48AB-CFE9-95E7-8FAE43E60475}"/>
              </a:ext>
            </a:extLst>
          </p:cNvPr>
          <p:cNvSpPr/>
          <p:nvPr/>
        </p:nvSpPr>
        <p:spPr>
          <a:xfrm rot="5400000">
            <a:off x="7015373" y="2415337"/>
            <a:ext cx="118872" cy="2769614"/>
          </a:xfrm>
          <a:prstGeom prst="rightBracket">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B8B6D10-622E-220E-561F-F9C5EE1770B6}"/>
              </a:ext>
            </a:extLst>
          </p:cNvPr>
          <p:cNvCxnSpPr/>
          <p:nvPr/>
        </p:nvCxnSpPr>
        <p:spPr>
          <a:xfrm flipH="1" flipV="1">
            <a:off x="4188822" y="4070195"/>
            <a:ext cx="822004" cy="1059366"/>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71FAF04-2C9C-BA75-C39B-567666F3C9BB}"/>
              </a:ext>
            </a:extLst>
          </p:cNvPr>
          <p:cNvCxnSpPr/>
          <p:nvPr/>
        </p:nvCxnSpPr>
        <p:spPr>
          <a:xfrm flipV="1">
            <a:off x="7074809" y="4092498"/>
            <a:ext cx="0" cy="1092819"/>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8644881F-C1ED-9FC6-4367-A925F3C613E7}"/>
              </a:ext>
            </a:extLst>
          </p:cNvPr>
          <p:cNvSpPr/>
          <p:nvPr/>
        </p:nvSpPr>
        <p:spPr>
          <a:xfrm>
            <a:off x="2560319" y="2041643"/>
            <a:ext cx="1158240" cy="727683"/>
          </a:xfrm>
          <a:prstGeom prst="roundRect">
            <a:avLst/>
          </a:prstGeom>
          <a:solidFill>
            <a:srgbClr val="156082">
              <a:alpha val="9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monitoring data entered</a:t>
            </a:r>
          </a:p>
        </p:txBody>
      </p:sp>
      <p:sp>
        <p:nvSpPr>
          <p:cNvPr id="3" name="Rounded Rectangle 2">
            <a:extLst>
              <a:ext uri="{FF2B5EF4-FFF2-40B4-BE49-F238E27FC236}">
                <a16:creationId xmlns:a16="http://schemas.microsoft.com/office/drawing/2014/main" id="{708E5B5B-550F-C2DA-4A04-4B83E03956E3}"/>
              </a:ext>
            </a:extLst>
          </p:cNvPr>
          <p:cNvSpPr/>
          <p:nvPr/>
        </p:nvSpPr>
        <p:spPr>
          <a:xfrm>
            <a:off x="4188822" y="2381795"/>
            <a:ext cx="1158240" cy="1053737"/>
          </a:xfrm>
          <a:prstGeom prst="roundRect">
            <a:avLst/>
          </a:prstGeom>
          <a:solidFill>
            <a:srgbClr val="156082">
              <a:alpha val="9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new planting, </a:t>
            </a:r>
            <a:r>
              <a:rPr lang="en-US" sz="1200" dirty="0" err="1"/>
              <a:t>donor_site</a:t>
            </a:r>
            <a:r>
              <a:rPr lang="en-US" sz="1200" dirty="0"/>
              <a:t>, </a:t>
            </a:r>
            <a:r>
              <a:rPr lang="en-US" sz="1200" dirty="0" err="1"/>
              <a:t>etc</a:t>
            </a:r>
            <a:r>
              <a:rPr lang="en-US" sz="1200" dirty="0"/>
              <a:t> data</a:t>
            </a:r>
          </a:p>
        </p:txBody>
      </p:sp>
      <p:sp>
        <p:nvSpPr>
          <p:cNvPr id="6" name="Rounded Rectangle 5">
            <a:extLst>
              <a:ext uri="{FF2B5EF4-FFF2-40B4-BE49-F238E27FC236}">
                <a16:creationId xmlns:a16="http://schemas.microsoft.com/office/drawing/2014/main" id="{BD71BD08-FC46-D311-1D22-A638B4CD70DB}"/>
              </a:ext>
            </a:extLst>
          </p:cNvPr>
          <p:cNvSpPr/>
          <p:nvPr/>
        </p:nvSpPr>
        <p:spPr>
          <a:xfrm>
            <a:off x="5956662" y="2057436"/>
            <a:ext cx="1158240" cy="727683"/>
          </a:xfrm>
          <a:prstGeom prst="roundRect">
            <a:avLst/>
          </a:prstGeom>
          <a:solidFill>
            <a:srgbClr val="156082">
              <a:alpha val="9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make graphs</a:t>
            </a:r>
          </a:p>
        </p:txBody>
      </p:sp>
      <p:sp>
        <p:nvSpPr>
          <p:cNvPr id="7" name="Rounded Rectangle 6">
            <a:extLst>
              <a:ext uri="{FF2B5EF4-FFF2-40B4-BE49-F238E27FC236}">
                <a16:creationId xmlns:a16="http://schemas.microsoft.com/office/drawing/2014/main" id="{BA8D85C8-F443-EC89-1265-FD3082CB0B0D}"/>
              </a:ext>
            </a:extLst>
          </p:cNvPr>
          <p:cNvSpPr/>
          <p:nvPr/>
        </p:nvSpPr>
        <p:spPr>
          <a:xfrm>
            <a:off x="7280364" y="2400300"/>
            <a:ext cx="1158240" cy="1028699"/>
          </a:xfrm>
          <a:prstGeom prst="roundRect">
            <a:avLst/>
          </a:prstGeom>
          <a:solidFill>
            <a:srgbClr val="156082">
              <a:alpha val="9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make View</a:t>
            </a:r>
          </a:p>
        </p:txBody>
      </p:sp>
    </p:spTree>
    <p:extLst>
      <p:ext uri="{BB962C8B-B14F-4D97-AF65-F5344CB8AC3E}">
        <p14:creationId xmlns:p14="http://schemas.microsoft.com/office/powerpoint/2010/main" val="596241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EAB5-9635-78B3-D316-00FB80FF7CBF}"/>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C2250C06-0C38-0623-21C1-675716F429A7}"/>
              </a:ext>
            </a:extLst>
          </p:cNvPr>
          <p:cNvSpPr/>
          <p:nvPr/>
        </p:nvSpPr>
        <p:spPr>
          <a:xfrm>
            <a:off x="4247579" y="2141086"/>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entry</a:t>
            </a:r>
          </a:p>
        </p:txBody>
      </p:sp>
      <p:sp>
        <p:nvSpPr>
          <p:cNvPr id="22" name="Rounded Rectangle 21">
            <a:extLst>
              <a:ext uri="{FF2B5EF4-FFF2-40B4-BE49-F238E27FC236}">
                <a16:creationId xmlns:a16="http://schemas.microsoft.com/office/drawing/2014/main" id="{0274040D-ACEA-29D3-730A-684ADEF85A13}"/>
              </a:ext>
            </a:extLst>
          </p:cNvPr>
          <p:cNvSpPr/>
          <p:nvPr/>
        </p:nvSpPr>
        <p:spPr>
          <a:xfrm>
            <a:off x="6129081" y="2141086"/>
            <a:ext cx="1399902"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make monitoring graphs</a:t>
            </a:r>
          </a:p>
        </p:txBody>
      </p:sp>
      <p:sp>
        <p:nvSpPr>
          <p:cNvPr id="23" name="Rounded Rectangle 22">
            <a:extLst>
              <a:ext uri="{FF2B5EF4-FFF2-40B4-BE49-F238E27FC236}">
                <a16:creationId xmlns:a16="http://schemas.microsoft.com/office/drawing/2014/main" id="{727497E6-74A4-FFA3-3C36-821C1E39424E}"/>
              </a:ext>
            </a:extLst>
          </p:cNvPr>
          <p:cNvSpPr/>
          <p:nvPr/>
        </p:nvSpPr>
        <p:spPr>
          <a:xfrm>
            <a:off x="10392828" y="2141086"/>
            <a:ext cx="1149531"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 live</a:t>
            </a:r>
          </a:p>
        </p:txBody>
      </p:sp>
      <p:sp>
        <p:nvSpPr>
          <p:cNvPr id="24" name="Rounded Rectangle 23">
            <a:extLst>
              <a:ext uri="{FF2B5EF4-FFF2-40B4-BE49-F238E27FC236}">
                <a16:creationId xmlns:a16="http://schemas.microsoft.com/office/drawing/2014/main" id="{D826E8B6-FF10-9E83-368F-619C8FC9C760}"/>
              </a:ext>
            </a:extLst>
          </p:cNvPr>
          <p:cNvSpPr/>
          <p:nvPr/>
        </p:nvSpPr>
        <p:spPr>
          <a:xfrm>
            <a:off x="844347" y="2141086"/>
            <a:ext cx="1149531" cy="1053737"/>
          </a:xfrm>
          <a:prstGeom prst="roundRect">
            <a:avLst/>
          </a:prstGeom>
          <a:solidFill>
            <a:schemeClr val="accent1">
              <a:lumMod val="20000"/>
              <a:lumOff val="80000"/>
            </a:schemeClr>
          </a:solidFill>
          <a:ln>
            <a:solidFill>
              <a:schemeClr val="accent1">
                <a:lumMod val="60000"/>
                <a:lumOff val="40000"/>
              </a:schemeClr>
            </a:solidFill>
          </a:ln>
          <a:effectLst/>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effectLst/>
              </a:rPr>
              <a:t>import Matrix</a:t>
            </a:r>
          </a:p>
        </p:txBody>
      </p:sp>
      <p:sp>
        <p:nvSpPr>
          <p:cNvPr id="4" name="Rounded Rectangle 3">
            <a:extLst>
              <a:ext uri="{FF2B5EF4-FFF2-40B4-BE49-F238E27FC236}">
                <a16:creationId xmlns:a16="http://schemas.microsoft.com/office/drawing/2014/main" id="{7CFDA4C9-8801-68F4-CCD1-6553F29BD93F}"/>
              </a:ext>
            </a:extLst>
          </p:cNvPr>
          <p:cNvSpPr/>
          <p:nvPr/>
        </p:nvSpPr>
        <p:spPr>
          <a:xfrm>
            <a:off x="8260954" y="2141086"/>
            <a:ext cx="1399902" cy="1053737"/>
          </a:xfrm>
          <a:prstGeom prst="roundRect">
            <a:avLst/>
          </a:prstGeom>
          <a:scene3d>
            <a:camera prst="orthographicFront"/>
            <a:lightRig rig="threePt" dir="t"/>
          </a:scene3d>
          <a:sp3d>
            <a:bevelT h="1016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make QA database view</a:t>
            </a:r>
          </a:p>
        </p:txBody>
      </p:sp>
      <p:sp>
        <p:nvSpPr>
          <p:cNvPr id="11" name="TextBox 10">
            <a:extLst>
              <a:ext uri="{FF2B5EF4-FFF2-40B4-BE49-F238E27FC236}">
                <a16:creationId xmlns:a16="http://schemas.microsoft.com/office/drawing/2014/main" id="{17C56A05-7A9C-5FF9-D3E6-9DF0E7A63B6D}"/>
              </a:ext>
            </a:extLst>
          </p:cNvPr>
          <p:cNvSpPr txBox="1"/>
          <p:nvPr/>
        </p:nvSpPr>
        <p:spPr>
          <a:xfrm>
            <a:off x="844348" y="3657599"/>
            <a:ext cx="934684" cy="400110"/>
          </a:xfrm>
          <a:prstGeom prst="rect">
            <a:avLst/>
          </a:prstGeom>
          <a:noFill/>
        </p:spPr>
        <p:txBody>
          <a:bodyPr wrap="square" rtlCol="0">
            <a:spAutoFit/>
          </a:bodyPr>
          <a:lstStyle/>
          <a:p>
            <a:r>
              <a:rPr lang="en-US" sz="1000" dirty="0">
                <a:solidFill>
                  <a:schemeClr val="accent1"/>
                </a:solidFill>
              </a:rPr>
              <a:t>local Excel spreadsheet</a:t>
            </a:r>
          </a:p>
        </p:txBody>
      </p:sp>
      <p:sp>
        <p:nvSpPr>
          <p:cNvPr id="12" name="TextBox 11">
            <a:extLst>
              <a:ext uri="{FF2B5EF4-FFF2-40B4-BE49-F238E27FC236}">
                <a16:creationId xmlns:a16="http://schemas.microsoft.com/office/drawing/2014/main" id="{097A0951-22C6-5274-8BFC-D24C8F14700A}"/>
              </a:ext>
            </a:extLst>
          </p:cNvPr>
          <p:cNvSpPr txBox="1"/>
          <p:nvPr/>
        </p:nvSpPr>
        <p:spPr>
          <a:xfrm>
            <a:off x="6207695" y="3611433"/>
            <a:ext cx="934684" cy="246221"/>
          </a:xfrm>
          <a:prstGeom prst="rect">
            <a:avLst/>
          </a:prstGeom>
          <a:noFill/>
        </p:spPr>
        <p:txBody>
          <a:bodyPr wrap="square" rtlCol="0">
            <a:spAutoFit/>
          </a:bodyPr>
          <a:lstStyle/>
          <a:p>
            <a:r>
              <a:rPr lang="en-US" sz="1000" dirty="0">
                <a:solidFill>
                  <a:schemeClr val="accent2">
                    <a:lumMod val="75000"/>
                  </a:schemeClr>
                </a:solidFill>
              </a:rPr>
              <a:t>Online layers</a:t>
            </a:r>
          </a:p>
        </p:txBody>
      </p:sp>
      <p:sp>
        <p:nvSpPr>
          <p:cNvPr id="13" name="TextBox 12">
            <a:extLst>
              <a:ext uri="{FF2B5EF4-FFF2-40B4-BE49-F238E27FC236}">
                <a16:creationId xmlns:a16="http://schemas.microsoft.com/office/drawing/2014/main" id="{DFA75256-69FC-D505-3104-F1E9CBEDE5BB}"/>
              </a:ext>
            </a:extLst>
          </p:cNvPr>
          <p:cNvSpPr txBox="1"/>
          <p:nvPr/>
        </p:nvSpPr>
        <p:spPr>
          <a:xfrm>
            <a:off x="880692" y="4320430"/>
            <a:ext cx="934684" cy="400110"/>
          </a:xfrm>
          <a:prstGeom prst="rect">
            <a:avLst/>
          </a:prstGeom>
          <a:noFill/>
        </p:spPr>
        <p:txBody>
          <a:bodyPr wrap="square" rtlCol="0">
            <a:spAutoFit/>
          </a:bodyPr>
          <a:lstStyle/>
          <a:p>
            <a:r>
              <a:rPr lang="en-US" sz="1000" dirty="0">
                <a:solidFill>
                  <a:schemeClr val="accent1"/>
                </a:solidFill>
              </a:rPr>
              <a:t>local file geodatabase</a:t>
            </a:r>
          </a:p>
        </p:txBody>
      </p:sp>
      <p:sp>
        <p:nvSpPr>
          <p:cNvPr id="14" name="TextBox 13">
            <a:extLst>
              <a:ext uri="{FF2B5EF4-FFF2-40B4-BE49-F238E27FC236}">
                <a16:creationId xmlns:a16="http://schemas.microsoft.com/office/drawing/2014/main" id="{994E19BD-27C6-6902-7BBA-1748714E8087}"/>
              </a:ext>
            </a:extLst>
          </p:cNvPr>
          <p:cNvSpPr txBox="1"/>
          <p:nvPr/>
        </p:nvSpPr>
        <p:spPr>
          <a:xfrm>
            <a:off x="8345770" y="4811424"/>
            <a:ext cx="934684" cy="400110"/>
          </a:xfrm>
          <a:prstGeom prst="rect">
            <a:avLst/>
          </a:prstGeom>
          <a:noFill/>
        </p:spPr>
        <p:txBody>
          <a:bodyPr wrap="square" rtlCol="0">
            <a:spAutoFit/>
          </a:bodyPr>
          <a:lstStyle/>
          <a:p>
            <a:r>
              <a:rPr lang="en-US" sz="1000" dirty="0">
                <a:solidFill>
                  <a:schemeClr val="accent2">
                    <a:lumMod val="75000"/>
                  </a:schemeClr>
                </a:solidFill>
              </a:rPr>
              <a:t>Online layers (View)</a:t>
            </a:r>
          </a:p>
        </p:txBody>
      </p:sp>
      <p:sp>
        <p:nvSpPr>
          <p:cNvPr id="15" name="TextBox 14">
            <a:extLst>
              <a:ext uri="{FF2B5EF4-FFF2-40B4-BE49-F238E27FC236}">
                <a16:creationId xmlns:a16="http://schemas.microsoft.com/office/drawing/2014/main" id="{B533AEF0-66E1-6983-E318-B7510BA6B578}"/>
              </a:ext>
            </a:extLst>
          </p:cNvPr>
          <p:cNvSpPr txBox="1"/>
          <p:nvPr/>
        </p:nvSpPr>
        <p:spPr>
          <a:xfrm>
            <a:off x="10500251" y="3654477"/>
            <a:ext cx="934684" cy="1169551"/>
          </a:xfrm>
          <a:prstGeom prst="rect">
            <a:avLst/>
          </a:prstGeom>
          <a:noFill/>
        </p:spPr>
        <p:txBody>
          <a:bodyPr wrap="square" rtlCol="0">
            <a:spAutoFit/>
          </a:bodyPr>
          <a:lstStyle/>
          <a:p>
            <a:r>
              <a:rPr lang="en-US" sz="1000" dirty="0">
                <a:solidFill>
                  <a:schemeClr val="accent2">
                    <a:lumMod val="75000"/>
                  </a:schemeClr>
                </a:solidFill>
              </a:rPr>
              <a:t>Online layers (DEV)</a:t>
            </a:r>
          </a:p>
          <a:p>
            <a:endParaRPr lang="en-US" sz="1000" dirty="0">
              <a:solidFill>
                <a:schemeClr val="accent2">
                  <a:lumMod val="75000"/>
                </a:schemeClr>
              </a:solidFill>
            </a:endParaRPr>
          </a:p>
          <a:p>
            <a:endParaRPr lang="en-US" sz="1000" dirty="0">
              <a:solidFill>
                <a:schemeClr val="accent2">
                  <a:lumMod val="75000"/>
                </a:schemeClr>
              </a:solidFill>
            </a:endParaRPr>
          </a:p>
          <a:p>
            <a:endParaRPr lang="en-US" sz="1000" dirty="0">
              <a:solidFill>
                <a:schemeClr val="accent2">
                  <a:lumMod val="75000"/>
                </a:schemeClr>
              </a:solidFill>
            </a:endParaRPr>
          </a:p>
          <a:p>
            <a:r>
              <a:rPr lang="en-US" sz="1000" dirty="0">
                <a:solidFill>
                  <a:schemeClr val="accent2">
                    <a:lumMod val="75000"/>
                  </a:schemeClr>
                </a:solidFill>
              </a:rPr>
              <a:t> Online layers (PROD)</a:t>
            </a:r>
          </a:p>
        </p:txBody>
      </p:sp>
      <p:sp>
        <p:nvSpPr>
          <p:cNvPr id="16" name="TextBox 15">
            <a:extLst>
              <a:ext uri="{FF2B5EF4-FFF2-40B4-BE49-F238E27FC236}">
                <a16:creationId xmlns:a16="http://schemas.microsoft.com/office/drawing/2014/main" id="{0746D8E3-1652-5F2F-D849-7AECDA3B207A}"/>
              </a:ext>
            </a:extLst>
          </p:cNvPr>
          <p:cNvSpPr txBox="1"/>
          <p:nvPr/>
        </p:nvSpPr>
        <p:spPr>
          <a:xfrm>
            <a:off x="6191290" y="4903662"/>
            <a:ext cx="934684" cy="400110"/>
          </a:xfrm>
          <a:prstGeom prst="rect">
            <a:avLst/>
          </a:prstGeom>
          <a:noFill/>
        </p:spPr>
        <p:txBody>
          <a:bodyPr wrap="square" rtlCol="0">
            <a:spAutoFit/>
          </a:bodyPr>
          <a:lstStyle/>
          <a:p>
            <a:r>
              <a:rPr lang="en-US" sz="1000" dirty="0">
                <a:solidFill>
                  <a:schemeClr val="accent5">
                    <a:lumMod val="60000"/>
                    <a:lumOff val="40000"/>
                  </a:schemeClr>
                </a:solidFill>
              </a:rPr>
              <a:t>monitoring graphs on K:</a:t>
            </a:r>
          </a:p>
        </p:txBody>
      </p:sp>
      <p:sp>
        <p:nvSpPr>
          <p:cNvPr id="17" name="TextBox 16">
            <a:extLst>
              <a:ext uri="{FF2B5EF4-FFF2-40B4-BE49-F238E27FC236}">
                <a16:creationId xmlns:a16="http://schemas.microsoft.com/office/drawing/2014/main" id="{84E5050C-DB6A-E7A7-4401-90E1E372E006}"/>
              </a:ext>
            </a:extLst>
          </p:cNvPr>
          <p:cNvSpPr txBox="1"/>
          <p:nvPr/>
        </p:nvSpPr>
        <p:spPr>
          <a:xfrm>
            <a:off x="8345770" y="3611433"/>
            <a:ext cx="934684" cy="400110"/>
          </a:xfrm>
          <a:prstGeom prst="rect">
            <a:avLst/>
          </a:prstGeom>
          <a:noFill/>
        </p:spPr>
        <p:txBody>
          <a:bodyPr wrap="square" rtlCol="0">
            <a:spAutoFit/>
          </a:bodyPr>
          <a:lstStyle/>
          <a:p>
            <a:r>
              <a:rPr lang="en-US" sz="1000" dirty="0">
                <a:solidFill>
                  <a:schemeClr val="accent2">
                    <a:lumMod val="75000"/>
                  </a:schemeClr>
                </a:solidFill>
              </a:rPr>
              <a:t>Online layers (DB)</a:t>
            </a:r>
          </a:p>
        </p:txBody>
      </p:sp>
      <p:sp>
        <p:nvSpPr>
          <p:cNvPr id="18" name="TextBox 17">
            <a:extLst>
              <a:ext uri="{FF2B5EF4-FFF2-40B4-BE49-F238E27FC236}">
                <a16:creationId xmlns:a16="http://schemas.microsoft.com/office/drawing/2014/main" id="{2ECECDB5-A5C9-3416-6EDC-AFFB14A07249}"/>
              </a:ext>
            </a:extLst>
          </p:cNvPr>
          <p:cNvSpPr txBox="1"/>
          <p:nvPr/>
        </p:nvSpPr>
        <p:spPr>
          <a:xfrm>
            <a:off x="4247579" y="3714544"/>
            <a:ext cx="934684" cy="400110"/>
          </a:xfrm>
          <a:prstGeom prst="rect">
            <a:avLst/>
          </a:prstGeom>
          <a:noFill/>
        </p:spPr>
        <p:txBody>
          <a:bodyPr wrap="square" rtlCol="0">
            <a:spAutoFit/>
          </a:bodyPr>
          <a:lstStyle/>
          <a:p>
            <a:r>
              <a:rPr lang="en-US" sz="1000" dirty="0">
                <a:solidFill>
                  <a:schemeClr val="accent2">
                    <a:lumMod val="75000"/>
                  </a:schemeClr>
                </a:solidFill>
              </a:rPr>
              <a:t>Enter new data Online</a:t>
            </a:r>
          </a:p>
        </p:txBody>
      </p:sp>
      <p:sp>
        <p:nvSpPr>
          <p:cNvPr id="19" name="Rounded Rectangle 18">
            <a:extLst>
              <a:ext uri="{FF2B5EF4-FFF2-40B4-BE49-F238E27FC236}">
                <a16:creationId xmlns:a16="http://schemas.microsoft.com/office/drawing/2014/main" id="{BD40863C-0640-4097-09B0-F733E327A5F2}"/>
              </a:ext>
            </a:extLst>
          </p:cNvPr>
          <p:cNvSpPr/>
          <p:nvPr/>
        </p:nvSpPr>
        <p:spPr>
          <a:xfrm>
            <a:off x="2366076" y="2141086"/>
            <a:ext cx="1149531" cy="1053737"/>
          </a:xfrm>
          <a:prstGeom prst="roundRect">
            <a:avLst/>
          </a:prstGeom>
          <a:solidFill>
            <a:schemeClr val="accent1">
              <a:lumMod val="20000"/>
              <a:lumOff val="80000"/>
            </a:schemeClr>
          </a:solidFill>
          <a:ln>
            <a:solidFill>
              <a:schemeClr val="accent1">
                <a:lumMod val="60000"/>
                <a:lumOff val="40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effectLst/>
              </a:rPr>
              <a:t>publish Matrix</a:t>
            </a:r>
          </a:p>
        </p:txBody>
      </p:sp>
      <p:sp>
        <p:nvSpPr>
          <p:cNvPr id="20" name="TextBox 19">
            <a:extLst>
              <a:ext uri="{FF2B5EF4-FFF2-40B4-BE49-F238E27FC236}">
                <a16:creationId xmlns:a16="http://schemas.microsoft.com/office/drawing/2014/main" id="{AD583667-9007-8052-EC77-8F11E8AC8357}"/>
              </a:ext>
            </a:extLst>
          </p:cNvPr>
          <p:cNvSpPr txBox="1"/>
          <p:nvPr/>
        </p:nvSpPr>
        <p:spPr>
          <a:xfrm>
            <a:off x="2366076" y="3657599"/>
            <a:ext cx="934684" cy="400110"/>
          </a:xfrm>
          <a:prstGeom prst="rect">
            <a:avLst/>
          </a:prstGeom>
          <a:noFill/>
        </p:spPr>
        <p:txBody>
          <a:bodyPr wrap="square" rtlCol="0">
            <a:spAutoFit/>
          </a:bodyPr>
          <a:lstStyle/>
          <a:p>
            <a:r>
              <a:rPr lang="en-US" sz="1000" dirty="0">
                <a:solidFill>
                  <a:schemeClr val="accent1"/>
                </a:solidFill>
              </a:rPr>
              <a:t>local file geodatabase</a:t>
            </a:r>
          </a:p>
        </p:txBody>
      </p:sp>
      <p:sp>
        <p:nvSpPr>
          <p:cNvPr id="27" name="TextBox 26">
            <a:extLst>
              <a:ext uri="{FF2B5EF4-FFF2-40B4-BE49-F238E27FC236}">
                <a16:creationId xmlns:a16="http://schemas.microsoft.com/office/drawing/2014/main" id="{F52A5B9B-C585-B9E3-567E-C6F2D684018F}"/>
              </a:ext>
            </a:extLst>
          </p:cNvPr>
          <p:cNvSpPr txBox="1"/>
          <p:nvPr/>
        </p:nvSpPr>
        <p:spPr>
          <a:xfrm>
            <a:off x="2366076" y="4374702"/>
            <a:ext cx="934684" cy="400110"/>
          </a:xfrm>
          <a:prstGeom prst="rect">
            <a:avLst/>
          </a:prstGeom>
          <a:noFill/>
        </p:spPr>
        <p:txBody>
          <a:bodyPr wrap="square" rtlCol="0">
            <a:spAutoFit/>
          </a:bodyPr>
          <a:lstStyle/>
          <a:p>
            <a:r>
              <a:rPr lang="en-US" sz="1000" dirty="0">
                <a:solidFill>
                  <a:schemeClr val="accent2">
                    <a:lumMod val="75000"/>
                  </a:schemeClr>
                </a:solidFill>
              </a:rPr>
              <a:t>Online layers (DEV)</a:t>
            </a:r>
          </a:p>
        </p:txBody>
      </p:sp>
      <p:sp>
        <p:nvSpPr>
          <p:cNvPr id="29" name="TextBox 28">
            <a:extLst>
              <a:ext uri="{FF2B5EF4-FFF2-40B4-BE49-F238E27FC236}">
                <a16:creationId xmlns:a16="http://schemas.microsoft.com/office/drawing/2014/main" id="{46774760-1C91-E5AF-7CB2-AA32B11B3DE1}"/>
              </a:ext>
            </a:extLst>
          </p:cNvPr>
          <p:cNvSpPr txBox="1"/>
          <p:nvPr/>
        </p:nvSpPr>
        <p:spPr>
          <a:xfrm>
            <a:off x="6191290" y="4114654"/>
            <a:ext cx="934684" cy="553998"/>
          </a:xfrm>
          <a:prstGeom prst="rect">
            <a:avLst/>
          </a:prstGeom>
          <a:noFill/>
        </p:spPr>
        <p:txBody>
          <a:bodyPr wrap="square" rtlCol="0">
            <a:spAutoFit/>
          </a:bodyPr>
          <a:lstStyle/>
          <a:p>
            <a:r>
              <a:rPr lang="en-US" sz="1000" dirty="0">
                <a:solidFill>
                  <a:schemeClr val="accent1"/>
                </a:solidFill>
              </a:rPr>
              <a:t>local monitoring graphs</a:t>
            </a:r>
          </a:p>
        </p:txBody>
      </p:sp>
      <p:sp>
        <p:nvSpPr>
          <p:cNvPr id="3" name="TextBox 2">
            <a:extLst>
              <a:ext uri="{FF2B5EF4-FFF2-40B4-BE49-F238E27FC236}">
                <a16:creationId xmlns:a16="http://schemas.microsoft.com/office/drawing/2014/main" id="{10439089-2FDB-2680-4C20-DB8620CD749C}"/>
              </a:ext>
            </a:extLst>
          </p:cNvPr>
          <p:cNvSpPr txBox="1"/>
          <p:nvPr/>
        </p:nvSpPr>
        <p:spPr>
          <a:xfrm>
            <a:off x="8345770" y="4228098"/>
            <a:ext cx="1069834" cy="400110"/>
          </a:xfrm>
          <a:prstGeom prst="rect">
            <a:avLst/>
          </a:prstGeom>
          <a:noFill/>
        </p:spPr>
        <p:txBody>
          <a:bodyPr wrap="square" rtlCol="0">
            <a:spAutoFit/>
          </a:bodyPr>
          <a:lstStyle/>
          <a:p>
            <a:r>
              <a:rPr lang="en-US" sz="1000" dirty="0">
                <a:solidFill>
                  <a:schemeClr val="accent1"/>
                </a:solidFill>
              </a:rPr>
              <a:t>Local  memory (View)</a:t>
            </a:r>
          </a:p>
        </p:txBody>
      </p:sp>
      <p:cxnSp>
        <p:nvCxnSpPr>
          <p:cNvPr id="7" name="Straight Arrow Connector 6">
            <a:extLst>
              <a:ext uri="{FF2B5EF4-FFF2-40B4-BE49-F238E27FC236}">
                <a16:creationId xmlns:a16="http://schemas.microsoft.com/office/drawing/2014/main" id="{8F141845-F6FF-4F79-49E5-46EF98C2B7B1}"/>
              </a:ext>
            </a:extLst>
          </p:cNvPr>
          <p:cNvCxnSpPr/>
          <p:nvPr/>
        </p:nvCxnSpPr>
        <p:spPr>
          <a:xfrm>
            <a:off x="1312752" y="4057709"/>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FDF660C-42DD-5667-7A85-E5FA508AEC67}"/>
              </a:ext>
            </a:extLst>
          </p:cNvPr>
          <p:cNvCxnSpPr/>
          <p:nvPr/>
        </p:nvCxnSpPr>
        <p:spPr>
          <a:xfrm>
            <a:off x="2750161" y="4057709"/>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98E5FE7-D483-2ED7-D841-A0857F9D394B}"/>
              </a:ext>
            </a:extLst>
          </p:cNvPr>
          <p:cNvCxnSpPr/>
          <p:nvPr/>
        </p:nvCxnSpPr>
        <p:spPr>
          <a:xfrm>
            <a:off x="6508206" y="3829110"/>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6F66302-46E6-398A-53AC-885D167E6662}"/>
              </a:ext>
            </a:extLst>
          </p:cNvPr>
          <p:cNvCxnSpPr/>
          <p:nvPr/>
        </p:nvCxnSpPr>
        <p:spPr>
          <a:xfrm>
            <a:off x="6539413" y="4668652"/>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E6BD2BA-80EB-023A-E5B2-18D393CCE3DF}"/>
              </a:ext>
            </a:extLst>
          </p:cNvPr>
          <p:cNvCxnSpPr/>
          <p:nvPr/>
        </p:nvCxnSpPr>
        <p:spPr>
          <a:xfrm>
            <a:off x="8652197" y="3971882"/>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2D2C2CF-DD6A-2481-79D1-E730D691FAEA}"/>
              </a:ext>
            </a:extLst>
          </p:cNvPr>
          <p:cNvCxnSpPr/>
          <p:nvPr/>
        </p:nvCxnSpPr>
        <p:spPr>
          <a:xfrm>
            <a:off x="8666085" y="4577768"/>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2AFF47B-8793-459A-C703-38F67F0453F8}"/>
              </a:ext>
            </a:extLst>
          </p:cNvPr>
          <p:cNvCxnSpPr/>
          <p:nvPr/>
        </p:nvCxnSpPr>
        <p:spPr>
          <a:xfrm>
            <a:off x="10796189" y="4114654"/>
            <a:ext cx="0" cy="285544"/>
          </a:xfrm>
          <a:prstGeom prst="straightConnector1">
            <a:avLst/>
          </a:prstGeom>
          <a:ln>
            <a:tailEnd type="triangle" w="med" len="lg"/>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8A21A8D9-33E0-42F9-6956-4D1F98E24C4E}"/>
              </a:ext>
            </a:extLst>
          </p:cNvPr>
          <p:cNvSpPr txBox="1"/>
          <p:nvPr/>
        </p:nvSpPr>
        <p:spPr>
          <a:xfrm>
            <a:off x="1419112" y="6304714"/>
            <a:ext cx="6647526" cy="307777"/>
          </a:xfrm>
          <a:prstGeom prst="rect">
            <a:avLst/>
          </a:prstGeom>
          <a:noFill/>
        </p:spPr>
        <p:txBody>
          <a:bodyPr wrap="square" rtlCol="0">
            <a:spAutoFit/>
          </a:bodyPr>
          <a:lstStyle/>
          <a:p>
            <a:r>
              <a:rPr lang="en-US" sz="1400" dirty="0"/>
              <a:t>“local” = local network; C: drive and K: drive if connected to network.</a:t>
            </a:r>
          </a:p>
        </p:txBody>
      </p:sp>
      <p:sp>
        <p:nvSpPr>
          <p:cNvPr id="36" name="TextBox 35">
            <a:extLst>
              <a:ext uri="{FF2B5EF4-FFF2-40B4-BE49-F238E27FC236}">
                <a16:creationId xmlns:a16="http://schemas.microsoft.com/office/drawing/2014/main" id="{E993F1C1-57D3-0B8A-EFFA-11A1D55FC921}"/>
              </a:ext>
            </a:extLst>
          </p:cNvPr>
          <p:cNvSpPr txBox="1"/>
          <p:nvPr/>
        </p:nvSpPr>
        <p:spPr>
          <a:xfrm>
            <a:off x="7154514" y="3752144"/>
            <a:ext cx="934684" cy="400110"/>
          </a:xfrm>
          <a:prstGeom prst="rect">
            <a:avLst/>
          </a:prstGeom>
          <a:noFill/>
        </p:spPr>
        <p:txBody>
          <a:bodyPr wrap="square" rtlCol="0">
            <a:spAutoFit/>
          </a:bodyPr>
          <a:lstStyle/>
          <a:p>
            <a:r>
              <a:rPr lang="en-US" sz="1000" dirty="0">
                <a:solidFill>
                  <a:schemeClr val="accent1"/>
                </a:solidFill>
              </a:rPr>
              <a:t>local file geodatabase</a:t>
            </a:r>
          </a:p>
        </p:txBody>
      </p:sp>
      <p:cxnSp>
        <p:nvCxnSpPr>
          <p:cNvPr id="38" name="Straight Arrow Connector 37">
            <a:extLst>
              <a:ext uri="{FF2B5EF4-FFF2-40B4-BE49-F238E27FC236}">
                <a16:creationId xmlns:a16="http://schemas.microsoft.com/office/drawing/2014/main" id="{AE943B56-3F9B-D0B1-1423-C2724E78864B}"/>
              </a:ext>
            </a:extLst>
          </p:cNvPr>
          <p:cNvCxnSpPr/>
          <p:nvPr/>
        </p:nvCxnSpPr>
        <p:spPr>
          <a:xfrm flipH="1">
            <a:off x="6907794" y="4152254"/>
            <a:ext cx="234585" cy="168176"/>
          </a:xfrm>
          <a:prstGeom prst="straightConnector1">
            <a:avLst/>
          </a:prstGeom>
          <a:ln>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9B7474E8-4DE6-9293-8287-69DDF1B608DB}"/>
              </a:ext>
            </a:extLst>
          </p:cNvPr>
          <p:cNvGrpSpPr/>
          <p:nvPr/>
        </p:nvGrpSpPr>
        <p:grpSpPr>
          <a:xfrm>
            <a:off x="9280454" y="563935"/>
            <a:ext cx="1032689" cy="707009"/>
            <a:chOff x="9238725" y="4302791"/>
            <a:chExt cx="1032689" cy="707009"/>
          </a:xfrm>
        </p:grpSpPr>
        <p:pic>
          <p:nvPicPr>
            <p:cNvPr id="40" name="Picture 39">
              <a:extLst>
                <a:ext uri="{FF2B5EF4-FFF2-40B4-BE49-F238E27FC236}">
                  <a16:creationId xmlns:a16="http://schemas.microsoft.com/office/drawing/2014/main" id="{114E1EDA-C2F5-CAB3-080B-F1CA9EC634B3}"/>
                </a:ext>
              </a:extLst>
            </p:cNvPr>
            <p:cNvPicPr>
              <a:picLocks noChangeAspect="1"/>
            </p:cNvPicPr>
            <p:nvPr/>
          </p:nvPicPr>
          <p:blipFill>
            <a:blip r:embed="rId2"/>
            <a:srcRect l="29157" t="15753" r="28313" b="35554"/>
            <a:stretch>
              <a:fillRect/>
            </a:stretch>
          </p:blipFill>
          <p:spPr>
            <a:xfrm>
              <a:off x="9534262" y="4302791"/>
              <a:ext cx="441614" cy="449956"/>
            </a:xfrm>
            <a:prstGeom prst="rect">
              <a:avLst/>
            </a:prstGeom>
          </p:spPr>
        </p:pic>
        <p:sp>
          <p:nvSpPr>
            <p:cNvPr id="41" name="TextBox 40">
              <a:extLst>
                <a:ext uri="{FF2B5EF4-FFF2-40B4-BE49-F238E27FC236}">
                  <a16:creationId xmlns:a16="http://schemas.microsoft.com/office/drawing/2014/main" id="{FB863584-0D5F-B393-6FF6-EB5FF64AD19E}"/>
                </a:ext>
              </a:extLst>
            </p:cNvPr>
            <p:cNvSpPr txBox="1"/>
            <p:nvPr/>
          </p:nvSpPr>
          <p:spPr>
            <a:xfrm>
              <a:off x="9238725" y="4763579"/>
              <a:ext cx="1032689" cy="246221"/>
            </a:xfrm>
            <a:prstGeom prst="rect">
              <a:avLst/>
            </a:prstGeom>
            <a:noFill/>
          </p:spPr>
          <p:txBody>
            <a:bodyPr wrap="square" rtlCol="0">
              <a:spAutoFit/>
            </a:bodyPr>
            <a:lstStyle/>
            <a:p>
              <a:pPr algn="ctr"/>
              <a:r>
                <a:rPr lang="en-US" sz="1000" dirty="0"/>
                <a:t>QA Map Viewer</a:t>
              </a:r>
            </a:p>
          </p:txBody>
        </p:sp>
      </p:grpSp>
      <p:sp>
        <p:nvSpPr>
          <p:cNvPr id="42" name="Freeform: Shape 41">
            <a:extLst>
              <a:ext uri="{FF2B5EF4-FFF2-40B4-BE49-F238E27FC236}">
                <a16:creationId xmlns:a16="http://schemas.microsoft.com/office/drawing/2014/main" id="{457D2443-6F5C-06A9-CDC4-BABF2873F8AD}"/>
              </a:ext>
            </a:extLst>
          </p:cNvPr>
          <p:cNvSpPr/>
          <p:nvPr/>
        </p:nvSpPr>
        <p:spPr>
          <a:xfrm>
            <a:off x="9736282" y="1423555"/>
            <a:ext cx="176857" cy="768927"/>
          </a:xfrm>
          <a:custGeom>
            <a:avLst/>
            <a:gdLst>
              <a:gd name="csX0" fmla="*/ 0 w 176645"/>
              <a:gd name="csY0" fmla="*/ 768927 h 768927"/>
              <a:gd name="csX1" fmla="*/ 176645 w 176645"/>
              <a:gd name="csY1" fmla="*/ 0 h 768927"/>
              <a:gd name="csX0" fmla="*/ 0 w 176717"/>
              <a:gd name="csY0" fmla="*/ 768927 h 768927"/>
              <a:gd name="csX1" fmla="*/ 176645 w 176717"/>
              <a:gd name="csY1" fmla="*/ 0 h 768927"/>
              <a:gd name="csX0" fmla="*/ 0 w 176857"/>
              <a:gd name="csY0" fmla="*/ 768927 h 768927"/>
              <a:gd name="csX1" fmla="*/ 176645 w 176857"/>
              <a:gd name="csY1" fmla="*/ 0 h 768927"/>
            </a:gdLst>
            <a:ahLst/>
            <a:cxnLst>
              <a:cxn ang="0">
                <a:pos x="csX0" y="csY0"/>
              </a:cxn>
              <a:cxn ang="0">
                <a:pos x="csX1" y="csY1"/>
              </a:cxn>
            </a:cxnLst>
            <a:rect l="l" t="t" r="r" b="b"/>
            <a:pathLst>
              <a:path w="176857" h="768927">
                <a:moveTo>
                  <a:pt x="0" y="768927"/>
                </a:moveTo>
                <a:cubicBezTo>
                  <a:pt x="142010" y="574964"/>
                  <a:pt x="180108" y="277091"/>
                  <a:pt x="176645" y="0"/>
                </a:cubicBez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9132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588B462B-BCD6-58AC-7E39-D1E675200048}"/>
              </a:ext>
            </a:extLst>
          </p:cNvPr>
          <p:cNvCxnSpPr/>
          <p:nvPr/>
        </p:nvCxnSpPr>
        <p:spPr>
          <a:xfrm>
            <a:off x="673060" y="3501134"/>
            <a:ext cx="10251244" cy="0"/>
          </a:xfrm>
          <a:prstGeom prst="line">
            <a:avLst/>
          </a:prstGeom>
          <a:ln>
            <a:solidFill>
              <a:schemeClr val="accent5">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145" name="Freeform: Shape 144">
            <a:extLst>
              <a:ext uri="{FF2B5EF4-FFF2-40B4-BE49-F238E27FC236}">
                <a16:creationId xmlns:a16="http://schemas.microsoft.com/office/drawing/2014/main" id="{F896C291-1253-4F77-418D-B235DE0844B9}"/>
              </a:ext>
            </a:extLst>
          </p:cNvPr>
          <p:cNvSpPr/>
          <p:nvPr/>
        </p:nvSpPr>
        <p:spPr>
          <a:xfrm>
            <a:off x="5974235" y="5986015"/>
            <a:ext cx="1785744" cy="45719"/>
          </a:xfrm>
          <a:custGeom>
            <a:avLst/>
            <a:gdLst>
              <a:gd name="csX0" fmla="*/ 0 w 1937442"/>
              <a:gd name="csY0" fmla="*/ 0 h 18107"/>
              <a:gd name="csX1" fmla="*/ 1937442 w 1937442"/>
              <a:gd name="csY1" fmla="*/ 18107 h 18107"/>
            </a:gdLst>
            <a:ahLst/>
            <a:cxnLst>
              <a:cxn ang="0">
                <a:pos x="csX0" y="csY0"/>
              </a:cxn>
              <a:cxn ang="0">
                <a:pos x="csX1" y="csY1"/>
              </a:cxn>
            </a:cxnLst>
            <a:rect l="l" t="t" r="r" b="b"/>
            <a:pathLst>
              <a:path w="1937442" h="18107">
                <a:moveTo>
                  <a:pt x="0" y="0"/>
                </a:moveTo>
                <a:lnTo>
                  <a:pt x="1937442" y="18107"/>
                </a:lnTo>
              </a:path>
            </a:pathLst>
          </a:custGeom>
          <a:noFill/>
          <a:ln w="57150">
            <a:solidFill>
              <a:schemeClr val="accent2">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Shape 142">
            <a:extLst>
              <a:ext uri="{FF2B5EF4-FFF2-40B4-BE49-F238E27FC236}">
                <a16:creationId xmlns:a16="http://schemas.microsoft.com/office/drawing/2014/main" id="{337BE437-FEBB-B42B-6079-BF04BB53BD32}"/>
              </a:ext>
            </a:extLst>
          </p:cNvPr>
          <p:cNvSpPr/>
          <p:nvPr/>
        </p:nvSpPr>
        <p:spPr>
          <a:xfrm>
            <a:off x="3277354" y="2111721"/>
            <a:ext cx="3811509" cy="3567065"/>
          </a:xfrm>
          <a:custGeom>
            <a:avLst/>
            <a:gdLst>
              <a:gd name="csX0" fmla="*/ 0 w 3811509"/>
              <a:gd name="csY0" fmla="*/ 3567065 h 3567065"/>
              <a:gd name="csX1" fmla="*/ 1602463 w 3811509"/>
              <a:gd name="csY1" fmla="*/ 1846907 h 3567065"/>
              <a:gd name="csX2" fmla="*/ 3811509 w 3811509"/>
              <a:gd name="csY2" fmla="*/ 0 h 3567065"/>
            </a:gdLst>
            <a:ahLst/>
            <a:cxnLst>
              <a:cxn ang="0">
                <a:pos x="csX0" y="csY0"/>
              </a:cxn>
              <a:cxn ang="0">
                <a:pos x="csX1" y="csY1"/>
              </a:cxn>
              <a:cxn ang="0">
                <a:pos x="csX2" y="csY2"/>
              </a:cxn>
            </a:cxnLst>
            <a:rect l="l" t="t" r="r" b="b"/>
            <a:pathLst>
              <a:path w="3811509" h="3567065">
                <a:moveTo>
                  <a:pt x="0" y="3567065"/>
                </a:moveTo>
                <a:cubicBezTo>
                  <a:pt x="483606" y="3004241"/>
                  <a:pt x="967212" y="2441418"/>
                  <a:pt x="1602463" y="1846907"/>
                </a:cubicBezTo>
                <a:cubicBezTo>
                  <a:pt x="2237714" y="1252396"/>
                  <a:pt x="3024611" y="626198"/>
                  <a:pt x="3811509" y="0"/>
                </a:cubicBezTo>
              </a:path>
            </a:pathLst>
          </a:custGeom>
          <a:noFill/>
          <a:ln w="57150">
            <a:solidFill>
              <a:schemeClr val="accent2">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Freeform: Shape 141">
            <a:extLst>
              <a:ext uri="{FF2B5EF4-FFF2-40B4-BE49-F238E27FC236}">
                <a16:creationId xmlns:a16="http://schemas.microsoft.com/office/drawing/2014/main" id="{D5080EA2-74D9-A4C0-1424-3A7FF5B22483}"/>
              </a:ext>
            </a:extLst>
          </p:cNvPr>
          <p:cNvSpPr/>
          <p:nvPr/>
        </p:nvSpPr>
        <p:spPr>
          <a:xfrm>
            <a:off x="3322621" y="5968497"/>
            <a:ext cx="1937442" cy="18107"/>
          </a:xfrm>
          <a:custGeom>
            <a:avLst/>
            <a:gdLst>
              <a:gd name="csX0" fmla="*/ 0 w 1937442"/>
              <a:gd name="csY0" fmla="*/ 0 h 18107"/>
              <a:gd name="csX1" fmla="*/ 1937442 w 1937442"/>
              <a:gd name="csY1" fmla="*/ 18107 h 18107"/>
            </a:gdLst>
            <a:ahLst/>
            <a:cxnLst>
              <a:cxn ang="0">
                <a:pos x="csX0" y="csY0"/>
              </a:cxn>
              <a:cxn ang="0">
                <a:pos x="csX1" y="csY1"/>
              </a:cxn>
            </a:cxnLst>
            <a:rect l="l" t="t" r="r" b="b"/>
            <a:pathLst>
              <a:path w="1937442" h="18107">
                <a:moveTo>
                  <a:pt x="0" y="0"/>
                </a:moveTo>
                <a:lnTo>
                  <a:pt x="1937442" y="18107"/>
                </a:lnTo>
              </a:path>
            </a:pathLst>
          </a:custGeom>
          <a:noFill/>
          <a:ln w="57150">
            <a:solidFill>
              <a:schemeClr val="accent2">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reeform: Shape 138">
            <a:extLst>
              <a:ext uri="{FF2B5EF4-FFF2-40B4-BE49-F238E27FC236}">
                <a16:creationId xmlns:a16="http://schemas.microsoft.com/office/drawing/2014/main" id="{389D2AA1-AC5B-3404-64A0-7C0EA5D77B99}"/>
              </a:ext>
            </a:extLst>
          </p:cNvPr>
          <p:cNvSpPr/>
          <p:nvPr/>
        </p:nvSpPr>
        <p:spPr>
          <a:xfrm>
            <a:off x="1384205" y="4302658"/>
            <a:ext cx="1214138" cy="1730403"/>
          </a:xfrm>
          <a:custGeom>
            <a:avLst/>
            <a:gdLst>
              <a:gd name="csX0" fmla="*/ 278464 w 1048008"/>
              <a:gd name="csY0" fmla="*/ 0 h 1782349"/>
              <a:gd name="csX1" fmla="*/ 43073 w 1048008"/>
              <a:gd name="csY1" fmla="*/ 1602464 h 1782349"/>
              <a:gd name="csX2" fmla="*/ 1048008 w 1048008"/>
              <a:gd name="csY2" fmla="*/ 1674891 h 1782349"/>
              <a:gd name="csX0" fmla="*/ 407361 w 1176905"/>
              <a:gd name="csY0" fmla="*/ 0 h 1782349"/>
              <a:gd name="csX1" fmla="*/ 171970 w 1176905"/>
              <a:gd name="csY1" fmla="*/ 1602464 h 1782349"/>
              <a:gd name="csX2" fmla="*/ 1176905 w 1176905"/>
              <a:gd name="csY2" fmla="*/ 1674891 h 1782349"/>
              <a:gd name="csX0" fmla="*/ 444594 w 1214138"/>
              <a:gd name="csY0" fmla="*/ 0 h 1745802"/>
              <a:gd name="csX1" fmla="*/ 136775 w 1214138"/>
              <a:gd name="csY1" fmla="*/ 1520983 h 1745802"/>
              <a:gd name="csX2" fmla="*/ 1214138 w 1214138"/>
              <a:gd name="csY2" fmla="*/ 1674891 h 1745802"/>
              <a:gd name="csX0" fmla="*/ 444594 w 1214138"/>
              <a:gd name="csY0" fmla="*/ 0 h 1730403"/>
              <a:gd name="csX1" fmla="*/ 136775 w 1214138"/>
              <a:gd name="csY1" fmla="*/ 1520983 h 1730403"/>
              <a:gd name="csX2" fmla="*/ 1214138 w 1214138"/>
              <a:gd name="csY2" fmla="*/ 1674891 h 1730403"/>
            </a:gdLst>
            <a:ahLst/>
            <a:cxnLst>
              <a:cxn ang="0">
                <a:pos x="csX0" y="csY0"/>
              </a:cxn>
              <a:cxn ang="0">
                <a:pos x="csX1" y="csY1"/>
              </a:cxn>
              <a:cxn ang="0">
                <a:pos x="csX2" y="csY2"/>
              </a:cxn>
            </a:cxnLst>
            <a:rect l="l" t="t" r="r" b="b"/>
            <a:pathLst>
              <a:path w="1214138" h="1730403">
                <a:moveTo>
                  <a:pt x="444594" y="0"/>
                </a:moveTo>
                <a:cubicBezTo>
                  <a:pt x="-198957" y="308573"/>
                  <a:pt x="8518" y="1241835"/>
                  <a:pt x="136775" y="1520983"/>
                </a:cubicBezTo>
                <a:cubicBezTo>
                  <a:pt x="265032" y="1800131"/>
                  <a:pt x="739585" y="1742037"/>
                  <a:pt x="1214138" y="1674891"/>
                </a:cubicBezTo>
              </a:path>
            </a:pathLst>
          </a:custGeom>
          <a:noFill/>
          <a:ln w="57150">
            <a:solidFill>
              <a:schemeClr val="accent2">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Shape 134">
            <a:extLst>
              <a:ext uri="{FF2B5EF4-FFF2-40B4-BE49-F238E27FC236}">
                <a16:creationId xmlns:a16="http://schemas.microsoft.com/office/drawing/2014/main" id="{31626C16-9AB1-A6A8-02E0-9B3BCC2D6F72}"/>
              </a:ext>
            </a:extLst>
          </p:cNvPr>
          <p:cNvSpPr/>
          <p:nvPr/>
        </p:nvSpPr>
        <p:spPr>
          <a:xfrm>
            <a:off x="3060072" y="1938307"/>
            <a:ext cx="1733882" cy="3631838"/>
          </a:xfrm>
          <a:custGeom>
            <a:avLst/>
            <a:gdLst>
              <a:gd name="csX0" fmla="*/ 950614 w 1734213"/>
              <a:gd name="csY0" fmla="*/ 218894 h 3813120"/>
              <a:gd name="csX1" fmla="*/ 1702051 w 1734213"/>
              <a:gd name="csY1" fmla="*/ 390910 h 3813120"/>
              <a:gd name="csX2" fmla="*/ 0 w 1734213"/>
              <a:gd name="csY2" fmla="*/ 3813120 h 3813120"/>
              <a:gd name="csX0" fmla="*/ 950614 w 1734669"/>
              <a:gd name="csY0" fmla="*/ 183849 h 3778075"/>
              <a:gd name="csX1" fmla="*/ 1702051 w 1734669"/>
              <a:gd name="csY1" fmla="*/ 355865 h 3778075"/>
              <a:gd name="csX2" fmla="*/ 0 w 1734669"/>
              <a:gd name="csY2" fmla="*/ 3778075 h 3778075"/>
              <a:gd name="csX0" fmla="*/ 950614 w 1702051"/>
              <a:gd name="csY0" fmla="*/ 127034 h 3721260"/>
              <a:gd name="csX1" fmla="*/ 1702051 w 1702051"/>
              <a:gd name="csY1" fmla="*/ 299050 h 3721260"/>
              <a:gd name="csX2" fmla="*/ 0 w 1702051"/>
              <a:gd name="csY2" fmla="*/ 3721260 h 3721260"/>
              <a:gd name="csX0" fmla="*/ 950614 w 1702195"/>
              <a:gd name="csY0" fmla="*/ 127034 h 3721260"/>
              <a:gd name="csX1" fmla="*/ 1702051 w 1702195"/>
              <a:gd name="csY1" fmla="*/ 299050 h 3721260"/>
              <a:gd name="csX2" fmla="*/ 0 w 1702195"/>
              <a:gd name="csY2" fmla="*/ 3721260 h 3721260"/>
              <a:gd name="csX0" fmla="*/ 950614 w 1702195"/>
              <a:gd name="csY0" fmla="*/ 147779 h 3742005"/>
              <a:gd name="csX1" fmla="*/ 1702051 w 1702195"/>
              <a:gd name="csY1" fmla="*/ 319795 h 3742005"/>
              <a:gd name="csX2" fmla="*/ 0 w 1702195"/>
              <a:gd name="csY2" fmla="*/ 3742005 h 3742005"/>
              <a:gd name="csX0" fmla="*/ 950614 w 1733882"/>
              <a:gd name="csY0" fmla="*/ 151312 h 3745538"/>
              <a:gd name="csX1" fmla="*/ 1702051 w 1733882"/>
              <a:gd name="csY1" fmla="*/ 323328 h 3745538"/>
              <a:gd name="csX2" fmla="*/ 0 w 1733882"/>
              <a:gd name="csY2" fmla="*/ 3745538 h 3745538"/>
              <a:gd name="csX0" fmla="*/ 950614 w 1733882"/>
              <a:gd name="csY0" fmla="*/ 108970 h 3703196"/>
              <a:gd name="csX1" fmla="*/ 1702051 w 1733882"/>
              <a:gd name="csY1" fmla="*/ 280986 h 3703196"/>
              <a:gd name="csX2" fmla="*/ 0 w 1733882"/>
              <a:gd name="csY2" fmla="*/ 3703196 h 3703196"/>
              <a:gd name="csX0" fmla="*/ 950614 w 1733882"/>
              <a:gd name="csY0" fmla="*/ 18958 h 3613184"/>
              <a:gd name="csX1" fmla="*/ 1702051 w 1733882"/>
              <a:gd name="csY1" fmla="*/ 190974 h 3613184"/>
              <a:gd name="csX2" fmla="*/ 0 w 1733882"/>
              <a:gd name="csY2" fmla="*/ 3613184 h 3613184"/>
              <a:gd name="csX0" fmla="*/ 950614 w 1733882"/>
              <a:gd name="csY0" fmla="*/ 37612 h 3631838"/>
              <a:gd name="csX1" fmla="*/ 1702051 w 1733882"/>
              <a:gd name="csY1" fmla="*/ 209628 h 3631838"/>
              <a:gd name="csX2" fmla="*/ 0 w 1733882"/>
              <a:gd name="csY2" fmla="*/ 3631838 h 3631838"/>
            </a:gdLst>
            <a:ahLst/>
            <a:cxnLst>
              <a:cxn ang="0">
                <a:pos x="csX0" y="csY0"/>
              </a:cxn>
              <a:cxn ang="0">
                <a:pos x="csX1" y="csY1"/>
              </a:cxn>
              <a:cxn ang="0">
                <a:pos x="csX2" y="csY2"/>
              </a:cxn>
            </a:cxnLst>
            <a:rect l="l" t="t" r="r" b="b"/>
            <a:pathLst>
              <a:path w="1733882" h="3631838">
                <a:moveTo>
                  <a:pt x="950614" y="37612"/>
                </a:moveTo>
                <a:cubicBezTo>
                  <a:pt x="1432711" y="5171"/>
                  <a:pt x="1462135" y="-81590"/>
                  <a:pt x="1702051" y="209628"/>
                </a:cubicBezTo>
                <a:cubicBezTo>
                  <a:pt x="1941967" y="500846"/>
                  <a:pt x="771807" y="2220251"/>
                  <a:pt x="0" y="3631838"/>
                </a:cubicBezTo>
              </a:path>
            </a:pathLst>
          </a:custGeom>
          <a:noFill/>
          <a:ln w="57150">
            <a:solidFill>
              <a:schemeClr val="accent4">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Shape 133">
            <a:extLst>
              <a:ext uri="{FF2B5EF4-FFF2-40B4-BE49-F238E27FC236}">
                <a16:creationId xmlns:a16="http://schemas.microsoft.com/office/drawing/2014/main" id="{66740E04-E50A-6252-9601-8E70D30BDC15}"/>
              </a:ext>
            </a:extLst>
          </p:cNvPr>
          <p:cNvSpPr/>
          <p:nvPr/>
        </p:nvSpPr>
        <p:spPr>
          <a:xfrm>
            <a:off x="2390114" y="1957812"/>
            <a:ext cx="1023042" cy="9053"/>
          </a:xfrm>
          <a:custGeom>
            <a:avLst/>
            <a:gdLst>
              <a:gd name="csX0" fmla="*/ 0 w 1023042"/>
              <a:gd name="csY0" fmla="*/ 9053 h 9053"/>
              <a:gd name="csX1" fmla="*/ 1023042 w 1023042"/>
              <a:gd name="csY1" fmla="*/ 0 h 9053"/>
            </a:gdLst>
            <a:ahLst/>
            <a:cxnLst>
              <a:cxn ang="0">
                <a:pos x="csX0" y="csY0"/>
              </a:cxn>
              <a:cxn ang="0">
                <a:pos x="csX1" y="csY1"/>
              </a:cxn>
            </a:cxnLst>
            <a:rect l="l" t="t" r="r" b="b"/>
            <a:pathLst>
              <a:path w="1023042" h="9053">
                <a:moveTo>
                  <a:pt x="0" y="9053"/>
                </a:moveTo>
                <a:lnTo>
                  <a:pt x="1023042" y="0"/>
                </a:lnTo>
              </a:path>
            </a:pathLst>
          </a:custGeom>
          <a:noFill/>
          <a:ln w="57150">
            <a:solidFill>
              <a:schemeClr val="accent4">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43CF22D4-9AFF-3606-B30F-F89117830944}"/>
              </a:ext>
            </a:extLst>
          </p:cNvPr>
          <p:cNvGrpSpPr/>
          <p:nvPr/>
        </p:nvGrpSpPr>
        <p:grpSpPr>
          <a:xfrm>
            <a:off x="1263837" y="5714802"/>
            <a:ext cx="826587" cy="716330"/>
            <a:chOff x="1114536" y="3766595"/>
            <a:chExt cx="826587" cy="716330"/>
          </a:xfrm>
        </p:grpSpPr>
        <p:pic>
          <p:nvPicPr>
            <p:cNvPr id="7" name="Picture 6" descr="App - ArcGIS Survey123">
              <a:extLst>
                <a:ext uri="{FF2B5EF4-FFF2-40B4-BE49-F238E27FC236}">
                  <a16:creationId xmlns:a16="http://schemas.microsoft.com/office/drawing/2014/main" id="{F21C788D-0400-285C-220C-AB85ACBD51E7}"/>
                </a:ext>
              </a:extLst>
            </p:cNvPr>
            <p:cNvPicPr>
              <a:picLocks noChangeAspect="1"/>
            </p:cNvPicPr>
            <p:nvPr/>
          </p:nvPicPr>
          <p:blipFill>
            <a:blip r:embed="rId2"/>
            <a:stretch>
              <a:fillRect/>
            </a:stretch>
          </p:blipFill>
          <p:spPr>
            <a:xfrm>
              <a:off x="1292775" y="3766595"/>
              <a:ext cx="470109" cy="470109"/>
            </a:xfrm>
            <a:prstGeom prst="rect">
              <a:avLst/>
            </a:prstGeom>
          </p:spPr>
        </p:pic>
        <p:sp>
          <p:nvSpPr>
            <p:cNvPr id="8" name="TextBox 7">
              <a:extLst>
                <a:ext uri="{FF2B5EF4-FFF2-40B4-BE49-F238E27FC236}">
                  <a16:creationId xmlns:a16="http://schemas.microsoft.com/office/drawing/2014/main" id="{7E1CA978-351F-9C22-DCF5-564A4DFE26BC}"/>
                </a:ext>
              </a:extLst>
            </p:cNvPr>
            <p:cNvSpPr txBox="1"/>
            <p:nvPr/>
          </p:nvSpPr>
          <p:spPr>
            <a:xfrm>
              <a:off x="1114536" y="4236704"/>
              <a:ext cx="826587" cy="246221"/>
            </a:xfrm>
            <a:prstGeom prst="rect">
              <a:avLst/>
            </a:prstGeom>
            <a:noFill/>
          </p:spPr>
          <p:txBody>
            <a:bodyPr wrap="square" rtlCol="0">
              <a:spAutoFit/>
            </a:bodyPr>
            <a:lstStyle/>
            <a:p>
              <a:pPr algn="ctr"/>
              <a:r>
                <a:rPr lang="en-US" sz="1000" dirty="0"/>
                <a:t>Survey 123</a:t>
              </a:r>
            </a:p>
          </p:txBody>
        </p:sp>
      </p:grpSp>
      <p:grpSp>
        <p:nvGrpSpPr>
          <p:cNvPr id="15" name="Group 14">
            <a:extLst>
              <a:ext uri="{FF2B5EF4-FFF2-40B4-BE49-F238E27FC236}">
                <a16:creationId xmlns:a16="http://schemas.microsoft.com/office/drawing/2014/main" id="{D3B8EF4B-1EBC-864A-8736-B6E42F878FBC}"/>
              </a:ext>
            </a:extLst>
          </p:cNvPr>
          <p:cNvGrpSpPr/>
          <p:nvPr/>
        </p:nvGrpSpPr>
        <p:grpSpPr>
          <a:xfrm>
            <a:off x="3928821" y="5856171"/>
            <a:ext cx="318419" cy="221863"/>
            <a:chOff x="7105015" y="2182625"/>
            <a:chExt cx="318419" cy="221863"/>
          </a:xfrm>
        </p:grpSpPr>
        <p:sp>
          <p:nvSpPr>
            <p:cNvPr id="16" name="Oval 15">
              <a:extLst>
                <a:ext uri="{FF2B5EF4-FFF2-40B4-BE49-F238E27FC236}">
                  <a16:creationId xmlns:a16="http://schemas.microsoft.com/office/drawing/2014/main" id="{E9D009EB-DEB0-D94C-F085-41F32CBFA1A7}"/>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R: R Logo">
              <a:extLst>
                <a:ext uri="{FF2B5EF4-FFF2-40B4-BE49-F238E27FC236}">
                  <a16:creationId xmlns:a16="http://schemas.microsoft.com/office/drawing/2014/main" id="{D5FDEBD4-5076-992F-BFD2-4809ACFC3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2B7570E5-3083-4153-49BD-3BCA32EEA837}"/>
              </a:ext>
            </a:extLst>
          </p:cNvPr>
          <p:cNvGrpSpPr/>
          <p:nvPr/>
        </p:nvGrpSpPr>
        <p:grpSpPr>
          <a:xfrm>
            <a:off x="2341172" y="5635873"/>
            <a:ext cx="1171255" cy="920778"/>
            <a:chOff x="3887135" y="4653461"/>
            <a:chExt cx="1171255" cy="920778"/>
          </a:xfrm>
        </p:grpSpPr>
        <p:pic>
          <p:nvPicPr>
            <p:cNvPr id="2" name="Graphic 1" descr="Database outline">
              <a:extLst>
                <a:ext uri="{FF2B5EF4-FFF2-40B4-BE49-F238E27FC236}">
                  <a16:creationId xmlns:a16="http://schemas.microsoft.com/office/drawing/2014/main" id="{3BC6B11C-5D9E-A765-2F30-17D5299092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0245" y="4653461"/>
              <a:ext cx="570367" cy="570367"/>
            </a:xfrm>
            <a:prstGeom prst="rect">
              <a:avLst/>
            </a:prstGeom>
          </p:spPr>
        </p:pic>
        <p:sp>
          <p:nvSpPr>
            <p:cNvPr id="18" name="TextBox 17">
              <a:extLst>
                <a:ext uri="{FF2B5EF4-FFF2-40B4-BE49-F238E27FC236}">
                  <a16:creationId xmlns:a16="http://schemas.microsoft.com/office/drawing/2014/main" id="{C372FA9C-4C84-4BAC-685B-3F5E67B2A511}"/>
                </a:ext>
              </a:extLst>
            </p:cNvPr>
            <p:cNvSpPr txBox="1"/>
            <p:nvPr/>
          </p:nvSpPr>
          <p:spPr>
            <a:xfrm>
              <a:off x="3887135" y="5189518"/>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a:t>
              </a:r>
            </a:p>
            <a:p>
              <a:pPr algn="ctr"/>
              <a:r>
                <a:rPr lang="en-US" sz="900" dirty="0">
                  <a:solidFill>
                    <a:schemeClr val="tx1">
                      <a:lumMod val="50000"/>
                      <a:lumOff val="50000"/>
                    </a:schemeClr>
                  </a:solidFill>
                </a:rPr>
                <a:t>(hosted data)</a:t>
              </a:r>
            </a:p>
          </p:txBody>
        </p:sp>
      </p:grpSp>
      <p:grpSp>
        <p:nvGrpSpPr>
          <p:cNvPr id="47" name="Group 46">
            <a:extLst>
              <a:ext uri="{FF2B5EF4-FFF2-40B4-BE49-F238E27FC236}">
                <a16:creationId xmlns:a16="http://schemas.microsoft.com/office/drawing/2014/main" id="{7DE10B7A-2840-35A0-497E-688E4D8CC133}"/>
              </a:ext>
            </a:extLst>
          </p:cNvPr>
          <p:cNvGrpSpPr/>
          <p:nvPr/>
        </p:nvGrpSpPr>
        <p:grpSpPr>
          <a:xfrm>
            <a:off x="5021638" y="4573072"/>
            <a:ext cx="1482111" cy="1726231"/>
            <a:chOff x="5942083" y="4458535"/>
            <a:chExt cx="1482111" cy="1726231"/>
          </a:xfrm>
        </p:grpSpPr>
        <p:sp>
          <p:nvSpPr>
            <p:cNvPr id="9" name="TextBox 8">
              <a:extLst>
                <a:ext uri="{FF2B5EF4-FFF2-40B4-BE49-F238E27FC236}">
                  <a16:creationId xmlns:a16="http://schemas.microsoft.com/office/drawing/2014/main" id="{F4C85084-CC4E-B419-CB06-FC05356DB61B}"/>
                </a:ext>
              </a:extLst>
            </p:cNvPr>
            <p:cNvSpPr txBox="1"/>
            <p:nvPr/>
          </p:nvSpPr>
          <p:spPr>
            <a:xfrm>
              <a:off x="6719127" y="5414926"/>
              <a:ext cx="705067" cy="338554"/>
            </a:xfrm>
            <a:prstGeom prst="rect">
              <a:avLst/>
            </a:prstGeom>
            <a:noFill/>
          </p:spPr>
          <p:txBody>
            <a:bodyPr wrap="square" rtlCol="0">
              <a:spAutoFit/>
            </a:bodyPr>
            <a:lstStyle/>
            <a:p>
              <a:pPr algn="ctr"/>
              <a:r>
                <a:rPr lang="en-US" sz="1600" dirty="0"/>
                <a:t>QA</a:t>
              </a:r>
            </a:p>
          </p:txBody>
        </p:sp>
        <p:grpSp>
          <p:nvGrpSpPr>
            <p:cNvPr id="10" name="Group 9">
              <a:extLst>
                <a:ext uri="{FF2B5EF4-FFF2-40B4-BE49-F238E27FC236}">
                  <a16:creationId xmlns:a16="http://schemas.microsoft.com/office/drawing/2014/main" id="{DEFFE503-B61B-0395-8E3F-098C2AC3789C}"/>
                </a:ext>
              </a:extLst>
            </p:cNvPr>
            <p:cNvGrpSpPr/>
            <p:nvPr/>
          </p:nvGrpSpPr>
          <p:grpSpPr>
            <a:xfrm>
              <a:off x="6224833" y="5614399"/>
              <a:ext cx="598523" cy="570367"/>
              <a:chOff x="7310713" y="1271906"/>
              <a:chExt cx="598523" cy="570367"/>
            </a:xfrm>
          </p:grpSpPr>
          <p:pic>
            <p:nvPicPr>
              <p:cNvPr id="11" name="Graphic 10" descr="Database outline">
                <a:extLst>
                  <a:ext uri="{FF2B5EF4-FFF2-40B4-BE49-F238E27FC236}">
                    <a16:creationId xmlns:a16="http://schemas.microsoft.com/office/drawing/2014/main" id="{99CC32C8-3222-71E5-DB89-90DFBE31FE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0713" y="1271906"/>
                <a:ext cx="570367" cy="570367"/>
              </a:xfrm>
              <a:prstGeom prst="rect">
                <a:avLst/>
              </a:prstGeom>
            </p:spPr>
          </p:pic>
          <p:grpSp>
            <p:nvGrpSpPr>
              <p:cNvPr id="12" name="Group 11">
                <a:extLst>
                  <a:ext uri="{FF2B5EF4-FFF2-40B4-BE49-F238E27FC236}">
                    <a16:creationId xmlns:a16="http://schemas.microsoft.com/office/drawing/2014/main" id="{DC9D97E8-EC97-AFA0-9B21-A1DD6EC329A0}"/>
                  </a:ext>
                </a:extLst>
              </p:cNvPr>
              <p:cNvGrpSpPr/>
              <p:nvPr/>
            </p:nvGrpSpPr>
            <p:grpSpPr>
              <a:xfrm>
                <a:off x="7546379" y="1615937"/>
                <a:ext cx="362857" cy="226336"/>
                <a:chOff x="6972317" y="3104352"/>
                <a:chExt cx="362857" cy="226336"/>
              </a:xfrm>
              <a:effectLst>
                <a:outerShdw blurRad="50800" dist="38100" dir="8100000" algn="tr" rotWithShape="0">
                  <a:prstClr val="black">
                    <a:alpha val="40000"/>
                  </a:prstClr>
                </a:outerShdw>
              </a:effectLst>
            </p:grpSpPr>
            <p:sp>
              <p:nvSpPr>
                <p:cNvPr id="13" name="Freeform: Shape 12">
                  <a:extLst>
                    <a:ext uri="{FF2B5EF4-FFF2-40B4-BE49-F238E27FC236}">
                      <a16:creationId xmlns:a16="http://schemas.microsoft.com/office/drawing/2014/main" id="{2D84A9E6-2FE6-FE67-A69C-38C01D085C46}"/>
                    </a:ext>
                  </a:extLst>
                </p:cNvPr>
                <p:cNvSpPr/>
                <p:nvPr/>
              </p:nvSpPr>
              <p:spPr>
                <a:xfrm>
                  <a:off x="7014411" y="3144253"/>
                  <a:ext cx="280736" cy="148389"/>
                </a:xfrm>
                <a:custGeom>
                  <a:avLst/>
                  <a:gdLst>
                    <a:gd name="csX0" fmla="*/ 0 w 280736"/>
                    <a:gd name="csY0" fmla="*/ 72189 h 148389"/>
                    <a:gd name="csX1" fmla="*/ 56147 w 280736"/>
                    <a:gd name="csY1" fmla="*/ 24063 h 148389"/>
                    <a:gd name="csX2" fmla="*/ 112294 w 280736"/>
                    <a:gd name="csY2" fmla="*/ 0 h 148389"/>
                    <a:gd name="csX3" fmla="*/ 192505 w 280736"/>
                    <a:gd name="csY3" fmla="*/ 0 h 148389"/>
                    <a:gd name="csX4" fmla="*/ 280736 w 280736"/>
                    <a:gd name="csY4" fmla="*/ 84221 h 148389"/>
                    <a:gd name="csX5" fmla="*/ 220578 w 280736"/>
                    <a:gd name="csY5" fmla="*/ 120315 h 148389"/>
                    <a:gd name="csX6" fmla="*/ 148389 w 280736"/>
                    <a:gd name="csY6" fmla="*/ 148389 h 148389"/>
                    <a:gd name="csX7" fmla="*/ 88231 w 280736"/>
                    <a:gd name="csY7" fmla="*/ 132347 h 148389"/>
                    <a:gd name="csX8" fmla="*/ 0 w 280736"/>
                    <a:gd name="csY8" fmla="*/ 72189 h 148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0736" h="148389">
                      <a:moveTo>
                        <a:pt x="0" y="72189"/>
                      </a:moveTo>
                      <a:lnTo>
                        <a:pt x="56147" y="24063"/>
                      </a:lnTo>
                      <a:lnTo>
                        <a:pt x="112294" y="0"/>
                      </a:lnTo>
                      <a:lnTo>
                        <a:pt x="192505" y="0"/>
                      </a:lnTo>
                      <a:lnTo>
                        <a:pt x="280736" y="84221"/>
                      </a:lnTo>
                      <a:lnTo>
                        <a:pt x="220578" y="120315"/>
                      </a:lnTo>
                      <a:lnTo>
                        <a:pt x="148389" y="148389"/>
                      </a:lnTo>
                      <a:lnTo>
                        <a:pt x="88231" y="132347"/>
                      </a:lnTo>
                      <a:lnTo>
                        <a:pt x="0" y="7218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Eye with solid fill">
                  <a:extLst>
                    <a:ext uri="{FF2B5EF4-FFF2-40B4-BE49-F238E27FC236}">
                      <a16:creationId xmlns:a16="http://schemas.microsoft.com/office/drawing/2014/main" id="{160404D0-8EAE-7563-F0FD-E11C279CFCE4}"/>
                    </a:ext>
                  </a:extLst>
                </p:cNvPr>
                <p:cNvPicPr>
                  <a:picLocks noChangeAspect="1"/>
                </p:cNvPicPr>
                <p:nvPr/>
              </p:nvPicPr>
              <p:blipFill>
                <a:blip>
                  <a:extLst>
                    <a:ext uri="{96DAC541-7B7A-43D3-8B79-37D633B846F1}">
                      <asvg:svgBlip xmlns:asvg="http://schemas.microsoft.com/office/drawing/2016/SVG/main" r:embed="rId5"/>
                    </a:ext>
                  </a:extLst>
                </a:blip>
                <a:srcRect t="19555" b="18069"/>
                <a:stretch>
                  <a:fillRect/>
                </a:stretch>
              </p:blipFill>
              <p:spPr>
                <a:xfrm>
                  <a:off x="6972317" y="3104352"/>
                  <a:ext cx="362857" cy="226336"/>
                </a:xfrm>
                <a:prstGeom prst="rect">
                  <a:avLst/>
                </a:prstGeom>
              </p:spPr>
            </p:pic>
          </p:grpSp>
        </p:grpSp>
        <p:grpSp>
          <p:nvGrpSpPr>
            <p:cNvPr id="44" name="Group 43">
              <a:extLst>
                <a:ext uri="{FF2B5EF4-FFF2-40B4-BE49-F238E27FC236}">
                  <a16:creationId xmlns:a16="http://schemas.microsoft.com/office/drawing/2014/main" id="{94406F21-9B5D-AD64-7C9F-2A9CC6E79667}"/>
                </a:ext>
              </a:extLst>
            </p:cNvPr>
            <p:cNvGrpSpPr/>
            <p:nvPr/>
          </p:nvGrpSpPr>
          <p:grpSpPr>
            <a:xfrm>
              <a:off x="5942083" y="4458535"/>
              <a:ext cx="1138136" cy="916490"/>
              <a:chOff x="5942083" y="4458535"/>
              <a:chExt cx="1138136" cy="916490"/>
            </a:xfrm>
          </p:grpSpPr>
          <p:sp>
            <p:nvSpPr>
              <p:cNvPr id="5" name="TextBox 4">
                <a:extLst>
                  <a:ext uri="{FF2B5EF4-FFF2-40B4-BE49-F238E27FC236}">
                    <a16:creationId xmlns:a16="http://schemas.microsoft.com/office/drawing/2014/main" id="{04FD5AC9-B037-07E4-CE80-98E01121A22D}"/>
                  </a:ext>
                </a:extLst>
              </p:cNvPr>
              <p:cNvSpPr txBox="1"/>
              <p:nvPr/>
            </p:nvSpPr>
            <p:spPr>
              <a:xfrm>
                <a:off x="5942083" y="5128804"/>
                <a:ext cx="1138136" cy="246221"/>
              </a:xfrm>
              <a:prstGeom prst="rect">
                <a:avLst/>
              </a:prstGeom>
              <a:noFill/>
            </p:spPr>
            <p:txBody>
              <a:bodyPr wrap="square" rtlCol="0">
                <a:spAutoFit/>
              </a:bodyPr>
              <a:lstStyle/>
              <a:p>
                <a:pPr algn="ctr"/>
                <a:r>
                  <a:rPr lang="en-US" sz="1000" dirty="0">
                    <a:solidFill>
                      <a:schemeClr val="tx1">
                        <a:lumMod val="50000"/>
                        <a:lumOff val="50000"/>
                      </a:schemeClr>
                    </a:solidFill>
                  </a:rPr>
                  <a:t>Feature Layers</a:t>
                </a:r>
              </a:p>
            </p:txBody>
          </p:sp>
          <p:grpSp>
            <p:nvGrpSpPr>
              <p:cNvPr id="43" name="Group 42">
                <a:extLst>
                  <a:ext uri="{FF2B5EF4-FFF2-40B4-BE49-F238E27FC236}">
                    <a16:creationId xmlns:a16="http://schemas.microsoft.com/office/drawing/2014/main" id="{99A02FE0-01D6-F611-3D4C-7BE7DE7DDE34}"/>
                  </a:ext>
                </a:extLst>
              </p:cNvPr>
              <p:cNvGrpSpPr/>
              <p:nvPr/>
            </p:nvGrpSpPr>
            <p:grpSpPr>
              <a:xfrm>
                <a:off x="5999014" y="4458535"/>
                <a:ext cx="967080" cy="668462"/>
                <a:chOff x="5654001" y="3339041"/>
                <a:chExt cx="967080" cy="668462"/>
              </a:xfrm>
            </p:grpSpPr>
            <p:pic>
              <p:nvPicPr>
                <p:cNvPr id="38" name="Picture 37">
                  <a:extLst>
                    <a:ext uri="{FF2B5EF4-FFF2-40B4-BE49-F238E27FC236}">
                      <a16:creationId xmlns:a16="http://schemas.microsoft.com/office/drawing/2014/main" id="{385438DA-1059-74F2-DDF2-F92E94DD97C8}"/>
                    </a:ext>
                  </a:extLst>
                </p:cNvPr>
                <p:cNvPicPr>
                  <a:picLocks noChangeAspect="1"/>
                </p:cNvPicPr>
                <p:nvPr/>
              </p:nvPicPr>
              <p:blipFill>
                <a:blip r:embed="rId6"/>
                <a:stretch>
                  <a:fillRect/>
                </a:stretch>
              </p:blipFill>
              <p:spPr>
                <a:xfrm>
                  <a:off x="5654001" y="3339041"/>
                  <a:ext cx="525081" cy="568536"/>
                </a:xfrm>
                <a:prstGeom prst="rect">
                  <a:avLst/>
                </a:prstGeom>
              </p:spPr>
            </p:pic>
            <p:pic>
              <p:nvPicPr>
                <p:cNvPr id="40" name="Picture 39">
                  <a:extLst>
                    <a:ext uri="{FF2B5EF4-FFF2-40B4-BE49-F238E27FC236}">
                      <a16:creationId xmlns:a16="http://schemas.microsoft.com/office/drawing/2014/main" id="{288453C4-A03C-CF10-65E0-DCDB8E0DD617}"/>
                    </a:ext>
                  </a:extLst>
                </p:cNvPr>
                <p:cNvPicPr>
                  <a:picLocks noChangeAspect="1"/>
                </p:cNvPicPr>
                <p:nvPr/>
              </p:nvPicPr>
              <p:blipFill>
                <a:blip r:embed="rId6"/>
                <a:stretch>
                  <a:fillRect/>
                </a:stretch>
              </p:blipFill>
              <p:spPr>
                <a:xfrm>
                  <a:off x="5889667" y="3399066"/>
                  <a:ext cx="525081" cy="568536"/>
                </a:xfrm>
                <a:prstGeom prst="rect">
                  <a:avLst/>
                </a:prstGeom>
                <a:effectLst>
                  <a:outerShdw blurRad="50800" dist="38100" dir="10800000" algn="r" rotWithShape="0">
                    <a:prstClr val="black">
                      <a:alpha val="40000"/>
                    </a:prstClr>
                  </a:outerShdw>
                </a:effectLst>
              </p:spPr>
            </p:pic>
            <p:pic>
              <p:nvPicPr>
                <p:cNvPr id="42" name="Picture 41">
                  <a:extLst>
                    <a:ext uri="{FF2B5EF4-FFF2-40B4-BE49-F238E27FC236}">
                      <a16:creationId xmlns:a16="http://schemas.microsoft.com/office/drawing/2014/main" id="{824A6E88-F3FB-5CC4-2A16-6E5AFA710B3F}"/>
                    </a:ext>
                  </a:extLst>
                </p:cNvPr>
                <p:cNvPicPr>
                  <a:picLocks noChangeAspect="1"/>
                </p:cNvPicPr>
                <p:nvPr/>
              </p:nvPicPr>
              <p:blipFill>
                <a:blip r:embed="rId6"/>
                <a:stretch>
                  <a:fillRect/>
                </a:stretch>
              </p:blipFill>
              <p:spPr>
                <a:xfrm>
                  <a:off x="6096000" y="3438967"/>
                  <a:ext cx="525081" cy="568536"/>
                </a:xfrm>
                <a:prstGeom prst="rect">
                  <a:avLst/>
                </a:prstGeom>
                <a:effectLst>
                  <a:outerShdw blurRad="50800" dist="38100" dir="10800000" algn="r" rotWithShape="0">
                    <a:prstClr val="black">
                      <a:alpha val="40000"/>
                    </a:prstClr>
                  </a:outerShdw>
                </a:effectLst>
              </p:spPr>
            </p:pic>
          </p:grpSp>
        </p:grpSp>
        <p:cxnSp>
          <p:nvCxnSpPr>
            <p:cNvPr id="46" name="Straight Connector 45">
              <a:extLst>
                <a:ext uri="{FF2B5EF4-FFF2-40B4-BE49-F238E27FC236}">
                  <a16:creationId xmlns:a16="http://schemas.microsoft.com/office/drawing/2014/main" id="{C4BB6019-1A6A-5E58-F0F8-7A0B60E40352}"/>
                </a:ext>
              </a:extLst>
            </p:cNvPr>
            <p:cNvCxnSpPr>
              <a:stCxn id="5" idx="2"/>
            </p:cNvCxnSpPr>
            <p:nvPr/>
          </p:nvCxnSpPr>
          <p:spPr>
            <a:xfrm flipH="1">
              <a:off x="6502593" y="5375025"/>
              <a:ext cx="8558" cy="235228"/>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8" name="Group 47">
            <a:extLst>
              <a:ext uri="{FF2B5EF4-FFF2-40B4-BE49-F238E27FC236}">
                <a16:creationId xmlns:a16="http://schemas.microsoft.com/office/drawing/2014/main" id="{BFA455FA-4D17-5131-CF09-6A3690FE3E15}"/>
              </a:ext>
            </a:extLst>
          </p:cNvPr>
          <p:cNvGrpSpPr/>
          <p:nvPr/>
        </p:nvGrpSpPr>
        <p:grpSpPr>
          <a:xfrm>
            <a:off x="7555907" y="4573072"/>
            <a:ext cx="1621603" cy="1726231"/>
            <a:chOff x="5942083" y="4458535"/>
            <a:chExt cx="1621603" cy="1726231"/>
          </a:xfrm>
        </p:grpSpPr>
        <p:sp>
          <p:nvSpPr>
            <p:cNvPr id="49" name="TextBox 48">
              <a:extLst>
                <a:ext uri="{FF2B5EF4-FFF2-40B4-BE49-F238E27FC236}">
                  <a16:creationId xmlns:a16="http://schemas.microsoft.com/office/drawing/2014/main" id="{4F8F2A98-17C3-EAE4-F99F-0A5B449B692E}"/>
                </a:ext>
              </a:extLst>
            </p:cNvPr>
            <p:cNvSpPr txBox="1"/>
            <p:nvPr/>
          </p:nvSpPr>
          <p:spPr>
            <a:xfrm>
              <a:off x="6719127" y="5414926"/>
              <a:ext cx="844559" cy="338554"/>
            </a:xfrm>
            <a:prstGeom prst="rect">
              <a:avLst/>
            </a:prstGeom>
            <a:noFill/>
          </p:spPr>
          <p:txBody>
            <a:bodyPr wrap="square" rtlCol="0">
              <a:spAutoFit/>
            </a:bodyPr>
            <a:lstStyle/>
            <a:p>
              <a:pPr algn="ctr"/>
              <a:r>
                <a:rPr lang="en-US" sz="1600" dirty="0"/>
                <a:t>PROD</a:t>
              </a:r>
            </a:p>
          </p:txBody>
        </p:sp>
        <p:grpSp>
          <p:nvGrpSpPr>
            <p:cNvPr id="50" name="Group 49">
              <a:extLst>
                <a:ext uri="{FF2B5EF4-FFF2-40B4-BE49-F238E27FC236}">
                  <a16:creationId xmlns:a16="http://schemas.microsoft.com/office/drawing/2014/main" id="{C2E78E2F-0777-9E8F-A7AE-A9830D2F98D1}"/>
                </a:ext>
              </a:extLst>
            </p:cNvPr>
            <p:cNvGrpSpPr/>
            <p:nvPr/>
          </p:nvGrpSpPr>
          <p:grpSpPr>
            <a:xfrm>
              <a:off x="6224833" y="5614399"/>
              <a:ext cx="598523" cy="570367"/>
              <a:chOff x="7310713" y="1271906"/>
              <a:chExt cx="598523" cy="570367"/>
            </a:xfrm>
          </p:grpSpPr>
          <p:pic>
            <p:nvPicPr>
              <p:cNvPr id="58" name="Graphic 57" descr="Database outline">
                <a:extLst>
                  <a:ext uri="{FF2B5EF4-FFF2-40B4-BE49-F238E27FC236}">
                    <a16:creationId xmlns:a16="http://schemas.microsoft.com/office/drawing/2014/main" id="{5144DC90-9A40-BC10-36BF-630D6E7E4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0713" y="1271906"/>
                <a:ext cx="570367" cy="570367"/>
              </a:xfrm>
              <a:prstGeom prst="rect">
                <a:avLst/>
              </a:prstGeom>
            </p:spPr>
          </p:pic>
          <p:grpSp>
            <p:nvGrpSpPr>
              <p:cNvPr id="59" name="Group 58">
                <a:extLst>
                  <a:ext uri="{FF2B5EF4-FFF2-40B4-BE49-F238E27FC236}">
                    <a16:creationId xmlns:a16="http://schemas.microsoft.com/office/drawing/2014/main" id="{163C27B2-75CF-2837-15FE-6837EBB200D5}"/>
                  </a:ext>
                </a:extLst>
              </p:cNvPr>
              <p:cNvGrpSpPr/>
              <p:nvPr/>
            </p:nvGrpSpPr>
            <p:grpSpPr>
              <a:xfrm>
                <a:off x="7546379" y="1615937"/>
                <a:ext cx="362857" cy="226336"/>
                <a:chOff x="6972317" y="3104352"/>
                <a:chExt cx="362857" cy="226336"/>
              </a:xfrm>
              <a:effectLst>
                <a:outerShdw blurRad="50800" dist="38100" dir="8100000" algn="tr" rotWithShape="0">
                  <a:prstClr val="black">
                    <a:alpha val="40000"/>
                  </a:prstClr>
                </a:outerShdw>
              </a:effectLst>
            </p:grpSpPr>
            <p:sp>
              <p:nvSpPr>
                <p:cNvPr id="60" name="Freeform: Shape 59">
                  <a:extLst>
                    <a:ext uri="{FF2B5EF4-FFF2-40B4-BE49-F238E27FC236}">
                      <a16:creationId xmlns:a16="http://schemas.microsoft.com/office/drawing/2014/main" id="{B8F79DA9-02A0-785B-94A8-6BFDAAC1A066}"/>
                    </a:ext>
                  </a:extLst>
                </p:cNvPr>
                <p:cNvSpPr/>
                <p:nvPr/>
              </p:nvSpPr>
              <p:spPr>
                <a:xfrm>
                  <a:off x="7014411" y="3144253"/>
                  <a:ext cx="280736" cy="148389"/>
                </a:xfrm>
                <a:custGeom>
                  <a:avLst/>
                  <a:gdLst>
                    <a:gd name="csX0" fmla="*/ 0 w 280736"/>
                    <a:gd name="csY0" fmla="*/ 72189 h 148389"/>
                    <a:gd name="csX1" fmla="*/ 56147 w 280736"/>
                    <a:gd name="csY1" fmla="*/ 24063 h 148389"/>
                    <a:gd name="csX2" fmla="*/ 112294 w 280736"/>
                    <a:gd name="csY2" fmla="*/ 0 h 148389"/>
                    <a:gd name="csX3" fmla="*/ 192505 w 280736"/>
                    <a:gd name="csY3" fmla="*/ 0 h 148389"/>
                    <a:gd name="csX4" fmla="*/ 280736 w 280736"/>
                    <a:gd name="csY4" fmla="*/ 84221 h 148389"/>
                    <a:gd name="csX5" fmla="*/ 220578 w 280736"/>
                    <a:gd name="csY5" fmla="*/ 120315 h 148389"/>
                    <a:gd name="csX6" fmla="*/ 148389 w 280736"/>
                    <a:gd name="csY6" fmla="*/ 148389 h 148389"/>
                    <a:gd name="csX7" fmla="*/ 88231 w 280736"/>
                    <a:gd name="csY7" fmla="*/ 132347 h 148389"/>
                    <a:gd name="csX8" fmla="*/ 0 w 280736"/>
                    <a:gd name="csY8" fmla="*/ 72189 h 148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0736" h="148389">
                      <a:moveTo>
                        <a:pt x="0" y="72189"/>
                      </a:moveTo>
                      <a:lnTo>
                        <a:pt x="56147" y="24063"/>
                      </a:lnTo>
                      <a:lnTo>
                        <a:pt x="112294" y="0"/>
                      </a:lnTo>
                      <a:lnTo>
                        <a:pt x="192505" y="0"/>
                      </a:lnTo>
                      <a:lnTo>
                        <a:pt x="280736" y="84221"/>
                      </a:lnTo>
                      <a:lnTo>
                        <a:pt x="220578" y="120315"/>
                      </a:lnTo>
                      <a:lnTo>
                        <a:pt x="148389" y="148389"/>
                      </a:lnTo>
                      <a:lnTo>
                        <a:pt x="88231" y="132347"/>
                      </a:lnTo>
                      <a:lnTo>
                        <a:pt x="0" y="7218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descr="Eye with solid fill">
                  <a:extLst>
                    <a:ext uri="{FF2B5EF4-FFF2-40B4-BE49-F238E27FC236}">
                      <a16:creationId xmlns:a16="http://schemas.microsoft.com/office/drawing/2014/main" id="{046CA62A-D857-52FB-924A-28C0A1A6C5B4}"/>
                    </a:ext>
                  </a:extLst>
                </p:cNvPr>
                <p:cNvPicPr>
                  <a:picLocks noChangeAspect="1"/>
                </p:cNvPicPr>
                <p:nvPr/>
              </p:nvPicPr>
              <p:blipFill>
                <a:blip>
                  <a:extLst>
                    <a:ext uri="{96DAC541-7B7A-43D3-8B79-37D633B846F1}">
                      <asvg:svgBlip xmlns:asvg="http://schemas.microsoft.com/office/drawing/2016/SVG/main" r:embed="rId5"/>
                    </a:ext>
                  </a:extLst>
                </a:blip>
                <a:srcRect t="19555" b="18069"/>
                <a:stretch>
                  <a:fillRect/>
                </a:stretch>
              </p:blipFill>
              <p:spPr>
                <a:xfrm>
                  <a:off x="6972317" y="3104352"/>
                  <a:ext cx="362857" cy="226336"/>
                </a:xfrm>
                <a:prstGeom prst="rect">
                  <a:avLst/>
                </a:prstGeom>
              </p:spPr>
            </p:pic>
          </p:grpSp>
        </p:grpSp>
        <p:grpSp>
          <p:nvGrpSpPr>
            <p:cNvPr id="51" name="Group 50">
              <a:extLst>
                <a:ext uri="{FF2B5EF4-FFF2-40B4-BE49-F238E27FC236}">
                  <a16:creationId xmlns:a16="http://schemas.microsoft.com/office/drawing/2014/main" id="{C53FDE75-9EFF-4C66-7539-464D3CD9F070}"/>
                </a:ext>
              </a:extLst>
            </p:cNvPr>
            <p:cNvGrpSpPr/>
            <p:nvPr/>
          </p:nvGrpSpPr>
          <p:grpSpPr>
            <a:xfrm>
              <a:off x="5942083" y="4458535"/>
              <a:ext cx="1138136" cy="916490"/>
              <a:chOff x="5942083" y="4458535"/>
              <a:chExt cx="1138136" cy="916490"/>
            </a:xfrm>
          </p:grpSpPr>
          <p:sp>
            <p:nvSpPr>
              <p:cNvPr id="53" name="TextBox 52">
                <a:extLst>
                  <a:ext uri="{FF2B5EF4-FFF2-40B4-BE49-F238E27FC236}">
                    <a16:creationId xmlns:a16="http://schemas.microsoft.com/office/drawing/2014/main" id="{D235C716-5A15-F4CD-7EFD-8B0AF899DD98}"/>
                  </a:ext>
                </a:extLst>
              </p:cNvPr>
              <p:cNvSpPr txBox="1"/>
              <p:nvPr/>
            </p:nvSpPr>
            <p:spPr>
              <a:xfrm>
                <a:off x="5942083" y="5128804"/>
                <a:ext cx="1138136" cy="246221"/>
              </a:xfrm>
              <a:prstGeom prst="rect">
                <a:avLst/>
              </a:prstGeom>
              <a:noFill/>
            </p:spPr>
            <p:txBody>
              <a:bodyPr wrap="square" rtlCol="0">
                <a:spAutoFit/>
              </a:bodyPr>
              <a:lstStyle/>
              <a:p>
                <a:pPr algn="ctr"/>
                <a:r>
                  <a:rPr lang="en-US" sz="1000" dirty="0">
                    <a:solidFill>
                      <a:schemeClr val="tx1">
                        <a:lumMod val="50000"/>
                        <a:lumOff val="50000"/>
                      </a:schemeClr>
                    </a:solidFill>
                  </a:rPr>
                  <a:t>Feature Layers</a:t>
                </a:r>
              </a:p>
            </p:txBody>
          </p:sp>
          <p:grpSp>
            <p:nvGrpSpPr>
              <p:cNvPr id="54" name="Group 53">
                <a:extLst>
                  <a:ext uri="{FF2B5EF4-FFF2-40B4-BE49-F238E27FC236}">
                    <a16:creationId xmlns:a16="http://schemas.microsoft.com/office/drawing/2014/main" id="{D73633EC-D4FC-890D-A6D3-725BA035B281}"/>
                  </a:ext>
                </a:extLst>
              </p:cNvPr>
              <p:cNvGrpSpPr/>
              <p:nvPr/>
            </p:nvGrpSpPr>
            <p:grpSpPr>
              <a:xfrm>
                <a:off x="5999014" y="4458535"/>
                <a:ext cx="967080" cy="668462"/>
                <a:chOff x="5654001" y="3339041"/>
                <a:chExt cx="967080" cy="668462"/>
              </a:xfrm>
            </p:grpSpPr>
            <p:pic>
              <p:nvPicPr>
                <p:cNvPr id="55" name="Picture 54">
                  <a:extLst>
                    <a:ext uri="{FF2B5EF4-FFF2-40B4-BE49-F238E27FC236}">
                      <a16:creationId xmlns:a16="http://schemas.microsoft.com/office/drawing/2014/main" id="{9845060C-05CA-F351-F6C1-D9E2855079BA}"/>
                    </a:ext>
                  </a:extLst>
                </p:cNvPr>
                <p:cNvPicPr>
                  <a:picLocks noChangeAspect="1"/>
                </p:cNvPicPr>
                <p:nvPr/>
              </p:nvPicPr>
              <p:blipFill>
                <a:blip r:embed="rId6"/>
                <a:stretch>
                  <a:fillRect/>
                </a:stretch>
              </p:blipFill>
              <p:spPr>
                <a:xfrm>
                  <a:off x="5654001" y="3339041"/>
                  <a:ext cx="525081" cy="568536"/>
                </a:xfrm>
                <a:prstGeom prst="rect">
                  <a:avLst/>
                </a:prstGeom>
              </p:spPr>
            </p:pic>
            <p:pic>
              <p:nvPicPr>
                <p:cNvPr id="56" name="Picture 55">
                  <a:extLst>
                    <a:ext uri="{FF2B5EF4-FFF2-40B4-BE49-F238E27FC236}">
                      <a16:creationId xmlns:a16="http://schemas.microsoft.com/office/drawing/2014/main" id="{26495F12-F6F2-BBD5-D2E9-1FD7850108D7}"/>
                    </a:ext>
                  </a:extLst>
                </p:cNvPr>
                <p:cNvPicPr>
                  <a:picLocks noChangeAspect="1"/>
                </p:cNvPicPr>
                <p:nvPr/>
              </p:nvPicPr>
              <p:blipFill>
                <a:blip r:embed="rId6"/>
                <a:stretch>
                  <a:fillRect/>
                </a:stretch>
              </p:blipFill>
              <p:spPr>
                <a:xfrm>
                  <a:off x="5889667" y="3399066"/>
                  <a:ext cx="525081" cy="568536"/>
                </a:xfrm>
                <a:prstGeom prst="rect">
                  <a:avLst/>
                </a:prstGeom>
                <a:effectLst>
                  <a:outerShdw blurRad="50800" dist="38100" dir="10800000" algn="r" rotWithShape="0">
                    <a:prstClr val="black">
                      <a:alpha val="40000"/>
                    </a:prstClr>
                  </a:outerShdw>
                </a:effectLst>
              </p:spPr>
            </p:pic>
            <p:pic>
              <p:nvPicPr>
                <p:cNvPr id="57" name="Picture 56">
                  <a:extLst>
                    <a:ext uri="{FF2B5EF4-FFF2-40B4-BE49-F238E27FC236}">
                      <a16:creationId xmlns:a16="http://schemas.microsoft.com/office/drawing/2014/main" id="{91630A4F-9155-EB07-CCD4-0126A9D07AF2}"/>
                    </a:ext>
                  </a:extLst>
                </p:cNvPr>
                <p:cNvPicPr>
                  <a:picLocks noChangeAspect="1"/>
                </p:cNvPicPr>
                <p:nvPr/>
              </p:nvPicPr>
              <p:blipFill>
                <a:blip r:embed="rId6"/>
                <a:stretch>
                  <a:fillRect/>
                </a:stretch>
              </p:blipFill>
              <p:spPr>
                <a:xfrm>
                  <a:off x="6096000" y="3438967"/>
                  <a:ext cx="525081" cy="568536"/>
                </a:xfrm>
                <a:prstGeom prst="rect">
                  <a:avLst/>
                </a:prstGeom>
                <a:effectLst>
                  <a:outerShdw blurRad="50800" dist="38100" dir="10800000" algn="r" rotWithShape="0">
                    <a:prstClr val="black">
                      <a:alpha val="40000"/>
                    </a:prstClr>
                  </a:outerShdw>
                </a:effectLst>
              </p:spPr>
            </p:pic>
          </p:grpSp>
        </p:grpSp>
        <p:cxnSp>
          <p:nvCxnSpPr>
            <p:cNvPr id="52" name="Straight Connector 51">
              <a:extLst>
                <a:ext uri="{FF2B5EF4-FFF2-40B4-BE49-F238E27FC236}">
                  <a16:creationId xmlns:a16="http://schemas.microsoft.com/office/drawing/2014/main" id="{2BBBD0A0-56E7-969D-31EA-E59D6E758AFD}"/>
                </a:ext>
              </a:extLst>
            </p:cNvPr>
            <p:cNvCxnSpPr>
              <a:stCxn id="53" idx="2"/>
            </p:cNvCxnSpPr>
            <p:nvPr/>
          </p:nvCxnSpPr>
          <p:spPr>
            <a:xfrm flipH="1">
              <a:off x="6502593" y="5375025"/>
              <a:ext cx="8558" cy="235228"/>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62" name="Group 61">
            <a:extLst>
              <a:ext uri="{FF2B5EF4-FFF2-40B4-BE49-F238E27FC236}">
                <a16:creationId xmlns:a16="http://schemas.microsoft.com/office/drawing/2014/main" id="{E145449D-5202-90AB-651F-C869C9EF730A}"/>
              </a:ext>
            </a:extLst>
          </p:cNvPr>
          <p:cNvGrpSpPr/>
          <p:nvPr/>
        </p:nvGrpSpPr>
        <p:grpSpPr>
          <a:xfrm>
            <a:off x="10147107" y="4742916"/>
            <a:ext cx="1527240" cy="746646"/>
            <a:chOff x="8968556" y="3863835"/>
            <a:chExt cx="1527240" cy="746646"/>
          </a:xfrm>
        </p:grpSpPr>
        <p:pic>
          <p:nvPicPr>
            <p:cNvPr id="63" name="Picture 62" descr="ArcGIS Experience Builder and ArcGIS Web AppBuilder at Esri ...">
              <a:extLst>
                <a:ext uri="{FF2B5EF4-FFF2-40B4-BE49-F238E27FC236}">
                  <a16:creationId xmlns:a16="http://schemas.microsoft.com/office/drawing/2014/main" id="{B7BC84B8-6C9D-2772-090F-BBF76B23BCA4}"/>
                </a:ext>
              </a:extLst>
            </p:cNvPr>
            <p:cNvPicPr>
              <a:picLocks noChangeAspect="1"/>
            </p:cNvPicPr>
            <p:nvPr/>
          </p:nvPicPr>
          <p:blipFill>
            <a:blip r:embed="rId7"/>
            <a:srcRect r="47981"/>
            <a:stretch>
              <a:fillRect/>
            </a:stretch>
          </p:blipFill>
          <p:spPr>
            <a:xfrm>
              <a:off x="9410290" y="3863835"/>
              <a:ext cx="567804" cy="616593"/>
            </a:xfrm>
            <a:prstGeom prst="rect">
              <a:avLst/>
            </a:prstGeom>
          </p:spPr>
        </p:pic>
        <p:sp>
          <p:nvSpPr>
            <p:cNvPr id="64" name="TextBox 63">
              <a:extLst>
                <a:ext uri="{FF2B5EF4-FFF2-40B4-BE49-F238E27FC236}">
                  <a16:creationId xmlns:a16="http://schemas.microsoft.com/office/drawing/2014/main" id="{A724C792-718E-4412-154E-0582AE2774DB}"/>
                </a:ext>
              </a:extLst>
            </p:cNvPr>
            <p:cNvSpPr txBox="1"/>
            <p:nvPr/>
          </p:nvSpPr>
          <p:spPr>
            <a:xfrm>
              <a:off x="8968556" y="4364260"/>
              <a:ext cx="1527240" cy="246221"/>
            </a:xfrm>
            <a:prstGeom prst="rect">
              <a:avLst/>
            </a:prstGeom>
            <a:noFill/>
          </p:spPr>
          <p:txBody>
            <a:bodyPr wrap="square" rtlCol="0">
              <a:spAutoFit/>
            </a:bodyPr>
            <a:lstStyle/>
            <a:p>
              <a:pPr algn="ctr"/>
              <a:r>
                <a:rPr lang="en-US" sz="1000" dirty="0"/>
                <a:t>Experience Builder</a:t>
              </a:r>
            </a:p>
          </p:txBody>
        </p:sp>
      </p:grpSp>
      <p:grpSp>
        <p:nvGrpSpPr>
          <p:cNvPr id="71" name="Group 70">
            <a:extLst>
              <a:ext uri="{FF2B5EF4-FFF2-40B4-BE49-F238E27FC236}">
                <a16:creationId xmlns:a16="http://schemas.microsoft.com/office/drawing/2014/main" id="{FDA39074-41EA-2EC0-4560-983265F54A3A}"/>
              </a:ext>
            </a:extLst>
          </p:cNvPr>
          <p:cNvGrpSpPr/>
          <p:nvPr/>
        </p:nvGrpSpPr>
        <p:grpSpPr>
          <a:xfrm>
            <a:off x="5839316" y="3963954"/>
            <a:ext cx="1032689" cy="609118"/>
            <a:chOff x="6669447" y="2833735"/>
            <a:chExt cx="1032689" cy="609118"/>
          </a:xfrm>
        </p:grpSpPr>
        <p:pic>
          <p:nvPicPr>
            <p:cNvPr id="66" name="Picture 65">
              <a:extLst>
                <a:ext uri="{FF2B5EF4-FFF2-40B4-BE49-F238E27FC236}">
                  <a16:creationId xmlns:a16="http://schemas.microsoft.com/office/drawing/2014/main" id="{27F5E3EF-2B9F-D1B2-243F-799FE03EA5CC}"/>
                </a:ext>
              </a:extLst>
            </p:cNvPr>
            <p:cNvPicPr>
              <a:picLocks noChangeAspect="1"/>
            </p:cNvPicPr>
            <p:nvPr/>
          </p:nvPicPr>
          <p:blipFill>
            <a:blip r:embed="rId8"/>
            <a:srcRect l="29157" t="15753" r="28313" b="35554"/>
            <a:stretch>
              <a:fillRect/>
            </a:stretch>
          </p:blipFill>
          <p:spPr>
            <a:xfrm>
              <a:off x="7005470" y="2833735"/>
              <a:ext cx="360642" cy="367454"/>
            </a:xfrm>
            <a:prstGeom prst="rect">
              <a:avLst/>
            </a:prstGeom>
          </p:spPr>
        </p:pic>
        <p:sp>
          <p:nvSpPr>
            <p:cNvPr id="67" name="TextBox 66">
              <a:extLst>
                <a:ext uri="{FF2B5EF4-FFF2-40B4-BE49-F238E27FC236}">
                  <a16:creationId xmlns:a16="http://schemas.microsoft.com/office/drawing/2014/main" id="{48982400-0CEC-82DB-C6BB-E5328DE47650}"/>
                </a:ext>
              </a:extLst>
            </p:cNvPr>
            <p:cNvSpPr txBox="1"/>
            <p:nvPr/>
          </p:nvSpPr>
          <p:spPr>
            <a:xfrm>
              <a:off x="6669447" y="3212021"/>
              <a:ext cx="1032689" cy="230832"/>
            </a:xfrm>
            <a:prstGeom prst="rect">
              <a:avLst/>
            </a:prstGeom>
            <a:noFill/>
          </p:spPr>
          <p:txBody>
            <a:bodyPr wrap="square" rtlCol="0">
              <a:spAutoFit/>
            </a:bodyPr>
            <a:lstStyle/>
            <a:p>
              <a:pPr algn="ctr"/>
              <a:r>
                <a:rPr lang="en-US" sz="900" dirty="0">
                  <a:solidFill>
                    <a:schemeClr val="tx1">
                      <a:lumMod val="50000"/>
                      <a:lumOff val="50000"/>
                    </a:schemeClr>
                  </a:solidFill>
                </a:rPr>
                <a:t>QA Map Viewer</a:t>
              </a:r>
            </a:p>
          </p:txBody>
        </p:sp>
      </p:grpSp>
      <p:grpSp>
        <p:nvGrpSpPr>
          <p:cNvPr id="68" name="Group 67">
            <a:extLst>
              <a:ext uri="{FF2B5EF4-FFF2-40B4-BE49-F238E27FC236}">
                <a16:creationId xmlns:a16="http://schemas.microsoft.com/office/drawing/2014/main" id="{5F29D9DD-3373-E755-CA2F-C5AA9AA49F50}"/>
              </a:ext>
            </a:extLst>
          </p:cNvPr>
          <p:cNvGrpSpPr/>
          <p:nvPr/>
        </p:nvGrpSpPr>
        <p:grpSpPr>
          <a:xfrm>
            <a:off x="6767376" y="5896070"/>
            <a:ext cx="318419" cy="221863"/>
            <a:chOff x="7105015" y="2182625"/>
            <a:chExt cx="318419" cy="221863"/>
          </a:xfrm>
        </p:grpSpPr>
        <p:sp>
          <p:nvSpPr>
            <p:cNvPr id="69" name="Oval 68">
              <a:extLst>
                <a:ext uri="{FF2B5EF4-FFF2-40B4-BE49-F238E27FC236}">
                  <a16:creationId xmlns:a16="http://schemas.microsoft.com/office/drawing/2014/main" id="{86B1A53B-2F21-8C0A-6405-FFC1801C1998}"/>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4" descr="R: R Logo">
              <a:extLst>
                <a:ext uri="{FF2B5EF4-FFF2-40B4-BE49-F238E27FC236}">
                  <a16:creationId xmlns:a16="http://schemas.microsoft.com/office/drawing/2014/main" id="{85F6DB2B-BF70-F148-36A8-552EB5836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4" name="Group 73">
            <a:extLst>
              <a:ext uri="{FF2B5EF4-FFF2-40B4-BE49-F238E27FC236}">
                <a16:creationId xmlns:a16="http://schemas.microsoft.com/office/drawing/2014/main" id="{03BA66CA-42AA-BA2C-2D94-A7F11DFF5D16}"/>
              </a:ext>
            </a:extLst>
          </p:cNvPr>
          <p:cNvGrpSpPr/>
          <p:nvPr/>
        </p:nvGrpSpPr>
        <p:grpSpPr>
          <a:xfrm>
            <a:off x="1931214" y="4079276"/>
            <a:ext cx="318419" cy="221863"/>
            <a:chOff x="7105015" y="2182625"/>
            <a:chExt cx="318419" cy="221863"/>
          </a:xfrm>
        </p:grpSpPr>
        <p:sp>
          <p:nvSpPr>
            <p:cNvPr id="75" name="Oval 74">
              <a:extLst>
                <a:ext uri="{FF2B5EF4-FFF2-40B4-BE49-F238E27FC236}">
                  <a16:creationId xmlns:a16="http://schemas.microsoft.com/office/drawing/2014/main" id="{9D0190D5-69DE-243E-0F4F-6130AE1797B9}"/>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4" descr="R: R Logo">
              <a:extLst>
                <a:ext uri="{FF2B5EF4-FFF2-40B4-BE49-F238E27FC236}">
                  <a16:creationId xmlns:a16="http://schemas.microsoft.com/office/drawing/2014/main" id="{63781BBD-56D7-B432-4A78-46F2F70701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3" name="Group 112">
            <a:extLst>
              <a:ext uri="{FF2B5EF4-FFF2-40B4-BE49-F238E27FC236}">
                <a16:creationId xmlns:a16="http://schemas.microsoft.com/office/drawing/2014/main" id="{B006F259-82DF-75B7-58D0-4ABB84AAC758}"/>
              </a:ext>
            </a:extLst>
          </p:cNvPr>
          <p:cNvGrpSpPr/>
          <p:nvPr/>
        </p:nvGrpSpPr>
        <p:grpSpPr>
          <a:xfrm>
            <a:off x="6209493" y="1338916"/>
            <a:ext cx="2317172" cy="1414244"/>
            <a:chOff x="5596605" y="1541927"/>
            <a:chExt cx="2317172" cy="1414244"/>
          </a:xfrm>
        </p:grpSpPr>
        <p:grpSp>
          <p:nvGrpSpPr>
            <p:cNvPr id="78" name="Group 77">
              <a:extLst>
                <a:ext uri="{FF2B5EF4-FFF2-40B4-BE49-F238E27FC236}">
                  <a16:creationId xmlns:a16="http://schemas.microsoft.com/office/drawing/2014/main" id="{6E6F6896-4D59-BEEB-5F9E-1B3560973B8A}"/>
                </a:ext>
              </a:extLst>
            </p:cNvPr>
            <p:cNvGrpSpPr/>
            <p:nvPr/>
          </p:nvGrpSpPr>
          <p:grpSpPr>
            <a:xfrm>
              <a:off x="5747431" y="1692925"/>
              <a:ext cx="1503106" cy="563232"/>
              <a:chOff x="8205768" y="2744861"/>
              <a:chExt cx="1503106" cy="563232"/>
            </a:xfrm>
          </p:grpSpPr>
          <p:grpSp>
            <p:nvGrpSpPr>
              <p:cNvPr id="81" name="Group 80">
                <a:extLst>
                  <a:ext uri="{FF2B5EF4-FFF2-40B4-BE49-F238E27FC236}">
                    <a16:creationId xmlns:a16="http://schemas.microsoft.com/office/drawing/2014/main" id="{69EFD610-AAB9-0C49-1654-6ABFBE1D5E86}"/>
                  </a:ext>
                </a:extLst>
              </p:cNvPr>
              <p:cNvGrpSpPr/>
              <p:nvPr/>
            </p:nvGrpSpPr>
            <p:grpSpPr>
              <a:xfrm>
                <a:off x="9081136" y="2744861"/>
                <a:ext cx="627738" cy="559594"/>
                <a:chOff x="7035025" y="3155493"/>
                <a:chExt cx="627738" cy="559594"/>
              </a:xfrm>
            </p:grpSpPr>
            <p:pic>
              <p:nvPicPr>
                <p:cNvPr id="83" name="Picture 82" descr="Graph chart vector icon.symbol of business. 4999434 Vector ...">
                  <a:extLst>
                    <a:ext uri="{FF2B5EF4-FFF2-40B4-BE49-F238E27FC236}">
                      <a16:creationId xmlns:a16="http://schemas.microsoft.com/office/drawing/2014/main" id="{F7AF7314-D41E-31AC-329B-C7E34C25C431}"/>
                    </a:ext>
                  </a:extLst>
                </p:cNvPr>
                <p:cNvPicPr>
                  <a:picLocks noChangeAspect="1"/>
                </p:cNvPicPr>
                <p:nvPr/>
              </p:nvPicPr>
              <p:blipFill>
                <a:blip r:embed="rId9"/>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84" name="Picture 83" descr="Graph chart vector icon.symbol of business. 4999434 Vector ...">
                  <a:extLst>
                    <a:ext uri="{FF2B5EF4-FFF2-40B4-BE49-F238E27FC236}">
                      <a16:creationId xmlns:a16="http://schemas.microsoft.com/office/drawing/2014/main" id="{7FC47314-308A-90BF-3B53-C0F9D8B43CAB}"/>
                    </a:ext>
                  </a:extLst>
                </p:cNvPr>
                <p:cNvPicPr>
                  <a:picLocks noChangeAspect="1"/>
                </p:cNvPicPr>
                <p:nvPr/>
              </p:nvPicPr>
              <p:blipFill>
                <a:blip r:embed="rId9"/>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85" name="Picture 84" descr="Graph chart vector icon.symbol of business. 4999434 Vector ...">
                  <a:extLst>
                    <a:ext uri="{FF2B5EF4-FFF2-40B4-BE49-F238E27FC236}">
                      <a16:creationId xmlns:a16="http://schemas.microsoft.com/office/drawing/2014/main" id="{6166BD0B-3E2B-60C0-A42F-BAE3256BECDA}"/>
                    </a:ext>
                  </a:extLst>
                </p:cNvPr>
                <p:cNvPicPr>
                  <a:picLocks noChangeAspect="1"/>
                </p:cNvPicPr>
                <p:nvPr/>
              </p:nvPicPr>
              <p:blipFill>
                <a:blip r:embed="rId9"/>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sp>
            <p:nvSpPr>
              <p:cNvPr id="82" name="TextBox 81">
                <a:extLst>
                  <a:ext uri="{FF2B5EF4-FFF2-40B4-BE49-F238E27FC236}">
                    <a16:creationId xmlns:a16="http://schemas.microsoft.com/office/drawing/2014/main" id="{BB451763-CBFA-F4AE-F5AF-A49559025E67}"/>
                  </a:ext>
                </a:extLst>
              </p:cNvPr>
              <p:cNvSpPr txBox="1"/>
              <p:nvPr/>
            </p:nvSpPr>
            <p:spPr>
              <a:xfrm>
                <a:off x="8205768" y="2800262"/>
                <a:ext cx="994847" cy="507831"/>
              </a:xfrm>
              <a:prstGeom prst="rect">
                <a:avLst/>
              </a:prstGeom>
              <a:noFill/>
            </p:spPr>
            <p:txBody>
              <a:bodyPr wrap="square" rtlCol="0">
                <a:spAutoFit/>
              </a:bodyPr>
              <a:lstStyle/>
              <a:p>
                <a:r>
                  <a:rPr lang="en-US" sz="900" dirty="0">
                    <a:solidFill>
                      <a:schemeClr val="tx1">
                        <a:lumMod val="50000"/>
                        <a:lumOff val="50000"/>
                      </a:schemeClr>
                    </a:solidFill>
                  </a:rPr>
                  <a:t>Monitoring</a:t>
                </a:r>
              </a:p>
              <a:p>
                <a:r>
                  <a:rPr lang="en-US" sz="900" dirty="0">
                    <a:solidFill>
                      <a:schemeClr val="tx1">
                        <a:lumMod val="50000"/>
                        <a:lumOff val="50000"/>
                      </a:schemeClr>
                    </a:solidFill>
                  </a:rPr>
                  <a:t>Data graphs</a:t>
                </a:r>
              </a:p>
              <a:p>
                <a:r>
                  <a:rPr lang="en-US" sz="900" dirty="0">
                    <a:solidFill>
                      <a:schemeClr val="tx1">
                        <a:lumMod val="50000"/>
                        <a:lumOff val="50000"/>
                      </a:schemeClr>
                    </a:solidFill>
                  </a:rPr>
                  <a:t>(1.5MB, </a:t>
                </a:r>
                <a:r>
                  <a:rPr lang="en-US" sz="900" i="1" dirty="0">
                    <a:solidFill>
                      <a:schemeClr val="tx1">
                        <a:lumMod val="50000"/>
                        <a:lumOff val="50000"/>
                      </a:schemeClr>
                    </a:solidFill>
                  </a:rPr>
                  <a:t>n</a:t>
                </a:r>
                <a:r>
                  <a:rPr lang="en-US" sz="900" dirty="0">
                    <a:solidFill>
                      <a:schemeClr val="tx1">
                        <a:lumMod val="50000"/>
                        <a:lumOff val="50000"/>
                      </a:schemeClr>
                    </a:solidFill>
                  </a:rPr>
                  <a:t>=124)</a:t>
                </a:r>
              </a:p>
            </p:txBody>
          </p:sp>
        </p:grpSp>
        <p:sp>
          <p:nvSpPr>
            <p:cNvPr id="79" name="TextBox 78">
              <a:extLst>
                <a:ext uri="{FF2B5EF4-FFF2-40B4-BE49-F238E27FC236}">
                  <a16:creationId xmlns:a16="http://schemas.microsoft.com/office/drawing/2014/main" id="{2213533F-FD0C-0739-E7FC-750475401ACC}"/>
                </a:ext>
              </a:extLst>
            </p:cNvPr>
            <p:cNvSpPr txBox="1"/>
            <p:nvPr/>
          </p:nvSpPr>
          <p:spPr>
            <a:xfrm>
              <a:off x="5995692" y="2540672"/>
              <a:ext cx="1518997" cy="415498"/>
            </a:xfrm>
            <a:prstGeom prst="rect">
              <a:avLst/>
            </a:prstGeom>
            <a:noFill/>
          </p:spPr>
          <p:txBody>
            <a:bodyPr wrap="square" rtlCol="0">
              <a:spAutoFit/>
            </a:bodyPr>
            <a:lstStyle/>
            <a:p>
              <a:pPr algn="ctr"/>
              <a:r>
                <a:rPr lang="en-US" sz="1200" i="1" dirty="0">
                  <a:solidFill>
                    <a:schemeClr val="bg1">
                      <a:lumMod val="50000"/>
                    </a:schemeClr>
                  </a:solidFill>
                </a:rPr>
                <a:t>DNR Network</a:t>
              </a:r>
            </a:p>
            <a:p>
              <a:pPr algn="ctr"/>
              <a:r>
                <a:rPr lang="en-US" sz="900" i="1" dirty="0">
                  <a:solidFill>
                    <a:schemeClr val="bg1">
                      <a:lumMod val="50000"/>
                    </a:schemeClr>
                  </a:solidFill>
                </a:rPr>
                <a:t>(web accessible location)</a:t>
              </a:r>
            </a:p>
          </p:txBody>
        </p:sp>
        <p:sp>
          <p:nvSpPr>
            <p:cNvPr id="80" name="Rectangle: Rounded Corners 79">
              <a:extLst>
                <a:ext uri="{FF2B5EF4-FFF2-40B4-BE49-F238E27FC236}">
                  <a16:creationId xmlns:a16="http://schemas.microsoft.com/office/drawing/2014/main" id="{7FE1E7BC-3FFF-7A72-1B4D-33942B241A0B}"/>
                </a:ext>
              </a:extLst>
            </p:cNvPr>
            <p:cNvSpPr/>
            <p:nvPr/>
          </p:nvSpPr>
          <p:spPr>
            <a:xfrm>
              <a:off x="5596605" y="1541927"/>
              <a:ext cx="2317172" cy="1414244"/>
            </a:xfrm>
            <a:prstGeom prst="roundRect">
              <a:avLst/>
            </a:prstGeom>
            <a:no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DF935849-7E82-217B-F7E2-41D7EB51F2DA}"/>
              </a:ext>
            </a:extLst>
          </p:cNvPr>
          <p:cNvGrpSpPr/>
          <p:nvPr/>
        </p:nvGrpSpPr>
        <p:grpSpPr>
          <a:xfrm>
            <a:off x="4688675" y="3883896"/>
            <a:ext cx="318419" cy="221863"/>
            <a:chOff x="7105015" y="2182625"/>
            <a:chExt cx="318419" cy="221863"/>
          </a:xfrm>
        </p:grpSpPr>
        <p:sp>
          <p:nvSpPr>
            <p:cNvPr id="87" name="Oval 86">
              <a:extLst>
                <a:ext uri="{FF2B5EF4-FFF2-40B4-BE49-F238E27FC236}">
                  <a16:creationId xmlns:a16="http://schemas.microsoft.com/office/drawing/2014/main" id="{C6FF5E8D-D576-6F93-BECF-778F52BB77FF}"/>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4" descr="R: R Logo">
              <a:extLst>
                <a:ext uri="{FF2B5EF4-FFF2-40B4-BE49-F238E27FC236}">
                  <a16:creationId xmlns:a16="http://schemas.microsoft.com/office/drawing/2014/main" id="{63C402A6-0323-2C4F-5127-7DF7C29C0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2" name="Group 91">
            <a:extLst>
              <a:ext uri="{FF2B5EF4-FFF2-40B4-BE49-F238E27FC236}">
                <a16:creationId xmlns:a16="http://schemas.microsoft.com/office/drawing/2014/main" id="{0B8601D9-AF82-2DA9-DB3D-3B4B7D66098C}"/>
              </a:ext>
            </a:extLst>
          </p:cNvPr>
          <p:cNvGrpSpPr/>
          <p:nvPr/>
        </p:nvGrpSpPr>
        <p:grpSpPr>
          <a:xfrm>
            <a:off x="3418870" y="473637"/>
            <a:ext cx="1170447" cy="662749"/>
            <a:chOff x="2949521" y="1925378"/>
            <a:chExt cx="1170447" cy="662749"/>
          </a:xfrm>
        </p:grpSpPr>
        <p:pic>
          <p:nvPicPr>
            <p:cNvPr id="73" name="Picture 4" descr="Computer user - icon by Adioma">
              <a:extLst>
                <a:ext uri="{FF2B5EF4-FFF2-40B4-BE49-F238E27FC236}">
                  <a16:creationId xmlns:a16="http://schemas.microsoft.com/office/drawing/2014/main" id="{C51967AF-09C2-2C12-7D6D-1A6F0D10B38E}"/>
                </a:ext>
              </a:extLst>
            </p:cNvPr>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49521" y="2009142"/>
              <a:ext cx="449309" cy="44038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4" descr="R: R Logo">
              <a:extLst>
                <a:ext uri="{FF2B5EF4-FFF2-40B4-BE49-F238E27FC236}">
                  <a16:creationId xmlns:a16="http://schemas.microsoft.com/office/drawing/2014/main" id="{AA40978D-33CA-4B69-72A4-25A172BA1B9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8032" y="1925378"/>
              <a:ext cx="474176" cy="367420"/>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0035B176-DCAF-4AF7-F89E-BCCE15F88358}"/>
                </a:ext>
              </a:extLst>
            </p:cNvPr>
            <p:cNvSpPr txBox="1"/>
            <p:nvPr/>
          </p:nvSpPr>
          <p:spPr>
            <a:xfrm>
              <a:off x="3474407" y="2311128"/>
              <a:ext cx="645561" cy="276999"/>
            </a:xfrm>
            <a:prstGeom prst="rect">
              <a:avLst/>
            </a:prstGeom>
            <a:noFill/>
          </p:spPr>
          <p:txBody>
            <a:bodyPr wrap="none" rtlCol="0">
              <a:spAutoFit/>
            </a:bodyPr>
            <a:lstStyle/>
            <a:p>
              <a:r>
                <a:rPr lang="en-US" sz="1200" dirty="0" err="1"/>
                <a:t>srtools</a:t>
              </a:r>
              <a:endParaRPr lang="en-US" sz="1200" dirty="0"/>
            </a:p>
          </p:txBody>
        </p:sp>
      </p:grpSp>
      <p:grpSp>
        <p:nvGrpSpPr>
          <p:cNvPr id="93" name="Group 92">
            <a:extLst>
              <a:ext uri="{FF2B5EF4-FFF2-40B4-BE49-F238E27FC236}">
                <a16:creationId xmlns:a16="http://schemas.microsoft.com/office/drawing/2014/main" id="{10C29DA0-4A1C-1A69-9B62-BAC708CE51A8}"/>
              </a:ext>
            </a:extLst>
          </p:cNvPr>
          <p:cNvGrpSpPr/>
          <p:nvPr/>
        </p:nvGrpSpPr>
        <p:grpSpPr>
          <a:xfrm>
            <a:off x="1813301" y="1752758"/>
            <a:ext cx="705128" cy="757564"/>
            <a:chOff x="907870" y="763233"/>
            <a:chExt cx="705128" cy="757564"/>
          </a:xfrm>
        </p:grpSpPr>
        <p:pic>
          <p:nvPicPr>
            <p:cNvPr id="94" name="Picture 93" descr="Enhance your Excel spreadsheets with tables, images and ...">
              <a:extLst>
                <a:ext uri="{FF2B5EF4-FFF2-40B4-BE49-F238E27FC236}">
                  <a16:creationId xmlns:a16="http://schemas.microsoft.com/office/drawing/2014/main" id="{71270189-BCEB-0792-DE40-31398A0A3A37}"/>
                </a:ext>
              </a:extLst>
            </p:cNvPr>
            <p:cNvPicPr>
              <a:picLocks noChangeAspect="1"/>
            </p:cNvPicPr>
            <p:nvPr/>
          </p:nvPicPr>
          <p:blipFill>
            <a:blip r:embed="rId12"/>
            <a:srcRect l="23763" t="26580" r="24314" b="25618"/>
            <a:stretch>
              <a:fillRect/>
            </a:stretch>
          </p:blipFill>
          <p:spPr>
            <a:xfrm>
              <a:off x="1025836" y="763233"/>
              <a:ext cx="388383" cy="357559"/>
            </a:xfrm>
            <a:prstGeom prst="rect">
              <a:avLst/>
            </a:prstGeom>
          </p:spPr>
        </p:pic>
        <p:sp>
          <p:nvSpPr>
            <p:cNvPr id="95" name="TextBox 94">
              <a:extLst>
                <a:ext uri="{FF2B5EF4-FFF2-40B4-BE49-F238E27FC236}">
                  <a16:creationId xmlns:a16="http://schemas.microsoft.com/office/drawing/2014/main" id="{5D91D39F-C91D-FC15-5A22-CDB6C3EE5476}"/>
                </a:ext>
              </a:extLst>
            </p:cNvPr>
            <p:cNvSpPr txBox="1"/>
            <p:nvPr/>
          </p:nvSpPr>
          <p:spPr>
            <a:xfrm>
              <a:off x="907870" y="1120687"/>
              <a:ext cx="705128" cy="400110"/>
            </a:xfrm>
            <a:prstGeom prst="rect">
              <a:avLst/>
            </a:prstGeom>
            <a:noFill/>
          </p:spPr>
          <p:txBody>
            <a:bodyPr wrap="square" rtlCol="0">
              <a:spAutoFit/>
            </a:bodyPr>
            <a:lstStyle/>
            <a:p>
              <a:pPr algn="ctr"/>
              <a:r>
                <a:rPr lang="en-US" sz="1000" dirty="0"/>
                <a:t>Matrix edit</a:t>
              </a:r>
            </a:p>
          </p:txBody>
        </p:sp>
      </p:grpSp>
      <p:grpSp>
        <p:nvGrpSpPr>
          <p:cNvPr id="96" name="Group 95">
            <a:extLst>
              <a:ext uri="{FF2B5EF4-FFF2-40B4-BE49-F238E27FC236}">
                <a16:creationId xmlns:a16="http://schemas.microsoft.com/office/drawing/2014/main" id="{3A27457D-EFFE-C6F7-B0F8-50F24B25D003}"/>
              </a:ext>
            </a:extLst>
          </p:cNvPr>
          <p:cNvGrpSpPr/>
          <p:nvPr/>
        </p:nvGrpSpPr>
        <p:grpSpPr>
          <a:xfrm>
            <a:off x="903774" y="1773981"/>
            <a:ext cx="692003" cy="715118"/>
            <a:chOff x="810212" y="604877"/>
            <a:chExt cx="692003" cy="715118"/>
          </a:xfrm>
        </p:grpSpPr>
        <p:grpSp>
          <p:nvGrpSpPr>
            <p:cNvPr id="97" name="Group 96">
              <a:extLst>
                <a:ext uri="{FF2B5EF4-FFF2-40B4-BE49-F238E27FC236}">
                  <a16:creationId xmlns:a16="http://schemas.microsoft.com/office/drawing/2014/main" id="{64D2D8C0-B3A2-3736-2920-DF06147BCD9B}"/>
                </a:ext>
              </a:extLst>
            </p:cNvPr>
            <p:cNvGrpSpPr/>
            <p:nvPr/>
          </p:nvGrpSpPr>
          <p:grpSpPr>
            <a:xfrm>
              <a:off x="810212" y="604877"/>
              <a:ext cx="622998" cy="603780"/>
              <a:chOff x="956986" y="763233"/>
              <a:chExt cx="622998" cy="603780"/>
            </a:xfrm>
          </p:grpSpPr>
          <p:pic>
            <p:nvPicPr>
              <p:cNvPr id="99" name="Picture 98" descr="Enhance your Excel spreadsheets with tables, images and ...">
                <a:extLst>
                  <a:ext uri="{FF2B5EF4-FFF2-40B4-BE49-F238E27FC236}">
                    <a16:creationId xmlns:a16="http://schemas.microsoft.com/office/drawing/2014/main" id="{BC39607C-73B5-28E2-5BB3-79FA6BF607BE}"/>
                  </a:ext>
                </a:extLst>
              </p:cNvPr>
              <p:cNvPicPr>
                <a:picLocks noChangeAspect="1"/>
              </p:cNvPicPr>
              <p:nvPr/>
            </p:nvPicPr>
            <p:blipFill>
              <a:blip r:embed="rId12"/>
              <a:srcRect l="23763" t="26580" r="24314" b="25618"/>
              <a:stretch>
                <a:fillRect/>
              </a:stretch>
            </p:blipFill>
            <p:spPr>
              <a:xfrm>
                <a:off x="1025836" y="763233"/>
                <a:ext cx="388383" cy="357559"/>
              </a:xfrm>
              <a:prstGeom prst="rect">
                <a:avLst/>
              </a:prstGeom>
            </p:spPr>
          </p:pic>
          <p:sp>
            <p:nvSpPr>
              <p:cNvPr id="100" name="TextBox 99">
                <a:extLst>
                  <a:ext uri="{FF2B5EF4-FFF2-40B4-BE49-F238E27FC236}">
                    <a16:creationId xmlns:a16="http://schemas.microsoft.com/office/drawing/2014/main" id="{795153E4-49B9-C6B0-42F5-D95BF1BC7121}"/>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sp>
          <p:nvSpPr>
            <p:cNvPr id="98" name="TextBox 97">
              <a:extLst>
                <a:ext uri="{FF2B5EF4-FFF2-40B4-BE49-F238E27FC236}">
                  <a16:creationId xmlns:a16="http://schemas.microsoft.com/office/drawing/2014/main" id="{18B64AD7-924E-8C7E-15E8-5281787974AB}"/>
                </a:ext>
              </a:extLst>
            </p:cNvPr>
            <p:cNvSpPr txBox="1"/>
            <p:nvPr/>
          </p:nvSpPr>
          <p:spPr>
            <a:xfrm>
              <a:off x="810212" y="1104551"/>
              <a:ext cx="692003" cy="215444"/>
            </a:xfrm>
            <a:prstGeom prst="rect">
              <a:avLst/>
            </a:prstGeom>
            <a:noFill/>
          </p:spPr>
          <p:txBody>
            <a:bodyPr wrap="square" rtlCol="0">
              <a:spAutoFit/>
            </a:bodyPr>
            <a:lstStyle/>
            <a:p>
              <a:r>
                <a:rPr lang="en-US" sz="800" dirty="0">
                  <a:solidFill>
                    <a:schemeClr val="tx1">
                      <a:lumMod val="65000"/>
                      <a:lumOff val="35000"/>
                    </a:schemeClr>
                  </a:solidFill>
                </a:rPr>
                <a:t>6/23/2026</a:t>
              </a:r>
            </a:p>
          </p:txBody>
        </p:sp>
      </p:grpSp>
      <p:sp>
        <p:nvSpPr>
          <p:cNvPr id="106" name="TextBox 105">
            <a:extLst>
              <a:ext uri="{FF2B5EF4-FFF2-40B4-BE49-F238E27FC236}">
                <a16:creationId xmlns:a16="http://schemas.microsoft.com/office/drawing/2014/main" id="{490845B0-D2C9-11BA-67AE-3C25748C19EE}"/>
              </a:ext>
            </a:extLst>
          </p:cNvPr>
          <p:cNvSpPr txBox="1"/>
          <p:nvPr/>
        </p:nvSpPr>
        <p:spPr>
          <a:xfrm>
            <a:off x="2583446" y="2071939"/>
            <a:ext cx="587322" cy="338554"/>
          </a:xfrm>
          <a:prstGeom prst="rect">
            <a:avLst/>
          </a:prstGeom>
          <a:noFill/>
        </p:spPr>
        <p:txBody>
          <a:bodyPr wrap="square" rtlCol="0">
            <a:spAutoFit/>
          </a:bodyPr>
          <a:lstStyle/>
          <a:p>
            <a:r>
              <a:rPr lang="en-US" sz="800" i="1" dirty="0">
                <a:solidFill>
                  <a:srgbClr val="C00000"/>
                </a:solidFill>
              </a:rPr>
              <a:t>Import</a:t>
            </a:r>
          </a:p>
          <a:p>
            <a:r>
              <a:rPr lang="en-US" sz="800" i="1" dirty="0">
                <a:solidFill>
                  <a:srgbClr val="C00000"/>
                </a:solidFill>
              </a:rPr>
              <a:t>Matrix</a:t>
            </a:r>
          </a:p>
        </p:txBody>
      </p:sp>
      <p:grpSp>
        <p:nvGrpSpPr>
          <p:cNvPr id="107" name="Group 106">
            <a:extLst>
              <a:ext uri="{FF2B5EF4-FFF2-40B4-BE49-F238E27FC236}">
                <a16:creationId xmlns:a16="http://schemas.microsoft.com/office/drawing/2014/main" id="{99B2568E-C94C-B6E4-D414-D562D6C1CAA1}"/>
              </a:ext>
            </a:extLst>
          </p:cNvPr>
          <p:cNvGrpSpPr/>
          <p:nvPr/>
        </p:nvGrpSpPr>
        <p:grpSpPr>
          <a:xfrm>
            <a:off x="3131599" y="1663273"/>
            <a:ext cx="1171255" cy="893878"/>
            <a:chOff x="3886558" y="501484"/>
            <a:chExt cx="1171255" cy="893878"/>
          </a:xfrm>
        </p:grpSpPr>
        <p:pic>
          <p:nvPicPr>
            <p:cNvPr id="108" name="Graphic 107" descr="Database outline">
              <a:extLst>
                <a:ext uri="{FF2B5EF4-FFF2-40B4-BE49-F238E27FC236}">
                  <a16:creationId xmlns:a16="http://schemas.microsoft.com/office/drawing/2014/main" id="{2B4AE08D-EA56-0B15-97E8-75E7F97E10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90246" y="501484"/>
              <a:ext cx="570367" cy="570367"/>
            </a:xfrm>
            <a:prstGeom prst="rect">
              <a:avLst/>
            </a:prstGeom>
          </p:spPr>
        </p:pic>
        <p:sp>
          <p:nvSpPr>
            <p:cNvPr id="109" name="TextBox 108">
              <a:extLst>
                <a:ext uri="{FF2B5EF4-FFF2-40B4-BE49-F238E27FC236}">
                  <a16:creationId xmlns:a16="http://schemas.microsoft.com/office/drawing/2014/main" id="{35EDCAE5-C1A8-0C93-DEEC-8BEB5AC4F9B7}"/>
                </a:ext>
              </a:extLst>
            </p:cNvPr>
            <p:cNvSpPr txBox="1"/>
            <p:nvPr/>
          </p:nvSpPr>
          <p:spPr>
            <a:xfrm>
              <a:off x="3886558" y="1010641"/>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a:t>
              </a:r>
            </a:p>
            <a:p>
              <a:pPr algn="ctr"/>
              <a:r>
                <a:rPr lang="en-US" sz="900" dirty="0">
                  <a:solidFill>
                    <a:schemeClr val="tx1">
                      <a:lumMod val="50000"/>
                      <a:lumOff val="50000"/>
                    </a:schemeClr>
                  </a:solidFill>
                </a:rPr>
                <a:t>(file geodatabase)</a:t>
              </a:r>
            </a:p>
          </p:txBody>
        </p:sp>
      </p:grpSp>
      <p:grpSp>
        <p:nvGrpSpPr>
          <p:cNvPr id="110" name="Group 109">
            <a:extLst>
              <a:ext uri="{FF2B5EF4-FFF2-40B4-BE49-F238E27FC236}">
                <a16:creationId xmlns:a16="http://schemas.microsoft.com/office/drawing/2014/main" id="{09F69B76-8804-AEAA-40E4-FD4C3E02D463}"/>
              </a:ext>
            </a:extLst>
          </p:cNvPr>
          <p:cNvGrpSpPr/>
          <p:nvPr/>
        </p:nvGrpSpPr>
        <p:grpSpPr>
          <a:xfrm>
            <a:off x="4407094" y="1903557"/>
            <a:ext cx="318419" cy="221863"/>
            <a:chOff x="7105015" y="2182625"/>
            <a:chExt cx="318419" cy="221863"/>
          </a:xfrm>
        </p:grpSpPr>
        <p:sp>
          <p:nvSpPr>
            <p:cNvPr id="111" name="Oval 110">
              <a:extLst>
                <a:ext uri="{FF2B5EF4-FFF2-40B4-BE49-F238E27FC236}">
                  <a16:creationId xmlns:a16="http://schemas.microsoft.com/office/drawing/2014/main" id="{7A520BBA-21F6-1DBE-88BB-A4BDF238799A}"/>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 name="Picture 4" descr="R: R Logo">
              <a:extLst>
                <a:ext uri="{FF2B5EF4-FFF2-40B4-BE49-F238E27FC236}">
                  <a16:creationId xmlns:a16="http://schemas.microsoft.com/office/drawing/2014/main" id="{75961554-4EB1-2CEA-EAAA-3384C542B0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sp>
        <p:nvSpPr>
          <p:cNvPr id="115" name="TextBox 114">
            <a:extLst>
              <a:ext uri="{FF2B5EF4-FFF2-40B4-BE49-F238E27FC236}">
                <a16:creationId xmlns:a16="http://schemas.microsoft.com/office/drawing/2014/main" id="{5D511588-3DDB-EC96-B799-801B0AE32CDB}"/>
              </a:ext>
            </a:extLst>
          </p:cNvPr>
          <p:cNvSpPr txBox="1"/>
          <p:nvPr/>
        </p:nvSpPr>
        <p:spPr>
          <a:xfrm>
            <a:off x="872729" y="3142530"/>
            <a:ext cx="1939176" cy="246221"/>
          </a:xfrm>
          <a:prstGeom prst="rect">
            <a:avLst/>
          </a:prstGeom>
          <a:noFill/>
        </p:spPr>
        <p:txBody>
          <a:bodyPr wrap="square" rtlCol="0">
            <a:spAutoFit/>
          </a:bodyPr>
          <a:lstStyle/>
          <a:p>
            <a:r>
              <a:rPr lang="en-US" sz="1000" i="1" dirty="0">
                <a:solidFill>
                  <a:schemeClr val="accent5">
                    <a:lumMod val="60000"/>
                    <a:lumOff val="40000"/>
                  </a:schemeClr>
                </a:solidFill>
              </a:rPr>
              <a:t>User file system</a:t>
            </a:r>
          </a:p>
        </p:txBody>
      </p:sp>
      <p:sp>
        <p:nvSpPr>
          <p:cNvPr id="116" name="TextBox 115">
            <a:extLst>
              <a:ext uri="{FF2B5EF4-FFF2-40B4-BE49-F238E27FC236}">
                <a16:creationId xmlns:a16="http://schemas.microsoft.com/office/drawing/2014/main" id="{2307E4F5-3257-A79C-A212-6E155B03D33F}"/>
              </a:ext>
            </a:extLst>
          </p:cNvPr>
          <p:cNvSpPr txBox="1"/>
          <p:nvPr/>
        </p:nvSpPr>
        <p:spPr>
          <a:xfrm>
            <a:off x="872729" y="3590782"/>
            <a:ext cx="1314467" cy="246221"/>
          </a:xfrm>
          <a:prstGeom prst="rect">
            <a:avLst/>
          </a:prstGeom>
          <a:noFill/>
        </p:spPr>
        <p:txBody>
          <a:bodyPr wrap="square" rtlCol="0">
            <a:spAutoFit/>
          </a:bodyPr>
          <a:lstStyle/>
          <a:p>
            <a:r>
              <a:rPr lang="en-US" sz="1000" i="1" dirty="0">
                <a:solidFill>
                  <a:schemeClr val="accent5">
                    <a:lumMod val="60000"/>
                    <a:lumOff val="40000"/>
                  </a:schemeClr>
                </a:solidFill>
              </a:rPr>
              <a:t>ArcGIS Online</a:t>
            </a:r>
          </a:p>
        </p:txBody>
      </p:sp>
      <p:sp>
        <p:nvSpPr>
          <p:cNvPr id="117" name="Freeform: Shape 116">
            <a:extLst>
              <a:ext uri="{FF2B5EF4-FFF2-40B4-BE49-F238E27FC236}">
                <a16:creationId xmlns:a16="http://schemas.microsoft.com/office/drawing/2014/main" id="{B4652F78-F32E-45AF-D436-47DCB9796B52}"/>
              </a:ext>
            </a:extLst>
          </p:cNvPr>
          <p:cNvSpPr/>
          <p:nvPr/>
        </p:nvSpPr>
        <p:spPr>
          <a:xfrm>
            <a:off x="2906162" y="1124893"/>
            <a:ext cx="977774" cy="679010"/>
          </a:xfrm>
          <a:custGeom>
            <a:avLst/>
            <a:gdLst>
              <a:gd name="csX0" fmla="*/ 977774 w 977774"/>
              <a:gd name="csY0" fmla="*/ 0 h 679010"/>
              <a:gd name="csX1" fmla="*/ 0 w 977774"/>
              <a:gd name="csY1" fmla="*/ 679010 h 679010"/>
              <a:gd name="csX0" fmla="*/ 977774 w 977774"/>
              <a:gd name="csY0" fmla="*/ 0 h 679010"/>
              <a:gd name="csX1" fmla="*/ 0 w 977774"/>
              <a:gd name="csY1" fmla="*/ 679010 h 679010"/>
              <a:gd name="csX0" fmla="*/ 977774 w 977774"/>
              <a:gd name="csY0" fmla="*/ 0 h 679010"/>
              <a:gd name="csX1" fmla="*/ 0 w 977774"/>
              <a:gd name="csY1" fmla="*/ 679010 h 679010"/>
            </a:gdLst>
            <a:ahLst/>
            <a:cxnLst>
              <a:cxn ang="0">
                <a:pos x="csX0" y="csY0"/>
              </a:cxn>
              <a:cxn ang="0">
                <a:pos x="csX1" y="csY1"/>
              </a:cxn>
            </a:cxnLst>
            <a:rect l="l" t="t" r="r" b="b"/>
            <a:pathLst>
              <a:path w="977774" h="679010">
                <a:moveTo>
                  <a:pt x="977774" y="0"/>
                </a:moveTo>
                <a:cubicBezTo>
                  <a:pt x="615636" y="208230"/>
                  <a:pt x="226337" y="344031"/>
                  <a:pt x="0" y="679010"/>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E4C50F00-0E91-F8D9-0EC5-6555F26EB977}"/>
              </a:ext>
            </a:extLst>
          </p:cNvPr>
          <p:cNvSpPr/>
          <p:nvPr/>
        </p:nvSpPr>
        <p:spPr>
          <a:xfrm>
            <a:off x="4372823" y="1179214"/>
            <a:ext cx="217284" cy="669956"/>
          </a:xfrm>
          <a:custGeom>
            <a:avLst/>
            <a:gdLst>
              <a:gd name="csX0" fmla="*/ 0 w 298765"/>
              <a:gd name="csY0" fmla="*/ 0 h 769544"/>
              <a:gd name="csX1" fmla="*/ 298765 w 298765"/>
              <a:gd name="csY1" fmla="*/ 769544 h 769544"/>
              <a:gd name="csX0" fmla="*/ 0 w 298765"/>
              <a:gd name="csY0" fmla="*/ 0 h 769544"/>
              <a:gd name="csX1" fmla="*/ 298765 w 298765"/>
              <a:gd name="csY1" fmla="*/ 769544 h 769544"/>
              <a:gd name="csX0" fmla="*/ 0 w 298765"/>
              <a:gd name="csY0" fmla="*/ 0 h 769544"/>
              <a:gd name="csX1" fmla="*/ 298765 w 298765"/>
              <a:gd name="csY1" fmla="*/ 769544 h 769544"/>
              <a:gd name="csX0" fmla="*/ 0 w 217284"/>
              <a:gd name="csY0" fmla="*/ 0 h 669956"/>
              <a:gd name="csX1" fmla="*/ 217284 w 217284"/>
              <a:gd name="csY1" fmla="*/ 669956 h 669956"/>
            </a:gdLst>
            <a:ahLst/>
            <a:cxnLst>
              <a:cxn ang="0">
                <a:pos x="csX0" y="csY0"/>
              </a:cxn>
              <a:cxn ang="0">
                <a:pos x="csX1" y="csY1"/>
              </a:cxn>
            </a:cxnLst>
            <a:rect l="l" t="t" r="r" b="b"/>
            <a:pathLst>
              <a:path w="217284" h="669956">
                <a:moveTo>
                  <a:pt x="0" y="0"/>
                </a:moveTo>
                <a:cubicBezTo>
                  <a:pt x="135802" y="256515"/>
                  <a:pt x="153910" y="395334"/>
                  <a:pt x="217284" y="669956"/>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Shape 118">
            <a:extLst>
              <a:ext uri="{FF2B5EF4-FFF2-40B4-BE49-F238E27FC236}">
                <a16:creationId xmlns:a16="http://schemas.microsoft.com/office/drawing/2014/main" id="{390514E9-4B95-C431-5F21-4B6710EBB419}"/>
              </a:ext>
            </a:extLst>
          </p:cNvPr>
          <p:cNvSpPr/>
          <p:nvPr/>
        </p:nvSpPr>
        <p:spPr>
          <a:xfrm>
            <a:off x="2299580" y="1161107"/>
            <a:ext cx="2878302" cy="2915216"/>
          </a:xfrm>
          <a:custGeom>
            <a:avLst/>
            <a:gdLst>
              <a:gd name="csX0" fmla="*/ 2272420 w 2963735"/>
              <a:gd name="csY0" fmla="*/ 0 h 2915216"/>
              <a:gd name="csX1" fmla="*/ 2824681 w 2963735"/>
              <a:gd name="csY1" fmla="*/ 1113576 h 2915216"/>
              <a:gd name="csX2" fmla="*/ 0 w 2963735"/>
              <a:gd name="csY2" fmla="*/ 2915216 h 2915216"/>
              <a:gd name="csX0" fmla="*/ 2272420 w 2954843"/>
              <a:gd name="csY0" fmla="*/ 0 h 2915216"/>
              <a:gd name="csX1" fmla="*/ 2824681 w 2954843"/>
              <a:gd name="csY1" fmla="*/ 1113576 h 2915216"/>
              <a:gd name="csX2" fmla="*/ 0 w 2954843"/>
              <a:gd name="csY2" fmla="*/ 2915216 h 2915216"/>
              <a:gd name="csX0" fmla="*/ 2272420 w 2878302"/>
              <a:gd name="csY0" fmla="*/ 0 h 2915216"/>
              <a:gd name="csX1" fmla="*/ 2824681 w 2878302"/>
              <a:gd name="csY1" fmla="*/ 1113576 h 2915216"/>
              <a:gd name="csX2" fmla="*/ 0 w 2878302"/>
              <a:gd name="csY2" fmla="*/ 2915216 h 2915216"/>
              <a:gd name="csX0" fmla="*/ 2272420 w 2878302"/>
              <a:gd name="csY0" fmla="*/ 0 h 2915216"/>
              <a:gd name="csX1" fmla="*/ 2824681 w 2878302"/>
              <a:gd name="csY1" fmla="*/ 1113576 h 2915216"/>
              <a:gd name="csX2" fmla="*/ 0 w 2878302"/>
              <a:gd name="csY2" fmla="*/ 2915216 h 2915216"/>
            </a:gdLst>
            <a:ahLst/>
            <a:cxnLst>
              <a:cxn ang="0">
                <a:pos x="csX0" y="csY0"/>
              </a:cxn>
              <a:cxn ang="0">
                <a:pos x="csX1" y="csY1"/>
              </a:cxn>
              <a:cxn ang="0">
                <a:pos x="csX2" y="csY2"/>
              </a:cxn>
            </a:cxnLst>
            <a:rect l="l" t="t" r="r" b="b"/>
            <a:pathLst>
              <a:path w="2878302" h="2915216">
                <a:moveTo>
                  <a:pt x="2272420" y="0"/>
                </a:moveTo>
                <a:cubicBezTo>
                  <a:pt x="2674545" y="295746"/>
                  <a:pt x="3013295" y="799723"/>
                  <a:pt x="2824681" y="1113576"/>
                </a:cubicBezTo>
                <a:cubicBezTo>
                  <a:pt x="2572693" y="1463643"/>
                  <a:pt x="1222972" y="2257330"/>
                  <a:pt x="0" y="2915216"/>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AEA20A5F-C1A0-E433-0F55-1FE762046C3B}"/>
              </a:ext>
            </a:extLst>
          </p:cNvPr>
          <p:cNvSpPr/>
          <p:nvPr/>
        </p:nvSpPr>
        <p:spPr>
          <a:xfrm>
            <a:off x="4087756" y="1157643"/>
            <a:ext cx="1092989" cy="4564049"/>
          </a:xfrm>
          <a:custGeom>
            <a:avLst/>
            <a:gdLst>
              <a:gd name="csX0" fmla="*/ 485030 w 1097686"/>
              <a:gd name="csY0" fmla="*/ 0 h 4564049"/>
              <a:gd name="csX1" fmla="*/ 1097280 w 1097686"/>
              <a:gd name="csY1" fmla="*/ 890546 h 4564049"/>
              <a:gd name="csX2" fmla="*/ 405517 w 1097686"/>
              <a:gd name="csY2" fmla="*/ 2353586 h 4564049"/>
              <a:gd name="csX3" fmla="*/ 0 w 1097686"/>
              <a:gd name="csY3" fmla="*/ 4564049 h 4564049"/>
              <a:gd name="csX0" fmla="*/ 485030 w 1097588"/>
              <a:gd name="csY0" fmla="*/ 0 h 4564049"/>
              <a:gd name="csX1" fmla="*/ 1097280 w 1097588"/>
              <a:gd name="csY1" fmla="*/ 890546 h 4564049"/>
              <a:gd name="csX2" fmla="*/ 405517 w 1097588"/>
              <a:gd name="csY2" fmla="*/ 2353586 h 4564049"/>
              <a:gd name="csX3" fmla="*/ 0 w 1097588"/>
              <a:gd name="csY3" fmla="*/ 4564049 h 4564049"/>
              <a:gd name="csX0" fmla="*/ 485030 w 1110580"/>
              <a:gd name="csY0" fmla="*/ 0 h 4564049"/>
              <a:gd name="csX1" fmla="*/ 1110281 w 1110580"/>
              <a:gd name="csY1" fmla="*/ 894879 h 4564049"/>
              <a:gd name="csX2" fmla="*/ 405517 w 1110580"/>
              <a:gd name="csY2" fmla="*/ 2353586 h 4564049"/>
              <a:gd name="csX3" fmla="*/ 0 w 1110580"/>
              <a:gd name="csY3" fmla="*/ 4564049 h 4564049"/>
              <a:gd name="csX0" fmla="*/ 485030 w 1110419"/>
              <a:gd name="csY0" fmla="*/ 0 h 4564049"/>
              <a:gd name="csX1" fmla="*/ 1110281 w 1110419"/>
              <a:gd name="csY1" fmla="*/ 894879 h 4564049"/>
              <a:gd name="csX2" fmla="*/ 405517 w 1110419"/>
              <a:gd name="csY2" fmla="*/ 2353586 h 4564049"/>
              <a:gd name="csX3" fmla="*/ 0 w 1110419"/>
              <a:gd name="csY3" fmla="*/ 4564049 h 4564049"/>
              <a:gd name="csX0" fmla="*/ 485030 w 1093089"/>
              <a:gd name="csY0" fmla="*/ 0 h 4564049"/>
              <a:gd name="csX1" fmla="*/ 1092946 w 1093089"/>
              <a:gd name="csY1" fmla="*/ 894879 h 4564049"/>
              <a:gd name="csX2" fmla="*/ 405517 w 1093089"/>
              <a:gd name="csY2" fmla="*/ 2353586 h 4564049"/>
              <a:gd name="csX3" fmla="*/ 0 w 1093089"/>
              <a:gd name="csY3" fmla="*/ 4564049 h 4564049"/>
              <a:gd name="csX0" fmla="*/ 485030 w 1093097"/>
              <a:gd name="csY0" fmla="*/ 0 h 4564049"/>
              <a:gd name="csX1" fmla="*/ 1092946 w 1093097"/>
              <a:gd name="csY1" fmla="*/ 894879 h 4564049"/>
              <a:gd name="csX2" fmla="*/ 405517 w 1093097"/>
              <a:gd name="csY2" fmla="*/ 2353586 h 4564049"/>
              <a:gd name="csX3" fmla="*/ 0 w 1093097"/>
              <a:gd name="csY3" fmla="*/ 4564049 h 4564049"/>
              <a:gd name="csX0" fmla="*/ 485030 w 1092970"/>
              <a:gd name="csY0" fmla="*/ 0 h 4564049"/>
              <a:gd name="csX1" fmla="*/ 1092946 w 1092970"/>
              <a:gd name="csY1" fmla="*/ 894879 h 4564049"/>
              <a:gd name="csX2" fmla="*/ 405517 w 1092970"/>
              <a:gd name="csY2" fmla="*/ 2353586 h 4564049"/>
              <a:gd name="csX3" fmla="*/ 0 w 1092970"/>
              <a:gd name="csY3" fmla="*/ 4564049 h 4564049"/>
              <a:gd name="csX0" fmla="*/ 485030 w 1092989"/>
              <a:gd name="csY0" fmla="*/ 0 h 4564049"/>
              <a:gd name="csX1" fmla="*/ 1092946 w 1092989"/>
              <a:gd name="csY1" fmla="*/ 894879 h 4564049"/>
              <a:gd name="csX2" fmla="*/ 514158 w 1092989"/>
              <a:gd name="csY2" fmla="*/ 2362640 h 4564049"/>
              <a:gd name="csX3" fmla="*/ 0 w 1092989"/>
              <a:gd name="csY3" fmla="*/ 4564049 h 4564049"/>
            </a:gdLst>
            <a:ahLst/>
            <a:cxnLst>
              <a:cxn ang="0">
                <a:pos x="csX0" y="csY0"/>
              </a:cxn>
              <a:cxn ang="0">
                <a:pos x="csX1" y="csY1"/>
              </a:cxn>
              <a:cxn ang="0">
                <a:pos x="csX2" y="csY2"/>
              </a:cxn>
              <a:cxn ang="0">
                <a:pos x="csX3" y="csY3"/>
              </a:cxn>
            </a:cxnLst>
            <a:rect l="l" t="t" r="r" b="b"/>
            <a:pathLst>
              <a:path w="1092989" h="4564049">
                <a:moveTo>
                  <a:pt x="485030" y="0"/>
                </a:moveTo>
                <a:cubicBezTo>
                  <a:pt x="715443" y="188469"/>
                  <a:pt x="1088091" y="501106"/>
                  <a:pt x="1092946" y="894879"/>
                </a:cubicBezTo>
                <a:cubicBezTo>
                  <a:pt x="1097801" y="1288652"/>
                  <a:pt x="697038" y="1750389"/>
                  <a:pt x="514158" y="2362640"/>
                </a:cubicBezTo>
                <a:cubicBezTo>
                  <a:pt x="331278" y="2974891"/>
                  <a:pt x="111318" y="3764943"/>
                  <a:pt x="0" y="4564049"/>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Shape 120">
            <a:extLst>
              <a:ext uri="{FF2B5EF4-FFF2-40B4-BE49-F238E27FC236}">
                <a16:creationId xmlns:a16="http://schemas.microsoft.com/office/drawing/2014/main" id="{15F0A95A-B5AF-282B-32B7-FE1927C85527}"/>
              </a:ext>
            </a:extLst>
          </p:cNvPr>
          <p:cNvSpPr/>
          <p:nvPr/>
        </p:nvSpPr>
        <p:spPr>
          <a:xfrm>
            <a:off x="4579654" y="1162341"/>
            <a:ext cx="603118" cy="2672542"/>
          </a:xfrm>
          <a:custGeom>
            <a:avLst/>
            <a:gdLst>
              <a:gd name="csX0" fmla="*/ 0 w 608684"/>
              <a:gd name="csY0" fmla="*/ 0 h 2672542"/>
              <a:gd name="csX1" fmla="*/ 598516 w 608684"/>
              <a:gd name="csY1" fmla="*/ 897775 h 2672542"/>
              <a:gd name="csX2" fmla="*/ 320040 w 608684"/>
              <a:gd name="csY2" fmla="*/ 2672542 h 2672542"/>
              <a:gd name="csX0" fmla="*/ 0 w 608684"/>
              <a:gd name="csY0" fmla="*/ 0 h 2672542"/>
              <a:gd name="csX1" fmla="*/ 598516 w 608684"/>
              <a:gd name="csY1" fmla="*/ 897775 h 2672542"/>
              <a:gd name="csX2" fmla="*/ 320040 w 608684"/>
              <a:gd name="csY2" fmla="*/ 2672542 h 2672542"/>
              <a:gd name="csX0" fmla="*/ 0 w 608684"/>
              <a:gd name="csY0" fmla="*/ 0 h 2672542"/>
              <a:gd name="csX1" fmla="*/ 598516 w 608684"/>
              <a:gd name="csY1" fmla="*/ 897775 h 2672542"/>
              <a:gd name="csX2" fmla="*/ 320040 w 608684"/>
              <a:gd name="csY2" fmla="*/ 2672542 h 2672542"/>
              <a:gd name="csX0" fmla="*/ 0 w 608684"/>
              <a:gd name="csY0" fmla="*/ 0 h 2672542"/>
              <a:gd name="csX1" fmla="*/ 598516 w 608684"/>
              <a:gd name="csY1" fmla="*/ 897775 h 2672542"/>
              <a:gd name="csX2" fmla="*/ 320040 w 608684"/>
              <a:gd name="csY2" fmla="*/ 2672542 h 2672542"/>
              <a:gd name="csX0" fmla="*/ 0 w 608684"/>
              <a:gd name="csY0" fmla="*/ 0 h 2672542"/>
              <a:gd name="csX1" fmla="*/ 598516 w 608684"/>
              <a:gd name="csY1" fmla="*/ 897775 h 2672542"/>
              <a:gd name="csX2" fmla="*/ 320040 w 608684"/>
              <a:gd name="csY2" fmla="*/ 2672542 h 2672542"/>
              <a:gd name="csX0" fmla="*/ 0 w 603118"/>
              <a:gd name="csY0" fmla="*/ 0 h 2672542"/>
              <a:gd name="csX1" fmla="*/ 598516 w 603118"/>
              <a:gd name="csY1" fmla="*/ 897775 h 2672542"/>
              <a:gd name="csX2" fmla="*/ 320040 w 603118"/>
              <a:gd name="csY2" fmla="*/ 2672542 h 2672542"/>
            </a:gdLst>
            <a:ahLst/>
            <a:cxnLst>
              <a:cxn ang="0">
                <a:pos x="csX0" y="csY0"/>
              </a:cxn>
              <a:cxn ang="0">
                <a:pos x="csX1" y="csY1"/>
              </a:cxn>
              <a:cxn ang="0">
                <a:pos x="csX2" y="csY2"/>
              </a:cxn>
            </a:cxnLst>
            <a:rect l="l" t="t" r="r" b="b"/>
            <a:pathLst>
              <a:path w="603118" h="2672542">
                <a:moveTo>
                  <a:pt x="0" y="0"/>
                </a:moveTo>
                <a:cubicBezTo>
                  <a:pt x="272588" y="226175"/>
                  <a:pt x="586741" y="527167"/>
                  <a:pt x="598516" y="897775"/>
                </a:cubicBezTo>
                <a:cubicBezTo>
                  <a:pt x="631074" y="1484516"/>
                  <a:pt x="485948" y="2007870"/>
                  <a:pt x="320040" y="2672542"/>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Shape 122">
            <a:extLst>
              <a:ext uri="{FF2B5EF4-FFF2-40B4-BE49-F238E27FC236}">
                <a16:creationId xmlns:a16="http://schemas.microsoft.com/office/drawing/2014/main" id="{A7556AA9-875E-7F92-AB22-4FAB3C6D7641}"/>
              </a:ext>
            </a:extLst>
          </p:cNvPr>
          <p:cNvSpPr/>
          <p:nvPr/>
        </p:nvSpPr>
        <p:spPr>
          <a:xfrm>
            <a:off x="4671588" y="1106786"/>
            <a:ext cx="2299580" cy="4644428"/>
          </a:xfrm>
          <a:custGeom>
            <a:avLst/>
            <a:gdLst>
              <a:gd name="csX0" fmla="*/ 0 w 2299580"/>
              <a:gd name="csY0" fmla="*/ 0 h 4644428"/>
              <a:gd name="csX1" fmla="*/ 778598 w 2299580"/>
              <a:gd name="csY1" fmla="*/ 1032095 h 4644428"/>
              <a:gd name="csX2" fmla="*/ 1720158 w 2299580"/>
              <a:gd name="csY2" fmla="*/ 2326741 h 4644428"/>
              <a:gd name="csX3" fmla="*/ 2299580 w 2299580"/>
              <a:gd name="csY3" fmla="*/ 4644428 h 4644428"/>
              <a:gd name="csX0" fmla="*/ 0 w 2299580"/>
              <a:gd name="csY0" fmla="*/ 0 h 4644428"/>
              <a:gd name="csX1" fmla="*/ 832919 w 2299580"/>
              <a:gd name="csY1" fmla="*/ 995881 h 4644428"/>
              <a:gd name="csX2" fmla="*/ 1720158 w 2299580"/>
              <a:gd name="csY2" fmla="*/ 2326741 h 4644428"/>
              <a:gd name="csX3" fmla="*/ 2299580 w 2299580"/>
              <a:gd name="csY3" fmla="*/ 4644428 h 4644428"/>
              <a:gd name="csX0" fmla="*/ 0 w 2299580"/>
              <a:gd name="csY0" fmla="*/ 0 h 4644428"/>
              <a:gd name="csX1" fmla="*/ 832919 w 2299580"/>
              <a:gd name="csY1" fmla="*/ 995881 h 4644428"/>
              <a:gd name="csX2" fmla="*/ 1720158 w 2299580"/>
              <a:gd name="csY2" fmla="*/ 2326741 h 4644428"/>
              <a:gd name="csX3" fmla="*/ 2299580 w 2299580"/>
              <a:gd name="csY3" fmla="*/ 4644428 h 4644428"/>
              <a:gd name="csX0" fmla="*/ 0 w 2299580"/>
              <a:gd name="csY0" fmla="*/ 0 h 4644428"/>
              <a:gd name="csX1" fmla="*/ 832919 w 2299580"/>
              <a:gd name="csY1" fmla="*/ 995881 h 4644428"/>
              <a:gd name="csX2" fmla="*/ 1955548 w 2299580"/>
              <a:gd name="csY2" fmla="*/ 2426329 h 4644428"/>
              <a:gd name="csX3" fmla="*/ 2299580 w 2299580"/>
              <a:gd name="csY3" fmla="*/ 4644428 h 4644428"/>
              <a:gd name="csX0" fmla="*/ 0 w 2299580"/>
              <a:gd name="csY0" fmla="*/ 0 h 4644428"/>
              <a:gd name="csX1" fmla="*/ 832919 w 2299580"/>
              <a:gd name="csY1" fmla="*/ 995881 h 4644428"/>
              <a:gd name="csX2" fmla="*/ 1955548 w 2299580"/>
              <a:gd name="csY2" fmla="*/ 2426329 h 4644428"/>
              <a:gd name="csX3" fmla="*/ 2299580 w 2299580"/>
              <a:gd name="csY3" fmla="*/ 4644428 h 4644428"/>
              <a:gd name="csX0" fmla="*/ 0 w 2299580"/>
              <a:gd name="csY0" fmla="*/ 0 h 4644428"/>
              <a:gd name="csX1" fmla="*/ 832919 w 2299580"/>
              <a:gd name="csY1" fmla="*/ 995881 h 4644428"/>
              <a:gd name="csX2" fmla="*/ 1955548 w 2299580"/>
              <a:gd name="csY2" fmla="*/ 2426329 h 4644428"/>
              <a:gd name="csX3" fmla="*/ 2299580 w 2299580"/>
              <a:gd name="csY3" fmla="*/ 4644428 h 4644428"/>
              <a:gd name="csX0" fmla="*/ 0 w 2299580"/>
              <a:gd name="csY0" fmla="*/ 0 h 4644428"/>
              <a:gd name="csX1" fmla="*/ 832919 w 2299580"/>
              <a:gd name="csY1" fmla="*/ 995881 h 4644428"/>
              <a:gd name="csX2" fmla="*/ 1955548 w 2299580"/>
              <a:gd name="csY2" fmla="*/ 2426329 h 4644428"/>
              <a:gd name="csX3" fmla="*/ 2299580 w 2299580"/>
              <a:gd name="csY3" fmla="*/ 4644428 h 4644428"/>
              <a:gd name="csX0" fmla="*/ 0 w 2299580"/>
              <a:gd name="csY0" fmla="*/ 0 h 4644428"/>
              <a:gd name="csX1" fmla="*/ 860079 w 2299580"/>
              <a:gd name="csY1" fmla="*/ 986828 h 4644428"/>
              <a:gd name="csX2" fmla="*/ 1955548 w 2299580"/>
              <a:gd name="csY2" fmla="*/ 2426329 h 4644428"/>
              <a:gd name="csX3" fmla="*/ 2299580 w 2299580"/>
              <a:gd name="csY3" fmla="*/ 4644428 h 4644428"/>
              <a:gd name="csX0" fmla="*/ 0 w 2299580"/>
              <a:gd name="csY0" fmla="*/ 0 h 4644428"/>
              <a:gd name="csX1" fmla="*/ 860079 w 2299580"/>
              <a:gd name="csY1" fmla="*/ 986828 h 4644428"/>
              <a:gd name="csX2" fmla="*/ 1955548 w 2299580"/>
              <a:gd name="csY2" fmla="*/ 2426329 h 4644428"/>
              <a:gd name="csX3" fmla="*/ 2299580 w 2299580"/>
              <a:gd name="csY3" fmla="*/ 4644428 h 4644428"/>
              <a:gd name="csX0" fmla="*/ 0 w 2299580"/>
              <a:gd name="csY0" fmla="*/ 0 h 4644428"/>
              <a:gd name="csX1" fmla="*/ 860079 w 2299580"/>
              <a:gd name="csY1" fmla="*/ 986828 h 4644428"/>
              <a:gd name="csX2" fmla="*/ 1955548 w 2299580"/>
              <a:gd name="csY2" fmla="*/ 2426329 h 4644428"/>
              <a:gd name="csX3" fmla="*/ 2299580 w 2299580"/>
              <a:gd name="csY3" fmla="*/ 4644428 h 4644428"/>
            </a:gdLst>
            <a:ahLst/>
            <a:cxnLst>
              <a:cxn ang="0">
                <a:pos x="csX0" y="csY0"/>
              </a:cxn>
              <a:cxn ang="0">
                <a:pos x="csX1" y="csY1"/>
              </a:cxn>
              <a:cxn ang="0">
                <a:pos x="csX2" y="csY2"/>
              </a:cxn>
              <a:cxn ang="0">
                <a:pos x="csX3" y="csY3"/>
              </a:cxn>
            </a:cxnLst>
            <a:rect l="l" t="t" r="r" b="b"/>
            <a:pathLst>
              <a:path w="2299580" h="4644428">
                <a:moveTo>
                  <a:pt x="0" y="0"/>
                </a:moveTo>
                <a:cubicBezTo>
                  <a:pt x="318380" y="313098"/>
                  <a:pt x="543208" y="564334"/>
                  <a:pt x="860079" y="986828"/>
                </a:cubicBezTo>
                <a:cubicBezTo>
                  <a:pt x="1176950" y="1409322"/>
                  <a:pt x="1674891" y="1860486"/>
                  <a:pt x="1955548" y="2426329"/>
                </a:cubicBezTo>
                <a:cubicBezTo>
                  <a:pt x="2236205" y="2992172"/>
                  <a:pt x="2136617" y="3786612"/>
                  <a:pt x="2299580" y="4644428"/>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0D54BED2-7AC4-D807-7852-790DB381A2A5}"/>
              </a:ext>
            </a:extLst>
          </p:cNvPr>
          <p:cNvSpPr txBox="1"/>
          <p:nvPr/>
        </p:nvSpPr>
        <p:spPr>
          <a:xfrm>
            <a:off x="1851841" y="4340793"/>
            <a:ext cx="587322" cy="400110"/>
          </a:xfrm>
          <a:prstGeom prst="rect">
            <a:avLst/>
          </a:prstGeom>
          <a:noFill/>
        </p:spPr>
        <p:txBody>
          <a:bodyPr wrap="square" rtlCol="0">
            <a:spAutoFit/>
          </a:bodyPr>
          <a:lstStyle/>
          <a:p>
            <a:r>
              <a:rPr lang="en-US" sz="1000" i="1" dirty="0">
                <a:solidFill>
                  <a:srgbClr val="C00000"/>
                </a:solidFill>
              </a:rPr>
              <a:t>Data Entry</a:t>
            </a:r>
          </a:p>
        </p:txBody>
      </p:sp>
      <p:sp>
        <p:nvSpPr>
          <p:cNvPr id="127" name="TextBox 126">
            <a:extLst>
              <a:ext uri="{FF2B5EF4-FFF2-40B4-BE49-F238E27FC236}">
                <a16:creationId xmlns:a16="http://schemas.microsoft.com/office/drawing/2014/main" id="{6A5EFA06-7CF2-5746-0FA0-0AE83101C571}"/>
              </a:ext>
            </a:extLst>
          </p:cNvPr>
          <p:cNvSpPr txBox="1"/>
          <p:nvPr/>
        </p:nvSpPr>
        <p:spPr>
          <a:xfrm>
            <a:off x="4228734" y="2127852"/>
            <a:ext cx="587322" cy="338554"/>
          </a:xfrm>
          <a:prstGeom prst="rect">
            <a:avLst/>
          </a:prstGeom>
          <a:noFill/>
        </p:spPr>
        <p:txBody>
          <a:bodyPr wrap="square" rtlCol="0">
            <a:spAutoFit/>
          </a:bodyPr>
          <a:lstStyle/>
          <a:p>
            <a:r>
              <a:rPr lang="en-US" sz="800" i="1" dirty="0">
                <a:solidFill>
                  <a:srgbClr val="C00000"/>
                </a:solidFill>
              </a:rPr>
              <a:t>Publish</a:t>
            </a:r>
          </a:p>
          <a:p>
            <a:r>
              <a:rPr lang="en-US" sz="800" i="1" dirty="0">
                <a:solidFill>
                  <a:srgbClr val="C00000"/>
                </a:solidFill>
              </a:rPr>
              <a:t>Matrix</a:t>
            </a:r>
          </a:p>
        </p:txBody>
      </p:sp>
      <p:sp>
        <p:nvSpPr>
          <p:cNvPr id="129" name="TextBox 128">
            <a:extLst>
              <a:ext uri="{FF2B5EF4-FFF2-40B4-BE49-F238E27FC236}">
                <a16:creationId xmlns:a16="http://schemas.microsoft.com/office/drawing/2014/main" id="{1C5ECDEB-D7FD-F6B1-2637-EF846E4BE049}"/>
              </a:ext>
            </a:extLst>
          </p:cNvPr>
          <p:cNvSpPr txBox="1"/>
          <p:nvPr/>
        </p:nvSpPr>
        <p:spPr>
          <a:xfrm>
            <a:off x="4939709" y="3906516"/>
            <a:ext cx="791857" cy="461665"/>
          </a:xfrm>
          <a:prstGeom prst="rect">
            <a:avLst/>
          </a:prstGeom>
          <a:noFill/>
        </p:spPr>
        <p:txBody>
          <a:bodyPr wrap="square" rtlCol="0">
            <a:spAutoFit/>
          </a:bodyPr>
          <a:lstStyle/>
          <a:p>
            <a:r>
              <a:rPr lang="en-US" sz="800" i="1" dirty="0">
                <a:solidFill>
                  <a:srgbClr val="C00000"/>
                </a:solidFill>
              </a:rPr>
              <a:t>Make Monitoring Graphs</a:t>
            </a:r>
          </a:p>
        </p:txBody>
      </p:sp>
      <p:sp>
        <p:nvSpPr>
          <p:cNvPr id="131" name="TextBox 130">
            <a:extLst>
              <a:ext uri="{FF2B5EF4-FFF2-40B4-BE49-F238E27FC236}">
                <a16:creationId xmlns:a16="http://schemas.microsoft.com/office/drawing/2014/main" id="{BE9F6A88-DE16-9295-BDB4-03E1865FC3CC}"/>
              </a:ext>
            </a:extLst>
          </p:cNvPr>
          <p:cNvSpPr txBox="1"/>
          <p:nvPr/>
        </p:nvSpPr>
        <p:spPr>
          <a:xfrm>
            <a:off x="6655660" y="6137290"/>
            <a:ext cx="587322" cy="215444"/>
          </a:xfrm>
          <a:prstGeom prst="rect">
            <a:avLst/>
          </a:prstGeom>
          <a:noFill/>
        </p:spPr>
        <p:txBody>
          <a:bodyPr wrap="square" rtlCol="0">
            <a:spAutoFit/>
          </a:bodyPr>
          <a:lstStyle/>
          <a:p>
            <a:r>
              <a:rPr lang="en-US" sz="800" i="1" dirty="0">
                <a:solidFill>
                  <a:srgbClr val="C00000"/>
                </a:solidFill>
              </a:rPr>
              <a:t>Go Live</a:t>
            </a:r>
          </a:p>
        </p:txBody>
      </p:sp>
      <p:sp>
        <p:nvSpPr>
          <p:cNvPr id="133" name="TextBox 132">
            <a:extLst>
              <a:ext uri="{FF2B5EF4-FFF2-40B4-BE49-F238E27FC236}">
                <a16:creationId xmlns:a16="http://schemas.microsoft.com/office/drawing/2014/main" id="{D4503C14-24E9-7BF8-7440-DB12A60E9237}"/>
              </a:ext>
            </a:extLst>
          </p:cNvPr>
          <p:cNvSpPr txBox="1"/>
          <p:nvPr/>
        </p:nvSpPr>
        <p:spPr>
          <a:xfrm>
            <a:off x="3736252" y="6087618"/>
            <a:ext cx="685724" cy="338554"/>
          </a:xfrm>
          <a:prstGeom prst="rect">
            <a:avLst/>
          </a:prstGeom>
          <a:noFill/>
        </p:spPr>
        <p:txBody>
          <a:bodyPr wrap="square" rtlCol="0">
            <a:spAutoFit/>
          </a:bodyPr>
          <a:lstStyle/>
          <a:p>
            <a:pPr algn="ctr"/>
            <a:r>
              <a:rPr lang="en-US" sz="800" i="1" dirty="0">
                <a:solidFill>
                  <a:srgbClr val="C00000"/>
                </a:solidFill>
              </a:rPr>
              <a:t>Make DB View</a:t>
            </a:r>
          </a:p>
        </p:txBody>
      </p:sp>
      <p:grpSp>
        <p:nvGrpSpPr>
          <p:cNvPr id="136" name="Group 135">
            <a:extLst>
              <a:ext uri="{FF2B5EF4-FFF2-40B4-BE49-F238E27FC236}">
                <a16:creationId xmlns:a16="http://schemas.microsoft.com/office/drawing/2014/main" id="{D0648984-C416-A960-40FD-4F467B64C633}"/>
              </a:ext>
            </a:extLst>
          </p:cNvPr>
          <p:cNvGrpSpPr/>
          <p:nvPr/>
        </p:nvGrpSpPr>
        <p:grpSpPr>
          <a:xfrm>
            <a:off x="2685668" y="1855933"/>
            <a:ext cx="318419" cy="221863"/>
            <a:chOff x="7105015" y="2182625"/>
            <a:chExt cx="318419" cy="221863"/>
          </a:xfrm>
        </p:grpSpPr>
        <p:sp>
          <p:nvSpPr>
            <p:cNvPr id="137" name="Oval 136">
              <a:extLst>
                <a:ext uri="{FF2B5EF4-FFF2-40B4-BE49-F238E27FC236}">
                  <a16:creationId xmlns:a16="http://schemas.microsoft.com/office/drawing/2014/main" id="{334B1E03-8822-37CA-FE49-7CCF313F3B32}"/>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 name="Picture 4" descr="R: R Logo">
              <a:extLst>
                <a:ext uri="{FF2B5EF4-FFF2-40B4-BE49-F238E27FC236}">
                  <a16:creationId xmlns:a16="http://schemas.microsoft.com/office/drawing/2014/main" id="{F20F7FCA-DC4E-7D8E-932C-E27540B33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1" name="Straight Arrow Connector 140">
            <a:extLst>
              <a:ext uri="{FF2B5EF4-FFF2-40B4-BE49-F238E27FC236}">
                <a16:creationId xmlns:a16="http://schemas.microsoft.com/office/drawing/2014/main" id="{39782686-92C7-945D-99B4-125749BF78B6}"/>
              </a:ext>
            </a:extLst>
          </p:cNvPr>
          <p:cNvCxnSpPr/>
          <p:nvPr/>
        </p:nvCxnSpPr>
        <p:spPr>
          <a:xfrm>
            <a:off x="1526772" y="1957812"/>
            <a:ext cx="315545" cy="9052"/>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6" name="Freeform: Shape 145">
            <a:extLst>
              <a:ext uri="{FF2B5EF4-FFF2-40B4-BE49-F238E27FC236}">
                <a16:creationId xmlns:a16="http://schemas.microsoft.com/office/drawing/2014/main" id="{1BC2CC1C-2EAB-B57F-2EAB-51AA545F69FD}"/>
              </a:ext>
            </a:extLst>
          </p:cNvPr>
          <p:cNvSpPr/>
          <p:nvPr/>
        </p:nvSpPr>
        <p:spPr>
          <a:xfrm>
            <a:off x="8754701" y="4844862"/>
            <a:ext cx="1765425" cy="64380"/>
          </a:xfrm>
          <a:custGeom>
            <a:avLst/>
            <a:gdLst>
              <a:gd name="csX0" fmla="*/ 0 w 1765425"/>
              <a:gd name="csY0" fmla="*/ 45268 h 45268"/>
              <a:gd name="csX1" fmla="*/ 1765425 w 1765425"/>
              <a:gd name="csY1" fmla="*/ 0 h 45268"/>
              <a:gd name="csX0" fmla="*/ 0 w 1765425"/>
              <a:gd name="csY0" fmla="*/ 45268 h 45268"/>
              <a:gd name="csX1" fmla="*/ 1765425 w 1765425"/>
              <a:gd name="csY1" fmla="*/ 0 h 45268"/>
              <a:gd name="csX0" fmla="*/ 0 w 1765425"/>
              <a:gd name="csY0" fmla="*/ 64380 h 64380"/>
              <a:gd name="csX1" fmla="*/ 1765425 w 1765425"/>
              <a:gd name="csY1" fmla="*/ 19112 h 64380"/>
            </a:gdLst>
            <a:ahLst/>
            <a:cxnLst>
              <a:cxn ang="0">
                <a:pos x="csX0" y="csY0"/>
              </a:cxn>
              <a:cxn ang="0">
                <a:pos x="csX1" y="csY1"/>
              </a:cxn>
            </a:cxnLst>
            <a:rect l="l" t="t" r="r" b="b"/>
            <a:pathLst>
              <a:path w="1765425" h="64380">
                <a:moveTo>
                  <a:pt x="0" y="64380"/>
                </a:moveTo>
                <a:cubicBezTo>
                  <a:pt x="588475" y="4023"/>
                  <a:pt x="1176950" y="-20120"/>
                  <a:pt x="1765425" y="19112"/>
                </a:cubicBezTo>
              </a:path>
            </a:pathLst>
          </a:custGeom>
          <a:noFill/>
          <a:ln w="38100">
            <a:solidFill>
              <a:schemeClr val="bg1">
                <a:lumMod val="75000"/>
              </a:schemeClr>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Shape 146">
            <a:extLst>
              <a:ext uri="{FF2B5EF4-FFF2-40B4-BE49-F238E27FC236}">
                <a16:creationId xmlns:a16="http://schemas.microsoft.com/office/drawing/2014/main" id="{44E06E19-5C4A-9A69-EDF2-D889D302F219}"/>
              </a:ext>
            </a:extLst>
          </p:cNvPr>
          <p:cNvSpPr/>
          <p:nvPr/>
        </p:nvSpPr>
        <p:spPr>
          <a:xfrm>
            <a:off x="8664166" y="2093614"/>
            <a:ext cx="2172832" cy="2525917"/>
          </a:xfrm>
          <a:custGeom>
            <a:avLst/>
            <a:gdLst>
              <a:gd name="csX0" fmla="*/ 0 w 2172832"/>
              <a:gd name="csY0" fmla="*/ 0 h 2525917"/>
              <a:gd name="csX1" fmla="*/ 2172832 w 2172832"/>
              <a:gd name="csY1" fmla="*/ 2525917 h 2525917"/>
              <a:gd name="csX0" fmla="*/ 0 w 2172832"/>
              <a:gd name="csY0" fmla="*/ 0 h 2525917"/>
              <a:gd name="csX1" fmla="*/ 2172832 w 2172832"/>
              <a:gd name="csY1" fmla="*/ 2525917 h 2525917"/>
              <a:gd name="csX0" fmla="*/ 0 w 2172832"/>
              <a:gd name="csY0" fmla="*/ 0 h 2525917"/>
              <a:gd name="csX1" fmla="*/ 2172832 w 2172832"/>
              <a:gd name="csY1" fmla="*/ 2525917 h 2525917"/>
            </a:gdLst>
            <a:ahLst/>
            <a:cxnLst>
              <a:cxn ang="0">
                <a:pos x="csX0" y="csY0"/>
              </a:cxn>
              <a:cxn ang="0">
                <a:pos x="csX1" y="csY1"/>
              </a:cxn>
            </a:cxnLst>
            <a:rect l="l" t="t" r="r" b="b"/>
            <a:pathLst>
              <a:path w="2172832" h="2525917">
                <a:moveTo>
                  <a:pt x="0" y="0"/>
                </a:moveTo>
                <a:cubicBezTo>
                  <a:pt x="1032094" y="27160"/>
                  <a:pt x="1819747" y="1348967"/>
                  <a:pt x="2172832" y="2525917"/>
                </a:cubicBezTo>
              </a:path>
            </a:pathLst>
          </a:custGeom>
          <a:noFill/>
          <a:ln w="38100">
            <a:solidFill>
              <a:schemeClr val="bg1">
                <a:lumMod val="75000"/>
              </a:schemeClr>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9" name="Picture 4" descr="Computer user - icon by Adioma">
            <a:extLst>
              <a:ext uri="{FF2B5EF4-FFF2-40B4-BE49-F238E27FC236}">
                <a16:creationId xmlns:a16="http://schemas.microsoft.com/office/drawing/2014/main" id="{38E5C828-3FAB-AF56-62EB-7835E75A0921}"/>
              </a:ext>
            </a:extLst>
          </p:cNvPr>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74755" y="3790917"/>
            <a:ext cx="304428" cy="298380"/>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4" descr="Computer user - icon by Adioma">
            <a:extLst>
              <a:ext uri="{FF2B5EF4-FFF2-40B4-BE49-F238E27FC236}">
                <a16:creationId xmlns:a16="http://schemas.microsoft.com/office/drawing/2014/main" id="{A5DC99AE-277C-BC32-07B7-ACE39817A12A}"/>
              </a:ext>
            </a:extLst>
          </p:cNvPr>
          <p:cNvPicPr>
            <a:picLocks noChangeAspect="1" noChangeArrowheads="1"/>
          </p:cNvPicPr>
          <p:nvPr/>
        </p:nvPicPr>
        <p:blipFill>
          <a:blip r:embed="rId1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3477" y="5865458"/>
            <a:ext cx="347655" cy="340748"/>
          </a:xfrm>
          <a:prstGeom prst="rect">
            <a:avLst/>
          </a:prstGeom>
          <a:noFill/>
          <a:extLst>
            <a:ext uri="{909E8E84-426E-40DD-AFC4-6F175D3DCCD1}">
              <a14:hiddenFill xmlns:a14="http://schemas.microsoft.com/office/drawing/2010/main">
                <a:solidFill>
                  <a:srgbClr val="FFFFFF"/>
                </a:solidFill>
              </a14:hiddenFill>
            </a:ext>
          </a:extLst>
        </p:spPr>
      </p:pic>
      <p:sp>
        <p:nvSpPr>
          <p:cNvPr id="152" name="Freeform: Shape 151">
            <a:extLst>
              <a:ext uri="{FF2B5EF4-FFF2-40B4-BE49-F238E27FC236}">
                <a16:creationId xmlns:a16="http://schemas.microsoft.com/office/drawing/2014/main" id="{642914CB-3487-66DF-002F-B7C8DC6CE90B}"/>
              </a:ext>
            </a:extLst>
          </p:cNvPr>
          <p:cNvSpPr/>
          <p:nvPr/>
        </p:nvSpPr>
        <p:spPr>
          <a:xfrm>
            <a:off x="6056768" y="4572000"/>
            <a:ext cx="289711" cy="334978"/>
          </a:xfrm>
          <a:custGeom>
            <a:avLst/>
            <a:gdLst>
              <a:gd name="csX0" fmla="*/ 0 w 289711"/>
              <a:gd name="csY0" fmla="*/ 334978 h 334978"/>
              <a:gd name="csX1" fmla="*/ 289711 w 289711"/>
              <a:gd name="csY1" fmla="*/ 0 h 334978"/>
              <a:gd name="csX0" fmla="*/ 0 w 289711"/>
              <a:gd name="csY0" fmla="*/ 334978 h 334978"/>
              <a:gd name="csX1" fmla="*/ 289711 w 289711"/>
              <a:gd name="csY1" fmla="*/ 0 h 334978"/>
              <a:gd name="csX0" fmla="*/ 0 w 289711"/>
              <a:gd name="csY0" fmla="*/ 334978 h 334978"/>
              <a:gd name="csX1" fmla="*/ 289711 w 289711"/>
              <a:gd name="csY1" fmla="*/ 0 h 334978"/>
            </a:gdLst>
            <a:ahLst/>
            <a:cxnLst>
              <a:cxn ang="0">
                <a:pos x="csX0" y="csY0"/>
              </a:cxn>
              <a:cxn ang="0">
                <a:pos x="csX1" y="csY1"/>
              </a:cxn>
            </a:cxnLst>
            <a:rect l="l" t="t" r="r" b="b"/>
            <a:pathLst>
              <a:path w="289711" h="334978">
                <a:moveTo>
                  <a:pt x="0" y="334978"/>
                </a:moveTo>
                <a:cubicBezTo>
                  <a:pt x="123730" y="295746"/>
                  <a:pt x="238408" y="147873"/>
                  <a:pt x="289711" y="0"/>
                </a:cubicBezTo>
              </a:path>
            </a:pathLst>
          </a:custGeom>
          <a:noFill/>
          <a:ln w="28575">
            <a:solidFill>
              <a:schemeClr val="bg1">
                <a:lumMod val="75000"/>
              </a:schemeClr>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4" name="Straight Connector 153">
            <a:extLst>
              <a:ext uri="{FF2B5EF4-FFF2-40B4-BE49-F238E27FC236}">
                <a16:creationId xmlns:a16="http://schemas.microsoft.com/office/drawing/2014/main" id="{1CD3999C-49B0-613D-E3E2-7573B107E2B6}"/>
              </a:ext>
            </a:extLst>
          </p:cNvPr>
          <p:cNvCxnSpPr/>
          <p:nvPr/>
        </p:nvCxnSpPr>
        <p:spPr>
          <a:xfrm>
            <a:off x="9763848" y="1404202"/>
            <a:ext cx="570369" cy="0"/>
          </a:xfrm>
          <a:prstGeom prst="line">
            <a:avLst/>
          </a:prstGeom>
          <a:ln w="57150">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F8BF32B6-C33C-ABD8-05B6-549279091C88}"/>
              </a:ext>
            </a:extLst>
          </p:cNvPr>
          <p:cNvCxnSpPr/>
          <p:nvPr/>
        </p:nvCxnSpPr>
        <p:spPr>
          <a:xfrm>
            <a:off x="9750582" y="1106786"/>
            <a:ext cx="570369" cy="0"/>
          </a:xfrm>
          <a:prstGeom prst="line">
            <a:avLst/>
          </a:prstGeom>
          <a:ln w="57150">
            <a:solidFill>
              <a:schemeClr val="accent4">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56" name="TextBox 155">
            <a:extLst>
              <a:ext uri="{FF2B5EF4-FFF2-40B4-BE49-F238E27FC236}">
                <a16:creationId xmlns:a16="http://schemas.microsoft.com/office/drawing/2014/main" id="{5103AAA9-6902-0FBF-2C20-FAC26FA04672}"/>
              </a:ext>
            </a:extLst>
          </p:cNvPr>
          <p:cNvSpPr txBox="1"/>
          <p:nvPr/>
        </p:nvSpPr>
        <p:spPr>
          <a:xfrm>
            <a:off x="10388537" y="975218"/>
            <a:ext cx="1276539" cy="246221"/>
          </a:xfrm>
          <a:prstGeom prst="rect">
            <a:avLst/>
          </a:prstGeom>
          <a:noFill/>
        </p:spPr>
        <p:txBody>
          <a:bodyPr wrap="square" rtlCol="0">
            <a:spAutoFit/>
          </a:bodyPr>
          <a:lstStyle/>
          <a:p>
            <a:r>
              <a:rPr lang="en-US" sz="1000" dirty="0"/>
              <a:t>Startup workflow</a:t>
            </a:r>
          </a:p>
        </p:txBody>
      </p:sp>
      <p:sp>
        <p:nvSpPr>
          <p:cNvPr id="158" name="TextBox 157">
            <a:extLst>
              <a:ext uri="{FF2B5EF4-FFF2-40B4-BE49-F238E27FC236}">
                <a16:creationId xmlns:a16="http://schemas.microsoft.com/office/drawing/2014/main" id="{05DAF419-A616-27CF-15EB-A707713D66DC}"/>
              </a:ext>
            </a:extLst>
          </p:cNvPr>
          <p:cNvSpPr txBox="1"/>
          <p:nvPr/>
        </p:nvSpPr>
        <p:spPr>
          <a:xfrm>
            <a:off x="10388538" y="1279820"/>
            <a:ext cx="1276539" cy="400110"/>
          </a:xfrm>
          <a:prstGeom prst="rect">
            <a:avLst/>
          </a:prstGeom>
          <a:noFill/>
        </p:spPr>
        <p:txBody>
          <a:bodyPr wrap="square" rtlCol="0">
            <a:spAutoFit/>
          </a:bodyPr>
          <a:lstStyle/>
          <a:p>
            <a:r>
              <a:rPr lang="en-US" sz="1000" dirty="0"/>
              <a:t>Main continuing workflow</a:t>
            </a:r>
          </a:p>
        </p:txBody>
      </p:sp>
      <p:sp>
        <p:nvSpPr>
          <p:cNvPr id="160" name="TextBox 159">
            <a:extLst>
              <a:ext uri="{FF2B5EF4-FFF2-40B4-BE49-F238E27FC236}">
                <a16:creationId xmlns:a16="http://schemas.microsoft.com/office/drawing/2014/main" id="{AAEE896D-3693-8184-107B-C066A6B84B7A}"/>
              </a:ext>
            </a:extLst>
          </p:cNvPr>
          <p:cNvSpPr txBox="1"/>
          <p:nvPr/>
        </p:nvSpPr>
        <p:spPr>
          <a:xfrm>
            <a:off x="5003943" y="6287585"/>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 View</a:t>
            </a:r>
          </a:p>
          <a:p>
            <a:pPr algn="ctr"/>
            <a:r>
              <a:rPr lang="en-US" sz="900" dirty="0">
                <a:solidFill>
                  <a:schemeClr val="tx1">
                    <a:lumMod val="50000"/>
                    <a:lumOff val="50000"/>
                  </a:schemeClr>
                </a:solidFill>
              </a:rPr>
              <a:t>(hosted data)</a:t>
            </a:r>
          </a:p>
        </p:txBody>
      </p:sp>
      <p:sp>
        <p:nvSpPr>
          <p:cNvPr id="162" name="TextBox 161">
            <a:extLst>
              <a:ext uri="{FF2B5EF4-FFF2-40B4-BE49-F238E27FC236}">
                <a16:creationId xmlns:a16="http://schemas.microsoft.com/office/drawing/2014/main" id="{281F2B28-B38E-512C-0DE1-17B1783D0860}"/>
              </a:ext>
            </a:extLst>
          </p:cNvPr>
          <p:cNvSpPr txBox="1"/>
          <p:nvPr/>
        </p:nvSpPr>
        <p:spPr>
          <a:xfrm>
            <a:off x="7516752" y="6335826"/>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 View</a:t>
            </a:r>
          </a:p>
          <a:p>
            <a:pPr algn="ctr"/>
            <a:r>
              <a:rPr lang="en-US" sz="900" dirty="0">
                <a:solidFill>
                  <a:schemeClr val="tx1">
                    <a:lumMod val="50000"/>
                    <a:lumOff val="50000"/>
                  </a:schemeClr>
                </a:solidFill>
              </a:rPr>
              <a:t>(hosted data)</a:t>
            </a:r>
          </a:p>
        </p:txBody>
      </p:sp>
    </p:spTree>
    <p:extLst>
      <p:ext uri="{BB962C8B-B14F-4D97-AF65-F5344CB8AC3E}">
        <p14:creationId xmlns:p14="http://schemas.microsoft.com/office/powerpoint/2010/main" val="31771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n 1">
            <a:extLst>
              <a:ext uri="{FF2B5EF4-FFF2-40B4-BE49-F238E27FC236}">
                <a16:creationId xmlns:a16="http://schemas.microsoft.com/office/drawing/2014/main" id="{70A4C6C9-0263-8807-63D7-8D1572A026A5}"/>
              </a:ext>
            </a:extLst>
          </p:cNvPr>
          <p:cNvSpPr/>
          <p:nvPr/>
        </p:nvSpPr>
        <p:spPr>
          <a:xfrm rot="16200000">
            <a:off x="4711339" y="-1158240"/>
            <a:ext cx="365760" cy="5068389"/>
          </a:xfrm>
          <a:prstGeom prst="ca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n 2">
            <a:extLst>
              <a:ext uri="{FF2B5EF4-FFF2-40B4-BE49-F238E27FC236}">
                <a16:creationId xmlns:a16="http://schemas.microsoft.com/office/drawing/2014/main" id="{2EA693FE-4744-190D-E307-0B4D9B7428C7}"/>
              </a:ext>
            </a:extLst>
          </p:cNvPr>
          <p:cNvSpPr/>
          <p:nvPr/>
        </p:nvSpPr>
        <p:spPr>
          <a:xfrm rot="16200000">
            <a:off x="3004460" y="1158239"/>
            <a:ext cx="365760" cy="435430"/>
          </a:xfrm>
          <a:prstGeom prst="ca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n 3">
            <a:extLst>
              <a:ext uri="{FF2B5EF4-FFF2-40B4-BE49-F238E27FC236}">
                <a16:creationId xmlns:a16="http://schemas.microsoft.com/office/drawing/2014/main" id="{CBC4DCA9-DBFE-E348-68FF-2DDDE108C853}"/>
              </a:ext>
            </a:extLst>
          </p:cNvPr>
          <p:cNvSpPr/>
          <p:nvPr/>
        </p:nvSpPr>
        <p:spPr>
          <a:xfrm rot="16200000">
            <a:off x="5172899" y="1158239"/>
            <a:ext cx="365760" cy="43543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cument outline">
            <a:extLst>
              <a:ext uri="{FF2B5EF4-FFF2-40B4-BE49-F238E27FC236}">
                <a16:creationId xmlns:a16="http://schemas.microsoft.com/office/drawing/2014/main" id="{14E44D94-CEC8-0CDA-8642-46EFAD1977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62373" y="2635355"/>
            <a:ext cx="414504" cy="414504"/>
          </a:xfrm>
          <a:prstGeom prst="rect">
            <a:avLst/>
          </a:prstGeom>
        </p:spPr>
      </p:pic>
      <p:pic>
        <p:nvPicPr>
          <p:cNvPr id="7" name="Graphic 6" descr="Document outline">
            <a:extLst>
              <a:ext uri="{FF2B5EF4-FFF2-40B4-BE49-F238E27FC236}">
                <a16:creationId xmlns:a16="http://schemas.microsoft.com/office/drawing/2014/main" id="{02815124-EF53-754E-0D98-BC4AB9AE17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86967" y="2662279"/>
            <a:ext cx="414504" cy="414504"/>
          </a:xfrm>
          <a:prstGeom prst="rect">
            <a:avLst/>
          </a:prstGeom>
        </p:spPr>
      </p:pic>
      <p:pic>
        <p:nvPicPr>
          <p:cNvPr id="8" name="Picture 4" descr="Computer user - icon by Adioma">
            <a:extLst>
              <a:ext uri="{FF2B5EF4-FFF2-40B4-BE49-F238E27FC236}">
                <a16:creationId xmlns:a16="http://schemas.microsoft.com/office/drawing/2014/main" id="{A7B23CD9-7016-ED15-3C5F-FEB19AA14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2708" y="3561026"/>
            <a:ext cx="449309" cy="4403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omputer user - icon by Adioma">
            <a:extLst>
              <a:ext uri="{FF2B5EF4-FFF2-40B4-BE49-F238E27FC236}">
                <a16:creationId xmlns:a16="http://schemas.microsoft.com/office/drawing/2014/main" id="{B79A98DB-F9D0-AA03-8AF7-D15737372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970" y="3548206"/>
            <a:ext cx="449309" cy="44038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22DEF787-5C94-6488-767A-84667BA075AD}"/>
              </a:ext>
            </a:extLst>
          </p:cNvPr>
          <p:cNvCxnSpPr/>
          <p:nvPr/>
        </p:nvCxnSpPr>
        <p:spPr>
          <a:xfrm>
            <a:off x="2969624" y="3076783"/>
            <a:ext cx="0" cy="35221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5A60A8F-4B34-0584-F478-329A79DBEE60}"/>
              </a:ext>
            </a:extLst>
          </p:cNvPr>
          <p:cNvCxnSpPr/>
          <p:nvPr/>
        </p:nvCxnSpPr>
        <p:spPr>
          <a:xfrm>
            <a:off x="4916204" y="3090676"/>
            <a:ext cx="0" cy="352217"/>
          </a:xfrm>
          <a:prstGeom prst="line">
            <a:avLst/>
          </a:prstGeom>
        </p:spPr>
        <p:style>
          <a:lnRef idx="2">
            <a:schemeClr val="accent1"/>
          </a:lnRef>
          <a:fillRef idx="0">
            <a:schemeClr val="accent1"/>
          </a:fillRef>
          <a:effectRef idx="1">
            <a:schemeClr val="accent1"/>
          </a:effectRef>
          <a:fontRef idx="minor">
            <a:schemeClr val="tx1"/>
          </a:fontRef>
        </p:style>
      </p:cxnSp>
      <p:pic>
        <p:nvPicPr>
          <p:cNvPr id="13" name="Graphic 12" descr="Document outline">
            <a:extLst>
              <a:ext uri="{FF2B5EF4-FFF2-40B4-BE49-F238E27FC236}">
                <a16:creationId xmlns:a16="http://schemas.microsoft.com/office/drawing/2014/main" id="{DF3DA73C-C900-274C-0BD2-ADF18B2018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19677" y="2676172"/>
            <a:ext cx="414504" cy="414504"/>
          </a:xfrm>
          <a:prstGeom prst="rect">
            <a:avLst/>
          </a:prstGeom>
        </p:spPr>
      </p:pic>
      <p:cxnSp>
        <p:nvCxnSpPr>
          <p:cNvPr id="15" name="Straight Connector 14">
            <a:extLst>
              <a:ext uri="{FF2B5EF4-FFF2-40B4-BE49-F238E27FC236}">
                <a16:creationId xmlns:a16="http://schemas.microsoft.com/office/drawing/2014/main" id="{0C0FC6EE-565F-CB65-7731-9F72AB99C91E}"/>
              </a:ext>
            </a:extLst>
          </p:cNvPr>
          <p:cNvCxnSpPr/>
          <p:nvPr/>
        </p:nvCxnSpPr>
        <p:spPr>
          <a:xfrm flipV="1">
            <a:off x="5138064" y="3090676"/>
            <a:ext cx="435430" cy="35221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E1E93ED-6A9A-FD16-0D29-99F545282493}"/>
              </a:ext>
            </a:extLst>
          </p:cNvPr>
          <p:cNvCxnSpPr/>
          <p:nvPr/>
        </p:nvCxnSpPr>
        <p:spPr>
          <a:xfrm flipV="1">
            <a:off x="2969624" y="1694985"/>
            <a:ext cx="207253" cy="7805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32C159C-57EA-63D9-C523-2334CC8BFB21}"/>
              </a:ext>
            </a:extLst>
          </p:cNvPr>
          <p:cNvCxnSpPr/>
          <p:nvPr/>
        </p:nvCxnSpPr>
        <p:spPr>
          <a:xfrm flipH="1" flipV="1">
            <a:off x="3405055" y="1728439"/>
            <a:ext cx="1367653" cy="906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5A7B837-EDE6-682D-08BE-196BED0A7D32}"/>
              </a:ext>
            </a:extLst>
          </p:cNvPr>
          <p:cNvCxnSpPr/>
          <p:nvPr/>
        </p:nvCxnSpPr>
        <p:spPr>
          <a:xfrm flipH="1" flipV="1">
            <a:off x="5319677" y="1694985"/>
            <a:ext cx="166723" cy="7805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ight Arrow 21">
            <a:extLst>
              <a:ext uri="{FF2B5EF4-FFF2-40B4-BE49-F238E27FC236}">
                <a16:creationId xmlns:a16="http://schemas.microsoft.com/office/drawing/2014/main" id="{1CECA6A3-2007-8BAA-BC3E-E45858B272E8}"/>
              </a:ext>
            </a:extLst>
          </p:cNvPr>
          <p:cNvSpPr/>
          <p:nvPr/>
        </p:nvSpPr>
        <p:spPr>
          <a:xfrm>
            <a:off x="3706695" y="1314621"/>
            <a:ext cx="1129728" cy="122663"/>
          </a:xfrm>
          <a:prstGeom prst="rightArrow">
            <a:avLst/>
          </a:prstGeom>
          <a:solidFill>
            <a:schemeClr val="accent4">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127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3B4460-775F-4A7D-931A-0E55936CF9F5}"/>
              </a:ext>
            </a:extLst>
          </p:cNvPr>
          <p:cNvSpPr txBox="1"/>
          <p:nvPr/>
        </p:nvSpPr>
        <p:spPr>
          <a:xfrm>
            <a:off x="4777213" y="1858637"/>
            <a:ext cx="5721790" cy="1477328"/>
          </a:xfrm>
          <a:prstGeom prst="rect">
            <a:avLst/>
          </a:prstGeom>
          <a:noFill/>
        </p:spPr>
        <p:txBody>
          <a:bodyPr wrap="square" rtlCol="0">
            <a:spAutoFit/>
          </a:bodyPr>
          <a:lstStyle/>
          <a:p>
            <a:r>
              <a:rPr lang="en-US" dirty="0"/>
              <a:t>Location – Date – Method</a:t>
            </a:r>
          </a:p>
          <a:p>
            <a:endParaRPr lang="en-US" dirty="0"/>
          </a:p>
          <a:p>
            <a:r>
              <a:rPr lang="en-US" dirty="0"/>
              <a:t>Location – Date – Method – </a:t>
            </a:r>
            <a:r>
              <a:rPr lang="en-US" dirty="0" err="1"/>
              <a:t>DonorSite</a:t>
            </a:r>
            <a:endParaRPr lang="en-US" dirty="0"/>
          </a:p>
          <a:p>
            <a:endParaRPr lang="en-US" dirty="0"/>
          </a:p>
          <a:p>
            <a:r>
              <a:rPr lang="en-US" dirty="0"/>
              <a:t>Location – Date – Method – </a:t>
            </a:r>
            <a:r>
              <a:rPr lang="en-US" dirty="0" err="1"/>
              <a:t>DonorSite</a:t>
            </a:r>
            <a:r>
              <a:rPr lang="en-US" dirty="0"/>
              <a:t> – r1</a:t>
            </a:r>
          </a:p>
        </p:txBody>
      </p:sp>
      <p:sp>
        <p:nvSpPr>
          <p:cNvPr id="4" name="TextBox 3">
            <a:extLst>
              <a:ext uri="{FF2B5EF4-FFF2-40B4-BE49-F238E27FC236}">
                <a16:creationId xmlns:a16="http://schemas.microsoft.com/office/drawing/2014/main" id="{F0CB2988-1FD2-C7C9-7E81-9B9612392ED2}"/>
              </a:ext>
            </a:extLst>
          </p:cNvPr>
          <p:cNvSpPr txBox="1"/>
          <p:nvPr/>
        </p:nvSpPr>
        <p:spPr>
          <a:xfrm>
            <a:off x="1312753" y="281771"/>
            <a:ext cx="7278986" cy="769441"/>
          </a:xfrm>
          <a:prstGeom prst="rect">
            <a:avLst/>
          </a:prstGeom>
          <a:noFill/>
        </p:spPr>
        <p:txBody>
          <a:bodyPr wrap="square" rtlCol="0">
            <a:spAutoFit/>
          </a:bodyPr>
          <a:lstStyle/>
          <a:p>
            <a:r>
              <a:rPr lang="en-US" sz="2400" dirty="0"/>
              <a:t>Plantings</a:t>
            </a:r>
          </a:p>
          <a:p>
            <a:r>
              <a:rPr lang="en-US" sz="2000" dirty="0">
                <a:solidFill>
                  <a:srgbClr val="C00000"/>
                </a:solidFill>
              </a:rPr>
              <a:t>Automated construction of unique </a:t>
            </a:r>
            <a:r>
              <a:rPr lang="en-US" sz="2000" dirty="0" err="1">
                <a:solidFill>
                  <a:srgbClr val="C00000"/>
                </a:solidFill>
              </a:rPr>
              <a:t>plantingID</a:t>
            </a:r>
            <a:endParaRPr lang="en-US" sz="2000" dirty="0">
              <a:solidFill>
                <a:srgbClr val="C00000"/>
              </a:solidFill>
            </a:endParaRPr>
          </a:p>
        </p:txBody>
      </p:sp>
      <p:sp>
        <p:nvSpPr>
          <p:cNvPr id="5" name="TextBox 4">
            <a:extLst>
              <a:ext uri="{FF2B5EF4-FFF2-40B4-BE49-F238E27FC236}">
                <a16:creationId xmlns:a16="http://schemas.microsoft.com/office/drawing/2014/main" id="{066D9B2E-AE2A-5BE8-C8FD-068AED99B631}"/>
              </a:ext>
            </a:extLst>
          </p:cNvPr>
          <p:cNvSpPr txBox="1"/>
          <p:nvPr/>
        </p:nvSpPr>
        <p:spPr>
          <a:xfrm>
            <a:off x="1122630" y="2182878"/>
            <a:ext cx="2842789" cy="584775"/>
          </a:xfrm>
          <a:prstGeom prst="rect">
            <a:avLst/>
          </a:prstGeom>
          <a:noFill/>
        </p:spPr>
        <p:txBody>
          <a:bodyPr wrap="square" rtlCol="0">
            <a:spAutoFit/>
          </a:bodyPr>
          <a:lstStyle/>
          <a:p>
            <a:r>
              <a:rPr lang="en-US" sz="1600" dirty="0">
                <a:solidFill>
                  <a:srgbClr val="C00000"/>
                </a:solidFill>
              </a:rPr>
              <a:t>Concatenation of planting attributes to make </a:t>
            </a:r>
            <a:r>
              <a:rPr lang="en-US" sz="1600" dirty="0" err="1">
                <a:solidFill>
                  <a:srgbClr val="C00000"/>
                </a:solidFill>
              </a:rPr>
              <a:t>plantingID</a:t>
            </a:r>
            <a:endParaRPr lang="en-US" sz="1600" dirty="0">
              <a:solidFill>
                <a:srgbClr val="C00000"/>
              </a:solidFill>
            </a:endParaRPr>
          </a:p>
        </p:txBody>
      </p:sp>
      <p:pic>
        <p:nvPicPr>
          <p:cNvPr id="15" name="Picture 14">
            <a:extLst>
              <a:ext uri="{FF2B5EF4-FFF2-40B4-BE49-F238E27FC236}">
                <a16:creationId xmlns:a16="http://schemas.microsoft.com/office/drawing/2014/main" id="{B9EDE697-EC23-D763-47E8-663A703A8326}"/>
              </a:ext>
            </a:extLst>
          </p:cNvPr>
          <p:cNvPicPr>
            <a:picLocks noChangeAspect="1"/>
          </p:cNvPicPr>
          <p:nvPr/>
        </p:nvPicPr>
        <p:blipFill>
          <a:blip r:embed="rId2"/>
          <a:stretch>
            <a:fillRect/>
          </a:stretch>
        </p:blipFill>
        <p:spPr>
          <a:xfrm>
            <a:off x="4203066" y="4525402"/>
            <a:ext cx="7584543" cy="2083570"/>
          </a:xfrm>
          <a:prstGeom prst="rect">
            <a:avLst/>
          </a:prstGeom>
        </p:spPr>
      </p:pic>
      <p:sp>
        <p:nvSpPr>
          <p:cNvPr id="16" name="TextBox 15">
            <a:extLst>
              <a:ext uri="{FF2B5EF4-FFF2-40B4-BE49-F238E27FC236}">
                <a16:creationId xmlns:a16="http://schemas.microsoft.com/office/drawing/2014/main" id="{6B45245D-712C-04AD-B439-B491E69C9EDB}"/>
              </a:ext>
            </a:extLst>
          </p:cNvPr>
          <p:cNvSpPr txBox="1"/>
          <p:nvPr/>
        </p:nvSpPr>
        <p:spPr>
          <a:xfrm>
            <a:off x="6032244" y="4248403"/>
            <a:ext cx="3926186" cy="276999"/>
          </a:xfrm>
          <a:prstGeom prst="rect">
            <a:avLst/>
          </a:prstGeom>
          <a:noFill/>
        </p:spPr>
        <p:txBody>
          <a:bodyPr wrap="square" rtlCol="0">
            <a:spAutoFit/>
          </a:bodyPr>
          <a:lstStyle/>
          <a:p>
            <a:pPr algn="ctr"/>
            <a:r>
              <a:rPr lang="en-US" sz="1200" i="1" dirty="0">
                <a:solidFill>
                  <a:srgbClr val="C00000"/>
                </a:solidFill>
              </a:rPr>
              <a:t>Screenshot of plantings table</a:t>
            </a:r>
          </a:p>
        </p:txBody>
      </p:sp>
      <p:sp>
        <p:nvSpPr>
          <p:cNvPr id="17" name="TextBox 16">
            <a:extLst>
              <a:ext uri="{FF2B5EF4-FFF2-40B4-BE49-F238E27FC236}">
                <a16:creationId xmlns:a16="http://schemas.microsoft.com/office/drawing/2014/main" id="{EF9197D4-A805-A720-88F7-38D30A81F549}"/>
              </a:ext>
            </a:extLst>
          </p:cNvPr>
          <p:cNvSpPr txBox="1"/>
          <p:nvPr/>
        </p:nvSpPr>
        <p:spPr>
          <a:xfrm>
            <a:off x="534153" y="4934138"/>
            <a:ext cx="37481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C00000"/>
                </a:solidFill>
              </a:rPr>
              <a:t>Plantings with mixed donor site plants is coded ‘Mix’</a:t>
            </a:r>
          </a:p>
          <a:p>
            <a:pPr marL="285750" indent="-285750">
              <a:buFont typeface="Arial" panose="020B0604020202020204" pitchFamily="34" charset="0"/>
              <a:buChar char="•"/>
            </a:pPr>
            <a:r>
              <a:rPr lang="en-US" sz="1600" dirty="0">
                <a:solidFill>
                  <a:srgbClr val="C00000"/>
                </a:solidFill>
              </a:rPr>
              <a:t>Concatenated pieces separated by double underscore “__”</a:t>
            </a:r>
          </a:p>
        </p:txBody>
      </p:sp>
      <p:cxnSp>
        <p:nvCxnSpPr>
          <p:cNvPr id="19" name="Straight Connector 18">
            <a:extLst>
              <a:ext uri="{FF2B5EF4-FFF2-40B4-BE49-F238E27FC236}">
                <a16:creationId xmlns:a16="http://schemas.microsoft.com/office/drawing/2014/main" id="{F44A555E-E03A-7915-4EDC-859AD0AE0F09}"/>
              </a:ext>
            </a:extLst>
          </p:cNvPr>
          <p:cNvCxnSpPr/>
          <p:nvPr/>
        </p:nvCxnSpPr>
        <p:spPr>
          <a:xfrm flipV="1">
            <a:off x="5088048" y="1792586"/>
            <a:ext cx="1756372" cy="44362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4E873BA-25A3-68E2-410D-6D2919FFA618}"/>
              </a:ext>
            </a:extLst>
          </p:cNvPr>
          <p:cNvSpPr txBox="1"/>
          <p:nvPr/>
        </p:nvSpPr>
        <p:spPr>
          <a:xfrm>
            <a:off x="9868277" y="2408139"/>
            <a:ext cx="2218099" cy="338554"/>
          </a:xfrm>
          <a:prstGeom prst="rect">
            <a:avLst/>
          </a:prstGeom>
          <a:noFill/>
        </p:spPr>
        <p:txBody>
          <a:bodyPr wrap="square" rtlCol="0">
            <a:spAutoFit/>
          </a:bodyPr>
          <a:lstStyle/>
          <a:p>
            <a:r>
              <a:rPr lang="en-US" sz="1600" dirty="0">
                <a:solidFill>
                  <a:srgbClr val="C00000"/>
                </a:solidFill>
              </a:rPr>
              <a:t>Suffix for replicates</a:t>
            </a:r>
          </a:p>
        </p:txBody>
      </p:sp>
      <p:cxnSp>
        <p:nvCxnSpPr>
          <p:cNvPr id="22" name="Straight Arrow Connector 21">
            <a:extLst>
              <a:ext uri="{FF2B5EF4-FFF2-40B4-BE49-F238E27FC236}">
                <a16:creationId xmlns:a16="http://schemas.microsoft.com/office/drawing/2014/main" id="{EF19D16C-237E-B536-81AC-5CD394D980FB}"/>
              </a:ext>
            </a:extLst>
          </p:cNvPr>
          <p:cNvCxnSpPr/>
          <p:nvPr/>
        </p:nvCxnSpPr>
        <p:spPr>
          <a:xfrm flipH="1">
            <a:off x="8962931" y="2597301"/>
            <a:ext cx="878186" cy="517091"/>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2703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FEB0EB2-5612-339D-9A81-7118DD120316}"/>
              </a:ext>
            </a:extLst>
          </p:cNvPr>
          <p:cNvPicPr>
            <a:picLocks noChangeAspect="1"/>
          </p:cNvPicPr>
          <p:nvPr/>
        </p:nvPicPr>
        <p:blipFill>
          <a:blip r:embed="rId2"/>
          <a:stretch>
            <a:fillRect/>
          </a:stretch>
        </p:blipFill>
        <p:spPr>
          <a:xfrm>
            <a:off x="1047451" y="0"/>
            <a:ext cx="10097097" cy="6858000"/>
          </a:xfrm>
          <a:prstGeom prst="rect">
            <a:avLst/>
          </a:prstGeom>
        </p:spPr>
      </p:pic>
      <p:sp>
        <p:nvSpPr>
          <p:cNvPr id="4" name="TextBox 3">
            <a:extLst>
              <a:ext uri="{FF2B5EF4-FFF2-40B4-BE49-F238E27FC236}">
                <a16:creationId xmlns:a16="http://schemas.microsoft.com/office/drawing/2014/main" id="{C76B6FD2-BF8A-F576-88C8-D581036D168C}"/>
              </a:ext>
            </a:extLst>
          </p:cNvPr>
          <p:cNvSpPr txBox="1"/>
          <p:nvPr/>
        </p:nvSpPr>
        <p:spPr>
          <a:xfrm>
            <a:off x="1174526" y="496372"/>
            <a:ext cx="184824" cy="369332"/>
          </a:xfrm>
          <a:prstGeom prst="rect">
            <a:avLst/>
          </a:prstGeom>
          <a:noFill/>
        </p:spPr>
        <p:txBody>
          <a:bodyPr wrap="square" rtlCol="0">
            <a:spAutoFit/>
          </a:bodyPr>
          <a:lstStyle/>
          <a:p>
            <a:pPr algn="ctr"/>
            <a:r>
              <a:rPr lang="en-US" dirty="0"/>
              <a:t>1</a:t>
            </a:r>
          </a:p>
        </p:txBody>
      </p:sp>
      <p:sp>
        <p:nvSpPr>
          <p:cNvPr id="5" name="TextBox 4">
            <a:extLst>
              <a:ext uri="{FF2B5EF4-FFF2-40B4-BE49-F238E27FC236}">
                <a16:creationId xmlns:a16="http://schemas.microsoft.com/office/drawing/2014/main" id="{7AC1CA6E-69D4-8FB4-7C1F-5B7431AB8082}"/>
              </a:ext>
            </a:extLst>
          </p:cNvPr>
          <p:cNvSpPr txBox="1"/>
          <p:nvPr/>
        </p:nvSpPr>
        <p:spPr>
          <a:xfrm>
            <a:off x="5171742" y="496372"/>
            <a:ext cx="184824" cy="369332"/>
          </a:xfrm>
          <a:prstGeom prst="rect">
            <a:avLst/>
          </a:prstGeom>
          <a:noFill/>
        </p:spPr>
        <p:txBody>
          <a:bodyPr wrap="square" rtlCol="0">
            <a:spAutoFit/>
          </a:bodyPr>
          <a:lstStyle/>
          <a:p>
            <a:pPr algn="ctr"/>
            <a:r>
              <a:rPr lang="en-US" dirty="0"/>
              <a:t>4</a:t>
            </a:r>
          </a:p>
        </p:txBody>
      </p:sp>
      <p:sp>
        <p:nvSpPr>
          <p:cNvPr id="6" name="TextBox 5">
            <a:extLst>
              <a:ext uri="{FF2B5EF4-FFF2-40B4-BE49-F238E27FC236}">
                <a16:creationId xmlns:a16="http://schemas.microsoft.com/office/drawing/2014/main" id="{C4C9CCD5-87E8-518C-2C95-870A247B881F}"/>
              </a:ext>
            </a:extLst>
          </p:cNvPr>
          <p:cNvSpPr txBox="1"/>
          <p:nvPr/>
        </p:nvSpPr>
        <p:spPr>
          <a:xfrm>
            <a:off x="6547864" y="496372"/>
            <a:ext cx="184824" cy="369332"/>
          </a:xfrm>
          <a:prstGeom prst="rect">
            <a:avLst/>
          </a:prstGeom>
          <a:noFill/>
        </p:spPr>
        <p:txBody>
          <a:bodyPr wrap="square" rtlCol="0">
            <a:spAutoFit/>
          </a:bodyPr>
          <a:lstStyle/>
          <a:p>
            <a:pPr algn="ctr"/>
            <a:r>
              <a:rPr lang="en-US" dirty="0"/>
              <a:t>5</a:t>
            </a:r>
          </a:p>
        </p:txBody>
      </p:sp>
      <p:sp>
        <p:nvSpPr>
          <p:cNvPr id="7" name="TextBox 6">
            <a:extLst>
              <a:ext uri="{FF2B5EF4-FFF2-40B4-BE49-F238E27FC236}">
                <a16:creationId xmlns:a16="http://schemas.microsoft.com/office/drawing/2014/main" id="{CED4FAD6-04BE-5DA1-3F40-825D4B156268}"/>
              </a:ext>
            </a:extLst>
          </p:cNvPr>
          <p:cNvSpPr txBox="1"/>
          <p:nvPr/>
        </p:nvSpPr>
        <p:spPr>
          <a:xfrm>
            <a:off x="3795620" y="496372"/>
            <a:ext cx="184824" cy="369332"/>
          </a:xfrm>
          <a:prstGeom prst="rect">
            <a:avLst/>
          </a:prstGeom>
          <a:noFill/>
        </p:spPr>
        <p:txBody>
          <a:bodyPr wrap="square" rtlCol="0">
            <a:spAutoFit/>
          </a:bodyPr>
          <a:lstStyle/>
          <a:p>
            <a:pPr algn="ctr"/>
            <a:r>
              <a:rPr lang="en-US" dirty="0"/>
              <a:t>3</a:t>
            </a:r>
          </a:p>
        </p:txBody>
      </p:sp>
      <p:sp>
        <p:nvSpPr>
          <p:cNvPr id="8" name="TextBox 7">
            <a:extLst>
              <a:ext uri="{FF2B5EF4-FFF2-40B4-BE49-F238E27FC236}">
                <a16:creationId xmlns:a16="http://schemas.microsoft.com/office/drawing/2014/main" id="{B94BF8CE-D3B7-CA0B-519C-D1C5FF051D53}"/>
              </a:ext>
            </a:extLst>
          </p:cNvPr>
          <p:cNvSpPr txBox="1"/>
          <p:nvPr/>
        </p:nvSpPr>
        <p:spPr>
          <a:xfrm>
            <a:off x="2485073" y="496372"/>
            <a:ext cx="184824" cy="369332"/>
          </a:xfrm>
          <a:prstGeom prst="rect">
            <a:avLst/>
          </a:prstGeom>
          <a:noFill/>
        </p:spPr>
        <p:txBody>
          <a:bodyPr wrap="square" rtlCol="0">
            <a:spAutoFit/>
          </a:bodyPr>
          <a:lstStyle/>
          <a:p>
            <a:pPr algn="ctr"/>
            <a:r>
              <a:rPr lang="en-US" dirty="0"/>
              <a:t>2</a:t>
            </a:r>
          </a:p>
        </p:txBody>
      </p:sp>
      <p:sp>
        <p:nvSpPr>
          <p:cNvPr id="9" name="TextBox 8">
            <a:extLst>
              <a:ext uri="{FF2B5EF4-FFF2-40B4-BE49-F238E27FC236}">
                <a16:creationId xmlns:a16="http://schemas.microsoft.com/office/drawing/2014/main" id="{70CE1DF2-106A-9D2C-B806-8247E001DF76}"/>
              </a:ext>
            </a:extLst>
          </p:cNvPr>
          <p:cNvSpPr txBox="1"/>
          <p:nvPr/>
        </p:nvSpPr>
        <p:spPr>
          <a:xfrm>
            <a:off x="7831574" y="496372"/>
            <a:ext cx="184824" cy="369332"/>
          </a:xfrm>
          <a:prstGeom prst="rect">
            <a:avLst/>
          </a:prstGeom>
          <a:noFill/>
        </p:spPr>
        <p:txBody>
          <a:bodyPr wrap="square" rtlCol="0">
            <a:spAutoFit/>
          </a:bodyPr>
          <a:lstStyle/>
          <a:p>
            <a:pPr algn="ctr"/>
            <a:r>
              <a:rPr lang="en-US" dirty="0"/>
              <a:t>6</a:t>
            </a:r>
          </a:p>
        </p:txBody>
      </p:sp>
      <p:sp>
        <p:nvSpPr>
          <p:cNvPr id="10" name="TextBox 9">
            <a:extLst>
              <a:ext uri="{FF2B5EF4-FFF2-40B4-BE49-F238E27FC236}">
                <a16:creationId xmlns:a16="http://schemas.microsoft.com/office/drawing/2014/main" id="{06FD703F-EFBF-62D2-4C8E-207F501ADCA5}"/>
              </a:ext>
            </a:extLst>
          </p:cNvPr>
          <p:cNvSpPr txBox="1"/>
          <p:nvPr/>
        </p:nvSpPr>
        <p:spPr>
          <a:xfrm>
            <a:off x="9019539" y="311706"/>
            <a:ext cx="184824" cy="369332"/>
          </a:xfrm>
          <a:prstGeom prst="rect">
            <a:avLst/>
          </a:prstGeom>
          <a:noFill/>
        </p:spPr>
        <p:txBody>
          <a:bodyPr wrap="square" rtlCol="0">
            <a:spAutoFit/>
          </a:bodyPr>
          <a:lstStyle/>
          <a:p>
            <a:pPr algn="ctr"/>
            <a:r>
              <a:rPr lang="en-US" dirty="0"/>
              <a:t>7</a:t>
            </a:r>
          </a:p>
        </p:txBody>
      </p:sp>
      <p:sp>
        <p:nvSpPr>
          <p:cNvPr id="2" name="TextBox 1">
            <a:extLst>
              <a:ext uri="{FF2B5EF4-FFF2-40B4-BE49-F238E27FC236}">
                <a16:creationId xmlns:a16="http://schemas.microsoft.com/office/drawing/2014/main" id="{80CDFAD8-254E-B1F9-BEE4-35A7BD532477}"/>
              </a:ext>
            </a:extLst>
          </p:cNvPr>
          <p:cNvSpPr txBox="1"/>
          <p:nvPr/>
        </p:nvSpPr>
        <p:spPr>
          <a:xfrm>
            <a:off x="6932698" y="1967303"/>
            <a:ext cx="479898" cy="246221"/>
          </a:xfrm>
          <a:prstGeom prst="rect">
            <a:avLst/>
          </a:prstGeom>
          <a:noFill/>
        </p:spPr>
        <p:txBody>
          <a:bodyPr wrap="square" rtlCol="0">
            <a:spAutoFit/>
          </a:bodyPr>
          <a:lstStyle/>
          <a:p>
            <a:r>
              <a:rPr lang="en-US" sz="1000" dirty="0">
                <a:solidFill>
                  <a:srgbClr val="C00000"/>
                </a:solidFill>
              </a:rPr>
              <a:t>160</a:t>
            </a:r>
          </a:p>
        </p:txBody>
      </p:sp>
      <p:sp>
        <p:nvSpPr>
          <p:cNvPr id="3" name="TextBox 2">
            <a:extLst>
              <a:ext uri="{FF2B5EF4-FFF2-40B4-BE49-F238E27FC236}">
                <a16:creationId xmlns:a16="http://schemas.microsoft.com/office/drawing/2014/main" id="{8110A3D7-C4FB-1C83-A200-76837EBCE228}"/>
              </a:ext>
            </a:extLst>
          </p:cNvPr>
          <p:cNvSpPr txBox="1"/>
          <p:nvPr/>
        </p:nvSpPr>
        <p:spPr>
          <a:xfrm>
            <a:off x="5617024" y="3689927"/>
            <a:ext cx="479898" cy="215444"/>
          </a:xfrm>
          <a:prstGeom prst="rect">
            <a:avLst/>
          </a:prstGeom>
          <a:noFill/>
        </p:spPr>
        <p:txBody>
          <a:bodyPr wrap="square" rtlCol="0">
            <a:spAutoFit/>
          </a:bodyPr>
          <a:lstStyle/>
          <a:p>
            <a:r>
              <a:rPr lang="en-US" sz="800" dirty="0">
                <a:solidFill>
                  <a:srgbClr val="C00000"/>
                </a:solidFill>
              </a:rPr>
              <a:t>19</a:t>
            </a:r>
          </a:p>
        </p:txBody>
      </p:sp>
      <p:sp>
        <p:nvSpPr>
          <p:cNvPr id="13" name="TextBox 12">
            <a:extLst>
              <a:ext uri="{FF2B5EF4-FFF2-40B4-BE49-F238E27FC236}">
                <a16:creationId xmlns:a16="http://schemas.microsoft.com/office/drawing/2014/main" id="{B5800FFF-7611-C428-D8AA-524DA9785E78}"/>
              </a:ext>
            </a:extLst>
          </p:cNvPr>
          <p:cNvSpPr txBox="1"/>
          <p:nvPr/>
        </p:nvSpPr>
        <p:spPr>
          <a:xfrm>
            <a:off x="5672498" y="6289080"/>
            <a:ext cx="479898" cy="215444"/>
          </a:xfrm>
          <a:prstGeom prst="rect">
            <a:avLst/>
          </a:prstGeom>
          <a:noFill/>
        </p:spPr>
        <p:txBody>
          <a:bodyPr wrap="square" rtlCol="0">
            <a:spAutoFit/>
          </a:bodyPr>
          <a:lstStyle/>
          <a:p>
            <a:r>
              <a:rPr lang="en-US" sz="800" dirty="0">
                <a:solidFill>
                  <a:srgbClr val="C00000"/>
                </a:solidFill>
              </a:rPr>
              <a:t>4</a:t>
            </a:r>
          </a:p>
        </p:txBody>
      </p:sp>
      <p:sp>
        <p:nvSpPr>
          <p:cNvPr id="14" name="TextBox 13">
            <a:extLst>
              <a:ext uri="{FF2B5EF4-FFF2-40B4-BE49-F238E27FC236}">
                <a16:creationId xmlns:a16="http://schemas.microsoft.com/office/drawing/2014/main" id="{8C33BD06-B30D-B6EF-C110-1688C122209E}"/>
              </a:ext>
            </a:extLst>
          </p:cNvPr>
          <p:cNvSpPr txBox="1"/>
          <p:nvPr/>
        </p:nvSpPr>
        <p:spPr>
          <a:xfrm>
            <a:off x="8298534" y="5200155"/>
            <a:ext cx="479898" cy="215444"/>
          </a:xfrm>
          <a:prstGeom prst="rect">
            <a:avLst/>
          </a:prstGeom>
          <a:noFill/>
        </p:spPr>
        <p:txBody>
          <a:bodyPr wrap="square" rtlCol="0">
            <a:spAutoFit/>
          </a:bodyPr>
          <a:lstStyle/>
          <a:p>
            <a:r>
              <a:rPr lang="en-US" sz="800" dirty="0">
                <a:solidFill>
                  <a:srgbClr val="C00000"/>
                </a:solidFill>
              </a:rPr>
              <a:t>23</a:t>
            </a:r>
          </a:p>
        </p:txBody>
      </p:sp>
      <p:sp>
        <p:nvSpPr>
          <p:cNvPr id="15" name="TextBox 14">
            <a:extLst>
              <a:ext uri="{FF2B5EF4-FFF2-40B4-BE49-F238E27FC236}">
                <a16:creationId xmlns:a16="http://schemas.microsoft.com/office/drawing/2014/main" id="{966E100B-84E3-DAB6-AC32-CE5766CC72A5}"/>
              </a:ext>
            </a:extLst>
          </p:cNvPr>
          <p:cNvSpPr txBox="1"/>
          <p:nvPr/>
        </p:nvSpPr>
        <p:spPr>
          <a:xfrm>
            <a:off x="5617024" y="1587965"/>
            <a:ext cx="1060493" cy="461665"/>
          </a:xfrm>
          <a:prstGeom prst="rect">
            <a:avLst/>
          </a:prstGeom>
          <a:solidFill>
            <a:srgbClr val="CDCDCD"/>
          </a:solidFill>
          <a:ln>
            <a:noFill/>
          </a:ln>
        </p:spPr>
        <p:txBody>
          <a:bodyPr wrap="square" rtlCol="0">
            <a:spAutoFit/>
          </a:bodyPr>
          <a:lstStyle/>
          <a:p>
            <a:r>
              <a:rPr lang="en-US" sz="800" dirty="0"/>
              <a:t>point plantings with</a:t>
            </a:r>
          </a:p>
          <a:p>
            <a:r>
              <a:rPr lang="en-US" sz="800" dirty="0"/>
              <a:t>coordinates</a:t>
            </a:r>
          </a:p>
          <a:p>
            <a:r>
              <a:rPr lang="en-US" sz="800" dirty="0">
                <a:solidFill>
                  <a:srgbClr val="C00000"/>
                </a:solidFill>
              </a:rPr>
              <a:t>149</a:t>
            </a:r>
          </a:p>
        </p:txBody>
      </p:sp>
      <p:sp>
        <p:nvSpPr>
          <p:cNvPr id="17" name="TextBox 16">
            <a:extLst>
              <a:ext uri="{FF2B5EF4-FFF2-40B4-BE49-F238E27FC236}">
                <a16:creationId xmlns:a16="http://schemas.microsoft.com/office/drawing/2014/main" id="{5CC19D89-2E0F-8942-F81C-349299689EC2}"/>
              </a:ext>
            </a:extLst>
          </p:cNvPr>
          <p:cNvSpPr txBox="1"/>
          <p:nvPr/>
        </p:nvSpPr>
        <p:spPr>
          <a:xfrm>
            <a:off x="6987941" y="5984922"/>
            <a:ext cx="479898" cy="215444"/>
          </a:xfrm>
          <a:prstGeom prst="rect">
            <a:avLst/>
          </a:prstGeom>
          <a:noFill/>
        </p:spPr>
        <p:txBody>
          <a:bodyPr wrap="square" rtlCol="0">
            <a:spAutoFit/>
          </a:bodyPr>
          <a:lstStyle/>
          <a:p>
            <a:r>
              <a:rPr lang="en-US" sz="800" dirty="0">
                <a:solidFill>
                  <a:srgbClr val="C00000"/>
                </a:solidFill>
              </a:rPr>
              <a:t>23</a:t>
            </a:r>
          </a:p>
        </p:txBody>
      </p:sp>
      <p:sp>
        <p:nvSpPr>
          <p:cNvPr id="19" name="TextBox 18">
            <a:extLst>
              <a:ext uri="{FF2B5EF4-FFF2-40B4-BE49-F238E27FC236}">
                <a16:creationId xmlns:a16="http://schemas.microsoft.com/office/drawing/2014/main" id="{1214ADD2-1773-4F92-44C7-3A15CE7BB40C}"/>
              </a:ext>
            </a:extLst>
          </p:cNvPr>
          <p:cNvSpPr txBox="1"/>
          <p:nvPr/>
        </p:nvSpPr>
        <p:spPr>
          <a:xfrm>
            <a:off x="6987941" y="1668693"/>
            <a:ext cx="1060493" cy="461665"/>
          </a:xfrm>
          <a:prstGeom prst="rect">
            <a:avLst/>
          </a:prstGeom>
          <a:solidFill>
            <a:srgbClr val="CDCDCD"/>
          </a:solidFill>
          <a:ln>
            <a:noFill/>
          </a:ln>
        </p:spPr>
        <p:txBody>
          <a:bodyPr wrap="square" lIns="0" rtlCol="0">
            <a:spAutoFit/>
          </a:bodyPr>
          <a:lstStyle/>
          <a:p>
            <a:r>
              <a:rPr lang="en-US" sz="800" dirty="0"/>
              <a:t>plantings represented as points</a:t>
            </a:r>
          </a:p>
          <a:p>
            <a:r>
              <a:rPr lang="en-US" sz="800" dirty="0">
                <a:solidFill>
                  <a:srgbClr val="C00000"/>
                </a:solidFill>
              </a:rPr>
              <a:t>159</a:t>
            </a:r>
          </a:p>
        </p:txBody>
      </p:sp>
      <p:sp>
        <p:nvSpPr>
          <p:cNvPr id="21" name="TextBox 20">
            <a:extLst>
              <a:ext uri="{FF2B5EF4-FFF2-40B4-BE49-F238E27FC236}">
                <a16:creationId xmlns:a16="http://schemas.microsoft.com/office/drawing/2014/main" id="{972BC3C7-B01B-E3E2-306F-2D831BC47D3B}"/>
              </a:ext>
            </a:extLst>
          </p:cNvPr>
          <p:cNvSpPr txBox="1"/>
          <p:nvPr/>
        </p:nvSpPr>
        <p:spPr>
          <a:xfrm>
            <a:off x="9635159" y="1985505"/>
            <a:ext cx="1154419" cy="461665"/>
          </a:xfrm>
          <a:prstGeom prst="rect">
            <a:avLst/>
          </a:prstGeom>
          <a:solidFill>
            <a:schemeClr val="bg1"/>
          </a:solidFill>
          <a:ln>
            <a:noFill/>
          </a:ln>
        </p:spPr>
        <p:txBody>
          <a:bodyPr wrap="square" lIns="0" rtlCol="0">
            <a:spAutoFit/>
          </a:bodyPr>
          <a:lstStyle/>
          <a:p>
            <a:r>
              <a:rPr lang="en-US" sz="800" dirty="0"/>
              <a:t>planting locations with</a:t>
            </a:r>
          </a:p>
          <a:p>
            <a:r>
              <a:rPr lang="en-US" sz="800" dirty="0"/>
              <a:t>coordinates</a:t>
            </a:r>
          </a:p>
          <a:p>
            <a:endParaRPr lang="en-US" sz="800" dirty="0">
              <a:solidFill>
                <a:srgbClr val="C00000"/>
              </a:solidFill>
            </a:endParaRPr>
          </a:p>
        </p:txBody>
      </p:sp>
      <p:sp>
        <p:nvSpPr>
          <p:cNvPr id="22" name="TextBox 21">
            <a:extLst>
              <a:ext uri="{FF2B5EF4-FFF2-40B4-BE49-F238E27FC236}">
                <a16:creationId xmlns:a16="http://schemas.microsoft.com/office/drawing/2014/main" id="{1D247A57-E1B6-9B0B-8F6B-E131E0CB4748}"/>
              </a:ext>
            </a:extLst>
          </p:cNvPr>
          <p:cNvSpPr txBox="1"/>
          <p:nvPr/>
        </p:nvSpPr>
        <p:spPr>
          <a:xfrm>
            <a:off x="8347166" y="2203518"/>
            <a:ext cx="1001907" cy="461665"/>
          </a:xfrm>
          <a:prstGeom prst="rect">
            <a:avLst/>
          </a:prstGeom>
          <a:solidFill>
            <a:srgbClr val="CDCDCD"/>
          </a:solidFill>
          <a:ln>
            <a:noFill/>
          </a:ln>
        </p:spPr>
        <p:txBody>
          <a:bodyPr wrap="square" lIns="0" rtlCol="0">
            <a:spAutoFit/>
          </a:bodyPr>
          <a:lstStyle/>
          <a:p>
            <a:r>
              <a:rPr lang="en-US" sz="800" dirty="0"/>
              <a:t>plantings with</a:t>
            </a:r>
          </a:p>
          <a:p>
            <a:r>
              <a:rPr lang="en-US" sz="800" dirty="0"/>
              <a:t>coordinates</a:t>
            </a:r>
          </a:p>
          <a:p>
            <a:r>
              <a:rPr lang="en-US" sz="800" dirty="0">
                <a:solidFill>
                  <a:srgbClr val="C00000"/>
                </a:solidFill>
              </a:rPr>
              <a:t>204</a:t>
            </a:r>
          </a:p>
        </p:txBody>
      </p:sp>
      <p:sp>
        <p:nvSpPr>
          <p:cNvPr id="23" name="TextBox 22">
            <a:extLst>
              <a:ext uri="{FF2B5EF4-FFF2-40B4-BE49-F238E27FC236}">
                <a16:creationId xmlns:a16="http://schemas.microsoft.com/office/drawing/2014/main" id="{F4054005-B522-6C17-0561-68EF1063906B}"/>
              </a:ext>
            </a:extLst>
          </p:cNvPr>
          <p:cNvSpPr txBox="1"/>
          <p:nvPr/>
        </p:nvSpPr>
        <p:spPr>
          <a:xfrm>
            <a:off x="4328272" y="1834186"/>
            <a:ext cx="1060493" cy="338554"/>
          </a:xfrm>
          <a:prstGeom prst="rect">
            <a:avLst/>
          </a:prstGeom>
          <a:solidFill>
            <a:srgbClr val="CDCDCD"/>
          </a:solidFill>
          <a:ln>
            <a:noFill/>
          </a:ln>
        </p:spPr>
        <p:txBody>
          <a:bodyPr wrap="square" lIns="0" rtlCol="0">
            <a:spAutoFit/>
          </a:bodyPr>
          <a:lstStyle/>
          <a:p>
            <a:r>
              <a:rPr lang="en-US" sz="800" dirty="0"/>
              <a:t>point plantings </a:t>
            </a:r>
          </a:p>
          <a:p>
            <a:r>
              <a:rPr lang="en-US" sz="800" dirty="0">
                <a:solidFill>
                  <a:srgbClr val="C00000"/>
                </a:solidFill>
              </a:rPr>
              <a:t>168</a:t>
            </a:r>
          </a:p>
        </p:txBody>
      </p:sp>
      <p:sp>
        <p:nvSpPr>
          <p:cNvPr id="24" name="TextBox 23">
            <a:extLst>
              <a:ext uri="{FF2B5EF4-FFF2-40B4-BE49-F238E27FC236}">
                <a16:creationId xmlns:a16="http://schemas.microsoft.com/office/drawing/2014/main" id="{A07D71C0-6478-95C2-434E-C8C14D578D1D}"/>
              </a:ext>
            </a:extLst>
          </p:cNvPr>
          <p:cNvSpPr txBox="1"/>
          <p:nvPr/>
        </p:nvSpPr>
        <p:spPr>
          <a:xfrm>
            <a:off x="2992543" y="1782637"/>
            <a:ext cx="1060493" cy="338554"/>
          </a:xfrm>
          <a:prstGeom prst="rect">
            <a:avLst/>
          </a:prstGeom>
          <a:solidFill>
            <a:srgbClr val="CDCDCD"/>
          </a:solidFill>
          <a:ln>
            <a:noFill/>
          </a:ln>
        </p:spPr>
        <p:txBody>
          <a:bodyPr wrap="square" lIns="0" rtlCol="0">
            <a:spAutoFit/>
          </a:bodyPr>
          <a:lstStyle/>
          <a:p>
            <a:r>
              <a:rPr lang="en-US" sz="800" dirty="0"/>
              <a:t>point  GPS records</a:t>
            </a:r>
          </a:p>
          <a:p>
            <a:r>
              <a:rPr lang="en-US" sz="800" dirty="0">
                <a:solidFill>
                  <a:srgbClr val="C00000"/>
                </a:solidFill>
              </a:rPr>
              <a:t>168</a:t>
            </a:r>
          </a:p>
        </p:txBody>
      </p:sp>
      <p:sp>
        <p:nvSpPr>
          <p:cNvPr id="25" name="TextBox 24">
            <a:extLst>
              <a:ext uri="{FF2B5EF4-FFF2-40B4-BE49-F238E27FC236}">
                <a16:creationId xmlns:a16="http://schemas.microsoft.com/office/drawing/2014/main" id="{A4C45E72-8F99-B1E5-C180-E49562B77EAF}"/>
              </a:ext>
            </a:extLst>
          </p:cNvPr>
          <p:cNvSpPr txBox="1"/>
          <p:nvPr/>
        </p:nvSpPr>
        <p:spPr>
          <a:xfrm>
            <a:off x="1690149" y="3044377"/>
            <a:ext cx="979748" cy="461665"/>
          </a:xfrm>
          <a:prstGeom prst="rect">
            <a:avLst/>
          </a:prstGeom>
          <a:solidFill>
            <a:srgbClr val="CDCDCD"/>
          </a:solidFill>
          <a:ln>
            <a:noFill/>
          </a:ln>
        </p:spPr>
        <p:txBody>
          <a:bodyPr wrap="square" lIns="0" rIns="0" rtlCol="0">
            <a:spAutoFit/>
          </a:bodyPr>
          <a:lstStyle/>
          <a:p>
            <a:r>
              <a:rPr lang="en-US" sz="800" dirty="0"/>
              <a:t>planting GPS</a:t>
            </a:r>
          </a:p>
          <a:p>
            <a:r>
              <a:rPr lang="en-US" sz="800" dirty="0"/>
              <a:t>records</a:t>
            </a:r>
          </a:p>
          <a:p>
            <a:r>
              <a:rPr lang="en-US" sz="800" dirty="0">
                <a:solidFill>
                  <a:srgbClr val="C00000"/>
                </a:solidFill>
              </a:rPr>
              <a:t>288</a:t>
            </a:r>
          </a:p>
        </p:txBody>
      </p:sp>
      <p:sp>
        <p:nvSpPr>
          <p:cNvPr id="28" name="TextBox 27">
            <a:extLst>
              <a:ext uri="{FF2B5EF4-FFF2-40B4-BE49-F238E27FC236}">
                <a16:creationId xmlns:a16="http://schemas.microsoft.com/office/drawing/2014/main" id="{8C8E5CDA-6BA6-632E-9A67-DF99BBD20B33}"/>
              </a:ext>
            </a:extLst>
          </p:cNvPr>
          <p:cNvSpPr txBox="1"/>
          <p:nvPr/>
        </p:nvSpPr>
        <p:spPr>
          <a:xfrm>
            <a:off x="9698533" y="4707620"/>
            <a:ext cx="346222" cy="215444"/>
          </a:xfrm>
          <a:prstGeom prst="rect">
            <a:avLst/>
          </a:prstGeom>
          <a:solidFill>
            <a:schemeClr val="bg1"/>
          </a:solidFill>
          <a:ln>
            <a:noFill/>
          </a:ln>
        </p:spPr>
        <p:txBody>
          <a:bodyPr wrap="square" lIns="0" rtlCol="0">
            <a:spAutoFit/>
          </a:bodyPr>
          <a:lstStyle/>
          <a:p>
            <a:r>
              <a:rPr lang="en-US" sz="800" dirty="0">
                <a:solidFill>
                  <a:srgbClr val="C00000"/>
                </a:solidFill>
              </a:rPr>
              <a:t>13</a:t>
            </a:r>
          </a:p>
        </p:txBody>
      </p:sp>
      <p:cxnSp>
        <p:nvCxnSpPr>
          <p:cNvPr id="36" name="Straight Connector 35">
            <a:extLst>
              <a:ext uri="{FF2B5EF4-FFF2-40B4-BE49-F238E27FC236}">
                <a16:creationId xmlns:a16="http://schemas.microsoft.com/office/drawing/2014/main" id="{91829517-0263-8CA8-B2F8-9B79CB6292D3}"/>
              </a:ext>
            </a:extLst>
          </p:cNvPr>
          <p:cNvCxnSpPr>
            <a:cxnSpLocks/>
          </p:cNvCxnSpPr>
          <p:nvPr/>
        </p:nvCxnSpPr>
        <p:spPr>
          <a:xfrm>
            <a:off x="5139049" y="4019739"/>
            <a:ext cx="749224"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4168204-2691-E128-CBDC-84383371E212}"/>
              </a:ext>
            </a:extLst>
          </p:cNvPr>
          <p:cNvCxnSpPr>
            <a:cxnSpLocks/>
          </p:cNvCxnSpPr>
          <p:nvPr/>
        </p:nvCxnSpPr>
        <p:spPr>
          <a:xfrm>
            <a:off x="5139049" y="5819869"/>
            <a:ext cx="749224"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635AEB7B-4596-306B-B630-DD51CB842583}"/>
              </a:ext>
            </a:extLst>
          </p:cNvPr>
          <p:cNvSpPr txBox="1"/>
          <p:nvPr/>
        </p:nvSpPr>
        <p:spPr>
          <a:xfrm>
            <a:off x="2967654" y="4599900"/>
            <a:ext cx="359783" cy="215439"/>
          </a:xfrm>
          <a:prstGeom prst="rect">
            <a:avLst/>
          </a:prstGeom>
          <a:noFill/>
        </p:spPr>
        <p:txBody>
          <a:bodyPr wrap="square" rtlCol="0">
            <a:spAutoFit/>
          </a:bodyPr>
          <a:lstStyle/>
          <a:p>
            <a:r>
              <a:rPr lang="en-US" sz="800" dirty="0">
                <a:solidFill>
                  <a:srgbClr val="C00000"/>
                </a:solidFill>
              </a:rPr>
              <a:t>60</a:t>
            </a:r>
          </a:p>
        </p:txBody>
      </p:sp>
      <p:sp>
        <p:nvSpPr>
          <p:cNvPr id="42" name="TextBox 41">
            <a:extLst>
              <a:ext uri="{FF2B5EF4-FFF2-40B4-BE49-F238E27FC236}">
                <a16:creationId xmlns:a16="http://schemas.microsoft.com/office/drawing/2014/main" id="{542B2A1E-C2EE-EE35-75BC-09835ACC7E8F}"/>
              </a:ext>
            </a:extLst>
          </p:cNvPr>
          <p:cNvSpPr txBox="1"/>
          <p:nvPr/>
        </p:nvSpPr>
        <p:spPr>
          <a:xfrm>
            <a:off x="2967653" y="5909225"/>
            <a:ext cx="359783" cy="215439"/>
          </a:xfrm>
          <a:prstGeom prst="rect">
            <a:avLst/>
          </a:prstGeom>
          <a:noFill/>
        </p:spPr>
        <p:txBody>
          <a:bodyPr wrap="square" rtlCol="0">
            <a:spAutoFit/>
          </a:bodyPr>
          <a:lstStyle/>
          <a:p>
            <a:r>
              <a:rPr lang="en-US" sz="800" dirty="0">
                <a:solidFill>
                  <a:srgbClr val="C00000"/>
                </a:solidFill>
              </a:rPr>
              <a:t>48</a:t>
            </a:r>
          </a:p>
        </p:txBody>
      </p:sp>
      <p:sp>
        <p:nvSpPr>
          <p:cNvPr id="43" name="TextBox 42">
            <a:extLst>
              <a:ext uri="{FF2B5EF4-FFF2-40B4-BE49-F238E27FC236}">
                <a16:creationId xmlns:a16="http://schemas.microsoft.com/office/drawing/2014/main" id="{8B8D7897-74E2-7976-6B81-C25C7B217551}"/>
              </a:ext>
            </a:extLst>
          </p:cNvPr>
          <p:cNvSpPr txBox="1"/>
          <p:nvPr/>
        </p:nvSpPr>
        <p:spPr>
          <a:xfrm>
            <a:off x="2967652" y="6642561"/>
            <a:ext cx="359783" cy="215439"/>
          </a:xfrm>
          <a:prstGeom prst="rect">
            <a:avLst/>
          </a:prstGeom>
          <a:noFill/>
        </p:spPr>
        <p:txBody>
          <a:bodyPr wrap="square" rtlCol="0">
            <a:spAutoFit/>
          </a:bodyPr>
          <a:lstStyle/>
          <a:p>
            <a:r>
              <a:rPr lang="en-US" sz="800" dirty="0">
                <a:solidFill>
                  <a:srgbClr val="C00000"/>
                </a:solidFill>
              </a:rPr>
              <a:t>12</a:t>
            </a:r>
          </a:p>
        </p:txBody>
      </p:sp>
      <p:sp>
        <p:nvSpPr>
          <p:cNvPr id="44" name="TextBox 43">
            <a:extLst>
              <a:ext uri="{FF2B5EF4-FFF2-40B4-BE49-F238E27FC236}">
                <a16:creationId xmlns:a16="http://schemas.microsoft.com/office/drawing/2014/main" id="{A36FB7A9-1195-2834-C4BE-1D26DCA4D34E}"/>
              </a:ext>
            </a:extLst>
          </p:cNvPr>
          <p:cNvSpPr txBox="1"/>
          <p:nvPr/>
        </p:nvSpPr>
        <p:spPr>
          <a:xfrm>
            <a:off x="5617024" y="4298460"/>
            <a:ext cx="359783" cy="215439"/>
          </a:xfrm>
          <a:prstGeom prst="rect">
            <a:avLst/>
          </a:prstGeom>
          <a:noFill/>
        </p:spPr>
        <p:txBody>
          <a:bodyPr wrap="square" rtlCol="0">
            <a:spAutoFit/>
          </a:bodyPr>
          <a:lstStyle/>
          <a:p>
            <a:r>
              <a:rPr lang="en-US" sz="800" dirty="0">
                <a:solidFill>
                  <a:srgbClr val="C00000"/>
                </a:solidFill>
              </a:rPr>
              <a:t>10</a:t>
            </a:r>
          </a:p>
        </p:txBody>
      </p:sp>
      <p:sp>
        <p:nvSpPr>
          <p:cNvPr id="45" name="TextBox 44">
            <a:extLst>
              <a:ext uri="{FF2B5EF4-FFF2-40B4-BE49-F238E27FC236}">
                <a16:creationId xmlns:a16="http://schemas.microsoft.com/office/drawing/2014/main" id="{0B6D04A2-402E-7BE8-5F72-B3D43A40B8FF}"/>
              </a:ext>
            </a:extLst>
          </p:cNvPr>
          <p:cNvSpPr txBox="1"/>
          <p:nvPr/>
        </p:nvSpPr>
        <p:spPr>
          <a:xfrm>
            <a:off x="5645339" y="4760487"/>
            <a:ext cx="359783" cy="215439"/>
          </a:xfrm>
          <a:prstGeom prst="rect">
            <a:avLst/>
          </a:prstGeom>
          <a:noFill/>
        </p:spPr>
        <p:txBody>
          <a:bodyPr wrap="square" rtlCol="0">
            <a:spAutoFit/>
          </a:bodyPr>
          <a:lstStyle/>
          <a:p>
            <a:r>
              <a:rPr lang="en-US" sz="800" dirty="0">
                <a:solidFill>
                  <a:srgbClr val="C00000"/>
                </a:solidFill>
              </a:rPr>
              <a:t>25</a:t>
            </a:r>
          </a:p>
        </p:txBody>
      </p:sp>
      <p:sp>
        <p:nvSpPr>
          <p:cNvPr id="46" name="TextBox 45">
            <a:extLst>
              <a:ext uri="{FF2B5EF4-FFF2-40B4-BE49-F238E27FC236}">
                <a16:creationId xmlns:a16="http://schemas.microsoft.com/office/drawing/2014/main" id="{5FE5306A-403D-AACD-D6A4-D2DB577A546C}"/>
              </a:ext>
            </a:extLst>
          </p:cNvPr>
          <p:cNvSpPr txBox="1"/>
          <p:nvPr/>
        </p:nvSpPr>
        <p:spPr>
          <a:xfrm>
            <a:off x="5181744" y="5162379"/>
            <a:ext cx="359783" cy="215439"/>
          </a:xfrm>
          <a:prstGeom prst="rect">
            <a:avLst/>
          </a:prstGeom>
          <a:noFill/>
        </p:spPr>
        <p:txBody>
          <a:bodyPr wrap="square" rtlCol="0">
            <a:spAutoFit/>
          </a:bodyPr>
          <a:lstStyle/>
          <a:p>
            <a:r>
              <a:rPr lang="en-US" sz="800" dirty="0">
                <a:solidFill>
                  <a:srgbClr val="C00000"/>
                </a:solidFill>
              </a:rPr>
              <a:t>2</a:t>
            </a:r>
          </a:p>
        </p:txBody>
      </p:sp>
      <p:sp>
        <p:nvSpPr>
          <p:cNvPr id="47" name="TextBox 46">
            <a:extLst>
              <a:ext uri="{FF2B5EF4-FFF2-40B4-BE49-F238E27FC236}">
                <a16:creationId xmlns:a16="http://schemas.microsoft.com/office/drawing/2014/main" id="{F6F3DAE4-E7A7-CF2A-A571-FA981DBDCE25}"/>
              </a:ext>
            </a:extLst>
          </p:cNvPr>
          <p:cNvSpPr txBox="1"/>
          <p:nvPr/>
        </p:nvSpPr>
        <p:spPr>
          <a:xfrm>
            <a:off x="9560421" y="2326630"/>
            <a:ext cx="359783" cy="215439"/>
          </a:xfrm>
          <a:prstGeom prst="rect">
            <a:avLst/>
          </a:prstGeom>
          <a:noFill/>
        </p:spPr>
        <p:txBody>
          <a:bodyPr wrap="square" rtlCol="0">
            <a:spAutoFit/>
          </a:bodyPr>
          <a:lstStyle/>
          <a:p>
            <a:r>
              <a:rPr lang="en-US" sz="800" dirty="0">
                <a:solidFill>
                  <a:srgbClr val="C00000"/>
                </a:solidFill>
              </a:rPr>
              <a:t>160</a:t>
            </a:r>
          </a:p>
        </p:txBody>
      </p:sp>
      <p:sp>
        <p:nvSpPr>
          <p:cNvPr id="48" name="TextBox 47">
            <a:extLst>
              <a:ext uri="{FF2B5EF4-FFF2-40B4-BE49-F238E27FC236}">
                <a16:creationId xmlns:a16="http://schemas.microsoft.com/office/drawing/2014/main" id="{CDBA4DC4-A9E3-B7AA-102B-7DC9052D0BA5}"/>
              </a:ext>
            </a:extLst>
          </p:cNvPr>
          <p:cNvSpPr txBox="1"/>
          <p:nvPr/>
        </p:nvSpPr>
        <p:spPr>
          <a:xfrm>
            <a:off x="5181744" y="5290178"/>
            <a:ext cx="359783" cy="215439"/>
          </a:xfrm>
          <a:prstGeom prst="rect">
            <a:avLst/>
          </a:prstGeom>
          <a:noFill/>
        </p:spPr>
        <p:txBody>
          <a:bodyPr wrap="square" rtlCol="0">
            <a:spAutoFit/>
          </a:bodyPr>
          <a:lstStyle/>
          <a:p>
            <a:r>
              <a:rPr lang="en-US" sz="800" dirty="0">
                <a:solidFill>
                  <a:srgbClr val="C00000"/>
                </a:solidFill>
              </a:rPr>
              <a:t>1</a:t>
            </a:r>
          </a:p>
        </p:txBody>
      </p:sp>
      <p:sp>
        <p:nvSpPr>
          <p:cNvPr id="49" name="TextBox 48">
            <a:extLst>
              <a:ext uri="{FF2B5EF4-FFF2-40B4-BE49-F238E27FC236}">
                <a16:creationId xmlns:a16="http://schemas.microsoft.com/office/drawing/2014/main" id="{2E119186-B23E-732A-259A-240C0522E2B8}"/>
              </a:ext>
            </a:extLst>
          </p:cNvPr>
          <p:cNvSpPr txBox="1"/>
          <p:nvPr/>
        </p:nvSpPr>
        <p:spPr>
          <a:xfrm>
            <a:off x="5181744" y="5470522"/>
            <a:ext cx="359783" cy="215439"/>
          </a:xfrm>
          <a:prstGeom prst="rect">
            <a:avLst/>
          </a:prstGeom>
          <a:noFill/>
        </p:spPr>
        <p:txBody>
          <a:bodyPr wrap="square" rtlCol="0">
            <a:spAutoFit/>
          </a:bodyPr>
          <a:lstStyle/>
          <a:p>
            <a:r>
              <a:rPr lang="en-US" sz="800" dirty="0">
                <a:solidFill>
                  <a:srgbClr val="C00000"/>
                </a:solidFill>
              </a:rPr>
              <a:t>9</a:t>
            </a:r>
          </a:p>
        </p:txBody>
      </p:sp>
      <p:sp>
        <p:nvSpPr>
          <p:cNvPr id="50" name="TextBox 49">
            <a:extLst>
              <a:ext uri="{FF2B5EF4-FFF2-40B4-BE49-F238E27FC236}">
                <a16:creationId xmlns:a16="http://schemas.microsoft.com/office/drawing/2014/main" id="{739A4842-212E-5FEB-0F57-F74F16D77259}"/>
              </a:ext>
            </a:extLst>
          </p:cNvPr>
          <p:cNvSpPr txBox="1"/>
          <p:nvPr/>
        </p:nvSpPr>
        <p:spPr>
          <a:xfrm>
            <a:off x="5682510" y="6073833"/>
            <a:ext cx="359783" cy="215439"/>
          </a:xfrm>
          <a:prstGeom prst="rect">
            <a:avLst/>
          </a:prstGeom>
          <a:noFill/>
        </p:spPr>
        <p:txBody>
          <a:bodyPr wrap="square" rtlCol="0">
            <a:spAutoFit/>
          </a:bodyPr>
          <a:lstStyle/>
          <a:p>
            <a:r>
              <a:rPr lang="en-US" sz="800" dirty="0">
                <a:solidFill>
                  <a:srgbClr val="C00000"/>
                </a:solidFill>
              </a:rPr>
              <a:t>8</a:t>
            </a:r>
          </a:p>
        </p:txBody>
      </p:sp>
      <p:sp>
        <p:nvSpPr>
          <p:cNvPr id="51" name="TextBox 50">
            <a:extLst>
              <a:ext uri="{FF2B5EF4-FFF2-40B4-BE49-F238E27FC236}">
                <a16:creationId xmlns:a16="http://schemas.microsoft.com/office/drawing/2014/main" id="{5B86EBF4-5AE5-2037-E20A-6EE11F8A1726}"/>
              </a:ext>
            </a:extLst>
          </p:cNvPr>
          <p:cNvSpPr txBox="1"/>
          <p:nvPr/>
        </p:nvSpPr>
        <p:spPr>
          <a:xfrm>
            <a:off x="6970043" y="4171020"/>
            <a:ext cx="359783" cy="215439"/>
          </a:xfrm>
          <a:prstGeom prst="rect">
            <a:avLst/>
          </a:prstGeom>
          <a:noFill/>
        </p:spPr>
        <p:txBody>
          <a:bodyPr wrap="square" rtlCol="0">
            <a:spAutoFit/>
          </a:bodyPr>
          <a:lstStyle/>
          <a:p>
            <a:r>
              <a:rPr lang="en-US" sz="800" dirty="0">
                <a:solidFill>
                  <a:srgbClr val="C00000"/>
                </a:solidFill>
              </a:rPr>
              <a:t>27</a:t>
            </a:r>
          </a:p>
        </p:txBody>
      </p:sp>
      <p:sp>
        <p:nvSpPr>
          <p:cNvPr id="52" name="TextBox 51">
            <a:extLst>
              <a:ext uri="{FF2B5EF4-FFF2-40B4-BE49-F238E27FC236}">
                <a16:creationId xmlns:a16="http://schemas.microsoft.com/office/drawing/2014/main" id="{EB617B18-6495-130D-F389-AF5922343FAF}"/>
              </a:ext>
            </a:extLst>
          </p:cNvPr>
          <p:cNvSpPr txBox="1"/>
          <p:nvPr/>
        </p:nvSpPr>
        <p:spPr>
          <a:xfrm>
            <a:off x="6932698" y="4760486"/>
            <a:ext cx="359783" cy="215439"/>
          </a:xfrm>
          <a:prstGeom prst="rect">
            <a:avLst/>
          </a:prstGeom>
          <a:noFill/>
        </p:spPr>
        <p:txBody>
          <a:bodyPr wrap="square" rtlCol="0">
            <a:spAutoFit/>
          </a:bodyPr>
          <a:lstStyle/>
          <a:p>
            <a:r>
              <a:rPr lang="en-US" sz="800" dirty="0">
                <a:solidFill>
                  <a:srgbClr val="C00000"/>
                </a:solidFill>
              </a:rPr>
              <a:t>10</a:t>
            </a:r>
          </a:p>
        </p:txBody>
      </p:sp>
      <p:sp>
        <p:nvSpPr>
          <p:cNvPr id="53" name="TextBox 52">
            <a:extLst>
              <a:ext uri="{FF2B5EF4-FFF2-40B4-BE49-F238E27FC236}">
                <a16:creationId xmlns:a16="http://schemas.microsoft.com/office/drawing/2014/main" id="{8A69C396-DF57-28AE-7A96-5D34B7987002}"/>
              </a:ext>
            </a:extLst>
          </p:cNvPr>
          <p:cNvSpPr txBox="1"/>
          <p:nvPr/>
        </p:nvSpPr>
        <p:spPr>
          <a:xfrm>
            <a:off x="6987941" y="5106955"/>
            <a:ext cx="359783" cy="215439"/>
          </a:xfrm>
          <a:prstGeom prst="rect">
            <a:avLst/>
          </a:prstGeom>
          <a:noFill/>
        </p:spPr>
        <p:txBody>
          <a:bodyPr wrap="square" rtlCol="0">
            <a:spAutoFit/>
          </a:bodyPr>
          <a:lstStyle/>
          <a:p>
            <a:r>
              <a:rPr lang="en-US" sz="800" dirty="0">
                <a:solidFill>
                  <a:srgbClr val="C00000"/>
                </a:solidFill>
              </a:rPr>
              <a:t>8</a:t>
            </a:r>
          </a:p>
        </p:txBody>
      </p:sp>
    </p:spTree>
    <p:extLst>
      <p:ext uri="{BB962C8B-B14F-4D97-AF65-F5344CB8AC3E}">
        <p14:creationId xmlns:p14="http://schemas.microsoft.com/office/powerpoint/2010/main" val="1080191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FD3B72E-A0CF-C12E-CCB3-DDE47599EC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2859" y="-32570"/>
            <a:ext cx="6673204" cy="6858000"/>
          </a:xfrm>
          <a:prstGeom prst="rect">
            <a:avLst/>
          </a:prstGeom>
        </p:spPr>
      </p:pic>
      <p:grpSp>
        <p:nvGrpSpPr>
          <p:cNvPr id="5" name="Group 4">
            <a:extLst>
              <a:ext uri="{FF2B5EF4-FFF2-40B4-BE49-F238E27FC236}">
                <a16:creationId xmlns:a16="http://schemas.microsoft.com/office/drawing/2014/main" id="{56E16673-F28C-0B69-1AF6-6F353353535B}"/>
              </a:ext>
            </a:extLst>
          </p:cNvPr>
          <p:cNvGrpSpPr/>
          <p:nvPr/>
        </p:nvGrpSpPr>
        <p:grpSpPr>
          <a:xfrm>
            <a:off x="2646650" y="2574828"/>
            <a:ext cx="851243" cy="862614"/>
            <a:chOff x="956986" y="763233"/>
            <a:chExt cx="622998" cy="603780"/>
          </a:xfrm>
        </p:grpSpPr>
        <p:pic>
          <p:nvPicPr>
            <p:cNvPr id="6" name="Picture 5" descr="Enhance your Excel spreadsheets with tables, images and ...">
              <a:extLst>
                <a:ext uri="{FF2B5EF4-FFF2-40B4-BE49-F238E27FC236}">
                  <a16:creationId xmlns:a16="http://schemas.microsoft.com/office/drawing/2014/main" id="{020ABBAB-61DF-B4F2-5F89-CE4002624B63}"/>
                </a:ext>
              </a:extLst>
            </p:cNvPr>
            <p:cNvPicPr>
              <a:picLocks noChangeAspect="1"/>
            </p:cNvPicPr>
            <p:nvPr/>
          </p:nvPicPr>
          <p:blipFill>
            <a:blip r:embed="rId3"/>
            <a:srcRect l="23763" t="26580" r="24314" b="25618"/>
            <a:stretch>
              <a:fillRect/>
            </a:stretch>
          </p:blipFill>
          <p:spPr>
            <a:xfrm>
              <a:off x="1025836" y="763233"/>
              <a:ext cx="388383" cy="357559"/>
            </a:xfrm>
            <a:prstGeom prst="rect">
              <a:avLst/>
            </a:prstGeom>
          </p:spPr>
        </p:pic>
        <p:sp>
          <p:nvSpPr>
            <p:cNvPr id="7" name="TextBox 6">
              <a:extLst>
                <a:ext uri="{FF2B5EF4-FFF2-40B4-BE49-F238E27FC236}">
                  <a16:creationId xmlns:a16="http://schemas.microsoft.com/office/drawing/2014/main" id="{657ABFCD-4CDB-0CEC-2CEC-8D3A1954888A}"/>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sp>
        <p:nvSpPr>
          <p:cNvPr id="8" name="Left Bracket 7">
            <a:extLst>
              <a:ext uri="{FF2B5EF4-FFF2-40B4-BE49-F238E27FC236}">
                <a16:creationId xmlns:a16="http://schemas.microsoft.com/office/drawing/2014/main" id="{CD94B28A-B451-90B8-4E52-48DEA3B784D6}"/>
              </a:ext>
            </a:extLst>
          </p:cNvPr>
          <p:cNvSpPr/>
          <p:nvPr/>
        </p:nvSpPr>
        <p:spPr>
          <a:xfrm>
            <a:off x="4430716" y="246707"/>
            <a:ext cx="108642" cy="6364586"/>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AF042EAC-9DAB-B183-96F5-A5C07330F904}"/>
              </a:ext>
            </a:extLst>
          </p:cNvPr>
          <p:cNvSpPr txBox="1"/>
          <p:nvPr/>
        </p:nvSpPr>
        <p:spPr>
          <a:xfrm>
            <a:off x="6797243" y="6180385"/>
            <a:ext cx="959667" cy="276999"/>
          </a:xfrm>
          <a:prstGeom prst="rect">
            <a:avLst/>
          </a:prstGeom>
          <a:noFill/>
        </p:spPr>
        <p:txBody>
          <a:bodyPr wrap="square" rtlCol="0">
            <a:spAutoFit/>
          </a:bodyPr>
          <a:lstStyle/>
          <a:p>
            <a:r>
              <a:rPr lang="en-US" sz="1200" dirty="0">
                <a:solidFill>
                  <a:srgbClr val="C00000"/>
                </a:solidFill>
              </a:rPr>
              <a:t>[299, 38]</a:t>
            </a:r>
          </a:p>
        </p:txBody>
      </p:sp>
      <p:sp>
        <p:nvSpPr>
          <p:cNvPr id="9" name="TextBox 8">
            <a:extLst>
              <a:ext uri="{FF2B5EF4-FFF2-40B4-BE49-F238E27FC236}">
                <a16:creationId xmlns:a16="http://schemas.microsoft.com/office/drawing/2014/main" id="{F113ED1F-CFE4-8C96-6CD0-C1D19C63C844}"/>
              </a:ext>
            </a:extLst>
          </p:cNvPr>
          <p:cNvSpPr txBox="1"/>
          <p:nvPr/>
        </p:nvSpPr>
        <p:spPr>
          <a:xfrm>
            <a:off x="7731659" y="2113870"/>
            <a:ext cx="712207" cy="276999"/>
          </a:xfrm>
          <a:prstGeom prst="rect">
            <a:avLst/>
          </a:prstGeom>
          <a:noFill/>
        </p:spPr>
        <p:txBody>
          <a:bodyPr wrap="square" rtlCol="0">
            <a:spAutoFit/>
          </a:bodyPr>
          <a:lstStyle/>
          <a:p>
            <a:r>
              <a:rPr lang="en-US" sz="1200" dirty="0">
                <a:solidFill>
                  <a:srgbClr val="C00000"/>
                </a:solidFill>
              </a:rPr>
              <a:t>[24, 10]</a:t>
            </a:r>
          </a:p>
        </p:txBody>
      </p:sp>
      <p:sp>
        <p:nvSpPr>
          <p:cNvPr id="11" name="TextBox 10">
            <a:extLst>
              <a:ext uri="{FF2B5EF4-FFF2-40B4-BE49-F238E27FC236}">
                <a16:creationId xmlns:a16="http://schemas.microsoft.com/office/drawing/2014/main" id="{1692025A-5A58-DC79-FAC3-4CB203A3A602}"/>
              </a:ext>
            </a:extLst>
          </p:cNvPr>
          <p:cNvSpPr txBox="1"/>
          <p:nvPr/>
        </p:nvSpPr>
        <p:spPr>
          <a:xfrm>
            <a:off x="9776234" y="3437442"/>
            <a:ext cx="879695" cy="276999"/>
          </a:xfrm>
          <a:prstGeom prst="rect">
            <a:avLst/>
          </a:prstGeom>
          <a:noFill/>
        </p:spPr>
        <p:txBody>
          <a:bodyPr wrap="square" rtlCol="0">
            <a:spAutoFit/>
          </a:bodyPr>
          <a:lstStyle/>
          <a:p>
            <a:r>
              <a:rPr lang="en-US" sz="1200" dirty="0">
                <a:solidFill>
                  <a:srgbClr val="C00000"/>
                </a:solidFill>
              </a:rPr>
              <a:t>[629, 18]</a:t>
            </a:r>
          </a:p>
        </p:txBody>
      </p:sp>
    </p:spTree>
    <p:extLst>
      <p:ext uri="{BB962C8B-B14F-4D97-AF65-F5344CB8AC3E}">
        <p14:creationId xmlns:p14="http://schemas.microsoft.com/office/powerpoint/2010/main" val="838302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A52C0AB-D9FA-E600-6424-10C96A8681C1}"/>
              </a:ext>
            </a:extLst>
          </p:cNvPr>
          <p:cNvSpPr txBox="1"/>
          <p:nvPr/>
        </p:nvSpPr>
        <p:spPr>
          <a:xfrm>
            <a:off x="86107" y="742384"/>
            <a:ext cx="1647729" cy="1354217"/>
          </a:xfrm>
          <a:prstGeom prst="rect">
            <a:avLst/>
          </a:prstGeom>
          <a:noFill/>
        </p:spPr>
        <p:txBody>
          <a:bodyPr wrap="square" rtlCol="0">
            <a:spAutoFit/>
          </a:bodyPr>
          <a:lstStyle/>
          <a:p>
            <a:r>
              <a:rPr lang="en-US" dirty="0"/>
              <a:t>Relational</a:t>
            </a:r>
          </a:p>
          <a:p>
            <a:r>
              <a:rPr lang="en-US" dirty="0"/>
              <a:t>Database</a:t>
            </a:r>
          </a:p>
          <a:p>
            <a:endParaRPr lang="en-US" dirty="0"/>
          </a:p>
          <a:p>
            <a:r>
              <a:rPr lang="en-US" sz="1400" dirty="0">
                <a:solidFill>
                  <a:schemeClr val="tx1">
                    <a:lumMod val="50000"/>
                    <a:lumOff val="50000"/>
                  </a:schemeClr>
                </a:solidFill>
              </a:rPr>
              <a:t>Entity-relationship (ER) Diagram</a:t>
            </a:r>
          </a:p>
        </p:txBody>
      </p:sp>
      <p:pic>
        <p:nvPicPr>
          <p:cNvPr id="3" name="Picture 2">
            <a:extLst>
              <a:ext uri="{FF2B5EF4-FFF2-40B4-BE49-F238E27FC236}">
                <a16:creationId xmlns:a16="http://schemas.microsoft.com/office/drawing/2014/main" id="{25AC8D09-9800-E593-F48B-25EC7FF335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943" y="0"/>
            <a:ext cx="10372057" cy="6858000"/>
          </a:xfrm>
          <a:prstGeom prst="rect">
            <a:avLst/>
          </a:prstGeom>
        </p:spPr>
      </p:pic>
    </p:spTree>
    <p:extLst>
      <p:ext uri="{BB962C8B-B14F-4D97-AF65-F5344CB8AC3E}">
        <p14:creationId xmlns:p14="http://schemas.microsoft.com/office/powerpoint/2010/main" val="2867469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1260A-4643-3DBE-23EE-CC619DF3E45E}"/>
              </a:ext>
            </a:extLst>
          </p:cNvPr>
          <p:cNvSpPr/>
          <p:nvPr/>
        </p:nvSpPr>
        <p:spPr>
          <a:xfrm>
            <a:off x="933128" y="1753403"/>
            <a:ext cx="190831"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68EAF3-6E44-3B77-3035-DF336B6461A4}"/>
              </a:ext>
            </a:extLst>
          </p:cNvPr>
          <p:cNvSpPr/>
          <p:nvPr/>
        </p:nvSpPr>
        <p:spPr>
          <a:xfrm>
            <a:off x="2695332" y="1801380"/>
            <a:ext cx="190831" cy="149047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1C0C62-C104-C006-9AAE-F5E514B5C605}"/>
              </a:ext>
            </a:extLst>
          </p:cNvPr>
          <p:cNvSpPr txBox="1"/>
          <p:nvPr/>
        </p:nvSpPr>
        <p:spPr>
          <a:xfrm>
            <a:off x="1193699" y="2172502"/>
            <a:ext cx="1154419" cy="492443"/>
          </a:xfrm>
          <a:prstGeom prst="rect">
            <a:avLst/>
          </a:prstGeom>
          <a:noFill/>
          <a:ln>
            <a:noFill/>
          </a:ln>
        </p:spPr>
        <p:txBody>
          <a:bodyPr wrap="square" lIns="0" rtlCol="0">
            <a:spAutoFit/>
          </a:bodyPr>
          <a:lstStyle/>
          <a:p>
            <a:r>
              <a:rPr lang="en-US" sz="800" dirty="0"/>
              <a:t>planting locations with</a:t>
            </a:r>
          </a:p>
          <a:p>
            <a:r>
              <a:rPr lang="en-US" sz="800" dirty="0"/>
              <a:t>coordinates</a:t>
            </a:r>
          </a:p>
          <a:p>
            <a:r>
              <a:rPr lang="en-US" sz="1000" dirty="0">
                <a:solidFill>
                  <a:srgbClr val="C00000"/>
                </a:solidFill>
              </a:rPr>
              <a:t>160</a:t>
            </a:r>
          </a:p>
        </p:txBody>
      </p:sp>
      <p:sp>
        <p:nvSpPr>
          <p:cNvPr id="5" name="TextBox 4">
            <a:extLst>
              <a:ext uri="{FF2B5EF4-FFF2-40B4-BE49-F238E27FC236}">
                <a16:creationId xmlns:a16="http://schemas.microsoft.com/office/drawing/2014/main" id="{2F96AC05-9E3E-DB42-D41F-EFBB08092BB5}"/>
              </a:ext>
            </a:extLst>
          </p:cNvPr>
          <p:cNvSpPr txBox="1"/>
          <p:nvPr/>
        </p:nvSpPr>
        <p:spPr>
          <a:xfrm>
            <a:off x="2968165" y="1801380"/>
            <a:ext cx="1154419" cy="492443"/>
          </a:xfrm>
          <a:prstGeom prst="rect">
            <a:avLst/>
          </a:prstGeom>
          <a:noFill/>
          <a:ln>
            <a:noFill/>
          </a:ln>
        </p:spPr>
        <p:txBody>
          <a:bodyPr wrap="square" lIns="0" rtlCol="0">
            <a:spAutoFit/>
          </a:bodyPr>
          <a:lstStyle/>
          <a:p>
            <a:r>
              <a:rPr lang="en-US" sz="800" dirty="0"/>
              <a:t>planting locations </a:t>
            </a:r>
          </a:p>
          <a:p>
            <a:r>
              <a:rPr lang="en-US" sz="800" dirty="0"/>
              <a:t>one elevation </a:t>
            </a:r>
          </a:p>
          <a:p>
            <a:r>
              <a:rPr lang="en-US" sz="1000" dirty="0">
                <a:solidFill>
                  <a:srgbClr val="C00000"/>
                </a:solidFill>
              </a:rPr>
              <a:t>130</a:t>
            </a:r>
          </a:p>
        </p:txBody>
      </p:sp>
      <p:sp>
        <p:nvSpPr>
          <p:cNvPr id="6" name="Rectangle 5">
            <a:extLst>
              <a:ext uri="{FF2B5EF4-FFF2-40B4-BE49-F238E27FC236}">
                <a16:creationId xmlns:a16="http://schemas.microsoft.com/office/drawing/2014/main" id="{3B246F87-B561-21D8-77EE-F54510DDEE03}"/>
              </a:ext>
            </a:extLst>
          </p:cNvPr>
          <p:cNvSpPr/>
          <p:nvPr/>
        </p:nvSpPr>
        <p:spPr>
          <a:xfrm>
            <a:off x="2695332" y="3473825"/>
            <a:ext cx="192024" cy="12801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F45376D-A261-7C81-C33D-CA48C8766101}"/>
              </a:ext>
            </a:extLst>
          </p:cNvPr>
          <p:cNvSpPr txBox="1"/>
          <p:nvPr/>
        </p:nvSpPr>
        <p:spPr>
          <a:xfrm>
            <a:off x="2968163" y="3321638"/>
            <a:ext cx="1154419" cy="492443"/>
          </a:xfrm>
          <a:prstGeom prst="rect">
            <a:avLst/>
          </a:prstGeom>
          <a:noFill/>
          <a:ln>
            <a:noFill/>
          </a:ln>
        </p:spPr>
        <p:txBody>
          <a:bodyPr wrap="square" lIns="0" rtlCol="0">
            <a:spAutoFit/>
          </a:bodyPr>
          <a:lstStyle/>
          <a:p>
            <a:r>
              <a:rPr lang="en-US" sz="800" dirty="0"/>
              <a:t>planting locations </a:t>
            </a:r>
          </a:p>
          <a:p>
            <a:r>
              <a:rPr lang="en-US" sz="800" dirty="0"/>
              <a:t>multiple elevations </a:t>
            </a:r>
          </a:p>
          <a:p>
            <a:r>
              <a:rPr lang="en-US" sz="1000" dirty="0">
                <a:solidFill>
                  <a:srgbClr val="C00000"/>
                </a:solidFill>
              </a:rPr>
              <a:t>11</a:t>
            </a:r>
          </a:p>
        </p:txBody>
      </p:sp>
      <p:sp>
        <p:nvSpPr>
          <p:cNvPr id="9" name="Rectangle 8">
            <a:extLst>
              <a:ext uri="{FF2B5EF4-FFF2-40B4-BE49-F238E27FC236}">
                <a16:creationId xmlns:a16="http://schemas.microsoft.com/office/drawing/2014/main" id="{E0CE7953-330E-2114-FD94-19078918818B}"/>
              </a:ext>
            </a:extLst>
          </p:cNvPr>
          <p:cNvSpPr/>
          <p:nvPr/>
        </p:nvSpPr>
        <p:spPr>
          <a:xfrm>
            <a:off x="2695332" y="3831791"/>
            <a:ext cx="192024" cy="21945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6CB3BA-453C-3F80-80F9-5D6418ACA9DC}"/>
              </a:ext>
            </a:extLst>
          </p:cNvPr>
          <p:cNvSpPr txBox="1"/>
          <p:nvPr/>
        </p:nvSpPr>
        <p:spPr>
          <a:xfrm>
            <a:off x="2968164" y="3783243"/>
            <a:ext cx="1154419" cy="492443"/>
          </a:xfrm>
          <a:prstGeom prst="rect">
            <a:avLst/>
          </a:prstGeom>
          <a:noFill/>
          <a:ln>
            <a:noFill/>
          </a:ln>
        </p:spPr>
        <p:txBody>
          <a:bodyPr wrap="square" lIns="0" rtlCol="0">
            <a:spAutoFit/>
          </a:bodyPr>
          <a:lstStyle/>
          <a:p>
            <a:r>
              <a:rPr lang="en-US" sz="800" dirty="0"/>
              <a:t>planting locations </a:t>
            </a:r>
          </a:p>
          <a:p>
            <a:r>
              <a:rPr lang="en-US" sz="800" dirty="0"/>
              <a:t>elevation is NA</a:t>
            </a:r>
          </a:p>
          <a:p>
            <a:r>
              <a:rPr lang="en-US" sz="1000" dirty="0">
                <a:solidFill>
                  <a:srgbClr val="C00000"/>
                </a:solidFill>
              </a:rPr>
              <a:t>19</a:t>
            </a:r>
          </a:p>
        </p:txBody>
      </p:sp>
      <p:sp>
        <p:nvSpPr>
          <p:cNvPr id="11" name="Right Arrow 10">
            <a:extLst>
              <a:ext uri="{FF2B5EF4-FFF2-40B4-BE49-F238E27FC236}">
                <a16:creationId xmlns:a16="http://schemas.microsoft.com/office/drawing/2014/main" id="{FFB3E4DB-727B-FA67-797F-58E77A9817FF}"/>
              </a:ext>
            </a:extLst>
          </p:cNvPr>
          <p:cNvSpPr/>
          <p:nvPr/>
        </p:nvSpPr>
        <p:spPr>
          <a:xfrm>
            <a:off x="1770908" y="2664945"/>
            <a:ext cx="577210" cy="512465"/>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3C45B0B-353C-0F8F-7856-80F852E7F70F}"/>
              </a:ext>
            </a:extLst>
          </p:cNvPr>
          <p:cNvSpPr txBox="1"/>
          <p:nvPr/>
        </p:nvSpPr>
        <p:spPr>
          <a:xfrm>
            <a:off x="1770908" y="687338"/>
            <a:ext cx="1587731" cy="369332"/>
          </a:xfrm>
          <a:prstGeom prst="rect">
            <a:avLst/>
          </a:prstGeom>
          <a:noFill/>
        </p:spPr>
        <p:txBody>
          <a:bodyPr wrap="square" rtlCol="0">
            <a:spAutoFit/>
          </a:bodyPr>
          <a:lstStyle/>
          <a:p>
            <a:pPr algn="ctr"/>
            <a:r>
              <a:rPr lang="en-US" dirty="0"/>
              <a:t>Elevation</a:t>
            </a:r>
          </a:p>
        </p:txBody>
      </p:sp>
      <p:grpSp>
        <p:nvGrpSpPr>
          <p:cNvPr id="8" name="Group 7">
            <a:extLst>
              <a:ext uri="{FF2B5EF4-FFF2-40B4-BE49-F238E27FC236}">
                <a16:creationId xmlns:a16="http://schemas.microsoft.com/office/drawing/2014/main" id="{27ADEC77-C9FA-2563-95A9-5101FF414903}"/>
              </a:ext>
            </a:extLst>
          </p:cNvPr>
          <p:cNvGrpSpPr/>
          <p:nvPr/>
        </p:nvGrpSpPr>
        <p:grpSpPr>
          <a:xfrm>
            <a:off x="8285865" y="920423"/>
            <a:ext cx="1236421" cy="4351734"/>
            <a:chOff x="6276981" y="697493"/>
            <a:chExt cx="1236421" cy="4351734"/>
          </a:xfrm>
        </p:grpSpPr>
        <p:sp>
          <p:nvSpPr>
            <p:cNvPr id="13" name="Rectangle 12">
              <a:extLst>
                <a:ext uri="{FF2B5EF4-FFF2-40B4-BE49-F238E27FC236}">
                  <a16:creationId xmlns:a16="http://schemas.microsoft.com/office/drawing/2014/main" id="{289B1E57-7C10-F521-9D40-B2BF673C4611}"/>
                </a:ext>
              </a:extLst>
            </p:cNvPr>
            <p:cNvSpPr/>
            <p:nvPr/>
          </p:nvSpPr>
          <p:spPr>
            <a:xfrm>
              <a:off x="6276981" y="697493"/>
              <a:ext cx="197791" cy="43517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DDC45BF-A7E6-18BE-7CD1-3C21362976BF}"/>
                </a:ext>
              </a:extLst>
            </p:cNvPr>
            <p:cNvSpPr txBox="1"/>
            <p:nvPr/>
          </p:nvSpPr>
          <p:spPr>
            <a:xfrm>
              <a:off x="6511495" y="2062990"/>
              <a:ext cx="1001907" cy="461665"/>
            </a:xfrm>
            <a:prstGeom prst="rect">
              <a:avLst/>
            </a:prstGeom>
            <a:noFill/>
            <a:ln>
              <a:noFill/>
            </a:ln>
          </p:spPr>
          <p:txBody>
            <a:bodyPr wrap="square" lIns="0" rtlCol="0">
              <a:spAutoFit/>
            </a:bodyPr>
            <a:lstStyle/>
            <a:p>
              <a:r>
                <a:rPr lang="en-US" sz="800" dirty="0"/>
                <a:t>plantings with</a:t>
              </a:r>
            </a:p>
            <a:p>
              <a:r>
                <a:rPr lang="en-US" sz="800" dirty="0"/>
                <a:t>coordinates</a:t>
              </a:r>
            </a:p>
            <a:p>
              <a:r>
                <a:rPr lang="en-US" sz="800" dirty="0">
                  <a:solidFill>
                    <a:srgbClr val="C00000"/>
                  </a:solidFill>
                </a:rPr>
                <a:t>204</a:t>
              </a:r>
            </a:p>
          </p:txBody>
        </p:sp>
      </p:grpSp>
      <p:grpSp>
        <p:nvGrpSpPr>
          <p:cNvPr id="28" name="Group 27">
            <a:extLst>
              <a:ext uri="{FF2B5EF4-FFF2-40B4-BE49-F238E27FC236}">
                <a16:creationId xmlns:a16="http://schemas.microsoft.com/office/drawing/2014/main" id="{50E2C8C4-3315-B2A2-E838-4167F67AA090}"/>
              </a:ext>
            </a:extLst>
          </p:cNvPr>
          <p:cNvGrpSpPr/>
          <p:nvPr/>
        </p:nvGrpSpPr>
        <p:grpSpPr>
          <a:xfrm>
            <a:off x="9186071" y="1257610"/>
            <a:ext cx="1105593" cy="5051266"/>
            <a:chOff x="7730797" y="1326106"/>
            <a:chExt cx="1105593" cy="5051266"/>
          </a:xfrm>
        </p:grpSpPr>
        <p:sp>
          <p:nvSpPr>
            <p:cNvPr id="15" name="TextBox 14">
              <a:extLst>
                <a:ext uri="{FF2B5EF4-FFF2-40B4-BE49-F238E27FC236}">
                  <a16:creationId xmlns:a16="http://schemas.microsoft.com/office/drawing/2014/main" id="{586BB7C5-A8DD-2C03-C718-AF104043BBC9}"/>
                </a:ext>
              </a:extLst>
            </p:cNvPr>
            <p:cNvSpPr txBox="1"/>
            <p:nvPr/>
          </p:nvSpPr>
          <p:spPr>
            <a:xfrm>
              <a:off x="7730797" y="5361709"/>
              <a:ext cx="1105593" cy="1015663"/>
            </a:xfrm>
            <a:prstGeom prst="rect">
              <a:avLst/>
            </a:prstGeom>
            <a:noFill/>
          </p:spPr>
          <p:txBody>
            <a:bodyPr wrap="square" rtlCol="0">
              <a:spAutoFit/>
            </a:bodyPr>
            <a:lstStyle/>
            <a:p>
              <a:r>
                <a:rPr lang="en-US" sz="1200" dirty="0"/>
                <a:t>planting relationships </a:t>
              </a:r>
              <a:r>
                <a:rPr lang="en-US" sz="1200" b="1" i="1" dirty="0"/>
                <a:t>within</a:t>
              </a:r>
              <a:r>
                <a:rPr lang="en-US" sz="1200" dirty="0"/>
                <a:t> a planting occasion</a:t>
              </a:r>
            </a:p>
          </p:txBody>
        </p:sp>
        <p:grpSp>
          <p:nvGrpSpPr>
            <p:cNvPr id="23" name="Group 22">
              <a:extLst>
                <a:ext uri="{FF2B5EF4-FFF2-40B4-BE49-F238E27FC236}">
                  <a16:creationId xmlns:a16="http://schemas.microsoft.com/office/drawing/2014/main" id="{6E18580E-0AF4-60AF-43F5-37EED632B0AB}"/>
                </a:ext>
              </a:extLst>
            </p:cNvPr>
            <p:cNvGrpSpPr/>
            <p:nvPr/>
          </p:nvGrpSpPr>
          <p:grpSpPr>
            <a:xfrm>
              <a:off x="7940290" y="1326106"/>
              <a:ext cx="857274" cy="3492592"/>
              <a:chOff x="7940290" y="1326106"/>
              <a:chExt cx="857274" cy="3492592"/>
            </a:xfrm>
          </p:grpSpPr>
          <p:sp>
            <p:nvSpPr>
              <p:cNvPr id="17" name="Rectangle 16">
                <a:extLst>
                  <a:ext uri="{FF2B5EF4-FFF2-40B4-BE49-F238E27FC236}">
                    <a16:creationId xmlns:a16="http://schemas.microsoft.com/office/drawing/2014/main" id="{B9EF3BA6-EC3F-3095-5DB7-38D074830AB6}"/>
                  </a:ext>
                </a:extLst>
              </p:cNvPr>
              <p:cNvSpPr/>
              <p:nvPr/>
            </p:nvSpPr>
            <p:spPr>
              <a:xfrm>
                <a:off x="7953607" y="4666389"/>
                <a:ext cx="169964" cy="1114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2E1DF7C-7355-68C2-8DF5-7808B59BD173}"/>
                  </a:ext>
                </a:extLst>
              </p:cNvPr>
              <p:cNvSpPr/>
              <p:nvPr/>
            </p:nvSpPr>
            <p:spPr>
              <a:xfrm>
                <a:off x="7940290" y="1326106"/>
                <a:ext cx="196598" cy="2015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6810E00-98AF-8E02-6D92-328A1E4693E1}"/>
                  </a:ext>
                </a:extLst>
              </p:cNvPr>
              <p:cNvSpPr/>
              <p:nvPr/>
            </p:nvSpPr>
            <p:spPr>
              <a:xfrm>
                <a:off x="7940290" y="3830206"/>
                <a:ext cx="196598" cy="445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17C1080-4E98-6562-5955-B2289F331152}"/>
                  </a:ext>
                </a:extLst>
              </p:cNvPr>
              <p:cNvSpPr txBox="1"/>
              <p:nvPr/>
            </p:nvSpPr>
            <p:spPr>
              <a:xfrm>
                <a:off x="8198533" y="1702771"/>
                <a:ext cx="396476" cy="215444"/>
              </a:xfrm>
              <a:prstGeom prst="rect">
                <a:avLst/>
              </a:prstGeom>
              <a:noFill/>
              <a:ln>
                <a:noFill/>
              </a:ln>
            </p:spPr>
            <p:txBody>
              <a:bodyPr wrap="square" lIns="0" rtlCol="0">
                <a:spAutoFit/>
              </a:bodyPr>
              <a:lstStyle/>
              <a:p>
                <a:r>
                  <a:rPr lang="en-US" sz="800" dirty="0"/>
                  <a:t>single</a:t>
                </a:r>
              </a:p>
            </p:txBody>
          </p:sp>
          <p:sp>
            <p:nvSpPr>
              <p:cNvPr id="21" name="TextBox 20">
                <a:extLst>
                  <a:ext uri="{FF2B5EF4-FFF2-40B4-BE49-F238E27FC236}">
                    <a16:creationId xmlns:a16="http://schemas.microsoft.com/office/drawing/2014/main" id="{C48AD32E-FD86-7BFD-661E-BD9B9F0A7560}"/>
                  </a:ext>
                </a:extLst>
              </p:cNvPr>
              <p:cNvSpPr txBox="1"/>
              <p:nvPr/>
            </p:nvSpPr>
            <p:spPr>
              <a:xfrm>
                <a:off x="8159274" y="4603254"/>
                <a:ext cx="625327" cy="215444"/>
              </a:xfrm>
              <a:prstGeom prst="rect">
                <a:avLst/>
              </a:prstGeom>
              <a:noFill/>
              <a:ln>
                <a:noFill/>
              </a:ln>
            </p:spPr>
            <p:txBody>
              <a:bodyPr wrap="square" lIns="0" rtlCol="0">
                <a:spAutoFit/>
              </a:bodyPr>
              <a:lstStyle/>
              <a:p>
                <a:r>
                  <a:rPr lang="en-US" sz="800" dirty="0"/>
                  <a:t>replicates</a:t>
                </a:r>
              </a:p>
            </p:txBody>
          </p:sp>
          <p:sp>
            <p:nvSpPr>
              <p:cNvPr id="22" name="TextBox 21">
                <a:extLst>
                  <a:ext uri="{FF2B5EF4-FFF2-40B4-BE49-F238E27FC236}">
                    <a16:creationId xmlns:a16="http://schemas.microsoft.com/office/drawing/2014/main" id="{C7328D69-FC36-64DE-EAA4-0C81BD0526DD}"/>
                  </a:ext>
                </a:extLst>
              </p:cNvPr>
              <p:cNvSpPr txBox="1"/>
              <p:nvPr/>
            </p:nvSpPr>
            <p:spPr>
              <a:xfrm>
                <a:off x="8172237" y="3944781"/>
                <a:ext cx="625327" cy="215444"/>
              </a:xfrm>
              <a:prstGeom prst="rect">
                <a:avLst/>
              </a:prstGeom>
              <a:noFill/>
              <a:ln>
                <a:noFill/>
              </a:ln>
            </p:spPr>
            <p:txBody>
              <a:bodyPr wrap="square" lIns="0" rtlCol="0">
                <a:spAutoFit/>
              </a:bodyPr>
              <a:lstStyle/>
              <a:p>
                <a:r>
                  <a:rPr lang="en-US" sz="800" dirty="0"/>
                  <a:t>collocated</a:t>
                </a:r>
              </a:p>
            </p:txBody>
          </p:sp>
        </p:grpSp>
      </p:grpSp>
      <p:grpSp>
        <p:nvGrpSpPr>
          <p:cNvPr id="30" name="Group 29">
            <a:extLst>
              <a:ext uri="{FF2B5EF4-FFF2-40B4-BE49-F238E27FC236}">
                <a16:creationId xmlns:a16="http://schemas.microsoft.com/office/drawing/2014/main" id="{BEE08E63-1902-7C15-4820-29CC64C5AE8C}"/>
              </a:ext>
            </a:extLst>
          </p:cNvPr>
          <p:cNvGrpSpPr/>
          <p:nvPr/>
        </p:nvGrpSpPr>
        <p:grpSpPr>
          <a:xfrm>
            <a:off x="10445504" y="1257609"/>
            <a:ext cx="1105593" cy="5051267"/>
            <a:chOff x="9687098" y="1326106"/>
            <a:chExt cx="1105593" cy="5051267"/>
          </a:xfrm>
        </p:grpSpPr>
        <p:sp>
          <p:nvSpPr>
            <p:cNvPr id="16" name="TextBox 15">
              <a:extLst>
                <a:ext uri="{FF2B5EF4-FFF2-40B4-BE49-F238E27FC236}">
                  <a16:creationId xmlns:a16="http://schemas.microsoft.com/office/drawing/2014/main" id="{FD0DF34F-F397-821A-4F5A-3AC73A58B555}"/>
                </a:ext>
              </a:extLst>
            </p:cNvPr>
            <p:cNvSpPr txBox="1"/>
            <p:nvPr/>
          </p:nvSpPr>
          <p:spPr>
            <a:xfrm>
              <a:off x="9687098" y="5361710"/>
              <a:ext cx="1105593" cy="1015663"/>
            </a:xfrm>
            <a:prstGeom prst="rect">
              <a:avLst/>
            </a:prstGeom>
            <a:noFill/>
          </p:spPr>
          <p:txBody>
            <a:bodyPr wrap="square" rtlCol="0">
              <a:spAutoFit/>
            </a:bodyPr>
            <a:lstStyle/>
            <a:p>
              <a:r>
                <a:rPr lang="en-US" sz="1200" dirty="0"/>
                <a:t>planting relationships </a:t>
              </a:r>
              <a:r>
                <a:rPr lang="en-US" sz="1200" b="1" i="1" dirty="0"/>
                <a:t>across</a:t>
              </a:r>
              <a:r>
                <a:rPr lang="en-US" sz="1200" dirty="0"/>
                <a:t> planting occasions</a:t>
              </a:r>
            </a:p>
          </p:txBody>
        </p:sp>
        <p:grpSp>
          <p:nvGrpSpPr>
            <p:cNvPr id="29" name="Group 28">
              <a:extLst>
                <a:ext uri="{FF2B5EF4-FFF2-40B4-BE49-F238E27FC236}">
                  <a16:creationId xmlns:a16="http://schemas.microsoft.com/office/drawing/2014/main" id="{DF3F0123-E24D-E2BC-96AD-2CB4655E3ED9}"/>
                </a:ext>
              </a:extLst>
            </p:cNvPr>
            <p:cNvGrpSpPr/>
            <p:nvPr/>
          </p:nvGrpSpPr>
          <p:grpSpPr>
            <a:xfrm>
              <a:off x="9776382" y="1326106"/>
              <a:ext cx="656359" cy="3396016"/>
              <a:chOff x="9776382" y="1326106"/>
              <a:chExt cx="656359" cy="3396016"/>
            </a:xfrm>
          </p:grpSpPr>
          <p:sp>
            <p:nvSpPr>
              <p:cNvPr id="24" name="Rectangle 23">
                <a:extLst>
                  <a:ext uri="{FF2B5EF4-FFF2-40B4-BE49-F238E27FC236}">
                    <a16:creationId xmlns:a16="http://schemas.microsoft.com/office/drawing/2014/main" id="{088A62A4-EA43-0665-F171-4087C5AA3F81}"/>
                  </a:ext>
                </a:extLst>
              </p:cNvPr>
              <p:cNvSpPr/>
              <p:nvPr/>
            </p:nvSpPr>
            <p:spPr>
              <a:xfrm>
                <a:off x="9776382" y="1326106"/>
                <a:ext cx="196598" cy="2597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1367041-1F87-DF00-D702-F3FB9C83C3CE}"/>
                  </a:ext>
                </a:extLst>
              </p:cNvPr>
              <p:cNvSpPr/>
              <p:nvPr/>
            </p:nvSpPr>
            <p:spPr>
              <a:xfrm>
                <a:off x="9777574" y="4337692"/>
                <a:ext cx="196598" cy="3844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316CD9B-D25E-23E1-90A6-A8F04E4DEC29}"/>
                  </a:ext>
                </a:extLst>
              </p:cNvPr>
              <p:cNvSpPr txBox="1"/>
              <p:nvPr/>
            </p:nvSpPr>
            <p:spPr>
              <a:xfrm>
                <a:off x="10036265" y="1702771"/>
                <a:ext cx="396476" cy="215444"/>
              </a:xfrm>
              <a:prstGeom prst="rect">
                <a:avLst/>
              </a:prstGeom>
              <a:noFill/>
              <a:ln>
                <a:noFill/>
              </a:ln>
            </p:spPr>
            <p:txBody>
              <a:bodyPr wrap="square" lIns="0" rtlCol="0">
                <a:spAutoFit/>
              </a:bodyPr>
              <a:lstStyle/>
              <a:p>
                <a:r>
                  <a:rPr lang="en-US" sz="800" dirty="0"/>
                  <a:t>initial</a:t>
                </a:r>
              </a:p>
            </p:txBody>
          </p:sp>
          <p:sp>
            <p:nvSpPr>
              <p:cNvPr id="27" name="TextBox 26">
                <a:extLst>
                  <a:ext uri="{FF2B5EF4-FFF2-40B4-BE49-F238E27FC236}">
                    <a16:creationId xmlns:a16="http://schemas.microsoft.com/office/drawing/2014/main" id="{2D25CB82-6004-8D85-A05A-B9326FD5A904}"/>
                  </a:ext>
                </a:extLst>
              </p:cNvPr>
              <p:cNvSpPr txBox="1"/>
              <p:nvPr/>
            </p:nvSpPr>
            <p:spPr>
              <a:xfrm>
                <a:off x="10005205" y="4422185"/>
                <a:ext cx="427536" cy="215444"/>
              </a:xfrm>
              <a:prstGeom prst="rect">
                <a:avLst/>
              </a:prstGeom>
              <a:noFill/>
              <a:ln>
                <a:noFill/>
              </a:ln>
            </p:spPr>
            <p:txBody>
              <a:bodyPr wrap="square" lIns="0" rtlCol="0">
                <a:spAutoFit/>
              </a:bodyPr>
              <a:lstStyle/>
              <a:p>
                <a:r>
                  <a:rPr lang="en-US" sz="800" dirty="0"/>
                  <a:t>repeat</a:t>
                </a:r>
              </a:p>
            </p:txBody>
          </p:sp>
        </p:grpSp>
      </p:grpSp>
      <p:sp>
        <p:nvSpPr>
          <p:cNvPr id="31" name="TextBox 30">
            <a:extLst>
              <a:ext uri="{FF2B5EF4-FFF2-40B4-BE49-F238E27FC236}">
                <a16:creationId xmlns:a16="http://schemas.microsoft.com/office/drawing/2014/main" id="{C1579EA5-C65F-50D5-12CD-89C6C777B55D}"/>
              </a:ext>
            </a:extLst>
          </p:cNvPr>
          <p:cNvSpPr txBox="1"/>
          <p:nvPr/>
        </p:nvSpPr>
        <p:spPr>
          <a:xfrm>
            <a:off x="7729436" y="304423"/>
            <a:ext cx="3560235" cy="553998"/>
          </a:xfrm>
          <a:prstGeom prst="rect">
            <a:avLst/>
          </a:prstGeom>
          <a:noFill/>
        </p:spPr>
        <p:txBody>
          <a:bodyPr wrap="square" rtlCol="0">
            <a:spAutoFit/>
          </a:bodyPr>
          <a:lstStyle/>
          <a:p>
            <a:pPr algn="ctr"/>
            <a:r>
              <a:rPr lang="en-US" dirty="0"/>
              <a:t>Planting Relationships</a:t>
            </a:r>
          </a:p>
          <a:p>
            <a:pPr algn="ctr"/>
            <a:r>
              <a:rPr lang="en-US" sz="1200" dirty="0">
                <a:solidFill>
                  <a:schemeClr val="tx1">
                    <a:lumMod val="50000"/>
                    <a:lumOff val="50000"/>
                  </a:schemeClr>
                </a:solidFill>
              </a:rPr>
              <a:t>Not captured in attributes / counts not determined</a:t>
            </a:r>
          </a:p>
        </p:txBody>
      </p:sp>
      <p:pic>
        <p:nvPicPr>
          <p:cNvPr id="32" name="Picture 31">
            <a:extLst>
              <a:ext uri="{FF2B5EF4-FFF2-40B4-BE49-F238E27FC236}">
                <a16:creationId xmlns:a16="http://schemas.microsoft.com/office/drawing/2014/main" id="{44A6A421-F46D-F22F-F7E2-8B4889E272EB}"/>
              </a:ext>
            </a:extLst>
          </p:cNvPr>
          <p:cNvPicPr>
            <a:picLocks noChangeAspect="1"/>
          </p:cNvPicPr>
          <p:nvPr/>
        </p:nvPicPr>
        <p:blipFill>
          <a:blip r:embed="rId2"/>
          <a:stretch>
            <a:fillRect/>
          </a:stretch>
        </p:blipFill>
        <p:spPr>
          <a:xfrm>
            <a:off x="4203389" y="1601686"/>
            <a:ext cx="1404238" cy="2967446"/>
          </a:xfrm>
          <a:prstGeom prst="rect">
            <a:avLst/>
          </a:prstGeom>
        </p:spPr>
      </p:pic>
    </p:spTree>
    <p:extLst>
      <p:ext uri="{BB962C8B-B14F-4D97-AF65-F5344CB8AC3E}">
        <p14:creationId xmlns:p14="http://schemas.microsoft.com/office/powerpoint/2010/main" val="415998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FD1A11-0FCB-C803-1291-AABF588568A5}"/>
              </a:ext>
            </a:extLst>
          </p:cNvPr>
          <p:cNvSpPr/>
          <p:nvPr/>
        </p:nvSpPr>
        <p:spPr>
          <a:xfrm>
            <a:off x="419187" y="595471"/>
            <a:ext cx="199176" cy="5486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BD75B74-85F0-03F8-95F7-B3850948CF27}"/>
              </a:ext>
            </a:extLst>
          </p:cNvPr>
          <p:cNvSpPr txBox="1"/>
          <p:nvPr/>
        </p:nvSpPr>
        <p:spPr>
          <a:xfrm>
            <a:off x="683501" y="1541077"/>
            <a:ext cx="942704" cy="369332"/>
          </a:xfrm>
          <a:prstGeom prst="rect">
            <a:avLst/>
          </a:prstGeom>
          <a:noFill/>
          <a:ln>
            <a:noFill/>
          </a:ln>
        </p:spPr>
        <p:txBody>
          <a:bodyPr wrap="square" lIns="0" rtlCol="0">
            <a:spAutoFit/>
          </a:bodyPr>
          <a:lstStyle/>
          <a:p>
            <a:r>
              <a:rPr lang="en-US" sz="800" dirty="0"/>
              <a:t>Monitoring records</a:t>
            </a:r>
          </a:p>
          <a:p>
            <a:r>
              <a:rPr lang="en-US" sz="1000" dirty="0">
                <a:solidFill>
                  <a:srgbClr val="C00000"/>
                </a:solidFill>
              </a:rPr>
              <a:t>629</a:t>
            </a:r>
          </a:p>
        </p:txBody>
      </p:sp>
      <p:sp>
        <p:nvSpPr>
          <p:cNvPr id="6" name="Rectangle 5">
            <a:extLst>
              <a:ext uri="{FF2B5EF4-FFF2-40B4-BE49-F238E27FC236}">
                <a16:creationId xmlns:a16="http://schemas.microsoft.com/office/drawing/2014/main" id="{E5B31858-3C2A-5C9C-6C61-79D546AD6903}"/>
              </a:ext>
            </a:extLst>
          </p:cNvPr>
          <p:cNvSpPr/>
          <p:nvPr/>
        </p:nvSpPr>
        <p:spPr>
          <a:xfrm>
            <a:off x="1806954" y="554021"/>
            <a:ext cx="199176" cy="5458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C0B6EB0-1DD4-891A-3A27-0ACED3EFB36F}"/>
              </a:ext>
            </a:extLst>
          </p:cNvPr>
          <p:cNvSpPr txBox="1"/>
          <p:nvPr/>
        </p:nvSpPr>
        <p:spPr>
          <a:xfrm>
            <a:off x="2078618" y="1686928"/>
            <a:ext cx="1154419" cy="492443"/>
          </a:xfrm>
          <a:prstGeom prst="rect">
            <a:avLst/>
          </a:prstGeom>
          <a:noFill/>
          <a:ln>
            <a:noFill/>
          </a:ln>
        </p:spPr>
        <p:txBody>
          <a:bodyPr wrap="square" lIns="0" rtlCol="0">
            <a:spAutoFit/>
          </a:bodyPr>
          <a:lstStyle/>
          <a:p>
            <a:r>
              <a:rPr lang="en-US" sz="800" dirty="0"/>
              <a:t>Monitoring records</a:t>
            </a:r>
          </a:p>
          <a:p>
            <a:r>
              <a:rPr lang="en-US" sz="800" dirty="0"/>
              <a:t>Matched with a planting</a:t>
            </a:r>
          </a:p>
          <a:p>
            <a:r>
              <a:rPr lang="en-US" sz="1000" dirty="0">
                <a:solidFill>
                  <a:srgbClr val="C00000"/>
                </a:solidFill>
              </a:rPr>
              <a:t>626</a:t>
            </a:r>
          </a:p>
        </p:txBody>
      </p:sp>
      <p:sp>
        <p:nvSpPr>
          <p:cNvPr id="10" name="Rectangle 9">
            <a:extLst>
              <a:ext uri="{FF2B5EF4-FFF2-40B4-BE49-F238E27FC236}">
                <a16:creationId xmlns:a16="http://schemas.microsoft.com/office/drawing/2014/main" id="{1F2A6037-C995-6885-FA1C-2BAEDB2F01BC}"/>
              </a:ext>
            </a:extLst>
          </p:cNvPr>
          <p:cNvSpPr/>
          <p:nvPr/>
        </p:nvSpPr>
        <p:spPr>
          <a:xfrm>
            <a:off x="1804566" y="6205315"/>
            <a:ext cx="199176" cy="274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A2CDCA2-3217-592A-D749-6E5EE324418F}"/>
              </a:ext>
            </a:extLst>
          </p:cNvPr>
          <p:cNvSpPr txBox="1"/>
          <p:nvPr/>
        </p:nvSpPr>
        <p:spPr>
          <a:xfrm>
            <a:off x="2034720" y="6181256"/>
            <a:ext cx="1154419" cy="615553"/>
          </a:xfrm>
          <a:prstGeom prst="rect">
            <a:avLst/>
          </a:prstGeom>
          <a:noFill/>
          <a:ln>
            <a:noFill/>
          </a:ln>
        </p:spPr>
        <p:txBody>
          <a:bodyPr wrap="square" lIns="0" rtlCol="0">
            <a:spAutoFit/>
          </a:bodyPr>
          <a:lstStyle/>
          <a:p>
            <a:r>
              <a:rPr lang="en-US" sz="800" dirty="0"/>
              <a:t>Monitoring records</a:t>
            </a:r>
          </a:p>
          <a:p>
            <a:r>
              <a:rPr lang="en-US" sz="800" dirty="0"/>
              <a:t>NOT Matched with a planting</a:t>
            </a:r>
          </a:p>
          <a:p>
            <a:r>
              <a:rPr lang="en-US" sz="1000" dirty="0">
                <a:solidFill>
                  <a:srgbClr val="C00000"/>
                </a:solidFill>
              </a:rPr>
              <a:t>3</a:t>
            </a:r>
          </a:p>
        </p:txBody>
      </p:sp>
      <p:sp>
        <p:nvSpPr>
          <p:cNvPr id="14" name="Rectangle 13">
            <a:extLst>
              <a:ext uri="{FF2B5EF4-FFF2-40B4-BE49-F238E27FC236}">
                <a16:creationId xmlns:a16="http://schemas.microsoft.com/office/drawing/2014/main" id="{32926D3B-1C4D-ABBC-F032-A0DE80DFF93F}"/>
              </a:ext>
            </a:extLst>
          </p:cNvPr>
          <p:cNvSpPr/>
          <p:nvPr/>
        </p:nvSpPr>
        <p:spPr>
          <a:xfrm>
            <a:off x="9134120" y="1134582"/>
            <a:ext cx="199176" cy="198424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2392389-590E-1669-81A2-2B7DE98EC688}"/>
              </a:ext>
            </a:extLst>
          </p:cNvPr>
          <p:cNvSpPr txBox="1"/>
          <p:nvPr/>
        </p:nvSpPr>
        <p:spPr>
          <a:xfrm>
            <a:off x="9418851" y="1588210"/>
            <a:ext cx="562069" cy="369332"/>
          </a:xfrm>
          <a:prstGeom prst="rect">
            <a:avLst/>
          </a:prstGeom>
          <a:noFill/>
          <a:ln>
            <a:noFill/>
          </a:ln>
        </p:spPr>
        <p:txBody>
          <a:bodyPr wrap="square" lIns="0" rtlCol="0">
            <a:spAutoFit/>
          </a:bodyPr>
          <a:lstStyle/>
          <a:p>
            <a:r>
              <a:rPr lang="en-US" sz="800" dirty="0"/>
              <a:t>Plantings</a:t>
            </a:r>
          </a:p>
          <a:p>
            <a:r>
              <a:rPr lang="en-US" sz="1000" dirty="0">
                <a:solidFill>
                  <a:srgbClr val="C00000"/>
                </a:solidFill>
              </a:rPr>
              <a:t>227</a:t>
            </a:r>
          </a:p>
        </p:txBody>
      </p:sp>
      <p:sp>
        <p:nvSpPr>
          <p:cNvPr id="18" name="Rectangle 17">
            <a:extLst>
              <a:ext uri="{FF2B5EF4-FFF2-40B4-BE49-F238E27FC236}">
                <a16:creationId xmlns:a16="http://schemas.microsoft.com/office/drawing/2014/main" id="{EC487AC0-6484-B1D7-9621-E0ED8FA09D73}"/>
              </a:ext>
            </a:extLst>
          </p:cNvPr>
          <p:cNvSpPr/>
          <p:nvPr/>
        </p:nvSpPr>
        <p:spPr>
          <a:xfrm>
            <a:off x="10118190" y="2780502"/>
            <a:ext cx="199176" cy="39319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B2AB0E8-6883-F230-29C3-2C4B7CB5F834}"/>
              </a:ext>
            </a:extLst>
          </p:cNvPr>
          <p:cNvSpPr/>
          <p:nvPr/>
        </p:nvSpPr>
        <p:spPr>
          <a:xfrm>
            <a:off x="10131841" y="987458"/>
            <a:ext cx="199176" cy="159105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F370DF8-8DF2-28B5-4916-DFF161762419}"/>
              </a:ext>
            </a:extLst>
          </p:cNvPr>
          <p:cNvSpPr txBox="1"/>
          <p:nvPr/>
        </p:nvSpPr>
        <p:spPr>
          <a:xfrm>
            <a:off x="10415922" y="2730876"/>
            <a:ext cx="1029289" cy="492443"/>
          </a:xfrm>
          <a:prstGeom prst="rect">
            <a:avLst/>
          </a:prstGeom>
          <a:noFill/>
          <a:ln>
            <a:noFill/>
          </a:ln>
        </p:spPr>
        <p:txBody>
          <a:bodyPr wrap="square" lIns="0" rtlCol="0">
            <a:spAutoFit/>
          </a:bodyPr>
          <a:lstStyle/>
          <a:p>
            <a:r>
              <a:rPr lang="en-US" sz="800" dirty="0"/>
              <a:t>Plantings </a:t>
            </a:r>
          </a:p>
          <a:p>
            <a:r>
              <a:rPr lang="en-US" sz="800" dirty="0"/>
              <a:t>No Monitoring data</a:t>
            </a:r>
          </a:p>
          <a:p>
            <a:r>
              <a:rPr lang="en-US" sz="1000" dirty="0">
                <a:solidFill>
                  <a:srgbClr val="C00000"/>
                </a:solidFill>
              </a:rPr>
              <a:t>45</a:t>
            </a:r>
          </a:p>
        </p:txBody>
      </p:sp>
      <p:sp>
        <p:nvSpPr>
          <p:cNvPr id="24" name="TextBox 23">
            <a:extLst>
              <a:ext uri="{FF2B5EF4-FFF2-40B4-BE49-F238E27FC236}">
                <a16:creationId xmlns:a16="http://schemas.microsoft.com/office/drawing/2014/main" id="{ED2D8EA7-870D-DD4A-E80C-ADA65F6024E7}"/>
              </a:ext>
            </a:extLst>
          </p:cNvPr>
          <p:cNvSpPr txBox="1"/>
          <p:nvPr/>
        </p:nvSpPr>
        <p:spPr>
          <a:xfrm>
            <a:off x="10415922" y="1134582"/>
            <a:ext cx="1029289" cy="492443"/>
          </a:xfrm>
          <a:prstGeom prst="rect">
            <a:avLst/>
          </a:prstGeom>
          <a:noFill/>
          <a:ln>
            <a:noFill/>
          </a:ln>
        </p:spPr>
        <p:txBody>
          <a:bodyPr wrap="square" lIns="0" rtlCol="0">
            <a:spAutoFit/>
          </a:bodyPr>
          <a:lstStyle/>
          <a:p>
            <a:r>
              <a:rPr lang="en-US" sz="800" dirty="0"/>
              <a:t>Plantings </a:t>
            </a:r>
          </a:p>
          <a:p>
            <a:r>
              <a:rPr lang="en-US" sz="800" dirty="0"/>
              <a:t>With Monitoring data</a:t>
            </a:r>
          </a:p>
          <a:p>
            <a:r>
              <a:rPr lang="en-US" sz="1000" dirty="0">
                <a:solidFill>
                  <a:srgbClr val="C00000"/>
                </a:solidFill>
              </a:rPr>
              <a:t>182</a:t>
            </a:r>
          </a:p>
        </p:txBody>
      </p:sp>
      <p:sp>
        <p:nvSpPr>
          <p:cNvPr id="5" name="TextBox 4">
            <a:extLst>
              <a:ext uri="{FF2B5EF4-FFF2-40B4-BE49-F238E27FC236}">
                <a16:creationId xmlns:a16="http://schemas.microsoft.com/office/drawing/2014/main" id="{8582BA12-D70F-9F65-0617-7C5E72429A9B}"/>
              </a:ext>
            </a:extLst>
          </p:cNvPr>
          <p:cNvSpPr txBox="1"/>
          <p:nvPr/>
        </p:nvSpPr>
        <p:spPr>
          <a:xfrm>
            <a:off x="5564752" y="5438310"/>
            <a:ext cx="3854936" cy="1354217"/>
          </a:xfrm>
          <a:prstGeom prst="rect">
            <a:avLst/>
          </a:prstGeom>
          <a:noFill/>
        </p:spPr>
        <p:txBody>
          <a:bodyPr wrap="square" rtlCol="0">
            <a:spAutoFit/>
          </a:bodyPr>
          <a:lstStyle/>
          <a:p>
            <a:r>
              <a:rPr lang="en-US" sz="1000" dirty="0">
                <a:solidFill>
                  <a:srgbClr val="C00000"/>
                </a:solidFill>
                <a:effectLst>
                  <a:glow rad="127000">
                    <a:schemeClr val="bg1"/>
                  </a:glow>
                </a:effectLst>
              </a:rPr>
              <a:t>Planting attributes in Monitoring table matching Planting table</a:t>
            </a:r>
          </a:p>
          <a:p>
            <a:pPr marL="227013"/>
            <a:r>
              <a:rPr lang="en-US" sz="900" dirty="0" err="1">
                <a:solidFill>
                  <a:srgbClr val="C00000"/>
                </a:solidFill>
                <a:effectLst>
                  <a:glow rad="127000">
                    <a:schemeClr val="bg1"/>
                  </a:glow>
                </a:effectLst>
              </a:rPr>
              <a:t>Planting_data</a:t>
            </a:r>
            <a:r>
              <a:rPr lang="en-US" sz="900" dirty="0">
                <a:solidFill>
                  <a:srgbClr val="C00000"/>
                </a:solidFill>
                <a:effectLst>
                  <a:glow rad="127000">
                    <a:schemeClr val="bg1"/>
                  </a:glow>
                </a:effectLst>
              </a:rPr>
              <a:t>:  96% matching</a:t>
            </a:r>
          </a:p>
          <a:p>
            <a:pPr marL="227013"/>
            <a:r>
              <a:rPr lang="en-US" sz="900" dirty="0" err="1">
                <a:solidFill>
                  <a:srgbClr val="C00000"/>
                </a:solidFill>
                <a:effectLst>
                  <a:glow rad="127000">
                    <a:schemeClr val="bg1"/>
                  </a:glow>
                </a:effectLst>
              </a:rPr>
              <a:t>Planting_area</a:t>
            </a:r>
            <a:r>
              <a:rPr lang="en-US" sz="900" dirty="0">
                <a:solidFill>
                  <a:srgbClr val="C00000"/>
                </a:solidFill>
                <a:effectLst>
                  <a:glow rad="127000">
                    <a:schemeClr val="bg1"/>
                  </a:glow>
                </a:effectLst>
              </a:rPr>
              <a:t>:  49% matching</a:t>
            </a:r>
          </a:p>
          <a:p>
            <a:pPr marL="227013"/>
            <a:r>
              <a:rPr lang="en-US" sz="900" dirty="0" err="1">
                <a:solidFill>
                  <a:srgbClr val="C00000"/>
                </a:solidFill>
                <a:effectLst>
                  <a:glow rad="127000">
                    <a:schemeClr val="bg1"/>
                  </a:glow>
                </a:effectLst>
              </a:rPr>
              <a:t>Number_shoots</a:t>
            </a:r>
            <a:r>
              <a:rPr lang="en-US" sz="900" dirty="0">
                <a:solidFill>
                  <a:srgbClr val="C00000"/>
                </a:solidFill>
                <a:effectLst>
                  <a:glow rad="127000">
                    <a:schemeClr val="bg1"/>
                  </a:glow>
                </a:effectLst>
              </a:rPr>
              <a:t>:  92% matching</a:t>
            </a:r>
          </a:p>
          <a:p>
            <a:pPr marL="227013"/>
            <a:r>
              <a:rPr lang="en-US" sz="900" dirty="0">
                <a:solidFill>
                  <a:srgbClr val="C00000"/>
                </a:solidFill>
                <a:effectLst>
                  <a:glow rad="127000">
                    <a:schemeClr val="bg1"/>
                  </a:glow>
                </a:effectLst>
              </a:rPr>
              <a:t>Planting method:  96% matching</a:t>
            </a:r>
          </a:p>
          <a:p>
            <a:pPr marL="227013"/>
            <a:endParaRPr lang="en-US" sz="900" dirty="0">
              <a:solidFill>
                <a:srgbClr val="C00000"/>
              </a:solidFill>
              <a:effectLst>
                <a:glow rad="127000">
                  <a:schemeClr val="bg1"/>
                </a:glow>
              </a:effectLst>
            </a:endParaRPr>
          </a:p>
          <a:p>
            <a:r>
              <a:rPr lang="en-US" sz="900" dirty="0">
                <a:solidFill>
                  <a:srgbClr val="C00000"/>
                </a:solidFill>
                <a:effectLst>
                  <a:glow rad="127000">
                    <a:schemeClr val="bg1"/>
                  </a:glow>
                </a:effectLst>
              </a:rPr>
              <a:t>Recalculate </a:t>
            </a:r>
            <a:r>
              <a:rPr lang="en-US" sz="900" dirty="0" err="1">
                <a:solidFill>
                  <a:srgbClr val="C00000"/>
                </a:solidFill>
                <a:effectLst>
                  <a:glow rad="127000">
                    <a:schemeClr val="bg1"/>
                  </a:glow>
                </a:effectLst>
              </a:rPr>
              <a:t>days_since_planting</a:t>
            </a:r>
            <a:r>
              <a:rPr lang="en-US" sz="900" dirty="0">
                <a:solidFill>
                  <a:srgbClr val="C00000"/>
                </a:solidFill>
                <a:effectLst>
                  <a:glow rad="127000">
                    <a:schemeClr val="bg1"/>
                  </a:glow>
                </a:effectLst>
              </a:rPr>
              <a:t> using </a:t>
            </a:r>
            <a:r>
              <a:rPr lang="en-US" sz="900" dirty="0" err="1">
                <a:solidFill>
                  <a:srgbClr val="C00000"/>
                </a:solidFill>
                <a:effectLst>
                  <a:glow rad="127000">
                    <a:schemeClr val="bg1"/>
                  </a:glow>
                </a:effectLst>
              </a:rPr>
              <a:t>planting_date</a:t>
            </a:r>
            <a:r>
              <a:rPr lang="en-US" sz="900" dirty="0">
                <a:solidFill>
                  <a:srgbClr val="C00000"/>
                </a:solidFill>
                <a:effectLst>
                  <a:glow rad="127000">
                    <a:schemeClr val="bg1"/>
                  </a:glow>
                </a:effectLst>
              </a:rPr>
              <a:t> from plantings table</a:t>
            </a:r>
          </a:p>
          <a:p>
            <a:endParaRPr lang="en-US" sz="900" dirty="0">
              <a:solidFill>
                <a:srgbClr val="C00000"/>
              </a:solidFill>
              <a:effectLst>
                <a:glow rad="127000">
                  <a:schemeClr val="bg1"/>
                </a:glow>
              </a:effectLst>
            </a:endParaRPr>
          </a:p>
          <a:p>
            <a:r>
              <a:rPr lang="en-US" sz="900" dirty="0">
                <a:solidFill>
                  <a:srgbClr val="C00000"/>
                </a:solidFill>
                <a:effectLst>
                  <a:glow rad="127000">
                    <a:schemeClr val="bg1"/>
                  </a:glow>
                </a:effectLst>
              </a:rPr>
              <a:t>15 monitoring records missing </a:t>
            </a:r>
            <a:r>
              <a:rPr lang="en-US" sz="900" dirty="0" err="1">
                <a:solidFill>
                  <a:srgbClr val="C00000"/>
                </a:solidFill>
                <a:effectLst>
                  <a:glow rad="127000">
                    <a:schemeClr val="bg1"/>
                  </a:glow>
                </a:effectLst>
              </a:rPr>
              <a:t>monitoring_date</a:t>
            </a:r>
            <a:endParaRPr lang="en-US" sz="1000" dirty="0">
              <a:solidFill>
                <a:srgbClr val="C00000"/>
              </a:solidFill>
              <a:effectLst>
                <a:glow rad="127000">
                  <a:schemeClr val="bg1"/>
                </a:glow>
              </a:effectLst>
            </a:endParaRPr>
          </a:p>
        </p:txBody>
      </p:sp>
      <p:sp>
        <p:nvSpPr>
          <p:cNvPr id="9" name="Rectangle 8">
            <a:extLst>
              <a:ext uri="{FF2B5EF4-FFF2-40B4-BE49-F238E27FC236}">
                <a16:creationId xmlns:a16="http://schemas.microsoft.com/office/drawing/2014/main" id="{A5262951-75D3-54D7-F16C-587B0D96528E}"/>
              </a:ext>
            </a:extLst>
          </p:cNvPr>
          <p:cNvSpPr/>
          <p:nvPr/>
        </p:nvSpPr>
        <p:spPr>
          <a:xfrm>
            <a:off x="3429450" y="514536"/>
            <a:ext cx="199176" cy="4014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5B7751-5828-852C-204C-7E2ADC0B493E}"/>
              </a:ext>
            </a:extLst>
          </p:cNvPr>
          <p:cNvSpPr/>
          <p:nvPr/>
        </p:nvSpPr>
        <p:spPr>
          <a:xfrm>
            <a:off x="3430190" y="4670866"/>
            <a:ext cx="197697" cy="10234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90A4F6E-5CE3-6859-9415-2C7D1AC78138}"/>
              </a:ext>
            </a:extLst>
          </p:cNvPr>
          <p:cNvSpPr/>
          <p:nvPr/>
        </p:nvSpPr>
        <p:spPr>
          <a:xfrm>
            <a:off x="3430190" y="5911468"/>
            <a:ext cx="197697" cy="182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4F6F454-EAF4-C564-088B-E9A22B86F933}"/>
              </a:ext>
            </a:extLst>
          </p:cNvPr>
          <p:cNvSpPr/>
          <p:nvPr/>
        </p:nvSpPr>
        <p:spPr>
          <a:xfrm>
            <a:off x="3430190" y="6196373"/>
            <a:ext cx="197697" cy="164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7886108-BBF5-EE5F-B143-40479455CAEF}"/>
              </a:ext>
            </a:extLst>
          </p:cNvPr>
          <p:cNvSpPr txBox="1"/>
          <p:nvPr/>
        </p:nvSpPr>
        <p:spPr>
          <a:xfrm>
            <a:off x="3724498" y="1099184"/>
            <a:ext cx="1154419" cy="492443"/>
          </a:xfrm>
          <a:prstGeom prst="rect">
            <a:avLst/>
          </a:prstGeom>
          <a:noFill/>
          <a:ln>
            <a:noFill/>
          </a:ln>
        </p:spPr>
        <p:txBody>
          <a:bodyPr wrap="square" lIns="0" rtlCol="0">
            <a:spAutoFit/>
          </a:bodyPr>
          <a:lstStyle/>
          <a:p>
            <a:r>
              <a:rPr lang="en-US" sz="800" dirty="0" err="1"/>
              <a:t>Veg_presence</a:t>
            </a:r>
            <a:endParaRPr lang="en-US" sz="800" dirty="0"/>
          </a:p>
          <a:p>
            <a:r>
              <a:rPr lang="en-US" sz="800" dirty="0"/>
              <a:t>“present”</a:t>
            </a:r>
          </a:p>
          <a:p>
            <a:r>
              <a:rPr lang="en-US" sz="1000" dirty="0">
                <a:solidFill>
                  <a:srgbClr val="C00000"/>
                </a:solidFill>
              </a:rPr>
              <a:t>460</a:t>
            </a:r>
          </a:p>
        </p:txBody>
      </p:sp>
      <p:sp>
        <p:nvSpPr>
          <p:cNvPr id="27" name="TextBox 26">
            <a:extLst>
              <a:ext uri="{FF2B5EF4-FFF2-40B4-BE49-F238E27FC236}">
                <a16:creationId xmlns:a16="http://schemas.microsoft.com/office/drawing/2014/main" id="{38F30D4D-5801-B88A-E432-26ABB4A52312}"/>
              </a:ext>
            </a:extLst>
          </p:cNvPr>
          <p:cNvSpPr txBox="1"/>
          <p:nvPr/>
        </p:nvSpPr>
        <p:spPr>
          <a:xfrm>
            <a:off x="3749250" y="4690143"/>
            <a:ext cx="1154419" cy="492443"/>
          </a:xfrm>
          <a:prstGeom prst="rect">
            <a:avLst/>
          </a:prstGeom>
          <a:noFill/>
          <a:ln>
            <a:noFill/>
          </a:ln>
        </p:spPr>
        <p:txBody>
          <a:bodyPr wrap="square" lIns="0" rtlCol="0">
            <a:spAutoFit/>
          </a:bodyPr>
          <a:lstStyle/>
          <a:p>
            <a:r>
              <a:rPr lang="en-US" sz="800" dirty="0" err="1"/>
              <a:t>Veg_presence</a:t>
            </a:r>
            <a:endParaRPr lang="en-US" sz="800" dirty="0"/>
          </a:p>
          <a:p>
            <a:r>
              <a:rPr lang="en-US" sz="800" dirty="0"/>
              <a:t>“absent”</a:t>
            </a:r>
          </a:p>
          <a:p>
            <a:r>
              <a:rPr lang="en-US" sz="1000" dirty="0">
                <a:solidFill>
                  <a:srgbClr val="C00000"/>
                </a:solidFill>
              </a:rPr>
              <a:t>145</a:t>
            </a:r>
          </a:p>
        </p:txBody>
      </p:sp>
      <p:sp>
        <p:nvSpPr>
          <p:cNvPr id="29" name="TextBox 28">
            <a:extLst>
              <a:ext uri="{FF2B5EF4-FFF2-40B4-BE49-F238E27FC236}">
                <a16:creationId xmlns:a16="http://schemas.microsoft.com/office/drawing/2014/main" id="{005BCFCA-7A98-66E3-C0D6-128E224C6F79}"/>
              </a:ext>
            </a:extLst>
          </p:cNvPr>
          <p:cNvSpPr txBox="1"/>
          <p:nvPr/>
        </p:nvSpPr>
        <p:spPr>
          <a:xfrm>
            <a:off x="3783665" y="5726802"/>
            <a:ext cx="1154419" cy="369332"/>
          </a:xfrm>
          <a:prstGeom prst="rect">
            <a:avLst/>
          </a:prstGeom>
          <a:noFill/>
          <a:ln>
            <a:noFill/>
          </a:ln>
        </p:spPr>
        <p:txBody>
          <a:bodyPr wrap="square" lIns="0" rtlCol="0">
            <a:spAutoFit/>
          </a:bodyPr>
          <a:lstStyle/>
          <a:p>
            <a:r>
              <a:rPr lang="en-US" sz="800" dirty="0"/>
              <a:t>“unknown”</a:t>
            </a:r>
          </a:p>
          <a:p>
            <a:r>
              <a:rPr lang="en-US" sz="1000" dirty="0">
                <a:solidFill>
                  <a:srgbClr val="C00000"/>
                </a:solidFill>
              </a:rPr>
              <a:t>2</a:t>
            </a:r>
          </a:p>
        </p:txBody>
      </p:sp>
      <p:sp>
        <p:nvSpPr>
          <p:cNvPr id="31" name="TextBox 30">
            <a:extLst>
              <a:ext uri="{FF2B5EF4-FFF2-40B4-BE49-F238E27FC236}">
                <a16:creationId xmlns:a16="http://schemas.microsoft.com/office/drawing/2014/main" id="{6EAC998C-2B25-6D9E-A00D-B5995554F86A}"/>
              </a:ext>
            </a:extLst>
          </p:cNvPr>
          <p:cNvSpPr txBox="1"/>
          <p:nvPr/>
        </p:nvSpPr>
        <p:spPr>
          <a:xfrm>
            <a:off x="3783665" y="6128392"/>
            <a:ext cx="1154419" cy="369332"/>
          </a:xfrm>
          <a:prstGeom prst="rect">
            <a:avLst/>
          </a:prstGeom>
          <a:noFill/>
          <a:ln>
            <a:noFill/>
          </a:ln>
        </p:spPr>
        <p:txBody>
          <a:bodyPr wrap="square" lIns="0" rtlCol="0">
            <a:spAutoFit/>
          </a:bodyPr>
          <a:lstStyle/>
          <a:p>
            <a:r>
              <a:rPr lang="en-US" sz="800" dirty="0"/>
              <a:t>NA</a:t>
            </a:r>
          </a:p>
          <a:p>
            <a:r>
              <a:rPr lang="en-US" sz="1000" dirty="0">
                <a:solidFill>
                  <a:srgbClr val="C00000"/>
                </a:solidFill>
              </a:rPr>
              <a:t>19</a:t>
            </a:r>
          </a:p>
        </p:txBody>
      </p:sp>
      <p:sp>
        <p:nvSpPr>
          <p:cNvPr id="33" name="Rectangle 32">
            <a:extLst>
              <a:ext uri="{FF2B5EF4-FFF2-40B4-BE49-F238E27FC236}">
                <a16:creationId xmlns:a16="http://schemas.microsoft.com/office/drawing/2014/main" id="{4AF7FF26-9719-5BA2-E52E-6A10A196EB34}"/>
              </a:ext>
            </a:extLst>
          </p:cNvPr>
          <p:cNvSpPr/>
          <p:nvPr/>
        </p:nvSpPr>
        <p:spPr>
          <a:xfrm>
            <a:off x="4590278" y="463455"/>
            <a:ext cx="199176" cy="164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8D35148-35CC-D5FF-4B68-8EB5C31C47D8}"/>
              </a:ext>
            </a:extLst>
          </p:cNvPr>
          <p:cNvSpPr/>
          <p:nvPr/>
        </p:nvSpPr>
        <p:spPr>
          <a:xfrm>
            <a:off x="4590278" y="2227356"/>
            <a:ext cx="199176" cy="2377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A82B502-7036-3CAF-64DA-63F0760A9FDB}"/>
              </a:ext>
            </a:extLst>
          </p:cNvPr>
          <p:cNvSpPr txBox="1"/>
          <p:nvPr/>
        </p:nvSpPr>
        <p:spPr>
          <a:xfrm>
            <a:off x="4875009" y="901510"/>
            <a:ext cx="1154419" cy="492443"/>
          </a:xfrm>
          <a:prstGeom prst="rect">
            <a:avLst/>
          </a:prstGeom>
          <a:noFill/>
          <a:ln>
            <a:noFill/>
          </a:ln>
        </p:spPr>
        <p:txBody>
          <a:bodyPr wrap="square" lIns="0" rtlCol="0">
            <a:spAutoFit/>
          </a:bodyPr>
          <a:lstStyle/>
          <a:p>
            <a:r>
              <a:rPr lang="en-US" sz="800" dirty="0"/>
              <a:t>Presence </a:t>
            </a:r>
          </a:p>
          <a:p>
            <a:r>
              <a:rPr lang="en-US" sz="800" dirty="0"/>
              <a:t>only</a:t>
            </a:r>
          </a:p>
          <a:p>
            <a:r>
              <a:rPr lang="en-US" sz="1000" dirty="0">
                <a:solidFill>
                  <a:srgbClr val="C00000"/>
                </a:solidFill>
              </a:rPr>
              <a:t>192</a:t>
            </a:r>
          </a:p>
        </p:txBody>
      </p:sp>
      <p:sp>
        <p:nvSpPr>
          <p:cNvPr id="39" name="TextBox 38">
            <a:extLst>
              <a:ext uri="{FF2B5EF4-FFF2-40B4-BE49-F238E27FC236}">
                <a16:creationId xmlns:a16="http://schemas.microsoft.com/office/drawing/2014/main" id="{FEFFF34C-BE3B-4DFC-78B8-6C49F07B67F2}"/>
              </a:ext>
            </a:extLst>
          </p:cNvPr>
          <p:cNvSpPr txBox="1"/>
          <p:nvPr/>
        </p:nvSpPr>
        <p:spPr>
          <a:xfrm>
            <a:off x="4903669" y="2751577"/>
            <a:ext cx="1154419" cy="369332"/>
          </a:xfrm>
          <a:prstGeom prst="rect">
            <a:avLst/>
          </a:prstGeom>
          <a:noFill/>
          <a:ln>
            <a:noFill/>
          </a:ln>
        </p:spPr>
        <p:txBody>
          <a:bodyPr wrap="square" lIns="0" rtlCol="0">
            <a:spAutoFit/>
          </a:bodyPr>
          <a:lstStyle/>
          <a:p>
            <a:r>
              <a:rPr lang="en-US" sz="800" dirty="0"/>
              <a:t>Measurements</a:t>
            </a:r>
          </a:p>
          <a:p>
            <a:r>
              <a:rPr lang="en-US" sz="1000" dirty="0">
                <a:solidFill>
                  <a:srgbClr val="C00000"/>
                </a:solidFill>
              </a:rPr>
              <a:t>268</a:t>
            </a:r>
          </a:p>
        </p:txBody>
      </p:sp>
      <p:cxnSp>
        <p:nvCxnSpPr>
          <p:cNvPr id="41" name="Straight Connector 40">
            <a:extLst>
              <a:ext uri="{FF2B5EF4-FFF2-40B4-BE49-F238E27FC236}">
                <a16:creationId xmlns:a16="http://schemas.microsoft.com/office/drawing/2014/main" id="{82722E46-3633-0B87-7688-215747FB0D30}"/>
              </a:ext>
            </a:extLst>
          </p:cNvPr>
          <p:cNvCxnSpPr/>
          <p:nvPr/>
        </p:nvCxnSpPr>
        <p:spPr>
          <a:xfrm flipV="1">
            <a:off x="803162" y="554021"/>
            <a:ext cx="823043" cy="4145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1081D90-16A3-066F-89F5-A624BCBA6F02}"/>
              </a:ext>
            </a:extLst>
          </p:cNvPr>
          <p:cNvCxnSpPr>
            <a:cxnSpLocks/>
          </p:cNvCxnSpPr>
          <p:nvPr/>
        </p:nvCxnSpPr>
        <p:spPr>
          <a:xfrm>
            <a:off x="757469" y="6088880"/>
            <a:ext cx="868736" cy="186812"/>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1FC46CB-1903-BF8A-E272-647A74F40500}"/>
              </a:ext>
            </a:extLst>
          </p:cNvPr>
          <p:cNvCxnSpPr>
            <a:cxnSpLocks/>
          </p:cNvCxnSpPr>
          <p:nvPr/>
        </p:nvCxnSpPr>
        <p:spPr>
          <a:xfrm flipV="1">
            <a:off x="2186879" y="514536"/>
            <a:ext cx="1046158" cy="80935"/>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BEB7C83-9B4C-908E-F5C6-A7DFB1E35BB5}"/>
              </a:ext>
            </a:extLst>
          </p:cNvPr>
          <p:cNvCxnSpPr>
            <a:cxnSpLocks/>
          </p:cNvCxnSpPr>
          <p:nvPr/>
        </p:nvCxnSpPr>
        <p:spPr>
          <a:xfrm>
            <a:off x="2072294" y="6001547"/>
            <a:ext cx="1229269" cy="359418"/>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CD9C812-DF80-9F30-46FD-C013EB70B1AF}"/>
              </a:ext>
            </a:extLst>
          </p:cNvPr>
          <p:cNvCxnSpPr>
            <a:cxnSpLocks/>
          </p:cNvCxnSpPr>
          <p:nvPr/>
        </p:nvCxnSpPr>
        <p:spPr>
          <a:xfrm flipV="1">
            <a:off x="3749250" y="463455"/>
            <a:ext cx="731832" cy="51081"/>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AFC0053F-3980-BAAE-E527-E44765DEEDF6}"/>
              </a:ext>
            </a:extLst>
          </p:cNvPr>
          <p:cNvCxnSpPr>
            <a:cxnSpLocks/>
          </p:cNvCxnSpPr>
          <p:nvPr/>
        </p:nvCxnSpPr>
        <p:spPr>
          <a:xfrm>
            <a:off x="3673187" y="4528752"/>
            <a:ext cx="802876" cy="76044"/>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719ED6A-7A89-20C2-D17D-D47CAA4A7572}"/>
              </a:ext>
            </a:extLst>
          </p:cNvPr>
          <p:cNvSpPr txBox="1"/>
          <p:nvPr/>
        </p:nvSpPr>
        <p:spPr>
          <a:xfrm>
            <a:off x="683501" y="-7637"/>
            <a:ext cx="1587731" cy="369332"/>
          </a:xfrm>
          <a:prstGeom prst="rect">
            <a:avLst/>
          </a:prstGeom>
          <a:noFill/>
        </p:spPr>
        <p:txBody>
          <a:bodyPr wrap="square" rtlCol="0">
            <a:spAutoFit/>
          </a:bodyPr>
          <a:lstStyle/>
          <a:p>
            <a:pPr algn="ctr"/>
            <a:r>
              <a:rPr lang="en-US" dirty="0"/>
              <a:t>Monitoring</a:t>
            </a:r>
          </a:p>
        </p:txBody>
      </p:sp>
    </p:spTree>
    <p:extLst>
      <p:ext uri="{BB962C8B-B14F-4D97-AF65-F5344CB8AC3E}">
        <p14:creationId xmlns:p14="http://schemas.microsoft.com/office/powerpoint/2010/main" val="84281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3C0CE9-C297-5717-55F3-727B6347616F}"/>
              </a:ext>
            </a:extLst>
          </p:cNvPr>
          <p:cNvPicPr>
            <a:picLocks noChangeAspect="1"/>
          </p:cNvPicPr>
          <p:nvPr/>
        </p:nvPicPr>
        <p:blipFill>
          <a:blip r:embed="rId2"/>
          <a:stretch>
            <a:fillRect/>
          </a:stretch>
        </p:blipFill>
        <p:spPr>
          <a:xfrm>
            <a:off x="1137766" y="561575"/>
            <a:ext cx="6077798" cy="5734850"/>
          </a:xfrm>
          <a:prstGeom prst="rect">
            <a:avLst/>
          </a:prstGeom>
        </p:spPr>
      </p:pic>
    </p:spTree>
    <p:extLst>
      <p:ext uri="{BB962C8B-B14F-4D97-AF65-F5344CB8AC3E}">
        <p14:creationId xmlns:p14="http://schemas.microsoft.com/office/powerpoint/2010/main" val="3882133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ACDB6C-E349-08C4-35D5-DF3477863356}"/>
              </a:ext>
            </a:extLst>
          </p:cNvPr>
          <p:cNvSpPr txBox="1"/>
          <p:nvPr/>
        </p:nvSpPr>
        <p:spPr>
          <a:xfrm>
            <a:off x="1463040" y="619760"/>
            <a:ext cx="7386320" cy="923330"/>
          </a:xfrm>
          <a:prstGeom prst="rect">
            <a:avLst/>
          </a:prstGeom>
          <a:noFill/>
        </p:spPr>
        <p:txBody>
          <a:bodyPr wrap="square" rtlCol="0">
            <a:spAutoFit/>
          </a:bodyPr>
          <a:lstStyle/>
          <a:p>
            <a:r>
              <a:rPr lang="en-US" dirty="0"/>
              <a:t>Show spatial layers on Maps</a:t>
            </a:r>
          </a:p>
          <a:p>
            <a:endParaRPr lang="en-US" dirty="0"/>
          </a:p>
          <a:p>
            <a:r>
              <a:rPr lang="en-US" dirty="0"/>
              <a:t>Restoration areas – multi-element features</a:t>
            </a:r>
          </a:p>
        </p:txBody>
      </p:sp>
    </p:spTree>
    <p:extLst>
      <p:ext uri="{BB962C8B-B14F-4D97-AF65-F5344CB8AC3E}">
        <p14:creationId xmlns:p14="http://schemas.microsoft.com/office/powerpoint/2010/main" val="2362947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BA159-FE68-C72B-F7CF-110239B6D952}"/>
              </a:ext>
            </a:extLst>
          </p:cNvPr>
          <p:cNvSpPr txBox="1"/>
          <p:nvPr/>
        </p:nvSpPr>
        <p:spPr>
          <a:xfrm>
            <a:off x="514539" y="289679"/>
            <a:ext cx="10674036" cy="5963171"/>
          </a:xfrm>
          <a:prstGeom prst="rect">
            <a:avLst/>
          </a:prstGeom>
          <a:noFill/>
          <a:ln>
            <a:solidFill>
              <a:schemeClr val="bg1">
                <a:lumMod val="75000"/>
              </a:schemeClr>
            </a:solidFill>
          </a:ln>
        </p:spPr>
        <p:txBody>
          <a:bodyPr wrap="square" rtlCol="0">
            <a:spAutoFit/>
          </a:bodyPr>
          <a:lstStyle/>
          <a:p>
            <a:r>
              <a:rPr lang="en-US" dirty="0"/>
              <a:t>Discussion Points</a:t>
            </a:r>
          </a:p>
          <a:p>
            <a:endParaRPr lang="en-US" dirty="0"/>
          </a:p>
          <a:p>
            <a:pPr marL="342900" indent="-342900">
              <a:spcAft>
                <a:spcPts val="300"/>
              </a:spcAft>
              <a:buAutoNum type="arabicPeriod"/>
            </a:pPr>
            <a:r>
              <a:rPr lang="en-US" sz="1600" dirty="0"/>
              <a:t>How to more appropriately represent the methods study ‘grid’ plantings?</a:t>
            </a:r>
          </a:p>
          <a:p>
            <a:pPr marL="342900" indent="-342900">
              <a:spcAft>
                <a:spcPts val="300"/>
              </a:spcAft>
              <a:buAutoNum type="arabicPeriod"/>
            </a:pPr>
            <a:r>
              <a:rPr lang="en-US" sz="1600" dirty="0"/>
              <a:t>Two sets of BESE plantings are now included and none were removed from the Matrix Planting sheet.</a:t>
            </a:r>
          </a:p>
          <a:p>
            <a:pPr marL="342900" indent="-342900">
              <a:spcAft>
                <a:spcPts val="300"/>
              </a:spcAft>
              <a:buAutoNum type="arabicPeriod"/>
            </a:pPr>
            <a:r>
              <a:rPr lang="en-US" sz="1600" dirty="0"/>
              <a:t>Now bringing in ‘Name’ from Matrix </a:t>
            </a:r>
            <a:r>
              <a:rPr lang="en-US" sz="1400" dirty="0">
                <a:solidFill>
                  <a:schemeClr val="tx1">
                    <a:lumMod val="50000"/>
                    <a:lumOff val="50000"/>
                  </a:schemeClr>
                </a:solidFill>
              </a:rPr>
              <a:t>(requires an input table for naming when multiple </a:t>
            </a:r>
            <a:r>
              <a:rPr lang="en-US" sz="1400" dirty="0" err="1">
                <a:solidFill>
                  <a:schemeClr val="tx1">
                    <a:lumMod val="50000"/>
                    <a:lumOff val="50000"/>
                  </a:schemeClr>
                </a:solidFill>
              </a:rPr>
              <a:t>gps</a:t>
            </a:r>
            <a:r>
              <a:rPr lang="en-US" sz="1400" dirty="0">
                <a:solidFill>
                  <a:schemeClr val="tx1">
                    <a:lumMod val="50000"/>
                    <a:lumOff val="50000"/>
                  </a:schemeClr>
                </a:solidFill>
              </a:rPr>
              <a:t>-pt-names)</a:t>
            </a:r>
          </a:p>
          <a:p>
            <a:pPr marL="342900" indent="-342900">
              <a:spcAft>
                <a:spcPts val="300"/>
              </a:spcAft>
              <a:buAutoNum type="arabicPeriod"/>
            </a:pPr>
            <a:r>
              <a:rPr lang="en-US" sz="1600" dirty="0"/>
              <a:t>Simplify two notes columns in Monitoring table?</a:t>
            </a:r>
          </a:p>
          <a:p>
            <a:pPr marL="342900" indent="-342900">
              <a:spcAft>
                <a:spcPts val="300"/>
              </a:spcAft>
              <a:buAutoNum type="arabicPeriod"/>
            </a:pPr>
            <a:r>
              <a:rPr lang="en-US" sz="1600" dirty="0"/>
              <a:t>Does the ‘</a:t>
            </a:r>
            <a:r>
              <a:rPr lang="en-US" sz="1600" dirty="0" err="1"/>
              <a:t>monitoring_collection_points</a:t>
            </a:r>
            <a:r>
              <a:rPr lang="en-US" sz="1600" dirty="0"/>
              <a:t>’ layer make sense?</a:t>
            </a:r>
          </a:p>
          <a:p>
            <a:pPr marL="342900" indent="-342900">
              <a:spcAft>
                <a:spcPts val="300"/>
              </a:spcAft>
              <a:buAutoNum type="arabicPeriod"/>
            </a:pPr>
            <a:r>
              <a:rPr lang="en-US" sz="1600" dirty="0"/>
              <a:t>Use of dev &amp; prod</a:t>
            </a:r>
          </a:p>
          <a:p>
            <a:pPr>
              <a:spcAft>
                <a:spcPts val="300"/>
              </a:spcAft>
            </a:pPr>
            <a:endParaRPr lang="en-US" dirty="0"/>
          </a:p>
          <a:p>
            <a:pPr>
              <a:spcAft>
                <a:spcPts val="600"/>
              </a:spcAft>
            </a:pPr>
            <a:r>
              <a:rPr lang="en-US" dirty="0"/>
              <a:t>Identified data gaps</a:t>
            </a:r>
          </a:p>
          <a:p>
            <a:pPr>
              <a:spcAft>
                <a:spcPts val="300"/>
              </a:spcAft>
            </a:pPr>
            <a:r>
              <a:rPr lang="en-US" dirty="0"/>
              <a:t>Planting table</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13 planting locations have no coordinates</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11 planting locations with multiple elevations</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Line plantings “DEL” extends onto land.</a:t>
            </a:r>
          </a:p>
          <a:p>
            <a:pPr>
              <a:spcAft>
                <a:spcPts val="300"/>
              </a:spcAft>
            </a:pPr>
            <a:endParaRPr lang="en-US" dirty="0"/>
          </a:p>
          <a:p>
            <a:pPr>
              <a:spcAft>
                <a:spcPts val="300"/>
              </a:spcAft>
            </a:pPr>
            <a:r>
              <a:rPr lang="en-US" dirty="0"/>
              <a:t>Monitoring</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Three monitoring records not linked to plantings (no matching name)</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15 records missing monitoring date</a:t>
            </a:r>
          </a:p>
          <a:p>
            <a:pPr marL="171450" indent="-171450">
              <a:spcAft>
                <a:spcPts val="300"/>
              </a:spcAft>
              <a:buFont typeface="Arial" panose="020B0604020202020204" pitchFamily="34" charset="0"/>
              <a:buChar char="•"/>
            </a:pPr>
            <a:r>
              <a:rPr lang="en-US" sz="1400" dirty="0">
                <a:solidFill>
                  <a:schemeClr val="tx1">
                    <a:lumMod val="50000"/>
                    <a:lumOff val="50000"/>
                  </a:schemeClr>
                </a:solidFill>
              </a:rPr>
              <a:t>21 records no monitoring data </a:t>
            </a:r>
            <a:r>
              <a:rPr lang="en-US" sz="1100" dirty="0">
                <a:solidFill>
                  <a:schemeClr val="tx1">
                    <a:lumMod val="50000"/>
                    <a:lumOff val="50000"/>
                  </a:schemeClr>
                </a:solidFill>
              </a:rPr>
              <a:t>(19 have </a:t>
            </a:r>
            <a:r>
              <a:rPr lang="en-US" sz="1100" dirty="0" err="1">
                <a:solidFill>
                  <a:schemeClr val="tx1">
                    <a:lumMod val="50000"/>
                    <a:lumOff val="50000"/>
                  </a:schemeClr>
                </a:solidFill>
              </a:rPr>
              <a:t>veg_presence</a:t>
            </a:r>
            <a:r>
              <a:rPr lang="en-US" sz="1100" dirty="0">
                <a:solidFill>
                  <a:schemeClr val="tx1">
                    <a:lumMod val="50000"/>
                    <a:lumOff val="50000"/>
                  </a:schemeClr>
                </a:solidFill>
              </a:rPr>
              <a:t>=NA;   2 have </a:t>
            </a:r>
            <a:r>
              <a:rPr lang="en-US" sz="1100" dirty="0" err="1">
                <a:solidFill>
                  <a:schemeClr val="tx1">
                    <a:lumMod val="50000"/>
                    <a:lumOff val="50000"/>
                  </a:schemeClr>
                </a:solidFill>
              </a:rPr>
              <a:t>veg_presence</a:t>
            </a:r>
            <a:r>
              <a:rPr lang="en-US" sz="1100" dirty="0">
                <a:solidFill>
                  <a:schemeClr val="tx1">
                    <a:lumMod val="50000"/>
                    <a:lumOff val="50000"/>
                  </a:schemeClr>
                </a:solidFill>
              </a:rPr>
              <a:t>=“unknown”)</a:t>
            </a:r>
          </a:p>
          <a:p>
            <a:pPr marL="171450" indent="-171450">
              <a:spcAft>
                <a:spcPts val="300"/>
              </a:spcAft>
              <a:buFont typeface="Arial" panose="020B0604020202020204" pitchFamily="34" charset="0"/>
              <a:buChar char="•"/>
            </a:pPr>
            <a:r>
              <a:rPr lang="en-US" sz="1400" dirty="0" err="1">
                <a:solidFill>
                  <a:schemeClr val="tx1">
                    <a:lumMod val="50000"/>
                    <a:lumOff val="50000"/>
                  </a:schemeClr>
                </a:solidFill>
              </a:rPr>
              <a:t>plantingID</a:t>
            </a:r>
            <a:r>
              <a:rPr lang="en-US" sz="1400" dirty="0">
                <a:solidFill>
                  <a:schemeClr val="tx1">
                    <a:lumMod val="50000"/>
                    <a:lumOff val="50000"/>
                  </a:schemeClr>
                </a:solidFill>
              </a:rPr>
              <a:t> = DB_test_6___2022-06-16__rebar__DPW;   has monitoring date (05-31-2022) that precedes the planting date (6-16-2022).</a:t>
            </a:r>
          </a:p>
          <a:p>
            <a:pPr marL="171450" indent="-171450">
              <a:spcAft>
                <a:spcPts val="300"/>
              </a:spcAft>
              <a:buFont typeface="Arial" panose="020B0604020202020204" pitchFamily="34" charset="0"/>
              <a:buChar char="•"/>
            </a:pPr>
            <a:endParaRPr lang="en-US" sz="1400" dirty="0">
              <a:solidFill>
                <a:schemeClr val="tx1">
                  <a:lumMod val="50000"/>
                  <a:lumOff val="50000"/>
                </a:schemeClr>
              </a:solidFill>
            </a:endParaRPr>
          </a:p>
        </p:txBody>
      </p:sp>
    </p:spTree>
    <p:extLst>
      <p:ext uri="{BB962C8B-B14F-4D97-AF65-F5344CB8AC3E}">
        <p14:creationId xmlns:p14="http://schemas.microsoft.com/office/powerpoint/2010/main" val="2602005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CA9343A-3BAD-E843-3F1E-4A8BBCB018E0}"/>
              </a:ext>
            </a:extLst>
          </p:cNvPr>
          <p:cNvGrpSpPr/>
          <p:nvPr/>
        </p:nvGrpSpPr>
        <p:grpSpPr>
          <a:xfrm>
            <a:off x="146773" y="714839"/>
            <a:ext cx="11717385" cy="3790636"/>
            <a:chOff x="146773" y="714839"/>
            <a:chExt cx="11717385" cy="3790636"/>
          </a:xfrm>
        </p:grpSpPr>
        <p:grpSp>
          <p:nvGrpSpPr>
            <p:cNvPr id="8" name="Group 7">
              <a:extLst>
                <a:ext uri="{FF2B5EF4-FFF2-40B4-BE49-F238E27FC236}">
                  <a16:creationId xmlns:a16="http://schemas.microsoft.com/office/drawing/2014/main" id="{F387C810-84C7-D17B-5EFF-164252861F54}"/>
                </a:ext>
              </a:extLst>
            </p:cNvPr>
            <p:cNvGrpSpPr/>
            <p:nvPr/>
          </p:nvGrpSpPr>
          <p:grpSpPr>
            <a:xfrm>
              <a:off x="146773" y="2352525"/>
              <a:ext cx="11717385" cy="2152950"/>
              <a:chOff x="146773" y="2352525"/>
              <a:chExt cx="11717385" cy="2152950"/>
            </a:xfrm>
          </p:grpSpPr>
          <p:pic>
            <p:nvPicPr>
              <p:cNvPr id="7" name="Picture 6">
                <a:extLst>
                  <a:ext uri="{FF2B5EF4-FFF2-40B4-BE49-F238E27FC236}">
                    <a16:creationId xmlns:a16="http://schemas.microsoft.com/office/drawing/2014/main" id="{B7679ACB-8757-7D35-50A3-6EF7C2A70250}"/>
                  </a:ext>
                </a:extLst>
              </p:cNvPr>
              <p:cNvPicPr>
                <a:picLocks noChangeAspect="1"/>
              </p:cNvPicPr>
              <p:nvPr/>
            </p:nvPicPr>
            <p:blipFill>
              <a:blip r:embed="rId2"/>
              <a:stretch>
                <a:fillRect/>
              </a:stretch>
            </p:blipFill>
            <p:spPr>
              <a:xfrm>
                <a:off x="146773" y="2352525"/>
                <a:ext cx="11717385" cy="2152950"/>
              </a:xfrm>
              <a:prstGeom prst="rect">
                <a:avLst/>
              </a:prstGeom>
            </p:spPr>
          </p:pic>
          <p:sp>
            <p:nvSpPr>
              <p:cNvPr id="4" name="Rectangle 3">
                <a:extLst>
                  <a:ext uri="{FF2B5EF4-FFF2-40B4-BE49-F238E27FC236}">
                    <a16:creationId xmlns:a16="http://schemas.microsoft.com/office/drawing/2014/main" id="{7885E2F3-5476-F82C-64E8-03B35C8FE019}"/>
                  </a:ext>
                </a:extLst>
              </p:cNvPr>
              <p:cNvSpPr/>
              <p:nvPr/>
            </p:nvSpPr>
            <p:spPr>
              <a:xfrm>
                <a:off x="5748950" y="2806574"/>
                <a:ext cx="5703684" cy="2534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0D7FAA07-4B3D-5810-55AE-D56891D09726}"/>
                </a:ext>
              </a:extLst>
            </p:cNvPr>
            <p:cNvSpPr txBox="1"/>
            <p:nvPr/>
          </p:nvSpPr>
          <p:spPr>
            <a:xfrm>
              <a:off x="6609030" y="714839"/>
              <a:ext cx="3766241" cy="646331"/>
            </a:xfrm>
            <a:prstGeom prst="rect">
              <a:avLst/>
            </a:prstGeom>
            <a:noFill/>
          </p:spPr>
          <p:txBody>
            <a:bodyPr wrap="square" rtlCol="0">
              <a:spAutoFit/>
            </a:bodyPr>
            <a:lstStyle/>
            <a:p>
              <a:r>
                <a:rPr lang="en-US" dirty="0">
                  <a:solidFill>
                    <a:srgbClr val="C00000"/>
                  </a:solidFill>
                </a:rPr>
                <a:t>Should the monitoring date by 5/31 but in 2023?</a:t>
              </a:r>
            </a:p>
          </p:txBody>
        </p:sp>
        <p:sp>
          <p:nvSpPr>
            <p:cNvPr id="10" name="Freeform: Shape 9">
              <a:extLst>
                <a:ext uri="{FF2B5EF4-FFF2-40B4-BE49-F238E27FC236}">
                  <a16:creationId xmlns:a16="http://schemas.microsoft.com/office/drawing/2014/main" id="{ED1F4802-215F-235D-A6DE-AF673E5C25E3}"/>
                </a:ext>
              </a:extLst>
            </p:cNvPr>
            <p:cNvSpPr/>
            <p:nvPr/>
          </p:nvSpPr>
          <p:spPr>
            <a:xfrm>
              <a:off x="6037841" y="1004935"/>
              <a:ext cx="580242" cy="1865014"/>
            </a:xfrm>
            <a:custGeom>
              <a:avLst/>
              <a:gdLst>
                <a:gd name="csX0" fmla="*/ 579422 w 579422"/>
                <a:gd name="csY0" fmla="*/ 0 h 1865014"/>
                <a:gd name="csX1" fmla="*/ 0 w 579422"/>
                <a:gd name="csY1" fmla="*/ 1865014 h 1865014"/>
                <a:gd name="csX0" fmla="*/ 579422 w 579422"/>
                <a:gd name="csY0" fmla="*/ 0 h 1865014"/>
                <a:gd name="csX1" fmla="*/ 0 w 579422"/>
                <a:gd name="csY1" fmla="*/ 1865014 h 1865014"/>
                <a:gd name="csX0" fmla="*/ 580242 w 580242"/>
                <a:gd name="csY0" fmla="*/ 0 h 1865014"/>
                <a:gd name="csX1" fmla="*/ 820 w 580242"/>
                <a:gd name="csY1" fmla="*/ 1865014 h 1865014"/>
              </a:gdLst>
              <a:ahLst/>
              <a:cxnLst>
                <a:cxn ang="0">
                  <a:pos x="csX0" y="csY0"/>
                </a:cxn>
                <a:cxn ang="0">
                  <a:pos x="csX1" y="csY1"/>
                </a:cxn>
              </a:cxnLst>
              <a:rect l="l" t="t" r="r" b="b"/>
              <a:pathLst>
                <a:path w="580242" h="1865014">
                  <a:moveTo>
                    <a:pt x="580242" y="0"/>
                  </a:moveTo>
                  <a:cubicBezTo>
                    <a:pt x="178871" y="214265"/>
                    <a:pt x="-14269" y="1161862"/>
                    <a:pt x="820" y="1865014"/>
                  </a:cubicBezTo>
                </a:path>
              </a:pathLst>
            </a:custGeom>
            <a:noFill/>
            <a:ln>
              <a:solidFill>
                <a:srgbClr val="C00000"/>
              </a:solidFill>
              <a:headEnd type="none" w="med" len="med"/>
              <a:tailEnd type="triangle" w="med" len="med"/>
            </a:ln>
            <a:effectLst>
              <a:glow rad="38100">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52578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D556F8-9A31-49EB-B405-F6E4CDC9CA5C}"/>
              </a:ext>
            </a:extLst>
          </p:cNvPr>
          <p:cNvPicPr>
            <a:picLocks noChangeAspect="1"/>
          </p:cNvPicPr>
          <p:nvPr/>
        </p:nvPicPr>
        <p:blipFill>
          <a:blip r:embed="rId2"/>
          <a:srcRect r="21839"/>
          <a:stretch>
            <a:fillRect/>
          </a:stretch>
        </p:blipFill>
        <p:spPr>
          <a:xfrm>
            <a:off x="57338" y="1126155"/>
            <a:ext cx="9439747" cy="957177"/>
          </a:xfrm>
          <a:prstGeom prst="rect">
            <a:avLst/>
          </a:prstGeom>
        </p:spPr>
      </p:pic>
      <p:pic>
        <p:nvPicPr>
          <p:cNvPr id="5" name="Picture 4">
            <a:extLst>
              <a:ext uri="{FF2B5EF4-FFF2-40B4-BE49-F238E27FC236}">
                <a16:creationId xmlns:a16="http://schemas.microsoft.com/office/drawing/2014/main" id="{B31C69A6-527C-FDE2-69AD-B29B8684856F}"/>
              </a:ext>
            </a:extLst>
          </p:cNvPr>
          <p:cNvPicPr>
            <a:picLocks noChangeAspect="1"/>
          </p:cNvPicPr>
          <p:nvPr/>
        </p:nvPicPr>
        <p:blipFill>
          <a:blip r:embed="rId3"/>
          <a:stretch>
            <a:fillRect/>
          </a:stretch>
        </p:blipFill>
        <p:spPr>
          <a:xfrm>
            <a:off x="2217505" y="2946610"/>
            <a:ext cx="7890779" cy="3381763"/>
          </a:xfrm>
          <a:prstGeom prst="rect">
            <a:avLst/>
          </a:prstGeom>
        </p:spPr>
      </p:pic>
      <p:sp>
        <p:nvSpPr>
          <p:cNvPr id="8" name="Rectangle 7">
            <a:extLst>
              <a:ext uri="{FF2B5EF4-FFF2-40B4-BE49-F238E27FC236}">
                <a16:creationId xmlns:a16="http://schemas.microsoft.com/office/drawing/2014/main" id="{4768F5E5-1590-90B4-01D1-77E82BEA3647}"/>
              </a:ext>
            </a:extLst>
          </p:cNvPr>
          <p:cNvSpPr/>
          <p:nvPr/>
        </p:nvSpPr>
        <p:spPr>
          <a:xfrm>
            <a:off x="2444436" y="3869374"/>
            <a:ext cx="7530059" cy="6483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5171CA-47E9-6D0E-92BC-529FF6CE6542}"/>
              </a:ext>
            </a:extLst>
          </p:cNvPr>
          <p:cNvSpPr/>
          <p:nvPr/>
        </p:nvSpPr>
        <p:spPr>
          <a:xfrm>
            <a:off x="2444435" y="4918067"/>
            <a:ext cx="7530059" cy="6483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5A0B97A-DAEE-FA2E-8F56-22265803EA35}"/>
              </a:ext>
            </a:extLst>
          </p:cNvPr>
          <p:cNvSpPr txBox="1"/>
          <p:nvPr/>
        </p:nvSpPr>
        <p:spPr>
          <a:xfrm>
            <a:off x="1095469" y="669956"/>
            <a:ext cx="6147303" cy="369332"/>
          </a:xfrm>
          <a:prstGeom prst="rect">
            <a:avLst/>
          </a:prstGeom>
          <a:noFill/>
        </p:spPr>
        <p:txBody>
          <a:bodyPr wrap="square" rtlCol="0">
            <a:spAutoFit/>
          </a:bodyPr>
          <a:lstStyle/>
          <a:p>
            <a:r>
              <a:rPr lang="en-US" dirty="0"/>
              <a:t>3 Monitoring records  - no match to Planting records</a:t>
            </a:r>
          </a:p>
        </p:txBody>
      </p:sp>
      <p:sp>
        <p:nvSpPr>
          <p:cNvPr id="13" name="TextBox 12">
            <a:extLst>
              <a:ext uri="{FF2B5EF4-FFF2-40B4-BE49-F238E27FC236}">
                <a16:creationId xmlns:a16="http://schemas.microsoft.com/office/drawing/2014/main" id="{E22D7146-84AF-5919-E0F8-60F71516ABB0}"/>
              </a:ext>
            </a:extLst>
          </p:cNvPr>
          <p:cNvSpPr txBox="1"/>
          <p:nvPr/>
        </p:nvSpPr>
        <p:spPr>
          <a:xfrm>
            <a:off x="2786958" y="2544713"/>
            <a:ext cx="6147303" cy="369332"/>
          </a:xfrm>
          <a:prstGeom prst="rect">
            <a:avLst/>
          </a:prstGeom>
          <a:noFill/>
        </p:spPr>
        <p:txBody>
          <a:bodyPr wrap="square" rtlCol="0">
            <a:spAutoFit/>
          </a:bodyPr>
          <a:lstStyle/>
          <a:p>
            <a:r>
              <a:rPr lang="en-US" dirty="0"/>
              <a:t>Possible matching records from Planting sheet</a:t>
            </a:r>
          </a:p>
        </p:txBody>
      </p:sp>
      <p:pic>
        <p:nvPicPr>
          <p:cNvPr id="15" name="Picture 14">
            <a:extLst>
              <a:ext uri="{FF2B5EF4-FFF2-40B4-BE49-F238E27FC236}">
                <a16:creationId xmlns:a16="http://schemas.microsoft.com/office/drawing/2014/main" id="{9BF1CE5D-EBFF-996F-B753-0220779748A6}"/>
              </a:ext>
            </a:extLst>
          </p:cNvPr>
          <p:cNvPicPr>
            <a:picLocks noChangeAspect="1"/>
          </p:cNvPicPr>
          <p:nvPr/>
        </p:nvPicPr>
        <p:blipFill>
          <a:blip r:embed="rId4"/>
          <a:stretch>
            <a:fillRect/>
          </a:stretch>
        </p:blipFill>
        <p:spPr>
          <a:xfrm>
            <a:off x="9595527" y="1101503"/>
            <a:ext cx="1273687" cy="1007953"/>
          </a:xfrm>
          <a:prstGeom prst="rect">
            <a:avLst/>
          </a:prstGeom>
        </p:spPr>
      </p:pic>
      <p:sp>
        <p:nvSpPr>
          <p:cNvPr id="6" name="Rectangle 5">
            <a:extLst>
              <a:ext uri="{FF2B5EF4-FFF2-40B4-BE49-F238E27FC236}">
                <a16:creationId xmlns:a16="http://schemas.microsoft.com/office/drawing/2014/main" id="{295143A7-8A2A-DE68-3421-76F51E65CDEB}"/>
              </a:ext>
            </a:extLst>
          </p:cNvPr>
          <p:cNvSpPr/>
          <p:nvPr/>
        </p:nvSpPr>
        <p:spPr>
          <a:xfrm>
            <a:off x="371193" y="1358020"/>
            <a:ext cx="10764570" cy="2353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9647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BCE3-FBA1-F23D-6A21-78E219B8CF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026E5B-14D6-E129-8739-FC439C025AD5}"/>
              </a:ext>
            </a:extLst>
          </p:cNvPr>
          <p:cNvPicPr>
            <a:picLocks noChangeAspect="1"/>
          </p:cNvPicPr>
          <p:nvPr/>
        </p:nvPicPr>
        <p:blipFill>
          <a:blip r:embed="rId2"/>
          <a:srcRect r="21839"/>
          <a:stretch>
            <a:fillRect/>
          </a:stretch>
        </p:blipFill>
        <p:spPr>
          <a:xfrm>
            <a:off x="57338" y="1126155"/>
            <a:ext cx="9439747" cy="957177"/>
          </a:xfrm>
          <a:prstGeom prst="rect">
            <a:avLst/>
          </a:prstGeom>
        </p:spPr>
      </p:pic>
      <p:pic>
        <p:nvPicPr>
          <p:cNvPr id="5" name="Picture 4">
            <a:extLst>
              <a:ext uri="{FF2B5EF4-FFF2-40B4-BE49-F238E27FC236}">
                <a16:creationId xmlns:a16="http://schemas.microsoft.com/office/drawing/2014/main" id="{06F7A921-5BB8-23A9-1D5F-925C978E8A8E}"/>
              </a:ext>
            </a:extLst>
          </p:cNvPr>
          <p:cNvPicPr>
            <a:picLocks noChangeAspect="1"/>
          </p:cNvPicPr>
          <p:nvPr/>
        </p:nvPicPr>
        <p:blipFill>
          <a:blip r:embed="rId3"/>
          <a:stretch>
            <a:fillRect/>
          </a:stretch>
        </p:blipFill>
        <p:spPr>
          <a:xfrm>
            <a:off x="2217505" y="2946610"/>
            <a:ext cx="7890779" cy="3381763"/>
          </a:xfrm>
          <a:prstGeom prst="rect">
            <a:avLst/>
          </a:prstGeom>
        </p:spPr>
      </p:pic>
      <p:sp>
        <p:nvSpPr>
          <p:cNvPr id="10" name="Rectangle 9">
            <a:extLst>
              <a:ext uri="{FF2B5EF4-FFF2-40B4-BE49-F238E27FC236}">
                <a16:creationId xmlns:a16="http://schemas.microsoft.com/office/drawing/2014/main" id="{3F4A2796-C964-E43F-4305-1324E938BD7A}"/>
              </a:ext>
            </a:extLst>
          </p:cNvPr>
          <p:cNvSpPr/>
          <p:nvPr/>
        </p:nvSpPr>
        <p:spPr>
          <a:xfrm>
            <a:off x="2397864" y="5563064"/>
            <a:ext cx="7530059" cy="2115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4490D69-B20E-1BA2-4D77-3E8A794940C4}"/>
              </a:ext>
            </a:extLst>
          </p:cNvPr>
          <p:cNvSpPr txBox="1"/>
          <p:nvPr/>
        </p:nvSpPr>
        <p:spPr>
          <a:xfrm>
            <a:off x="1095469" y="669956"/>
            <a:ext cx="6147303" cy="369332"/>
          </a:xfrm>
          <a:prstGeom prst="rect">
            <a:avLst/>
          </a:prstGeom>
          <a:noFill/>
        </p:spPr>
        <p:txBody>
          <a:bodyPr wrap="square" rtlCol="0">
            <a:spAutoFit/>
          </a:bodyPr>
          <a:lstStyle/>
          <a:p>
            <a:r>
              <a:rPr lang="en-US" dirty="0"/>
              <a:t>3 Monitoring records  - no match to Planting records</a:t>
            </a:r>
          </a:p>
        </p:txBody>
      </p:sp>
      <p:sp>
        <p:nvSpPr>
          <p:cNvPr id="13" name="TextBox 12">
            <a:extLst>
              <a:ext uri="{FF2B5EF4-FFF2-40B4-BE49-F238E27FC236}">
                <a16:creationId xmlns:a16="http://schemas.microsoft.com/office/drawing/2014/main" id="{4ADC7732-778D-D54C-4AA4-0AE0E3842FAB}"/>
              </a:ext>
            </a:extLst>
          </p:cNvPr>
          <p:cNvSpPr txBox="1"/>
          <p:nvPr/>
        </p:nvSpPr>
        <p:spPr>
          <a:xfrm>
            <a:off x="2786958" y="2544713"/>
            <a:ext cx="6147303" cy="369332"/>
          </a:xfrm>
          <a:prstGeom prst="rect">
            <a:avLst/>
          </a:prstGeom>
          <a:noFill/>
        </p:spPr>
        <p:txBody>
          <a:bodyPr wrap="square" rtlCol="0">
            <a:spAutoFit/>
          </a:bodyPr>
          <a:lstStyle/>
          <a:p>
            <a:r>
              <a:rPr lang="en-US" dirty="0"/>
              <a:t>Possible matching records from Planting sheet</a:t>
            </a:r>
          </a:p>
        </p:txBody>
      </p:sp>
      <p:pic>
        <p:nvPicPr>
          <p:cNvPr id="15" name="Picture 14">
            <a:extLst>
              <a:ext uri="{FF2B5EF4-FFF2-40B4-BE49-F238E27FC236}">
                <a16:creationId xmlns:a16="http://schemas.microsoft.com/office/drawing/2014/main" id="{35D6E068-30B8-BC1E-9757-AF99601DAA51}"/>
              </a:ext>
            </a:extLst>
          </p:cNvPr>
          <p:cNvPicPr>
            <a:picLocks noChangeAspect="1"/>
          </p:cNvPicPr>
          <p:nvPr/>
        </p:nvPicPr>
        <p:blipFill>
          <a:blip r:embed="rId4"/>
          <a:stretch>
            <a:fillRect/>
          </a:stretch>
        </p:blipFill>
        <p:spPr>
          <a:xfrm>
            <a:off x="9595527" y="1101503"/>
            <a:ext cx="1273687" cy="1007953"/>
          </a:xfrm>
          <a:prstGeom prst="rect">
            <a:avLst/>
          </a:prstGeom>
        </p:spPr>
      </p:pic>
      <p:sp>
        <p:nvSpPr>
          <p:cNvPr id="6" name="Rectangle 5">
            <a:extLst>
              <a:ext uri="{FF2B5EF4-FFF2-40B4-BE49-F238E27FC236}">
                <a16:creationId xmlns:a16="http://schemas.microsoft.com/office/drawing/2014/main" id="{1C30C2A5-1433-3985-BCF5-89F66939B668}"/>
              </a:ext>
            </a:extLst>
          </p:cNvPr>
          <p:cNvSpPr/>
          <p:nvPr/>
        </p:nvSpPr>
        <p:spPr>
          <a:xfrm>
            <a:off x="253497" y="1599116"/>
            <a:ext cx="10683089" cy="2353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EDA305-B6C6-A1A7-19D9-BD1A90A96B9C}"/>
              </a:ext>
            </a:extLst>
          </p:cNvPr>
          <p:cNvSpPr txBox="1"/>
          <p:nvPr/>
        </p:nvSpPr>
        <p:spPr>
          <a:xfrm>
            <a:off x="10538233" y="5270426"/>
            <a:ext cx="1457608" cy="307777"/>
          </a:xfrm>
          <a:prstGeom prst="rect">
            <a:avLst/>
          </a:prstGeom>
          <a:noFill/>
        </p:spPr>
        <p:txBody>
          <a:bodyPr wrap="square" rtlCol="0">
            <a:spAutoFit/>
          </a:bodyPr>
          <a:lstStyle/>
          <a:p>
            <a:r>
              <a:rPr lang="en-US" sz="1400" dirty="0">
                <a:solidFill>
                  <a:srgbClr val="C00000"/>
                </a:solidFill>
              </a:rPr>
              <a:t>Method = ‘rebar’</a:t>
            </a:r>
          </a:p>
        </p:txBody>
      </p:sp>
      <p:cxnSp>
        <p:nvCxnSpPr>
          <p:cNvPr id="4" name="Straight Connector 3">
            <a:extLst>
              <a:ext uri="{FF2B5EF4-FFF2-40B4-BE49-F238E27FC236}">
                <a16:creationId xmlns:a16="http://schemas.microsoft.com/office/drawing/2014/main" id="{470CAECB-6DFD-98D8-F19D-B23D7E142B02}"/>
              </a:ext>
            </a:extLst>
          </p:cNvPr>
          <p:cNvCxnSpPr/>
          <p:nvPr/>
        </p:nvCxnSpPr>
        <p:spPr>
          <a:xfrm flipH="1">
            <a:off x="10031240" y="5424315"/>
            <a:ext cx="506993" cy="252208"/>
          </a:xfrm>
          <a:prstGeom prst="line">
            <a:avLst/>
          </a:prstGeom>
          <a:ln>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013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992E-66E5-09AC-8FE0-B67ABF9AEC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031F7D-2752-CD27-A9AD-9A328EBAF68D}"/>
              </a:ext>
            </a:extLst>
          </p:cNvPr>
          <p:cNvPicPr>
            <a:picLocks noChangeAspect="1"/>
          </p:cNvPicPr>
          <p:nvPr/>
        </p:nvPicPr>
        <p:blipFill>
          <a:blip r:embed="rId2"/>
          <a:srcRect r="21839"/>
          <a:stretch>
            <a:fillRect/>
          </a:stretch>
        </p:blipFill>
        <p:spPr>
          <a:xfrm>
            <a:off x="57338" y="1126155"/>
            <a:ext cx="9439747" cy="957177"/>
          </a:xfrm>
          <a:prstGeom prst="rect">
            <a:avLst/>
          </a:prstGeom>
        </p:spPr>
      </p:pic>
      <p:sp>
        <p:nvSpPr>
          <p:cNvPr id="11" name="TextBox 10">
            <a:extLst>
              <a:ext uri="{FF2B5EF4-FFF2-40B4-BE49-F238E27FC236}">
                <a16:creationId xmlns:a16="http://schemas.microsoft.com/office/drawing/2014/main" id="{7BF7815F-6E51-2A35-B268-8EC47CCF80F8}"/>
              </a:ext>
            </a:extLst>
          </p:cNvPr>
          <p:cNvSpPr txBox="1"/>
          <p:nvPr/>
        </p:nvSpPr>
        <p:spPr>
          <a:xfrm>
            <a:off x="1095469" y="669956"/>
            <a:ext cx="6147303" cy="369332"/>
          </a:xfrm>
          <a:prstGeom prst="rect">
            <a:avLst/>
          </a:prstGeom>
          <a:noFill/>
        </p:spPr>
        <p:txBody>
          <a:bodyPr wrap="square" rtlCol="0">
            <a:spAutoFit/>
          </a:bodyPr>
          <a:lstStyle/>
          <a:p>
            <a:r>
              <a:rPr lang="en-US" dirty="0"/>
              <a:t>3 Monitoring records  - no match to Planting records</a:t>
            </a:r>
          </a:p>
        </p:txBody>
      </p:sp>
      <p:sp>
        <p:nvSpPr>
          <p:cNvPr id="13" name="TextBox 12">
            <a:extLst>
              <a:ext uri="{FF2B5EF4-FFF2-40B4-BE49-F238E27FC236}">
                <a16:creationId xmlns:a16="http://schemas.microsoft.com/office/drawing/2014/main" id="{EF979206-AF2B-AA6B-7754-8E685D572EDE}"/>
              </a:ext>
            </a:extLst>
          </p:cNvPr>
          <p:cNvSpPr txBox="1"/>
          <p:nvPr/>
        </p:nvSpPr>
        <p:spPr>
          <a:xfrm>
            <a:off x="2786958" y="2544713"/>
            <a:ext cx="6147303" cy="369332"/>
          </a:xfrm>
          <a:prstGeom prst="rect">
            <a:avLst/>
          </a:prstGeom>
          <a:noFill/>
        </p:spPr>
        <p:txBody>
          <a:bodyPr wrap="square" rtlCol="0">
            <a:spAutoFit/>
          </a:bodyPr>
          <a:lstStyle/>
          <a:p>
            <a:r>
              <a:rPr lang="en-US" dirty="0"/>
              <a:t>Possible matching records from Planting sheet</a:t>
            </a:r>
          </a:p>
        </p:txBody>
      </p:sp>
      <p:pic>
        <p:nvPicPr>
          <p:cNvPr id="15" name="Picture 14">
            <a:extLst>
              <a:ext uri="{FF2B5EF4-FFF2-40B4-BE49-F238E27FC236}">
                <a16:creationId xmlns:a16="http://schemas.microsoft.com/office/drawing/2014/main" id="{D1159391-BDA0-A6FF-3E1F-271F3E3FF021}"/>
              </a:ext>
            </a:extLst>
          </p:cNvPr>
          <p:cNvPicPr>
            <a:picLocks noChangeAspect="1"/>
          </p:cNvPicPr>
          <p:nvPr/>
        </p:nvPicPr>
        <p:blipFill>
          <a:blip r:embed="rId3"/>
          <a:stretch>
            <a:fillRect/>
          </a:stretch>
        </p:blipFill>
        <p:spPr>
          <a:xfrm>
            <a:off x="9595527" y="1101503"/>
            <a:ext cx="1273687" cy="1007953"/>
          </a:xfrm>
          <a:prstGeom prst="rect">
            <a:avLst/>
          </a:prstGeom>
        </p:spPr>
      </p:pic>
      <p:sp>
        <p:nvSpPr>
          <p:cNvPr id="6" name="Rectangle 5">
            <a:extLst>
              <a:ext uri="{FF2B5EF4-FFF2-40B4-BE49-F238E27FC236}">
                <a16:creationId xmlns:a16="http://schemas.microsoft.com/office/drawing/2014/main" id="{896BCA9C-7E37-0306-EAE2-FFBBB9E0C88B}"/>
              </a:ext>
            </a:extLst>
          </p:cNvPr>
          <p:cNvSpPr/>
          <p:nvPr/>
        </p:nvSpPr>
        <p:spPr>
          <a:xfrm>
            <a:off x="362138" y="1819218"/>
            <a:ext cx="10683089" cy="2353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17BD3A7-5F08-B37D-B9AF-190F8AC599BC}"/>
              </a:ext>
            </a:extLst>
          </p:cNvPr>
          <p:cNvPicPr>
            <a:picLocks noChangeAspect="1"/>
          </p:cNvPicPr>
          <p:nvPr/>
        </p:nvPicPr>
        <p:blipFill>
          <a:blip r:embed="rId4"/>
          <a:stretch>
            <a:fillRect/>
          </a:stretch>
        </p:blipFill>
        <p:spPr>
          <a:xfrm>
            <a:off x="787187" y="3091987"/>
            <a:ext cx="7683128" cy="3551721"/>
          </a:xfrm>
          <a:prstGeom prst="rect">
            <a:avLst/>
          </a:prstGeom>
        </p:spPr>
      </p:pic>
      <p:pic>
        <p:nvPicPr>
          <p:cNvPr id="16" name="Picture 15">
            <a:extLst>
              <a:ext uri="{FF2B5EF4-FFF2-40B4-BE49-F238E27FC236}">
                <a16:creationId xmlns:a16="http://schemas.microsoft.com/office/drawing/2014/main" id="{50982B78-C053-9C28-CEBC-1FD917158922}"/>
              </a:ext>
            </a:extLst>
          </p:cNvPr>
          <p:cNvPicPr>
            <a:picLocks noChangeAspect="1"/>
          </p:cNvPicPr>
          <p:nvPr/>
        </p:nvPicPr>
        <p:blipFill>
          <a:blip r:embed="rId5"/>
          <a:srcRect b="12520"/>
          <a:stretch>
            <a:fillRect/>
          </a:stretch>
        </p:blipFill>
        <p:spPr>
          <a:xfrm>
            <a:off x="8520255" y="3091987"/>
            <a:ext cx="1141882" cy="3551721"/>
          </a:xfrm>
          <a:prstGeom prst="rect">
            <a:avLst/>
          </a:prstGeom>
        </p:spPr>
      </p:pic>
      <p:sp>
        <p:nvSpPr>
          <p:cNvPr id="10" name="Rectangle 9">
            <a:extLst>
              <a:ext uri="{FF2B5EF4-FFF2-40B4-BE49-F238E27FC236}">
                <a16:creationId xmlns:a16="http://schemas.microsoft.com/office/drawing/2014/main" id="{73232765-423F-7717-6FBD-6D62AC61303F}"/>
              </a:ext>
            </a:extLst>
          </p:cNvPr>
          <p:cNvSpPr/>
          <p:nvPr/>
        </p:nvSpPr>
        <p:spPr>
          <a:xfrm>
            <a:off x="1095469" y="4250312"/>
            <a:ext cx="8682274" cy="8558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91040F9-1F25-B50B-416C-7E518F3E2521}"/>
              </a:ext>
            </a:extLst>
          </p:cNvPr>
          <p:cNvSpPr txBox="1"/>
          <p:nvPr/>
        </p:nvSpPr>
        <p:spPr>
          <a:xfrm>
            <a:off x="10226417" y="2976835"/>
            <a:ext cx="1457608" cy="523220"/>
          </a:xfrm>
          <a:prstGeom prst="rect">
            <a:avLst/>
          </a:prstGeom>
          <a:noFill/>
        </p:spPr>
        <p:txBody>
          <a:bodyPr wrap="square" rtlCol="0">
            <a:spAutoFit/>
          </a:bodyPr>
          <a:lstStyle/>
          <a:p>
            <a:r>
              <a:rPr lang="en-US" sz="1400" dirty="0">
                <a:solidFill>
                  <a:srgbClr val="C00000"/>
                </a:solidFill>
              </a:rPr>
              <a:t>No planting date match</a:t>
            </a:r>
          </a:p>
        </p:txBody>
      </p:sp>
      <p:sp>
        <p:nvSpPr>
          <p:cNvPr id="21" name="Freeform: Shape 20">
            <a:extLst>
              <a:ext uri="{FF2B5EF4-FFF2-40B4-BE49-F238E27FC236}">
                <a16:creationId xmlns:a16="http://schemas.microsoft.com/office/drawing/2014/main" id="{736C29A1-2D15-D2D4-19A6-D05E8E535839}"/>
              </a:ext>
            </a:extLst>
          </p:cNvPr>
          <p:cNvSpPr/>
          <p:nvPr/>
        </p:nvSpPr>
        <p:spPr>
          <a:xfrm>
            <a:off x="7822194" y="2136620"/>
            <a:ext cx="2390115" cy="998834"/>
          </a:xfrm>
          <a:custGeom>
            <a:avLst/>
            <a:gdLst>
              <a:gd name="csX0" fmla="*/ 2390115 w 2390115"/>
              <a:gd name="csY0" fmla="*/ 995881 h 995881"/>
              <a:gd name="csX1" fmla="*/ 1213164 w 2390115"/>
              <a:gd name="csY1" fmla="*/ 434566 h 995881"/>
              <a:gd name="csX2" fmla="*/ 0 w 2390115"/>
              <a:gd name="csY2" fmla="*/ 0 h 995881"/>
              <a:gd name="csX0" fmla="*/ 2390115 w 2390115"/>
              <a:gd name="csY0" fmla="*/ 995881 h 997266"/>
              <a:gd name="csX1" fmla="*/ 1213164 w 2390115"/>
              <a:gd name="csY1" fmla="*/ 434566 h 997266"/>
              <a:gd name="csX2" fmla="*/ 0 w 2390115"/>
              <a:gd name="csY2" fmla="*/ 0 h 997266"/>
              <a:gd name="csX0" fmla="*/ 2390115 w 2390115"/>
              <a:gd name="csY0" fmla="*/ 995881 h 997266"/>
              <a:gd name="csX1" fmla="*/ 1213164 w 2390115"/>
              <a:gd name="csY1" fmla="*/ 434566 h 997266"/>
              <a:gd name="csX2" fmla="*/ 0 w 2390115"/>
              <a:gd name="csY2" fmla="*/ 0 h 997266"/>
              <a:gd name="csX0" fmla="*/ 2390115 w 2390115"/>
              <a:gd name="csY0" fmla="*/ 995881 h 997611"/>
              <a:gd name="csX1" fmla="*/ 1213164 w 2390115"/>
              <a:gd name="csY1" fmla="*/ 434566 h 997611"/>
              <a:gd name="csX2" fmla="*/ 0 w 2390115"/>
              <a:gd name="csY2" fmla="*/ 0 h 997611"/>
              <a:gd name="csX0" fmla="*/ 2390115 w 2390115"/>
              <a:gd name="csY0" fmla="*/ 995881 h 997611"/>
              <a:gd name="csX1" fmla="*/ 1213164 w 2390115"/>
              <a:gd name="csY1" fmla="*/ 434566 h 997611"/>
              <a:gd name="csX2" fmla="*/ 0 w 2390115"/>
              <a:gd name="csY2" fmla="*/ 0 h 997611"/>
              <a:gd name="csX0" fmla="*/ 2390115 w 2390115"/>
              <a:gd name="csY0" fmla="*/ 995881 h 997187"/>
              <a:gd name="csX1" fmla="*/ 1213164 w 2390115"/>
              <a:gd name="csY1" fmla="*/ 434566 h 997187"/>
              <a:gd name="csX2" fmla="*/ 0 w 2390115"/>
              <a:gd name="csY2" fmla="*/ 0 h 997187"/>
              <a:gd name="csX0" fmla="*/ 2390115 w 2390115"/>
              <a:gd name="csY0" fmla="*/ 995881 h 997187"/>
              <a:gd name="csX1" fmla="*/ 1213164 w 2390115"/>
              <a:gd name="csY1" fmla="*/ 434566 h 997187"/>
              <a:gd name="csX2" fmla="*/ 0 w 2390115"/>
              <a:gd name="csY2" fmla="*/ 0 h 997187"/>
              <a:gd name="csX0" fmla="*/ 2390115 w 2390115"/>
              <a:gd name="csY0" fmla="*/ 995881 h 998834"/>
              <a:gd name="csX1" fmla="*/ 1213164 w 2390115"/>
              <a:gd name="csY1" fmla="*/ 434566 h 998834"/>
              <a:gd name="csX2" fmla="*/ 0 w 2390115"/>
              <a:gd name="csY2" fmla="*/ 0 h 998834"/>
              <a:gd name="csX0" fmla="*/ 2390115 w 2390115"/>
              <a:gd name="csY0" fmla="*/ 995881 h 998834"/>
              <a:gd name="csX1" fmla="*/ 1213164 w 2390115"/>
              <a:gd name="csY1" fmla="*/ 434566 h 998834"/>
              <a:gd name="csX2" fmla="*/ 0 w 2390115"/>
              <a:gd name="csY2" fmla="*/ 0 h 998834"/>
            </a:gdLst>
            <a:ahLst/>
            <a:cxnLst>
              <a:cxn ang="0">
                <a:pos x="csX0" y="csY0"/>
              </a:cxn>
              <a:cxn ang="0">
                <a:pos x="csX1" y="csY1"/>
              </a:cxn>
              <a:cxn ang="0">
                <a:pos x="csX2" y="csY2"/>
              </a:cxn>
            </a:cxnLst>
            <a:rect l="l" t="t" r="r" b="b"/>
            <a:pathLst>
              <a:path w="2390115" h="998834">
                <a:moveTo>
                  <a:pt x="2390115" y="995881"/>
                </a:moveTo>
                <a:cubicBezTo>
                  <a:pt x="1964602" y="1024550"/>
                  <a:pt x="1982708" y="844990"/>
                  <a:pt x="1213164" y="434566"/>
                </a:cubicBezTo>
                <a:cubicBezTo>
                  <a:pt x="470779" y="42250"/>
                  <a:pt x="99587" y="306309"/>
                  <a:pt x="0" y="0"/>
                </a:cubicBezTo>
              </a:path>
            </a:pathLst>
          </a:custGeom>
          <a:noFill/>
          <a:ln>
            <a:solidFill>
              <a:schemeClr val="accent2">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22BF48D-EB1C-0B4C-89EE-DFA6445D6B54}"/>
              </a:ext>
            </a:extLst>
          </p:cNvPr>
          <p:cNvSpPr/>
          <p:nvPr/>
        </p:nvSpPr>
        <p:spPr>
          <a:xfrm>
            <a:off x="9895438" y="3213981"/>
            <a:ext cx="316871" cy="1340044"/>
          </a:xfrm>
          <a:custGeom>
            <a:avLst/>
            <a:gdLst>
              <a:gd name="csX0" fmla="*/ 316871 w 316871"/>
              <a:gd name="csY0" fmla="*/ 0 h 1339913"/>
              <a:gd name="csX1" fmla="*/ 0 w 316871"/>
              <a:gd name="csY1" fmla="*/ 1339913 h 1339913"/>
              <a:gd name="csX0" fmla="*/ 316871 w 316871"/>
              <a:gd name="csY0" fmla="*/ 0 h 1339913"/>
              <a:gd name="csX1" fmla="*/ 0 w 316871"/>
              <a:gd name="csY1" fmla="*/ 1339913 h 1339913"/>
              <a:gd name="csX0" fmla="*/ 316871 w 316871"/>
              <a:gd name="csY0" fmla="*/ 0 h 1340044"/>
              <a:gd name="csX1" fmla="*/ 0 w 316871"/>
              <a:gd name="csY1" fmla="*/ 1339913 h 1340044"/>
            </a:gdLst>
            <a:ahLst/>
            <a:cxnLst>
              <a:cxn ang="0">
                <a:pos x="csX0" y="csY0"/>
              </a:cxn>
              <a:cxn ang="0">
                <a:pos x="csX1" y="csY1"/>
              </a:cxn>
            </a:cxnLst>
            <a:rect l="l" t="t" r="r" b="b"/>
            <a:pathLst>
              <a:path w="316871" h="1340044">
                <a:moveTo>
                  <a:pt x="316871" y="0"/>
                </a:moveTo>
                <a:cubicBezTo>
                  <a:pt x="66392" y="66392"/>
                  <a:pt x="322907" y="1355002"/>
                  <a:pt x="0" y="1339913"/>
                </a:cubicBezTo>
              </a:path>
            </a:pathLst>
          </a:custGeom>
          <a:noFill/>
          <a:ln>
            <a:solidFill>
              <a:schemeClr val="accent2">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8220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88E621F-76FA-B774-65C0-255C37BA90EA}"/>
              </a:ext>
            </a:extLst>
          </p:cNvPr>
          <p:cNvGrpSpPr/>
          <p:nvPr/>
        </p:nvGrpSpPr>
        <p:grpSpPr>
          <a:xfrm>
            <a:off x="1397987" y="3856414"/>
            <a:ext cx="7687814" cy="2467319"/>
            <a:chOff x="909100" y="1556834"/>
            <a:chExt cx="7687814" cy="2467319"/>
          </a:xfrm>
        </p:grpSpPr>
        <p:pic>
          <p:nvPicPr>
            <p:cNvPr id="3" name="Picture 2">
              <a:extLst>
                <a:ext uri="{FF2B5EF4-FFF2-40B4-BE49-F238E27FC236}">
                  <a16:creationId xmlns:a16="http://schemas.microsoft.com/office/drawing/2014/main" id="{BB0A0B45-C03D-EE3E-3CF2-803E48062F21}"/>
                </a:ext>
              </a:extLst>
            </p:cNvPr>
            <p:cNvPicPr>
              <a:picLocks noChangeAspect="1"/>
            </p:cNvPicPr>
            <p:nvPr/>
          </p:nvPicPr>
          <p:blipFill>
            <a:blip r:embed="rId2"/>
            <a:stretch>
              <a:fillRect/>
            </a:stretch>
          </p:blipFill>
          <p:spPr>
            <a:xfrm>
              <a:off x="909100" y="1566360"/>
              <a:ext cx="6354062" cy="2457793"/>
            </a:xfrm>
            <a:prstGeom prst="rect">
              <a:avLst/>
            </a:prstGeom>
          </p:spPr>
        </p:pic>
        <p:pic>
          <p:nvPicPr>
            <p:cNvPr id="5" name="Picture 4">
              <a:extLst>
                <a:ext uri="{FF2B5EF4-FFF2-40B4-BE49-F238E27FC236}">
                  <a16:creationId xmlns:a16="http://schemas.microsoft.com/office/drawing/2014/main" id="{0570A9F0-0571-252F-BEDA-100ED494380F}"/>
                </a:ext>
              </a:extLst>
            </p:cNvPr>
            <p:cNvPicPr>
              <a:picLocks noChangeAspect="1"/>
            </p:cNvPicPr>
            <p:nvPr/>
          </p:nvPicPr>
          <p:blipFill>
            <a:blip r:embed="rId3"/>
            <a:stretch>
              <a:fillRect/>
            </a:stretch>
          </p:blipFill>
          <p:spPr>
            <a:xfrm>
              <a:off x="7415649" y="1556834"/>
              <a:ext cx="1181265" cy="2467319"/>
            </a:xfrm>
            <a:prstGeom prst="rect">
              <a:avLst/>
            </a:prstGeom>
          </p:spPr>
        </p:pic>
      </p:grpSp>
      <p:sp>
        <p:nvSpPr>
          <p:cNvPr id="8" name="Rectangle 7">
            <a:extLst>
              <a:ext uri="{FF2B5EF4-FFF2-40B4-BE49-F238E27FC236}">
                <a16:creationId xmlns:a16="http://schemas.microsoft.com/office/drawing/2014/main" id="{74B23B2C-ABE0-4A5C-7D03-8FD1194671A5}"/>
              </a:ext>
            </a:extLst>
          </p:cNvPr>
          <p:cNvSpPr/>
          <p:nvPr/>
        </p:nvSpPr>
        <p:spPr>
          <a:xfrm>
            <a:off x="1683945" y="4358952"/>
            <a:ext cx="7595857" cy="17974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B79321C-C784-E931-F68A-3050B5C0DEA8}"/>
              </a:ext>
            </a:extLst>
          </p:cNvPr>
          <p:cNvSpPr txBox="1"/>
          <p:nvPr/>
        </p:nvSpPr>
        <p:spPr>
          <a:xfrm>
            <a:off x="9502139" y="4828463"/>
            <a:ext cx="1457608" cy="523220"/>
          </a:xfrm>
          <a:prstGeom prst="rect">
            <a:avLst/>
          </a:prstGeom>
          <a:noFill/>
        </p:spPr>
        <p:txBody>
          <a:bodyPr wrap="square" rtlCol="0">
            <a:spAutoFit/>
          </a:bodyPr>
          <a:lstStyle/>
          <a:p>
            <a:r>
              <a:rPr lang="en-US" sz="1400" dirty="0">
                <a:solidFill>
                  <a:srgbClr val="C00000"/>
                </a:solidFill>
              </a:rPr>
              <a:t>Plantings on 5/4/2017</a:t>
            </a:r>
          </a:p>
        </p:txBody>
      </p:sp>
      <p:pic>
        <p:nvPicPr>
          <p:cNvPr id="4" name="Picture 3">
            <a:extLst>
              <a:ext uri="{FF2B5EF4-FFF2-40B4-BE49-F238E27FC236}">
                <a16:creationId xmlns:a16="http://schemas.microsoft.com/office/drawing/2014/main" id="{EF9E8502-F4C0-1502-A03F-DA9239A70A76}"/>
              </a:ext>
            </a:extLst>
          </p:cNvPr>
          <p:cNvPicPr>
            <a:picLocks noChangeAspect="1"/>
          </p:cNvPicPr>
          <p:nvPr/>
        </p:nvPicPr>
        <p:blipFill>
          <a:blip r:embed="rId4"/>
          <a:srcRect r="21839"/>
          <a:stretch>
            <a:fillRect/>
          </a:stretch>
        </p:blipFill>
        <p:spPr>
          <a:xfrm>
            <a:off x="57338" y="1126155"/>
            <a:ext cx="9439747" cy="957177"/>
          </a:xfrm>
          <a:prstGeom prst="rect">
            <a:avLst/>
          </a:prstGeom>
        </p:spPr>
      </p:pic>
      <p:sp>
        <p:nvSpPr>
          <p:cNvPr id="9" name="TextBox 8">
            <a:extLst>
              <a:ext uri="{FF2B5EF4-FFF2-40B4-BE49-F238E27FC236}">
                <a16:creationId xmlns:a16="http://schemas.microsoft.com/office/drawing/2014/main" id="{4286B381-3037-1E34-30C5-904439EF40C8}"/>
              </a:ext>
            </a:extLst>
          </p:cNvPr>
          <p:cNvSpPr txBox="1"/>
          <p:nvPr/>
        </p:nvSpPr>
        <p:spPr>
          <a:xfrm>
            <a:off x="1095469" y="669956"/>
            <a:ext cx="6147303" cy="369332"/>
          </a:xfrm>
          <a:prstGeom prst="rect">
            <a:avLst/>
          </a:prstGeom>
          <a:noFill/>
        </p:spPr>
        <p:txBody>
          <a:bodyPr wrap="square" rtlCol="0">
            <a:spAutoFit/>
          </a:bodyPr>
          <a:lstStyle/>
          <a:p>
            <a:r>
              <a:rPr lang="en-US" dirty="0"/>
              <a:t>3 Monitoring records  - no match to Planting records</a:t>
            </a:r>
          </a:p>
        </p:txBody>
      </p:sp>
      <p:pic>
        <p:nvPicPr>
          <p:cNvPr id="12" name="Picture 11">
            <a:extLst>
              <a:ext uri="{FF2B5EF4-FFF2-40B4-BE49-F238E27FC236}">
                <a16:creationId xmlns:a16="http://schemas.microsoft.com/office/drawing/2014/main" id="{FDCA291A-8844-38FD-DE94-A7092DAB6584}"/>
              </a:ext>
            </a:extLst>
          </p:cNvPr>
          <p:cNvPicPr>
            <a:picLocks noChangeAspect="1"/>
          </p:cNvPicPr>
          <p:nvPr/>
        </p:nvPicPr>
        <p:blipFill>
          <a:blip r:embed="rId5"/>
          <a:stretch>
            <a:fillRect/>
          </a:stretch>
        </p:blipFill>
        <p:spPr>
          <a:xfrm>
            <a:off x="9595527" y="1101503"/>
            <a:ext cx="1273687" cy="1007953"/>
          </a:xfrm>
          <a:prstGeom prst="rect">
            <a:avLst/>
          </a:prstGeom>
        </p:spPr>
      </p:pic>
      <p:sp>
        <p:nvSpPr>
          <p:cNvPr id="14" name="Rectangle 13">
            <a:extLst>
              <a:ext uri="{FF2B5EF4-FFF2-40B4-BE49-F238E27FC236}">
                <a16:creationId xmlns:a16="http://schemas.microsoft.com/office/drawing/2014/main" id="{2DDBC539-542F-0C5B-7E85-16B2DE771528}"/>
              </a:ext>
            </a:extLst>
          </p:cNvPr>
          <p:cNvSpPr/>
          <p:nvPr/>
        </p:nvSpPr>
        <p:spPr>
          <a:xfrm>
            <a:off x="362138" y="1819218"/>
            <a:ext cx="10683089" cy="2353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8463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C73802-B080-0FBF-353D-5E56B5DD43AC}"/>
              </a:ext>
            </a:extLst>
          </p:cNvPr>
          <p:cNvSpPr txBox="1"/>
          <p:nvPr/>
        </p:nvSpPr>
        <p:spPr>
          <a:xfrm>
            <a:off x="977774" y="75144"/>
            <a:ext cx="3974473" cy="461665"/>
          </a:xfrm>
          <a:prstGeom prst="rect">
            <a:avLst/>
          </a:prstGeom>
          <a:noFill/>
        </p:spPr>
        <p:txBody>
          <a:bodyPr wrap="square" rtlCol="0">
            <a:spAutoFit/>
          </a:bodyPr>
          <a:lstStyle/>
          <a:p>
            <a:pPr algn="ctr"/>
            <a:r>
              <a:rPr lang="en-US" sz="2400" dirty="0"/>
              <a:t>BESE plantings</a:t>
            </a:r>
          </a:p>
        </p:txBody>
      </p:sp>
      <p:sp>
        <p:nvSpPr>
          <p:cNvPr id="4" name="TextBox 3">
            <a:extLst>
              <a:ext uri="{FF2B5EF4-FFF2-40B4-BE49-F238E27FC236}">
                <a16:creationId xmlns:a16="http://schemas.microsoft.com/office/drawing/2014/main" id="{6581EAAB-F382-E4EA-A424-5EE276404A14}"/>
              </a:ext>
            </a:extLst>
          </p:cNvPr>
          <p:cNvSpPr txBox="1"/>
          <p:nvPr/>
        </p:nvSpPr>
        <p:spPr>
          <a:xfrm>
            <a:off x="5525630" y="167478"/>
            <a:ext cx="5139443" cy="276999"/>
          </a:xfrm>
          <a:prstGeom prst="rect">
            <a:avLst/>
          </a:prstGeom>
          <a:noFill/>
        </p:spPr>
        <p:txBody>
          <a:bodyPr wrap="square">
            <a:spAutoFit/>
          </a:bodyPr>
          <a:lstStyle/>
          <a:p>
            <a:r>
              <a:rPr lang="en-US" sz="1200" dirty="0">
                <a:solidFill>
                  <a:srgbClr val="C00000"/>
                </a:solidFill>
              </a:rPr>
              <a:t>Meeting notes:  “Dumas donor source successful. Dupont Wharf failed”</a:t>
            </a:r>
            <a:endParaRPr lang="en-US" sz="1200" dirty="0"/>
          </a:p>
        </p:txBody>
      </p:sp>
      <p:pic>
        <p:nvPicPr>
          <p:cNvPr id="8" name="Picture 7">
            <a:extLst>
              <a:ext uri="{FF2B5EF4-FFF2-40B4-BE49-F238E27FC236}">
                <a16:creationId xmlns:a16="http://schemas.microsoft.com/office/drawing/2014/main" id="{0233E335-C450-397E-1EF8-257E0D5578BA}"/>
              </a:ext>
            </a:extLst>
          </p:cNvPr>
          <p:cNvPicPr>
            <a:picLocks noChangeAspect="1"/>
          </p:cNvPicPr>
          <p:nvPr/>
        </p:nvPicPr>
        <p:blipFill>
          <a:blip r:embed="rId2"/>
          <a:stretch>
            <a:fillRect/>
          </a:stretch>
        </p:blipFill>
        <p:spPr>
          <a:xfrm>
            <a:off x="1996655" y="1334893"/>
            <a:ext cx="6688004" cy="5355629"/>
          </a:xfrm>
          <a:prstGeom prst="rect">
            <a:avLst/>
          </a:prstGeom>
        </p:spPr>
      </p:pic>
      <p:sp>
        <p:nvSpPr>
          <p:cNvPr id="9" name="Left Bracket 8">
            <a:extLst>
              <a:ext uri="{FF2B5EF4-FFF2-40B4-BE49-F238E27FC236}">
                <a16:creationId xmlns:a16="http://schemas.microsoft.com/office/drawing/2014/main" id="{7757D6B0-BBBC-E29A-89F7-1A4D8D243D9B}"/>
              </a:ext>
            </a:extLst>
          </p:cNvPr>
          <p:cNvSpPr/>
          <p:nvPr/>
        </p:nvSpPr>
        <p:spPr>
          <a:xfrm rot="5400000">
            <a:off x="4995600" y="-1574981"/>
            <a:ext cx="123080" cy="5512003"/>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452E4C49-53BC-6DA4-B396-1AE81EFA0AF4}"/>
              </a:ext>
            </a:extLst>
          </p:cNvPr>
          <p:cNvSpPr txBox="1"/>
          <p:nvPr/>
        </p:nvSpPr>
        <p:spPr>
          <a:xfrm>
            <a:off x="4602176" y="843517"/>
            <a:ext cx="1846907" cy="276999"/>
          </a:xfrm>
          <a:prstGeom prst="rect">
            <a:avLst/>
          </a:prstGeom>
          <a:noFill/>
        </p:spPr>
        <p:txBody>
          <a:bodyPr wrap="square" rtlCol="0">
            <a:spAutoFit/>
          </a:bodyPr>
          <a:lstStyle/>
          <a:p>
            <a:r>
              <a:rPr lang="en-US" sz="1200" dirty="0">
                <a:solidFill>
                  <a:srgbClr val="C00000"/>
                </a:solidFill>
              </a:rPr>
              <a:t>BESE plantings</a:t>
            </a:r>
          </a:p>
        </p:txBody>
      </p:sp>
      <p:sp>
        <p:nvSpPr>
          <p:cNvPr id="12" name="Left Bracket 11">
            <a:extLst>
              <a:ext uri="{FF2B5EF4-FFF2-40B4-BE49-F238E27FC236}">
                <a16:creationId xmlns:a16="http://schemas.microsoft.com/office/drawing/2014/main" id="{AE270AF1-D12B-B4F1-1B61-F4CDF30A6D30}"/>
              </a:ext>
            </a:extLst>
          </p:cNvPr>
          <p:cNvSpPr/>
          <p:nvPr/>
        </p:nvSpPr>
        <p:spPr>
          <a:xfrm rot="5400000">
            <a:off x="8144694" y="901009"/>
            <a:ext cx="123081" cy="608044"/>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5DD9AE69-8C1D-6DB4-E4C6-C537180F2703}"/>
              </a:ext>
            </a:extLst>
          </p:cNvPr>
          <p:cNvSpPr txBox="1"/>
          <p:nvPr/>
        </p:nvSpPr>
        <p:spPr>
          <a:xfrm>
            <a:off x="7902212" y="647664"/>
            <a:ext cx="1846907" cy="461665"/>
          </a:xfrm>
          <a:prstGeom prst="rect">
            <a:avLst/>
          </a:prstGeom>
          <a:noFill/>
        </p:spPr>
        <p:txBody>
          <a:bodyPr wrap="square" rtlCol="0">
            <a:spAutoFit/>
          </a:bodyPr>
          <a:lstStyle/>
          <a:p>
            <a:r>
              <a:rPr lang="en-US" sz="1200" dirty="0">
                <a:solidFill>
                  <a:srgbClr val="C00000"/>
                </a:solidFill>
              </a:rPr>
              <a:t>Count of monitoring records</a:t>
            </a:r>
          </a:p>
        </p:txBody>
      </p:sp>
      <p:cxnSp>
        <p:nvCxnSpPr>
          <p:cNvPr id="16" name="Straight Connector 15">
            <a:extLst>
              <a:ext uri="{FF2B5EF4-FFF2-40B4-BE49-F238E27FC236}">
                <a16:creationId xmlns:a16="http://schemas.microsoft.com/office/drawing/2014/main" id="{8DF0528C-1446-E67C-54FB-E7E72D6E529A}"/>
              </a:ext>
            </a:extLst>
          </p:cNvPr>
          <p:cNvCxnSpPr/>
          <p:nvPr/>
        </p:nvCxnSpPr>
        <p:spPr>
          <a:xfrm>
            <a:off x="1602463" y="4012707"/>
            <a:ext cx="8664167" cy="0"/>
          </a:xfrm>
          <a:prstGeom prst="line">
            <a:avLst/>
          </a:prstGeom>
          <a:ln>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7" name="Right Bracket 16">
            <a:extLst>
              <a:ext uri="{FF2B5EF4-FFF2-40B4-BE49-F238E27FC236}">
                <a16:creationId xmlns:a16="http://schemas.microsoft.com/office/drawing/2014/main" id="{43B54AA1-DD4A-1C18-3E1D-1A2A65383BBC}"/>
              </a:ext>
            </a:extLst>
          </p:cNvPr>
          <p:cNvSpPr/>
          <p:nvPr/>
        </p:nvSpPr>
        <p:spPr>
          <a:xfrm>
            <a:off x="8825665" y="1492024"/>
            <a:ext cx="101052" cy="2428351"/>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Right Bracket 18">
            <a:extLst>
              <a:ext uri="{FF2B5EF4-FFF2-40B4-BE49-F238E27FC236}">
                <a16:creationId xmlns:a16="http://schemas.microsoft.com/office/drawing/2014/main" id="{B2ACA2C6-B3E5-73FB-A972-9AD3A6205500}"/>
              </a:ext>
            </a:extLst>
          </p:cNvPr>
          <p:cNvSpPr/>
          <p:nvPr/>
        </p:nvSpPr>
        <p:spPr>
          <a:xfrm>
            <a:off x="8876191" y="4105040"/>
            <a:ext cx="101052" cy="2428351"/>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220B5028-1297-670A-69B8-DB3549547B65}"/>
              </a:ext>
            </a:extLst>
          </p:cNvPr>
          <p:cNvSpPr txBox="1"/>
          <p:nvPr/>
        </p:nvSpPr>
        <p:spPr>
          <a:xfrm>
            <a:off x="8977243" y="2258302"/>
            <a:ext cx="1846907" cy="276999"/>
          </a:xfrm>
          <a:prstGeom prst="rect">
            <a:avLst/>
          </a:prstGeom>
          <a:noFill/>
        </p:spPr>
        <p:txBody>
          <a:bodyPr wrap="square" rtlCol="0">
            <a:spAutoFit/>
          </a:bodyPr>
          <a:lstStyle/>
          <a:p>
            <a:r>
              <a:rPr lang="en-US" sz="1200" dirty="0">
                <a:solidFill>
                  <a:srgbClr val="C00000"/>
                </a:solidFill>
              </a:rPr>
              <a:t>Dupont Wharf donor site</a:t>
            </a:r>
          </a:p>
        </p:txBody>
      </p:sp>
      <p:sp>
        <p:nvSpPr>
          <p:cNvPr id="23" name="TextBox 22">
            <a:extLst>
              <a:ext uri="{FF2B5EF4-FFF2-40B4-BE49-F238E27FC236}">
                <a16:creationId xmlns:a16="http://schemas.microsoft.com/office/drawing/2014/main" id="{E5994538-B0F6-DBBD-5AC9-CA9F1FFEF14F}"/>
              </a:ext>
            </a:extLst>
          </p:cNvPr>
          <p:cNvSpPr txBox="1"/>
          <p:nvPr/>
        </p:nvSpPr>
        <p:spPr>
          <a:xfrm>
            <a:off x="9078851" y="4924695"/>
            <a:ext cx="1846907" cy="276999"/>
          </a:xfrm>
          <a:prstGeom prst="rect">
            <a:avLst/>
          </a:prstGeom>
          <a:noFill/>
        </p:spPr>
        <p:txBody>
          <a:bodyPr wrap="square" rtlCol="0">
            <a:spAutoFit/>
          </a:bodyPr>
          <a:lstStyle/>
          <a:p>
            <a:r>
              <a:rPr lang="en-US" sz="1200" dirty="0">
                <a:solidFill>
                  <a:srgbClr val="C00000"/>
                </a:solidFill>
              </a:rPr>
              <a:t>Dumas Bay donor site</a:t>
            </a:r>
          </a:p>
        </p:txBody>
      </p:sp>
      <p:sp>
        <p:nvSpPr>
          <p:cNvPr id="3" name="TextBox 2">
            <a:extLst>
              <a:ext uri="{FF2B5EF4-FFF2-40B4-BE49-F238E27FC236}">
                <a16:creationId xmlns:a16="http://schemas.microsoft.com/office/drawing/2014/main" id="{EE2B35F7-B0FD-9449-D8FB-7A3A85E6FA90}"/>
              </a:ext>
            </a:extLst>
          </p:cNvPr>
          <p:cNvSpPr txBox="1"/>
          <p:nvPr/>
        </p:nvSpPr>
        <p:spPr>
          <a:xfrm>
            <a:off x="9711320" y="5490114"/>
            <a:ext cx="2428875" cy="276999"/>
          </a:xfrm>
          <a:prstGeom prst="rect">
            <a:avLst/>
          </a:prstGeom>
          <a:noFill/>
        </p:spPr>
        <p:txBody>
          <a:bodyPr wrap="square" rtlCol="0">
            <a:spAutoFit/>
          </a:bodyPr>
          <a:lstStyle/>
          <a:p>
            <a:r>
              <a:rPr lang="en-US" sz="1200" i="1" dirty="0">
                <a:solidFill>
                  <a:srgbClr val="C00000"/>
                </a:solidFill>
              </a:rPr>
              <a:t>Notes:  “setup was incorrect”</a:t>
            </a:r>
          </a:p>
        </p:txBody>
      </p:sp>
    </p:spTree>
    <p:extLst>
      <p:ext uri="{BB962C8B-B14F-4D97-AF65-F5344CB8AC3E}">
        <p14:creationId xmlns:p14="http://schemas.microsoft.com/office/powerpoint/2010/main" val="706807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ACDEF8-ED42-753D-498A-8EEB889BD38A}"/>
              </a:ext>
            </a:extLst>
          </p:cNvPr>
          <p:cNvPicPr>
            <a:picLocks noChangeAspect="1"/>
          </p:cNvPicPr>
          <p:nvPr/>
        </p:nvPicPr>
        <p:blipFill>
          <a:blip r:embed="rId2"/>
          <a:stretch>
            <a:fillRect/>
          </a:stretch>
        </p:blipFill>
        <p:spPr>
          <a:xfrm>
            <a:off x="1403520" y="2374289"/>
            <a:ext cx="7394969" cy="3303700"/>
          </a:xfrm>
          <a:prstGeom prst="rect">
            <a:avLst/>
          </a:prstGeom>
        </p:spPr>
      </p:pic>
      <p:sp>
        <p:nvSpPr>
          <p:cNvPr id="7" name="TextBox 6">
            <a:extLst>
              <a:ext uri="{FF2B5EF4-FFF2-40B4-BE49-F238E27FC236}">
                <a16:creationId xmlns:a16="http://schemas.microsoft.com/office/drawing/2014/main" id="{9B7FE3BB-59BC-FA06-5268-2B17B5A167D3}"/>
              </a:ext>
            </a:extLst>
          </p:cNvPr>
          <p:cNvSpPr txBox="1"/>
          <p:nvPr/>
        </p:nvSpPr>
        <p:spPr>
          <a:xfrm>
            <a:off x="977774" y="75144"/>
            <a:ext cx="3974473" cy="461665"/>
          </a:xfrm>
          <a:prstGeom prst="rect">
            <a:avLst/>
          </a:prstGeom>
          <a:noFill/>
        </p:spPr>
        <p:txBody>
          <a:bodyPr wrap="square" rtlCol="0">
            <a:spAutoFit/>
          </a:bodyPr>
          <a:lstStyle/>
          <a:p>
            <a:pPr algn="ctr"/>
            <a:r>
              <a:rPr lang="en-US" sz="2400" dirty="0"/>
              <a:t>Grid (“methods”) plantings</a:t>
            </a:r>
          </a:p>
        </p:txBody>
      </p:sp>
      <p:sp>
        <p:nvSpPr>
          <p:cNvPr id="2" name="TextBox 1">
            <a:extLst>
              <a:ext uri="{FF2B5EF4-FFF2-40B4-BE49-F238E27FC236}">
                <a16:creationId xmlns:a16="http://schemas.microsoft.com/office/drawing/2014/main" id="{71183430-16FA-53E2-02EA-677AC5AD0FEA}"/>
              </a:ext>
            </a:extLst>
          </p:cNvPr>
          <p:cNvSpPr txBox="1"/>
          <p:nvPr/>
        </p:nvSpPr>
        <p:spPr>
          <a:xfrm>
            <a:off x="9039497" y="1349829"/>
            <a:ext cx="2281646" cy="523220"/>
          </a:xfrm>
          <a:prstGeom prst="rect">
            <a:avLst/>
          </a:prstGeom>
          <a:noFill/>
        </p:spPr>
        <p:txBody>
          <a:bodyPr wrap="square" rtlCol="0">
            <a:spAutoFit/>
          </a:bodyPr>
          <a:lstStyle/>
          <a:p>
            <a:r>
              <a:rPr lang="en-US" sz="1400" dirty="0">
                <a:solidFill>
                  <a:srgbClr val="C00000"/>
                </a:solidFill>
              </a:rPr>
              <a:t>count of monitoring records</a:t>
            </a:r>
          </a:p>
        </p:txBody>
      </p:sp>
      <p:sp>
        <p:nvSpPr>
          <p:cNvPr id="4" name="Freeform 3">
            <a:extLst>
              <a:ext uri="{FF2B5EF4-FFF2-40B4-BE49-F238E27FC236}">
                <a16:creationId xmlns:a16="http://schemas.microsoft.com/office/drawing/2014/main" id="{7731CF46-8193-96DC-215C-16C373F46B8A}"/>
              </a:ext>
            </a:extLst>
          </p:cNvPr>
          <p:cNvSpPr/>
          <p:nvPr/>
        </p:nvSpPr>
        <p:spPr>
          <a:xfrm>
            <a:off x="8168640" y="1593669"/>
            <a:ext cx="844731" cy="705394"/>
          </a:xfrm>
          <a:custGeom>
            <a:avLst/>
            <a:gdLst>
              <a:gd name="csX0" fmla="*/ 844731 w 844731"/>
              <a:gd name="csY0" fmla="*/ 0 h 705394"/>
              <a:gd name="csX1" fmla="*/ 0 w 844731"/>
              <a:gd name="csY1" fmla="*/ 705394 h 705394"/>
              <a:gd name="csX0" fmla="*/ 844731 w 844731"/>
              <a:gd name="csY0" fmla="*/ 0 h 705394"/>
              <a:gd name="csX1" fmla="*/ 0 w 844731"/>
              <a:gd name="csY1" fmla="*/ 705394 h 705394"/>
              <a:gd name="csX0" fmla="*/ 844731 w 844731"/>
              <a:gd name="csY0" fmla="*/ 0 h 705394"/>
              <a:gd name="csX1" fmla="*/ 0 w 844731"/>
              <a:gd name="csY1" fmla="*/ 705394 h 705394"/>
            </a:gdLst>
            <a:ahLst/>
            <a:cxnLst>
              <a:cxn ang="0">
                <a:pos x="csX0" y="csY0"/>
              </a:cxn>
              <a:cxn ang="0">
                <a:pos x="csX1" y="csY1"/>
              </a:cxn>
            </a:cxnLst>
            <a:rect l="l" t="t" r="r" b="b"/>
            <a:pathLst>
              <a:path w="844731" h="705394">
                <a:moveTo>
                  <a:pt x="844731" y="0"/>
                </a:moveTo>
                <a:cubicBezTo>
                  <a:pt x="493486" y="26125"/>
                  <a:pt x="11612" y="365760"/>
                  <a:pt x="0" y="705394"/>
                </a:cubicBezTo>
              </a:path>
            </a:pathLst>
          </a:custGeom>
          <a:noFill/>
          <a:ln>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3400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612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F676C0DB-C202-23B4-2B43-EC134E02B1B9}"/>
              </a:ext>
            </a:extLst>
          </p:cNvPr>
          <p:cNvSpPr/>
          <p:nvPr/>
        </p:nvSpPr>
        <p:spPr>
          <a:xfrm>
            <a:off x="4282289" y="3856776"/>
            <a:ext cx="3168713" cy="1819747"/>
          </a:xfrm>
          <a:custGeom>
            <a:avLst/>
            <a:gdLst>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Lst>
            <a:ahLst/>
            <a:cxnLst>
              <a:cxn ang="0">
                <a:pos x="csX0" y="csY0"/>
              </a:cxn>
              <a:cxn ang="0">
                <a:pos x="csX1" y="csY1"/>
              </a:cxn>
              <a:cxn ang="0">
                <a:pos x="csX2" y="csY2"/>
              </a:cxn>
            </a:cxnLst>
            <a:rect l="l" t="t" r="r" b="b"/>
            <a:pathLst>
              <a:path w="3168713" h="1819747">
                <a:moveTo>
                  <a:pt x="3168713" y="0"/>
                </a:moveTo>
                <a:cubicBezTo>
                  <a:pt x="3124955" y="599792"/>
                  <a:pt x="2429347" y="909874"/>
                  <a:pt x="1901228" y="1213165"/>
                </a:cubicBezTo>
                <a:cubicBezTo>
                  <a:pt x="1373109" y="1516456"/>
                  <a:pt x="686554" y="1722422"/>
                  <a:pt x="0" y="1819747"/>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3047448-B351-F6AE-C95A-FE32F577BF01}"/>
              </a:ext>
            </a:extLst>
          </p:cNvPr>
          <p:cNvGrpSpPr/>
          <p:nvPr/>
        </p:nvGrpSpPr>
        <p:grpSpPr>
          <a:xfrm>
            <a:off x="1466444" y="241909"/>
            <a:ext cx="622998" cy="603780"/>
            <a:chOff x="956986" y="763233"/>
            <a:chExt cx="622998" cy="603780"/>
          </a:xfrm>
        </p:grpSpPr>
        <p:pic>
          <p:nvPicPr>
            <p:cNvPr id="3" name="Picture 2" descr="Enhance your Excel spreadsheets with tables, images and ...">
              <a:extLst>
                <a:ext uri="{FF2B5EF4-FFF2-40B4-BE49-F238E27FC236}">
                  <a16:creationId xmlns:a16="http://schemas.microsoft.com/office/drawing/2014/main" id="{0462DB5D-EB87-78FB-E0AF-1C0991FE0A1B}"/>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4" name="TextBox 3">
              <a:extLst>
                <a:ext uri="{FF2B5EF4-FFF2-40B4-BE49-F238E27FC236}">
                  <a16:creationId xmlns:a16="http://schemas.microsoft.com/office/drawing/2014/main" id="{712285E7-F927-7092-04F0-970231A6F020}"/>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pic>
        <p:nvPicPr>
          <p:cNvPr id="6" name="Picture 5">
            <a:extLst>
              <a:ext uri="{FF2B5EF4-FFF2-40B4-BE49-F238E27FC236}">
                <a16:creationId xmlns:a16="http://schemas.microsoft.com/office/drawing/2014/main" id="{B7C82D8D-5066-1592-E185-16107D664398}"/>
              </a:ext>
            </a:extLst>
          </p:cNvPr>
          <p:cNvPicPr>
            <a:picLocks noChangeAspect="1"/>
          </p:cNvPicPr>
          <p:nvPr/>
        </p:nvPicPr>
        <p:blipFill>
          <a:blip r:embed="rId3"/>
          <a:stretch>
            <a:fillRect/>
          </a:stretch>
        </p:blipFill>
        <p:spPr>
          <a:xfrm>
            <a:off x="2924260" y="312963"/>
            <a:ext cx="3942216" cy="2767764"/>
          </a:xfrm>
          <a:prstGeom prst="rect">
            <a:avLst/>
          </a:prstGeom>
        </p:spPr>
      </p:pic>
      <p:pic>
        <p:nvPicPr>
          <p:cNvPr id="8" name="Picture 7">
            <a:extLst>
              <a:ext uri="{FF2B5EF4-FFF2-40B4-BE49-F238E27FC236}">
                <a16:creationId xmlns:a16="http://schemas.microsoft.com/office/drawing/2014/main" id="{808F7182-63DE-8EAC-2087-EB03D3550FF6}"/>
              </a:ext>
            </a:extLst>
          </p:cNvPr>
          <p:cNvPicPr>
            <a:picLocks noChangeAspect="1"/>
          </p:cNvPicPr>
          <p:nvPr/>
        </p:nvPicPr>
        <p:blipFill>
          <a:blip r:embed="rId4"/>
          <a:stretch>
            <a:fillRect/>
          </a:stretch>
        </p:blipFill>
        <p:spPr>
          <a:xfrm>
            <a:off x="8210752" y="2354421"/>
            <a:ext cx="2976057" cy="2149158"/>
          </a:xfrm>
          <a:prstGeom prst="rect">
            <a:avLst/>
          </a:prstGeom>
        </p:spPr>
      </p:pic>
      <p:grpSp>
        <p:nvGrpSpPr>
          <p:cNvPr id="17" name="Group 16">
            <a:extLst>
              <a:ext uri="{FF2B5EF4-FFF2-40B4-BE49-F238E27FC236}">
                <a16:creationId xmlns:a16="http://schemas.microsoft.com/office/drawing/2014/main" id="{E193D287-7A2C-4435-D7D6-FD0A99E1C201}"/>
              </a:ext>
            </a:extLst>
          </p:cNvPr>
          <p:cNvGrpSpPr/>
          <p:nvPr/>
        </p:nvGrpSpPr>
        <p:grpSpPr>
          <a:xfrm>
            <a:off x="3906645" y="4399984"/>
            <a:ext cx="1651721" cy="889399"/>
            <a:chOff x="3772331" y="3963896"/>
            <a:chExt cx="2350673" cy="1349852"/>
          </a:xfrm>
        </p:grpSpPr>
        <p:pic>
          <p:nvPicPr>
            <p:cNvPr id="9" name="Picture 8" descr="Buy GIS Software | ArcGIS Product Pricing - Esri Store">
              <a:extLst>
                <a:ext uri="{FF2B5EF4-FFF2-40B4-BE49-F238E27FC236}">
                  <a16:creationId xmlns:a16="http://schemas.microsoft.com/office/drawing/2014/main" id="{8DA68175-3CE6-5329-0E84-73A93947A2D0}"/>
                </a:ext>
              </a:extLst>
            </p:cNvPr>
            <p:cNvPicPr>
              <a:picLocks noChangeAspect="1"/>
            </p:cNvPicPr>
            <p:nvPr/>
          </p:nvPicPr>
          <p:blipFill>
            <a:blip r:embed="rId5"/>
            <a:stretch>
              <a:fillRect/>
            </a:stretch>
          </p:blipFill>
          <p:spPr>
            <a:xfrm>
              <a:off x="4224044" y="3963896"/>
              <a:ext cx="1298155" cy="1079365"/>
            </a:xfrm>
            <a:prstGeom prst="rect">
              <a:avLst/>
            </a:prstGeom>
          </p:spPr>
        </p:pic>
        <p:sp>
          <p:nvSpPr>
            <p:cNvPr id="10" name="TextBox 9">
              <a:extLst>
                <a:ext uri="{FF2B5EF4-FFF2-40B4-BE49-F238E27FC236}">
                  <a16:creationId xmlns:a16="http://schemas.microsoft.com/office/drawing/2014/main" id="{988E3680-0C8B-5FA2-80EF-4E66112407A7}"/>
                </a:ext>
              </a:extLst>
            </p:cNvPr>
            <p:cNvSpPr txBox="1"/>
            <p:nvPr/>
          </p:nvSpPr>
          <p:spPr>
            <a:xfrm>
              <a:off x="3772331" y="4893343"/>
              <a:ext cx="2350673" cy="420405"/>
            </a:xfrm>
            <a:prstGeom prst="rect">
              <a:avLst/>
            </a:prstGeom>
            <a:noFill/>
          </p:spPr>
          <p:txBody>
            <a:bodyPr wrap="square" rtlCol="0">
              <a:spAutoFit/>
            </a:bodyPr>
            <a:lstStyle/>
            <a:p>
              <a:pPr algn="ctr"/>
              <a:r>
                <a:rPr lang="en-US" sz="1200" dirty="0"/>
                <a:t>ArcGIS Online</a:t>
              </a:r>
            </a:p>
          </p:txBody>
        </p:sp>
      </p:grpSp>
      <p:grpSp>
        <p:nvGrpSpPr>
          <p:cNvPr id="15" name="Group 14">
            <a:extLst>
              <a:ext uri="{FF2B5EF4-FFF2-40B4-BE49-F238E27FC236}">
                <a16:creationId xmlns:a16="http://schemas.microsoft.com/office/drawing/2014/main" id="{404BAFDD-F7F9-C609-3EA9-9BB590308389}"/>
              </a:ext>
            </a:extLst>
          </p:cNvPr>
          <p:cNvGrpSpPr/>
          <p:nvPr/>
        </p:nvGrpSpPr>
        <p:grpSpPr>
          <a:xfrm>
            <a:off x="5271956" y="5486401"/>
            <a:ext cx="1138136" cy="924792"/>
            <a:chOff x="5271956" y="5486401"/>
            <a:chExt cx="1138136" cy="924792"/>
          </a:xfrm>
        </p:grpSpPr>
        <p:pic>
          <p:nvPicPr>
            <p:cNvPr id="11" name="Picture 10" descr="A diagram of a feature layer showing point, multipoint, polyline, polygon, and multipatch as possible geometric types">
              <a:extLst>
                <a:ext uri="{FF2B5EF4-FFF2-40B4-BE49-F238E27FC236}">
                  <a16:creationId xmlns:a16="http://schemas.microsoft.com/office/drawing/2014/main" id="{4F7E892A-1AF4-32F9-E8F1-186202DACB00}"/>
                </a:ext>
              </a:extLst>
            </p:cNvPr>
            <p:cNvPicPr>
              <a:picLocks noChangeAspect="1"/>
            </p:cNvPicPr>
            <p:nvPr/>
          </p:nvPicPr>
          <p:blipFill>
            <a:blip r:embed="rId6"/>
            <a:srcRect l="40239" t="52257" r="39899" b="11474"/>
            <a:stretch>
              <a:fillRect/>
            </a:stretch>
          </p:blipFill>
          <p:spPr>
            <a:xfrm>
              <a:off x="5476237" y="5486401"/>
              <a:ext cx="729574" cy="749030"/>
            </a:xfrm>
            <a:prstGeom prst="rect">
              <a:avLst/>
            </a:prstGeom>
          </p:spPr>
        </p:pic>
        <p:sp>
          <p:nvSpPr>
            <p:cNvPr id="13" name="TextBox 12">
              <a:extLst>
                <a:ext uri="{FF2B5EF4-FFF2-40B4-BE49-F238E27FC236}">
                  <a16:creationId xmlns:a16="http://schemas.microsoft.com/office/drawing/2014/main" id="{F4BE5D1A-2F91-BD6D-F25B-9D1092B2A704}"/>
                </a:ext>
              </a:extLst>
            </p:cNvPr>
            <p:cNvSpPr txBox="1"/>
            <p:nvPr/>
          </p:nvSpPr>
          <p:spPr>
            <a:xfrm>
              <a:off x="5271956" y="6164972"/>
              <a:ext cx="1138136" cy="246221"/>
            </a:xfrm>
            <a:prstGeom prst="rect">
              <a:avLst/>
            </a:prstGeom>
            <a:noFill/>
          </p:spPr>
          <p:txBody>
            <a:bodyPr wrap="square" rtlCol="0">
              <a:spAutoFit/>
            </a:bodyPr>
            <a:lstStyle/>
            <a:p>
              <a:pPr algn="ctr"/>
              <a:r>
                <a:rPr lang="en-US" sz="1000" dirty="0"/>
                <a:t>Feature Layer</a:t>
              </a:r>
            </a:p>
          </p:txBody>
        </p:sp>
      </p:grpSp>
      <p:grpSp>
        <p:nvGrpSpPr>
          <p:cNvPr id="16" name="Group 15">
            <a:extLst>
              <a:ext uri="{FF2B5EF4-FFF2-40B4-BE49-F238E27FC236}">
                <a16:creationId xmlns:a16="http://schemas.microsoft.com/office/drawing/2014/main" id="{A2C5E197-7950-D37A-0A17-5553365FEF81}"/>
              </a:ext>
            </a:extLst>
          </p:cNvPr>
          <p:cNvGrpSpPr/>
          <p:nvPr/>
        </p:nvGrpSpPr>
        <p:grpSpPr>
          <a:xfrm>
            <a:off x="2837748" y="5352232"/>
            <a:ext cx="1527240" cy="1058961"/>
            <a:chOff x="2837748" y="5352232"/>
            <a:chExt cx="1527240" cy="1058961"/>
          </a:xfrm>
        </p:grpSpPr>
        <p:pic>
          <p:nvPicPr>
            <p:cNvPr id="12" name="Picture 11" descr="ArcGIS Experience Builder and ArcGIS Web AppBuilder at Esri ...">
              <a:extLst>
                <a:ext uri="{FF2B5EF4-FFF2-40B4-BE49-F238E27FC236}">
                  <a16:creationId xmlns:a16="http://schemas.microsoft.com/office/drawing/2014/main" id="{AEB0CE5D-2CF0-EB08-663C-3115CE2133B8}"/>
                </a:ext>
              </a:extLst>
            </p:cNvPr>
            <p:cNvPicPr>
              <a:picLocks noChangeAspect="1"/>
            </p:cNvPicPr>
            <p:nvPr/>
          </p:nvPicPr>
          <p:blipFill>
            <a:blip r:embed="rId7"/>
            <a:srcRect r="47981"/>
            <a:stretch>
              <a:fillRect/>
            </a:stretch>
          </p:blipFill>
          <p:spPr>
            <a:xfrm>
              <a:off x="3137010" y="5352232"/>
              <a:ext cx="928716" cy="1008517"/>
            </a:xfrm>
            <a:prstGeom prst="rect">
              <a:avLst/>
            </a:prstGeom>
          </p:spPr>
        </p:pic>
        <p:sp>
          <p:nvSpPr>
            <p:cNvPr id="14" name="TextBox 13">
              <a:extLst>
                <a:ext uri="{FF2B5EF4-FFF2-40B4-BE49-F238E27FC236}">
                  <a16:creationId xmlns:a16="http://schemas.microsoft.com/office/drawing/2014/main" id="{AAC45B44-B37F-B4F0-D9C5-7B975D2EB634}"/>
                </a:ext>
              </a:extLst>
            </p:cNvPr>
            <p:cNvSpPr txBox="1"/>
            <p:nvPr/>
          </p:nvSpPr>
          <p:spPr>
            <a:xfrm>
              <a:off x="2837748" y="6164972"/>
              <a:ext cx="1527240" cy="246221"/>
            </a:xfrm>
            <a:prstGeom prst="rect">
              <a:avLst/>
            </a:prstGeom>
            <a:noFill/>
          </p:spPr>
          <p:txBody>
            <a:bodyPr wrap="square" rtlCol="0">
              <a:spAutoFit/>
            </a:bodyPr>
            <a:lstStyle/>
            <a:p>
              <a:pPr algn="ctr"/>
              <a:r>
                <a:rPr lang="en-US" sz="1000" dirty="0"/>
                <a:t>Experience Builder</a:t>
              </a:r>
            </a:p>
          </p:txBody>
        </p:sp>
      </p:grpSp>
      <p:sp>
        <p:nvSpPr>
          <p:cNvPr id="18" name="Left Bracket 17">
            <a:extLst>
              <a:ext uri="{FF2B5EF4-FFF2-40B4-BE49-F238E27FC236}">
                <a16:creationId xmlns:a16="http://schemas.microsoft.com/office/drawing/2014/main" id="{93206ECF-11F2-BD8C-69FC-060A6AA0F6D5}"/>
              </a:ext>
            </a:extLst>
          </p:cNvPr>
          <p:cNvSpPr/>
          <p:nvPr/>
        </p:nvSpPr>
        <p:spPr>
          <a:xfrm rot="5400000">
            <a:off x="4677429" y="3347535"/>
            <a:ext cx="45719" cy="3942214"/>
          </a:xfrm>
          <a:prstGeom prst="leftBracket">
            <a:avLst/>
          </a:prstGeom>
          <a:effectLst>
            <a:glow rad="127000">
              <a:schemeClr val="bg1">
                <a:lumMod val="95000"/>
                <a:alpha val="90000"/>
              </a:schemeClr>
            </a:glo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28" name="Group 27">
            <a:extLst>
              <a:ext uri="{FF2B5EF4-FFF2-40B4-BE49-F238E27FC236}">
                <a16:creationId xmlns:a16="http://schemas.microsoft.com/office/drawing/2014/main" id="{E9606D63-5F5D-9254-899F-8548AEF49430}"/>
              </a:ext>
            </a:extLst>
          </p:cNvPr>
          <p:cNvGrpSpPr/>
          <p:nvPr/>
        </p:nvGrpSpPr>
        <p:grpSpPr>
          <a:xfrm>
            <a:off x="311691" y="3825110"/>
            <a:ext cx="1527240" cy="1053925"/>
            <a:chOff x="632704" y="3572763"/>
            <a:chExt cx="1527240" cy="1053925"/>
          </a:xfrm>
        </p:grpSpPr>
        <p:pic>
          <p:nvPicPr>
            <p:cNvPr id="19" name="Picture 18" descr="App - ArcGIS Survey123">
              <a:extLst>
                <a:ext uri="{FF2B5EF4-FFF2-40B4-BE49-F238E27FC236}">
                  <a16:creationId xmlns:a16="http://schemas.microsoft.com/office/drawing/2014/main" id="{01CCA45F-9AC7-EB57-3399-C3A6163FF143}"/>
                </a:ext>
              </a:extLst>
            </p:cNvPr>
            <p:cNvPicPr>
              <a:picLocks noChangeAspect="1"/>
            </p:cNvPicPr>
            <p:nvPr/>
          </p:nvPicPr>
          <p:blipFill>
            <a:blip r:embed="rId8"/>
            <a:stretch>
              <a:fillRect/>
            </a:stretch>
          </p:blipFill>
          <p:spPr>
            <a:xfrm>
              <a:off x="1005191" y="3572763"/>
              <a:ext cx="782266" cy="782266"/>
            </a:xfrm>
            <a:prstGeom prst="rect">
              <a:avLst/>
            </a:prstGeom>
          </p:spPr>
        </p:pic>
        <p:sp>
          <p:nvSpPr>
            <p:cNvPr id="20" name="TextBox 19">
              <a:extLst>
                <a:ext uri="{FF2B5EF4-FFF2-40B4-BE49-F238E27FC236}">
                  <a16:creationId xmlns:a16="http://schemas.microsoft.com/office/drawing/2014/main" id="{1CABE73D-55A3-A1BB-6544-C7C4220AE85F}"/>
                </a:ext>
              </a:extLst>
            </p:cNvPr>
            <p:cNvSpPr txBox="1"/>
            <p:nvPr/>
          </p:nvSpPr>
          <p:spPr>
            <a:xfrm>
              <a:off x="632704" y="4380467"/>
              <a:ext cx="1527240" cy="246221"/>
            </a:xfrm>
            <a:prstGeom prst="rect">
              <a:avLst/>
            </a:prstGeom>
            <a:noFill/>
          </p:spPr>
          <p:txBody>
            <a:bodyPr wrap="square" rtlCol="0">
              <a:spAutoFit/>
            </a:bodyPr>
            <a:lstStyle/>
            <a:p>
              <a:pPr algn="ctr"/>
              <a:r>
                <a:rPr lang="en-US" sz="1000" dirty="0"/>
                <a:t>Survey 123</a:t>
              </a:r>
            </a:p>
          </p:txBody>
        </p:sp>
      </p:grpSp>
      <p:sp>
        <p:nvSpPr>
          <p:cNvPr id="23" name="Freeform: Shape 22">
            <a:extLst>
              <a:ext uri="{FF2B5EF4-FFF2-40B4-BE49-F238E27FC236}">
                <a16:creationId xmlns:a16="http://schemas.microsoft.com/office/drawing/2014/main" id="{0444A720-0743-A403-29F0-D186B9756847}"/>
              </a:ext>
            </a:extLst>
          </p:cNvPr>
          <p:cNvSpPr/>
          <p:nvPr/>
        </p:nvSpPr>
        <p:spPr>
          <a:xfrm>
            <a:off x="1698575" y="1520481"/>
            <a:ext cx="1225685" cy="170345"/>
          </a:xfrm>
          <a:custGeom>
            <a:avLst/>
            <a:gdLst>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60803"/>
              <a:gd name="csX1" fmla="*/ 1225685 w 1225685"/>
              <a:gd name="csY1" fmla="*/ 0 h 160803"/>
              <a:gd name="csX0" fmla="*/ 0 w 1225685"/>
              <a:gd name="csY0" fmla="*/ 155642 h 170345"/>
              <a:gd name="csX1" fmla="*/ 1225685 w 1225685"/>
              <a:gd name="csY1" fmla="*/ 0 h 170345"/>
            </a:gdLst>
            <a:ahLst/>
            <a:cxnLst>
              <a:cxn ang="0">
                <a:pos x="csX0" y="csY0"/>
              </a:cxn>
              <a:cxn ang="0">
                <a:pos x="csX1" y="csY1"/>
              </a:cxn>
            </a:cxnLst>
            <a:rect l="l" t="t" r="r" b="b"/>
            <a:pathLst>
              <a:path w="1225685" h="170345">
                <a:moveTo>
                  <a:pt x="0" y="155642"/>
                </a:moveTo>
                <a:cubicBezTo>
                  <a:pt x="437745" y="192273"/>
                  <a:pt x="724565" y="167554"/>
                  <a:pt x="1225685" y="0"/>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38DCF909-18C6-CCE8-304F-CBCC5920211B}"/>
              </a:ext>
            </a:extLst>
          </p:cNvPr>
          <p:cNvSpPr/>
          <p:nvPr/>
        </p:nvSpPr>
        <p:spPr>
          <a:xfrm>
            <a:off x="6955277" y="1741251"/>
            <a:ext cx="2091446" cy="671209"/>
          </a:xfrm>
          <a:custGeom>
            <a:avLst/>
            <a:gdLst>
              <a:gd name="csX0" fmla="*/ 0 w 2091446"/>
              <a:gd name="csY0" fmla="*/ 0 h 671209"/>
              <a:gd name="csX1" fmla="*/ 2091446 w 2091446"/>
              <a:gd name="csY1" fmla="*/ 671209 h 671209"/>
              <a:gd name="csX0" fmla="*/ 0 w 2091446"/>
              <a:gd name="csY0" fmla="*/ 0 h 671209"/>
              <a:gd name="csX1" fmla="*/ 2091446 w 2091446"/>
              <a:gd name="csY1" fmla="*/ 671209 h 671209"/>
              <a:gd name="csX0" fmla="*/ 0 w 2091446"/>
              <a:gd name="csY0" fmla="*/ 0 h 671209"/>
              <a:gd name="csX1" fmla="*/ 2091446 w 2091446"/>
              <a:gd name="csY1" fmla="*/ 671209 h 671209"/>
            </a:gdLst>
            <a:ahLst/>
            <a:cxnLst>
              <a:cxn ang="0">
                <a:pos x="csX0" y="csY0"/>
              </a:cxn>
              <a:cxn ang="0">
                <a:pos x="csX1" y="csY1"/>
              </a:cxn>
            </a:cxnLst>
            <a:rect l="l" t="t" r="r" b="b"/>
            <a:pathLst>
              <a:path w="2091446" h="671209">
                <a:moveTo>
                  <a:pt x="0" y="0"/>
                </a:moveTo>
                <a:cubicBezTo>
                  <a:pt x="765243" y="155642"/>
                  <a:pt x="1491573" y="301558"/>
                  <a:pt x="2091446" y="671209"/>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819A01B-DAF9-47BA-8B3E-D37DCA563D18}"/>
              </a:ext>
            </a:extLst>
          </p:cNvPr>
          <p:cNvSpPr/>
          <p:nvPr/>
        </p:nvSpPr>
        <p:spPr>
          <a:xfrm>
            <a:off x="6624536" y="4591455"/>
            <a:ext cx="3083668" cy="1284051"/>
          </a:xfrm>
          <a:custGeom>
            <a:avLst/>
            <a:gdLst>
              <a:gd name="csX0" fmla="*/ 3083668 w 3083668"/>
              <a:gd name="csY0" fmla="*/ 0 h 1284051"/>
              <a:gd name="csX1" fmla="*/ 0 w 3083668"/>
              <a:gd name="csY1" fmla="*/ 1284051 h 1284051"/>
              <a:gd name="csX0" fmla="*/ 3083668 w 3083668"/>
              <a:gd name="csY0" fmla="*/ 0 h 1284051"/>
              <a:gd name="csX1" fmla="*/ 0 w 3083668"/>
              <a:gd name="csY1" fmla="*/ 1284051 h 1284051"/>
              <a:gd name="csX0" fmla="*/ 3083668 w 3083668"/>
              <a:gd name="csY0" fmla="*/ 0 h 1284051"/>
              <a:gd name="csX1" fmla="*/ 0 w 3083668"/>
              <a:gd name="csY1" fmla="*/ 1284051 h 1284051"/>
            </a:gdLst>
            <a:ahLst/>
            <a:cxnLst>
              <a:cxn ang="0">
                <a:pos x="csX0" y="csY0"/>
              </a:cxn>
              <a:cxn ang="0">
                <a:pos x="csX1" y="csY1"/>
              </a:cxn>
            </a:cxnLst>
            <a:rect l="l" t="t" r="r" b="b"/>
            <a:pathLst>
              <a:path w="3083668" h="1284051">
                <a:moveTo>
                  <a:pt x="3083668" y="0"/>
                </a:moveTo>
                <a:cubicBezTo>
                  <a:pt x="2707533" y="1468877"/>
                  <a:pt x="1115438" y="1118681"/>
                  <a:pt x="0" y="128405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0B49C01-5B12-B60B-9D1F-77900E024B99}"/>
              </a:ext>
            </a:extLst>
          </p:cNvPr>
          <p:cNvCxnSpPr/>
          <p:nvPr/>
        </p:nvCxnSpPr>
        <p:spPr>
          <a:xfrm flipH="1">
            <a:off x="4270006" y="5856490"/>
            <a:ext cx="866198" cy="0"/>
          </a:xfrm>
          <a:prstGeom prst="straightConnector1">
            <a:avLst/>
          </a:prstGeom>
          <a:ln>
            <a:solidFill>
              <a:schemeClr val="bg1">
                <a:lumMod val="75000"/>
              </a:schemeClr>
            </a:solidFill>
            <a:tailEnd type="triangle" w="med" len="lg"/>
          </a:ln>
        </p:spPr>
        <p:style>
          <a:lnRef idx="2">
            <a:schemeClr val="accent1"/>
          </a:lnRef>
          <a:fillRef idx="0">
            <a:schemeClr val="accent1"/>
          </a:fillRef>
          <a:effectRef idx="1">
            <a:schemeClr val="accent1"/>
          </a:effectRef>
          <a:fontRef idx="minor">
            <a:schemeClr val="tx1"/>
          </a:fontRef>
        </p:style>
      </p:cxnSp>
      <p:sp>
        <p:nvSpPr>
          <p:cNvPr id="29" name="Freeform: Shape 28">
            <a:extLst>
              <a:ext uri="{FF2B5EF4-FFF2-40B4-BE49-F238E27FC236}">
                <a16:creationId xmlns:a16="http://schemas.microsoft.com/office/drawing/2014/main" id="{97AD3633-5493-573A-A57D-9E890C792950}"/>
              </a:ext>
            </a:extLst>
          </p:cNvPr>
          <p:cNvSpPr/>
          <p:nvPr/>
        </p:nvSpPr>
        <p:spPr>
          <a:xfrm>
            <a:off x="1050393" y="5058383"/>
            <a:ext cx="1790083" cy="749030"/>
          </a:xfrm>
          <a:custGeom>
            <a:avLst/>
            <a:gdLst>
              <a:gd name="csX0" fmla="*/ 1789890 w 1789890"/>
              <a:gd name="csY0" fmla="*/ 749030 h 749030"/>
              <a:gd name="csX1" fmla="*/ 0 w 1789890"/>
              <a:gd name="csY1" fmla="*/ 0 h 749030"/>
              <a:gd name="csX0" fmla="*/ 1789890 w 1789890"/>
              <a:gd name="csY0" fmla="*/ 749030 h 749030"/>
              <a:gd name="csX1" fmla="*/ 0 w 1789890"/>
              <a:gd name="csY1" fmla="*/ 0 h 749030"/>
              <a:gd name="csX0" fmla="*/ 1789890 w 1789890"/>
              <a:gd name="csY0" fmla="*/ 749030 h 749030"/>
              <a:gd name="csX1" fmla="*/ 0 w 1789890"/>
              <a:gd name="csY1" fmla="*/ 0 h 749030"/>
              <a:gd name="csX0" fmla="*/ 1790083 w 1790083"/>
              <a:gd name="csY0" fmla="*/ 749030 h 749030"/>
              <a:gd name="csX1" fmla="*/ 193 w 1790083"/>
              <a:gd name="csY1" fmla="*/ 0 h 749030"/>
            </a:gdLst>
            <a:ahLst/>
            <a:cxnLst>
              <a:cxn ang="0">
                <a:pos x="csX0" y="csY0"/>
              </a:cxn>
              <a:cxn ang="0">
                <a:pos x="csX1" y="csY1"/>
              </a:cxn>
            </a:cxnLst>
            <a:rect l="l" t="t" r="r" b="b"/>
            <a:pathLst>
              <a:path w="1790083" h="749030">
                <a:moveTo>
                  <a:pt x="1790083" y="749030"/>
                </a:moveTo>
                <a:cubicBezTo>
                  <a:pt x="989173" y="723089"/>
                  <a:pt x="-16020" y="560963"/>
                  <a:pt x="193"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FE4F82EB-1018-C6CF-B177-123EE9B65213}"/>
              </a:ext>
            </a:extLst>
          </p:cNvPr>
          <p:cNvSpPr/>
          <p:nvPr/>
        </p:nvSpPr>
        <p:spPr>
          <a:xfrm>
            <a:off x="1108952" y="3014034"/>
            <a:ext cx="667549" cy="682477"/>
          </a:xfrm>
          <a:custGeom>
            <a:avLst/>
            <a:gdLst>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667549"/>
              <a:gd name="csY0" fmla="*/ 682477 h 682477"/>
              <a:gd name="csX1" fmla="*/ 667549 w 667549"/>
              <a:gd name="csY1" fmla="*/ 0 h 682477"/>
              <a:gd name="csX0" fmla="*/ 0 w 667549"/>
              <a:gd name="csY0" fmla="*/ 682477 h 682477"/>
              <a:gd name="csX1" fmla="*/ 667549 w 667549"/>
              <a:gd name="csY1" fmla="*/ 0 h 682477"/>
              <a:gd name="csX0" fmla="*/ 0 w 667549"/>
              <a:gd name="csY0" fmla="*/ 682477 h 682477"/>
              <a:gd name="csX1" fmla="*/ 667549 w 667549"/>
              <a:gd name="csY1" fmla="*/ 0 h 682477"/>
            </a:gdLst>
            <a:ahLst/>
            <a:cxnLst>
              <a:cxn ang="0">
                <a:pos x="csX0" y="csY0"/>
              </a:cxn>
              <a:cxn ang="0">
                <a:pos x="csX1" y="csY1"/>
              </a:cxn>
            </a:cxnLst>
            <a:rect l="l" t="t" r="r" b="b"/>
            <a:pathLst>
              <a:path w="667549" h="682477">
                <a:moveTo>
                  <a:pt x="0" y="682477"/>
                </a:moveTo>
                <a:cubicBezTo>
                  <a:pt x="59041" y="401915"/>
                  <a:pt x="83504" y="80518"/>
                  <a:pt x="667549"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C0C2B12-6EE0-65F3-E58C-7B7B97C13F6B}"/>
              </a:ext>
            </a:extLst>
          </p:cNvPr>
          <p:cNvSpPr/>
          <p:nvPr/>
        </p:nvSpPr>
        <p:spPr>
          <a:xfrm>
            <a:off x="493487" y="3777808"/>
            <a:ext cx="1225685" cy="1182524"/>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549503-DBBF-AB98-796C-BC52F201C067}"/>
              </a:ext>
            </a:extLst>
          </p:cNvPr>
          <p:cNvSpPr txBox="1"/>
          <p:nvPr/>
        </p:nvSpPr>
        <p:spPr>
          <a:xfrm>
            <a:off x="4165473" y="2745322"/>
            <a:ext cx="2040337" cy="307777"/>
          </a:xfrm>
          <a:prstGeom prst="rect">
            <a:avLst/>
          </a:prstGeom>
          <a:noFill/>
        </p:spPr>
        <p:txBody>
          <a:bodyPr wrap="square" rtlCol="0">
            <a:spAutoFit/>
          </a:bodyPr>
          <a:lstStyle/>
          <a:p>
            <a:pPr algn="ctr"/>
            <a:r>
              <a:rPr lang="en-US" sz="1400" dirty="0"/>
              <a:t>Relational database</a:t>
            </a:r>
          </a:p>
        </p:txBody>
      </p:sp>
      <p:sp>
        <p:nvSpPr>
          <p:cNvPr id="7" name="TextBox 6">
            <a:extLst>
              <a:ext uri="{FF2B5EF4-FFF2-40B4-BE49-F238E27FC236}">
                <a16:creationId xmlns:a16="http://schemas.microsoft.com/office/drawing/2014/main" id="{63472318-5582-5699-9488-32C095C09682}"/>
              </a:ext>
            </a:extLst>
          </p:cNvPr>
          <p:cNvSpPr txBox="1"/>
          <p:nvPr/>
        </p:nvSpPr>
        <p:spPr>
          <a:xfrm>
            <a:off x="9112090" y="4283678"/>
            <a:ext cx="1574629" cy="307777"/>
          </a:xfrm>
          <a:prstGeom prst="rect">
            <a:avLst/>
          </a:prstGeom>
          <a:noFill/>
        </p:spPr>
        <p:txBody>
          <a:bodyPr wrap="square" rtlCol="0">
            <a:spAutoFit/>
          </a:bodyPr>
          <a:lstStyle/>
          <a:p>
            <a:pPr algn="ctr"/>
            <a:r>
              <a:rPr lang="en-US" sz="1400" dirty="0"/>
              <a:t>tables to publish</a:t>
            </a:r>
          </a:p>
        </p:txBody>
      </p:sp>
      <p:grpSp>
        <p:nvGrpSpPr>
          <p:cNvPr id="33" name="Group 32">
            <a:extLst>
              <a:ext uri="{FF2B5EF4-FFF2-40B4-BE49-F238E27FC236}">
                <a16:creationId xmlns:a16="http://schemas.microsoft.com/office/drawing/2014/main" id="{067C7581-9B46-C1CD-96C3-42E353920AF4}"/>
              </a:ext>
            </a:extLst>
          </p:cNvPr>
          <p:cNvGrpSpPr/>
          <p:nvPr/>
        </p:nvGrpSpPr>
        <p:grpSpPr>
          <a:xfrm>
            <a:off x="1014044" y="1453640"/>
            <a:ext cx="705128" cy="603675"/>
            <a:chOff x="907870" y="763233"/>
            <a:chExt cx="705128" cy="603675"/>
          </a:xfrm>
        </p:grpSpPr>
        <p:pic>
          <p:nvPicPr>
            <p:cNvPr id="34" name="Picture 33" descr="Enhance your Excel spreadsheets with tables, images and ...">
              <a:extLst>
                <a:ext uri="{FF2B5EF4-FFF2-40B4-BE49-F238E27FC236}">
                  <a16:creationId xmlns:a16="http://schemas.microsoft.com/office/drawing/2014/main" id="{7177729B-DC99-0028-97E8-C3EC4196C8C7}"/>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35" name="TextBox 34">
              <a:extLst>
                <a:ext uri="{FF2B5EF4-FFF2-40B4-BE49-F238E27FC236}">
                  <a16:creationId xmlns:a16="http://schemas.microsoft.com/office/drawing/2014/main" id="{BC99B1FF-3BD7-E65B-8B7F-B4353E5AE681}"/>
                </a:ext>
              </a:extLst>
            </p:cNvPr>
            <p:cNvSpPr txBox="1"/>
            <p:nvPr/>
          </p:nvSpPr>
          <p:spPr>
            <a:xfrm>
              <a:off x="907870" y="1120687"/>
              <a:ext cx="705128" cy="246221"/>
            </a:xfrm>
            <a:prstGeom prst="rect">
              <a:avLst/>
            </a:prstGeom>
            <a:noFill/>
          </p:spPr>
          <p:txBody>
            <a:bodyPr wrap="square" rtlCol="0">
              <a:spAutoFit/>
            </a:bodyPr>
            <a:lstStyle/>
            <a:p>
              <a:pPr algn="ctr"/>
              <a:r>
                <a:rPr lang="en-US" sz="1000" dirty="0"/>
                <a:t>snapshot</a:t>
              </a:r>
            </a:p>
          </p:txBody>
        </p:sp>
      </p:grpSp>
      <p:sp>
        <p:nvSpPr>
          <p:cNvPr id="2" name="Freeform: Shape 1">
            <a:extLst>
              <a:ext uri="{FF2B5EF4-FFF2-40B4-BE49-F238E27FC236}">
                <a16:creationId xmlns:a16="http://schemas.microsoft.com/office/drawing/2014/main" id="{6E70B15B-5A04-7DDA-153D-CC02A3E0C64D}"/>
              </a:ext>
            </a:extLst>
          </p:cNvPr>
          <p:cNvSpPr/>
          <p:nvPr/>
        </p:nvSpPr>
        <p:spPr>
          <a:xfrm>
            <a:off x="734484" y="425513"/>
            <a:ext cx="587322" cy="1186004"/>
          </a:xfrm>
          <a:custGeom>
            <a:avLst/>
            <a:gdLst>
              <a:gd name="csX0" fmla="*/ 316871 w 316871"/>
              <a:gd name="csY0" fmla="*/ 0 h 1186004"/>
              <a:gd name="csX1" fmla="*/ 0 w 316871"/>
              <a:gd name="csY1" fmla="*/ 1186004 h 1186004"/>
              <a:gd name="csX0" fmla="*/ 321428 w 321428"/>
              <a:gd name="csY0" fmla="*/ 0 h 1186004"/>
              <a:gd name="csX1" fmla="*/ 4557 w 321428"/>
              <a:gd name="csY1" fmla="*/ 1186004 h 1186004"/>
              <a:gd name="csX0" fmla="*/ 587322 w 587322"/>
              <a:gd name="csY0" fmla="*/ 0 h 1186004"/>
              <a:gd name="csX1" fmla="*/ 270451 w 587322"/>
              <a:gd name="csY1" fmla="*/ 1186004 h 1186004"/>
            </a:gdLst>
            <a:ahLst/>
            <a:cxnLst>
              <a:cxn ang="0">
                <a:pos x="csX0" y="csY0"/>
              </a:cxn>
              <a:cxn ang="0">
                <a:pos x="csX1" y="csY1"/>
              </a:cxn>
            </a:cxnLst>
            <a:rect l="l" t="t" r="r" b="b"/>
            <a:pathLst>
              <a:path w="587322" h="1186004">
                <a:moveTo>
                  <a:pt x="587322" y="0"/>
                </a:moveTo>
                <a:cubicBezTo>
                  <a:pt x="47132" y="69410"/>
                  <a:pt x="-248614" y="1035113"/>
                  <a:pt x="270451" y="1186004"/>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50175EB2-9FBE-7FBA-E6FA-88ED70757978}"/>
              </a:ext>
            </a:extLst>
          </p:cNvPr>
          <p:cNvSpPr txBox="1"/>
          <p:nvPr/>
        </p:nvSpPr>
        <p:spPr>
          <a:xfrm>
            <a:off x="1431029" y="799045"/>
            <a:ext cx="692003" cy="215444"/>
          </a:xfrm>
          <a:prstGeom prst="rect">
            <a:avLst/>
          </a:prstGeom>
          <a:noFill/>
        </p:spPr>
        <p:txBody>
          <a:bodyPr wrap="square" rtlCol="0">
            <a:spAutoFit/>
          </a:bodyPr>
          <a:lstStyle/>
          <a:p>
            <a:r>
              <a:rPr lang="en-US" sz="800" dirty="0">
                <a:solidFill>
                  <a:schemeClr val="tx1">
                    <a:lumMod val="65000"/>
                    <a:lumOff val="35000"/>
                  </a:schemeClr>
                </a:solidFill>
              </a:rPr>
              <a:t>6/23/2026</a:t>
            </a:r>
          </a:p>
        </p:txBody>
      </p:sp>
      <p:sp>
        <p:nvSpPr>
          <p:cNvPr id="39" name="TextBox 38">
            <a:extLst>
              <a:ext uri="{FF2B5EF4-FFF2-40B4-BE49-F238E27FC236}">
                <a16:creationId xmlns:a16="http://schemas.microsoft.com/office/drawing/2014/main" id="{34ACC4D5-9E72-0DAC-9681-B6ABD71BC02B}"/>
              </a:ext>
            </a:extLst>
          </p:cNvPr>
          <p:cNvSpPr txBox="1"/>
          <p:nvPr/>
        </p:nvSpPr>
        <p:spPr>
          <a:xfrm>
            <a:off x="6624536" y="531283"/>
            <a:ext cx="2976056" cy="553998"/>
          </a:xfrm>
          <a:prstGeom prst="rect">
            <a:avLst/>
          </a:prstGeom>
          <a:noFill/>
        </p:spPr>
        <p:txBody>
          <a:bodyPr wrap="square" rtlCol="0">
            <a:spAutoFit/>
          </a:bodyPr>
          <a:lstStyle/>
          <a:p>
            <a:r>
              <a:rPr lang="en-US" sz="1000" dirty="0">
                <a:solidFill>
                  <a:schemeClr val="tx2">
                    <a:lumMod val="50000"/>
                    <a:lumOff val="50000"/>
                  </a:schemeClr>
                </a:solidFill>
              </a:rPr>
              <a:t>Enforceable data integrity</a:t>
            </a:r>
          </a:p>
          <a:p>
            <a:r>
              <a:rPr lang="en-US" sz="1000" dirty="0">
                <a:solidFill>
                  <a:schemeClr val="tx2">
                    <a:lumMod val="50000"/>
                    <a:lumOff val="50000"/>
                  </a:schemeClr>
                </a:solidFill>
              </a:rPr>
              <a:t>Enables automated data manipulation</a:t>
            </a:r>
          </a:p>
          <a:p>
            <a:r>
              <a:rPr lang="en-US" sz="1000" dirty="0">
                <a:solidFill>
                  <a:schemeClr val="tx2">
                    <a:lumMod val="50000"/>
                    <a:lumOff val="50000"/>
                  </a:schemeClr>
                </a:solidFill>
              </a:rPr>
              <a:t>Enables automated data views</a:t>
            </a:r>
          </a:p>
        </p:txBody>
      </p:sp>
      <p:sp>
        <p:nvSpPr>
          <p:cNvPr id="41" name="TextBox 40">
            <a:extLst>
              <a:ext uri="{FF2B5EF4-FFF2-40B4-BE49-F238E27FC236}">
                <a16:creationId xmlns:a16="http://schemas.microsoft.com/office/drawing/2014/main" id="{601C28DC-7560-8771-161A-36CD251E943B}"/>
              </a:ext>
            </a:extLst>
          </p:cNvPr>
          <p:cNvSpPr txBox="1"/>
          <p:nvPr/>
        </p:nvSpPr>
        <p:spPr>
          <a:xfrm>
            <a:off x="4270006" y="6545037"/>
            <a:ext cx="866198" cy="246221"/>
          </a:xfrm>
          <a:prstGeom prst="rect">
            <a:avLst/>
          </a:prstGeom>
          <a:noFill/>
        </p:spPr>
        <p:txBody>
          <a:bodyPr wrap="square" rtlCol="0">
            <a:spAutoFit/>
          </a:bodyPr>
          <a:lstStyle/>
          <a:p>
            <a:r>
              <a:rPr lang="en-US" sz="1000" dirty="0">
                <a:solidFill>
                  <a:schemeClr val="tx2">
                    <a:lumMod val="50000"/>
                    <a:lumOff val="50000"/>
                  </a:schemeClr>
                </a:solidFill>
              </a:rPr>
              <a:t>Sharing</a:t>
            </a:r>
          </a:p>
        </p:txBody>
      </p:sp>
      <p:sp>
        <p:nvSpPr>
          <p:cNvPr id="43" name="TextBox 42">
            <a:extLst>
              <a:ext uri="{FF2B5EF4-FFF2-40B4-BE49-F238E27FC236}">
                <a16:creationId xmlns:a16="http://schemas.microsoft.com/office/drawing/2014/main" id="{D6889D99-37D1-BFB2-809A-41214F78FAE0}"/>
              </a:ext>
            </a:extLst>
          </p:cNvPr>
          <p:cNvSpPr txBox="1"/>
          <p:nvPr/>
        </p:nvSpPr>
        <p:spPr>
          <a:xfrm>
            <a:off x="10097375" y="3563786"/>
            <a:ext cx="1971344" cy="400110"/>
          </a:xfrm>
          <a:prstGeom prst="rect">
            <a:avLst/>
          </a:prstGeom>
          <a:noFill/>
        </p:spPr>
        <p:txBody>
          <a:bodyPr wrap="square" rtlCol="0">
            <a:spAutoFit/>
          </a:bodyPr>
          <a:lstStyle/>
          <a:p>
            <a:r>
              <a:rPr lang="en-US" sz="1000" dirty="0">
                <a:solidFill>
                  <a:schemeClr val="tx2">
                    <a:lumMod val="50000"/>
                    <a:lumOff val="50000"/>
                  </a:schemeClr>
                </a:solidFill>
              </a:rPr>
              <a:t>Organized for human interaction</a:t>
            </a:r>
          </a:p>
          <a:p>
            <a:r>
              <a:rPr lang="en-US" sz="1000" dirty="0">
                <a:solidFill>
                  <a:schemeClr val="tx2">
                    <a:lumMod val="50000"/>
                    <a:lumOff val="50000"/>
                  </a:schemeClr>
                </a:solidFill>
              </a:rPr>
              <a:t>Supports app UI  (Experience B.)</a:t>
            </a:r>
          </a:p>
        </p:txBody>
      </p:sp>
      <p:sp>
        <p:nvSpPr>
          <p:cNvPr id="44" name="TextBox 43">
            <a:extLst>
              <a:ext uri="{FF2B5EF4-FFF2-40B4-BE49-F238E27FC236}">
                <a16:creationId xmlns:a16="http://schemas.microsoft.com/office/drawing/2014/main" id="{6268258F-81FA-9AA1-054F-0FD315FE1092}"/>
              </a:ext>
            </a:extLst>
          </p:cNvPr>
          <p:cNvSpPr txBox="1"/>
          <p:nvPr/>
        </p:nvSpPr>
        <p:spPr>
          <a:xfrm>
            <a:off x="222890" y="2276856"/>
            <a:ext cx="587322" cy="415498"/>
          </a:xfrm>
          <a:prstGeom prst="rect">
            <a:avLst/>
          </a:prstGeom>
          <a:noFill/>
        </p:spPr>
        <p:txBody>
          <a:bodyPr wrap="square" rtlCol="0">
            <a:spAutoFit/>
          </a:bodyPr>
          <a:lstStyle/>
          <a:p>
            <a:r>
              <a:rPr lang="en-US" sz="1050" dirty="0"/>
              <a:t>List of edits</a:t>
            </a:r>
          </a:p>
        </p:txBody>
      </p:sp>
      <p:sp>
        <p:nvSpPr>
          <p:cNvPr id="46" name="Freeform: Shape 45">
            <a:extLst>
              <a:ext uri="{FF2B5EF4-FFF2-40B4-BE49-F238E27FC236}">
                <a16:creationId xmlns:a16="http://schemas.microsoft.com/office/drawing/2014/main" id="{3B1D2915-3037-DF3A-60E7-90C803308208}"/>
              </a:ext>
            </a:extLst>
          </p:cNvPr>
          <p:cNvSpPr/>
          <p:nvPr/>
        </p:nvSpPr>
        <p:spPr>
          <a:xfrm>
            <a:off x="769545" y="2091350"/>
            <a:ext cx="534154" cy="334979"/>
          </a:xfrm>
          <a:custGeom>
            <a:avLst/>
            <a:gdLst>
              <a:gd name="csX0" fmla="*/ 0 w 534154"/>
              <a:gd name="csY0" fmla="*/ 334979 h 334979"/>
              <a:gd name="csX1" fmla="*/ 534154 w 534154"/>
              <a:gd name="csY1" fmla="*/ 0 h 334979"/>
              <a:gd name="csX0" fmla="*/ 0 w 534154"/>
              <a:gd name="csY0" fmla="*/ 334979 h 334979"/>
              <a:gd name="csX1" fmla="*/ 534154 w 534154"/>
              <a:gd name="csY1" fmla="*/ 0 h 334979"/>
              <a:gd name="csX0" fmla="*/ 0 w 534154"/>
              <a:gd name="csY0" fmla="*/ 334979 h 334979"/>
              <a:gd name="csX1" fmla="*/ 534154 w 534154"/>
              <a:gd name="csY1" fmla="*/ 0 h 334979"/>
            </a:gdLst>
            <a:ahLst/>
            <a:cxnLst>
              <a:cxn ang="0">
                <a:pos x="csX0" y="csY0"/>
              </a:cxn>
              <a:cxn ang="0">
                <a:pos x="csX1" y="csY1"/>
              </a:cxn>
            </a:cxnLst>
            <a:rect l="l" t="t" r="r" b="b"/>
            <a:pathLst>
              <a:path w="534154" h="334979">
                <a:moveTo>
                  <a:pt x="0" y="334979"/>
                </a:moveTo>
                <a:cubicBezTo>
                  <a:pt x="227862" y="280246"/>
                  <a:pt x="416588" y="200609"/>
                  <a:pt x="534154" y="0"/>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8DC68B4-BF1D-0EE6-8C25-0368BE981085}"/>
              </a:ext>
            </a:extLst>
          </p:cNvPr>
          <p:cNvSpPr txBox="1"/>
          <p:nvPr/>
        </p:nvSpPr>
        <p:spPr>
          <a:xfrm>
            <a:off x="1212270" y="3811319"/>
            <a:ext cx="1298155" cy="830997"/>
          </a:xfrm>
          <a:prstGeom prst="rect">
            <a:avLst/>
          </a:prstGeom>
          <a:noFill/>
        </p:spPr>
        <p:txBody>
          <a:bodyPr wrap="square" rtlCol="0">
            <a:spAutoFit/>
          </a:bodyPr>
          <a:lstStyle/>
          <a:p>
            <a:pPr algn="ctr"/>
            <a:r>
              <a:rPr lang="en-US" sz="2400" dirty="0">
                <a:solidFill>
                  <a:srgbClr val="C00000"/>
                </a:solidFill>
              </a:rPr>
              <a:t>Data</a:t>
            </a:r>
          </a:p>
          <a:p>
            <a:pPr algn="ctr"/>
            <a:r>
              <a:rPr lang="en-US" sz="2400" dirty="0">
                <a:solidFill>
                  <a:srgbClr val="C00000"/>
                </a:solidFill>
              </a:rPr>
              <a:t>Entry</a:t>
            </a:r>
          </a:p>
        </p:txBody>
      </p:sp>
      <p:sp>
        <p:nvSpPr>
          <p:cNvPr id="32" name="TextBox 31">
            <a:extLst>
              <a:ext uri="{FF2B5EF4-FFF2-40B4-BE49-F238E27FC236}">
                <a16:creationId xmlns:a16="http://schemas.microsoft.com/office/drawing/2014/main" id="{043890F3-2FF5-3EE9-BEFE-029EBAE5476F}"/>
              </a:ext>
            </a:extLst>
          </p:cNvPr>
          <p:cNvSpPr txBox="1"/>
          <p:nvPr/>
        </p:nvSpPr>
        <p:spPr>
          <a:xfrm>
            <a:off x="7701106" y="5087809"/>
            <a:ext cx="1298155" cy="461665"/>
          </a:xfrm>
          <a:prstGeom prst="rect">
            <a:avLst/>
          </a:prstGeom>
          <a:noFill/>
        </p:spPr>
        <p:txBody>
          <a:bodyPr wrap="square" rtlCol="0">
            <a:spAutoFit/>
          </a:bodyPr>
          <a:lstStyle/>
          <a:p>
            <a:pPr algn="ctr"/>
            <a:r>
              <a:rPr lang="en-US" sz="2400" dirty="0">
                <a:solidFill>
                  <a:srgbClr val="C00000"/>
                </a:solidFill>
              </a:rPr>
              <a:t>Publish</a:t>
            </a:r>
          </a:p>
        </p:txBody>
      </p:sp>
      <p:pic>
        <p:nvPicPr>
          <p:cNvPr id="26" name="Picture 25" descr="Graph chart vector icon.symbol of business. 4999434 Vector ...">
            <a:extLst>
              <a:ext uri="{FF2B5EF4-FFF2-40B4-BE49-F238E27FC236}">
                <a16:creationId xmlns:a16="http://schemas.microsoft.com/office/drawing/2014/main" id="{D2FD90F0-5669-F9F1-3855-97B9A28A91D2}"/>
              </a:ext>
            </a:extLst>
          </p:cNvPr>
          <p:cNvPicPr>
            <a:picLocks noChangeAspect="1"/>
          </p:cNvPicPr>
          <p:nvPr/>
        </p:nvPicPr>
        <p:blipFill>
          <a:blip r:embed="rId9"/>
          <a:srcRect l="10774" t="9612" r="9786" b="7393"/>
          <a:stretch>
            <a:fillRect/>
          </a:stretch>
        </p:blipFill>
        <p:spPr>
          <a:xfrm>
            <a:off x="6952098" y="3053099"/>
            <a:ext cx="404813" cy="354806"/>
          </a:xfrm>
          <a:prstGeom prst="rect">
            <a:avLst/>
          </a:prstGeom>
          <a:ln w="6350">
            <a:solidFill>
              <a:schemeClr val="bg1">
                <a:lumMod val="85000"/>
              </a:schemeClr>
            </a:solidFill>
          </a:ln>
        </p:spPr>
      </p:pic>
      <p:pic>
        <p:nvPicPr>
          <p:cNvPr id="37" name="Picture 36" descr="Graph chart vector icon.symbol of business. 4999434 Vector ...">
            <a:extLst>
              <a:ext uri="{FF2B5EF4-FFF2-40B4-BE49-F238E27FC236}">
                <a16:creationId xmlns:a16="http://schemas.microsoft.com/office/drawing/2014/main" id="{85574A68-DD5B-DE77-7EC1-58F74E71E9D9}"/>
              </a:ext>
            </a:extLst>
          </p:cNvPr>
          <p:cNvPicPr>
            <a:picLocks noChangeAspect="1"/>
          </p:cNvPicPr>
          <p:nvPr/>
        </p:nvPicPr>
        <p:blipFill>
          <a:blip r:embed="rId9"/>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2" name="Picture 41" descr="Graph chart vector icon.symbol of business. 4999434 Vector ...">
            <a:extLst>
              <a:ext uri="{FF2B5EF4-FFF2-40B4-BE49-F238E27FC236}">
                <a16:creationId xmlns:a16="http://schemas.microsoft.com/office/drawing/2014/main" id="{8E90EB6A-4380-6801-67F2-1B3007487914}"/>
              </a:ext>
            </a:extLst>
          </p:cNvPr>
          <p:cNvPicPr>
            <a:picLocks noChangeAspect="1"/>
          </p:cNvPicPr>
          <p:nvPr/>
        </p:nvPicPr>
        <p:blipFill>
          <a:blip r:embed="rId9"/>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7" name="Picture 46" descr="Graph chart vector icon.symbol of business. 4999434 Vector ...">
            <a:extLst>
              <a:ext uri="{FF2B5EF4-FFF2-40B4-BE49-F238E27FC236}">
                <a16:creationId xmlns:a16="http://schemas.microsoft.com/office/drawing/2014/main" id="{04349307-160E-4855-7AC4-420FC580DD99}"/>
              </a:ext>
            </a:extLst>
          </p:cNvPr>
          <p:cNvPicPr>
            <a:picLocks noChangeAspect="1"/>
          </p:cNvPicPr>
          <p:nvPr/>
        </p:nvPicPr>
        <p:blipFill>
          <a:blip r:embed="rId9"/>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sp>
        <p:nvSpPr>
          <p:cNvPr id="49" name="Freeform: Shape 48">
            <a:extLst>
              <a:ext uri="{FF2B5EF4-FFF2-40B4-BE49-F238E27FC236}">
                <a16:creationId xmlns:a16="http://schemas.microsoft.com/office/drawing/2014/main" id="{5F12D468-650B-9C62-B96E-CF05D21F9C2B}"/>
              </a:ext>
            </a:extLst>
          </p:cNvPr>
          <p:cNvSpPr/>
          <p:nvPr/>
        </p:nvSpPr>
        <p:spPr>
          <a:xfrm>
            <a:off x="6500388" y="2362954"/>
            <a:ext cx="660904" cy="525101"/>
          </a:xfrm>
          <a:custGeom>
            <a:avLst/>
            <a:gdLst>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579422"/>
              <a:gd name="csY0" fmla="*/ 0 h 525101"/>
              <a:gd name="csX1" fmla="*/ 579422 w 579422"/>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Lst>
            <a:ahLst/>
            <a:cxnLst>
              <a:cxn ang="0">
                <a:pos x="csX0" y="csY0"/>
              </a:cxn>
              <a:cxn ang="0">
                <a:pos x="csX1" y="csY1"/>
              </a:cxn>
            </a:cxnLst>
            <a:rect l="l" t="t" r="r" b="b"/>
            <a:pathLst>
              <a:path w="660904" h="525101">
                <a:moveTo>
                  <a:pt x="0" y="0"/>
                </a:moveTo>
                <a:cubicBezTo>
                  <a:pt x="319889" y="123731"/>
                  <a:pt x="549244" y="211249"/>
                  <a:pt x="660904" y="52510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EA3DAA84-2857-6AEB-189A-1FE922530C4F}"/>
              </a:ext>
            </a:extLst>
          </p:cNvPr>
          <p:cNvSpPr txBox="1"/>
          <p:nvPr/>
        </p:nvSpPr>
        <p:spPr>
          <a:xfrm>
            <a:off x="6272594" y="3446074"/>
            <a:ext cx="994847" cy="507831"/>
          </a:xfrm>
          <a:prstGeom prst="rect">
            <a:avLst/>
          </a:prstGeom>
          <a:noFill/>
        </p:spPr>
        <p:txBody>
          <a:bodyPr wrap="square" rtlCol="0">
            <a:spAutoFit/>
          </a:bodyPr>
          <a:lstStyle/>
          <a:p>
            <a:r>
              <a:rPr lang="en-US" sz="900" dirty="0">
                <a:solidFill>
                  <a:schemeClr val="tx1">
                    <a:lumMod val="50000"/>
                    <a:lumOff val="50000"/>
                  </a:schemeClr>
                </a:solidFill>
              </a:rPr>
              <a:t>Monitoring</a:t>
            </a:r>
          </a:p>
          <a:p>
            <a:r>
              <a:rPr lang="en-US" sz="900" dirty="0">
                <a:solidFill>
                  <a:schemeClr val="tx1">
                    <a:lumMod val="50000"/>
                    <a:lumOff val="50000"/>
                  </a:schemeClr>
                </a:solidFill>
              </a:rPr>
              <a:t>Data graphs</a:t>
            </a:r>
          </a:p>
          <a:p>
            <a:r>
              <a:rPr lang="en-US" sz="900" dirty="0">
                <a:solidFill>
                  <a:schemeClr val="tx1">
                    <a:lumMod val="50000"/>
                    <a:lumOff val="50000"/>
                  </a:schemeClr>
                </a:solidFill>
              </a:rPr>
              <a:t>(1.5MB, </a:t>
            </a:r>
            <a:r>
              <a:rPr lang="en-US" sz="900" i="1" dirty="0">
                <a:solidFill>
                  <a:schemeClr val="tx1">
                    <a:lumMod val="50000"/>
                    <a:lumOff val="50000"/>
                  </a:schemeClr>
                </a:solidFill>
              </a:rPr>
              <a:t>n</a:t>
            </a:r>
            <a:r>
              <a:rPr lang="en-US" sz="900" dirty="0">
                <a:solidFill>
                  <a:schemeClr val="tx1">
                    <a:lumMod val="50000"/>
                    <a:lumOff val="50000"/>
                  </a:schemeClr>
                </a:solidFill>
              </a:rPr>
              <a:t>=124)</a:t>
            </a:r>
          </a:p>
        </p:txBody>
      </p:sp>
    </p:spTree>
    <p:extLst>
      <p:ext uri="{BB962C8B-B14F-4D97-AF65-F5344CB8AC3E}">
        <p14:creationId xmlns:p14="http://schemas.microsoft.com/office/powerpoint/2010/main" val="2110894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95352-1C1F-092C-C33B-27ECEE25D8FB}"/>
            </a:ext>
          </a:extLst>
        </p:cNvPr>
        <p:cNvGrpSpPr/>
        <p:nvPr/>
      </p:nvGrpSpPr>
      <p:grpSpPr>
        <a:xfrm>
          <a:off x="0" y="0"/>
          <a:ext cx="0" cy="0"/>
          <a:chOff x="0" y="0"/>
          <a:chExt cx="0" cy="0"/>
        </a:xfrm>
      </p:grpSpPr>
      <p:sp>
        <p:nvSpPr>
          <p:cNvPr id="45" name="Freeform: Shape 44">
            <a:extLst>
              <a:ext uri="{FF2B5EF4-FFF2-40B4-BE49-F238E27FC236}">
                <a16:creationId xmlns:a16="http://schemas.microsoft.com/office/drawing/2014/main" id="{32915666-0B98-6B45-9DB8-441F2E29AB8E}"/>
              </a:ext>
            </a:extLst>
          </p:cNvPr>
          <p:cNvSpPr/>
          <p:nvPr/>
        </p:nvSpPr>
        <p:spPr>
          <a:xfrm>
            <a:off x="318720" y="3502037"/>
            <a:ext cx="7199593" cy="3327981"/>
          </a:xfrm>
          <a:custGeom>
            <a:avLst/>
            <a:gdLst>
              <a:gd name="csX0" fmla="*/ 3791553 w 7199593"/>
              <a:gd name="csY0" fmla="*/ 191777 h 3327981"/>
              <a:gd name="csX1" fmla="*/ 305969 w 7199593"/>
              <a:gd name="csY1" fmla="*/ 227991 h 3327981"/>
              <a:gd name="csX2" fmla="*/ 604733 w 7199593"/>
              <a:gd name="csY2" fmla="*/ 2627159 h 3327981"/>
              <a:gd name="csX3" fmla="*/ 4090318 w 7199593"/>
              <a:gd name="csY3" fmla="*/ 3297115 h 3327981"/>
              <a:gd name="csX4" fmla="*/ 7114175 w 7199593"/>
              <a:gd name="csY4" fmla="*/ 2989298 h 3327981"/>
              <a:gd name="csX5" fmla="*/ 6145454 w 7199593"/>
              <a:gd name="csY5" fmla="*/ 1051856 h 3327981"/>
              <a:gd name="csX6" fmla="*/ 3791553 w 7199593"/>
              <a:gd name="csY6" fmla="*/ 191777 h 33279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199593" h="3327981">
                <a:moveTo>
                  <a:pt x="3791553" y="191777"/>
                </a:moveTo>
                <a:cubicBezTo>
                  <a:pt x="2818305" y="54466"/>
                  <a:pt x="837106" y="-177906"/>
                  <a:pt x="305969" y="227991"/>
                </a:cubicBezTo>
                <a:cubicBezTo>
                  <a:pt x="-225168" y="633888"/>
                  <a:pt x="-25992" y="2115638"/>
                  <a:pt x="604733" y="2627159"/>
                </a:cubicBezTo>
                <a:cubicBezTo>
                  <a:pt x="1235458" y="3138680"/>
                  <a:pt x="3005411" y="3236759"/>
                  <a:pt x="4090318" y="3297115"/>
                </a:cubicBezTo>
                <a:cubicBezTo>
                  <a:pt x="5175225" y="3357472"/>
                  <a:pt x="6771652" y="3363508"/>
                  <a:pt x="7114175" y="2989298"/>
                </a:cubicBezTo>
                <a:cubicBezTo>
                  <a:pt x="7456698" y="2615088"/>
                  <a:pt x="6694697" y="1518109"/>
                  <a:pt x="6145454" y="1051856"/>
                </a:cubicBezTo>
                <a:cubicBezTo>
                  <a:pt x="5596211" y="585603"/>
                  <a:pt x="4764801" y="329088"/>
                  <a:pt x="3791553" y="191777"/>
                </a:cubicBezTo>
                <a:close/>
              </a:path>
            </a:pathLst>
          </a:custGeom>
          <a:solidFill>
            <a:srgbClr val="F0FA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4B9B2578-C72A-0EAA-BDEE-95A91F8137CA}"/>
              </a:ext>
            </a:extLst>
          </p:cNvPr>
          <p:cNvSpPr/>
          <p:nvPr/>
        </p:nvSpPr>
        <p:spPr>
          <a:xfrm>
            <a:off x="5270" y="-73213"/>
            <a:ext cx="12170311" cy="5207687"/>
          </a:xfrm>
          <a:custGeom>
            <a:avLst/>
            <a:gdLst>
              <a:gd name="csX0" fmla="*/ 1751102 w 12170311"/>
              <a:gd name="csY0" fmla="*/ 154694 h 5207687"/>
              <a:gd name="csX1" fmla="*/ 166746 w 12170311"/>
              <a:gd name="csY1" fmla="*/ 2553863 h 5207687"/>
              <a:gd name="csX2" fmla="*/ 4602944 w 12170311"/>
              <a:gd name="csY2" fmla="*/ 3341514 h 5207687"/>
              <a:gd name="csX3" fmla="*/ 7309930 w 12170311"/>
              <a:gd name="csY3" fmla="*/ 2897894 h 5207687"/>
              <a:gd name="csX4" fmla="*/ 7997993 w 12170311"/>
              <a:gd name="csY4" fmla="*/ 3911882 h 5207687"/>
              <a:gd name="csX5" fmla="*/ 9193051 w 12170311"/>
              <a:gd name="csY5" fmla="*/ 5161261 h 5207687"/>
              <a:gd name="csX6" fmla="*/ 11800449 w 12170311"/>
              <a:gd name="csY6" fmla="*/ 4708587 h 5207687"/>
              <a:gd name="csX7" fmla="*/ 11881930 w 12170311"/>
              <a:gd name="csY7" fmla="*/ 2562916 h 5207687"/>
              <a:gd name="csX8" fmla="*/ 9256425 w 12170311"/>
              <a:gd name="csY8" fmla="*/ 489672 h 5207687"/>
              <a:gd name="csX9" fmla="*/ 1751102 w 12170311"/>
              <a:gd name="csY9" fmla="*/ 154694 h 5207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70311" h="5207687">
                <a:moveTo>
                  <a:pt x="1751102" y="154694"/>
                </a:moveTo>
                <a:cubicBezTo>
                  <a:pt x="236155" y="498726"/>
                  <a:pt x="-308561" y="2022726"/>
                  <a:pt x="166746" y="2553863"/>
                </a:cubicBezTo>
                <a:cubicBezTo>
                  <a:pt x="642053" y="3085000"/>
                  <a:pt x="3412413" y="3284175"/>
                  <a:pt x="4602944" y="3341514"/>
                </a:cubicBezTo>
                <a:cubicBezTo>
                  <a:pt x="5793475" y="3398853"/>
                  <a:pt x="6744089" y="2802833"/>
                  <a:pt x="7309930" y="2897894"/>
                </a:cubicBezTo>
                <a:cubicBezTo>
                  <a:pt x="7875772" y="2992955"/>
                  <a:pt x="7684140" y="3534654"/>
                  <a:pt x="7997993" y="3911882"/>
                </a:cubicBezTo>
                <a:cubicBezTo>
                  <a:pt x="8311846" y="4289110"/>
                  <a:pt x="8559308" y="5028477"/>
                  <a:pt x="9193051" y="5161261"/>
                </a:cubicBezTo>
                <a:cubicBezTo>
                  <a:pt x="9826794" y="5294045"/>
                  <a:pt x="11352303" y="5141644"/>
                  <a:pt x="11800449" y="4708587"/>
                </a:cubicBezTo>
                <a:cubicBezTo>
                  <a:pt x="12248595" y="4275530"/>
                  <a:pt x="12305934" y="3266068"/>
                  <a:pt x="11881930" y="2562916"/>
                </a:cubicBezTo>
                <a:cubicBezTo>
                  <a:pt x="11457926" y="1859764"/>
                  <a:pt x="10943387" y="886515"/>
                  <a:pt x="9256425" y="489672"/>
                </a:cubicBezTo>
                <a:cubicBezTo>
                  <a:pt x="7569463" y="92829"/>
                  <a:pt x="3266049" y="-189338"/>
                  <a:pt x="1751102" y="154694"/>
                </a:cubicBezTo>
                <a:close/>
              </a:path>
            </a:pathLst>
          </a:custGeom>
          <a:solidFill>
            <a:srgbClr val="E2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Shape 50">
            <a:extLst>
              <a:ext uri="{FF2B5EF4-FFF2-40B4-BE49-F238E27FC236}">
                <a16:creationId xmlns:a16="http://schemas.microsoft.com/office/drawing/2014/main" id="{34138906-6D6D-1ABA-9657-EA1EF2192617}"/>
              </a:ext>
            </a:extLst>
          </p:cNvPr>
          <p:cNvSpPr/>
          <p:nvPr/>
        </p:nvSpPr>
        <p:spPr>
          <a:xfrm>
            <a:off x="4282289" y="3856776"/>
            <a:ext cx="3168713" cy="1819747"/>
          </a:xfrm>
          <a:custGeom>
            <a:avLst/>
            <a:gdLst>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Lst>
            <a:ahLst/>
            <a:cxnLst>
              <a:cxn ang="0">
                <a:pos x="csX0" y="csY0"/>
              </a:cxn>
              <a:cxn ang="0">
                <a:pos x="csX1" y="csY1"/>
              </a:cxn>
              <a:cxn ang="0">
                <a:pos x="csX2" y="csY2"/>
              </a:cxn>
            </a:cxnLst>
            <a:rect l="l" t="t" r="r" b="b"/>
            <a:pathLst>
              <a:path w="3168713" h="1819747">
                <a:moveTo>
                  <a:pt x="3168713" y="0"/>
                </a:moveTo>
                <a:cubicBezTo>
                  <a:pt x="3124955" y="599792"/>
                  <a:pt x="2429347" y="909874"/>
                  <a:pt x="1901228" y="1213165"/>
                </a:cubicBezTo>
                <a:cubicBezTo>
                  <a:pt x="1373109" y="1516456"/>
                  <a:pt x="686554" y="1722422"/>
                  <a:pt x="0" y="1819747"/>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55D267B-0010-AE65-DE31-3008F190DC54}"/>
              </a:ext>
            </a:extLst>
          </p:cNvPr>
          <p:cNvSpPr/>
          <p:nvPr/>
        </p:nvSpPr>
        <p:spPr>
          <a:xfrm>
            <a:off x="6135921" y="2904115"/>
            <a:ext cx="1646968" cy="1335444"/>
          </a:xfrm>
          <a:custGeom>
            <a:avLst/>
            <a:gdLst>
              <a:gd name="csX0" fmla="*/ 898622 w 1646968"/>
              <a:gd name="csY0" fmla="*/ 2047 h 1335444"/>
              <a:gd name="csX1" fmla="*/ 2329 w 1646968"/>
              <a:gd name="csY1" fmla="*/ 816859 h 1335444"/>
              <a:gd name="csX2" fmla="*/ 1179279 w 1646968"/>
              <a:gd name="csY2" fmla="*/ 1332907 h 1335444"/>
              <a:gd name="csX3" fmla="*/ 1641006 w 1646968"/>
              <a:gd name="csY3" fmla="*/ 608630 h 1335444"/>
              <a:gd name="csX4" fmla="*/ 898622 w 1646968"/>
              <a:gd name="csY4" fmla="*/ 2047 h 1335444"/>
            </a:gdLst>
            <a:ahLst/>
            <a:cxnLst>
              <a:cxn ang="0">
                <a:pos x="csX0" y="csY0"/>
              </a:cxn>
              <a:cxn ang="0">
                <a:pos x="csX1" y="csY1"/>
              </a:cxn>
              <a:cxn ang="0">
                <a:pos x="csX2" y="csY2"/>
              </a:cxn>
              <a:cxn ang="0">
                <a:pos x="csX3" y="csY3"/>
              </a:cxn>
              <a:cxn ang="0">
                <a:pos x="csX4" y="csY4"/>
              </a:cxn>
            </a:cxnLst>
            <a:rect l="l" t="t" r="r" b="b"/>
            <a:pathLst>
              <a:path w="1646968" h="1335444">
                <a:moveTo>
                  <a:pt x="898622" y="2047"/>
                </a:moveTo>
                <a:cubicBezTo>
                  <a:pt x="625509" y="36752"/>
                  <a:pt x="-44447" y="595049"/>
                  <a:pt x="2329" y="816859"/>
                </a:cubicBezTo>
                <a:cubicBezTo>
                  <a:pt x="49105" y="1038669"/>
                  <a:pt x="906166" y="1367612"/>
                  <a:pt x="1179279" y="1332907"/>
                </a:cubicBezTo>
                <a:cubicBezTo>
                  <a:pt x="1452392" y="1298202"/>
                  <a:pt x="1687782" y="834967"/>
                  <a:pt x="1641006" y="608630"/>
                </a:cubicBezTo>
                <a:cubicBezTo>
                  <a:pt x="1594230" y="382293"/>
                  <a:pt x="1171735" y="-32658"/>
                  <a:pt x="898622" y="2047"/>
                </a:cubicBezTo>
                <a:close/>
              </a:path>
            </a:pathLst>
          </a:custGeom>
          <a:solidFill>
            <a:srgbClr val="FDF3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82A9448B-3711-D5F8-829A-FE2EFF18BDEA}"/>
              </a:ext>
            </a:extLst>
          </p:cNvPr>
          <p:cNvGrpSpPr/>
          <p:nvPr/>
        </p:nvGrpSpPr>
        <p:grpSpPr>
          <a:xfrm>
            <a:off x="1466444" y="241909"/>
            <a:ext cx="622998" cy="603780"/>
            <a:chOff x="956986" y="763233"/>
            <a:chExt cx="622998" cy="603780"/>
          </a:xfrm>
        </p:grpSpPr>
        <p:pic>
          <p:nvPicPr>
            <p:cNvPr id="3" name="Picture 2" descr="Enhance your Excel spreadsheets with tables, images and ...">
              <a:extLst>
                <a:ext uri="{FF2B5EF4-FFF2-40B4-BE49-F238E27FC236}">
                  <a16:creationId xmlns:a16="http://schemas.microsoft.com/office/drawing/2014/main" id="{7EEEDCCD-2802-75AD-97C2-514D7C96D0AD}"/>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4" name="TextBox 3">
              <a:extLst>
                <a:ext uri="{FF2B5EF4-FFF2-40B4-BE49-F238E27FC236}">
                  <a16:creationId xmlns:a16="http://schemas.microsoft.com/office/drawing/2014/main" id="{FF71E03B-1E83-D11E-19AA-6CDD3A55E9CE}"/>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pic>
        <p:nvPicPr>
          <p:cNvPr id="6" name="Picture 5">
            <a:extLst>
              <a:ext uri="{FF2B5EF4-FFF2-40B4-BE49-F238E27FC236}">
                <a16:creationId xmlns:a16="http://schemas.microsoft.com/office/drawing/2014/main" id="{D5031D62-F20D-750D-48B9-D3892BF8C69D}"/>
              </a:ext>
            </a:extLst>
          </p:cNvPr>
          <p:cNvPicPr>
            <a:picLocks noChangeAspect="1"/>
          </p:cNvPicPr>
          <p:nvPr/>
        </p:nvPicPr>
        <p:blipFill>
          <a:blip r:embed="rId3"/>
          <a:stretch>
            <a:fillRect/>
          </a:stretch>
        </p:blipFill>
        <p:spPr>
          <a:xfrm>
            <a:off x="2924260" y="312963"/>
            <a:ext cx="3942216" cy="2767764"/>
          </a:xfrm>
          <a:prstGeom prst="rect">
            <a:avLst/>
          </a:prstGeom>
        </p:spPr>
      </p:pic>
      <p:pic>
        <p:nvPicPr>
          <p:cNvPr id="8" name="Picture 7">
            <a:extLst>
              <a:ext uri="{FF2B5EF4-FFF2-40B4-BE49-F238E27FC236}">
                <a16:creationId xmlns:a16="http://schemas.microsoft.com/office/drawing/2014/main" id="{BCF46295-6C73-31D9-9156-08F2690B1ED0}"/>
              </a:ext>
            </a:extLst>
          </p:cNvPr>
          <p:cNvPicPr>
            <a:picLocks noChangeAspect="1"/>
          </p:cNvPicPr>
          <p:nvPr/>
        </p:nvPicPr>
        <p:blipFill>
          <a:blip r:embed="rId4"/>
          <a:stretch>
            <a:fillRect/>
          </a:stretch>
        </p:blipFill>
        <p:spPr>
          <a:xfrm>
            <a:off x="8210752" y="2354421"/>
            <a:ext cx="2976057" cy="2149158"/>
          </a:xfrm>
          <a:prstGeom prst="rect">
            <a:avLst/>
          </a:prstGeom>
        </p:spPr>
      </p:pic>
      <p:grpSp>
        <p:nvGrpSpPr>
          <p:cNvPr id="17" name="Group 16">
            <a:extLst>
              <a:ext uri="{FF2B5EF4-FFF2-40B4-BE49-F238E27FC236}">
                <a16:creationId xmlns:a16="http://schemas.microsoft.com/office/drawing/2014/main" id="{60C86E60-58C6-2960-4B6B-4A5A634D89A2}"/>
              </a:ext>
            </a:extLst>
          </p:cNvPr>
          <p:cNvGrpSpPr/>
          <p:nvPr/>
        </p:nvGrpSpPr>
        <p:grpSpPr>
          <a:xfrm>
            <a:off x="3906645" y="4399984"/>
            <a:ext cx="1651721" cy="889399"/>
            <a:chOff x="3772331" y="3963896"/>
            <a:chExt cx="2350673" cy="1349852"/>
          </a:xfrm>
        </p:grpSpPr>
        <p:pic>
          <p:nvPicPr>
            <p:cNvPr id="9" name="Picture 8" descr="Buy GIS Software | ArcGIS Product Pricing - Esri Store">
              <a:extLst>
                <a:ext uri="{FF2B5EF4-FFF2-40B4-BE49-F238E27FC236}">
                  <a16:creationId xmlns:a16="http://schemas.microsoft.com/office/drawing/2014/main" id="{0E6A270C-39D1-75EA-FC65-0900DBD57520}"/>
                </a:ext>
              </a:extLst>
            </p:cNvPr>
            <p:cNvPicPr>
              <a:picLocks noChangeAspect="1"/>
            </p:cNvPicPr>
            <p:nvPr/>
          </p:nvPicPr>
          <p:blipFill>
            <a:blip r:embed="rId5"/>
            <a:stretch>
              <a:fillRect/>
            </a:stretch>
          </p:blipFill>
          <p:spPr>
            <a:xfrm>
              <a:off x="4224044" y="3963896"/>
              <a:ext cx="1298155" cy="1079365"/>
            </a:xfrm>
            <a:prstGeom prst="rect">
              <a:avLst/>
            </a:prstGeom>
          </p:spPr>
        </p:pic>
        <p:sp>
          <p:nvSpPr>
            <p:cNvPr id="10" name="TextBox 9">
              <a:extLst>
                <a:ext uri="{FF2B5EF4-FFF2-40B4-BE49-F238E27FC236}">
                  <a16:creationId xmlns:a16="http://schemas.microsoft.com/office/drawing/2014/main" id="{2B0EAD32-56B4-B609-6BC1-533E6DA90681}"/>
                </a:ext>
              </a:extLst>
            </p:cNvPr>
            <p:cNvSpPr txBox="1"/>
            <p:nvPr/>
          </p:nvSpPr>
          <p:spPr>
            <a:xfrm>
              <a:off x="3772331" y="4893343"/>
              <a:ext cx="2350673" cy="420405"/>
            </a:xfrm>
            <a:prstGeom prst="rect">
              <a:avLst/>
            </a:prstGeom>
            <a:noFill/>
          </p:spPr>
          <p:txBody>
            <a:bodyPr wrap="square" rtlCol="0">
              <a:spAutoFit/>
            </a:bodyPr>
            <a:lstStyle/>
            <a:p>
              <a:pPr algn="ctr"/>
              <a:r>
                <a:rPr lang="en-US" sz="1200" dirty="0"/>
                <a:t>ArcGIS Online</a:t>
              </a:r>
            </a:p>
          </p:txBody>
        </p:sp>
      </p:grpSp>
      <p:grpSp>
        <p:nvGrpSpPr>
          <p:cNvPr id="15" name="Group 14">
            <a:extLst>
              <a:ext uri="{FF2B5EF4-FFF2-40B4-BE49-F238E27FC236}">
                <a16:creationId xmlns:a16="http://schemas.microsoft.com/office/drawing/2014/main" id="{2D90F4E8-91CC-5096-2BF4-EC73E060FE23}"/>
              </a:ext>
            </a:extLst>
          </p:cNvPr>
          <p:cNvGrpSpPr/>
          <p:nvPr/>
        </p:nvGrpSpPr>
        <p:grpSpPr>
          <a:xfrm>
            <a:off x="5271956" y="5486401"/>
            <a:ext cx="1138136" cy="924792"/>
            <a:chOff x="5271956" y="5486401"/>
            <a:chExt cx="1138136" cy="924792"/>
          </a:xfrm>
        </p:grpSpPr>
        <p:pic>
          <p:nvPicPr>
            <p:cNvPr id="11" name="Picture 10" descr="A diagram of a feature layer showing point, multipoint, polyline, polygon, and multipatch as possible geometric types">
              <a:extLst>
                <a:ext uri="{FF2B5EF4-FFF2-40B4-BE49-F238E27FC236}">
                  <a16:creationId xmlns:a16="http://schemas.microsoft.com/office/drawing/2014/main" id="{897531D6-0519-D289-C70A-FA10A4F89803}"/>
                </a:ext>
              </a:extLst>
            </p:cNvPr>
            <p:cNvPicPr>
              <a:picLocks noChangeAspect="1"/>
            </p:cNvPicPr>
            <p:nvPr/>
          </p:nvPicPr>
          <p:blipFill>
            <a:blip r:embed="rId6"/>
            <a:srcRect l="40239" t="52257" r="39899" b="11474"/>
            <a:stretch>
              <a:fillRect/>
            </a:stretch>
          </p:blipFill>
          <p:spPr>
            <a:xfrm>
              <a:off x="5476237" y="5486401"/>
              <a:ext cx="729574" cy="749030"/>
            </a:xfrm>
            <a:prstGeom prst="rect">
              <a:avLst/>
            </a:prstGeom>
          </p:spPr>
        </p:pic>
        <p:sp>
          <p:nvSpPr>
            <p:cNvPr id="13" name="TextBox 12">
              <a:extLst>
                <a:ext uri="{FF2B5EF4-FFF2-40B4-BE49-F238E27FC236}">
                  <a16:creationId xmlns:a16="http://schemas.microsoft.com/office/drawing/2014/main" id="{BCFD3062-F068-87DE-F048-2FBCE17A517F}"/>
                </a:ext>
              </a:extLst>
            </p:cNvPr>
            <p:cNvSpPr txBox="1"/>
            <p:nvPr/>
          </p:nvSpPr>
          <p:spPr>
            <a:xfrm>
              <a:off x="5271956" y="6164972"/>
              <a:ext cx="1138136" cy="246221"/>
            </a:xfrm>
            <a:prstGeom prst="rect">
              <a:avLst/>
            </a:prstGeom>
            <a:noFill/>
          </p:spPr>
          <p:txBody>
            <a:bodyPr wrap="square" rtlCol="0">
              <a:spAutoFit/>
            </a:bodyPr>
            <a:lstStyle/>
            <a:p>
              <a:pPr algn="ctr"/>
              <a:r>
                <a:rPr lang="en-US" sz="1000" dirty="0"/>
                <a:t>Feature Layer</a:t>
              </a:r>
            </a:p>
          </p:txBody>
        </p:sp>
      </p:grpSp>
      <p:grpSp>
        <p:nvGrpSpPr>
          <p:cNvPr id="16" name="Group 15">
            <a:extLst>
              <a:ext uri="{FF2B5EF4-FFF2-40B4-BE49-F238E27FC236}">
                <a16:creationId xmlns:a16="http://schemas.microsoft.com/office/drawing/2014/main" id="{86A03E6B-AD04-29D4-7B50-135C58EFB589}"/>
              </a:ext>
            </a:extLst>
          </p:cNvPr>
          <p:cNvGrpSpPr/>
          <p:nvPr/>
        </p:nvGrpSpPr>
        <p:grpSpPr>
          <a:xfrm>
            <a:off x="2837748" y="5352232"/>
            <a:ext cx="1527240" cy="1058961"/>
            <a:chOff x="2837748" y="5352232"/>
            <a:chExt cx="1527240" cy="1058961"/>
          </a:xfrm>
        </p:grpSpPr>
        <p:pic>
          <p:nvPicPr>
            <p:cNvPr id="12" name="Picture 11" descr="ArcGIS Experience Builder and ArcGIS Web AppBuilder at Esri ...">
              <a:extLst>
                <a:ext uri="{FF2B5EF4-FFF2-40B4-BE49-F238E27FC236}">
                  <a16:creationId xmlns:a16="http://schemas.microsoft.com/office/drawing/2014/main" id="{6D10BF93-F726-32A4-4E73-FD65686C6BF9}"/>
                </a:ext>
              </a:extLst>
            </p:cNvPr>
            <p:cNvPicPr>
              <a:picLocks noChangeAspect="1"/>
            </p:cNvPicPr>
            <p:nvPr/>
          </p:nvPicPr>
          <p:blipFill>
            <a:blip r:embed="rId7"/>
            <a:srcRect r="47981"/>
            <a:stretch>
              <a:fillRect/>
            </a:stretch>
          </p:blipFill>
          <p:spPr>
            <a:xfrm>
              <a:off x="3137010" y="5352232"/>
              <a:ext cx="928716" cy="1008517"/>
            </a:xfrm>
            <a:prstGeom prst="rect">
              <a:avLst/>
            </a:prstGeom>
          </p:spPr>
        </p:pic>
        <p:sp>
          <p:nvSpPr>
            <p:cNvPr id="14" name="TextBox 13">
              <a:extLst>
                <a:ext uri="{FF2B5EF4-FFF2-40B4-BE49-F238E27FC236}">
                  <a16:creationId xmlns:a16="http://schemas.microsoft.com/office/drawing/2014/main" id="{886F0FB3-08AB-B48A-B7EA-2881A115AF9E}"/>
                </a:ext>
              </a:extLst>
            </p:cNvPr>
            <p:cNvSpPr txBox="1"/>
            <p:nvPr/>
          </p:nvSpPr>
          <p:spPr>
            <a:xfrm>
              <a:off x="2837748" y="6164972"/>
              <a:ext cx="1527240" cy="246221"/>
            </a:xfrm>
            <a:prstGeom prst="rect">
              <a:avLst/>
            </a:prstGeom>
            <a:noFill/>
          </p:spPr>
          <p:txBody>
            <a:bodyPr wrap="square" rtlCol="0">
              <a:spAutoFit/>
            </a:bodyPr>
            <a:lstStyle/>
            <a:p>
              <a:pPr algn="ctr"/>
              <a:r>
                <a:rPr lang="en-US" sz="1000" dirty="0"/>
                <a:t>Experience Builder</a:t>
              </a:r>
            </a:p>
          </p:txBody>
        </p:sp>
      </p:grpSp>
      <p:sp>
        <p:nvSpPr>
          <p:cNvPr id="18" name="Left Bracket 17">
            <a:extLst>
              <a:ext uri="{FF2B5EF4-FFF2-40B4-BE49-F238E27FC236}">
                <a16:creationId xmlns:a16="http://schemas.microsoft.com/office/drawing/2014/main" id="{043309E9-28E6-8B12-0ECA-ED2B7ACAF32B}"/>
              </a:ext>
            </a:extLst>
          </p:cNvPr>
          <p:cNvSpPr/>
          <p:nvPr/>
        </p:nvSpPr>
        <p:spPr>
          <a:xfrm rot="5400000">
            <a:off x="4677429" y="3347535"/>
            <a:ext cx="45719" cy="3942214"/>
          </a:xfrm>
          <a:prstGeom prst="leftBracket">
            <a:avLst/>
          </a:prstGeom>
          <a:effectLst>
            <a:glow rad="127000">
              <a:schemeClr val="bg1">
                <a:lumMod val="95000"/>
                <a:alpha val="90000"/>
              </a:schemeClr>
            </a:glo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28" name="Group 27">
            <a:extLst>
              <a:ext uri="{FF2B5EF4-FFF2-40B4-BE49-F238E27FC236}">
                <a16:creationId xmlns:a16="http://schemas.microsoft.com/office/drawing/2014/main" id="{B85C66E8-BBAC-1189-3666-4417F84E4710}"/>
              </a:ext>
            </a:extLst>
          </p:cNvPr>
          <p:cNvGrpSpPr/>
          <p:nvPr/>
        </p:nvGrpSpPr>
        <p:grpSpPr>
          <a:xfrm>
            <a:off x="311691" y="3825110"/>
            <a:ext cx="1527240" cy="1053925"/>
            <a:chOff x="632704" y="3572763"/>
            <a:chExt cx="1527240" cy="1053925"/>
          </a:xfrm>
        </p:grpSpPr>
        <p:pic>
          <p:nvPicPr>
            <p:cNvPr id="19" name="Picture 18" descr="App - ArcGIS Survey123">
              <a:extLst>
                <a:ext uri="{FF2B5EF4-FFF2-40B4-BE49-F238E27FC236}">
                  <a16:creationId xmlns:a16="http://schemas.microsoft.com/office/drawing/2014/main" id="{F9646E63-B277-E222-7286-5D0926EBE24D}"/>
                </a:ext>
              </a:extLst>
            </p:cNvPr>
            <p:cNvPicPr>
              <a:picLocks noChangeAspect="1"/>
            </p:cNvPicPr>
            <p:nvPr/>
          </p:nvPicPr>
          <p:blipFill>
            <a:blip r:embed="rId8"/>
            <a:stretch>
              <a:fillRect/>
            </a:stretch>
          </p:blipFill>
          <p:spPr>
            <a:xfrm>
              <a:off x="1005191" y="3572763"/>
              <a:ext cx="782266" cy="782266"/>
            </a:xfrm>
            <a:prstGeom prst="rect">
              <a:avLst/>
            </a:prstGeom>
          </p:spPr>
        </p:pic>
        <p:sp>
          <p:nvSpPr>
            <p:cNvPr id="20" name="TextBox 19">
              <a:extLst>
                <a:ext uri="{FF2B5EF4-FFF2-40B4-BE49-F238E27FC236}">
                  <a16:creationId xmlns:a16="http://schemas.microsoft.com/office/drawing/2014/main" id="{8B0E1DC8-CA4C-B815-B9DF-A7FEF703EA5C}"/>
                </a:ext>
              </a:extLst>
            </p:cNvPr>
            <p:cNvSpPr txBox="1"/>
            <p:nvPr/>
          </p:nvSpPr>
          <p:spPr>
            <a:xfrm>
              <a:off x="632704" y="4380467"/>
              <a:ext cx="1527240" cy="246221"/>
            </a:xfrm>
            <a:prstGeom prst="rect">
              <a:avLst/>
            </a:prstGeom>
            <a:noFill/>
          </p:spPr>
          <p:txBody>
            <a:bodyPr wrap="square" rtlCol="0">
              <a:spAutoFit/>
            </a:bodyPr>
            <a:lstStyle/>
            <a:p>
              <a:pPr algn="ctr"/>
              <a:r>
                <a:rPr lang="en-US" sz="1000" dirty="0"/>
                <a:t>Survey 123</a:t>
              </a:r>
            </a:p>
          </p:txBody>
        </p:sp>
      </p:grpSp>
      <p:sp>
        <p:nvSpPr>
          <p:cNvPr id="23" name="Freeform: Shape 22">
            <a:extLst>
              <a:ext uri="{FF2B5EF4-FFF2-40B4-BE49-F238E27FC236}">
                <a16:creationId xmlns:a16="http://schemas.microsoft.com/office/drawing/2014/main" id="{1A7EAB8B-D34A-3E9E-9B96-48A7E14379D4}"/>
              </a:ext>
            </a:extLst>
          </p:cNvPr>
          <p:cNvSpPr/>
          <p:nvPr/>
        </p:nvSpPr>
        <p:spPr>
          <a:xfrm>
            <a:off x="1698575" y="1520481"/>
            <a:ext cx="1225685" cy="170345"/>
          </a:xfrm>
          <a:custGeom>
            <a:avLst/>
            <a:gdLst>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60803"/>
              <a:gd name="csX1" fmla="*/ 1225685 w 1225685"/>
              <a:gd name="csY1" fmla="*/ 0 h 160803"/>
              <a:gd name="csX0" fmla="*/ 0 w 1225685"/>
              <a:gd name="csY0" fmla="*/ 155642 h 170345"/>
              <a:gd name="csX1" fmla="*/ 1225685 w 1225685"/>
              <a:gd name="csY1" fmla="*/ 0 h 170345"/>
            </a:gdLst>
            <a:ahLst/>
            <a:cxnLst>
              <a:cxn ang="0">
                <a:pos x="csX0" y="csY0"/>
              </a:cxn>
              <a:cxn ang="0">
                <a:pos x="csX1" y="csY1"/>
              </a:cxn>
            </a:cxnLst>
            <a:rect l="l" t="t" r="r" b="b"/>
            <a:pathLst>
              <a:path w="1225685" h="170345">
                <a:moveTo>
                  <a:pt x="0" y="155642"/>
                </a:moveTo>
                <a:cubicBezTo>
                  <a:pt x="437745" y="192273"/>
                  <a:pt x="724565" y="167554"/>
                  <a:pt x="1225685" y="0"/>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4EFB9BFB-F9CF-2012-497A-705E91CE45AC}"/>
              </a:ext>
            </a:extLst>
          </p:cNvPr>
          <p:cNvSpPr/>
          <p:nvPr/>
        </p:nvSpPr>
        <p:spPr>
          <a:xfrm>
            <a:off x="6955277" y="1741251"/>
            <a:ext cx="2091446" cy="671209"/>
          </a:xfrm>
          <a:custGeom>
            <a:avLst/>
            <a:gdLst>
              <a:gd name="csX0" fmla="*/ 0 w 2091446"/>
              <a:gd name="csY0" fmla="*/ 0 h 671209"/>
              <a:gd name="csX1" fmla="*/ 2091446 w 2091446"/>
              <a:gd name="csY1" fmla="*/ 671209 h 671209"/>
              <a:gd name="csX0" fmla="*/ 0 w 2091446"/>
              <a:gd name="csY0" fmla="*/ 0 h 671209"/>
              <a:gd name="csX1" fmla="*/ 2091446 w 2091446"/>
              <a:gd name="csY1" fmla="*/ 671209 h 671209"/>
              <a:gd name="csX0" fmla="*/ 0 w 2091446"/>
              <a:gd name="csY0" fmla="*/ 0 h 671209"/>
              <a:gd name="csX1" fmla="*/ 2091446 w 2091446"/>
              <a:gd name="csY1" fmla="*/ 671209 h 671209"/>
            </a:gdLst>
            <a:ahLst/>
            <a:cxnLst>
              <a:cxn ang="0">
                <a:pos x="csX0" y="csY0"/>
              </a:cxn>
              <a:cxn ang="0">
                <a:pos x="csX1" y="csY1"/>
              </a:cxn>
            </a:cxnLst>
            <a:rect l="l" t="t" r="r" b="b"/>
            <a:pathLst>
              <a:path w="2091446" h="671209">
                <a:moveTo>
                  <a:pt x="0" y="0"/>
                </a:moveTo>
                <a:cubicBezTo>
                  <a:pt x="765243" y="155642"/>
                  <a:pt x="1491573" y="301558"/>
                  <a:pt x="2091446" y="671209"/>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2959B8F-A811-D423-955E-ADF69FE16DCB}"/>
              </a:ext>
            </a:extLst>
          </p:cNvPr>
          <p:cNvSpPr/>
          <p:nvPr/>
        </p:nvSpPr>
        <p:spPr>
          <a:xfrm>
            <a:off x="6624536" y="4591455"/>
            <a:ext cx="3083668" cy="1284051"/>
          </a:xfrm>
          <a:custGeom>
            <a:avLst/>
            <a:gdLst>
              <a:gd name="csX0" fmla="*/ 3083668 w 3083668"/>
              <a:gd name="csY0" fmla="*/ 0 h 1284051"/>
              <a:gd name="csX1" fmla="*/ 0 w 3083668"/>
              <a:gd name="csY1" fmla="*/ 1284051 h 1284051"/>
              <a:gd name="csX0" fmla="*/ 3083668 w 3083668"/>
              <a:gd name="csY0" fmla="*/ 0 h 1284051"/>
              <a:gd name="csX1" fmla="*/ 0 w 3083668"/>
              <a:gd name="csY1" fmla="*/ 1284051 h 1284051"/>
              <a:gd name="csX0" fmla="*/ 3083668 w 3083668"/>
              <a:gd name="csY0" fmla="*/ 0 h 1284051"/>
              <a:gd name="csX1" fmla="*/ 0 w 3083668"/>
              <a:gd name="csY1" fmla="*/ 1284051 h 1284051"/>
            </a:gdLst>
            <a:ahLst/>
            <a:cxnLst>
              <a:cxn ang="0">
                <a:pos x="csX0" y="csY0"/>
              </a:cxn>
              <a:cxn ang="0">
                <a:pos x="csX1" y="csY1"/>
              </a:cxn>
            </a:cxnLst>
            <a:rect l="l" t="t" r="r" b="b"/>
            <a:pathLst>
              <a:path w="3083668" h="1284051">
                <a:moveTo>
                  <a:pt x="3083668" y="0"/>
                </a:moveTo>
                <a:cubicBezTo>
                  <a:pt x="2707533" y="1468877"/>
                  <a:pt x="1115438" y="1118681"/>
                  <a:pt x="0" y="128405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E2F0C28A-0F29-1231-7936-6A29ED86700A}"/>
              </a:ext>
            </a:extLst>
          </p:cNvPr>
          <p:cNvCxnSpPr/>
          <p:nvPr/>
        </p:nvCxnSpPr>
        <p:spPr>
          <a:xfrm flipH="1">
            <a:off x="4270006" y="5856490"/>
            <a:ext cx="866198" cy="0"/>
          </a:xfrm>
          <a:prstGeom prst="straightConnector1">
            <a:avLst/>
          </a:prstGeom>
          <a:ln>
            <a:solidFill>
              <a:schemeClr val="bg1">
                <a:lumMod val="75000"/>
              </a:schemeClr>
            </a:solidFill>
            <a:tailEnd type="triangle" w="med" len="lg"/>
          </a:ln>
        </p:spPr>
        <p:style>
          <a:lnRef idx="2">
            <a:schemeClr val="accent1"/>
          </a:lnRef>
          <a:fillRef idx="0">
            <a:schemeClr val="accent1"/>
          </a:fillRef>
          <a:effectRef idx="1">
            <a:schemeClr val="accent1"/>
          </a:effectRef>
          <a:fontRef idx="minor">
            <a:schemeClr val="tx1"/>
          </a:fontRef>
        </p:style>
      </p:cxnSp>
      <p:sp>
        <p:nvSpPr>
          <p:cNvPr id="29" name="Freeform: Shape 28">
            <a:extLst>
              <a:ext uri="{FF2B5EF4-FFF2-40B4-BE49-F238E27FC236}">
                <a16:creationId xmlns:a16="http://schemas.microsoft.com/office/drawing/2014/main" id="{D2F8D2E9-206D-CF97-1759-0603B0366B4B}"/>
              </a:ext>
            </a:extLst>
          </p:cNvPr>
          <p:cNvSpPr/>
          <p:nvPr/>
        </p:nvSpPr>
        <p:spPr>
          <a:xfrm>
            <a:off x="1050393" y="5058383"/>
            <a:ext cx="1790083" cy="749030"/>
          </a:xfrm>
          <a:custGeom>
            <a:avLst/>
            <a:gdLst>
              <a:gd name="csX0" fmla="*/ 1789890 w 1789890"/>
              <a:gd name="csY0" fmla="*/ 749030 h 749030"/>
              <a:gd name="csX1" fmla="*/ 0 w 1789890"/>
              <a:gd name="csY1" fmla="*/ 0 h 749030"/>
              <a:gd name="csX0" fmla="*/ 1789890 w 1789890"/>
              <a:gd name="csY0" fmla="*/ 749030 h 749030"/>
              <a:gd name="csX1" fmla="*/ 0 w 1789890"/>
              <a:gd name="csY1" fmla="*/ 0 h 749030"/>
              <a:gd name="csX0" fmla="*/ 1789890 w 1789890"/>
              <a:gd name="csY0" fmla="*/ 749030 h 749030"/>
              <a:gd name="csX1" fmla="*/ 0 w 1789890"/>
              <a:gd name="csY1" fmla="*/ 0 h 749030"/>
              <a:gd name="csX0" fmla="*/ 1790083 w 1790083"/>
              <a:gd name="csY0" fmla="*/ 749030 h 749030"/>
              <a:gd name="csX1" fmla="*/ 193 w 1790083"/>
              <a:gd name="csY1" fmla="*/ 0 h 749030"/>
            </a:gdLst>
            <a:ahLst/>
            <a:cxnLst>
              <a:cxn ang="0">
                <a:pos x="csX0" y="csY0"/>
              </a:cxn>
              <a:cxn ang="0">
                <a:pos x="csX1" y="csY1"/>
              </a:cxn>
            </a:cxnLst>
            <a:rect l="l" t="t" r="r" b="b"/>
            <a:pathLst>
              <a:path w="1790083" h="749030">
                <a:moveTo>
                  <a:pt x="1790083" y="749030"/>
                </a:moveTo>
                <a:cubicBezTo>
                  <a:pt x="989173" y="723089"/>
                  <a:pt x="-16020" y="560963"/>
                  <a:pt x="193"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B34D8C20-ED59-DA96-7C28-8FE105B6D1D7}"/>
              </a:ext>
            </a:extLst>
          </p:cNvPr>
          <p:cNvSpPr/>
          <p:nvPr/>
        </p:nvSpPr>
        <p:spPr>
          <a:xfrm>
            <a:off x="1108952" y="3014034"/>
            <a:ext cx="667549" cy="682477"/>
          </a:xfrm>
          <a:custGeom>
            <a:avLst/>
            <a:gdLst>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667549"/>
              <a:gd name="csY0" fmla="*/ 682477 h 682477"/>
              <a:gd name="csX1" fmla="*/ 667549 w 667549"/>
              <a:gd name="csY1" fmla="*/ 0 h 682477"/>
              <a:gd name="csX0" fmla="*/ 0 w 667549"/>
              <a:gd name="csY0" fmla="*/ 682477 h 682477"/>
              <a:gd name="csX1" fmla="*/ 667549 w 667549"/>
              <a:gd name="csY1" fmla="*/ 0 h 682477"/>
              <a:gd name="csX0" fmla="*/ 0 w 667549"/>
              <a:gd name="csY0" fmla="*/ 682477 h 682477"/>
              <a:gd name="csX1" fmla="*/ 667549 w 667549"/>
              <a:gd name="csY1" fmla="*/ 0 h 682477"/>
            </a:gdLst>
            <a:ahLst/>
            <a:cxnLst>
              <a:cxn ang="0">
                <a:pos x="csX0" y="csY0"/>
              </a:cxn>
              <a:cxn ang="0">
                <a:pos x="csX1" y="csY1"/>
              </a:cxn>
            </a:cxnLst>
            <a:rect l="l" t="t" r="r" b="b"/>
            <a:pathLst>
              <a:path w="667549" h="682477">
                <a:moveTo>
                  <a:pt x="0" y="682477"/>
                </a:moveTo>
                <a:cubicBezTo>
                  <a:pt x="59041" y="401915"/>
                  <a:pt x="83504" y="80518"/>
                  <a:pt x="667549"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0BD2322-102E-DFB5-6384-88630BA59CDE}"/>
              </a:ext>
            </a:extLst>
          </p:cNvPr>
          <p:cNvSpPr/>
          <p:nvPr/>
        </p:nvSpPr>
        <p:spPr>
          <a:xfrm>
            <a:off x="493487" y="3777808"/>
            <a:ext cx="1225685" cy="1182524"/>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08948DE-A119-7E92-8FA3-0015CA04F1EE}"/>
              </a:ext>
            </a:extLst>
          </p:cNvPr>
          <p:cNvSpPr txBox="1"/>
          <p:nvPr/>
        </p:nvSpPr>
        <p:spPr>
          <a:xfrm>
            <a:off x="4165473" y="2745322"/>
            <a:ext cx="2040337" cy="307777"/>
          </a:xfrm>
          <a:prstGeom prst="rect">
            <a:avLst/>
          </a:prstGeom>
          <a:noFill/>
        </p:spPr>
        <p:txBody>
          <a:bodyPr wrap="square" rtlCol="0">
            <a:spAutoFit/>
          </a:bodyPr>
          <a:lstStyle/>
          <a:p>
            <a:pPr algn="ctr"/>
            <a:r>
              <a:rPr lang="en-US" sz="1400" dirty="0"/>
              <a:t>Relational database</a:t>
            </a:r>
          </a:p>
        </p:txBody>
      </p:sp>
      <p:sp>
        <p:nvSpPr>
          <p:cNvPr id="7" name="TextBox 6">
            <a:extLst>
              <a:ext uri="{FF2B5EF4-FFF2-40B4-BE49-F238E27FC236}">
                <a16:creationId xmlns:a16="http://schemas.microsoft.com/office/drawing/2014/main" id="{22F3BE5C-3D17-D3C4-52DA-FFE7211BA030}"/>
              </a:ext>
            </a:extLst>
          </p:cNvPr>
          <p:cNvSpPr txBox="1"/>
          <p:nvPr/>
        </p:nvSpPr>
        <p:spPr>
          <a:xfrm>
            <a:off x="9112090" y="4283678"/>
            <a:ext cx="1574629" cy="307777"/>
          </a:xfrm>
          <a:prstGeom prst="rect">
            <a:avLst/>
          </a:prstGeom>
          <a:noFill/>
        </p:spPr>
        <p:txBody>
          <a:bodyPr wrap="square" rtlCol="0">
            <a:spAutoFit/>
          </a:bodyPr>
          <a:lstStyle/>
          <a:p>
            <a:pPr algn="ctr"/>
            <a:r>
              <a:rPr lang="en-US" sz="1400" dirty="0"/>
              <a:t>tables to publish</a:t>
            </a:r>
          </a:p>
        </p:txBody>
      </p:sp>
      <p:grpSp>
        <p:nvGrpSpPr>
          <p:cNvPr id="33" name="Group 32">
            <a:extLst>
              <a:ext uri="{FF2B5EF4-FFF2-40B4-BE49-F238E27FC236}">
                <a16:creationId xmlns:a16="http://schemas.microsoft.com/office/drawing/2014/main" id="{5586AFAB-9E9D-30D7-7C18-0F2663C8F887}"/>
              </a:ext>
            </a:extLst>
          </p:cNvPr>
          <p:cNvGrpSpPr/>
          <p:nvPr/>
        </p:nvGrpSpPr>
        <p:grpSpPr>
          <a:xfrm>
            <a:off x="1014044" y="1453640"/>
            <a:ext cx="705128" cy="603675"/>
            <a:chOff x="907870" y="763233"/>
            <a:chExt cx="705128" cy="603675"/>
          </a:xfrm>
        </p:grpSpPr>
        <p:pic>
          <p:nvPicPr>
            <p:cNvPr id="34" name="Picture 33" descr="Enhance your Excel spreadsheets with tables, images and ...">
              <a:extLst>
                <a:ext uri="{FF2B5EF4-FFF2-40B4-BE49-F238E27FC236}">
                  <a16:creationId xmlns:a16="http://schemas.microsoft.com/office/drawing/2014/main" id="{3DF2EE90-F7F7-2979-C582-D1FD4127ACD2}"/>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35" name="TextBox 34">
              <a:extLst>
                <a:ext uri="{FF2B5EF4-FFF2-40B4-BE49-F238E27FC236}">
                  <a16:creationId xmlns:a16="http://schemas.microsoft.com/office/drawing/2014/main" id="{DFBB06D0-6BCA-1ABE-BFB2-1E9661824E51}"/>
                </a:ext>
              </a:extLst>
            </p:cNvPr>
            <p:cNvSpPr txBox="1"/>
            <p:nvPr/>
          </p:nvSpPr>
          <p:spPr>
            <a:xfrm>
              <a:off x="907870" y="1120687"/>
              <a:ext cx="705128" cy="246221"/>
            </a:xfrm>
            <a:prstGeom prst="rect">
              <a:avLst/>
            </a:prstGeom>
            <a:noFill/>
          </p:spPr>
          <p:txBody>
            <a:bodyPr wrap="square" rtlCol="0">
              <a:spAutoFit/>
            </a:bodyPr>
            <a:lstStyle/>
            <a:p>
              <a:pPr algn="ctr"/>
              <a:r>
                <a:rPr lang="en-US" sz="1000" dirty="0"/>
                <a:t>snapshot</a:t>
              </a:r>
            </a:p>
          </p:txBody>
        </p:sp>
      </p:grpSp>
      <p:sp>
        <p:nvSpPr>
          <p:cNvPr id="2" name="Freeform: Shape 1">
            <a:extLst>
              <a:ext uri="{FF2B5EF4-FFF2-40B4-BE49-F238E27FC236}">
                <a16:creationId xmlns:a16="http://schemas.microsoft.com/office/drawing/2014/main" id="{DA901486-4A69-334D-3918-442412D39810}"/>
              </a:ext>
            </a:extLst>
          </p:cNvPr>
          <p:cNvSpPr/>
          <p:nvPr/>
        </p:nvSpPr>
        <p:spPr>
          <a:xfrm>
            <a:off x="734484" y="425513"/>
            <a:ext cx="587322" cy="1186004"/>
          </a:xfrm>
          <a:custGeom>
            <a:avLst/>
            <a:gdLst>
              <a:gd name="csX0" fmla="*/ 316871 w 316871"/>
              <a:gd name="csY0" fmla="*/ 0 h 1186004"/>
              <a:gd name="csX1" fmla="*/ 0 w 316871"/>
              <a:gd name="csY1" fmla="*/ 1186004 h 1186004"/>
              <a:gd name="csX0" fmla="*/ 321428 w 321428"/>
              <a:gd name="csY0" fmla="*/ 0 h 1186004"/>
              <a:gd name="csX1" fmla="*/ 4557 w 321428"/>
              <a:gd name="csY1" fmla="*/ 1186004 h 1186004"/>
              <a:gd name="csX0" fmla="*/ 587322 w 587322"/>
              <a:gd name="csY0" fmla="*/ 0 h 1186004"/>
              <a:gd name="csX1" fmla="*/ 270451 w 587322"/>
              <a:gd name="csY1" fmla="*/ 1186004 h 1186004"/>
            </a:gdLst>
            <a:ahLst/>
            <a:cxnLst>
              <a:cxn ang="0">
                <a:pos x="csX0" y="csY0"/>
              </a:cxn>
              <a:cxn ang="0">
                <a:pos x="csX1" y="csY1"/>
              </a:cxn>
            </a:cxnLst>
            <a:rect l="l" t="t" r="r" b="b"/>
            <a:pathLst>
              <a:path w="587322" h="1186004">
                <a:moveTo>
                  <a:pt x="587322" y="0"/>
                </a:moveTo>
                <a:cubicBezTo>
                  <a:pt x="47132" y="69410"/>
                  <a:pt x="-248614" y="1035113"/>
                  <a:pt x="270451" y="1186004"/>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6179030-E48F-FFC5-BD78-355BFF181B57}"/>
              </a:ext>
            </a:extLst>
          </p:cNvPr>
          <p:cNvSpPr txBox="1"/>
          <p:nvPr/>
        </p:nvSpPr>
        <p:spPr>
          <a:xfrm>
            <a:off x="1431029" y="799045"/>
            <a:ext cx="692003" cy="215444"/>
          </a:xfrm>
          <a:prstGeom prst="rect">
            <a:avLst/>
          </a:prstGeom>
          <a:noFill/>
        </p:spPr>
        <p:txBody>
          <a:bodyPr wrap="square" rtlCol="0">
            <a:spAutoFit/>
          </a:bodyPr>
          <a:lstStyle/>
          <a:p>
            <a:r>
              <a:rPr lang="en-US" sz="800" dirty="0">
                <a:solidFill>
                  <a:schemeClr val="tx1">
                    <a:lumMod val="65000"/>
                    <a:lumOff val="35000"/>
                  </a:schemeClr>
                </a:solidFill>
              </a:rPr>
              <a:t>6/23/2026</a:t>
            </a:r>
          </a:p>
        </p:txBody>
      </p:sp>
      <p:sp>
        <p:nvSpPr>
          <p:cNvPr id="39" name="TextBox 38">
            <a:extLst>
              <a:ext uri="{FF2B5EF4-FFF2-40B4-BE49-F238E27FC236}">
                <a16:creationId xmlns:a16="http://schemas.microsoft.com/office/drawing/2014/main" id="{BD175449-1AA1-9AD2-1F48-8485F1FA1982}"/>
              </a:ext>
            </a:extLst>
          </p:cNvPr>
          <p:cNvSpPr txBox="1"/>
          <p:nvPr/>
        </p:nvSpPr>
        <p:spPr>
          <a:xfrm>
            <a:off x="6624536" y="531283"/>
            <a:ext cx="2976056" cy="553998"/>
          </a:xfrm>
          <a:prstGeom prst="rect">
            <a:avLst/>
          </a:prstGeom>
          <a:noFill/>
        </p:spPr>
        <p:txBody>
          <a:bodyPr wrap="square" rtlCol="0">
            <a:spAutoFit/>
          </a:bodyPr>
          <a:lstStyle/>
          <a:p>
            <a:r>
              <a:rPr lang="en-US" sz="1000" dirty="0">
                <a:solidFill>
                  <a:schemeClr val="tx2">
                    <a:lumMod val="50000"/>
                    <a:lumOff val="50000"/>
                  </a:schemeClr>
                </a:solidFill>
              </a:rPr>
              <a:t>Enforceable data integrity</a:t>
            </a:r>
          </a:p>
          <a:p>
            <a:r>
              <a:rPr lang="en-US" sz="1000" dirty="0">
                <a:solidFill>
                  <a:schemeClr val="tx2">
                    <a:lumMod val="50000"/>
                    <a:lumOff val="50000"/>
                  </a:schemeClr>
                </a:solidFill>
              </a:rPr>
              <a:t>Enables automated data manipulation</a:t>
            </a:r>
          </a:p>
          <a:p>
            <a:r>
              <a:rPr lang="en-US" sz="1000" dirty="0">
                <a:solidFill>
                  <a:schemeClr val="tx2">
                    <a:lumMod val="50000"/>
                    <a:lumOff val="50000"/>
                  </a:schemeClr>
                </a:solidFill>
              </a:rPr>
              <a:t>Enables automated data views</a:t>
            </a:r>
          </a:p>
        </p:txBody>
      </p:sp>
      <p:sp>
        <p:nvSpPr>
          <p:cNvPr id="41" name="TextBox 40">
            <a:extLst>
              <a:ext uri="{FF2B5EF4-FFF2-40B4-BE49-F238E27FC236}">
                <a16:creationId xmlns:a16="http://schemas.microsoft.com/office/drawing/2014/main" id="{29308875-F70C-D19A-BB68-77FCA6EC2408}"/>
              </a:ext>
            </a:extLst>
          </p:cNvPr>
          <p:cNvSpPr txBox="1"/>
          <p:nvPr/>
        </p:nvSpPr>
        <p:spPr>
          <a:xfrm>
            <a:off x="4270006" y="6545037"/>
            <a:ext cx="866198" cy="246221"/>
          </a:xfrm>
          <a:prstGeom prst="rect">
            <a:avLst/>
          </a:prstGeom>
          <a:noFill/>
        </p:spPr>
        <p:txBody>
          <a:bodyPr wrap="square" rtlCol="0">
            <a:spAutoFit/>
          </a:bodyPr>
          <a:lstStyle/>
          <a:p>
            <a:r>
              <a:rPr lang="en-US" sz="1000" dirty="0">
                <a:solidFill>
                  <a:schemeClr val="tx2">
                    <a:lumMod val="50000"/>
                    <a:lumOff val="50000"/>
                  </a:schemeClr>
                </a:solidFill>
              </a:rPr>
              <a:t>Sharing</a:t>
            </a:r>
          </a:p>
        </p:txBody>
      </p:sp>
      <p:sp>
        <p:nvSpPr>
          <p:cNvPr id="43" name="TextBox 42">
            <a:extLst>
              <a:ext uri="{FF2B5EF4-FFF2-40B4-BE49-F238E27FC236}">
                <a16:creationId xmlns:a16="http://schemas.microsoft.com/office/drawing/2014/main" id="{5883AA7D-DD1F-829E-F835-1F1132EEE4AF}"/>
              </a:ext>
            </a:extLst>
          </p:cNvPr>
          <p:cNvSpPr txBox="1"/>
          <p:nvPr/>
        </p:nvSpPr>
        <p:spPr>
          <a:xfrm>
            <a:off x="10097375" y="3563786"/>
            <a:ext cx="1971344" cy="400110"/>
          </a:xfrm>
          <a:prstGeom prst="rect">
            <a:avLst/>
          </a:prstGeom>
          <a:noFill/>
        </p:spPr>
        <p:txBody>
          <a:bodyPr wrap="square" rtlCol="0">
            <a:spAutoFit/>
          </a:bodyPr>
          <a:lstStyle/>
          <a:p>
            <a:r>
              <a:rPr lang="en-US" sz="1000" dirty="0">
                <a:solidFill>
                  <a:schemeClr val="tx2">
                    <a:lumMod val="50000"/>
                    <a:lumOff val="50000"/>
                  </a:schemeClr>
                </a:solidFill>
              </a:rPr>
              <a:t>Organized for human interaction</a:t>
            </a:r>
          </a:p>
          <a:p>
            <a:r>
              <a:rPr lang="en-US" sz="1000" dirty="0">
                <a:solidFill>
                  <a:schemeClr val="tx2">
                    <a:lumMod val="50000"/>
                    <a:lumOff val="50000"/>
                  </a:schemeClr>
                </a:solidFill>
              </a:rPr>
              <a:t>Supports app UI  (Experience B.)</a:t>
            </a:r>
          </a:p>
        </p:txBody>
      </p:sp>
      <p:sp>
        <p:nvSpPr>
          <p:cNvPr id="44" name="TextBox 43">
            <a:extLst>
              <a:ext uri="{FF2B5EF4-FFF2-40B4-BE49-F238E27FC236}">
                <a16:creationId xmlns:a16="http://schemas.microsoft.com/office/drawing/2014/main" id="{CC0D8694-C03C-9D87-5623-23F89911E179}"/>
              </a:ext>
            </a:extLst>
          </p:cNvPr>
          <p:cNvSpPr txBox="1"/>
          <p:nvPr/>
        </p:nvSpPr>
        <p:spPr>
          <a:xfrm>
            <a:off x="222890" y="2276856"/>
            <a:ext cx="587322" cy="415498"/>
          </a:xfrm>
          <a:prstGeom prst="rect">
            <a:avLst/>
          </a:prstGeom>
          <a:noFill/>
        </p:spPr>
        <p:txBody>
          <a:bodyPr wrap="square" rtlCol="0">
            <a:spAutoFit/>
          </a:bodyPr>
          <a:lstStyle/>
          <a:p>
            <a:r>
              <a:rPr lang="en-US" sz="1050" dirty="0"/>
              <a:t>List of edits</a:t>
            </a:r>
          </a:p>
        </p:txBody>
      </p:sp>
      <p:sp>
        <p:nvSpPr>
          <p:cNvPr id="46" name="Freeform: Shape 45">
            <a:extLst>
              <a:ext uri="{FF2B5EF4-FFF2-40B4-BE49-F238E27FC236}">
                <a16:creationId xmlns:a16="http://schemas.microsoft.com/office/drawing/2014/main" id="{FBE4D120-FACF-5B1F-CD43-0ECA383207C5}"/>
              </a:ext>
            </a:extLst>
          </p:cNvPr>
          <p:cNvSpPr/>
          <p:nvPr/>
        </p:nvSpPr>
        <p:spPr>
          <a:xfrm>
            <a:off x="769545" y="2091350"/>
            <a:ext cx="534154" cy="334979"/>
          </a:xfrm>
          <a:custGeom>
            <a:avLst/>
            <a:gdLst>
              <a:gd name="csX0" fmla="*/ 0 w 534154"/>
              <a:gd name="csY0" fmla="*/ 334979 h 334979"/>
              <a:gd name="csX1" fmla="*/ 534154 w 534154"/>
              <a:gd name="csY1" fmla="*/ 0 h 334979"/>
              <a:gd name="csX0" fmla="*/ 0 w 534154"/>
              <a:gd name="csY0" fmla="*/ 334979 h 334979"/>
              <a:gd name="csX1" fmla="*/ 534154 w 534154"/>
              <a:gd name="csY1" fmla="*/ 0 h 334979"/>
              <a:gd name="csX0" fmla="*/ 0 w 534154"/>
              <a:gd name="csY0" fmla="*/ 334979 h 334979"/>
              <a:gd name="csX1" fmla="*/ 534154 w 534154"/>
              <a:gd name="csY1" fmla="*/ 0 h 334979"/>
            </a:gdLst>
            <a:ahLst/>
            <a:cxnLst>
              <a:cxn ang="0">
                <a:pos x="csX0" y="csY0"/>
              </a:cxn>
              <a:cxn ang="0">
                <a:pos x="csX1" y="csY1"/>
              </a:cxn>
            </a:cxnLst>
            <a:rect l="l" t="t" r="r" b="b"/>
            <a:pathLst>
              <a:path w="534154" h="334979">
                <a:moveTo>
                  <a:pt x="0" y="334979"/>
                </a:moveTo>
                <a:cubicBezTo>
                  <a:pt x="227862" y="280246"/>
                  <a:pt x="416588" y="200609"/>
                  <a:pt x="534154" y="0"/>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7CC5B0A-DBCB-86C1-495D-67F580DE3C46}"/>
              </a:ext>
            </a:extLst>
          </p:cNvPr>
          <p:cNvSpPr txBox="1"/>
          <p:nvPr/>
        </p:nvSpPr>
        <p:spPr>
          <a:xfrm>
            <a:off x="1212270" y="3811319"/>
            <a:ext cx="1298155" cy="830997"/>
          </a:xfrm>
          <a:prstGeom prst="rect">
            <a:avLst/>
          </a:prstGeom>
          <a:noFill/>
        </p:spPr>
        <p:txBody>
          <a:bodyPr wrap="square" rtlCol="0">
            <a:spAutoFit/>
          </a:bodyPr>
          <a:lstStyle/>
          <a:p>
            <a:pPr algn="ctr"/>
            <a:r>
              <a:rPr lang="en-US" sz="2400" dirty="0">
                <a:solidFill>
                  <a:srgbClr val="C00000"/>
                </a:solidFill>
              </a:rPr>
              <a:t>Data</a:t>
            </a:r>
          </a:p>
          <a:p>
            <a:pPr algn="ctr"/>
            <a:r>
              <a:rPr lang="en-US" sz="2400" dirty="0">
                <a:solidFill>
                  <a:srgbClr val="C00000"/>
                </a:solidFill>
              </a:rPr>
              <a:t>Entry</a:t>
            </a:r>
          </a:p>
        </p:txBody>
      </p:sp>
      <p:sp>
        <p:nvSpPr>
          <p:cNvPr id="32" name="TextBox 31">
            <a:extLst>
              <a:ext uri="{FF2B5EF4-FFF2-40B4-BE49-F238E27FC236}">
                <a16:creationId xmlns:a16="http://schemas.microsoft.com/office/drawing/2014/main" id="{D9F38F9A-FB94-2EC2-B3FB-558DB359C85F}"/>
              </a:ext>
            </a:extLst>
          </p:cNvPr>
          <p:cNvSpPr txBox="1"/>
          <p:nvPr/>
        </p:nvSpPr>
        <p:spPr>
          <a:xfrm>
            <a:off x="7701106" y="5087809"/>
            <a:ext cx="1298155" cy="461665"/>
          </a:xfrm>
          <a:prstGeom prst="rect">
            <a:avLst/>
          </a:prstGeom>
          <a:noFill/>
        </p:spPr>
        <p:txBody>
          <a:bodyPr wrap="square" rtlCol="0">
            <a:spAutoFit/>
          </a:bodyPr>
          <a:lstStyle/>
          <a:p>
            <a:pPr algn="ctr"/>
            <a:r>
              <a:rPr lang="en-US" sz="2400" dirty="0">
                <a:solidFill>
                  <a:srgbClr val="C00000"/>
                </a:solidFill>
              </a:rPr>
              <a:t>Publish</a:t>
            </a:r>
          </a:p>
        </p:txBody>
      </p:sp>
      <p:pic>
        <p:nvPicPr>
          <p:cNvPr id="26" name="Picture 25" descr="Graph chart vector icon.symbol of business. 4999434 Vector ...">
            <a:extLst>
              <a:ext uri="{FF2B5EF4-FFF2-40B4-BE49-F238E27FC236}">
                <a16:creationId xmlns:a16="http://schemas.microsoft.com/office/drawing/2014/main" id="{39AF1A56-85BD-7705-5181-7C1DD7266A99}"/>
              </a:ext>
            </a:extLst>
          </p:cNvPr>
          <p:cNvPicPr>
            <a:picLocks noChangeAspect="1"/>
          </p:cNvPicPr>
          <p:nvPr/>
        </p:nvPicPr>
        <p:blipFill>
          <a:blip r:embed="rId9"/>
          <a:srcRect l="10774" t="9612" r="9786" b="7393"/>
          <a:stretch>
            <a:fillRect/>
          </a:stretch>
        </p:blipFill>
        <p:spPr>
          <a:xfrm>
            <a:off x="6952098" y="3053099"/>
            <a:ext cx="404813" cy="354806"/>
          </a:xfrm>
          <a:prstGeom prst="rect">
            <a:avLst/>
          </a:prstGeom>
          <a:ln w="6350">
            <a:solidFill>
              <a:schemeClr val="bg1">
                <a:lumMod val="85000"/>
              </a:schemeClr>
            </a:solidFill>
          </a:ln>
        </p:spPr>
      </p:pic>
      <p:pic>
        <p:nvPicPr>
          <p:cNvPr id="37" name="Picture 36" descr="Graph chart vector icon.symbol of business. 4999434 Vector ...">
            <a:extLst>
              <a:ext uri="{FF2B5EF4-FFF2-40B4-BE49-F238E27FC236}">
                <a16:creationId xmlns:a16="http://schemas.microsoft.com/office/drawing/2014/main" id="{EB7830E3-0561-17B8-29E9-E76948551DA6}"/>
              </a:ext>
            </a:extLst>
          </p:cNvPr>
          <p:cNvPicPr>
            <a:picLocks noChangeAspect="1"/>
          </p:cNvPicPr>
          <p:nvPr/>
        </p:nvPicPr>
        <p:blipFill>
          <a:blip r:embed="rId9"/>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2" name="Picture 41" descr="Graph chart vector icon.symbol of business. 4999434 Vector ...">
            <a:extLst>
              <a:ext uri="{FF2B5EF4-FFF2-40B4-BE49-F238E27FC236}">
                <a16:creationId xmlns:a16="http://schemas.microsoft.com/office/drawing/2014/main" id="{08343AA2-CB3B-A53C-832D-5997FF220AA3}"/>
              </a:ext>
            </a:extLst>
          </p:cNvPr>
          <p:cNvPicPr>
            <a:picLocks noChangeAspect="1"/>
          </p:cNvPicPr>
          <p:nvPr/>
        </p:nvPicPr>
        <p:blipFill>
          <a:blip r:embed="rId9"/>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7" name="Picture 46" descr="Graph chart vector icon.symbol of business. 4999434 Vector ...">
            <a:extLst>
              <a:ext uri="{FF2B5EF4-FFF2-40B4-BE49-F238E27FC236}">
                <a16:creationId xmlns:a16="http://schemas.microsoft.com/office/drawing/2014/main" id="{F62827BA-BB1A-5B8E-B373-8986D08A65E1}"/>
              </a:ext>
            </a:extLst>
          </p:cNvPr>
          <p:cNvPicPr>
            <a:picLocks noChangeAspect="1"/>
          </p:cNvPicPr>
          <p:nvPr/>
        </p:nvPicPr>
        <p:blipFill>
          <a:blip r:embed="rId9"/>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sp>
        <p:nvSpPr>
          <p:cNvPr id="49" name="Freeform: Shape 48">
            <a:extLst>
              <a:ext uri="{FF2B5EF4-FFF2-40B4-BE49-F238E27FC236}">
                <a16:creationId xmlns:a16="http://schemas.microsoft.com/office/drawing/2014/main" id="{25B88B39-2646-3CCF-AD09-AE8FC2D57B57}"/>
              </a:ext>
            </a:extLst>
          </p:cNvPr>
          <p:cNvSpPr/>
          <p:nvPr/>
        </p:nvSpPr>
        <p:spPr>
          <a:xfrm>
            <a:off x="6500388" y="2362954"/>
            <a:ext cx="660904" cy="525101"/>
          </a:xfrm>
          <a:custGeom>
            <a:avLst/>
            <a:gdLst>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579422"/>
              <a:gd name="csY0" fmla="*/ 0 h 525101"/>
              <a:gd name="csX1" fmla="*/ 579422 w 579422"/>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Lst>
            <a:ahLst/>
            <a:cxnLst>
              <a:cxn ang="0">
                <a:pos x="csX0" y="csY0"/>
              </a:cxn>
              <a:cxn ang="0">
                <a:pos x="csX1" y="csY1"/>
              </a:cxn>
            </a:cxnLst>
            <a:rect l="l" t="t" r="r" b="b"/>
            <a:pathLst>
              <a:path w="660904" h="525101">
                <a:moveTo>
                  <a:pt x="0" y="0"/>
                </a:moveTo>
                <a:cubicBezTo>
                  <a:pt x="319889" y="123731"/>
                  <a:pt x="549244" y="211249"/>
                  <a:pt x="660904" y="52510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4F96099-EB08-5B2D-C6B0-096E9C4B59BA}"/>
              </a:ext>
            </a:extLst>
          </p:cNvPr>
          <p:cNvSpPr txBox="1"/>
          <p:nvPr/>
        </p:nvSpPr>
        <p:spPr>
          <a:xfrm>
            <a:off x="6272594" y="3446074"/>
            <a:ext cx="994847" cy="507831"/>
          </a:xfrm>
          <a:prstGeom prst="rect">
            <a:avLst/>
          </a:prstGeom>
          <a:noFill/>
        </p:spPr>
        <p:txBody>
          <a:bodyPr wrap="square" rtlCol="0">
            <a:spAutoFit/>
          </a:bodyPr>
          <a:lstStyle/>
          <a:p>
            <a:r>
              <a:rPr lang="en-US" sz="900" dirty="0">
                <a:solidFill>
                  <a:schemeClr val="tx1">
                    <a:lumMod val="50000"/>
                    <a:lumOff val="50000"/>
                  </a:schemeClr>
                </a:solidFill>
              </a:rPr>
              <a:t>Monitoring</a:t>
            </a:r>
          </a:p>
          <a:p>
            <a:r>
              <a:rPr lang="en-US" sz="900" dirty="0">
                <a:solidFill>
                  <a:schemeClr val="tx1">
                    <a:lumMod val="50000"/>
                    <a:lumOff val="50000"/>
                  </a:schemeClr>
                </a:solidFill>
              </a:rPr>
              <a:t>Data graphs</a:t>
            </a:r>
          </a:p>
          <a:p>
            <a:r>
              <a:rPr lang="en-US" sz="900" dirty="0">
                <a:solidFill>
                  <a:schemeClr val="tx1">
                    <a:lumMod val="50000"/>
                    <a:lumOff val="50000"/>
                  </a:schemeClr>
                </a:solidFill>
              </a:rPr>
              <a:t>(1.5MB, </a:t>
            </a:r>
            <a:r>
              <a:rPr lang="en-US" sz="900" i="1" dirty="0">
                <a:solidFill>
                  <a:schemeClr val="tx1">
                    <a:lumMod val="50000"/>
                    <a:lumOff val="50000"/>
                  </a:schemeClr>
                </a:solidFill>
              </a:rPr>
              <a:t>n</a:t>
            </a:r>
            <a:r>
              <a:rPr lang="en-US" sz="900" dirty="0">
                <a:solidFill>
                  <a:schemeClr val="tx1">
                    <a:lumMod val="50000"/>
                    <a:lumOff val="50000"/>
                  </a:schemeClr>
                </a:solidFill>
              </a:rPr>
              <a:t>=124)</a:t>
            </a:r>
          </a:p>
        </p:txBody>
      </p:sp>
      <p:sp>
        <p:nvSpPr>
          <p:cNvPr id="48" name="TextBox 47">
            <a:extLst>
              <a:ext uri="{FF2B5EF4-FFF2-40B4-BE49-F238E27FC236}">
                <a16:creationId xmlns:a16="http://schemas.microsoft.com/office/drawing/2014/main" id="{1DD5F6C1-8E8B-C1CE-FC4F-5779B9946709}"/>
              </a:ext>
            </a:extLst>
          </p:cNvPr>
          <p:cNvSpPr txBox="1"/>
          <p:nvPr/>
        </p:nvSpPr>
        <p:spPr>
          <a:xfrm>
            <a:off x="9185417" y="1080258"/>
            <a:ext cx="1381335" cy="369332"/>
          </a:xfrm>
          <a:prstGeom prst="rect">
            <a:avLst/>
          </a:prstGeom>
          <a:noFill/>
        </p:spPr>
        <p:txBody>
          <a:bodyPr wrap="square" rtlCol="0">
            <a:spAutoFit/>
          </a:bodyPr>
          <a:lstStyle/>
          <a:p>
            <a:r>
              <a:rPr lang="en-US" dirty="0">
                <a:solidFill>
                  <a:schemeClr val="accent1">
                    <a:lumMod val="40000"/>
                    <a:lumOff val="60000"/>
                  </a:schemeClr>
                </a:solidFill>
              </a:rPr>
              <a:t>file system</a:t>
            </a:r>
          </a:p>
        </p:txBody>
      </p:sp>
      <p:sp>
        <p:nvSpPr>
          <p:cNvPr id="53" name="TextBox 52">
            <a:extLst>
              <a:ext uri="{FF2B5EF4-FFF2-40B4-BE49-F238E27FC236}">
                <a16:creationId xmlns:a16="http://schemas.microsoft.com/office/drawing/2014/main" id="{9112933D-E2E5-A2BF-3F71-147A3FAF6C9D}"/>
              </a:ext>
            </a:extLst>
          </p:cNvPr>
          <p:cNvSpPr txBox="1"/>
          <p:nvPr/>
        </p:nvSpPr>
        <p:spPr>
          <a:xfrm>
            <a:off x="2647098" y="3801057"/>
            <a:ext cx="1792586" cy="369332"/>
          </a:xfrm>
          <a:prstGeom prst="rect">
            <a:avLst/>
          </a:prstGeom>
          <a:noFill/>
        </p:spPr>
        <p:txBody>
          <a:bodyPr wrap="square" rtlCol="0">
            <a:spAutoFit/>
          </a:bodyPr>
          <a:lstStyle/>
          <a:p>
            <a:r>
              <a:rPr lang="en-US" dirty="0">
                <a:solidFill>
                  <a:schemeClr val="accent6">
                    <a:lumMod val="40000"/>
                    <a:lumOff val="60000"/>
                  </a:schemeClr>
                </a:solidFill>
              </a:rPr>
              <a:t>ArcGIS Online</a:t>
            </a:r>
          </a:p>
        </p:txBody>
      </p:sp>
      <p:sp>
        <p:nvSpPr>
          <p:cNvPr id="50" name="TextBox 49">
            <a:extLst>
              <a:ext uri="{FF2B5EF4-FFF2-40B4-BE49-F238E27FC236}">
                <a16:creationId xmlns:a16="http://schemas.microsoft.com/office/drawing/2014/main" id="{F764F5B0-1E60-72D5-94DD-519DC306B05B}"/>
              </a:ext>
            </a:extLst>
          </p:cNvPr>
          <p:cNvSpPr txBox="1"/>
          <p:nvPr/>
        </p:nvSpPr>
        <p:spPr>
          <a:xfrm>
            <a:off x="7141987" y="3893061"/>
            <a:ext cx="429757" cy="369332"/>
          </a:xfrm>
          <a:prstGeom prst="rect">
            <a:avLst/>
          </a:prstGeom>
          <a:noFill/>
        </p:spPr>
        <p:txBody>
          <a:bodyPr wrap="square" rtlCol="0">
            <a:spAutoFit/>
          </a:bodyPr>
          <a:lstStyle/>
          <a:p>
            <a:r>
              <a:rPr lang="en-US" dirty="0">
                <a:solidFill>
                  <a:srgbClr val="FDA9B2"/>
                </a:solidFill>
              </a:rPr>
              <a:t>K:</a:t>
            </a:r>
          </a:p>
        </p:txBody>
      </p:sp>
    </p:spTree>
    <p:extLst>
      <p:ext uri="{BB962C8B-B14F-4D97-AF65-F5344CB8AC3E}">
        <p14:creationId xmlns:p14="http://schemas.microsoft.com/office/powerpoint/2010/main" val="2123458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A5C26-A048-1503-B3F0-0A651BC13830}"/>
            </a:ext>
          </a:extLst>
        </p:cNvPr>
        <p:cNvGrpSpPr/>
        <p:nvPr/>
      </p:nvGrpSpPr>
      <p:grpSpPr>
        <a:xfrm>
          <a:off x="0" y="0"/>
          <a:ext cx="0" cy="0"/>
          <a:chOff x="0" y="0"/>
          <a:chExt cx="0" cy="0"/>
        </a:xfrm>
      </p:grpSpPr>
      <p:sp>
        <p:nvSpPr>
          <p:cNvPr id="36" name="Freeform: Shape 35">
            <a:extLst>
              <a:ext uri="{FF2B5EF4-FFF2-40B4-BE49-F238E27FC236}">
                <a16:creationId xmlns:a16="http://schemas.microsoft.com/office/drawing/2014/main" id="{3B4999CB-5CE3-C4C3-A85F-52E4AA323F77}"/>
              </a:ext>
            </a:extLst>
          </p:cNvPr>
          <p:cNvSpPr/>
          <p:nvPr/>
        </p:nvSpPr>
        <p:spPr>
          <a:xfrm>
            <a:off x="425374" y="38089"/>
            <a:ext cx="11695889" cy="6805199"/>
          </a:xfrm>
          <a:custGeom>
            <a:avLst/>
            <a:gdLst>
              <a:gd name="csX0" fmla="*/ 2942515 w 11695889"/>
              <a:gd name="csY0" fmla="*/ 97713 h 6805199"/>
              <a:gd name="csX1" fmla="*/ 1665976 w 11695889"/>
              <a:gd name="csY1" fmla="*/ 1555321 h 6805199"/>
              <a:gd name="csX2" fmla="*/ 139 w 11695889"/>
              <a:gd name="csY2" fmla="*/ 4289467 h 6805199"/>
              <a:gd name="csX3" fmla="*/ 1584495 w 11695889"/>
              <a:gd name="csY3" fmla="*/ 6489460 h 6805199"/>
              <a:gd name="csX4" fmla="*/ 3684899 w 11695889"/>
              <a:gd name="csY4" fmla="*/ 6770117 h 6805199"/>
              <a:gd name="csX5" fmla="*/ 4345802 w 11695889"/>
              <a:gd name="csY5" fmla="*/ 6770117 h 6805199"/>
              <a:gd name="csX6" fmla="*/ 7985295 w 11695889"/>
              <a:gd name="csY6" fmla="*/ 6489460 h 6805199"/>
              <a:gd name="csX7" fmla="*/ 11108741 w 11695889"/>
              <a:gd name="csY7" fmla="*/ 5321562 h 6805199"/>
              <a:gd name="csX8" fmla="*/ 11642895 w 11695889"/>
              <a:gd name="csY8" fmla="*/ 3764366 h 6805199"/>
              <a:gd name="csX9" fmla="*/ 10393517 w 11695889"/>
              <a:gd name="csY9" fmla="*/ 1211289 h 6805199"/>
              <a:gd name="csX10" fmla="*/ 6247030 w 11695889"/>
              <a:gd name="csY10" fmla="*/ 251622 h 6805199"/>
              <a:gd name="csX11" fmla="*/ 2942515 w 11695889"/>
              <a:gd name="csY11" fmla="*/ 97713 h 6805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695889" h="6805199">
                <a:moveTo>
                  <a:pt x="2942515" y="97713"/>
                </a:moveTo>
                <a:cubicBezTo>
                  <a:pt x="2179006" y="314996"/>
                  <a:pt x="2156372" y="856695"/>
                  <a:pt x="1665976" y="1555321"/>
                </a:cubicBezTo>
                <a:cubicBezTo>
                  <a:pt x="1175580" y="2253947"/>
                  <a:pt x="13719" y="3467111"/>
                  <a:pt x="139" y="4289467"/>
                </a:cubicBezTo>
                <a:cubicBezTo>
                  <a:pt x="-13441" y="5111823"/>
                  <a:pt x="970368" y="6076018"/>
                  <a:pt x="1584495" y="6489460"/>
                </a:cubicBezTo>
                <a:cubicBezTo>
                  <a:pt x="2198622" y="6902902"/>
                  <a:pt x="3224681" y="6723341"/>
                  <a:pt x="3684899" y="6770117"/>
                </a:cubicBezTo>
                <a:cubicBezTo>
                  <a:pt x="4145117" y="6816893"/>
                  <a:pt x="3629069" y="6816893"/>
                  <a:pt x="4345802" y="6770117"/>
                </a:cubicBezTo>
                <a:cubicBezTo>
                  <a:pt x="5062535" y="6723341"/>
                  <a:pt x="6858139" y="6730886"/>
                  <a:pt x="7985295" y="6489460"/>
                </a:cubicBezTo>
                <a:cubicBezTo>
                  <a:pt x="9112451" y="6248034"/>
                  <a:pt x="10499141" y="5775744"/>
                  <a:pt x="11108741" y="5321562"/>
                </a:cubicBezTo>
                <a:cubicBezTo>
                  <a:pt x="11718341" y="4867380"/>
                  <a:pt x="11762099" y="4449411"/>
                  <a:pt x="11642895" y="3764366"/>
                </a:cubicBezTo>
                <a:cubicBezTo>
                  <a:pt x="11523691" y="3079321"/>
                  <a:pt x="11292828" y="1796746"/>
                  <a:pt x="10393517" y="1211289"/>
                </a:cubicBezTo>
                <a:cubicBezTo>
                  <a:pt x="9494206" y="625832"/>
                  <a:pt x="7485846" y="435709"/>
                  <a:pt x="6247030" y="251622"/>
                </a:cubicBezTo>
                <a:cubicBezTo>
                  <a:pt x="5008214" y="67535"/>
                  <a:pt x="3706024" y="-119570"/>
                  <a:pt x="2942515" y="97713"/>
                </a:cubicBezTo>
                <a:close/>
              </a:path>
            </a:pathLst>
          </a:custGeom>
          <a:solidFill>
            <a:srgbClr val="E7F7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11869937-78D7-AAB7-35C8-4840A73F5F4F}"/>
              </a:ext>
            </a:extLst>
          </p:cNvPr>
          <p:cNvGrpSpPr/>
          <p:nvPr/>
        </p:nvGrpSpPr>
        <p:grpSpPr>
          <a:xfrm>
            <a:off x="1466444" y="241909"/>
            <a:ext cx="622998" cy="603780"/>
            <a:chOff x="956986" y="763233"/>
            <a:chExt cx="622998" cy="603780"/>
          </a:xfrm>
        </p:grpSpPr>
        <p:pic>
          <p:nvPicPr>
            <p:cNvPr id="3" name="Picture 2" descr="Enhance your Excel spreadsheets with tables, images and ...">
              <a:extLst>
                <a:ext uri="{FF2B5EF4-FFF2-40B4-BE49-F238E27FC236}">
                  <a16:creationId xmlns:a16="http://schemas.microsoft.com/office/drawing/2014/main" id="{753259F8-AAA3-A010-46BC-1581F4BE5029}"/>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4" name="TextBox 3">
              <a:extLst>
                <a:ext uri="{FF2B5EF4-FFF2-40B4-BE49-F238E27FC236}">
                  <a16:creationId xmlns:a16="http://schemas.microsoft.com/office/drawing/2014/main" id="{77AEE295-9521-7B3D-0529-25E604E773AB}"/>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pic>
        <p:nvPicPr>
          <p:cNvPr id="6" name="Picture 5">
            <a:extLst>
              <a:ext uri="{FF2B5EF4-FFF2-40B4-BE49-F238E27FC236}">
                <a16:creationId xmlns:a16="http://schemas.microsoft.com/office/drawing/2014/main" id="{04A5EA00-57A0-1BC9-7B7B-4DA51F0DD59F}"/>
              </a:ext>
            </a:extLst>
          </p:cNvPr>
          <p:cNvPicPr>
            <a:picLocks noChangeAspect="1"/>
          </p:cNvPicPr>
          <p:nvPr/>
        </p:nvPicPr>
        <p:blipFill>
          <a:blip r:embed="rId3"/>
          <a:stretch>
            <a:fillRect/>
          </a:stretch>
        </p:blipFill>
        <p:spPr>
          <a:xfrm>
            <a:off x="2924260" y="312963"/>
            <a:ext cx="3942216" cy="2767764"/>
          </a:xfrm>
          <a:prstGeom prst="rect">
            <a:avLst/>
          </a:prstGeom>
        </p:spPr>
      </p:pic>
      <p:pic>
        <p:nvPicPr>
          <p:cNvPr id="8" name="Picture 7">
            <a:extLst>
              <a:ext uri="{FF2B5EF4-FFF2-40B4-BE49-F238E27FC236}">
                <a16:creationId xmlns:a16="http://schemas.microsoft.com/office/drawing/2014/main" id="{197BB9EA-82BB-B396-F7C8-F1AFB92690AB}"/>
              </a:ext>
            </a:extLst>
          </p:cNvPr>
          <p:cNvPicPr>
            <a:picLocks noChangeAspect="1"/>
          </p:cNvPicPr>
          <p:nvPr/>
        </p:nvPicPr>
        <p:blipFill>
          <a:blip r:embed="rId4"/>
          <a:stretch>
            <a:fillRect/>
          </a:stretch>
        </p:blipFill>
        <p:spPr>
          <a:xfrm>
            <a:off x="8210752" y="2354421"/>
            <a:ext cx="2976057" cy="2149158"/>
          </a:xfrm>
          <a:prstGeom prst="rect">
            <a:avLst/>
          </a:prstGeom>
        </p:spPr>
      </p:pic>
      <p:grpSp>
        <p:nvGrpSpPr>
          <p:cNvPr id="17" name="Group 16">
            <a:extLst>
              <a:ext uri="{FF2B5EF4-FFF2-40B4-BE49-F238E27FC236}">
                <a16:creationId xmlns:a16="http://schemas.microsoft.com/office/drawing/2014/main" id="{0562706B-4906-56F5-118D-BD7AF66041C9}"/>
              </a:ext>
            </a:extLst>
          </p:cNvPr>
          <p:cNvGrpSpPr/>
          <p:nvPr/>
        </p:nvGrpSpPr>
        <p:grpSpPr>
          <a:xfrm>
            <a:off x="3906645" y="4399984"/>
            <a:ext cx="1651721" cy="889399"/>
            <a:chOff x="3772331" y="3963896"/>
            <a:chExt cx="2350673" cy="1349852"/>
          </a:xfrm>
        </p:grpSpPr>
        <p:pic>
          <p:nvPicPr>
            <p:cNvPr id="9" name="Picture 8" descr="Buy GIS Software | ArcGIS Product Pricing - Esri Store">
              <a:extLst>
                <a:ext uri="{FF2B5EF4-FFF2-40B4-BE49-F238E27FC236}">
                  <a16:creationId xmlns:a16="http://schemas.microsoft.com/office/drawing/2014/main" id="{85B38FFD-1A7F-84A3-6C17-F18625ECB307}"/>
                </a:ext>
              </a:extLst>
            </p:cNvPr>
            <p:cNvPicPr>
              <a:picLocks noChangeAspect="1"/>
            </p:cNvPicPr>
            <p:nvPr/>
          </p:nvPicPr>
          <p:blipFill>
            <a:blip r:embed="rId5"/>
            <a:stretch>
              <a:fillRect/>
            </a:stretch>
          </p:blipFill>
          <p:spPr>
            <a:xfrm>
              <a:off x="4224044" y="3963896"/>
              <a:ext cx="1298155" cy="1079365"/>
            </a:xfrm>
            <a:prstGeom prst="rect">
              <a:avLst/>
            </a:prstGeom>
          </p:spPr>
        </p:pic>
        <p:sp>
          <p:nvSpPr>
            <p:cNvPr id="10" name="TextBox 9">
              <a:extLst>
                <a:ext uri="{FF2B5EF4-FFF2-40B4-BE49-F238E27FC236}">
                  <a16:creationId xmlns:a16="http://schemas.microsoft.com/office/drawing/2014/main" id="{744A98CA-138A-C0BD-438B-041D618D2DB0}"/>
                </a:ext>
              </a:extLst>
            </p:cNvPr>
            <p:cNvSpPr txBox="1"/>
            <p:nvPr/>
          </p:nvSpPr>
          <p:spPr>
            <a:xfrm>
              <a:off x="3772331" y="4893343"/>
              <a:ext cx="2350673" cy="420405"/>
            </a:xfrm>
            <a:prstGeom prst="rect">
              <a:avLst/>
            </a:prstGeom>
            <a:noFill/>
          </p:spPr>
          <p:txBody>
            <a:bodyPr wrap="square" rtlCol="0">
              <a:spAutoFit/>
            </a:bodyPr>
            <a:lstStyle/>
            <a:p>
              <a:pPr algn="ctr"/>
              <a:r>
                <a:rPr lang="en-US" sz="1200" dirty="0"/>
                <a:t>ArcGIS Online</a:t>
              </a:r>
            </a:p>
          </p:txBody>
        </p:sp>
      </p:grpSp>
      <p:grpSp>
        <p:nvGrpSpPr>
          <p:cNvPr id="15" name="Group 14">
            <a:extLst>
              <a:ext uri="{FF2B5EF4-FFF2-40B4-BE49-F238E27FC236}">
                <a16:creationId xmlns:a16="http://schemas.microsoft.com/office/drawing/2014/main" id="{079693B0-B4E3-1AE2-5EDB-F10426CC13F4}"/>
              </a:ext>
            </a:extLst>
          </p:cNvPr>
          <p:cNvGrpSpPr/>
          <p:nvPr/>
        </p:nvGrpSpPr>
        <p:grpSpPr>
          <a:xfrm>
            <a:off x="5271956" y="5486401"/>
            <a:ext cx="1138136" cy="924792"/>
            <a:chOff x="5271956" y="5486401"/>
            <a:chExt cx="1138136" cy="924792"/>
          </a:xfrm>
        </p:grpSpPr>
        <p:pic>
          <p:nvPicPr>
            <p:cNvPr id="11" name="Picture 10" descr="A diagram of a feature layer showing point, multipoint, polyline, polygon, and multipatch as possible geometric types">
              <a:extLst>
                <a:ext uri="{FF2B5EF4-FFF2-40B4-BE49-F238E27FC236}">
                  <a16:creationId xmlns:a16="http://schemas.microsoft.com/office/drawing/2014/main" id="{DB46A6E8-80B6-D275-C1D8-24369BA95408}"/>
                </a:ext>
              </a:extLst>
            </p:cNvPr>
            <p:cNvPicPr>
              <a:picLocks noChangeAspect="1"/>
            </p:cNvPicPr>
            <p:nvPr/>
          </p:nvPicPr>
          <p:blipFill>
            <a:blip r:embed="rId6"/>
            <a:srcRect l="40239" t="52257" r="39899" b="11474"/>
            <a:stretch>
              <a:fillRect/>
            </a:stretch>
          </p:blipFill>
          <p:spPr>
            <a:xfrm>
              <a:off x="5476237" y="5486401"/>
              <a:ext cx="729574" cy="749030"/>
            </a:xfrm>
            <a:prstGeom prst="rect">
              <a:avLst/>
            </a:prstGeom>
          </p:spPr>
        </p:pic>
        <p:sp>
          <p:nvSpPr>
            <p:cNvPr id="13" name="TextBox 12">
              <a:extLst>
                <a:ext uri="{FF2B5EF4-FFF2-40B4-BE49-F238E27FC236}">
                  <a16:creationId xmlns:a16="http://schemas.microsoft.com/office/drawing/2014/main" id="{94FC8695-1BC4-5235-DC5B-54444C99C4A7}"/>
                </a:ext>
              </a:extLst>
            </p:cNvPr>
            <p:cNvSpPr txBox="1"/>
            <p:nvPr/>
          </p:nvSpPr>
          <p:spPr>
            <a:xfrm>
              <a:off x="5271956" y="6164972"/>
              <a:ext cx="1138136" cy="246221"/>
            </a:xfrm>
            <a:prstGeom prst="rect">
              <a:avLst/>
            </a:prstGeom>
            <a:noFill/>
          </p:spPr>
          <p:txBody>
            <a:bodyPr wrap="square" rtlCol="0">
              <a:spAutoFit/>
            </a:bodyPr>
            <a:lstStyle/>
            <a:p>
              <a:pPr algn="ctr"/>
              <a:r>
                <a:rPr lang="en-US" sz="1000" dirty="0"/>
                <a:t>Feature Layer</a:t>
              </a:r>
            </a:p>
          </p:txBody>
        </p:sp>
      </p:grpSp>
      <p:grpSp>
        <p:nvGrpSpPr>
          <p:cNvPr id="16" name="Group 15">
            <a:extLst>
              <a:ext uri="{FF2B5EF4-FFF2-40B4-BE49-F238E27FC236}">
                <a16:creationId xmlns:a16="http://schemas.microsoft.com/office/drawing/2014/main" id="{1772274D-82D5-4C0D-CD49-E7306F723259}"/>
              </a:ext>
            </a:extLst>
          </p:cNvPr>
          <p:cNvGrpSpPr/>
          <p:nvPr/>
        </p:nvGrpSpPr>
        <p:grpSpPr>
          <a:xfrm>
            <a:off x="2837748" y="5352232"/>
            <a:ext cx="1527240" cy="1058961"/>
            <a:chOff x="2837748" y="5352232"/>
            <a:chExt cx="1527240" cy="1058961"/>
          </a:xfrm>
        </p:grpSpPr>
        <p:pic>
          <p:nvPicPr>
            <p:cNvPr id="12" name="Picture 11" descr="ArcGIS Experience Builder and ArcGIS Web AppBuilder at Esri ...">
              <a:extLst>
                <a:ext uri="{FF2B5EF4-FFF2-40B4-BE49-F238E27FC236}">
                  <a16:creationId xmlns:a16="http://schemas.microsoft.com/office/drawing/2014/main" id="{D54723F9-B8AB-A7D0-62F5-74AE6DA8AB24}"/>
                </a:ext>
              </a:extLst>
            </p:cNvPr>
            <p:cNvPicPr>
              <a:picLocks noChangeAspect="1"/>
            </p:cNvPicPr>
            <p:nvPr/>
          </p:nvPicPr>
          <p:blipFill>
            <a:blip r:embed="rId7"/>
            <a:srcRect r="47981"/>
            <a:stretch>
              <a:fillRect/>
            </a:stretch>
          </p:blipFill>
          <p:spPr>
            <a:xfrm>
              <a:off x="3137010" y="5352232"/>
              <a:ext cx="928716" cy="1008517"/>
            </a:xfrm>
            <a:prstGeom prst="rect">
              <a:avLst/>
            </a:prstGeom>
          </p:spPr>
        </p:pic>
        <p:sp>
          <p:nvSpPr>
            <p:cNvPr id="14" name="TextBox 13">
              <a:extLst>
                <a:ext uri="{FF2B5EF4-FFF2-40B4-BE49-F238E27FC236}">
                  <a16:creationId xmlns:a16="http://schemas.microsoft.com/office/drawing/2014/main" id="{C99C3776-7AFA-C338-A2BD-476971D78C06}"/>
                </a:ext>
              </a:extLst>
            </p:cNvPr>
            <p:cNvSpPr txBox="1"/>
            <p:nvPr/>
          </p:nvSpPr>
          <p:spPr>
            <a:xfrm>
              <a:off x="2837748" y="6164972"/>
              <a:ext cx="1527240" cy="246221"/>
            </a:xfrm>
            <a:prstGeom prst="rect">
              <a:avLst/>
            </a:prstGeom>
            <a:noFill/>
          </p:spPr>
          <p:txBody>
            <a:bodyPr wrap="square" rtlCol="0">
              <a:spAutoFit/>
            </a:bodyPr>
            <a:lstStyle/>
            <a:p>
              <a:pPr algn="ctr"/>
              <a:r>
                <a:rPr lang="en-US" sz="1000" dirty="0"/>
                <a:t>Experience Builder</a:t>
              </a:r>
            </a:p>
          </p:txBody>
        </p:sp>
      </p:grpSp>
      <p:sp>
        <p:nvSpPr>
          <p:cNvPr id="18" name="Left Bracket 17">
            <a:extLst>
              <a:ext uri="{FF2B5EF4-FFF2-40B4-BE49-F238E27FC236}">
                <a16:creationId xmlns:a16="http://schemas.microsoft.com/office/drawing/2014/main" id="{523DA268-6814-4216-3710-3D36925E11F9}"/>
              </a:ext>
            </a:extLst>
          </p:cNvPr>
          <p:cNvSpPr/>
          <p:nvPr/>
        </p:nvSpPr>
        <p:spPr>
          <a:xfrm rot="5400000">
            <a:off x="4677429" y="3347535"/>
            <a:ext cx="45719" cy="3942214"/>
          </a:xfrm>
          <a:prstGeom prst="leftBracket">
            <a:avLst/>
          </a:prstGeom>
          <a:effectLst>
            <a:glow rad="127000">
              <a:schemeClr val="bg1">
                <a:lumMod val="95000"/>
                <a:alpha val="90000"/>
              </a:schemeClr>
            </a:glo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28" name="Group 27">
            <a:extLst>
              <a:ext uri="{FF2B5EF4-FFF2-40B4-BE49-F238E27FC236}">
                <a16:creationId xmlns:a16="http://schemas.microsoft.com/office/drawing/2014/main" id="{BC66C10B-8D4F-52E8-C7CA-3BD089D932C0}"/>
              </a:ext>
            </a:extLst>
          </p:cNvPr>
          <p:cNvGrpSpPr/>
          <p:nvPr/>
        </p:nvGrpSpPr>
        <p:grpSpPr>
          <a:xfrm>
            <a:off x="311691" y="3825110"/>
            <a:ext cx="1527240" cy="1053925"/>
            <a:chOff x="632704" y="3572763"/>
            <a:chExt cx="1527240" cy="1053925"/>
          </a:xfrm>
        </p:grpSpPr>
        <p:pic>
          <p:nvPicPr>
            <p:cNvPr id="19" name="Picture 18" descr="App - ArcGIS Survey123">
              <a:extLst>
                <a:ext uri="{FF2B5EF4-FFF2-40B4-BE49-F238E27FC236}">
                  <a16:creationId xmlns:a16="http://schemas.microsoft.com/office/drawing/2014/main" id="{809E4557-868A-A126-E4CC-6AA20D294943}"/>
                </a:ext>
              </a:extLst>
            </p:cNvPr>
            <p:cNvPicPr>
              <a:picLocks noChangeAspect="1"/>
            </p:cNvPicPr>
            <p:nvPr/>
          </p:nvPicPr>
          <p:blipFill>
            <a:blip r:embed="rId8"/>
            <a:stretch>
              <a:fillRect/>
            </a:stretch>
          </p:blipFill>
          <p:spPr>
            <a:xfrm>
              <a:off x="1005191" y="3572763"/>
              <a:ext cx="782266" cy="782266"/>
            </a:xfrm>
            <a:prstGeom prst="rect">
              <a:avLst/>
            </a:prstGeom>
          </p:spPr>
        </p:pic>
        <p:sp>
          <p:nvSpPr>
            <p:cNvPr id="20" name="TextBox 19">
              <a:extLst>
                <a:ext uri="{FF2B5EF4-FFF2-40B4-BE49-F238E27FC236}">
                  <a16:creationId xmlns:a16="http://schemas.microsoft.com/office/drawing/2014/main" id="{9D708CE9-C391-1931-4168-85B4046893D9}"/>
                </a:ext>
              </a:extLst>
            </p:cNvPr>
            <p:cNvSpPr txBox="1"/>
            <p:nvPr/>
          </p:nvSpPr>
          <p:spPr>
            <a:xfrm>
              <a:off x="632704" y="4380467"/>
              <a:ext cx="1527240" cy="246221"/>
            </a:xfrm>
            <a:prstGeom prst="rect">
              <a:avLst/>
            </a:prstGeom>
            <a:noFill/>
          </p:spPr>
          <p:txBody>
            <a:bodyPr wrap="square" rtlCol="0">
              <a:spAutoFit/>
            </a:bodyPr>
            <a:lstStyle/>
            <a:p>
              <a:pPr algn="ctr"/>
              <a:r>
                <a:rPr lang="en-US" sz="1000" dirty="0"/>
                <a:t>Survey 123</a:t>
              </a:r>
            </a:p>
          </p:txBody>
        </p:sp>
      </p:grpSp>
      <p:sp>
        <p:nvSpPr>
          <p:cNvPr id="23" name="Freeform: Shape 22">
            <a:extLst>
              <a:ext uri="{FF2B5EF4-FFF2-40B4-BE49-F238E27FC236}">
                <a16:creationId xmlns:a16="http://schemas.microsoft.com/office/drawing/2014/main" id="{A3A2F55D-4491-71DA-1813-33CCBF420191}"/>
              </a:ext>
            </a:extLst>
          </p:cNvPr>
          <p:cNvSpPr/>
          <p:nvPr/>
        </p:nvSpPr>
        <p:spPr>
          <a:xfrm>
            <a:off x="1698575" y="1520481"/>
            <a:ext cx="1225685" cy="170345"/>
          </a:xfrm>
          <a:custGeom>
            <a:avLst/>
            <a:gdLst>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55642"/>
              <a:gd name="csX1" fmla="*/ 1225685 w 1225685"/>
              <a:gd name="csY1" fmla="*/ 0 h 155642"/>
              <a:gd name="csX0" fmla="*/ 0 w 1225685"/>
              <a:gd name="csY0" fmla="*/ 155642 h 160803"/>
              <a:gd name="csX1" fmla="*/ 1225685 w 1225685"/>
              <a:gd name="csY1" fmla="*/ 0 h 160803"/>
              <a:gd name="csX0" fmla="*/ 0 w 1225685"/>
              <a:gd name="csY0" fmla="*/ 155642 h 170345"/>
              <a:gd name="csX1" fmla="*/ 1225685 w 1225685"/>
              <a:gd name="csY1" fmla="*/ 0 h 170345"/>
            </a:gdLst>
            <a:ahLst/>
            <a:cxnLst>
              <a:cxn ang="0">
                <a:pos x="csX0" y="csY0"/>
              </a:cxn>
              <a:cxn ang="0">
                <a:pos x="csX1" y="csY1"/>
              </a:cxn>
            </a:cxnLst>
            <a:rect l="l" t="t" r="r" b="b"/>
            <a:pathLst>
              <a:path w="1225685" h="170345">
                <a:moveTo>
                  <a:pt x="0" y="155642"/>
                </a:moveTo>
                <a:cubicBezTo>
                  <a:pt x="437745" y="192273"/>
                  <a:pt x="724565" y="167554"/>
                  <a:pt x="1225685" y="0"/>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815EABE4-DF03-8BAE-5278-9E97714107C3}"/>
              </a:ext>
            </a:extLst>
          </p:cNvPr>
          <p:cNvSpPr/>
          <p:nvPr/>
        </p:nvSpPr>
        <p:spPr>
          <a:xfrm>
            <a:off x="6955277" y="1741251"/>
            <a:ext cx="2091446" cy="671209"/>
          </a:xfrm>
          <a:custGeom>
            <a:avLst/>
            <a:gdLst>
              <a:gd name="csX0" fmla="*/ 0 w 2091446"/>
              <a:gd name="csY0" fmla="*/ 0 h 671209"/>
              <a:gd name="csX1" fmla="*/ 2091446 w 2091446"/>
              <a:gd name="csY1" fmla="*/ 671209 h 671209"/>
              <a:gd name="csX0" fmla="*/ 0 w 2091446"/>
              <a:gd name="csY0" fmla="*/ 0 h 671209"/>
              <a:gd name="csX1" fmla="*/ 2091446 w 2091446"/>
              <a:gd name="csY1" fmla="*/ 671209 h 671209"/>
              <a:gd name="csX0" fmla="*/ 0 w 2091446"/>
              <a:gd name="csY0" fmla="*/ 0 h 671209"/>
              <a:gd name="csX1" fmla="*/ 2091446 w 2091446"/>
              <a:gd name="csY1" fmla="*/ 671209 h 671209"/>
            </a:gdLst>
            <a:ahLst/>
            <a:cxnLst>
              <a:cxn ang="0">
                <a:pos x="csX0" y="csY0"/>
              </a:cxn>
              <a:cxn ang="0">
                <a:pos x="csX1" y="csY1"/>
              </a:cxn>
            </a:cxnLst>
            <a:rect l="l" t="t" r="r" b="b"/>
            <a:pathLst>
              <a:path w="2091446" h="671209">
                <a:moveTo>
                  <a:pt x="0" y="0"/>
                </a:moveTo>
                <a:cubicBezTo>
                  <a:pt x="765243" y="155642"/>
                  <a:pt x="1491573" y="301558"/>
                  <a:pt x="2091446" y="671209"/>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05D830F-E473-8EEE-0D60-89A71C85E8E9}"/>
              </a:ext>
            </a:extLst>
          </p:cNvPr>
          <p:cNvSpPr/>
          <p:nvPr/>
        </p:nvSpPr>
        <p:spPr>
          <a:xfrm>
            <a:off x="6624536" y="4591455"/>
            <a:ext cx="3083668" cy="1284051"/>
          </a:xfrm>
          <a:custGeom>
            <a:avLst/>
            <a:gdLst>
              <a:gd name="csX0" fmla="*/ 3083668 w 3083668"/>
              <a:gd name="csY0" fmla="*/ 0 h 1284051"/>
              <a:gd name="csX1" fmla="*/ 0 w 3083668"/>
              <a:gd name="csY1" fmla="*/ 1284051 h 1284051"/>
              <a:gd name="csX0" fmla="*/ 3083668 w 3083668"/>
              <a:gd name="csY0" fmla="*/ 0 h 1284051"/>
              <a:gd name="csX1" fmla="*/ 0 w 3083668"/>
              <a:gd name="csY1" fmla="*/ 1284051 h 1284051"/>
              <a:gd name="csX0" fmla="*/ 3083668 w 3083668"/>
              <a:gd name="csY0" fmla="*/ 0 h 1284051"/>
              <a:gd name="csX1" fmla="*/ 0 w 3083668"/>
              <a:gd name="csY1" fmla="*/ 1284051 h 1284051"/>
            </a:gdLst>
            <a:ahLst/>
            <a:cxnLst>
              <a:cxn ang="0">
                <a:pos x="csX0" y="csY0"/>
              </a:cxn>
              <a:cxn ang="0">
                <a:pos x="csX1" y="csY1"/>
              </a:cxn>
            </a:cxnLst>
            <a:rect l="l" t="t" r="r" b="b"/>
            <a:pathLst>
              <a:path w="3083668" h="1284051">
                <a:moveTo>
                  <a:pt x="3083668" y="0"/>
                </a:moveTo>
                <a:cubicBezTo>
                  <a:pt x="2707533" y="1468877"/>
                  <a:pt x="1115438" y="1118681"/>
                  <a:pt x="0" y="128405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C4354B5D-7D8F-F966-4753-986F68E5BA76}"/>
              </a:ext>
            </a:extLst>
          </p:cNvPr>
          <p:cNvCxnSpPr/>
          <p:nvPr/>
        </p:nvCxnSpPr>
        <p:spPr>
          <a:xfrm flipH="1">
            <a:off x="4270006" y="5856490"/>
            <a:ext cx="866198" cy="0"/>
          </a:xfrm>
          <a:prstGeom prst="straightConnector1">
            <a:avLst/>
          </a:prstGeom>
          <a:ln>
            <a:solidFill>
              <a:schemeClr val="bg1">
                <a:lumMod val="75000"/>
              </a:schemeClr>
            </a:solidFill>
            <a:tailEnd type="triangle" w="med" len="lg"/>
          </a:ln>
        </p:spPr>
        <p:style>
          <a:lnRef idx="2">
            <a:schemeClr val="accent1"/>
          </a:lnRef>
          <a:fillRef idx="0">
            <a:schemeClr val="accent1"/>
          </a:fillRef>
          <a:effectRef idx="1">
            <a:schemeClr val="accent1"/>
          </a:effectRef>
          <a:fontRef idx="minor">
            <a:schemeClr val="tx1"/>
          </a:fontRef>
        </p:style>
      </p:cxnSp>
      <p:sp>
        <p:nvSpPr>
          <p:cNvPr id="29" name="Freeform: Shape 28">
            <a:extLst>
              <a:ext uri="{FF2B5EF4-FFF2-40B4-BE49-F238E27FC236}">
                <a16:creationId xmlns:a16="http://schemas.microsoft.com/office/drawing/2014/main" id="{4F7FB983-472F-930D-E869-F3CD5E18BA79}"/>
              </a:ext>
            </a:extLst>
          </p:cNvPr>
          <p:cNvSpPr/>
          <p:nvPr/>
        </p:nvSpPr>
        <p:spPr>
          <a:xfrm>
            <a:off x="1050393" y="5058383"/>
            <a:ext cx="1790083" cy="749030"/>
          </a:xfrm>
          <a:custGeom>
            <a:avLst/>
            <a:gdLst>
              <a:gd name="csX0" fmla="*/ 1789890 w 1789890"/>
              <a:gd name="csY0" fmla="*/ 749030 h 749030"/>
              <a:gd name="csX1" fmla="*/ 0 w 1789890"/>
              <a:gd name="csY1" fmla="*/ 0 h 749030"/>
              <a:gd name="csX0" fmla="*/ 1789890 w 1789890"/>
              <a:gd name="csY0" fmla="*/ 749030 h 749030"/>
              <a:gd name="csX1" fmla="*/ 0 w 1789890"/>
              <a:gd name="csY1" fmla="*/ 0 h 749030"/>
              <a:gd name="csX0" fmla="*/ 1789890 w 1789890"/>
              <a:gd name="csY0" fmla="*/ 749030 h 749030"/>
              <a:gd name="csX1" fmla="*/ 0 w 1789890"/>
              <a:gd name="csY1" fmla="*/ 0 h 749030"/>
              <a:gd name="csX0" fmla="*/ 1790083 w 1790083"/>
              <a:gd name="csY0" fmla="*/ 749030 h 749030"/>
              <a:gd name="csX1" fmla="*/ 193 w 1790083"/>
              <a:gd name="csY1" fmla="*/ 0 h 749030"/>
            </a:gdLst>
            <a:ahLst/>
            <a:cxnLst>
              <a:cxn ang="0">
                <a:pos x="csX0" y="csY0"/>
              </a:cxn>
              <a:cxn ang="0">
                <a:pos x="csX1" y="csY1"/>
              </a:cxn>
            </a:cxnLst>
            <a:rect l="l" t="t" r="r" b="b"/>
            <a:pathLst>
              <a:path w="1790083" h="749030">
                <a:moveTo>
                  <a:pt x="1790083" y="749030"/>
                </a:moveTo>
                <a:cubicBezTo>
                  <a:pt x="989173" y="723089"/>
                  <a:pt x="-16020" y="560963"/>
                  <a:pt x="193"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1BFB249-20AA-D492-AA0B-E39C28DD6C49}"/>
              </a:ext>
            </a:extLst>
          </p:cNvPr>
          <p:cNvSpPr/>
          <p:nvPr/>
        </p:nvSpPr>
        <p:spPr>
          <a:xfrm>
            <a:off x="1108952" y="3014034"/>
            <a:ext cx="667549" cy="682477"/>
          </a:xfrm>
          <a:custGeom>
            <a:avLst/>
            <a:gdLst>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1663430"/>
              <a:gd name="csY0" fmla="*/ 1225685 h 1225685"/>
              <a:gd name="csX1" fmla="*/ 1663430 w 1663430"/>
              <a:gd name="csY1" fmla="*/ 0 h 1225685"/>
              <a:gd name="csX0" fmla="*/ 0 w 667549"/>
              <a:gd name="csY0" fmla="*/ 682477 h 682477"/>
              <a:gd name="csX1" fmla="*/ 667549 w 667549"/>
              <a:gd name="csY1" fmla="*/ 0 h 682477"/>
              <a:gd name="csX0" fmla="*/ 0 w 667549"/>
              <a:gd name="csY0" fmla="*/ 682477 h 682477"/>
              <a:gd name="csX1" fmla="*/ 667549 w 667549"/>
              <a:gd name="csY1" fmla="*/ 0 h 682477"/>
              <a:gd name="csX0" fmla="*/ 0 w 667549"/>
              <a:gd name="csY0" fmla="*/ 682477 h 682477"/>
              <a:gd name="csX1" fmla="*/ 667549 w 667549"/>
              <a:gd name="csY1" fmla="*/ 0 h 682477"/>
            </a:gdLst>
            <a:ahLst/>
            <a:cxnLst>
              <a:cxn ang="0">
                <a:pos x="csX0" y="csY0"/>
              </a:cxn>
              <a:cxn ang="0">
                <a:pos x="csX1" y="csY1"/>
              </a:cxn>
            </a:cxnLst>
            <a:rect l="l" t="t" r="r" b="b"/>
            <a:pathLst>
              <a:path w="667549" h="682477">
                <a:moveTo>
                  <a:pt x="0" y="682477"/>
                </a:moveTo>
                <a:cubicBezTo>
                  <a:pt x="59041" y="401915"/>
                  <a:pt x="83504" y="80518"/>
                  <a:pt x="667549" y="0"/>
                </a:cubicBezTo>
              </a:path>
            </a:pathLst>
          </a:custGeom>
          <a:noFill/>
          <a:ln>
            <a:solidFill>
              <a:schemeClr val="bg1">
                <a:lumMod val="75000"/>
              </a:schemeClr>
            </a:solidFill>
            <a:prstDash val="dash"/>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53DCFD7-5EA0-6EAB-7326-14A15138ED28}"/>
              </a:ext>
            </a:extLst>
          </p:cNvPr>
          <p:cNvSpPr/>
          <p:nvPr/>
        </p:nvSpPr>
        <p:spPr>
          <a:xfrm>
            <a:off x="493487" y="3777808"/>
            <a:ext cx="1225685" cy="1182524"/>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7F41386-6D90-43D6-3095-1AF88E584E3C}"/>
              </a:ext>
            </a:extLst>
          </p:cNvPr>
          <p:cNvSpPr txBox="1"/>
          <p:nvPr/>
        </p:nvSpPr>
        <p:spPr>
          <a:xfrm>
            <a:off x="4165473" y="2745322"/>
            <a:ext cx="2040337" cy="307777"/>
          </a:xfrm>
          <a:prstGeom prst="rect">
            <a:avLst/>
          </a:prstGeom>
          <a:noFill/>
        </p:spPr>
        <p:txBody>
          <a:bodyPr wrap="square" rtlCol="0">
            <a:spAutoFit/>
          </a:bodyPr>
          <a:lstStyle/>
          <a:p>
            <a:pPr algn="ctr"/>
            <a:r>
              <a:rPr lang="en-US" sz="1400" dirty="0"/>
              <a:t>Relational database</a:t>
            </a:r>
          </a:p>
        </p:txBody>
      </p:sp>
      <p:sp>
        <p:nvSpPr>
          <p:cNvPr id="7" name="TextBox 6">
            <a:extLst>
              <a:ext uri="{FF2B5EF4-FFF2-40B4-BE49-F238E27FC236}">
                <a16:creationId xmlns:a16="http://schemas.microsoft.com/office/drawing/2014/main" id="{7171EE0A-430A-4565-4EEC-C772A4CBBF05}"/>
              </a:ext>
            </a:extLst>
          </p:cNvPr>
          <p:cNvSpPr txBox="1"/>
          <p:nvPr/>
        </p:nvSpPr>
        <p:spPr>
          <a:xfrm>
            <a:off x="9112090" y="4283678"/>
            <a:ext cx="1574629" cy="307777"/>
          </a:xfrm>
          <a:prstGeom prst="rect">
            <a:avLst/>
          </a:prstGeom>
          <a:noFill/>
        </p:spPr>
        <p:txBody>
          <a:bodyPr wrap="square" rtlCol="0">
            <a:spAutoFit/>
          </a:bodyPr>
          <a:lstStyle/>
          <a:p>
            <a:pPr algn="ctr"/>
            <a:r>
              <a:rPr lang="en-US" sz="1400" dirty="0"/>
              <a:t>tables to publish</a:t>
            </a:r>
          </a:p>
        </p:txBody>
      </p:sp>
      <p:grpSp>
        <p:nvGrpSpPr>
          <p:cNvPr id="33" name="Group 32">
            <a:extLst>
              <a:ext uri="{FF2B5EF4-FFF2-40B4-BE49-F238E27FC236}">
                <a16:creationId xmlns:a16="http://schemas.microsoft.com/office/drawing/2014/main" id="{DDA6B172-859C-7C13-25AD-F5CF703A4908}"/>
              </a:ext>
            </a:extLst>
          </p:cNvPr>
          <p:cNvGrpSpPr/>
          <p:nvPr/>
        </p:nvGrpSpPr>
        <p:grpSpPr>
          <a:xfrm>
            <a:off x="1014044" y="1453640"/>
            <a:ext cx="705128" cy="603675"/>
            <a:chOff x="907870" y="763233"/>
            <a:chExt cx="705128" cy="603675"/>
          </a:xfrm>
        </p:grpSpPr>
        <p:pic>
          <p:nvPicPr>
            <p:cNvPr id="34" name="Picture 33" descr="Enhance your Excel spreadsheets with tables, images and ...">
              <a:extLst>
                <a:ext uri="{FF2B5EF4-FFF2-40B4-BE49-F238E27FC236}">
                  <a16:creationId xmlns:a16="http://schemas.microsoft.com/office/drawing/2014/main" id="{3AD0FF4B-8121-DDD6-DC63-4CB8248D8066}"/>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35" name="TextBox 34">
              <a:extLst>
                <a:ext uri="{FF2B5EF4-FFF2-40B4-BE49-F238E27FC236}">
                  <a16:creationId xmlns:a16="http://schemas.microsoft.com/office/drawing/2014/main" id="{F59CF2D8-6611-4111-35D4-E6BD3A97B91A}"/>
                </a:ext>
              </a:extLst>
            </p:cNvPr>
            <p:cNvSpPr txBox="1"/>
            <p:nvPr/>
          </p:nvSpPr>
          <p:spPr>
            <a:xfrm>
              <a:off x="907870" y="1120687"/>
              <a:ext cx="705128" cy="246221"/>
            </a:xfrm>
            <a:prstGeom prst="rect">
              <a:avLst/>
            </a:prstGeom>
            <a:noFill/>
          </p:spPr>
          <p:txBody>
            <a:bodyPr wrap="square" rtlCol="0">
              <a:spAutoFit/>
            </a:bodyPr>
            <a:lstStyle/>
            <a:p>
              <a:pPr algn="ctr"/>
              <a:r>
                <a:rPr lang="en-US" sz="1000" dirty="0"/>
                <a:t>snapshot</a:t>
              </a:r>
            </a:p>
          </p:txBody>
        </p:sp>
      </p:grpSp>
      <p:sp>
        <p:nvSpPr>
          <p:cNvPr id="2" name="Freeform: Shape 1">
            <a:extLst>
              <a:ext uri="{FF2B5EF4-FFF2-40B4-BE49-F238E27FC236}">
                <a16:creationId xmlns:a16="http://schemas.microsoft.com/office/drawing/2014/main" id="{B54DB9FA-5A82-7163-DEA2-86843BACCA0B}"/>
              </a:ext>
            </a:extLst>
          </p:cNvPr>
          <p:cNvSpPr/>
          <p:nvPr/>
        </p:nvSpPr>
        <p:spPr>
          <a:xfrm>
            <a:off x="734484" y="425513"/>
            <a:ext cx="587322" cy="1186004"/>
          </a:xfrm>
          <a:custGeom>
            <a:avLst/>
            <a:gdLst>
              <a:gd name="csX0" fmla="*/ 316871 w 316871"/>
              <a:gd name="csY0" fmla="*/ 0 h 1186004"/>
              <a:gd name="csX1" fmla="*/ 0 w 316871"/>
              <a:gd name="csY1" fmla="*/ 1186004 h 1186004"/>
              <a:gd name="csX0" fmla="*/ 321428 w 321428"/>
              <a:gd name="csY0" fmla="*/ 0 h 1186004"/>
              <a:gd name="csX1" fmla="*/ 4557 w 321428"/>
              <a:gd name="csY1" fmla="*/ 1186004 h 1186004"/>
              <a:gd name="csX0" fmla="*/ 587322 w 587322"/>
              <a:gd name="csY0" fmla="*/ 0 h 1186004"/>
              <a:gd name="csX1" fmla="*/ 270451 w 587322"/>
              <a:gd name="csY1" fmla="*/ 1186004 h 1186004"/>
            </a:gdLst>
            <a:ahLst/>
            <a:cxnLst>
              <a:cxn ang="0">
                <a:pos x="csX0" y="csY0"/>
              </a:cxn>
              <a:cxn ang="0">
                <a:pos x="csX1" y="csY1"/>
              </a:cxn>
            </a:cxnLst>
            <a:rect l="l" t="t" r="r" b="b"/>
            <a:pathLst>
              <a:path w="587322" h="1186004">
                <a:moveTo>
                  <a:pt x="587322" y="0"/>
                </a:moveTo>
                <a:cubicBezTo>
                  <a:pt x="47132" y="69410"/>
                  <a:pt x="-248614" y="1035113"/>
                  <a:pt x="270451" y="1186004"/>
                </a:cubicBezTo>
              </a:path>
            </a:pathLst>
          </a:custGeom>
          <a:noFill/>
          <a:ln w="19050">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D72417E8-4BEB-3BB1-7947-3E6FEEE392A4}"/>
              </a:ext>
            </a:extLst>
          </p:cNvPr>
          <p:cNvSpPr txBox="1"/>
          <p:nvPr/>
        </p:nvSpPr>
        <p:spPr>
          <a:xfrm>
            <a:off x="1431029" y="799045"/>
            <a:ext cx="692003" cy="215444"/>
          </a:xfrm>
          <a:prstGeom prst="rect">
            <a:avLst/>
          </a:prstGeom>
          <a:noFill/>
        </p:spPr>
        <p:txBody>
          <a:bodyPr wrap="square" rtlCol="0">
            <a:spAutoFit/>
          </a:bodyPr>
          <a:lstStyle/>
          <a:p>
            <a:r>
              <a:rPr lang="en-US" sz="800" dirty="0">
                <a:solidFill>
                  <a:schemeClr val="tx1">
                    <a:lumMod val="65000"/>
                    <a:lumOff val="35000"/>
                  </a:schemeClr>
                </a:solidFill>
              </a:rPr>
              <a:t>6/23/2026</a:t>
            </a:r>
          </a:p>
        </p:txBody>
      </p:sp>
      <p:sp>
        <p:nvSpPr>
          <p:cNvPr id="39" name="TextBox 38">
            <a:extLst>
              <a:ext uri="{FF2B5EF4-FFF2-40B4-BE49-F238E27FC236}">
                <a16:creationId xmlns:a16="http://schemas.microsoft.com/office/drawing/2014/main" id="{5E5F41A2-A33C-A00D-46FA-0B30B12F5D41}"/>
              </a:ext>
            </a:extLst>
          </p:cNvPr>
          <p:cNvSpPr txBox="1"/>
          <p:nvPr/>
        </p:nvSpPr>
        <p:spPr>
          <a:xfrm>
            <a:off x="6624536" y="531283"/>
            <a:ext cx="2976056" cy="553998"/>
          </a:xfrm>
          <a:prstGeom prst="rect">
            <a:avLst/>
          </a:prstGeom>
          <a:noFill/>
        </p:spPr>
        <p:txBody>
          <a:bodyPr wrap="square" rtlCol="0">
            <a:spAutoFit/>
          </a:bodyPr>
          <a:lstStyle/>
          <a:p>
            <a:r>
              <a:rPr lang="en-US" sz="1000" dirty="0">
                <a:solidFill>
                  <a:schemeClr val="tx2">
                    <a:lumMod val="50000"/>
                    <a:lumOff val="50000"/>
                  </a:schemeClr>
                </a:solidFill>
              </a:rPr>
              <a:t>Enforceable data integrity</a:t>
            </a:r>
          </a:p>
          <a:p>
            <a:r>
              <a:rPr lang="en-US" sz="1000" dirty="0">
                <a:solidFill>
                  <a:schemeClr val="tx2">
                    <a:lumMod val="50000"/>
                    <a:lumOff val="50000"/>
                  </a:schemeClr>
                </a:solidFill>
              </a:rPr>
              <a:t>Enables automated data manipulation</a:t>
            </a:r>
          </a:p>
          <a:p>
            <a:r>
              <a:rPr lang="en-US" sz="1000" dirty="0">
                <a:solidFill>
                  <a:schemeClr val="tx2">
                    <a:lumMod val="50000"/>
                    <a:lumOff val="50000"/>
                  </a:schemeClr>
                </a:solidFill>
              </a:rPr>
              <a:t>Enables automated data views</a:t>
            </a:r>
          </a:p>
        </p:txBody>
      </p:sp>
      <p:sp>
        <p:nvSpPr>
          <p:cNvPr id="41" name="TextBox 40">
            <a:extLst>
              <a:ext uri="{FF2B5EF4-FFF2-40B4-BE49-F238E27FC236}">
                <a16:creationId xmlns:a16="http://schemas.microsoft.com/office/drawing/2014/main" id="{8C7FE040-61FA-4078-4AC1-5C96E2C2946C}"/>
              </a:ext>
            </a:extLst>
          </p:cNvPr>
          <p:cNvSpPr txBox="1"/>
          <p:nvPr/>
        </p:nvSpPr>
        <p:spPr>
          <a:xfrm>
            <a:off x="4270006" y="6545037"/>
            <a:ext cx="866198" cy="246221"/>
          </a:xfrm>
          <a:prstGeom prst="rect">
            <a:avLst/>
          </a:prstGeom>
          <a:noFill/>
        </p:spPr>
        <p:txBody>
          <a:bodyPr wrap="square" rtlCol="0">
            <a:spAutoFit/>
          </a:bodyPr>
          <a:lstStyle/>
          <a:p>
            <a:r>
              <a:rPr lang="en-US" sz="1000" dirty="0">
                <a:solidFill>
                  <a:schemeClr val="tx2">
                    <a:lumMod val="50000"/>
                    <a:lumOff val="50000"/>
                  </a:schemeClr>
                </a:solidFill>
              </a:rPr>
              <a:t>Sharing</a:t>
            </a:r>
          </a:p>
        </p:txBody>
      </p:sp>
      <p:sp>
        <p:nvSpPr>
          <p:cNvPr id="43" name="TextBox 42">
            <a:extLst>
              <a:ext uri="{FF2B5EF4-FFF2-40B4-BE49-F238E27FC236}">
                <a16:creationId xmlns:a16="http://schemas.microsoft.com/office/drawing/2014/main" id="{12B4F126-875A-CC08-DB33-20BAE1CF364A}"/>
              </a:ext>
            </a:extLst>
          </p:cNvPr>
          <p:cNvSpPr txBox="1"/>
          <p:nvPr/>
        </p:nvSpPr>
        <p:spPr>
          <a:xfrm>
            <a:off x="10097375" y="3563786"/>
            <a:ext cx="1971344" cy="400110"/>
          </a:xfrm>
          <a:prstGeom prst="rect">
            <a:avLst/>
          </a:prstGeom>
          <a:noFill/>
        </p:spPr>
        <p:txBody>
          <a:bodyPr wrap="square" rtlCol="0">
            <a:spAutoFit/>
          </a:bodyPr>
          <a:lstStyle/>
          <a:p>
            <a:r>
              <a:rPr lang="en-US" sz="1000" dirty="0">
                <a:solidFill>
                  <a:schemeClr val="tx2">
                    <a:lumMod val="50000"/>
                    <a:lumOff val="50000"/>
                  </a:schemeClr>
                </a:solidFill>
              </a:rPr>
              <a:t>Organized for human interaction</a:t>
            </a:r>
          </a:p>
          <a:p>
            <a:r>
              <a:rPr lang="en-US" sz="1000" dirty="0">
                <a:solidFill>
                  <a:schemeClr val="tx2">
                    <a:lumMod val="50000"/>
                    <a:lumOff val="50000"/>
                  </a:schemeClr>
                </a:solidFill>
              </a:rPr>
              <a:t>Supports app UI  (Experience B.)</a:t>
            </a:r>
          </a:p>
        </p:txBody>
      </p:sp>
      <p:sp>
        <p:nvSpPr>
          <p:cNvPr id="44" name="TextBox 43">
            <a:extLst>
              <a:ext uri="{FF2B5EF4-FFF2-40B4-BE49-F238E27FC236}">
                <a16:creationId xmlns:a16="http://schemas.microsoft.com/office/drawing/2014/main" id="{4B56CED9-0986-9143-D2A3-1BA9519C35B6}"/>
              </a:ext>
            </a:extLst>
          </p:cNvPr>
          <p:cNvSpPr txBox="1"/>
          <p:nvPr/>
        </p:nvSpPr>
        <p:spPr>
          <a:xfrm>
            <a:off x="222890" y="2276856"/>
            <a:ext cx="587322" cy="415498"/>
          </a:xfrm>
          <a:prstGeom prst="rect">
            <a:avLst/>
          </a:prstGeom>
          <a:noFill/>
        </p:spPr>
        <p:txBody>
          <a:bodyPr wrap="square" rtlCol="0">
            <a:spAutoFit/>
          </a:bodyPr>
          <a:lstStyle/>
          <a:p>
            <a:r>
              <a:rPr lang="en-US" sz="1050" dirty="0"/>
              <a:t>List of edits</a:t>
            </a:r>
          </a:p>
        </p:txBody>
      </p:sp>
      <p:sp>
        <p:nvSpPr>
          <p:cNvPr id="46" name="Freeform: Shape 45">
            <a:extLst>
              <a:ext uri="{FF2B5EF4-FFF2-40B4-BE49-F238E27FC236}">
                <a16:creationId xmlns:a16="http://schemas.microsoft.com/office/drawing/2014/main" id="{DB6F501C-482F-1A52-CA1F-767B81D15BB0}"/>
              </a:ext>
            </a:extLst>
          </p:cNvPr>
          <p:cNvSpPr/>
          <p:nvPr/>
        </p:nvSpPr>
        <p:spPr>
          <a:xfrm>
            <a:off x="769545" y="2091350"/>
            <a:ext cx="534154" cy="334979"/>
          </a:xfrm>
          <a:custGeom>
            <a:avLst/>
            <a:gdLst>
              <a:gd name="csX0" fmla="*/ 0 w 534154"/>
              <a:gd name="csY0" fmla="*/ 334979 h 334979"/>
              <a:gd name="csX1" fmla="*/ 534154 w 534154"/>
              <a:gd name="csY1" fmla="*/ 0 h 334979"/>
              <a:gd name="csX0" fmla="*/ 0 w 534154"/>
              <a:gd name="csY0" fmla="*/ 334979 h 334979"/>
              <a:gd name="csX1" fmla="*/ 534154 w 534154"/>
              <a:gd name="csY1" fmla="*/ 0 h 334979"/>
              <a:gd name="csX0" fmla="*/ 0 w 534154"/>
              <a:gd name="csY0" fmla="*/ 334979 h 334979"/>
              <a:gd name="csX1" fmla="*/ 534154 w 534154"/>
              <a:gd name="csY1" fmla="*/ 0 h 334979"/>
            </a:gdLst>
            <a:ahLst/>
            <a:cxnLst>
              <a:cxn ang="0">
                <a:pos x="csX0" y="csY0"/>
              </a:cxn>
              <a:cxn ang="0">
                <a:pos x="csX1" y="csY1"/>
              </a:cxn>
            </a:cxnLst>
            <a:rect l="l" t="t" r="r" b="b"/>
            <a:pathLst>
              <a:path w="534154" h="334979">
                <a:moveTo>
                  <a:pt x="0" y="334979"/>
                </a:moveTo>
                <a:cubicBezTo>
                  <a:pt x="227862" y="280246"/>
                  <a:pt x="416588" y="200609"/>
                  <a:pt x="534154" y="0"/>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FEC4064-D55C-C87D-FE02-DE37BC920ED3}"/>
              </a:ext>
            </a:extLst>
          </p:cNvPr>
          <p:cNvSpPr txBox="1"/>
          <p:nvPr/>
        </p:nvSpPr>
        <p:spPr>
          <a:xfrm>
            <a:off x="1212270" y="3811319"/>
            <a:ext cx="1298155" cy="830997"/>
          </a:xfrm>
          <a:prstGeom prst="rect">
            <a:avLst/>
          </a:prstGeom>
          <a:noFill/>
        </p:spPr>
        <p:txBody>
          <a:bodyPr wrap="square" rtlCol="0">
            <a:spAutoFit/>
          </a:bodyPr>
          <a:lstStyle/>
          <a:p>
            <a:pPr algn="ctr"/>
            <a:r>
              <a:rPr lang="en-US" sz="2400" dirty="0">
                <a:solidFill>
                  <a:srgbClr val="C00000"/>
                </a:solidFill>
              </a:rPr>
              <a:t>Data</a:t>
            </a:r>
          </a:p>
          <a:p>
            <a:pPr algn="ctr"/>
            <a:r>
              <a:rPr lang="en-US" sz="2400" dirty="0">
                <a:solidFill>
                  <a:srgbClr val="C00000"/>
                </a:solidFill>
              </a:rPr>
              <a:t>Entry</a:t>
            </a:r>
          </a:p>
        </p:txBody>
      </p:sp>
      <p:sp>
        <p:nvSpPr>
          <p:cNvPr id="32" name="TextBox 31">
            <a:extLst>
              <a:ext uri="{FF2B5EF4-FFF2-40B4-BE49-F238E27FC236}">
                <a16:creationId xmlns:a16="http://schemas.microsoft.com/office/drawing/2014/main" id="{F5CEB015-9C8E-2AF2-CE48-D4E37730DF4C}"/>
              </a:ext>
            </a:extLst>
          </p:cNvPr>
          <p:cNvSpPr txBox="1"/>
          <p:nvPr/>
        </p:nvSpPr>
        <p:spPr>
          <a:xfrm>
            <a:off x="7701106" y="5087809"/>
            <a:ext cx="1298155" cy="461665"/>
          </a:xfrm>
          <a:prstGeom prst="rect">
            <a:avLst/>
          </a:prstGeom>
          <a:noFill/>
        </p:spPr>
        <p:txBody>
          <a:bodyPr wrap="square" rtlCol="0">
            <a:spAutoFit/>
          </a:bodyPr>
          <a:lstStyle/>
          <a:p>
            <a:pPr algn="ctr"/>
            <a:r>
              <a:rPr lang="en-US" sz="2400" dirty="0">
                <a:solidFill>
                  <a:srgbClr val="C00000"/>
                </a:solidFill>
              </a:rPr>
              <a:t>Publish</a:t>
            </a:r>
          </a:p>
        </p:txBody>
      </p:sp>
      <p:pic>
        <p:nvPicPr>
          <p:cNvPr id="26" name="Picture 25" descr="Graph chart vector icon.symbol of business. 4999434 Vector ...">
            <a:extLst>
              <a:ext uri="{FF2B5EF4-FFF2-40B4-BE49-F238E27FC236}">
                <a16:creationId xmlns:a16="http://schemas.microsoft.com/office/drawing/2014/main" id="{D5C5A421-0332-84D4-9AC6-03316C1FB1ED}"/>
              </a:ext>
            </a:extLst>
          </p:cNvPr>
          <p:cNvPicPr>
            <a:picLocks noChangeAspect="1"/>
          </p:cNvPicPr>
          <p:nvPr/>
        </p:nvPicPr>
        <p:blipFill>
          <a:blip r:embed="rId9"/>
          <a:srcRect l="10774" t="9612" r="9786" b="7393"/>
          <a:stretch>
            <a:fillRect/>
          </a:stretch>
        </p:blipFill>
        <p:spPr>
          <a:xfrm>
            <a:off x="6952098" y="3053099"/>
            <a:ext cx="404813" cy="354806"/>
          </a:xfrm>
          <a:prstGeom prst="rect">
            <a:avLst/>
          </a:prstGeom>
          <a:ln w="6350">
            <a:solidFill>
              <a:schemeClr val="bg1">
                <a:lumMod val="85000"/>
              </a:schemeClr>
            </a:solidFill>
          </a:ln>
        </p:spPr>
      </p:pic>
      <p:sp>
        <p:nvSpPr>
          <p:cNvPr id="40" name="Freeform: Shape 39">
            <a:extLst>
              <a:ext uri="{FF2B5EF4-FFF2-40B4-BE49-F238E27FC236}">
                <a16:creationId xmlns:a16="http://schemas.microsoft.com/office/drawing/2014/main" id="{CC866205-C304-4A37-B609-58FD013DCFD5}"/>
              </a:ext>
            </a:extLst>
          </p:cNvPr>
          <p:cNvSpPr/>
          <p:nvPr/>
        </p:nvSpPr>
        <p:spPr>
          <a:xfrm>
            <a:off x="6093922" y="2569249"/>
            <a:ext cx="1937260" cy="1767722"/>
          </a:xfrm>
          <a:custGeom>
            <a:avLst/>
            <a:gdLst>
              <a:gd name="csX0" fmla="*/ 1203171 w 1937260"/>
              <a:gd name="csY0" fmla="*/ 1935 h 1767722"/>
              <a:gd name="csX1" fmla="*/ 659963 w 1937260"/>
              <a:gd name="csY1" fmla="*/ 300700 h 1767722"/>
              <a:gd name="csX2" fmla="*/ 8114 w 1937260"/>
              <a:gd name="csY2" fmla="*/ 1242260 h 1767722"/>
              <a:gd name="csX3" fmla="*/ 1139797 w 1937260"/>
              <a:gd name="csY3" fmla="*/ 1767361 h 1767722"/>
              <a:gd name="csX4" fmla="*/ 1891234 w 1937260"/>
              <a:gd name="csY4" fmla="*/ 1169832 h 1767722"/>
              <a:gd name="csX5" fmla="*/ 1782593 w 1937260"/>
              <a:gd name="csY5" fmla="*/ 228272 h 1767722"/>
              <a:gd name="csX6" fmla="*/ 1203171 w 1937260"/>
              <a:gd name="csY6" fmla="*/ 1935 h 176772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7260" h="1767722">
                <a:moveTo>
                  <a:pt x="1203171" y="1935"/>
                </a:moveTo>
                <a:cubicBezTo>
                  <a:pt x="1016066" y="14006"/>
                  <a:pt x="859139" y="93979"/>
                  <a:pt x="659963" y="300700"/>
                </a:cubicBezTo>
                <a:cubicBezTo>
                  <a:pt x="460787" y="507421"/>
                  <a:pt x="-71858" y="997817"/>
                  <a:pt x="8114" y="1242260"/>
                </a:cubicBezTo>
                <a:cubicBezTo>
                  <a:pt x="88086" y="1486703"/>
                  <a:pt x="825944" y="1779432"/>
                  <a:pt x="1139797" y="1767361"/>
                </a:cubicBezTo>
                <a:cubicBezTo>
                  <a:pt x="1453650" y="1755290"/>
                  <a:pt x="1784101" y="1426347"/>
                  <a:pt x="1891234" y="1169832"/>
                </a:cubicBezTo>
                <a:cubicBezTo>
                  <a:pt x="1998367" y="913317"/>
                  <a:pt x="1900288" y="425939"/>
                  <a:pt x="1782593" y="228272"/>
                </a:cubicBezTo>
                <a:cubicBezTo>
                  <a:pt x="1664898" y="30605"/>
                  <a:pt x="1390276" y="-10136"/>
                  <a:pt x="1203171" y="1935"/>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9148629A-8E7F-2C37-B3DC-9BA7AE611D5A}"/>
              </a:ext>
            </a:extLst>
          </p:cNvPr>
          <p:cNvGrpSpPr/>
          <p:nvPr/>
        </p:nvGrpSpPr>
        <p:grpSpPr>
          <a:xfrm>
            <a:off x="7035025" y="3155493"/>
            <a:ext cx="627738" cy="559594"/>
            <a:chOff x="7035025" y="3155493"/>
            <a:chExt cx="627738" cy="559594"/>
          </a:xfrm>
        </p:grpSpPr>
        <p:pic>
          <p:nvPicPr>
            <p:cNvPr id="37" name="Picture 36" descr="Graph chart vector icon.symbol of business. 4999434 Vector ...">
              <a:extLst>
                <a:ext uri="{FF2B5EF4-FFF2-40B4-BE49-F238E27FC236}">
                  <a16:creationId xmlns:a16="http://schemas.microsoft.com/office/drawing/2014/main" id="{46FEE56C-6960-0FCD-A1C8-A2FACBE760EA}"/>
                </a:ext>
              </a:extLst>
            </p:cNvPr>
            <p:cNvPicPr>
              <a:picLocks noChangeAspect="1"/>
            </p:cNvPicPr>
            <p:nvPr/>
          </p:nvPicPr>
          <p:blipFill>
            <a:blip r:embed="rId9"/>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2" name="Picture 41" descr="Graph chart vector icon.symbol of business. 4999434 Vector ...">
              <a:extLst>
                <a:ext uri="{FF2B5EF4-FFF2-40B4-BE49-F238E27FC236}">
                  <a16:creationId xmlns:a16="http://schemas.microsoft.com/office/drawing/2014/main" id="{4391EFE2-FC85-D1E1-5FA9-E93C8EFC91AB}"/>
                </a:ext>
              </a:extLst>
            </p:cNvPr>
            <p:cNvPicPr>
              <a:picLocks noChangeAspect="1"/>
            </p:cNvPicPr>
            <p:nvPr/>
          </p:nvPicPr>
          <p:blipFill>
            <a:blip r:embed="rId9"/>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7" name="Picture 46" descr="Graph chart vector icon.symbol of business. 4999434 Vector ...">
              <a:extLst>
                <a:ext uri="{FF2B5EF4-FFF2-40B4-BE49-F238E27FC236}">
                  <a16:creationId xmlns:a16="http://schemas.microsoft.com/office/drawing/2014/main" id="{78CD71BC-9251-4494-E0AA-8C48A08550AD}"/>
                </a:ext>
              </a:extLst>
            </p:cNvPr>
            <p:cNvPicPr>
              <a:picLocks noChangeAspect="1"/>
            </p:cNvPicPr>
            <p:nvPr/>
          </p:nvPicPr>
          <p:blipFill>
            <a:blip r:embed="rId9"/>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sp>
        <p:nvSpPr>
          <p:cNvPr id="52" name="TextBox 51">
            <a:extLst>
              <a:ext uri="{FF2B5EF4-FFF2-40B4-BE49-F238E27FC236}">
                <a16:creationId xmlns:a16="http://schemas.microsoft.com/office/drawing/2014/main" id="{903BE2BA-EF88-C8EC-95C6-F7519A8D9BEA}"/>
              </a:ext>
            </a:extLst>
          </p:cNvPr>
          <p:cNvSpPr txBox="1"/>
          <p:nvPr/>
        </p:nvSpPr>
        <p:spPr>
          <a:xfrm>
            <a:off x="6272594" y="3446074"/>
            <a:ext cx="994847" cy="507831"/>
          </a:xfrm>
          <a:prstGeom prst="rect">
            <a:avLst/>
          </a:prstGeom>
          <a:noFill/>
        </p:spPr>
        <p:txBody>
          <a:bodyPr wrap="square" rtlCol="0">
            <a:spAutoFit/>
          </a:bodyPr>
          <a:lstStyle/>
          <a:p>
            <a:r>
              <a:rPr lang="en-US" sz="900" dirty="0">
                <a:solidFill>
                  <a:schemeClr val="tx1">
                    <a:lumMod val="50000"/>
                    <a:lumOff val="50000"/>
                  </a:schemeClr>
                </a:solidFill>
              </a:rPr>
              <a:t>Monitoring</a:t>
            </a:r>
          </a:p>
          <a:p>
            <a:r>
              <a:rPr lang="en-US" sz="900" dirty="0">
                <a:solidFill>
                  <a:schemeClr val="tx1">
                    <a:lumMod val="50000"/>
                    <a:lumOff val="50000"/>
                  </a:schemeClr>
                </a:solidFill>
              </a:rPr>
              <a:t>Data graphs</a:t>
            </a:r>
          </a:p>
          <a:p>
            <a:r>
              <a:rPr lang="en-US" sz="900" dirty="0">
                <a:solidFill>
                  <a:schemeClr val="tx1">
                    <a:lumMod val="50000"/>
                    <a:lumOff val="50000"/>
                  </a:schemeClr>
                </a:solidFill>
              </a:rPr>
              <a:t>(1.5MB, </a:t>
            </a:r>
            <a:r>
              <a:rPr lang="en-US" sz="900" i="1" dirty="0">
                <a:solidFill>
                  <a:schemeClr val="tx1">
                    <a:lumMod val="50000"/>
                    <a:lumOff val="50000"/>
                  </a:schemeClr>
                </a:solidFill>
              </a:rPr>
              <a:t>n</a:t>
            </a:r>
            <a:r>
              <a:rPr lang="en-US" sz="900" dirty="0">
                <a:solidFill>
                  <a:schemeClr val="tx1">
                    <a:lumMod val="50000"/>
                    <a:lumOff val="50000"/>
                  </a:schemeClr>
                </a:solidFill>
              </a:rPr>
              <a:t>=124)</a:t>
            </a:r>
          </a:p>
        </p:txBody>
      </p:sp>
      <p:sp>
        <p:nvSpPr>
          <p:cNvPr id="49" name="Freeform: Shape 48">
            <a:extLst>
              <a:ext uri="{FF2B5EF4-FFF2-40B4-BE49-F238E27FC236}">
                <a16:creationId xmlns:a16="http://schemas.microsoft.com/office/drawing/2014/main" id="{F7233B85-ADD4-5130-C674-0E607BA8A69C}"/>
              </a:ext>
            </a:extLst>
          </p:cNvPr>
          <p:cNvSpPr/>
          <p:nvPr/>
        </p:nvSpPr>
        <p:spPr>
          <a:xfrm>
            <a:off x="6500388" y="2362954"/>
            <a:ext cx="660904" cy="525101"/>
          </a:xfrm>
          <a:custGeom>
            <a:avLst/>
            <a:gdLst>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362139"/>
              <a:gd name="csY0" fmla="*/ 0 h 724277"/>
              <a:gd name="csX1" fmla="*/ 362139 w 362139"/>
              <a:gd name="csY1" fmla="*/ 724277 h 724277"/>
              <a:gd name="csX0" fmla="*/ 0 w 579422"/>
              <a:gd name="csY0" fmla="*/ 0 h 525101"/>
              <a:gd name="csX1" fmla="*/ 579422 w 579422"/>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 name="csX0" fmla="*/ 0 w 660904"/>
              <a:gd name="csY0" fmla="*/ 0 h 525101"/>
              <a:gd name="csX1" fmla="*/ 660904 w 660904"/>
              <a:gd name="csY1" fmla="*/ 525101 h 525101"/>
            </a:gdLst>
            <a:ahLst/>
            <a:cxnLst>
              <a:cxn ang="0">
                <a:pos x="csX0" y="csY0"/>
              </a:cxn>
              <a:cxn ang="0">
                <a:pos x="csX1" y="csY1"/>
              </a:cxn>
            </a:cxnLst>
            <a:rect l="l" t="t" r="r" b="b"/>
            <a:pathLst>
              <a:path w="660904" h="525101">
                <a:moveTo>
                  <a:pt x="0" y="0"/>
                </a:moveTo>
                <a:cubicBezTo>
                  <a:pt x="319889" y="123731"/>
                  <a:pt x="549244" y="211249"/>
                  <a:pt x="660904" y="525101"/>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5F1E67B3-C609-CBC6-72D0-22431114CF20}"/>
              </a:ext>
            </a:extLst>
          </p:cNvPr>
          <p:cNvSpPr/>
          <p:nvPr/>
        </p:nvSpPr>
        <p:spPr>
          <a:xfrm>
            <a:off x="4282289" y="3856776"/>
            <a:ext cx="3168713" cy="1819747"/>
          </a:xfrm>
          <a:custGeom>
            <a:avLst/>
            <a:gdLst>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 name="csX0" fmla="*/ 3168713 w 3168713"/>
              <a:gd name="csY0" fmla="*/ 0 h 1819747"/>
              <a:gd name="csX1" fmla="*/ 1901228 w 3168713"/>
              <a:gd name="csY1" fmla="*/ 1213165 h 1819747"/>
              <a:gd name="csX2" fmla="*/ 0 w 3168713"/>
              <a:gd name="csY2" fmla="*/ 1819747 h 1819747"/>
            </a:gdLst>
            <a:ahLst/>
            <a:cxnLst>
              <a:cxn ang="0">
                <a:pos x="csX0" y="csY0"/>
              </a:cxn>
              <a:cxn ang="0">
                <a:pos x="csX1" y="csY1"/>
              </a:cxn>
              <a:cxn ang="0">
                <a:pos x="csX2" y="csY2"/>
              </a:cxn>
            </a:cxnLst>
            <a:rect l="l" t="t" r="r" b="b"/>
            <a:pathLst>
              <a:path w="3168713" h="1819747">
                <a:moveTo>
                  <a:pt x="3168713" y="0"/>
                </a:moveTo>
                <a:cubicBezTo>
                  <a:pt x="3124955" y="599792"/>
                  <a:pt x="2429347" y="909874"/>
                  <a:pt x="1901228" y="1213165"/>
                </a:cubicBezTo>
                <a:cubicBezTo>
                  <a:pt x="1373109" y="1516456"/>
                  <a:pt x="686554" y="1722422"/>
                  <a:pt x="0" y="1819747"/>
                </a:cubicBezTo>
              </a:path>
            </a:pathLst>
          </a:custGeom>
          <a:noFill/>
          <a:ln>
            <a:solidFill>
              <a:schemeClr val="bg1">
                <a:lumMod val="75000"/>
              </a:schemeClr>
            </a:solidFill>
            <a:headEnd type="none"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1A37F00-78B2-3FF1-2B78-C5CE25131804}"/>
              </a:ext>
            </a:extLst>
          </p:cNvPr>
          <p:cNvSpPr txBox="1"/>
          <p:nvPr/>
        </p:nvSpPr>
        <p:spPr>
          <a:xfrm>
            <a:off x="3091037" y="3510438"/>
            <a:ext cx="1792586" cy="369332"/>
          </a:xfrm>
          <a:prstGeom prst="rect">
            <a:avLst/>
          </a:prstGeom>
          <a:noFill/>
        </p:spPr>
        <p:txBody>
          <a:bodyPr wrap="square" rtlCol="0">
            <a:spAutoFit/>
          </a:bodyPr>
          <a:lstStyle/>
          <a:p>
            <a:r>
              <a:rPr lang="en-US" dirty="0">
                <a:solidFill>
                  <a:schemeClr val="accent6">
                    <a:lumMod val="40000"/>
                    <a:lumOff val="60000"/>
                  </a:schemeClr>
                </a:solidFill>
              </a:rPr>
              <a:t>ArcGIS Online</a:t>
            </a:r>
          </a:p>
        </p:txBody>
      </p:sp>
      <p:sp>
        <p:nvSpPr>
          <p:cNvPr id="48" name="TextBox 47">
            <a:extLst>
              <a:ext uri="{FF2B5EF4-FFF2-40B4-BE49-F238E27FC236}">
                <a16:creationId xmlns:a16="http://schemas.microsoft.com/office/drawing/2014/main" id="{D00C35ED-1796-558B-C7B9-9BAD5EC034C1}"/>
              </a:ext>
            </a:extLst>
          </p:cNvPr>
          <p:cNvSpPr txBox="1"/>
          <p:nvPr/>
        </p:nvSpPr>
        <p:spPr>
          <a:xfrm>
            <a:off x="7271349" y="2595433"/>
            <a:ext cx="429757" cy="369332"/>
          </a:xfrm>
          <a:prstGeom prst="rect">
            <a:avLst/>
          </a:prstGeom>
          <a:noFill/>
        </p:spPr>
        <p:txBody>
          <a:bodyPr wrap="square" rtlCol="0">
            <a:spAutoFit/>
          </a:bodyPr>
          <a:lstStyle/>
          <a:p>
            <a:r>
              <a:rPr lang="en-US" dirty="0">
                <a:solidFill>
                  <a:srgbClr val="E58591"/>
                </a:solidFill>
              </a:rPr>
              <a:t>K:</a:t>
            </a:r>
          </a:p>
        </p:txBody>
      </p:sp>
    </p:spTree>
    <p:extLst>
      <p:ext uri="{BB962C8B-B14F-4D97-AF65-F5344CB8AC3E}">
        <p14:creationId xmlns:p14="http://schemas.microsoft.com/office/powerpoint/2010/main" val="1244049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CE95-B078-69A5-844F-328F6FCDE460}"/>
            </a:ext>
          </a:extLst>
        </p:cNvPr>
        <p:cNvGrpSpPr/>
        <p:nvPr/>
      </p:nvGrpSpPr>
      <p:grpSpPr>
        <a:xfrm>
          <a:off x="0" y="0"/>
          <a:ext cx="0" cy="0"/>
          <a:chOff x="0" y="0"/>
          <a:chExt cx="0" cy="0"/>
        </a:xfrm>
      </p:grpSpPr>
      <p:sp>
        <p:nvSpPr>
          <p:cNvPr id="170" name="Arrow: Right 169">
            <a:extLst>
              <a:ext uri="{FF2B5EF4-FFF2-40B4-BE49-F238E27FC236}">
                <a16:creationId xmlns:a16="http://schemas.microsoft.com/office/drawing/2014/main" id="{93146CCD-C0A1-10EC-5E4D-60B55C91923C}"/>
              </a:ext>
            </a:extLst>
          </p:cNvPr>
          <p:cNvSpPr/>
          <p:nvPr/>
        </p:nvSpPr>
        <p:spPr>
          <a:xfrm>
            <a:off x="4977465" y="2446518"/>
            <a:ext cx="1853186" cy="137160"/>
          </a:xfrm>
          <a:prstGeom prst="rightArrow">
            <a:avLst/>
          </a:prstGeom>
          <a:solidFill>
            <a:schemeClr val="accent2">
              <a:lumMod val="20000"/>
              <a:lumOff val="8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9" name="Arrow: Right 138">
            <a:extLst>
              <a:ext uri="{FF2B5EF4-FFF2-40B4-BE49-F238E27FC236}">
                <a16:creationId xmlns:a16="http://schemas.microsoft.com/office/drawing/2014/main" id="{E1E75A20-9E2E-EE55-B155-6A376CC3EB57}"/>
              </a:ext>
            </a:extLst>
          </p:cNvPr>
          <p:cNvSpPr/>
          <p:nvPr/>
        </p:nvSpPr>
        <p:spPr>
          <a:xfrm rot="14214916">
            <a:off x="3282533" y="1493168"/>
            <a:ext cx="1452855" cy="136432"/>
          </a:xfrm>
          <a:prstGeom prst="rightArrow">
            <a:avLst/>
          </a:prstGeom>
          <a:solidFill>
            <a:srgbClr val="CAEEFB">
              <a:alpha val="76078"/>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1" name="Arrow: Right 140">
            <a:extLst>
              <a:ext uri="{FF2B5EF4-FFF2-40B4-BE49-F238E27FC236}">
                <a16:creationId xmlns:a16="http://schemas.microsoft.com/office/drawing/2014/main" id="{1C654E2E-5919-27BD-AC64-C1066A6D745B}"/>
              </a:ext>
            </a:extLst>
          </p:cNvPr>
          <p:cNvSpPr/>
          <p:nvPr/>
        </p:nvSpPr>
        <p:spPr>
          <a:xfrm rot="18149105">
            <a:off x="4448821" y="1639454"/>
            <a:ext cx="1311340" cy="137160"/>
          </a:xfrm>
          <a:prstGeom prst="rightArrow">
            <a:avLst/>
          </a:prstGeom>
          <a:solidFill>
            <a:srgbClr val="CAEEFB">
              <a:alpha val="76078"/>
            </a:srgb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6" name="Arrow: Right 165">
            <a:extLst>
              <a:ext uri="{FF2B5EF4-FFF2-40B4-BE49-F238E27FC236}">
                <a16:creationId xmlns:a16="http://schemas.microsoft.com/office/drawing/2014/main" id="{DF70D2C1-390C-010F-423E-AC33520E9377}"/>
              </a:ext>
            </a:extLst>
          </p:cNvPr>
          <p:cNvSpPr/>
          <p:nvPr/>
        </p:nvSpPr>
        <p:spPr>
          <a:xfrm rot="8048713">
            <a:off x="2786904" y="3307850"/>
            <a:ext cx="1799586" cy="114945"/>
          </a:xfrm>
          <a:prstGeom prst="rightArrow">
            <a:avLst/>
          </a:prstGeom>
          <a:solidFill>
            <a:schemeClr val="accent2">
              <a:lumMod val="20000"/>
              <a:lumOff val="8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1" name="Arrow: Right 200">
            <a:extLst>
              <a:ext uri="{FF2B5EF4-FFF2-40B4-BE49-F238E27FC236}">
                <a16:creationId xmlns:a16="http://schemas.microsoft.com/office/drawing/2014/main" id="{F2AA1C56-F13C-CABB-C72E-C79A050CDCC8}"/>
              </a:ext>
            </a:extLst>
          </p:cNvPr>
          <p:cNvSpPr/>
          <p:nvPr/>
        </p:nvSpPr>
        <p:spPr>
          <a:xfrm rot="4304552">
            <a:off x="4020600" y="3686328"/>
            <a:ext cx="2033680" cy="137160"/>
          </a:xfrm>
          <a:prstGeom prst="rightArrow">
            <a:avLst/>
          </a:prstGeom>
          <a:solidFill>
            <a:schemeClr val="accent2">
              <a:lumMod val="20000"/>
              <a:lumOff val="8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FC9C5D1-C715-7B15-1756-54108A19CA1A}"/>
              </a:ext>
            </a:extLst>
          </p:cNvPr>
          <p:cNvSpPr/>
          <p:nvPr/>
        </p:nvSpPr>
        <p:spPr>
          <a:xfrm>
            <a:off x="4946073" y="2712027"/>
            <a:ext cx="4168700" cy="2743200"/>
          </a:xfrm>
          <a:custGeom>
            <a:avLst/>
            <a:gdLst>
              <a:gd name="csX0" fmla="*/ 0 w 4168700"/>
              <a:gd name="csY0" fmla="*/ 0 h 2743200"/>
              <a:gd name="csX1" fmla="*/ 3917372 w 4168700"/>
              <a:gd name="csY1" fmla="*/ 1610591 h 2743200"/>
              <a:gd name="csX2" fmla="*/ 3449782 w 4168700"/>
              <a:gd name="csY2" fmla="*/ 2743200 h 2743200"/>
            </a:gdLst>
            <a:ahLst/>
            <a:cxnLst>
              <a:cxn ang="0">
                <a:pos x="csX0" y="csY0"/>
              </a:cxn>
              <a:cxn ang="0">
                <a:pos x="csX1" y="csY1"/>
              </a:cxn>
              <a:cxn ang="0">
                <a:pos x="csX2" y="csY2"/>
              </a:cxn>
            </a:cxnLst>
            <a:rect l="l" t="t" r="r" b="b"/>
            <a:pathLst>
              <a:path w="4168700" h="2743200">
                <a:moveTo>
                  <a:pt x="0" y="0"/>
                </a:moveTo>
                <a:cubicBezTo>
                  <a:pt x="1671204" y="576695"/>
                  <a:pt x="3342408" y="1153391"/>
                  <a:pt x="3917372" y="1610591"/>
                </a:cubicBezTo>
                <a:cubicBezTo>
                  <a:pt x="4492336" y="2067791"/>
                  <a:pt x="3971059" y="2405495"/>
                  <a:pt x="3449782" y="2743200"/>
                </a:cubicBezTo>
              </a:path>
            </a:pathLst>
          </a:custGeom>
          <a:noFill/>
          <a:ln w="635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8940B954-46F3-DE49-96B3-38B0D5308654}"/>
              </a:ext>
            </a:extLst>
          </p:cNvPr>
          <p:cNvGrpSpPr/>
          <p:nvPr/>
        </p:nvGrpSpPr>
        <p:grpSpPr>
          <a:xfrm>
            <a:off x="2037085" y="514342"/>
            <a:ext cx="705128" cy="757564"/>
            <a:chOff x="907870" y="763233"/>
            <a:chExt cx="705128" cy="757564"/>
          </a:xfrm>
        </p:grpSpPr>
        <p:pic>
          <p:nvPicPr>
            <p:cNvPr id="58" name="Picture 57" descr="Enhance your Excel spreadsheets with tables, images and ...">
              <a:extLst>
                <a:ext uri="{FF2B5EF4-FFF2-40B4-BE49-F238E27FC236}">
                  <a16:creationId xmlns:a16="http://schemas.microsoft.com/office/drawing/2014/main" id="{F1F458C2-F229-8822-36AC-C2C473D734BD}"/>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59" name="TextBox 58">
              <a:extLst>
                <a:ext uri="{FF2B5EF4-FFF2-40B4-BE49-F238E27FC236}">
                  <a16:creationId xmlns:a16="http://schemas.microsoft.com/office/drawing/2014/main" id="{68CF2616-16F4-C86C-09CA-3F66052A8BB5}"/>
                </a:ext>
              </a:extLst>
            </p:cNvPr>
            <p:cNvSpPr txBox="1"/>
            <p:nvPr/>
          </p:nvSpPr>
          <p:spPr>
            <a:xfrm>
              <a:off x="907870" y="1120687"/>
              <a:ext cx="705128" cy="400110"/>
            </a:xfrm>
            <a:prstGeom prst="rect">
              <a:avLst/>
            </a:prstGeom>
            <a:noFill/>
          </p:spPr>
          <p:txBody>
            <a:bodyPr wrap="square" rtlCol="0">
              <a:spAutoFit/>
            </a:bodyPr>
            <a:lstStyle/>
            <a:p>
              <a:pPr algn="ctr"/>
              <a:r>
                <a:rPr lang="en-US" sz="1000" dirty="0"/>
                <a:t>Matrix edit</a:t>
              </a:r>
            </a:p>
          </p:txBody>
        </p:sp>
      </p:grpSp>
      <p:grpSp>
        <p:nvGrpSpPr>
          <p:cNvPr id="64" name="Group 63">
            <a:extLst>
              <a:ext uri="{FF2B5EF4-FFF2-40B4-BE49-F238E27FC236}">
                <a16:creationId xmlns:a16="http://schemas.microsoft.com/office/drawing/2014/main" id="{D609521A-9DF3-DF6D-6D99-08D29B516F1C}"/>
              </a:ext>
            </a:extLst>
          </p:cNvPr>
          <p:cNvGrpSpPr/>
          <p:nvPr/>
        </p:nvGrpSpPr>
        <p:grpSpPr>
          <a:xfrm>
            <a:off x="803037" y="514342"/>
            <a:ext cx="692003" cy="715118"/>
            <a:chOff x="810212" y="604877"/>
            <a:chExt cx="692003" cy="715118"/>
          </a:xfrm>
        </p:grpSpPr>
        <p:grpSp>
          <p:nvGrpSpPr>
            <p:cNvPr id="53" name="Group 52">
              <a:extLst>
                <a:ext uri="{FF2B5EF4-FFF2-40B4-BE49-F238E27FC236}">
                  <a16:creationId xmlns:a16="http://schemas.microsoft.com/office/drawing/2014/main" id="{D09790FB-23B4-D2D7-7E04-24BAAF1F8D89}"/>
                </a:ext>
              </a:extLst>
            </p:cNvPr>
            <p:cNvGrpSpPr/>
            <p:nvPr/>
          </p:nvGrpSpPr>
          <p:grpSpPr>
            <a:xfrm>
              <a:off x="810212" y="604877"/>
              <a:ext cx="622998" cy="603780"/>
              <a:chOff x="956986" y="763233"/>
              <a:chExt cx="622998" cy="603780"/>
            </a:xfrm>
          </p:grpSpPr>
          <p:pic>
            <p:nvPicPr>
              <p:cNvPr id="54" name="Picture 53" descr="Enhance your Excel spreadsheets with tables, images and ...">
                <a:extLst>
                  <a:ext uri="{FF2B5EF4-FFF2-40B4-BE49-F238E27FC236}">
                    <a16:creationId xmlns:a16="http://schemas.microsoft.com/office/drawing/2014/main" id="{866C4C06-002E-552D-6CD5-0F113B4A5071}"/>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55" name="TextBox 54">
                <a:extLst>
                  <a:ext uri="{FF2B5EF4-FFF2-40B4-BE49-F238E27FC236}">
                    <a16:creationId xmlns:a16="http://schemas.microsoft.com/office/drawing/2014/main" id="{4FD7FD1B-2EB0-63A6-CD13-A2DFA3BF74B0}"/>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sp>
          <p:nvSpPr>
            <p:cNvPr id="61" name="TextBox 60">
              <a:extLst>
                <a:ext uri="{FF2B5EF4-FFF2-40B4-BE49-F238E27FC236}">
                  <a16:creationId xmlns:a16="http://schemas.microsoft.com/office/drawing/2014/main" id="{059C0C8F-1742-9527-09BA-E9456C634264}"/>
                </a:ext>
              </a:extLst>
            </p:cNvPr>
            <p:cNvSpPr txBox="1"/>
            <p:nvPr/>
          </p:nvSpPr>
          <p:spPr>
            <a:xfrm>
              <a:off x="810212" y="1104551"/>
              <a:ext cx="692003" cy="215444"/>
            </a:xfrm>
            <a:prstGeom prst="rect">
              <a:avLst/>
            </a:prstGeom>
            <a:noFill/>
          </p:spPr>
          <p:txBody>
            <a:bodyPr wrap="square" rtlCol="0">
              <a:spAutoFit/>
            </a:bodyPr>
            <a:lstStyle/>
            <a:p>
              <a:r>
                <a:rPr lang="en-US" sz="800" dirty="0">
                  <a:solidFill>
                    <a:schemeClr val="tx1">
                      <a:lumMod val="65000"/>
                      <a:lumOff val="35000"/>
                    </a:schemeClr>
                  </a:solidFill>
                </a:rPr>
                <a:t>6/23/2026</a:t>
              </a:r>
            </a:p>
          </p:txBody>
        </p:sp>
      </p:grpSp>
      <p:sp>
        <p:nvSpPr>
          <p:cNvPr id="62" name="TextBox 61">
            <a:extLst>
              <a:ext uri="{FF2B5EF4-FFF2-40B4-BE49-F238E27FC236}">
                <a16:creationId xmlns:a16="http://schemas.microsoft.com/office/drawing/2014/main" id="{F920B678-D2A9-2AC9-89A1-2A4BC0CF46A6}"/>
              </a:ext>
            </a:extLst>
          </p:cNvPr>
          <p:cNvSpPr txBox="1"/>
          <p:nvPr/>
        </p:nvSpPr>
        <p:spPr>
          <a:xfrm>
            <a:off x="855377" y="1371575"/>
            <a:ext cx="587322" cy="415498"/>
          </a:xfrm>
          <a:prstGeom prst="rect">
            <a:avLst/>
          </a:prstGeom>
          <a:noFill/>
        </p:spPr>
        <p:txBody>
          <a:bodyPr wrap="square" rtlCol="0">
            <a:spAutoFit/>
          </a:bodyPr>
          <a:lstStyle/>
          <a:p>
            <a:r>
              <a:rPr lang="en-US" sz="1050" dirty="0"/>
              <a:t>List of edits</a:t>
            </a:r>
          </a:p>
        </p:txBody>
      </p:sp>
      <p:pic>
        <p:nvPicPr>
          <p:cNvPr id="68" name="Picture 4" descr="R: R Logo">
            <a:extLst>
              <a:ext uri="{FF2B5EF4-FFF2-40B4-BE49-F238E27FC236}">
                <a16:creationId xmlns:a16="http://schemas.microsoft.com/office/drawing/2014/main" id="{E23C3ED0-BF28-C994-65C4-54417612F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9879" y="591354"/>
            <a:ext cx="262670" cy="203533"/>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Computer user - icon by Adioma">
            <a:extLst>
              <a:ext uri="{FF2B5EF4-FFF2-40B4-BE49-F238E27FC236}">
                <a16:creationId xmlns:a16="http://schemas.microsoft.com/office/drawing/2014/main" id="{6A2E3147-3E01-1FE8-34D8-06955DDF24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7491" y="2132516"/>
            <a:ext cx="449309" cy="44038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 descr="R: R Logo">
            <a:extLst>
              <a:ext uri="{FF2B5EF4-FFF2-40B4-BE49-F238E27FC236}">
                <a16:creationId xmlns:a16="http://schemas.microsoft.com/office/drawing/2014/main" id="{5C323213-AC0E-D596-99BF-24A65CA61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996" y="2312710"/>
            <a:ext cx="474176" cy="367420"/>
          </a:xfrm>
          <a:prstGeom prst="rect">
            <a:avLst/>
          </a:prstGeom>
          <a:noFill/>
          <a:extLst>
            <a:ext uri="{909E8E84-426E-40DD-AFC4-6F175D3DCCD1}">
              <a14:hiddenFill xmlns:a14="http://schemas.microsoft.com/office/drawing/2010/main">
                <a:solidFill>
                  <a:srgbClr val="FFFFFF"/>
                </a:solidFill>
              </a14:hiddenFill>
            </a:ext>
          </a:extLst>
        </p:spPr>
      </p:pic>
      <p:pic>
        <p:nvPicPr>
          <p:cNvPr id="86" name="Graphic 85" descr="Database outline">
            <a:extLst>
              <a:ext uri="{FF2B5EF4-FFF2-40B4-BE49-F238E27FC236}">
                <a16:creationId xmlns:a16="http://schemas.microsoft.com/office/drawing/2014/main" id="{9C8B2447-76C6-4176-BA41-E06166878E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0245" y="4653461"/>
            <a:ext cx="570367" cy="570367"/>
          </a:xfrm>
          <a:prstGeom prst="rect">
            <a:avLst/>
          </a:prstGeom>
        </p:spPr>
      </p:pic>
      <p:grpSp>
        <p:nvGrpSpPr>
          <p:cNvPr id="90" name="Group 89">
            <a:extLst>
              <a:ext uri="{FF2B5EF4-FFF2-40B4-BE49-F238E27FC236}">
                <a16:creationId xmlns:a16="http://schemas.microsoft.com/office/drawing/2014/main" id="{B01FB49A-A70E-EBC8-203F-2C6A1F7B02BB}"/>
              </a:ext>
            </a:extLst>
          </p:cNvPr>
          <p:cNvGrpSpPr/>
          <p:nvPr/>
        </p:nvGrpSpPr>
        <p:grpSpPr>
          <a:xfrm>
            <a:off x="5942083" y="4712441"/>
            <a:ext cx="1138136" cy="662584"/>
            <a:chOff x="8563060" y="1796187"/>
            <a:chExt cx="1138136" cy="662584"/>
          </a:xfrm>
        </p:grpSpPr>
        <p:pic>
          <p:nvPicPr>
            <p:cNvPr id="88" name="Picture 87" descr="A diagram of a feature layer showing point, multipoint, polyline, polygon, and multipatch as possible geometric types">
              <a:extLst>
                <a:ext uri="{FF2B5EF4-FFF2-40B4-BE49-F238E27FC236}">
                  <a16:creationId xmlns:a16="http://schemas.microsoft.com/office/drawing/2014/main" id="{56CEF1CF-EFBC-5B1D-5617-4302A20861B1}"/>
                </a:ext>
              </a:extLst>
            </p:cNvPr>
            <p:cNvPicPr>
              <a:picLocks noChangeAspect="1"/>
            </p:cNvPicPr>
            <p:nvPr/>
          </p:nvPicPr>
          <p:blipFill>
            <a:blip r:embed="rId6"/>
            <a:srcRect l="40239" t="52257" r="39899" b="11474"/>
            <a:stretch>
              <a:fillRect/>
            </a:stretch>
          </p:blipFill>
          <p:spPr>
            <a:xfrm>
              <a:off x="8862233" y="1796187"/>
              <a:ext cx="474176" cy="486821"/>
            </a:xfrm>
            <a:prstGeom prst="rect">
              <a:avLst/>
            </a:prstGeom>
          </p:spPr>
        </p:pic>
        <p:sp>
          <p:nvSpPr>
            <p:cNvPr id="89" name="TextBox 88">
              <a:extLst>
                <a:ext uri="{FF2B5EF4-FFF2-40B4-BE49-F238E27FC236}">
                  <a16:creationId xmlns:a16="http://schemas.microsoft.com/office/drawing/2014/main" id="{F9845DCC-1666-8F22-AD28-36FCABBDBB18}"/>
                </a:ext>
              </a:extLst>
            </p:cNvPr>
            <p:cNvSpPr txBox="1"/>
            <p:nvPr/>
          </p:nvSpPr>
          <p:spPr>
            <a:xfrm>
              <a:off x="8563060" y="2212550"/>
              <a:ext cx="1138136" cy="246221"/>
            </a:xfrm>
            <a:prstGeom prst="rect">
              <a:avLst/>
            </a:prstGeom>
            <a:noFill/>
          </p:spPr>
          <p:txBody>
            <a:bodyPr wrap="square" rtlCol="0">
              <a:spAutoFit/>
            </a:bodyPr>
            <a:lstStyle/>
            <a:p>
              <a:pPr algn="ctr"/>
              <a:r>
                <a:rPr lang="en-US" sz="1000" dirty="0">
                  <a:solidFill>
                    <a:schemeClr val="tx1">
                      <a:lumMod val="50000"/>
                      <a:lumOff val="50000"/>
                    </a:schemeClr>
                  </a:solidFill>
                </a:rPr>
                <a:t>Feature Layer</a:t>
              </a:r>
            </a:p>
          </p:txBody>
        </p:sp>
      </p:grpSp>
      <p:grpSp>
        <p:nvGrpSpPr>
          <p:cNvPr id="91" name="Group 90">
            <a:extLst>
              <a:ext uri="{FF2B5EF4-FFF2-40B4-BE49-F238E27FC236}">
                <a16:creationId xmlns:a16="http://schemas.microsoft.com/office/drawing/2014/main" id="{FACB2A58-46F7-1A0B-E867-9B24081178C4}"/>
              </a:ext>
            </a:extLst>
          </p:cNvPr>
          <p:cNvGrpSpPr/>
          <p:nvPr/>
        </p:nvGrpSpPr>
        <p:grpSpPr>
          <a:xfrm>
            <a:off x="7222689" y="5945058"/>
            <a:ext cx="598523" cy="570367"/>
            <a:chOff x="7310713" y="1271906"/>
            <a:chExt cx="598523" cy="570367"/>
          </a:xfrm>
        </p:grpSpPr>
        <p:pic>
          <p:nvPicPr>
            <p:cNvPr id="92" name="Graphic 91" descr="Database outline">
              <a:extLst>
                <a:ext uri="{FF2B5EF4-FFF2-40B4-BE49-F238E27FC236}">
                  <a16:creationId xmlns:a16="http://schemas.microsoft.com/office/drawing/2014/main" id="{EDDB2326-498E-070D-7445-24E9B3D7A0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0713" y="1271906"/>
              <a:ext cx="570367" cy="570367"/>
            </a:xfrm>
            <a:prstGeom prst="rect">
              <a:avLst/>
            </a:prstGeom>
          </p:spPr>
        </p:pic>
        <p:grpSp>
          <p:nvGrpSpPr>
            <p:cNvPr id="93" name="Group 92">
              <a:extLst>
                <a:ext uri="{FF2B5EF4-FFF2-40B4-BE49-F238E27FC236}">
                  <a16:creationId xmlns:a16="http://schemas.microsoft.com/office/drawing/2014/main" id="{DCF305BD-1FB1-87D3-64AB-30F9B7A652B5}"/>
                </a:ext>
              </a:extLst>
            </p:cNvPr>
            <p:cNvGrpSpPr/>
            <p:nvPr/>
          </p:nvGrpSpPr>
          <p:grpSpPr>
            <a:xfrm>
              <a:off x="7546379" y="1615937"/>
              <a:ext cx="362857" cy="226336"/>
              <a:chOff x="6972317" y="3104352"/>
              <a:chExt cx="362857" cy="226336"/>
            </a:xfrm>
            <a:effectLst>
              <a:outerShdw blurRad="50800" dist="38100" dir="8100000" algn="tr" rotWithShape="0">
                <a:prstClr val="black">
                  <a:alpha val="40000"/>
                </a:prstClr>
              </a:outerShdw>
            </a:effectLst>
          </p:grpSpPr>
          <p:sp>
            <p:nvSpPr>
              <p:cNvPr id="94" name="Freeform: Shape 93">
                <a:extLst>
                  <a:ext uri="{FF2B5EF4-FFF2-40B4-BE49-F238E27FC236}">
                    <a16:creationId xmlns:a16="http://schemas.microsoft.com/office/drawing/2014/main" id="{1445C3B9-4FF2-79CB-3911-9C1FA0591EDC}"/>
                  </a:ext>
                </a:extLst>
              </p:cNvPr>
              <p:cNvSpPr/>
              <p:nvPr/>
            </p:nvSpPr>
            <p:spPr>
              <a:xfrm>
                <a:off x="7014411" y="3144253"/>
                <a:ext cx="280736" cy="148389"/>
              </a:xfrm>
              <a:custGeom>
                <a:avLst/>
                <a:gdLst>
                  <a:gd name="csX0" fmla="*/ 0 w 280736"/>
                  <a:gd name="csY0" fmla="*/ 72189 h 148389"/>
                  <a:gd name="csX1" fmla="*/ 56147 w 280736"/>
                  <a:gd name="csY1" fmla="*/ 24063 h 148389"/>
                  <a:gd name="csX2" fmla="*/ 112294 w 280736"/>
                  <a:gd name="csY2" fmla="*/ 0 h 148389"/>
                  <a:gd name="csX3" fmla="*/ 192505 w 280736"/>
                  <a:gd name="csY3" fmla="*/ 0 h 148389"/>
                  <a:gd name="csX4" fmla="*/ 280736 w 280736"/>
                  <a:gd name="csY4" fmla="*/ 84221 h 148389"/>
                  <a:gd name="csX5" fmla="*/ 220578 w 280736"/>
                  <a:gd name="csY5" fmla="*/ 120315 h 148389"/>
                  <a:gd name="csX6" fmla="*/ 148389 w 280736"/>
                  <a:gd name="csY6" fmla="*/ 148389 h 148389"/>
                  <a:gd name="csX7" fmla="*/ 88231 w 280736"/>
                  <a:gd name="csY7" fmla="*/ 132347 h 148389"/>
                  <a:gd name="csX8" fmla="*/ 0 w 280736"/>
                  <a:gd name="csY8" fmla="*/ 72189 h 148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0736" h="148389">
                    <a:moveTo>
                      <a:pt x="0" y="72189"/>
                    </a:moveTo>
                    <a:lnTo>
                      <a:pt x="56147" y="24063"/>
                    </a:lnTo>
                    <a:lnTo>
                      <a:pt x="112294" y="0"/>
                    </a:lnTo>
                    <a:lnTo>
                      <a:pt x="192505" y="0"/>
                    </a:lnTo>
                    <a:lnTo>
                      <a:pt x="280736" y="84221"/>
                    </a:lnTo>
                    <a:lnTo>
                      <a:pt x="220578" y="120315"/>
                    </a:lnTo>
                    <a:lnTo>
                      <a:pt x="148389" y="148389"/>
                    </a:lnTo>
                    <a:lnTo>
                      <a:pt x="88231" y="132347"/>
                    </a:lnTo>
                    <a:lnTo>
                      <a:pt x="0" y="7218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5" name="Graphic 94" descr="Eye with solid fill">
                <a:extLst>
                  <a:ext uri="{FF2B5EF4-FFF2-40B4-BE49-F238E27FC236}">
                    <a16:creationId xmlns:a16="http://schemas.microsoft.com/office/drawing/2014/main" id="{9833D19E-CCB4-161F-A269-0674D1845761}"/>
                  </a:ext>
                </a:extLst>
              </p:cNvPr>
              <p:cNvPicPr>
                <a:picLocks noChangeAspect="1"/>
              </p:cNvPicPr>
              <p:nvPr/>
            </p:nvPicPr>
            <p:blipFill>
              <a:blip>
                <a:extLst>
                  <a:ext uri="{96DAC541-7B7A-43D3-8B79-37D633B846F1}">
                    <asvg:svgBlip xmlns:asvg="http://schemas.microsoft.com/office/drawing/2016/SVG/main" r:embed="rId7"/>
                  </a:ext>
                </a:extLst>
              </a:blip>
              <a:srcRect t="19555" b="18069"/>
              <a:stretch>
                <a:fillRect/>
              </a:stretch>
            </p:blipFill>
            <p:spPr>
              <a:xfrm>
                <a:off x="6972317" y="3104352"/>
                <a:ext cx="362857" cy="226336"/>
              </a:xfrm>
              <a:prstGeom prst="rect">
                <a:avLst/>
              </a:prstGeom>
            </p:spPr>
          </p:pic>
        </p:grpSp>
      </p:grpSp>
      <p:grpSp>
        <p:nvGrpSpPr>
          <p:cNvPr id="102" name="Group 101">
            <a:extLst>
              <a:ext uri="{FF2B5EF4-FFF2-40B4-BE49-F238E27FC236}">
                <a16:creationId xmlns:a16="http://schemas.microsoft.com/office/drawing/2014/main" id="{2EC2B5CB-28C1-9867-F6B6-A0E016ACB0FD}"/>
              </a:ext>
            </a:extLst>
          </p:cNvPr>
          <p:cNvGrpSpPr/>
          <p:nvPr/>
        </p:nvGrpSpPr>
        <p:grpSpPr>
          <a:xfrm>
            <a:off x="1915626" y="4691507"/>
            <a:ext cx="826587" cy="716330"/>
            <a:chOff x="1114536" y="3766595"/>
            <a:chExt cx="826587" cy="716330"/>
          </a:xfrm>
        </p:grpSpPr>
        <p:pic>
          <p:nvPicPr>
            <p:cNvPr id="99" name="Picture 98" descr="App - ArcGIS Survey123">
              <a:extLst>
                <a:ext uri="{FF2B5EF4-FFF2-40B4-BE49-F238E27FC236}">
                  <a16:creationId xmlns:a16="http://schemas.microsoft.com/office/drawing/2014/main" id="{FE9704F9-DE9F-D1AF-9B38-41FB8057EB00}"/>
                </a:ext>
              </a:extLst>
            </p:cNvPr>
            <p:cNvPicPr>
              <a:picLocks noChangeAspect="1"/>
            </p:cNvPicPr>
            <p:nvPr/>
          </p:nvPicPr>
          <p:blipFill>
            <a:blip r:embed="rId8"/>
            <a:stretch>
              <a:fillRect/>
            </a:stretch>
          </p:blipFill>
          <p:spPr>
            <a:xfrm>
              <a:off x="1292775" y="3766595"/>
              <a:ext cx="470109" cy="470109"/>
            </a:xfrm>
            <a:prstGeom prst="rect">
              <a:avLst/>
            </a:prstGeom>
          </p:spPr>
        </p:pic>
        <p:sp>
          <p:nvSpPr>
            <p:cNvPr id="100" name="TextBox 99">
              <a:extLst>
                <a:ext uri="{FF2B5EF4-FFF2-40B4-BE49-F238E27FC236}">
                  <a16:creationId xmlns:a16="http://schemas.microsoft.com/office/drawing/2014/main" id="{D9A8CDCE-597F-949B-C26B-CF7D5B1A9DBA}"/>
                </a:ext>
              </a:extLst>
            </p:cNvPr>
            <p:cNvSpPr txBox="1"/>
            <p:nvPr/>
          </p:nvSpPr>
          <p:spPr>
            <a:xfrm>
              <a:off x="1114536" y="4236704"/>
              <a:ext cx="826587" cy="246221"/>
            </a:xfrm>
            <a:prstGeom prst="rect">
              <a:avLst/>
            </a:prstGeom>
            <a:noFill/>
          </p:spPr>
          <p:txBody>
            <a:bodyPr wrap="square" rtlCol="0">
              <a:spAutoFit/>
            </a:bodyPr>
            <a:lstStyle/>
            <a:p>
              <a:pPr algn="ctr"/>
              <a:r>
                <a:rPr lang="en-US" sz="1000" dirty="0"/>
                <a:t>Survey 123</a:t>
              </a:r>
            </a:p>
          </p:txBody>
        </p:sp>
      </p:grpSp>
      <p:pic>
        <p:nvPicPr>
          <p:cNvPr id="104" name="Picture 4" descr="R: R Logo">
            <a:extLst>
              <a:ext uri="{FF2B5EF4-FFF2-40B4-BE49-F238E27FC236}">
                <a16:creationId xmlns:a16="http://schemas.microsoft.com/office/drawing/2014/main" id="{8FA5290E-5AA9-295D-695A-717370D7B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282" y="2413334"/>
            <a:ext cx="262670" cy="203533"/>
          </a:xfrm>
          <a:prstGeom prst="rect">
            <a:avLst/>
          </a:prstGeom>
          <a:noFill/>
          <a:extLst>
            <a:ext uri="{909E8E84-426E-40DD-AFC4-6F175D3DCCD1}">
              <a14:hiddenFill xmlns:a14="http://schemas.microsoft.com/office/drawing/2010/main">
                <a:solidFill>
                  <a:srgbClr val="FFFFFF"/>
                </a:solidFill>
              </a14:hiddenFill>
            </a:ext>
          </a:extLst>
        </p:spPr>
      </p:pic>
      <p:cxnSp>
        <p:nvCxnSpPr>
          <p:cNvPr id="112" name="Straight Arrow Connector 111">
            <a:extLst>
              <a:ext uri="{FF2B5EF4-FFF2-40B4-BE49-F238E27FC236}">
                <a16:creationId xmlns:a16="http://schemas.microsoft.com/office/drawing/2014/main" id="{266C6DF8-19D2-D599-50E7-5248A7ED3361}"/>
              </a:ext>
            </a:extLst>
          </p:cNvPr>
          <p:cNvCxnSpPr/>
          <p:nvPr/>
        </p:nvCxnSpPr>
        <p:spPr>
          <a:xfrm>
            <a:off x="1426035" y="693120"/>
            <a:ext cx="611050" cy="0"/>
          </a:xfrm>
          <a:prstGeom prst="straightConnector1">
            <a:avLst/>
          </a:prstGeom>
          <a:ln>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3" name="Freeform: Shape 112">
            <a:extLst>
              <a:ext uri="{FF2B5EF4-FFF2-40B4-BE49-F238E27FC236}">
                <a16:creationId xmlns:a16="http://schemas.microsoft.com/office/drawing/2014/main" id="{FB1595C6-1DD5-C903-2179-9FD262C92356}"/>
              </a:ext>
            </a:extLst>
          </p:cNvPr>
          <p:cNvSpPr/>
          <p:nvPr/>
        </p:nvSpPr>
        <p:spPr>
          <a:xfrm>
            <a:off x="1385180" y="832919"/>
            <a:ext cx="633743" cy="624689"/>
          </a:xfrm>
          <a:custGeom>
            <a:avLst/>
            <a:gdLst>
              <a:gd name="csX0" fmla="*/ 0 w 633743"/>
              <a:gd name="csY0" fmla="*/ 624689 h 624689"/>
              <a:gd name="csX1" fmla="*/ 633743 w 633743"/>
              <a:gd name="csY1" fmla="*/ 0 h 624689"/>
              <a:gd name="csX0" fmla="*/ 0 w 633743"/>
              <a:gd name="csY0" fmla="*/ 624689 h 624689"/>
              <a:gd name="csX1" fmla="*/ 633743 w 633743"/>
              <a:gd name="csY1" fmla="*/ 0 h 624689"/>
              <a:gd name="csX0" fmla="*/ 0 w 633743"/>
              <a:gd name="csY0" fmla="*/ 624689 h 624689"/>
              <a:gd name="csX1" fmla="*/ 633743 w 633743"/>
              <a:gd name="csY1" fmla="*/ 0 h 624689"/>
            </a:gdLst>
            <a:ahLst/>
            <a:cxnLst>
              <a:cxn ang="0">
                <a:pos x="csX0" y="csY0"/>
              </a:cxn>
              <a:cxn ang="0">
                <a:pos x="csX1" y="csY1"/>
              </a:cxn>
            </a:cxnLst>
            <a:rect l="l" t="t" r="r" b="b"/>
            <a:pathLst>
              <a:path w="633743" h="624689">
                <a:moveTo>
                  <a:pt x="0" y="624689"/>
                </a:moveTo>
                <a:cubicBezTo>
                  <a:pt x="247462" y="579421"/>
                  <a:pt x="331960" y="27161"/>
                  <a:pt x="633743" y="0"/>
                </a:cubicBezTo>
              </a:path>
            </a:pathLst>
          </a:custGeom>
          <a:noFill/>
          <a:ln>
            <a:solidFill>
              <a:schemeClr val="accent4">
                <a:lumMod val="20000"/>
                <a:lumOff val="8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cxnSp>
        <p:nvCxnSpPr>
          <p:cNvPr id="115" name="Straight Arrow Connector 114">
            <a:extLst>
              <a:ext uri="{FF2B5EF4-FFF2-40B4-BE49-F238E27FC236}">
                <a16:creationId xmlns:a16="http://schemas.microsoft.com/office/drawing/2014/main" id="{1C55D2A8-BB50-6B91-A839-9DC4AACE9949}"/>
              </a:ext>
            </a:extLst>
          </p:cNvPr>
          <p:cNvCxnSpPr/>
          <p:nvPr/>
        </p:nvCxnSpPr>
        <p:spPr>
          <a:xfrm>
            <a:off x="2742213" y="693120"/>
            <a:ext cx="399339" cy="0"/>
          </a:xfrm>
          <a:prstGeom prst="straightConnector1">
            <a:avLst/>
          </a:prstGeom>
          <a:ln>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D7C029F3-18C9-C037-3DC5-367E9806D18B}"/>
              </a:ext>
            </a:extLst>
          </p:cNvPr>
          <p:cNvCxnSpPr/>
          <p:nvPr/>
        </p:nvCxnSpPr>
        <p:spPr>
          <a:xfrm>
            <a:off x="3709424" y="696668"/>
            <a:ext cx="399339" cy="0"/>
          </a:xfrm>
          <a:prstGeom prst="straightConnector1">
            <a:avLst/>
          </a:prstGeom>
          <a:ln>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D50120CA-8E30-28E4-1429-18FDA10B88D7}"/>
              </a:ext>
            </a:extLst>
          </p:cNvPr>
          <p:cNvSpPr txBox="1"/>
          <p:nvPr/>
        </p:nvSpPr>
        <p:spPr>
          <a:xfrm>
            <a:off x="3266622" y="1229460"/>
            <a:ext cx="587322" cy="415498"/>
          </a:xfrm>
          <a:prstGeom prst="rect">
            <a:avLst/>
          </a:prstGeom>
          <a:noFill/>
        </p:spPr>
        <p:txBody>
          <a:bodyPr wrap="square" rtlCol="0">
            <a:spAutoFit/>
          </a:bodyPr>
          <a:lstStyle/>
          <a:p>
            <a:r>
              <a:rPr lang="en-US" sz="1000" i="1" dirty="0">
                <a:solidFill>
                  <a:srgbClr val="C00000"/>
                </a:solidFill>
              </a:rPr>
              <a:t>Import</a:t>
            </a:r>
          </a:p>
          <a:p>
            <a:r>
              <a:rPr lang="en-US" sz="1000" i="1" dirty="0">
                <a:solidFill>
                  <a:srgbClr val="C00000"/>
                </a:solidFill>
              </a:rPr>
              <a:t>Matrix</a:t>
            </a:r>
          </a:p>
        </p:txBody>
      </p:sp>
      <p:cxnSp>
        <p:nvCxnSpPr>
          <p:cNvPr id="120" name="Straight Connector 119">
            <a:extLst>
              <a:ext uri="{FF2B5EF4-FFF2-40B4-BE49-F238E27FC236}">
                <a16:creationId xmlns:a16="http://schemas.microsoft.com/office/drawing/2014/main" id="{F5EFE385-8BC6-2136-0F25-F273612F3B5C}"/>
              </a:ext>
            </a:extLst>
          </p:cNvPr>
          <p:cNvCxnSpPr/>
          <p:nvPr/>
        </p:nvCxnSpPr>
        <p:spPr>
          <a:xfrm>
            <a:off x="803037" y="2960483"/>
            <a:ext cx="1025124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110ED018-0FC7-D251-0170-76273759ED92}"/>
              </a:ext>
            </a:extLst>
          </p:cNvPr>
          <p:cNvSpPr txBox="1"/>
          <p:nvPr/>
        </p:nvSpPr>
        <p:spPr>
          <a:xfrm>
            <a:off x="4671989" y="1277520"/>
            <a:ext cx="671936" cy="400110"/>
          </a:xfrm>
          <a:prstGeom prst="rect">
            <a:avLst/>
          </a:prstGeom>
          <a:noFill/>
        </p:spPr>
        <p:txBody>
          <a:bodyPr wrap="square" rtlCol="0">
            <a:spAutoFit/>
          </a:bodyPr>
          <a:lstStyle/>
          <a:p>
            <a:r>
              <a:rPr lang="en-US" sz="1000" i="1" dirty="0">
                <a:solidFill>
                  <a:srgbClr val="C00000"/>
                </a:solidFill>
              </a:rPr>
              <a:t>Publish</a:t>
            </a:r>
          </a:p>
          <a:p>
            <a:r>
              <a:rPr lang="en-US" sz="1000" i="1" dirty="0">
                <a:solidFill>
                  <a:srgbClr val="C00000"/>
                </a:solidFill>
              </a:rPr>
              <a:t>Matrix</a:t>
            </a:r>
          </a:p>
        </p:txBody>
      </p:sp>
      <p:grpSp>
        <p:nvGrpSpPr>
          <p:cNvPr id="131" name="Group 130">
            <a:extLst>
              <a:ext uri="{FF2B5EF4-FFF2-40B4-BE49-F238E27FC236}">
                <a16:creationId xmlns:a16="http://schemas.microsoft.com/office/drawing/2014/main" id="{9332BA02-3820-FA38-2CCA-9F4642103044}"/>
              </a:ext>
            </a:extLst>
          </p:cNvPr>
          <p:cNvGrpSpPr/>
          <p:nvPr/>
        </p:nvGrpSpPr>
        <p:grpSpPr>
          <a:xfrm>
            <a:off x="9527041" y="5636762"/>
            <a:ext cx="1527240" cy="746646"/>
            <a:chOff x="8968556" y="3863835"/>
            <a:chExt cx="1527240" cy="746646"/>
          </a:xfrm>
        </p:grpSpPr>
        <p:pic>
          <p:nvPicPr>
            <p:cNvPr id="129" name="Picture 128" descr="ArcGIS Experience Builder and ArcGIS Web AppBuilder at Esri ...">
              <a:extLst>
                <a:ext uri="{FF2B5EF4-FFF2-40B4-BE49-F238E27FC236}">
                  <a16:creationId xmlns:a16="http://schemas.microsoft.com/office/drawing/2014/main" id="{CA47212A-080A-597E-B251-FABEDCE9BDF0}"/>
                </a:ext>
              </a:extLst>
            </p:cNvPr>
            <p:cNvPicPr>
              <a:picLocks noChangeAspect="1"/>
            </p:cNvPicPr>
            <p:nvPr/>
          </p:nvPicPr>
          <p:blipFill>
            <a:blip r:embed="rId9"/>
            <a:srcRect r="47981"/>
            <a:stretch>
              <a:fillRect/>
            </a:stretch>
          </p:blipFill>
          <p:spPr>
            <a:xfrm>
              <a:off x="9410290" y="3863835"/>
              <a:ext cx="567804" cy="616593"/>
            </a:xfrm>
            <a:prstGeom prst="rect">
              <a:avLst/>
            </a:prstGeom>
          </p:spPr>
        </p:pic>
        <p:sp>
          <p:nvSpPr>
            <p:cNvPr id="130" name="TextBox 129">
              <a:extLst>
                <a:ext uri="{FF2B5EF4-FFF2-40B4-BE49-F238E27FC236}">
                  <a16:creationId xmlns:a16="http://schemas.microsoft.com/office/drawing/2014/main" id="{5D75C1D2-D361-5B3D-39D0-277E93BE382A}"/>
                </a:ext>
              </a:extLst>
            </p:cNvPr>
            <p:cNvSpPr txBox="1"/>
            <p:nvPr/>
          </p:nvSpPr>
          <p:spPr>
            <a:xfrm>
              <a:off x="8968556" y="4364260"/>
              <a:ext cx="1527240" cy="246221"/>
            </a:xfrm>
            <a:prstGeom prst="rect">
              <a:avLst/>
            </a:prstGeom>
            <a:noFill/>
          </p:spPr>
          <p:txBody>
            <a:bodyPr wrap="square" rtlCol="0">
              <a:spAutoFit/>
            </a:bodyPr>
            <a:lstStyle/>
            <a:p>
              <a:pPr algn="ctr"/>
              <a:r>
                <a:rPr lang="en-US" sz="1000" dirty="0"/>
                <a:t>Experience Builder</a:t>
              </a:r>
            </a:p>
          </p:txBody>
        </p:sp>
      </p:grpSp>
      <p:sp>
        <p:nvSpPr>
          <p:cNvPr id="132" name="TextBox 131">
            <a:extLst>
              <a:ext uri="{FF2B5EF4-FFF2-40B4-BE49-F238E27FC236}">
                <a16:creationId xmlns:a16="http://schemas.microsoft.com/office/drawing/2014/main" id="{5240219B-1E65-A9F1-4064-1A4CC756EE7A}"/>
              </a:ext>
            </a:extLst>
          </p:cNvPr>
          <p:cNvSpPr txBox="1"/>
          <p:nvPr/>
        </p:nvSpPr>
        <p:spPr>
          <a:xfrm>
            <a:off x="1002706" y="2601879"/>
            <a:ext cx="1939176" cy="276999"/>
          </a:xfrm>
          <a:prstGeom prst="rect">
            <a:avLst/>
          </a:prstGeom>
          <a:noFill/>
        </p:spPr>
        <p:txBody>
          <a:bodyPr wrap="square" rtlCol="0">
            <a:spAutoFit/>
          </a:bodyPr>
          <a:lstStyle/>
          <a:p>
            <a:r>
              <a:rPr lang="en-US" sz="1200" i="1" dirty="0">
                <a:solidFill>
                  <a:schemeClr val="bg1">
                    <a:lumMod val="50000"/>
                  </a:schemeClr>
                </a:solidFill>
              </a:rPr>
              <a:t>User file system</a:t>
            </a:r>
          </a:p>
        </p:txBody>
      </p:sp>
      <p:sp>
        <p:nvSpPr>
          <p:cNvPr id="136" name="TextBox 135">
            <a:extLst>
              <a:ext uri="{FF2B5EF4-FFF2-40B4-BE49-F238E27FC236}">
                <a16:creationId xmlns:a16="http://schemas.microsoft.com/office/drawing/2014/main" id="{FEB8E7C8-7858-7ACF-943E-21644FD27306}"/>
              </a:ext>
            </a:extLst>
          </p:cNvPr>
          <p:cNvSpPr txBox="1"/>
          <p:nvPr/>
        </p:nvSpPr>
        <p:spPr>
          <a:xfrm>
            <a:off x="1002706" y="3050131"/>
            <a:ext cx="1314467" cy="276999"/>
          </a:xfrm>
          <a:prstGeom prst="rect">
            <a:avLst/>
          </a:prstGeom>
          <a:noFill/>
        </p:spPr>
        <p:txBody>
          <a:bodyPr wrap="square" rtlCol="0">
            <a:spAutoFit/>
          </a:bodyPr>
          <a:lstStyle/>
          <a:p>
            <a:r>
              <a:rPr lang="en-US" sz="1200" i="1" dirty="0">
                <a:solidFill>
                  <a:schemeClr val="bg1">
                    <a:lumMod val="50000"/>
                  </a:schemeClr>
                </a:solidFill>
              </a:rPr>
              <a:t>ArcGIS Online</a:t>
            </a:r>
          </a:p>
        </p:txBody>
      </p:sp>
      <p:grpSp>
        <p:nvGrpSpPr>
          <p:cNvPr id="138" name="Group 137">
            <a:extLst>
              <a:ext uri="{FF2B5EF4-FFF2-40B4-BE49-F238E27FC236}">
                <a16:creationId xmlns:a16="http://schemas.microsoft.com/office/drawing/2014/main" id="{B0F06C00-B5E6-F105-ADEA-6D53B5FC0503}"/>
              </a:ext>
            </a:extLst>
          </p:cNvPr>
          <p:cNvGrpSpPr/>
          <p:nvPr/>
        </p:nvGrpSpPr>
        <p:grpSpPr>
          <a:xfrm>
            <a:off x="8448793" y="651877"/>
            <a:ext cx="2317172" cy="1921633"/>
            <a:chOff x="8375073" y="802521"/>
            <a:chExt cx="2317172" cy="1921633"/>
          </a:xfrm>
        </p:grpSpPr>
        <p:grpSp>
          <p:nvGrpSpPr>
            <p:cNvPr id="110" name="Group 109">
              <a:extLst>
                <a:ext uri="{FF2B5EF4-FFF2-40B4-BE49-F238E27FC236}">
                  <a16:creationId xmlns:a16="http://schemas.microsoft.com/office/drawing/2014/main" id="{88F111DD-7666-827B-6826-187441536D87}"/>
                </a:ext>
              </a:extLst>
            </p:cNvPr>
            <p:cNvGrpSpPr/>
            <p:nvPr/>
          </p:nvGrpSpPr>
          <p:grpSpPr>
            <a:xfrm>
              <a:off x="8561542" y="1167094"/>
              <a:ext cx="1503106" cy="563232"/>
              <a:chOff x="8205768" y="2744861"/>
              <a:chExt cx="1503106" cy="563232"/>
            </a:xfrm>
          </p:grpSpPr>
          <p:grpSp>
            <p:nvGrpSpPr>
              <p:cNvPr id="105" name="Group 104">
                <a:extLst>
                  <a:ext uri="{FF2B5EF4-FFF2-40B4-BE49-F238E27FC236}">
                    <a16:creationId xmlns:a16="http://schemas.microsoft.com/office/drawing/2014/main" id="{4EFD82AB-D787-1877-496A-6D641D1704DC}"/>
                  </a:ext>
                </a:extLst>
              </p:cNvPr>
              <p:cNvGrpSpPr/>
              <p:nvPr/>
            </p:nvGrpSpPr>
            <p:grpSpPr>
              <a:xfrm>
                <a:off x="9081136" y="2744861"/>
                <a:ext cx="627738" cy="559594"/>
                <a:chOff x="7035025" y="3155493"/>
                <a:chExt cx="627738" cy="559594"/>
              </a:xfrm>
            </p:grpSpPr>
            <p:pic>
              <p:nvPicPr>
                <p:cNvPr id="106" name="Picture 105" descr="Graph chart vector icon.symbol of business. 4999434 Vector ...">
                  <a:extLst>
                    <a:ext uri="{FF2B5EF4-FFF2-40B4-BE49-F238E27FC236}">
                      <a16:creationId xmlns:a16="http://schemas.microsoft.com/office/drawing/2014/main" id="{F9145372-F4CA-83E2-4DA2-5F1C07293844}"/>
                    </a:ext>
                  </a:extLst>
                </p:cNvPr>
                <p:cNvPicPr>
                  <a:picLocks noChangeAspect="1"/>
                </p:cNvPicPr>
                <p:nvPr/>
              </p:nvPicPr>
              <p:blipFill>
                <a:blip r:embed="rId10"/>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107" name="Picture 106" descr="Graph chart vector icon.symbol of business. 4999434 Vector ...">
                  <a:extLst>
                    <a:ext uri="{FF2B5EF4-FFF2-40B4-BE49-F238E27FC236}">
                      <a16:creationId xmlns:a16="http://schemas.microsoft.com/office/drawing/2014/main" id="{F0966BB5-745A-A111-C4DE-ED84B8BD67A5}"/>
                    </a:ext>
                  </a:extLst>
                </p:cNvPr>
                <p:cNvPicPr>
                  <a:picLocks noChangeAspect="1"/>
                </p:cNvPicPr>
                <p:nvPr/>
              </p:nvPicPr>
              <p:blipFill>
                <a:blip r:embed="rId10"/>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108" name="Picture 107" descr="Graph chart vector icon.symbol of business. 4999434 Vector ...">
                  <a:extLst>
                    <a:ext uri="{FF2B5EF4-FFF2-40B4-BE49-F238E27FC236}">
                      <a16:creationId xmlns:a16="http://schemas.microsoft.com/office/drawing/2014/main" id="{E7D1BB1C-1158-7A29-CD89-5B106252C6C8}"/>
                    </a:ext>
                  </a:extLst>
                </p:cNvPr>
                <p:cNvPicPr>
                  <a:picLocks noChangeAspect="1"/>
                </p:cNvPicPr>
                <p:nvPr/>
              </p:nvPicPr>
              <p:blipFill>
                <a:blip r:embed="rId10"/>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sp>
            <p:nvSpPr>
              <p:cNvPr id="109" name="TextBox 108">
                <a:extLst>
                  <a:ext uri="{FF2B5EF4-FFF2-40B4-BE49-F238E27FC236}">
                    <a16:creationId xmlns:a16="http://schemas.microsoft.com/office/drawing/2014/main" id="{E71DF4F0-D68A-681B-292D-70E5D03907F8}"/>
                  </a:ext>
                </a:extLst>
              </p:cNvPr>
              <p:cNvSpPr txBox="1"/>
              <p:nvPr/>
            </p:nvSpPr>
            <p:spPr>
              <a:xfrm>
                <a:off x="8205768" y="2800262"/>
                <a:ext cx="994847" cy="507831"/>
              </a:xfrm>
              <a:prstGeom prst="rect">
                <a:avLst/>
              </a:prstGeom>
              <a:noFill/>
            </p:spPr>
            <p:txBody>
              <a:bodyPr wrap="square" rtlCol="0">
                <a:spAutoFit/>
              </a:bodyPr>
              <a:lstStyle/>
              <a:p>
                <a:r>
                  <a:rPr lang="en-US" sz="900" dirty="0">
                    <a:solidFill>
                      <a:schemeClr val="tx1">
                        <a:lumMod val="50000"/>
                        <a:lumOff val="50000"/>
                      </a:schemeClr>
                    </a:solidFill>
                  </a:rPr>
                  <a:t>Monitoring</a:t>
                </a:r>
              </a:p>
              <a:p>
                <a:r>
                  <a:rPr lang="en-US" sz="900" dirty="0">
                    <a:solidFill>
                      <a:schemeClr val="tx1">
                        <a:lumMod val="50000"/>
                        <a:lumOff val="50000"/>
                      </a:schemeClr>
                    </a:solidFill>
                  </a:rPr>
                  <a:t>Data graphs</a:t>
                </a:r>
              </a:p>
              <a:p>
                <a:r>
                  <a:rPr lang="en-US" sz="900" dirty="0">
                    <a:solidFill>
                      <a:schemeClr val="tx1">
                        <a:lumMod val="50000"/>
                        <a:lumOff val="50000"/>
                      </a:schemeClr>
                    </a:solidFill>
                  </a:rPr>
                  <a:t>(1.5MB, </a:t>
                </a:r>
                <a:r>
                  <a:rPr lang="en-US" sz="900" i="1" dirty="0">
                    <a:solidFill>
                      <a:schemeClr val="tx1">
                        <a:lumMod val="50000"/>
                        <a:lumOff val="50000"/>
                      </a:schemeClr>
                    </a:solidFill>
                  </a:rPr>
                  <a:t>n</a:t>
                </a:r>
                <a:r>
                  <a:rPr lang="en-US" sz="900" dirty="0">
                    <a:solidFill>
                      <a:schemeClr val="tx1">
                        <a:lumMod val="50000"/>
                        <a:lumOff val="50000"/>
                      </a:schemeClr>
                    </a:solidFill>
                  </a:rPr>
                  <a:t>=124)</a:t>
                </a:r>
              </a:p>
            </p:txBody>
          </p:sp>
        </p:grpSp>
        <p:sp>
          <p:nvSpPr>
            <p:cNvPr id="134" name="TextBox 133">
              <a:extLst>
                <a:ext uri="{FF2B5EF4-FFF2-40B4-BE49-F238E27FC236}">
                  <a16:creationId xmlns:a16="http://schemas.microsoft.com/office/drawing/2014/main" id="{5D3147F9-623B-86A9-CB25-7D09BC1CDCE4}"/>
                </a:ext>
              </a:extLst>
            </p:cNvPr>
            <p:cNvSpPr txBox="1"/>
            <p:nvPr/>
          </p:nvSpPr>
          <p:spPr>
            <a:xfrm>
              <a:off x="8799914" y="2308656"/>
              <a:ext cx="1518997" cy="415498"/>
            </a:xfrm>
            <a:prstGeom prst="rect">
              <a:avLst/>
            </a:prstGeom>
            <a:noFill/>
          </p:spPr>
          <p:txBody>
            <a:bodyPr wrap="square" rtlCol="0">
              <a:spAutoFit/>
            </a:bodyPr>
            <a:lstStyle/>
            <a:p>
              <a:pPr algn="ctr"/>
              <a:r>
                <a:rPr lang="en-US" sz="1200" i="1" dirty="0">
                  <a:solidFill>
                    <a:schemeClr val="bg1">
                      <a:lumMod val="50000"/>
                    </a:schemeClr>
                  </a:solidFill>
                </a:rPr>
                <a:t>DNR Network</a:t>
              </a:r>
            </a:p>
            <a:p>
              <a:pPr algn="ctr"/>
              <a:r>
                <a:rPr lang="en-US" sz="900" i="1" dirty="0">
                  <a:solidFill>
                    <a:schemeClr val="bg1">
                      <a:lumMod val="50000"/>
                    </a:schemeClr>
                  </a:solidFill>
                </a:rPr>
                <a:t>(web accessible location)</a:t>
              </a:r>
            </a:p>
          </p:txBody>
        </p:sp>
        <p:sp>
          <p:nvSpPr>
            <p:cNvPr id="137" name="Rectangle: Rounded Corners 136">
              <a:extLst>
                <a:ext uri="{FF2B5EF4-FFF2-40B4-BE49-F238E27FC236}">
                  <a16:creationId xmlns:a16="http://schemas.microsoft.com/office/drawing/2014/main" id="{FBA291DE-CA57-35C4-EEA5-CBFCAB09EA68}"/>
                </a:ext>
              </a:extLst>
            </p:cNvPr>
            <p:cNvSpPr/>
            <p:nvPr/>
          </p:nvSpPr>
          <p:spPr>
            <a:xfrm>
              <a:off x="8375073" y="802521"/>
              <a:ext cx="2317172" cy="1919891"/>
            </a:xfrm>
            <a:prstGeom prst="roundRect">
              <a:avLst/>
            </a:prstGeom>
            <a:no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0AEB6112-C6D7-7B8F-9711-4A6167F72726}"/>
              </a:ext>
            </a:extLst>
          </p:cNvPr>
          <p:cNvGrpSpPr/>
          <p:nvPr/>
        </p:nvGrpSpPr>
        <p:grpSpPr>
          <a:xfrm>
            <a:off x="3850140" y="274202"/>
            <a:ext cx="1171255" cy="893878"/>
            <a:chOff x="3886558" y="501484"/>
            <a:chExt cx="1171255" cy="893878"/>
          </a:xfrm>
        </p:grpSpPr>
        <p:pic>
          <p:nvPicPr>
            <p:cNvPr id="74" name="Graphic 73" descr="Database outline">
              <a:extLst>
                <a:ext uri="{FF2B5EF4-FFF2-40B4-BE49-F238E27FC236}">
                  <a16:creationId xmlns:a16="http://schemas.microsoft.com/office/drawing/2014/main" id="{F77DE004-942C-B6E9-97A3-FFAE5CA571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0246" y="501484"/>
              <a:ext cx="570367" cy="570367"/>
            </a:xfrm>
            <a:prstGeom prst="rect">
              <a:avLst/>
            </a:prstGeom>
          </p:spPr>
        </p:pic>
        <p:sp>
          <p:nvSpPr>
            <p:cNvPr id="143" name="TextBox 142">
              <a:extLst>
                <a:ext uri="{FF2B5EF4-FFF2-40B4-BE49-F238E27FC236}">
                  <a16:creationId xmlns:a16="http://schemas.microsoft.com/office/drawing/2014/main" id="{9D6AA185-DA5C-D83A-8A75-D6EB8A72F407}"/>
                </a:ext>
              </a:extLst>
            </p:cNvPr>
            <p:cNvSpPr txBox="1"/>
            <p:nvPr/>
          </p:nvSpPr>
          <p:spPr>
            <a:xfrm>
              <a:off x="3886558" y="1010641"/>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a:t>
              </a:r>
            </a:p>
            <a:p>
              <a:pPr algn="ctr"/>
              <a:r>
                <a:rPr lang="en-US" sz="900" dirty="0">
                  <a:solidFill>
                    <a:schemeClr val="tx1">
                      <a:lumMod val="50000"/>
                      <a:lumOff val="50000"/>
                    </a:schemeClr>
                  </a:solidFill>
                </a:rPr>
                <a:t>(file geodatabase)</a:t>
              </a:r>
            </a:p>
          </p:txBody>
        </p:sp>
      </p:grpSp>
      <p:cxnSp>
        <p:nvCxnSpPr>
          <p:cNvPr id="154" name="Straight Arrow Connector 153">
            <a:extLst>
              <a:ext uri="{FF2B5EF4-FFF2-40B4-BE49-F238E27FC236}">
                <a16:creationId xmlns:a16="http://schemas.microsoft.com/office/drawing/2014/main" id="{A7CB3AE1-45D2-755B-307C-B6D6D404D04E}"/>
              </a:ext>
            </a:extLst>
          </p:cNvPr>
          <p:cNvCxnSpPr/>
          <p:nvPr/>
        </p:nvCxnSpPr>
        <p:spPr>
          <a:xfrm>
            <a:off x="4786172" y="786667"/>
            <a:ext cx="557753" cy="158966"/>
          </a:xfrm>
          <a:prstGeom prst="straightConnector1">
            <a:avLst/>
          </a:prstGeom>
          <a:ln>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58" name="Freeform: Shape 157">
            <a:extLst>
              <a:ext uri="{FF2B5EF4-FFF2-40B4-BE49-F238E27FC236}">
                <a16:creationId xmlns:a16="http://schemas.microsoft.com/office/drawing/2014/main" id="{780D8A21-9B80-22D6-9CEE-9A7D01740919}"/>
              </a:ext>
            </a:extLst>
          </p:cNvPr>
          <p:cNvSpPr/>
          <p:nvPr/>
        </p:nvSpPr>
        <p:spPr>
          <a:xfrm>
            <a:off x="4752393" y="1206759"/>
            <a:ext cx="1757232" cy="3632719"/>
          </a:xfrm>
          <a:custGeom>
            <a:avLst/>
            <a:gdLst>
              <a:gd name="csX0" fmla="*/ 939281 w 939281"/>
              <a:gd name="csY0" fmla="*/ 0 h 3632719"/>
              <a:gd name="csX1" fmla="*/ 0 w 939281"/>
              <a:gd name="csY1" fmla="*/ 3632719 h 3632719"/>
              <a:gd name="csX0" fmla="*/ 939281 w 1227280"/>
              <a:gd name="csY0" fmla="*/ 0 h 3632719"/>
              <a:gd name="csX1" fmla="*/ 0 w 1227280"/>
              <a:gd name="csY1" fmla="*/ 3632719 h 3632719"/>
              <a:gd name="csX0" fmla="*/ 939281 w 1757232"/>
              <a:gd name="csY0" fmla="*/ 0 h 3632719"/>
              <a:gd name="csX1" fmla="*/ 0 w 1757232"/>
              <a:gd name="csY1" fmla="*/ 3632719 h 3632719"/>
            </a:gdLst>
            <a:ahLst/>
            <a:cxnLst>
              <a:cxn ang="0">
                <a:pos x="csX0" y="csY0"/>
              </a:cxn>
              <a:cxn ang="0">
                <a:pos x="csX1" y="csY1"/>
              </a:cxn>
            </a:cxnLst>
            <a:rect l="l" t="t" r="r" b="b"/>
            <a:pathLst>
              <a:path w="1757232" h="3632719">
                <a:moveTo>
                  <a:pt x="939281" y="0"/>
                </a:moveTo>
                <a:cubicBezTo>
                  <a:pt x="1857828" y="1148702"/>
                  <a:pt x="2508899" y="2658188"/>
                  <a:pt x="0" y="3632719"/>
                </a:cubicBezTo>
              </a:path>
            </a:pathLst>
          </a:custGeom>
          <a:noFill/>
          <a:ln>
            <a:solidFill>
              <a:schemeClr val="accent4">
                <a:lumMod val="20000"/>
                <a:lumOff val="8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sp>
        <p:nvSpPr>
          <p:cNvPr id="163" name="Left Bracket 162">
            <a:extLst>
              <a:ext uri="{FF2B5EF4-FFF2-40B4-BE49-F238E27FC236}">
                <a16:creationId xmlns:a16="http://schemas.microsoft.com/office/drawing/2014/main" id="{4A6114C5-5669-51FE-4D24-BCDA5E9569F2}"/>
              </a:ext>
            </a:extLst>
          </p:cNvPr>
          <p:cNvSpPr/>
          <p:nvPr/>
        </p:nvSpPr>
        <p:spPr>
          <a:xfrm rot="5400000">
            <a:off x="6948729" y="3880490"/>
            <a:ext cx="60717" cy="1441697"/>
          </a:xfrm>
          <a:prstGeom prst="leftBracket">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4" name="TextBox 163">
            <a:extLst>
              <a:ext uri="{FF2B5EF4-FFF2-40B4-BE49-F238E27FC236}">
                <a16:creationId xmlns:a16="http://schemas.microsoft.com/office/drawing/2014/main" id="{51699950-E7BB-1182-7762-A8739DA488FF}"/>
              </a:ext>
            </a:extLst>
          </p:cNvPr>
          <p:cNvSpPr txBox="1"/>
          <p:nvPr/>
        </p:nvSpPr>
        <p:spPr>
          <a:xfrm>
            <a:off x="6685540" y="4670201"/>
            <a:ext cx="705067" cy="338554"/>
          </a:xfrm>
          <a:prstGeom prst="rect">
            <a:avLst/>
          </a:prstGeom>
          <a:noFill/>
        </p:spPr>
        <p:txBody>
          <a:bodyPr wrap="square" rtlCol="0">
            <a:spAutoFit/>
          </a:bodyPr>
          <a:lstStyle/>
          <a:p>
            <a:pPr algn="ctr"/>
            <a:r>
              <a:rPr lang="en-US" sz="1600" dirty="0"/>
              <a:t>DEV</a:t>
            </a:r>
          </a:p>
        </p:txBody>
      </p:sp>
      <p:sp>
        <p:nvSpPr>
          <p:cNvPr id="168" name="TextBox 167">
            <a:extLst>
              <a:ext uri="{FF2B5EF4-FFF2-40B4-BE49-F238E27FC236}">
                <a16:creationId xmlns:a16="http://schemas.microsoft.com/office/drawing/2014/main" id="{AF400BF4-97E1-2AF0-9ADF-3CCD2F9A0854}"/>
              </a:ext>
            </a:extLst>
          </p:cNvPr>
          <p:cNvSpPr txBox="1"/>
          <p:nvPr/>
        </p:nvSpPr>
        <p:spPr>
          <a:xfrm>
            <a:off x="3674944" y="3305872"/>
            <a:ext cx="587322" cy="400110"/>
          </a:xfrm>
          <a:prstGeom prst="rect">
            <a:avLst/>
          </a:prstGeom>
          <a:noFill/>
        </p:spPr>
        <p:txBody>
          <a:bodyPr wrap="square" rtlCol="0">
            <a:spAutoFit/>
          </a:bodyPr>
          <a:lstStyle/>
          <a:p>
            <a:r>
              <a:rPr lang="en-US" sz="1000" i="1" dirty="0">
                <a:solidFill>
                  <a:srgbClr val="C00000"/>
                </a:solidFill>
              </a:rPr>
              <a:t>Data</a:t>
            </a:r>
          </a:p>
          <a:p>
            <a:r>
              <a:rPr lang="en-US" sz="1000" i="1" dirty="0">
                <a:solidFill>
                  <a:srgbClr val="C00000"/>
                </a:solidFill>
              </a:rPr>
              <a:t>Entry</a:t>
            </a:r>
          </a:p>
        </p:txBody>
      </p:sp>
      <p:sp>
        <p:nvSpPr>
          <p:cNvPr id="172" name="TextBox 171">
            <a:extLst>
              <a:ext uri="{FF2B5EF4-FFF2-40B4-BE49-F238E27FC236}">
                <a16:creationId xmlns:a16="http://schemas.microsoft.com/office/drawing/2014/main" id="{C890923E-CD12-D576-74D1-3917BA0FB94D}"/>
              </a:ext>
            </a:extLst>
          </p:cNvPr>
          <p:cNvSpPr txBox="1"/>
          <p:nvPr/>
        </p:nvSpPr>
        <p:spPr>
          <a:xfrm>
            <a:off x="5421132" y="1936896"/>
            <a:ext cx="877790" cy="553998"/>
          </a:xfrm>
          <a:prstGeom prst="rect">
            <a:avLst/>
          </a:prstGeom>
          <a:noFill/>
        </p:spPr>
        <p:txBody>
          <a:bodyPr wrap="square" rtlCol="0">
            <a:spAutoFit/>
          </a:bodyPr>
          <a:lstStyle/>
          <a:p>
            <a:r>
              <a:rPr lang="en-US" sz="1000" i="1" dirty="0">
                <a:solidFill>
                  <a:srgbClr val="C00000"/>
                </a:solidFill>
              </a:rPr>
              <a:t>Make Monitoring Graphs</a:t>
            </a:r>
          </a:p>
        </p:txBody>
      </p:sp>
      <p:cxnSp>
        <p:nvCxnSpPr>
          <p:cNvPr id="174" name="Straight Arrow Connector 173">
            <a:extLst>
              <a:ext uri="{FF2B5EF4-FFF2-40B4-BE49-F238E27FC236}">
                <a16:creationId xmlns:a16="http://schemas.microsoft.com/office/drawing/2014/main" id="{365B8A1A-9892-1165-D269-2047B9BE4C97}"/>
              </a:ext>
            </a:extLst>
          </p:cNvPr>
          <p:cNvCxnSpPr>
            <a:cxnSpLocks/>
          </p:cNvCxnSpPr>
          <p:nvPr/>
        </p:nvCxnSpPr>
        <p:spPr>
          <a:xfrm flipV="1">
            <a:off x="4724195" y="2712027"/>
            <a:ext cx="2354498" cy="1941434"/>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Straight Arrow Connector 175">
            <a:extLst>
              <a:ext uri="{FF2B5EF4-FFF2-40B4-BE49-F238E27FC236}">
                <a16:creationId xmlns:a16="http://schemas.microsoft.com/office/drawing/2014/main" id="{88FFF23E-5D13-1109-F045-B87BA15C9786}"/>
              </a:ext>
            </a:extLst>
          </p:cNvPr>
          <p:cNvCxnSpPr>
            <a:cxnSpLocks/>
          </p:cNvCxnSpPr>
          <p:nvPr/>
        </p:nvCxnSpPr>
        <p:spPr>
          <a:xfrm flipV="1">
            <a:off x="7481455" y="1651609"/>
            <a:ext cx="2029175" cy="794909"/>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nvGrpSpPr>
          <p:cNvPr id="182" name="Group 181">
            <a:extLst>
              <a:ext uri="{FF2B5EF4-FFF2-40B4-BE49-F238E27FC236}">
                <a16:creationId xmlns:a16="http://schemas.microsoft.com/office/drawing/2014/main" id="{FC7696D3-80F5-3F5D-027D-ADA9D19B8DB8}"/>
              </a:ext>
            </a:extLst>
          </p:cNvPr>
          <p:cNvGrpSpPr/>
          <p:nvPr/>
        </p:nvGrpSpPr>
        <p:grpSpPr>
          <a:xfrm>
            <a:off x="9663378" y="4149928"/>
            <a:ext cx="1032689" cy="707009"/>
            <a:chOff x="9238725" y="4302791"/>
            <a:chExt cx="1032689" cy="707009"/>
          </a:xfrm>
        </p:grpSpPr>
        <p:pic>
          <p:nvPicPr>
            <p:cNvPr id="179" name="Picture 178">
              <a:extLst>
                <a:ext uri="{FF2B5EF4-FFF2-40B4-BE49-F238E27FC236}">
                  <a16:creationId xmlns:a16="http://schemas.microsoft.com/office/drawing/2014/main" id="{1D3F4AC1-6A02-9A53-C935-8F9960866DB0}"/>
                </a:ext>
              </a:extLst>
            </p:cNvPr>
            <p:cNvPicPr>
              <a:picLocks noChangeAspect="1"/>
            </p:cNvPicPr>
            <p:nvPr/>
          </p:nvPicPr>
          <p:blipFill>
            <a:blip r:embed="rId11"/>
            <a:srcRect l="29157" t="15753" r="28313" b="35554"/>
            <a:stretch>
              <a:fillRect/>
            </a:stretch>
          </p:blipFill>
          <p:spPr>
            <a:xfrm>
              <a:off x="9534262" y="4302791"/>
              <a:ext cx="441614" cy="449956"/>
            </a:xfrm>
            <a:prstGeom prst="rect">
              <a:avLst/>
            </a:prstGeom>
          </p:spPr>
        </p:pic>
        <p:sp>
          <p:nvSpPr>
            <p:cNvPr id="181" name="TextBox 180">
              <a:extLst>
                <a:ext uri="{FF2B5EF4-FFF2-40B4-BE49-F238E27FC236}">
                  <a16:creationId xmlns:a16="http://schemas.microsoft.com/office/drawing/2014/main" id="{266D4595-37CD-612A-4ED7-26B013D4D09A}"/>
                </a:ext>
              </a:extLst>
            </p:cNvPr>
            <p:cNvSpPr txBox="1"/>
            <p:nvPr/>
          </p:nvSpPr>
          <p:spPr>
            <a:xfrm>
              <a:off x="9238725" y="4763579"/>
              <a:ext cx="1032689" cy="246221"/>
            </a:xfrm>
            <a:prstGeom prst="rect">
              <a:avLst/>
            </a:prstGeom>
            <a:noFill/>
          </p:spPr>
          <p:txBody>
            <a:bodyPr wrap="square" rtlCol="0">
              <a:spAutoFit/>
            </a:bodyPr>
            <a:lstStyle/>
            <a:p>
              <a:pPr algn="ctr"/>
              <a:r>
                <a:rPr lang="en-US" sz="1000" dirty="0"/>
                <a:t>QA Map Viewer</a:t>
              </a:r>
            </a:p>
          </p:txBody>
        </p:sp>
      </p:grpSp>
      <p:grpSp>
        <p:nvGrpSpPr>
          <p:cNvPr id="183" name="Group 182">
            <a:extLst>
              <a:ext uri="{FF2B5EF4-FFF2-40B4-BE49-F238E27FC236}">
                <a16:creationId xmlns:a16="http://schemas.microsoft.com/office/drawing/2014/main" id="{87E744EE-0444-C343-55D7-3C8AF99B9860}"/>
              </a:ext>
            </a:extLst>
          </p:cNvPr>
          <p:cNvGrpSpPr/>
          <p:nvPr/>
        </p:nvGrpSpPr>
        <p:grpSpPr>
          <a:xfrm>
            <a:off x="5940557" y="5957009"/>
            <a:ext cx="1138136" cy="662584"/>
            <a:chOff x="8563060" y="1796187"/>
            <a:chExt cx="1138136" cy="662584"/>
          </a:xfrm>
        </p:grpSpPr>
        <p:pic>
          <p:nvPicPr>
            <p:cNvPr id="184" name="Picture 183" descr="A diagram of a feature layer showing point, multipoint, polyline, polygon, and multipatch as possible geometric types">
              <a:extLst>
                <a:ext uri="{FF2B5EF4-FFF2-40B4-BE49-F238E27FC236}">
                  <a16:creationId xmlns:a16="http://schemas.microsoft.com/office/drawing/2014/main" id="{AB9AEC2D-7DB7-7340-6448-B08A32C478A3}"/>
                </a:ext>
              </a:extLst>
            </p:cNvPr>
            <p:cNvPicPr>
              <a:picLocks noChangeAspect="1"/>
            </p:cNvPicPr>
            <p:nvPr/>
          </p:nvPicPr>
          <p:blipFill>
            <a:blip r:embed="rId6"/>
            <a:srcRect l="40239" t="52257" r="39899" b="11474"/>
            <a:stretch>
              <a:fillRect/>
            </a:stretch>
          </p:blipFill>
          <p:spPr>
            <a:xfrm>
              <a:off x="8862233" y="1796187"/>
              <a:ext cx="474176" cy="486821"/>
            </a:xfrm>
            <a:prstGeom prst="rect">
              <a:avLst/>
            </a:prstGeom>
          </p:spPr>
        </p:pic>
        <p:sp>
          <p:nvSpPr>
            <p:cNvPr id="185" name="TextBox 184">
              <a:extLst>
                <a:ext uri="{FF2B5EF4-FFF2-40B4-BE49-F238E27FC236}">
                  <a16:creationId xmlns:a16="http://schemas.microsoft.com/office/drawing/2014/main" id="{116810E5-284F-768D-ADE3-BAB6FD7BB68F}"/>
                </a:ext>
              </a:extLst>
            </p:cNvPr>
            <p:cNvSpPr txBox="1"/>
            <p:nvPr/>
          </p:nvSpPr>
          <p:spPr>
            <a:xfrm>
              <a:off x="8563060" y="2212550"/>
              <a:ext cx="1138136" cy="246221"/>
            </a:xfrm>
            <a:prstGeom prst="rect">
              <a:avLst/>
            </a:prstGeom>
            <a:noFill/>
          </p:spPr>
          <p:txBody>
            <a:bodyPr wrap="square" rtlCol="0">
              <a:spAutoFit/>
            </a:bodyPr>
            <a:lstStyle/>
            <a:p>
              <a:pPr algn="ctr"/>
              <a:r>
                <a:rPr lang="en-US" sz="1000" dirty="0">
                  <a:solidFill>
                    <a:schemeClr val="tx1">
                      <a:lumMod val="50000"/>
                      <a:lumOff val="50000"/>
                    </a:schemeClr>
                  </a:solidFill>
                </a:rPr>
                <a:t>Feature Layer</a:t>
              </a:r>
            </a:p>
          </p:txBody>
        </p:sp>
      </p:grpSp>
      <p:grpSp>
        <p:nvGrpSpPr>
          <p:cNvPr id="186" name="Group 185">
            <a:extLst>
              <a:ext uri="{FF2B5EF4-FFF2-40B4-BE49-F238E27FC236}">
                <a16:creationId xmlns:a16="http://schemas.microsoft.com/office/drawing/2014/main" id="{78307BFE-331F-856B-303C-F8D07562F167}"/>
              </a:ext>
            </a:extLst>
          </p:cNvPr>
          <p:cNvGrpSpPr/>
          <p:nvPr/>
        </p:nvGrpSpPr>
        <p:grpSpPr>
          <a:xfrm>
            <a:off x="7225241" y="4665317"/>
            <a:ext cx="598523" cy="570367"/>
            <a:chOff x="7310713" y="1271906"/>
            <a:chExt cx="598523" cy="570367"/>
          </a:xfrm>
        </p:grpSpPr>
        <p:pic>
          <p:nvPicPr>
            <p:cNvPr id="187" name="Graphic 186" descr="Database outline">
              <a:extLst>
                <a:ext uri="{FF2B5EF4-FFF2-40B4-BE49-F238E27FC236}">
                  <a16:creationId xmlns:a16="http://schemas.microsoft.com/office/drawing/2014/main" id="{91857790-07B8-B8E4-1C69-56CF29A7EE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0713" y="1271906"/>
              <a:ext cx="570367" cy="570367"/>
            </a:xfrm>
            <a:prstGeom prst="rect">
              <a:avLst/>
            </a:prstGeom>
          </p:spPr>
        </p:pic>
        <p:grpSp>
          <p:nvGrpSpPr>
            <p:cNvPr id="188" name="Group 187">
              <a:extLst>
                <a:ext uri="{FF2B5EF4-FFF2-40B4-BE49-F238E27FC236}">
                  <a16:creationId xmlns:a16="http://schemas.microsoft.com/office/drawing/2014/main" id="{7B045D44-1094-F7CB-AF9D-0E19F69BA9E8}"/>
                </a:ext>
              </a:extLst>
            </p:cNvPr>
            <p:cNvGrpSpPr/>
            <p:nvPr/>
          </p:nvGrpSpPr>
          <p:grpSpPr>
            <a:xfrm>
              <a:off x="7546379" y="1615937"/>
              <a:ext cx="362857" cy="226336"/>
              <a:chOff x="6972317" y="3104352"/>
              <a:chExt cx="362857" cy="226336"/>
            </a:xfrm>
            <a:effectLst>
              <a:outerShdw blurRad="50800" dist="38100" dir="8100000" algn="tr" rotWithShape="0">
                <a:prstClr val="black">
                  <a:alpha val="40000"/>
                </a:prstClr>
              </a:outerShdw>
            </a:effectLst>
          </p:grpSpPr>
          <p:sp>
            <p:nvSpPr>
              <p:cNvPr id="189" name="Freeform: Shape 188">
                <a:extLst>
                  <a:ext uri="{FF2B5EF4-FFF2-40B4-BE49-F238E27FC236}">
                    <a16:creationId xmlns:a16="http://schemas.microsoft.com/office/drawing/2014/main" id="{6D21539D-F338-BADA-A906-D55125A13449}"/>
                  </a:ext>
                </a:extLst>
              </p:cNvPr>
              <p:cNvSpPr/>
              <p:nvPr/>
            </p:nvSpPr>
            <p:spPr>
              <a:xfrm>
                <a:off x="7014411" y="3144253"/>
                <a:ext cx="280736" cy="148389"/>
              </a:xfrm>
              <a:custGeom>
                <a:avLst/>
                <a:gdLst>
                  <a:gd name="csX0" fmla="*/ 0 w 280736"/>
                  <a:gd name="csY0" fmla="*/ 72189 h 148389"/>
                  <a:gd name="csX1" fmla="*/ 56147 w 280736"/>
                  <a:gd name="csY1" fmla="*/ 24063 h 148389"/>
                  <a:gd name="csX2" fmla="*/ 112294 w 280736"/>
                  <a:gd name="csY2" fmla="*/ 0 h 148389"/>
                  <a:gd name="csX3" fmla="*/ 192505 w 280736"/>
                  <a:gd name="csY3" fmla="*/ 0 h 148389"/>
                  <a:gd name="csX4" fmla="*/ 280736 w 280736"/>
                  <a:gd name="csY4" fmla="*/ 84221 h 148389"/>
                  <a:gd name="csX5" fmla="*/ 220578 w 280736"/>
                  <a:gd name="csY5" fmla="*/ 120315 h 148389"/>
                  <a:gd name="csX6" fmla="*/ 148389 w 280736"/>
                  <a:gd name="csY6" fmla="*/ 148389 h 148389"/>
                  <a:gd name="csX7" fmla="*/ 88231 w 280736"/>
                  <a:gd name="csY7" fmla="*/ 132347 h 148389"/>
                  <a:gd name="csX8" fmla="*/ 0 w 280736"/>
                  <a:gd name="csY8" fmla="*/ 72189 h 1483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0736" h="148389">
                    <a:moveTo>
                      <a:pt x="0" y="72189"/>
                    </a:moveTo>
                    <a:lnTo>
                      <a:pt x="56147" y="24063"/>
                    </a:lnTo>
                    <a:lnTo>
                      <a:pt x="112294" y="0"/>
                    </a:lnTo>
                    <a:lnTo>
                      <a:pt x="192505" y="0"/>
                    </a:lnTo>
                    <a:lnTo>
                      <a:pt x="280736" y="84221"/>
                    </a:lnTo>
                    <a:lnTo>
                      <a:pt x="220578" y="120315"/>
                    </a:lnTo>
                    <a:lnTo>
                      <a:pt x="148389" y="148389"/>
                    </a:lnTo>
                    <a:lnTo>
                      <a:pt x="88231" y="132347"/>
                    </a:lnTo>
                    <a:lnTo>
                      <a:pt x="0" y="7218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Graphic 189" descr="Eye with solid fill">
                <a:extLst>
                  <a:ext uri="{FF2B5EF4-FFF2-40B4-BE49-F238E27FC236}">
                    <a16:creationId xmlns:a16="http://schemas.microsoft.com/office/drawing/2014/main" id="{5841CC41-DC8F-4841-4CF4-48A47A9B8984}"/>
                  </a:ext>
                </a:extLst>
              </p:cNvPr>
              <p:cNvPicPr>
                <a:picLocks noChangeAspect="1"/>
              </p:cNvPicPr>
              <p:nvPr/>
            </p:nvPicPr>
            <p:blipFill>
              <a:blip>
                <a:extLst>
                  <a:ext uri="{96DAC541-7B7A-43D3-8B79-37D633B846F1}">
                    <asvg:svgBlip xmlns:asvg="http://schemas.microsoft.com/office/drawing/2016/SVG/main" r:embed="rId7"/>
                  </a:ext>
                </a:extLst>
              </a:blip>
              <a:srcRect t="19555" b="18069"/>
              <a:stretch>
                <a:fillRect/>
              </a:stretch>
            </p:blipFill>
            <p:spPr>
              <a:xfrm>
                <a:off x="6972317" y="3104352"/>
                <a:ext cx="362857" cy="226336"/>
              </a:xfrm>
              <a:prstGeom prst="rect">
                <a:avLst/>
              </a:prstGeom>
            </p:spPr>
          </p:pic>
        </p:grpSp>
      </p:grpSp>
      <p:sp>
        <p:nvSpPr>
          <p:cNvPr id="192" name="TextBox 191">
            <a:extLst>
              <a:ext uri="{FF2B5EF4-FFF2-40B4-BE49-F238E27FC236}">
                <a16:creationId xmlns:a16="http://schemas.microsoft.com/office/drawing/2014/main" id="{1CC7C854-BC9B-B4E7-0005-21D74EF29E02}"/>
              </a:ext>
            </a:extLst>
          </p:cNvPr>
          <p:cNvSpPr txBox="1"/>
          <p:nvPr/>
        </p:nvSpPr>
        <p:spPr>
          <a:xfrm>
            <a:off x="6584660" y="5809698"/>
            <a:ext cx="898872" cy="338554"/>
          </a:xfrm>
          <a:prstGeom prst="rect">
            <a:avLst/>
          </a:prstGeom>
          <a:noFill/>
        </p:spPr>
        <p:txBody>
          <a:bodyPr wrap="square" rtlCol="0">
            <a:spAutoFit/>
          </a:bodyPr>
          <a:lstStyle/>
          <a:p>
            <a:pPr algn="ctr"/>
            <a:r>
              <a:rPr lang="en-US" sz="1600" dirty="0"/>
              <a:t>PROD</a:t>
            </a:r>
          </a:p>
        </p:txBody>
      </p:sp>
      <p:grpSp>
        <p:nvGrpSpPr>
          <p:cNvPr id="151" name="Group 150">
            <a:extLst>
              <a:ext uri="{FF2B5EF4-FFF2-40B4-BE49-F238E27FC236}">
                <a16:creationId xmlns:a16="http://schemas.microsoft.com/office/drawing/2014/main" id="{42AF8EF5-68A7-49C3-F0D4-F19AF5B72BA2}"/>
              </a:ext>
            </a:extLst>
          </p:cNvPr>
          <p:cNvGrpSpPr/>
          <p:nvPr/>
        </p:nvGrpSpPr>
        <p:grpSpPr>
          <a:xfrm>
            <a:off x="5396147" y="865222"/>
            <a:ext cx="318419" cy="221863"/>
            <a:chOff x="7105015" y="2182625"/>
            <a:chExt cx="318419" cy="221863"/>
          </a:xfrm>
        </p:grpSpPr>
        <p:sp>
          <p:nvSpPr>
            <p:cNvPr id="125" name="Oval 124">
              <a:extLst>
                <a:ext uri="{FF2B5EF4-FFF2-40B4-BE49-F238E27FC236}">
                  <a16:creationId xmlns:a16="http://schemas.microsoft.com/office/drawing/2014/main" id="{0BE20B33-A89B-E3D7-953D-63D626B05929}"/>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Picture 4" descr="R: R Logo">
              <a:extLst>
                <a:ext uri="{FF2B5EF4-FFF2-40B4-BE49-F238E27FC236}">
                  <a16:creationId xmlns:a16="http://schemas.microsoft.com/office/drawing/2014/main" id="{4FD3C4A7-B704-E855-511D-B91E7FDBB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03" name="Straight Arrow Connector 202">
            <a:extLst>
              <a:ext uri="{FF2B5EF4-FFF2-40B4-BE49-F238E27FC236}">
                <a16:creationId xmlns:a16="http://schemas.microsoft.com/office/drawing/2014/main" id="{D59F725B-04D8-DBA7-4D61-56D1C4238CD4}"/>
              </a:ext>
            </a:extLst>
          </p:cNvPr>
          <p:cNvCxnSpPr/>
          <p:nvPr/>
        </p:nvCxnSpPr>
        <p:spPr>
          <a:xfrm>
            <a:off x="4786172" y="4950500"/>
            <a:ext cx="1309828"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4" name="Straight Arrow Connector 203">
            <a:extLst>
              <a:ext uri="{FF2B5EF4-FFF2-40B4-BE49-F238E27FC236}">
                <a16:creationId xmlns:a16="http://schemas.microsoft.com/office/drawing/2014/main" id="{9FC0333C-F711-E361-9BEF-DC2A080CABEF}"/>
              </a:ext>
            </a:extLst>
          </p:cNvPr>
          <p:cNvCxnSpPr/>
          <p:nvPr/>
        </p:nvCxnSpPr>
        <p:spPr>
          <a:xfrm>
            <a:off x="2828134" y="4950500"/>
            <a:ext cx="1309828"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nvGrpSpPr>
          <p:cNvPr id="197" name="Group 196">
            <a:extLst>
              <a:ext uri="{FF2B5EF4-FFF2-40B4-BE49-F238E27FC236}">
                <a16:creationId xmlns:a16="http://schemas.microsoft.com/office/drawing/2014/main" id="{A866B50D-9C75-0A3F-C0F0-8A07EDEE0705}"/>
              </a:ext>
            </a:extLst>
          </p:cNvPr>
          <p:cNvGrpSpPr/>
          <p:nvPr/>
        </p:nvGrpSpPr>
        <p:grpSpPr>
          <a:xfrm>
            <a:off x="5252567" y="4810096"/>
            <a:ext cx="318419" cy="221863"/>
            <a:chOff x="7105015" y="2182625"/>
            <a:chExt cx="318419" cy="221863"/>
          </a:xfrm>
        </p:grpSpPr>
        <p:sp>
          <p:nvSpPr>
            <p:cNvPr id="198" name="Oval 197">
              <a:extLst>
                <a:ext uri="{FF2B5EF4-FFF2-40B4-BE49-F238E27FC236}">
                  <a16:creationId xmlns:a16="http://schemas.microsoft.com/office/drawing/2014/main" id="{3ADACFB8-3E34-E64F-87D0-A65CE8FEE6DE}"/>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9" name="Picture 4" descr="R: R Logo">
              <a:extLst>
                <a:ext uri="{FF2B5EF4-FFF2-40B4-BE49-F238E27FC236}">
                  <a16:creationId xmlns:a16="http://schemas.microsoft.com/office/drawing/2014/main" id="{0F92AAC0-6E4C-47D4-E7F3-6B71FF83F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sp>
        <p:nvSpPr>
          <p:cNvPr id="206" name="TextBox 205">
            <a:extLst>
              <a:ext uri="{FF2B5EF4-FFF2-40B4-BE49-F238E27FC236}">
                <a16:creationId xmlns:a16="http://schemas.microsoft.com/office/drawing/2014/main" id="{D4650D13-2B49-0E8C-A4D1-33712C690F89}"/>
              </a:ext>
            </a:extLst>
          </p:cNvPr>
          <p:cNvSpPr txBox="1"/>
          <p:nvPr/>
        </p:nvSpPr>
        <p:spPr>
          <a:xfrm>
            <a:off x="5082739" y="3632582"/>
            <a:ext cx="587322" cy="400110"/>
          </a:xfrm>
          <a:prstGeom prst="rect">
            <a:avLst/>
          </a:prstGeom>
          <a:noFill/>
        </p:spPr>
        <p:txBody>
          <a:bodyPr wrap="square" rtlCol="0">
            <a:spAutoFit/>
          </a:bodyPr>
          <a:lstStyle/>
          <a:p>
            <a:r>
              <a:rPr lang="en-US" sz="1000" i="1" dirty="0">
                <a:solidFill>
                  <a:srgbClr val="C00000"/>
                </a:solidFill>
              </a:rPr>
              <a:t>Make</a:t>
            </a:r>
          </a:p>
          <a:p>
            <a:r>
              <a:rPr lang="en-US" sz="1000" i="1" dirty="0">
                <a:solidFill>
                  <a:srgbClr val="C00000"/>
                </a:solidFill>
              </a:rPr>
              <a:t>View-</a:t>
            </a:r>
          </a:p>
        </p:txBody>
      </p:sp>
      <p:cxnSp>
        <p:nvCxnSpPr>
          <p:cNvPr id="208" name="Straight Arrow Connector 207">
            <a:extLst>
              <a:ext uri="{FF2B5EF4-FFF2-40B4-BE49-F238E27FC236}">
                <a16:creationId xmlns:a16="http://schemas.microsoft.com/office/drawing/2014/main" id="{9793F951-516D-F59A-3AD3-AF08B37D23CC}"/>
              </a:ext>
            </a:extLst>
          </p:cNvPr>
          <p:cNvCxnSpPr>
            <a:cxnSpLocks/>
            <a:stCxn id="89" idx="3"/>
          </p:cNvCxnSpPr>
          <p:nvPr/>
        </p:nvCxnSpPr>
        <p:spPr>
          <a:xfrm>
            <a:off x="7080219" y="5251915"/>
            <a:ext cx="860411" cy="22972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nvGrpSpPr>
          <p:cNvPr id="209" name="Group 208">
            <a:extLst>
              <a:ext uri="{FF2B5EF4-FFF2-40B4-BE49-F238E27FC236}">
                <a16:creationId xmlns:a16="http://schemas.microsoft.com/office/drawing/2014/main" id="{90BB2C72-1F3A-7352-7F59-D73E47F33D01}"/>
              </a:ext>
            </a:extLst>
          </p:cNvPr>
          <p:cNvGrpSpPr/>
          <p:nvPr/>
        </p:nvGrpSpPr>
        <p:grpSpPr>
          <a:xfrm>
            <a:off x="8007221" y="5463307"/>
            <a:ext cx="318419" cy="221863"/>
            <a:chOff x="7105015" y="2182625"/>
            <a:chExt cx="318419" cy="221863"/>
          </a:xfrm>
        </p:grpSpPr>
        <p:sp>
          <p:nvSpPr>
            <p:cNvPr id="210" name="Oval 209">
              <a:extLst>
                <a:ext uri="{FF2B5EF4-FFF2-40B4-BE49-F238E27FC236}">
                  <a16:creationId xmlns:a16="http://schemas.microsoft.com/office/drawing/2014/main" id="{204A89C8-401B-0064-3963-044522DF902B}"/>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Picture 4" descr="R: R Logo">
              <a:extLst>
                <a:ext uri="{FF2B5EF4-FFF2-40B4-BE49-F238E27FC236}">
                  <a16:creationId xmlns:a16="http://schemas.microsoft.com/office/drawing/2014/main" id="{E0C83F86-57BA-33EE-0367-F4CDBB8F7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13" name="Straight Connector 212">
            <a:extLst>
              <a:ext uri="{FF2B5EF4-FFF2-40B4-BE49-F238E27FC236}">
                <a16:creationId xmlns:a16="http://schemas.microsoft.com/office/drawing/2014/main" id="{F712DB9B-CA27-FEC6-A16A-0B57273E1A38}"/>
              </a:ext>
            </a:extLst>
          </p:cNvPr>
          <p:cNvCxnSpPr/>
          <p:nvPr/>
        </p:nvCxnSpPr>
        <p:spPr>
          <a:xfrm flipV="1">
            <a:off x="8032173" y="4477974"/>
            <a:ext cx="1631205" cy="378963"/>
          </a:xfrm>
          <a:prstGeom prst="line">
            <a:avLst/>
          </a:prstGeom>
          <a:ln>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BB9D2DB5-44D0-D10C-5387-C8FE1B0DDE7A}"/>
              </a:ext>
            </a:extLst>
          </p:cNvPr>
          <p:cNvCxnSpPr>
            <a:cxnSpLocks/>
          </p:cNvCxnSpPr>
          <p:nvPr/>
        </p:nvCxnSpPr>
        <p:spPr>
          <a:xfrm flipV="1">
            <a:off x="7940630" y="5957009"/>
            <a:ext cx="1891885" cy="243410"/>
          </a:xfrm>
          <a:prstGeom prst="line">
            <a:avLst/>
          </a:prstGeom>
          <a:ln>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sp>
        <p:nvSpPr>
          <p:cNvPr id="217" name="Freeform: Shape 216">
            <a:extLst>
              <a:ext uri="{FF2B5EF4-FFF2-40B4-BE49-F238E27FC236}">
                <a16:creationId xmlns:a16="http://schemas.microsoft.com/office/drawing/2014/main" id="{CA0E7387-30E7-6C22-6864-6F51016A591E}"/>
              </a:ext>
            </a:extLst>
          </p:cNvPr>
          <p:cNvSpPr/>
          <p:nvPr/>
        </p:nvSpPr>
        <p:spPr>
          <a:xfrm>
            <a:off x="10307783" y="1600200"/>
            <a:ext cx="1016941" cy="4104409"/>
          </a:xfrm>
          <a:custGeom>
            <a:avLst/>
            <a:gdLst>
              <a:gd name="csX0" fmla="*/ 0 w 384463"/>
              <a:gd name="csY0" fmla="*/ 0 h 4104409"/>
              <a:gd name="csX1" fmla="*/ 384463 w 384463"/>
              <a:gd name="csY1" fmla="*/ 4104409 h 4104409"/>
              <a:gd name="csX0" fmla="*/ 0 w 774546"/>
              <a:gd name="csY0" fmla="*/ 0 h 4104409"/>
              <a:gd name="csX1" fmla="*/ 384463 w 774546"/>
              <a:gd name="csY1" fmla="*/ 4104409 h 4104409"/>
              <a:gd name="csX0" fmla="*/ 0 w 1016941"/>
              <a:gd name="csY0" fmla="*/ 0 h 4104409"/>
              <a:gd name="csX1" fmla="*/ 384463 w 1016941"/>
              <a:gd name="csY1" fmla="*/ 4104409 h 4104409"/>
            </a:gdLst>
            <a:ahLst/>
            <a:cxnLst>
              <a:cxn ang="0">
                <a:pos x="csX0" y="csY0"/>
              </a:cxn>
              <a:cxn ang="0">
                <a:pos x="csX1" y="csY1"/>
              </a:cxn>
            </a:cxnLst>
            <a:rect l="l" t="t" r="r" b="b"/>
            <a:pathLst>
              <a:path w="1016941" h="4104409">
                <a:moveTo>
                  <a:pt x="0" y="0"/>
                </a:moveTo>
                <a:cubicBezTo>
                  <a:pt x="1136072" y="869372"/>
                  <a:pt x="1399309" y="3235037"/>
                  <a:pt x="384463" y="4104409"/>
                </a:cubicBezTo>
              </a:path>
            </a:pathLst>
          </a:custGeom>
          <a:noFill/>
          <a:ln>
            <a:solidFill>
              <a:schemeClr val="bg1">
                <a:lumMod val="65000"/>
              </a:schemeClr>
            </a:solidFill>
            <a:prstDash val="dash"/>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8" name="Group 217">
            <a:extLst>
              <a:ext uri="{FF2B5EF4-FFF2-40B4-BE49-F238E27FC236}">
                <a16:creationId xmlns:a16="http://schemas.microsoft.com/office/drawing/2014/main" id="{3E32E70A-602F-8CAB-1B83-94CECDDF1DF6}"/>
              </a:ext>
            </a:extLst>
          </p:cNvPr>
          <p:cNvGrpSpPr/>
          <p:nvPr/>
        </p:nvGrpSpPr>
        <p:grpSpPr>
          <a:xfrm>
            <a:off x="2721548" y="4069368"/>
            <a:ext cx="318419" cy="221863"/>
            <a:chOff x="7105015" y="2182625"/>
            <a:chExt cx="318419" cy="221863"/>
          </a:xfrm>
        </p:grpSpPr>
        <p:sp>
          <p:nvSpPr>
            <p:cNvPr id="219" name="Oval 218">
              <a:extLst>
                <a:ext uri="{FF2B5EF4-FFF2-40B4-BE49-F238E27FC236}">
                  <a16:creationId xmlns:a16="http://schemas.microsoft.com/office/drawing/2014/main" id="{D6616B55-C322-4B86-68E2-1B6899086882}"/>
                </a:ext>
              </a:extLst>
            </p:cNvPr>
            <p:cNvSpPr/>
            <p:nvPr/>
          </p:nvSpPr>
          <p:spPr>
            <a:xfrm>
              <a:off x="7105015" y="2182625"/>
              <a:ext cx="318419" cy="221863"/>
            </a:xfrm>
            <a:prstGeom prst="ellipse">
              <a:avLst/>
            </a:prstGeom>
            <a:solidFill>
              <a:schemeClr val="bg1"/>
            </a:solidFill>
            <a:ln>
              <a:noFill/>
            </a:ln>
            <a:effectLst>
              <a:glow rad="63500">
                <a:schemeClr val="bg1">
                  <a:alpha val="6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0" name="Picture 4" descr="R: R Logo">
              <a:extLst>
                <a:ext uri="{FF2B5EF4-FFF2-40B4-BE49-F238E27FC236}">
                  <a16:creationId xmlns:a16="http://schemas.microsoft.com/office/drawing/2014/main" id="{E2215600-E253-452C-D66A-477A2CB099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721" y="2200955"/>
              <a:ext cx="262670" cy="20353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 name="Straight Arrow Connector 3">
            <a:extLst>
              <a:ext uri="{FF2B5EF4-FFF2-40B4-BE49-F238E27FC236}">
                <a16:creationId xmlns:a16="http://schemas.microsoft.com/office/drawing/2014/main" id="{0C4E53D8-A079-E28E-FB0E-BEAB1A105C53}"/>
              </a:ext>
            </a:extLst>
          </p:cNvPr>
          <p:cNvCxnSpPr/>
          <p:nvPr/>
        </p:nvCxnSpPr>
        <p:spPr>
          <a:xfrm flipH="1">
            <a:off x="2453489" y="4384964"/>
            <a:ext cx="268059" cy="28035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D6CA2B6-36A5-A2C1-1C62-D44DC190B82A}"/>
              </a:ext>
            </a:extLst>
          </p:cNvPr>
          <p:cNvSpPr txBox="1"/>
          <p:nvPr/>
        </p:nvSpPr>
        <p:spPr>
          <a:xfrm>
            <a:off x="3887135" y="5189518"/>
            <a:ext cx="1171255" cy="384721"/>
          </a:xfrm>
          <a:prstGeom prst="rect">
            <a:avLst/>
          </a:prstGeom>
          <a:noFill/>
        </p:spPr>
        <p:txBody>
          <a:bodyPr wrap="square" rtlCol="0">
            <a:spAutoFit/>
          </a:bodyPr>
          <a:lstStyle/>
          <a:p>
            <a:pPr algn="ctr"/>
            <a:r>
              <a:rPr lang="en-US" sz="1000" dirty="0">
                <a:solidFill>
                  <a:schemeClr val="tx1">
                    <a:lumMod val="50000"/>
                    <a:lumOff val="50000"/>
                  </a:schemeClr>
                </a:solidFill>
              </a:rPr>
              <a:t>DB</a:t>
            </a:r>
          </a:p>
          <a:p>
            <a:pPr algn="ctr"/>
            <a:r>
              <a:rPr lang="en-US" sz="900" dirty="0">
                <a:solidFill>
                  <a:schemeClr val="tx1">
                    <a:lumMod val="50000"/>
                    <a:lumOff val="50000"/>
                  </a:schemeClr>
                </a:solidFill>
              </a:rPr>
              <a:t>(hosted data)</a:t>
            </a:r>
          </a:p>
        </p:txBody>
      </p:sp>
      <p:cxnSp>
        <p:nvCxnSpPr>
          <p:cNvPr id="9" name="Straight Arrow Connector 8">
            <a:extLst>
              <a:ext uri="{FF2B5EF4-FFF2-40B4-BE49-F238E27FC236}">
                <a16:creationId xmlns:a16="http://schemas.microsoft.com/office/drawing/2014/main" id="{2F71B3D8-CC88-EB1C-484D-79106B3603C3}"/>
              </a:ext>
            </a:extLst>
          </p:cNvPr>
          <p:cNvCxnSpPr>
            <a:cxnSpLocks/>
          </p:cNvCxnSpPr>
          <p:nvPr/>
        </p:nvCxnSpPr>
        <p:spPr>
          <a:xfrm flipH="1">
            <a:off x="7358952" y="5655641"/>
            <a:ext cx="565835" cy="154057"/>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F01EC07-C20D-7805-E3D9-DB062F2C079C}"/>
              </a:ext>
            </a:extLst>
          </p:cNvPr>
          <p:cNvSpPr txBox="1"/>
          <p:nvPr/>
        </p:nvSpPr>
        <p:spPr>
          <a:xfrm>
            <a:off x="5722625" y="3118718"/>
            <a:ext cx="587322" cy="246221"/>
          </a:xfrm>
          <a:prstGeom prst="rect">
            <a:avLst/>
          </a:prstGeom>
          <a:noFill/>
        </p:spPr>
        <p:txBody>
          <a:bodyPr wrap="square" rtlCol="0">
            <a:spAutoFit/>
          </a:bodyPr>
          <a:lstStyle/>
          <a:p>
            <a:r>
              <a:rPr lang="en-US" sz="1000" i="1" dirty="0">
                <a:solidFill>
                  <a:srgbClr val="C00000"/>
                </a:solidFill>
              </a:rPr>
              <a:t>Go Live</a:t>
            </a:r>
          </a:p>
        </p:txBody>
      </p:sp>
    </p:spTree>
    <p:extLst>
      <p:ext uri="{BB962C8B-B14F-4D97-AF65-F5344CB8AC3E}">
        <p14:creationId xmlns:p14="http://schemas.microsoft.com/office/powerpoint/2010/main" val="3056356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FE78E1D-72BB-A772-583B-2F493B84BAE7}"/>
              </a:ext>
            </a:extLst>
          </p:cNvPr>
          <p:cNvPicPr>
            <a:picLocks noChangeAspect="1"/>
          </p:cNvPicPr>
          <p:nvPr/>
        </p:nvPicPr>
        <p:blipFill>
          <a:blip r:embed="rId2"/>
          <a:stretch>
            <a:fillRect/>
          </a:stretch>
        </p:blipFill>
        <p:spPr>
          <a:xfrm>
            <a:off x="833047" y="5125158"/>
            <a:ext cx="581891" cy="590576"/>
          </a:xfrm>
          <a:prstGeom prst="rect">
            <a:avLst/>
          </a:prstGeom>
        </p:spPr>
      </p:pic>
      <p:pic>
        <p:nvPicPr>
          <p:cNvPr id="23" name="Picture 22">
            <a:extLst>
              <a:ext uri="{FF2B5EF4-FFF2-40B4-BE49-F238E27FC236}">
                <a16:creationId xmlns:a16="http://schemas.microsoft.com/office/drawing/2014/main" id="{024F0DE4-82C7-EC38-7916-F92314512022}"/>
              </a:ext>
            </a:extLst>
          </p:cNvPr>
          <p:cNvPicPr>
            <a:picLocks noChangeAspect="1"/>
          </p:cNvPicPr>
          <p:nvPr/>
        </p:nvPicPr>
        <p:blipFill>
          <a:blip r:embed="rId2"/>
          <a:stretch>
            <a:fillRect/>
          </a:stretch>
        </p:blipFill>
        <p:spPr>
          <a:xfrm>
            <a:off x="9006543" y="5114900"/>
            <a:ext cx="581891" cy="590576"/>
          </a:xfrm>
          <a:prstGeom prst="rect">
            <a:avLst/>
          </a:prstGeom>
        </p:spPr>
      </p:pic>
      <p:sp>
        <p:nvSpPr>
          <p:cNvPr id="24" name="Can 23">
            <a:extLst>
              <a:ext uri="{FF2B5EF4-FFF2-40B4-BE49-F238E27FC236}">
                <a16:creationId xmlns:a16="http://schemas.microsoft.com/office/drawing/2014/main" id="{C32A2FE1-7E0C-BFC7-7C2F-AAC754655A66}"/>
              </a:ext>
            </a:extLst>
          </p:cNvPr>
          <p:cNvSpPr/>
          <p:nvPr/>
        </p:nvSpPr>
        <p:spPr>
          <a:xfrm>
            <a:off x="2947804" y="5229842"/>
            <a:ext cx="457200" cy="38120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an 24">
            <a:extLst>
              <a:ext uri="{FF2B5EF4-FFF2-40B4-BE49-F238E27FC236}">
                <a16:creationId xmlns:a16="http://schemas.microsoft.com/office/drawing/2014/main" id="{44A55749-B97C-E956-AA30-7AB33B8CB02E}"/>
              </a:ext>
            </a:extLst>
          </p:cNvPr>
          <p:cNvSpPr/>
          <p:nvPr/>
        </p:nvSpPr>
        <p:spPr>
          <a:xfrm>
            <a:off x="11016483" y="5219584"/>
            <a:ext cx="457200" cy="38120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6DEE0EC-1168-4A7D-79E0-F244FD9FF674}"/>
              </a:ext>
            </a:extLst>
          </p:cNvPr>
          <p:cNvGrpSpPr/>
          <p:nvPr/>
        </p:nvGrpSpPr>
        <p:grpSpPr>
          <a:xfrm>
            <a:off x="1803375" y="5219584"/>
            <a:ext cx="755991" cy="401724"/>
            <a:chOff x="1512273" y="2850326"/>
            <a:chExt cx="755991" cy="401724"/>
          </a:xfrm>
        </p:grpSpPr>
        <p:grpSp>
          <p:nvGrpSpPr>
            <p:cNvPr id="34" name="Group 33">
              <a:extLst>
                <a:ext uri="{FF2B5EF4-FFF2-40B4-BE49-F238E27FC236}">
                  <a16:creationId xmlns:a16="http://schemas.microsoft.com/office/drawing/2014/main" id="{F55FA10D-8626-5CD2-78FF-0093A65343BD}"/>
                </a:ext>
              </a:extLst>
            </p:cNvPr>
            <p:cNvGrpSpPr/>
            <p:nvPr/>
          </p:nvGrpSpPr>
          <p:grpSpPr>
            <a:xfrm>
              <a:off x="1512273" y="2850326"/>
              <a:ext cx="724829" cy="401724"/>
              <a:chOff x="1271239" y="2176961"/>
              <a:chExt cx="724829" cy="401724"/>
            </a:xfrm>
          </p:grpSpPr>
          <p:cxnSp>
            <p:nvCxnSpPr>
              <p:cNvPr id="28" name="Straight Connector 27">
                <a:extLst>
                  <a:ext uri="{FF2B5EF4-FFF2-40B4-BE49-F238E27FC236}">
                    <a16:creationId xmlns:a16="http://schemas.microsoft.com/office/drawing/2014/main" id="{698267A3-244F-F5A4-11D3-69C5776B2AA2}"/>
                  </a:ext>
                </a:extLst>
              </p:cNvPr>
              <p:cNvCxnSpPr>
                <a:cxnSpLocks/>
              </p:cNvCxnSpPr>
              <p:nvPr/>
            </p:nvCxnSpPr>
            <p:spPr>
              <a:xfrm>
                <a:off x="1369687"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DE4176E-C5D9-3DB6-A68B-9A0F9E377A4C}"/>
                  </a:ext>
                </a:extLst>
              </p:cNvPr>
              <p:cNvCxnSpPr>
                <a:cxnSpLocks/>
              </p:cNvCxnSpPr>
              <p:nvPr/>
            </p:nvCxnSpPr>
            <p:spPr>
              <a:xfrm>
                <a:off x="1503728"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AA60AEE-33BC-1530-157B-C485500964A1}"/>
                  </a:ext>
                </a:extLst>
              </p:cNvPr>
              <p:cNvCxnSpPr>
                <a:cxnSpLocks/>
              </p:cNvCxnSpPr>
              <p:nvPr/>
            </p:nvCxnSpPr>
            <p:spPr>
              <a:xfrm>
                <a:off x="1637769"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8345CD0-75D6-27FA-4623-150FF2FF8A4D}"/>
                  </a:ext>
                </a:extLst>
              </p:cNvPr>
              <p:cNvCxnSpPr>
                <a:cxnSpLocks/>
              </p:cNvCxnSpPr>
              <p:nvPr/>
            </p:nvCxnSpPr>
            <p:spPr>
              <a:xfrm>
                <a:off x="1771810"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343264FA-5AF1-879E-EA89-7DF9D019E36E}"/>
                  </a:ext>
                </a:extLst>
              </p:cNvPr>
              <p:cNvCxnSpPr>
                <a:cxnSpLocks/>
              </p:cNvCxnSpPr>
              <p:nvPr/>
            </p:nvCxnSpPr>
            <p:spPr>
              <a:xfrm>
                <a:off x="1905850"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EEFFD4DB-E362-8DDD-47C0-A7F4C32A5477}"/>
                  </a:ext>
                </a:extLst>
              </p:cNvPr>
              <p:cNvSpPr/>
              <p:nvPr/>
            </p:nvSpPr>
            <p:spPr>
              <a:xfrm>
                <a:off x="1271239" y="2254405"/>
                <a:ext cx="724829" cy="265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5" name="TextBox 34">
              <a:extLst>
                <a:ext uri="{FF2B5EF4-FFF2-40B4-BE49-F238E27FC236}">
                  <a16:creationId xmlns:a16="http://schemas.microsoft.com/office/drawing/2014/main" id="{3361538A-6B43-8F72-4F49-40DFBBEB34D5}"/>
                </a:ext>
              </a:extLst>
            </p:cNvPr>
            <p:cNvSpPr txBox="1"/>
            <p:nvPr/>
          </p:nvSpPr>
          <p:spPr>
            <a:xfrm>
              <a:off x="1543436" y="2931931"/>
              <a:ext cx="724828" cy="261610"/>
            </a:xfrm>
            <a:prstGeom prst="rect">
              <a:avLst/>
            </a:prstGeom>
            <a:noFill/>
          </p:spPr>
          <p:txBody>
            <a:bodyPr wrap="square" rtlCol="0">
              <a:spAutoFit/>
            </a:bodyPr>
            <a:lstStyle/>
            <a:p>
              <a:r>
                <a:rPr lang="en-US" sz="1100" dirty="0"/>
                <a:t>Memory</a:t>
              </a:r>
            </a:p>
          </p:txBody>
        </p:sp>
      </p:grpSp>
      <p:sp>
        <p:nvSpPr>
          <p:cNvPr id="39" name="Can 38">
            <a:extLst>
              <a:ext uri="{FF2B5EF4-FFF2-40B4-BE49-F238E27FC236}">
                <a16:creationId xmlns:a16="http://schemas.microsoft.com/office/drawing/2014/main" id="{0E5CF8A4-2AC3-CD56-6805-7DA0F3BADE77}"/>
              </a:ext>
            </a:extLst>
          </p:cNvPr>
          <p:cNvSpPr/>
          <p:nvPr/>
        </p:nvSpPr>
        <p:spPr>
          <a:xfrm>
            <a:off x="5250294" y="1994720"/>
            <a:ext cx="457200" cy="381209"/>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descr="A diagram of a feature layer showing point, multipoint, polyline, polygon, and multipatch as possible geometric types">
            <a:extLst>
              <a:ext uri="{FF2B5EF4-FFF2-40B4-BE49-F238E27FC236}">
                <a16:creationId xmlns:a16="http://schemas.microsoft.com/office/drawing/2014/main" id="{AD64B66C-2E30-7275-D100-1817FBEAE83F}"/>
              </a:ext>
            </a:extLst>
          </p:cNvPr>
          <p:cNvPicPr>
            <a:picLocks noChangeAspect="1"/>
          </p:cNvPicPr>
          <p:nvPr/>
        </p:nvPicPr>
        <p:blipFill>
          <a:blip r:embed="rId3"/>
          <a:srcRect l="40239" t="52257" r="39899" b="11474"/>
          <a:stretch>
            <a:fillRect/>
          </a:stretch>
        </p:blipFill>
        <p:spPr>
          <a:xfrm>
            <a:off x="6301211" y="1917100"/>
            <a:ext cx="522514" cy="536448"/>
          </a:xfrm>
          <a:prstGeom prst="rect">
            <a:avLst/>
          </a:prstGeom>
        </p:spPr>
      </p:pic>
      <p:sp>
        <p:nvSpPr>
          <p:cNvPr id="42" name="TextBox 41">
            <a:extLst>
              <a:ext uri="{FF2B5EF4-FFF2-40B4-BE49-F238E27FC236}">
                <a16:creationId xmlns:a16="http://schemas.microsoft.com/office/drawing/2014/main" id="{FC197B29-2A7E-74BA-B842-CD2919FA76AB}"/>
              </a:ext>
            </a:extLst>
          </p:cNvPr>
          <p:cNvSpPr txBox="1"/>
          <p:nvPr/>
        </p:nvSpPr>
        <p:spPr>
          <a:xfrm>
            <a:off x="5054589" y="2453548"/>
            <a:ext cx="884568" cy="230832"/>
          </a:xfrm>
          <a:prstGeom prst="rect">
            <a:avLst/>
          </a:prstGeom>
          <a:noFill/>
        </p:spPr>
        <p:txBody>
          <a:bodyPr wrap="square" rtlCol="0">
            <a:spAutoFit/>
          </a:bodyPr>
          <a:lstStyle/>
          <a:p>
            <a:pPr algn="ctr"/>
            <a:r>
              <a:rPr lang="en-US" sz="900" dirty="0"/>
              <a:t>hosted data</a:t>
            </a:r>
          </a:p>
        </p:txBody>
      </p:sp>
      <p:sp>
        <p:nvSpPr>
          <p:cNvPr id="43" name="TextBox 42">
            <a:extLst>
              <a:ext uri="{FF2B5EF4-FFF2-40B4-BE49-F238E27FC236}">
                <a16:creationId xmlns:a16="http://schemas.microsoft.com/office/drawing/2014/main" id="{7E3EE248-9D00-ACC7-6CA9-2E81CEE5CFD1}"/>
              </a:ext>
            </a:extLst>
          </p:cNvPr>
          <p:cNvSpPr txBox="1"/>
          <p:nvPr/>
        </p:nvSpPr>
        <p:spPr>
          <a:xfrm>
            <a:off x="6120184" y="2453548"/>
            <a:ext cx="884568" cy="230832"/>
          </a:xfrm>
          <a:prstGeom prst="rect">
            <a:avLst/>
          </a:prstGeom>
          <a:noFill/>
        </p:spPr>
        <p:txBody>
          <a:bodyPr wrap="square" rtlCol="0">
            <a:spAutoFit/>
          </a:bodyPr>
          <a:lstStyle/>
          <a:p>
            <a:pPr algn="ctr"/>
            <a:r>
              <a:rPr lang="en-US" sz="900" dirty="0"/>
              <a:t>feature layer</a:t>
            </a:r>
          </a:p>
        </p:txBody>
      </p:sp>
      <p:sp>
        <p:nvSpPr>
          <p:cNvPr id="2" name="TextBox 1">
            <a:extLst>
              <a:ext uri="{FF2B5EF4-FFF2-40B4-BE49-F238E27FC236}">
                <a16:creationId xmlns:a16="http://schemas.microsoft.com/office/drawing/2014/main" id="{E4FD9103-3C96-5A60-09B9-37042D178E63}"/>
              </a:ext>
            </a:extLst>
          </p:cNvPr>
          <p:cNvSpPr txBox="1"/>
          <p:nvPr/>
        </p:nvSpPr>
        <p:spPr>
          <a:xfrm>
            <a:off x="7465397" y="336916"/>
            <a:ext cx="4499572" cy="815608"/>
          </a:xfrm>
          <a:prstGeom prst="rect">
            <a:avLst/>
          </a:prstGeom>
          <a:noFill/>
        </p:spPr>
        <p:txBody>
          <a:bodyPr wrap="square" rtlCol="0">
            <a:spAutoFit/>
          </a:bodyPr>
          <a:lstStyle/>
          <a:p>
            <a:pPr>
              <a:spcAft>
                <a:spcPts val="600"/>
              </a:spcAft>
            </a:pPr>
            <a:r>
              <a:rPr lang="en-US" sz="1400" dirty="0"/>
              <a:t>Workflow requires overwriting the hosted data.</a:t>
            </a:r>
          </a:p>
          <a:p>
            <a:r>
              <a:rPr lang="en-US" sz="1400" dirty="0"/>
              <a:t>The processing and resulting data reside at the users computer/machine/system.</a:t>
            </a:r>
          </a:p>
        </p:txBody>
      </p:sp>
      <p:grpSp>
        <p:nvGrpSpPr>
          <p:cNvPr id="3" name="Group 2">
            <a:extLst>
              <a:ext uri="{FF2B5EF4-FFF2-40B4-BE49-F238E27FC236}">
                <a16:creationId xmlns:a16="http://schemas.microsoft.com/office/drawing/2014/main" id="{447EADFD-6BAB-6E2C-0D8D-95400E5C86F2}"/>
              </a:ext>
            </a:extLst>
          </p:cNvPr>
          <p:cNvGrpSpPr/>
          <p:nvPr/>
        </p:nvGrpSpPr>
        <p:grpSpPr>
          <a:xfrm>
            <a:off x="9924463" y="5209326"/>
            <a:ext cx="755991" cy="401724"/>
            <a:chOff x="1512273" y="2850326"/>
            <a:chExt cx="755991" cy="401724"/>
          </a:xfrm>
        </p:grpSpPr>
        <p:grpSp>
          <p:nvGrpSpPr>
            <p:cNvPr id="4" name="Group 3">
              <a:extLst>
                <a:ext uri="{FF2B5EF4-FFF2-40B4-BE49-F238E27FC236}">
                  <a16:creationId xmlns:a16="http://schemas.microsoft.com/office/drawing/2014/main" id="{60CB249C-E466-017A-243F-DAC61E882B24}"/>
                </a:ext>
              </a:extLst>
            </p:cNvPr>
            <p:cNvGrpSpPr/>
            <p:nvPr/>
          </p:nvGrpSpPr>
          <p:grpSpPr>
            <a:xfrm>
              <a:off x="1512273" y="2850326"/>
              <a:ext cx="724829" cy="401724"/>
              <a:chOff x="1271239" y="2176961"/>
              <a:chExt cx="724829" cy="401724"/>
            </a:xfrm>
          </p:grpSpPr>
          <p:cxnSp>
            <p:nvCxnSpPr>
              <p:cNvPr id="6" name="Straight Connector 5">
                <a:extLst>
                  <a:ext uri="{FF2B5EF4-FFF2-40B4-BE49-F238E27FC236}">
                    <a16:creationId xmlns:a16="http://schemas.microsoft.com/office/drawing/2014/main" id="{8CC43EA9-FFAE-4CCA-3CA8-9D3E0D40F938}"/>
                  </a:ext>
                </a:extLst>
              </p:cNvPr>
              <p:cNvCxnSpPr>
                <a:cxnSpLocks/>
              </p:cNvCxnSpPr>
              <p:nvPr/>
            </p:nvCxnSpPr>
            <p:spPr>
              <a:xfrm>
                <a:off x="1369687"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5EE1754-7FAB-D09D-B153-E45B04FD75BA}"/>
                  </a:ext>
                </a:extLst>
              </p:cNvPr>
              <p:cNvCxnSpPr>
                <a:cxnSpLocks/>
              </p:cNvCxnSpPr>
              <p:nvPr/>
            </p:nvCxnSpPr>
            <p:spPr>
              <a:xfrm>
                <a:off x="1503728"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F29D665-838F-4D46-D901-4BDD995B7DA3}"/>
                  </a:ext>
                </a:extLst>
              </p:cNvPr>
              <p:cNvCxnSpPr>
                <a:cxnSpLocks/>
              </p:cNvCxnSpPr>
              <p:nvPr/>
            </p:nvCxnSpPr>
            <p:spPr>
              <a:xfrm>
                <a:off x="1637769"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4B30BB9-DD08-B8B7-43E1-CAF7A0C8F63E}"/>
                  </a:ext>
                </a:extLst>
              </p:cNvPr>
              <p:cNvCxnSpPr>
                <a:cxnSpLocks/>
              </p:cNvCxnSpPr>
              <p:nvPr/>
            </p:nvCxnSpPr>
            <p:spPr>
              <a:xfrm>
                <a:off x="1771810"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77396AE-585E-9BB0-385C-C40767200DE9}"/>
                  </a:ext>
                </a:extLst>
              </p:cNvPr>
              <p:cNvCxnSpPr>
                <a:cxnSpLocks/>
              </p:cNvCxnSpPr>
              <p:nvPr/>
            </p:nvCxnSpPr>
            <p:spPr>
              <a:xfrm>
                <a:off x="1905850" y="2176961"/>
                <a:ext cx="0" cy="401724"/>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A988FE98-F796-F97A-8109-7C0E61A8A9F6}"/>
                  </a:ext>
                </a:extLst>
              </p:cNvPr>
              <p:cNvSpPr/>
              <p:nvPr/>
            </p:nvSpPr>
            <p:spPr>
              <a:xfrm>
                <a:off x="1271239" y="2254405"/>
                <a:ext cx="724829" cy="265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 name="TextBox 4">
              <a:extLst>
                <a:ext uri="{FF2B5EF4-FFF2-40B4-BE49-F238E27FC236}">
                  <a16:creationId xmlns:a16="http://schemas.microsoft.com/office/drawing/2014/main" id="{8E12FD50-DB37-8075-7911-05BCCA7D1BF8}"/>
                </a:ext>
              </a:extLst>
            </p:cNvPr>
            <p:cNvSpPr txBox="1"/>
            <p:nvPr/>
          </p:nvSpPr>
          <p:spPr>
            <a:xfrm>
              <a:off x="1543436" y="2931931"/>
              <a:ext cx="724828" cy="261610"/>
            </a:xfrm>
            <a:prstGeom prst="rect">
              <a:avLst/>
            </a:prstGeom>
            <a:noFill/>
          </p:spPr>
          <p:txBody>
            <a:bodyPr wrap="square" rtlCol="0">
              <a:spAutoFit/>
            </a:bodyPr>
            <a:lstStyle/>
            <a:p>
              <a:r>
                <a:rPr lang="en-US" sz="1100" dirty="0"/>
                <a:t>Memory</a:t>
              </a:r>
            </a:p>
          </p:txBody>
        </p:sp>
      </p:grpSp>
      <p:pic>
        <p:nvPicPr>
          <p:cNvPr id="13" name="Graphic 12" descr="Building outline">
            <a:extLst>
              <a:ext uri="{FF2B5EF4-FFF2-40B4-BE49-F238E27FC236}">
                <a16:creationId xmlns:a16="http://schemas.microsoft.com/office/drawing/2014/main" id="{7911F836-9DA8-BDB3-3B00-33A263D0CB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34538" y="5993817"/>
            <a:ext cx="638294" cy="638294"/>
          </a:xfrm>
          <a:prstGeom prst="rect">
            <a:avLst/>
          </a:prstGeom>
        </p:spPr>
      </p:pic>
      <p:pic>
        <p:nvPicPr>
          <p:cNvPr id="15" name="Graphic 14" descr="House with solid fill">
            <a:extLst>
              <a:ext uri="{FF2B5EF4-FFF2-40B4-BE49-F238E27FC236}">
                <a16:creationId xmlns:a16="http://schemas.microsoft.com/office/drawing/2014/main" id="{5938ED2B-5147-90A9-3FE6-653A2D25B4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58644" y="5993817"/>
            <a:ext cx="638294" cy="638294"/>
          </a:xfrm>
          <a:prstGeom prst="rect">
            <a:avLst/>
          </a:prstGeom>
        </p:spPr>
      </p:pic>
      <p:grpSp>
        <p:nvGrpSpPr>
          <p:cNvPr id="12" name="Group 11">
            <a:extLst>
              <a:ext uri="{FF2B5EF4-FFF2-40B4-BE49-F238E27FC236}">
                <a16:creationId xmlns:a16="http://schemas.microsoft.com/office/drawing/2014/main" id="{A3E31077-1614-63B3-D589-FA8357D773C9}"/>
              </a:ext>
            </a:extLst>
          </p:cNvPr>
          <p:cNvGrpSpPr/>
          <p:nvPr/>
        </p:nvGrpSpPr>
        <p:grpSpPr>
          <a:xfrm>
            <a:off x="10206683" y="373800"/>
            <a:ext cx="885217" cy="931659"/>
            <a:chOff x="8063447" y="4787234"/>
            <a:chExt cx="885217" cy="931659"/>
          </a:xfrm>
        </p:grpSpPr>
        <p:sp>
          <p:nvSpPr>
            <p:cNvPr id="14" name="Freeform: Shape 13">
              <a:extLst>
                <a:ext uri="{FF2B5EF4-FFF2-40B4-BE49-F238E27FC236}">
                  <a16:creationId xmlns:a16="http://schemas.microsoft.com/office/drawing/2014/main" id="{F70EA96C-7929-93FD-D5CB-84FA75FFEAF6}"/>
                </a:ext>
              </a:extLst>
            </p:cNvPr>
            <p:cNvSpPr/>
            <p:nvPr/>
          </p:nvSpPr>
          <p:spPr>
            <a:xfrm>
              <a:off x="8063447" y="4950380"/>
              <a:ext cx="885217" cy="768513"/>
            </a:xfrm>
            <a:custGeom>
              <a:avLst/>
              <a:gdLst>
                <a:gd name="csX0" fmla="*/ 126459 w 885217"/>
                <a:gd name="csY0" fmla="*/ 0 h 714983"/>
                <a:gd name="csX1" fmla="*/ 0 w 885217"/>
                <a:gd name="csY1" fmla="*/ 710119 h 714983"/>
                <a:gd name="csX2" fmla="*/ 466927 w 885217"/>
                <a:gd name="csY2" fmla="*/ 714983 h 714983"/>
                <a:gd name="csX3" fmla="*/ 885217 w 885217"/>
                <a:gd name="csY3" fmla="*/ 710119 h 714983"/>
                <a:gd name="csX4" fmla="*/ 778212 w 885217"/>
                <a:gd name="csY4" fmla="*/ 0 h 714983"/>
                <a:gd name="csX5" fmla="*/ 447472 w 885217"/>
                <a:gd name="csY5" fmla="*/ 4864 h 714983"/>
                <a:gd name="csX6" fmla="*/ 126459 w 885217"/>
                <a:gd name="csY6" fmla="*/ 0 h 714983"/>
                <a:gd name="csX0" fmla="*/ 126459 w 885217"/>
                <a:gd name="csY0" fmla="*/ 13566 h 728549"/>
                <a:gd name="csX1" fmla="*/ 0 w 885217"/>
                <a:gd name="csY1" fmla="*/ 723685 h 728549"/>
                <a:gd name="csX2" fmla="*/ 466927 w 885217"/>
                <a:gd name="csY2" fmla="*/ 728549 h 728549"/>
                <a:gd name="csX3" fmla="*/ 885217 w 885217"/>
                <a:gd name="csY3" fmla="*/ 723685 h 728549"/>
                <a:gd name="csX4" fmla="*/ 778212 w 885217"/>
                <a:gd name="csY4" fmla="*/ 13566 h 728549"/>
                <a:gd name="csX5" fmla="*/ 447472 w 885217"/>
                <a:gd name="csY5" fmla="*/ 18430 h 728549"/>
                <a:gd name="csX6" fmla="*/ 126459 w 885217"/>
                <a:gd name="csY6" fmla="*/ 13566 h 728549"/>
                <a:gd name="csX0" fmla="*/ 126459 w 885217"/>
                <a:gd name="csY0" fmla="*/ 13566 h 728549"/>
                <a:gd name="csX1" fmla="*/ 0 w 885217"/>
                <a:gd name="csY1" fmla="*/ 723685 h 728549"/>
                <a:gd name="csX2" fmla="*/ 466927 w 885217"/>
                <a:gd name="csY2" fmla="*/ 728549 h 728549"/>
                <a:gd name="csX3" fmla="*/ 885217 w 885217"/>
                <a:gd name="csY3" fmla="*/ 723685 h 728549"/>
                <a:gd name="csX4" fmla="*/ 778212 w 885217"/>
                <a:gd name="csY4" fmla="*/ 13566 h 728549"/>
                <a:gd name="csX5" fmla="*/ 447472 w 885217"/>
                <a:gd name="csY5" fmla="*/ 18430 h 728549"/>
                <a:gd name="csX6" fmla="*/ 126459 w 885217"/>
                <a:gd name="csY6" fmla="*/ 13566 h 728549"/>
                <a:gd name="csX0" fmla="*/ 126459 w 885217"/>
                <a:gd name="csY0" fmla="*/ 13566 h 728549"/>
                <a:gd name="csX1" fmla="*/ 0 w 885217"/>
                <a:gd name="csY1" fmla="*/ 723685 h 728549"/>
                <a:gd name="csX2" fmla="*/ 466927 w 885217"/>
                <a:gd name="csY2" fmla="*/ 728549 h 728549"/>
                <a:gd name="csX3" fmla="*/ 885217 w 885217"/>
                <a:gd name="csY3" fmla="*/ 723685 h 728549"/>
                <a:gd name="csX4" fmla="*/ 778212 w 885217"/>
                <a:gd name="csY4" fmla="*/ 13566 h 728549"/>
                <a:gd name="csX5" fmla="*/ 447472 w 885217"/>
                <a:gd name="csY5" fmla="*/ 18430 h 728549"/>
                <a:gd name="csX6" fmla="*/ 126459 w 885217"/>
                <a:gd name="csY6" fmla="*/ 13566 h 728549"/>
                <a:gd name="csX0" fmla="*/ 126459 w 885217"/>
                <a:gd name="csY0" fmla="*/ 16991 h 731974"/>
                <a:gd name="csX1" fmla="*/ 0 w 885217"/>
                <a:gd name="csY1" fmla="*/ 727110 h 731974"/>
                <a:gd name="csX2" fmla="*/ 466927 w 885217"/>
                <a:gd name="csY2" fmla="*/ 731974 h 731974"/>
                <a:gd name="csX3" fmla="*/ 885217 w 885217"/>
                <a:gd name="csY3" fmla="*/ 727110 h 731974"/>
                <a:gd name="csX4" fmla="*/ 778212 w 885217"/>
                <a:gd name="csY4" fmla="*/ 16991 h 731974"/>
                <a:gd name="csX5" fmla="*/ 447472 w 885217"/>
                <a:gd name="csY5" fmla="*/ 21855 h 731974"/>
                <a:gd name="csX6" fmla="*/ 126459 w 885217"/>
                <a:gd name="csY6" fmla="*/ 16991 h 731974"/>
                <a:gd name="csX0" fmla="*/ 126459 w 885217"/>
                <a:gd name="csY0" fmla="*/ 16991 h 731974"/>
                <a:gd name="csX1" fmla="*/ 0 w 885217"/>
                <a:gd name="csY1" fmla="*/ 727110 h 731974"/>
                <a:gd name="csX2" fmla="*/ 466927 w 885217"/>
                <a:gd name="csY2" fmla="*/ 731974 h 731974"/>
                <a:gd name="csX3" fmla="*/ 885217 w 885217"/>
                <a:gd name="csY3" fmla="*/ 727110 h 731974"/>
                <a:gd name="csX4" fmla="*/ 778212 w 885217"/>
                <a:gd name="csY4" fmla="*/ 16991 h 731974"/>
                <a:gd name="csX5" fmla="*/ 447472 w 885217"/>
                <a:gd name="csY5" fmla="*/ 21855 h 731974"/>
                <a:gd name="csX6" fmla="*/ 126459 w 885217"/>
                <a:gd name="csY6" fmla="*/ 16991 h 731974"/>
                <a:gd name="csX0" fmla="*/ 126459 w 885217"/>
                <a:gd name="csY0" fmla="*/ 16991 h 759024"/>
                <a:gd name="csX1" fmla="*/ 0 w 885217"/>
                <a:gd name="csY1" fmla="*/ 727110 h 759024"/>
                <a:gd name="csX2" fmla="*/ 466927 w 885217"/>
                <a:gd name="csY2" fmla="*/ 731974 h 759024"/>
                <a:gd name="csX3" fmla="*/ 885217 w 885217"/>
                <a:gd name="csY3" fmla="*/ 727110 h 759024"/>
                <a:gd name="csX4" fmla="*/ 778212 w 885217"/>
                <a:gd name="csY4" fmla="*/ 16991 h 759024"/>
                <a:gd name="csX5" fmla="*/ 447472 w 885217"/>
                <a:gd name="csY5" fmla="*/ 21855 h 759024"/>
                <a:gd name="csX6" fmla="*/ 126459 w 885217"/>
                <a:gd name="csY6" fmla="*/ 16991 h 759024"/>
                <a:gd name="csX0" fmla="*/ 126459 w 885217"/>
                <a:gd name="csY0" fmla="*/ 16991 h 768513"/>
                <a:gd name="csX1" fmla="*/ 0 w 885217"/>
                <a:gd name="csY1" fmla="*/ 727110 h 768513"/>
                <a:gd name="csX2" fmla="*/ 466927 w 885217"/>
                <a:gd name="csY2" fmla="*/ 731974 h 768513"/>
                <a:gd name="csX3" fmla="*/ 885217 w 885217"/>
                <a:gd name="csY3" fmla="*/ 727110 h 768513"/>
                <a:gd name="csX4" fmla="*/ 778212 w 885217"/>
                <a:gd name="csY4" fmla="*/ 16991 h 768513"/>
                <a:gd name="csX5" fmla="*/ 447472 w 885217"/>
                <a:gd name="csY5" fmla="*/ 21855 h 768513"/>
                <a:gd name="csX6" fmla="*/ 126459 w 885217"/>
                <a:gd name="csY6" fmla="*/ 16991 h 768513"/>
                <a:gd name="csX0" fmla="*/ 126459 w 885217"/>
                <a:gd name="csY0" fmla="*/ 16991 h 768513"/>
                <a:gd name="csX1" fmla="*/ 0 w 885217"/>
                <a:gd name="csY1" fmla="*/ 727110 h 768513"/>
                <a:gd name="csX2" fmla="*/ 466927 w 885217"/>
                <a:gd name="csY2" fmla="*/ 731974 h 768513"/>
                <a:gd name="csX3" fmla="*/ 885217 w 885217"/>
                <a:gd name="csY3" fmla="*/ 727110 h 768513"/>
                <a:gd name="csX4" fmla="*/ 778212 w 885217"/>
                <a:gd name="csY4" fmla="*/ 16991 h 768513"/>
                <a:gd name="csX5" fmla="*/ 447472 w 885217"/>
                <a:gd name="csY5" fmla="*/ 21855 h 768513"/>
                <a:gd name="csX6" fmla="*/ 126459 w 885217"/>
                <a:gd name="csY6" fmla="*/ 16991 h 76851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85217" h="768513">
                  <a:moveTo>
                    <a:pt x="126459" y="16991"/>
                  </a:moveTo>
                  <a:lnTo>
                    <a:pt x="0" y="727110"/>
                  </a:lnTo>
                  <a:cubicBezTo>
                    <a:pt x="145914" y="796824"/>
                    <a:pt x="325877" y="764400"/>
                    <a:pt x="466927" y="731974"/>
                  </a:cubicBezTo>
                  <a:cubicBezTo>
                    <a:pt x="606357" y="696307"/>
                    <a:pt x="740923" y="680093"/>
                    <a:pt x="885217" y="727110"/>
                  </a:cubicBezTo>
                  <a:lnTo>
                    <a:pt x="778212" y="16991"/>
                  </a:lnTo>
                  <a:cubicBezTo>
                    <a:pt x="643646" y="-15434"/>
                    <a:pt x="552855" y="5643"/>
                    <a:pt x="447472" y="21855"/>
                  </a:cubicBezTo>
                  <a:cubicBezTo>
                    <a:pt x="340468" y="34826"/>
                    <a:pt x="233463" y="52659"/>
                    <a:pt x="126459" y="16991"/>
                  </a:cubicBezTo>
                  <a:close/>
                </a:path>
              </a:pathLst>
            </a:custGeom>
            <a:solidFill>
              <a:srgbClr val="E5D2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D626DDC-8A97-6C0B-CA7E-30B6355D3B28}"/>
                </a:ext>
              </a:extLst>
            </p:cNvPr>
            <p:cNvSpPr/>
            <p:nvPr/>
          </p:nvSpPr>
          <p:spPr>
            <a:xfrm>
              <a:off x="8304206" y="4787234"/>
              <a:ext cx="403698" cy="642034"/>
            </a:xfrm>
            <a:custGeom>
              <a:avLst/>
              <a:gdLst>
                <a:gd name="csX0" fmla="*/ 0 w 403698"/>
                <a:gd name="csY0" fmla="*/ 14591 h 486383"/>
                <a:gd name="csX1" fmla="*/ 393970 w 403698"/>
                <a:gd name="csY1" fmla="*/ 0 h 486383"/>
                <a:gd name="csX2" fmla="*/ 403698 w 403698"/>
                <a:gd name="csY2" fmla="*/ 53502 h 486383"/>
                <a:gd name="csX3" fmla="*/ 398834 w 403698"/>
                <a:gd name="csY3" fmla="*/ 316149 h 486383"/>
                <a:gd name="csX4" fmla="*/ 204281 w 403698"/>
                <a:gd name="csY4" fmla="*/ 486383 h 486383"/>
                <a:gd name="csX5" fmla="*/ 9728 w 403698"/>
                <a:gd name="csY5" fmla="*/ 316149 h 486383"/>
                <a:gd name="csX6" fmla="*/ 0 w 403698"/>
                <a:gd name="csY6" fmla="*/ 14591 h 486383"/>
                <a:gd name="csX0" fmla="*/ 0 w 403698"/>
                <a:gd name="csY0" fmla="*/ 113564 h 585356"/>
                <a:gd name="csX1" fmla="*/ 393970 w 403698"/>
                <a:gd name="csY1" fmla="*/ 98973 h 585356"/>
                <a:gd name="csX2" fmla="*/ 403698 w 403698"/>
                <a:gd name="csY2" fmla="*/ 152475 h 585356"/>
                <a:gd name="csX3" fmla="*/ 398834 w 403698"/>
                <a:gd name="csY3" fmla="*/ 415122 h 585356"/>
                <a:gd name="csX4" fmla="*/ 204281 w 403698"/>
                <a:gd name="csY4" fmla="*/ 585356 h 585356"/>
                <a:gd name="csX5" fmla="*/ 9728 w 403698"/>
                <a:gd name="csY5" fmla="*/ 415122 h 585356"/>
                <a:gd name="csX6" fmla="*/ 0 w 403698"/>
                <a:gd name="csY6" fmla="*/ 113564 h 585356"/>
                <a:gd name="csX0" fmla="*/ 0 w 403698"/>
                <a:gd name="csY0" fmla="*/ 170242 h 642034"/>
                <a:gd name="csX1" fmla="*/ 393970 w 403698"/>
                <a:gd name="csY1" fmla="*/ 155651 h 642034"/>
                <a:gd name="csX2" fmla="*/ 403698 w 403698"/>
                <a:gd name="csY2" fmla="*/ 209153 h 642034"/>
                <a:gd name="csX3" fmla="*/ 398834 w 403698"/>
                <a:gd name="csY3" fmla="*/ 471800 h 642034"/>
                <a:gd name="csX4" fmla="*/ 204281 w 403698"/>
                <a:gd name="csY4" fmla="*/ 642034 h 642034"/>
                <a:gd name="csX5" fmla="*/ 9728 w 403698"/>
                <a:gd name="csY5" fmla="*/ 471800 h 642034"/>
                <a:gd name="csX6" fmla="*/ 0 w 403698"/>
                <a:gd name="csY6" fmla="*/ 170242 h 6420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3698" h="642034">
                  <a:moveTo>
                    <a:pt x="0" y="170242"/>
                  </a:moveTo>
                  <a:cubicBezTo>
                    <a:pt x="145915" y="-34039"/>
                    <a:pt x="238328" y="-72949"/>
                    <a:pt x="393970" y="155651"/>
                  </a:cubicBezTo>
                  <a:lnTo>
                    <a:pt x="403698" y="209153"/>
                  </a:lnTo>
                  <a:cubicBezTo>
                    <a:pt x="402077" y="296702"/>
                    <a:pt x="400455" y="384251"/>
                    <a:pt x="398834" y="471800"/>
                  </a:cubicBezTo>
                  <a:lnTo>
                    <a:pt x="204281" y="642034"/>
                  </a:lnTo>
                  <a:lnTo>
                    <a:pt x="9728" y="471800"/>
                  </a:lnTo>
                  <a:lnTo>
                    <a:pt x="0" y="170242"/>
                  </a:lnTo>
                  <a:close/>
                </a:path>
              </a:pathLst>
            </a:custGeom>
            <a:solidFill>
              <a:schemeClr val="bg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E02513-DAA5-3FF9-8BD5-EB571027492E}"/>
                </a:ext>
              </a:extLst>
            </p:cNvPr>
            <p:cNvSpPr/>
            <p:nvPr/>
          </p:nvSpPr>
          <p:spPr>
            <a:xfrm>
              <a:off x="8375516" y="4903698"/>
              <a:ext cx="277238" cy="489630"/>
            </a:xfrm>
            <a:custGeom>
              <a:avLst/>
              <a:gdLst>
                <a:gd name="csX0" fmla="*/ 0 w 277238"/>
                <a:gd name="csY0" fmla="*/ 262647 h 403698"/>
                <a:gd name="csX1" fmla="*/ 145915 w 277238"/>
                <a:gd name="csY1" fmla="*/ 403698 h 403698"/>
                <a:gd name="csX2" fmla="*/ 277238 w 277238"/>
                <a:gd name="csY2" fmla="*/ 267511 h 403698"/>
                <a:gd name="csX3" fmla="*/ 277238 w 277238"/>
                <a:gd name="csY3" fmla="*/ 0 h 403698"/>
                <a:gd name="csX4" fmla="*/ 0 w 277238"/>
                <a:gd name="csY4" fmla="*/ 4864 h 403698"/>
                <a:gd name="csX5" fmla="*/ 0 w 277238"/>
                <a:gd name="csY5" fmla="*/ 262647 h 403698"/>
                <a:gd name="csX0" fmla="*/ 0 w 277238"/>
                <a:gd name="csY0" fmla="*/ 334535 h 475586"/>
                <a:gd name="csX1" fmla="*/ 145915 w 277238"/>
                <a:gd name="csY1" fmla="*/ 475586 h 475586"/>
                <a:gd name="csX2" fmla="*/ 277238 w 277238"/>
                <a:gd name="csY2" fmla="*/ 339399 h 475586"/>
                <a:gd name="csX3" fmla="*/ 277238 w 277238"/>
                <a:gd name="csY3" fmla="*/ 71888 h 475586"/>
                <a:gd name="csX4" fmla="*/ 0 w 277238"/>
                <a:gd name="csY4" fmla="*/ 76752 h 475586"/>
                <a:gd name="csX5" fmla="*/ 0 w 277238"/>
                <a:gd name="csY5" fmla="*/ 334535 h 475586"/>
                <a:gd name="csX0" fmla="*/ 0 w 277238"/>
                <a:gd name="csY0" fmla="*/ 360625 h 501676"/>
                <a:gd name="csX1" fmla="*/ 145915 w 277238"/>
                <a:gd name="csY1" fmla="*/ 501676 h 501676"/>
                <a:gd name="csX2" fmla="*/ 277238 w 277238"/>
                <a:gd name="csY2" fmla="*/ 365489 h 501676"/>
                <a:gd name="csX3" fmla="*/ 277238 w 277238"/>
                <a:gd name="csY3" fmla="*/ 97978 h 501676"/>
                <a:gd name="csX4" fmla="*/ 0 w 277238"/>
                <a:gd name="csY4" fmla="*/ 102842 h 501676"/>
                <a:gd name="csX5" fmla="*/ 0 w 277238"/>
                <a:gd name="csY5" fmla="*/ 360625 h 501676"/>
                <a:gd name="csX0" fmla="*/ 0 w 277238"/>
                <a:gd name="csY0" fmla="*/ 348579 h 489630"/>
                <a:gd name="csX1" fmla="*/ 145915 w 277238"/>
                <a:gd name="csY1" fmla="*/ 489630 h 489630"/>
                <a:gd name="csX2" fmla="*/ 277238 w 277238"/>
                <a:gd name="csY2" fmla="*/ 353443 h 489630"/>
                <a:gd name="csX3" fmla="*/ 277238 w 277238"/>
                <a:gd name="csY3" fmla="*/ 85932 h 489630"/>
                <a:gd name="csX4" fmla="*/ 0 w 277238"/>
                <a:gd name="csY4" fmla="*/ 90796 h 489630"/>
                <a:gd name="csX5" fmla="*/ 0 w 277238"/>
                <a:gd name="csY5" fmla="*/ 348579 h 489630"/>
              </a:gdLst>
              <a:ahLst/>
              <a:cxnLst>
                <a:cxn ang="0">
                  <a:pos x="csX0" y="csY0"/>
                </a:cxn>
                <a:cxn ang="0">
                  <a:pos x="csX1" y="csY1"/>
                </a:cxn>
                <a:cxn ang="0">
                  <a:pos x="csX2" y="csY2"/>
                </a:cxn>
                <a:cxn ang="0">
                  <a:pos x="csX3" y="csY3"/>
                </a:cxn>
                <a:cxn ang="0">
                  <a:pos x="csX4" y="csY4"/>
                </a:cxn>
                <a:cxn ang="0">
                  <a:pos x="csX5" y="csY5"/>
                </a:cxn>
              </a:cxnLst>
              <a:rect l="l" t="t" r="r" b="b"/>
              <a:pathLst>
                <a:path w="277238" h="489630">
                  <a:moveTo>
                    <a:pt x="0" y="348579"/>
                  </a:moveTo>
                  <a:lnTo>
                    <a:pt x="145915" y="489630"/>
                  </a:lnTo>
                  <a:lnTo>
                    <a:pt x="277238" y="353443"/>
                  </a:lnTo>
                  <a:lnTo>
                    <a:pt x="277238" y="85932"/>
                  </a:lnTo>
                  <a:cubicBezTo>
                    <a:pt x="160505" y="-48635"/>
                    <a:pt x="102140" y="-8102"/>
                    <a:pt x="0" y="90796"/>
                  </a:cubicBezTo>
                  <a:lnTo>
                    <a:pt x="0" y="348579"/>
                  </a:lnTo>
                  <a:close/>
                </a:path>
              </a:pathLst>
            </a:custGeom>
            <a:solidFill>
              <a:srgbClr val="E5A894"/>
            </a:solidFill>
            <a:ln w="50800">
              <a:solidFill>
                <a:srgbClr val="C755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C741B6D-115A-28D8-8306-484134BFF17A}"/>
                </a:ext>
              </a:extLst>
            </p:cNvPr>
            <p:cNvGrpSpPr/>
            <p:nvPr/>
          </p:nvGrpSpPr>
          <p:grpSpPr>
            <a:xfrm>
              <a:off x="8458200" y="4990304"/>
              <a:ext cx="111869" cy="314437"/>
              <a:chOff x="8317607" y="3655072"/>
              <a:chExt cx="111869" cy="314437"/>
            </a:xfrm>
          </p:grpSpPr>
          <p:pic>
            <p:nvPicPr>
              <p:cNvPr id="33" name="Picture 32">
                <a:extLst>
                  <a:ext uri="{FF2B5EF4-FFF2-40B4-BE49-F238E27FC236}">
                    <a16:creationId xmlns:a16="http://schemas.microsoft.com/office/drawing/2014/main" id="{361D160B-2D21-735D-AF41-1902210BCF29}"/>
                  </a:ext>
                </a:extLst>
              </p:cNvPr>
              <p:cNvPicPr>
                <a:picLocks noChangeAspect="1"/>
              </p:cNvPicPr>
              <p:nvPr/>
            </p:nvPicPr>
            <p:blipFill>
              <a:blip r:embed="rId6"/>
              <a:srcRect l="18008" r="51410" b="28166"/>
              <a:stretch>
                <a:fillRect/>
              </a:stretch>
            </p:blipFill>
            <p:spPr>
              <a:xfrm>
                <a:off x="8373542" y="3746160"/>
                <a:ext cx="55934" cy="223349"/>
              </a:xfrm>
              <a:prstGeom prst="rect">
                <a:avLst/>
              </a:prstGeom>
            </p:spPr>
          </p:pic>
          <p:sp>
            <p:nvSpPr>
              <p:cNvPr id="27" name="Oval 26">
                <a:extLst>
                  <a:ext uri="{FF2B5EF4-FFF2-40B4-BE49-F238E27FC236}">
                    <a16:creationId xmlns:a16="http://schemas.microsoft.com/office/drawing/2014/main" id="{4CB5D85C-9607-333E-EFC4-FA4C3429FC86}"/>
                  </a:ext>
                </a:extLst>
              </p:cNvPr>
              <p:cNvSpPr/>
              <p:nvPr/>
            </p:nvSpPr>
            <p:spPr>
              <a:xfrm>
                <a:off x="8317607" y="3655072"/>
                <a:ext cx="111868" cy="111868"/>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187319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17AF2347-88C9-9A46-DA0A-C77F4C26C95D}"/>
              </a:ext>
            </a:extLst>
          </p:cNvPr>
          <p:cNvSpPr/>
          <p:nvPr/>
        </p:nvSpPr>
        <p:spPr>
          <a:xfrm>
            <a:off x="2993529" y="1437528"/>
            <a:ext cx="8484593" cy="4846918"/>
          </a:xfrm>
          <a:custGeom>
            <a:avLst/>
            <a:gdLst>
              <a:gd name="csX0" fmla="*/ 3235255 w 8484593"/>
              <a:gd name="csY0" fmla="*/ 47240 h 4846918"/>
              <a:gd name="csX1" fmla="*/ 464895 w 8484593"/>
              <a:gd name="csY1" fmla="*/ 518021 h 4846918"/>
              <a:gd name="csX2" fmla="*/ 329093 w 8484593"/>
              <a:gd name="csY2" fmla="*/ 1885094 h 4846918"/>
              <a:gd name="csX3" fmla="*/ 3751303 w 8484593"/>
              <a:gd name="csY3" fmla="*/ 4809363 h 4846918"/>
              <a:gd name="csX4" fmla="*/ 7979271 w 8484593"/>
              <a:gd name="csY4" fmla="*/ 3415129 h 4846918"/>
              <a:gd name="csX5" fmla="*/ 7879683 w 8484593"/>
              <a:gd name="csY5" fmla="*/ 1559169 h 4846918"/>
              <a:gd name="csX6" fmla="*/ 3235255 w 8484593"/>
              <a:gd name="csY6" fmla="*/ 47240 h 48469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84593" h="4846918">
                <a:moveTo>
                  <a:pt x="3235255" y="47240"/>
                </a:moveTo>
                <a:cubicBezTo>
                  <a:pt x="1999457" y="-126285"/>
                  <a:pt x="949255" y="211712"/>
                  <a:pt x="464895" y="518021"/>
                </a:cubicBezTo>
                <a:cubicBezTo>
                  <a:pt x="-19465" y="824330"/>
                  <a:pt x="-218642" y="1169871"/>
                  <a:pt x="329093" y="1885094"/>
                </a:cubicBezTo>
                <a:cubicBezTo>
                  <a:pt x="876828" y="2600317"/>
                  <a:pt x="2476273" y="4554357"/>
                  <a:pt x="3751303" y="4809363"/>
                </a:cubicBezTo>
                <a:cubicBezTo>
                  <a:pt x="5026333" y="5064369"/>
                  <a:pt x="7291208" y="3956828"/>
                  <a:pt x="7979271" y="3415129"/>
                </a:cubicBezTo>
                <a:cubicBezTo>
                  <a:pt x="8667334" y="2873430"/>
                  <a:pt x="8670352" y="2117466"/>
                  <a:pt x="7879683" y="1559169"/>
                </a:cubicBezTo>
                <a:cubicBezTo>
                  <a:pt x="7089014" y="1000872"/>
                  <a:pt x="4471053" y="220765"/>
                  <a:pt x="3235255" y="47240"/>
                </a:cubicBezTo>
                <a:close/>
              </a:path>
            </a:pathLst>
          </a:custGeom>
          <a:solidFill>
            <a:srgbClr val="EAF6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E72DD109-8B76-E327-ADE8-803963A70DC4}"/>
              </a:ext>
            </a:extLst>
          </p:cNvPr>
          <p:cNvGrpSpPr/>
          <p:nvPr/>
        </p:nvGrpSpPr>
        <p:grpSpPr>
          <a:xfrm>
            <a:off x="3269347" y="2104041"/>
            <a:ext cx="978233" cy="877405"/>
            <a:chOff x="2566004" y="2227152"/>
            <a:chExt cx="978233" cy="877405"/>
          </a:xfrm>
        </p:grpSpPr>
        <p:pic>
          <p:nvPicPr>
            <p:cNvPr id="5" name="Picture 4" descr="App - ArcGIS Survey123">
              <a:extLst>
                <a:ext uri="{FF2B5EF4-FFF2-40B4-BE49-F238E27FC236}">
                  <a16:creationId xmlns:a16="http://schemas.microsoft.com/office/drawing/2014/main" id="{87733E3D-81F5-3733-B595-232F4CDFDB97}"/>
                </a:ext>
              </a:extLst>
            </p:cNvPr>
            <p:cNvPicPr>
              <a:picLocks noChangeAspect="1"/>
            </p:cNvPicPr>
            <p:nvPr/>
          </p:nvPicPr>
          <p:blipFill>
            <a:blip r:embed="rId2"/>
            <a:stretch>
              <a:fillRect/>
            </a:stretch>
          </p:blipFill>
          <p:spPr>
            <a:xfrm>
              <a:off x="2752247" y="2227152"/>
              <a:ext cx="605746" cy="605746"/>
            </a:xfrm>
            <a:prstGeom prst="rect">
              <a:avLst/>
            </a:prstGeom>
          </p:spPr>
        </p:pic>
        <p:sp>
          <p:nvSpPr>
            <p:cNvPr id="6" name="TextBox 5">
              <a:extLst>
                <a:ext uri="{FF2B5EF4-FFF2-40B4-BE49-F238E27FC236}">
                  <a16:creationId xmlns:a16="http://schemas.microsoft.com/office/drawing/2014/main" id="{AC0667D1-C12D-CC7E-04E3-5AF1CA91B80E}"/>
                </a:ext>
              </a:extLst>
            </p:cNvPr>
            <p:cNvSpPr txBox="1"/>
            <p:nvPr/>
          </p:nvSpPr>
          <p:spPr>
            <a:xfrm>
              <a:off x="2566004" y="2858336"/>
              <a:ext cx="978233" cy="246221"/>
            </a:xfrm>
            <a:prstGeom prst="rect">
              <a:avLst/>
            </a:prstGeom>
            <a:noFill/>
          </p:spPr>
          <p:txBody>
            <a:bodyPr wrap="square" rtlCol="0">
              <a:spAutoFit/>
            </a:bodyPr>
            <a:lstStyle/>
            <a:p>
              <a:pPr algn="ctr"/>
              <a:r>
                <a:rPr lang="en-US" sz="1000" dirty="0"/>
                <a:t>Survey 123</a:t>
              </a:r>
            </a:p>
          </p:txBody>
        </p:sp>
      </p:grpSp>
      <p:grpSp>
        <p:nvGrpSpPr>
          <p:cNvPr id="9" name="Group 8">
            <a:extLst>
              <a:ext uri="{FF2B5EF4-FFF2-40B4-BE49-F238E27FC236}">
                <a16:creationId xmlns:a16="http://schemas.microsoft.com/office/drawing/2014/main" id="{EA27EE1B-9839-6AFF-2923-BFAC40BE3B87}"/>
              </a:ext>
            </a:extLst>
          </p:cNvPr>
          <p:cNvGrpSpPr/>
          <p:nvPr/>
        </p:nvGrpSpPr>
        <p:grpSpPr>
          <a:xfrm>
            <a:off x="5054673" y="2056654"/>
            <a:ext cx="1138136" cy="924792"/>
            <a:chOff x="5271956" y="5486401"/>
            <a:chExt cx="1138136" cy="924792"/>
          </a:xfrm>
        </p:grpSpPr>
        <p:pic>
          <p:nvPicPr>
            <p:cNvPr id="10" name="Picture 9" descr="A diagram of a feature layer showing point, multipoint, polyline, polygon, and multipatch as possible geometric types">
              <a:extLst>
                <a:ext uri="{FF2B5EF4-FFF2-40B4-BE49-F238E27FC236}">
                  <a16:creationId xmlns:a16="http://schemas.microsoft.com/office/drawing/2014/main" id="{E37B015F-7B8D-4F65-9228-9C3DCF5B0EDD}"/>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1" name="TextBox 10">
              <a:extLst>
                <a:ext uri="{FF2B5EF4-FFF2-40B4-BE49-F238E27FC236}">
                  <a16:creationId xmlns:a16="http://schemas.microsoft.com/office/drawing/2014/main" id="{D700A100-2BE9-5E55-8D80-9192FB75E72D}"/>
                </a:ext>
              </a:extLst>
            </p:cNvPr>
            <p:cNvSpPr txBox="1"/>
            <p:nvPr/>
          </p:nvSpPr>
          <p:spPr>
            <a:xfrm>
              <a:off x="5271956" y="6164972"/>
              <a:ext cx="1138136" cy="246221"/>
            </a:xfrm>
            <a:prstGeom prst="rect">
              <a:avLst/>
            </a:prstGeom>
            <a:noFill/>
          </p:spPr>
          <p:txBody>
            <a:bodyPr wrap="square" rtlCol="0">
              <a:spAutoFit/>
            </a:bodyPr>
            <a:lstStyle/>
            <a:p>
              <a:pPr algn="ctr"/>
              <a:r>
                <a:rPr lang="en-US" sz="1000" dirty="0"/>
                <a:t>DB - dev</a:t>
              </a:r>
            </a:p>
          </p:txBody>
        </p:sp>
      </p:grpSp>
      <p:grpSp>
        <p:nvGrpSpPr>
          <p:cNvPr id="12" name="Group 11">
            <a:extLst>
              <a:ext uri="{FF2B5EF4-FFF2-40B4-BE49-F238E27FC236}">
                <a16:creationId xmlns:a16="http://schemas.microsoft.com/office/drawing/2014/main" id="{6D8F2836-1060-D197-6E15-768838A7800E}"/>
              </a:ext>
            </a:extLst>
          </p:cNvPr>
          <p:cNvGrpSpPr/>
          <p:nvPr/>
        </p:nvGrpSpPr>
        <p:grpSpPr>
          <a:xfrm>
            <a:off x="5054673" y="3710591"/>
            <a:ext cx="1138136" cy="924792"/>
            <a:chOff x="5271956" y="5486401"/>
            <a:chExt cx="1138136" cy="924792"/>
          </a:xfrm>
        </p:grpSpPr>
        <p:pic>
          <p:nvPicPr>
            <p:cNvPr id="13" name="Picture 12" descr="A diagram of a feature layer showing point, multipoint, polyline, polygon, and multipatch as possible geometric types">
              <a:extLst>
                <a:ext uri="{FF2B5EF4-FFF2-40B4-BE49-F238E27FC236}">
                  <a16:creationId xmlns:a16="http://schemas.microsoft.com/office/drawing/2014/main" id="{7C5EA22C-B6EB-650D-C0E8-C7E3ED79ABEB}"/>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4" name="TextBox 13">
              <a:extLst>
                <a:ext uri="{FF2B5EF4-FFF2-40B4-BE49-F238E27FC236}">
                  <a16:creationId xmlns:a16="http://schemas.microsoft.com/office/drawing/2014/main" id="{F3241208-D268-B787-7356-2052C65AC9FE}"/>
                </a:ext>
              </a:extLst>
            </p:cNvPr>
            <p:cNvSpPr txBox="1"/>
            <p:nvPr/>
          </p:nvSpPr>
          <p:spPr>
            <a:xfrm>
              <a:off x="5271956" y="6164972"/>
              <a:ext cx="1138136" cy="246221"/>
            </a:xfrm>
            <a:prstGeom prst="rect">
              <a:avLst/>
            </a:prstGeom>
            <a:noFill/>
          </p:spPr>
          <p:txBody>
            <a:bodyPr wrap="square" rtlCol="0">
              <a:spAutoFit/>
            </a:bodyPr>
            <a:lstStyle/>
            <a:p>
              <a:pPr algn="ctr"/>
              <a:r>
                <a:rPr lang="en-US" sz="1000" dirty="0"/>
                <a:t>DB - prod</a:t>
              </a:r>
            </a:p>
          </p:txBody>
        </p:sp>
      </p:grpSp>
      <p:grpSp>
        <p:nvGrpSpPr>
          <p:cNvPr id="15" name="Group 14">
            <a:extLst>
              <a:ext uri="{FF2B5EF4-FFF2-40B4-BE49-F238E27FC236}">
                <a16:creationId xmlns:a16="http://schemas.microsoft.com/office/drawing/2014/main" id="{E03C9DDF-1D80-7564-4FA7-A7AFA037A076}"/>
              </a:ext>
            </a:extLst>
          </p:cNvPr>
          <p:cNvGrpSpPr/>
          <p:nvPr/>
        </p:nvGrpSpPr>
        <p:grpSpPr>
          <a:xfrm>
            <a:off x="7167276" y="3763166"/>
            <a:ext cx="1138136" cy="924792"/>
            <a:chOff x="5271956" y="5486401"/>
            <a:chExt cx="1138136" cy="924792"/>
          </a:xfrm>
        </p:grpSpPr>
        <p:pic>
          <p:nvPicPr>
            <p:cNvPr id="16" name="Picture 15" descr="A diagram of a feature layer showing point, multipoint, polyline, polygon, and multipatch as possible geometric types">
              <a:extLst>
                <a:ext uri="{FF2B5EF4-FFF2-40B4-BE49-F238E27FC236}">
                  <a16:creationId xmlns:a16="http://schemas.microsoft.com/office/drawing/2014/main" id="{FDA5A99F-0BD6-9276-A5A8-5C9A55BADDB2}"/>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7" name="TextBox 16">
              <a:extLst>
                <a:ext uri="{FF2B5EF4-FFF2-40B4-BE49-F238E27FC236}">
                  <a16:creationId xmlns:a16="http://schemas.microsoft.com/office/drawing/2014/main" id="{F901812E-3E22-F47B-4543-09E102F24CF8}"/>
                </a:ext>
              </a:extLst>
            </p:cNvPr>
            <p:cNvSpPr txBox="1"/>
            <p:nvPr/>
          </p:nvSpPr>
          <p:spPr>
            <a:xfrm>
              <a:off x="5271956" y="6164972"/>
              <a:ext cx="1138136" cy="246221"/>
            </a:xfrm>
            <a:prstGeom prst="rect">
              <a:avLst/>
            </a:prstGeom>
            <a:noFill/>
          </p:spPr>
          <p:txBody>
            <a:bodyPr wrap="square" rtlCol="0">
              <a:spAutoFit/>
            </a:bodyPr>
            <a:lstStyle/>
            <a:p>
              <a:pPr algn="ctr"/>
              <a:r>
                <a:rPr lang="en-US" sz="1000" dirty="0"/>
                <a:t>View - prod</a:t>
              </a:r>
            </a:p>
          </p:txBody>
        </p:sp>
      </p:grpSp>
      <p:grpSp>
        <p:nvGrpSpPr>
          <p:cNvPr id="18" name="Group 17">
            <a:extLst>
              <a:ext uri="{FF2B5EF4-FFF2-40B4-BE49-F238E27FC236}">
                <a16:creationId xmlns:a16="http://schemas.microsoft.com/office/drawing/2014/main" id="{7D7CF51A-CDB2-E23D-D10F-88643B07E217}"/>
              </a:ext>
            </a:extLst>
          </p:cNvPr>
          <p:cNvGrpSpPr/>
          <p:nvPr/>
        </p:nvGrpSpPr>
        <p:grpSpPr>
          <a:xfrm>
            <a:off x="6430756" y="5198281"/>
            <a:ext cx="627738" cy="559594"/>
            <a:chOff x="7035025" y="3155493"/>
            <a:chExt cx="627738" cy="559594"/>
          </a:xfrm>
        </p:grpSpPr>
        <p:pic>
          <p:nvPicPr>
            <p:cNvPr id="19" name="Picture 18" descr="Graph chart vector icon.symbol of business. 4999434 Vector ...">
              <a:extLst>
                <a:ext uri="{FF2B5EF4-FFF2-40B4-BE49-F238E27FC236}">
                  <a16:creationId xmlns:a16="http://schemas.microsoft.com/office/drawing/2014/main" id="{BE4B015F-AB47-B988-0642-94EEA58FDBA2}"/>
                </a:ext>
              </a:extLst>
            </p:cNvPr>
            <p:cNvPicPr>
              <a:picLocks noChangeAspect="1"/>
            </p:cNvPicPr>
            <p:nvPr/>
          </p:nvPicPr>
          <p:blipFill>
            <a:blip r:embed="rId4"/>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20" name="Picture 19" descr="Graph chart vector icon.symbol of business. 4999434 Vector ...">
              <a:extLst>
                <a:ext uri="{FF2B5EF4-FFF2-40B4-BE49-F238E27FC236}">
                  <a16:creationId xmlns:a16="http://schemas.microsoft.com/office/drawing/2014/main" id="{B248F74B-95C8-B660-2AEF-9302368A0021}"/>
                </a:ext>
              </a:extLst>
            </p:cNvPr>
            <p:cNvPicPr>
              <a:picLocks noChangeAspect="1"/>
            </p:cNvPicPr>
            <p:nvPr/>
          </p:nvPicPr>
          <p:blipFill>
            <a:blip r:embed="rId4"/>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21" name="Picture 20" descr="Graph chart vector icon.symbol of business. 4999434 Vector ...">
              <a:extLst>
                <a:ext uri="{FF2B5EF4-FFF2-40B4-BE49-F238E27FC236}">
                  <a16:creationId xmlns:a16="http://schemas.microsoft.com/office/drawing/2014/main" id="{2EC8A7CC-3056-AB96-C754-AE9B8E5A52BE}"/>
                </a:ext>
              </a:extLst>
            </p:cNvPr>
            <p:cNvPicPr>
              <a:picLocks noChangeAspect="1"/>
            </p:cNvPicPr>
            <p:nvPr/>
          </p:nvPicPr>
          <p:blipFill>
            <a:blip r:embed="rId4"/>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grpSp>
        <p:nvGrpSpPr>
          <p:cNvPr id="22" name="Group 21">
            <a:extLst>
              <a:ext uri="{FF2B5EF4-FFF2-40B4-BE49-F238E27FC236}">
                <a16:creationId xmlns:a16="http://schemas.microsoft.com/office/drawing/2014/main" id="{F609D1C0-665D-13F2-A977-327BCB1A2FC6}"/>
              </a:ext>
            </a:extLst>
          </p:cNvPr>
          <p:cNvGrpSpPr/>
          <p:nvPr/>
        </p:nvGrpSpPr>
        <p:grpSpPr>
          <a:xfrm>
            <a:off x="9484160" y="3710591"/>
            <a:ext cx="1527240" cy="1182072"/>
            <a:chOff x="2837748" y="5352232"/>
            <a:chExt cx="1527240" cy="1182072"/>
          </a:xfrm>
        </p:grpSpPr>
        <p:pic>
          <p:nvPicPr>
            <p:cNvPr id="23" name="Picture 22" descr="ArcGIS Experience Builder and ArcGIS Web AppBuilder at Esri ...">
              <a:extLst>
                <a:ext uri="{FF2B5EF4-FFF2-40B4-BE49-F238E27FC236}">
                  <a16:creationId xmlns:a16="http://schemas.microsoft.com/office/drawing/2014/main" id="{06836ECB-82D1-AFB4-C6F4-8933823A3A12}"/>
                </a:ext>
              </a:extLst>
            </p:cNvPr>
            <p:cNvPicPr>
              <a:picLocks noChangeAspect="1"/>
            </p:cNvPicPr>
            <p:nvPr/>
          </p:nvPicPr>
          <p:blipFill>
            <a:blip r:embed="rId5"/>
            <a:srcRect r="47981"/>
            <a:stretch>
              <a:fillRect/>
            </a:stretch>
          </p:blipFill>
          <p:spPr>
            <a:xfrm>
              <a:off x="3137010" y="5352232"/>
              <a:ext cx="928716" cy="1008517"/>
            </a:xfrm>
            <a:prstGeom prst="rect">
              <a:avLst/>
            </a:prstGeom>
          </p:spPr>
        </p:pic>
        <p:sp>
          <p:nvSpPr>
            <p:cNvPr id="24" name="TextBox 23">
              <a:extLst>
                <a:ext uri="{FF2B5EF4-FFF2-40B4-BE49-F238E27FC236}">
                  <a16:creationId xmlns:a16="http://schemas.microsoft.com/office/drawing/2014/main" id="{DC4DDAAC-3B79-F345-90A9-D5E485D99B43}"/>
                </a:ext>
              </a:extLst>
            </p:cNvPr>
            <p:cNvSpPr txBox="1"/>
            <p:nvPr/>
          </p:nvSpPr>
          <p:spPr>
            <a:xfrm>
              <a:off x="2837748" y="6164972"/>
              <a:ext cx="1527240" cy="369332"/>
            </a:xfrm>
            <a:prstGeom prst="rect">
              <a:avLst/>
            </a:prstGeom>
            <a:noFill/>
          </p:spPr>
          <p:txBody>
            <a:bodyPr wrap="square" rtlCol="0">
              <a:spAutoFit/>
            </a:bodyPr>
            <a:lstStyle/>
            <a:p>
              <a:pPr algn="ctr"/>
              <a:r>
                <a:rPr lang="en-US" sz="1000" dirty="0"/>
                <a:t>Web app</a:t>
              </a:r>
            </a:p>
            <a:p>
              <a:pPr algn="ctr"/>
              <a:r>
                <a:rPr lang="en-US" sz="800" dirty="0"/>
                <a:t>(Experience Builder)</a:t>
              </a:r>
            </a:p>
          </p:txBody>
        </p:sp>
      </p:grpSp>
      <p:cxnSp>
        <p:nvCxnSpPr>
          <p:cNvPr id="26" name="Straight Arrow Connector 25">
            <a:extLst>
              <a:ext uri="{FF2B5EF4-FFF2-40B4-BE49-F238E27FC236}">
                <a16:creationId xmlns:a16="http://schemas.microsoft.com/office/drawing/2014/main" id="{1ADACAFF-3157-CB0B-F47B-DF5B0A74FE16}"/>
              </a:ext>
            </a:extLst>
          </p:cNvPr>
          <p:cNvCxnSpPr>
            <a:cxnSpLocks/>
          </p:cNvCxnSpPr>
          <p:nvPr/>
        </p:nvCxnSpPr>
        <p:spPr>
          <a:xfrm>
            <a:off x="4309450" y="2431169"/>
            <a:ext cx="745223" cy="0"/>
          </a:xfrm>
          <a:prstGeom prst="straightConnector1">
            <a:avLst/>
          </a:prstGeom>
          <a:ln>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pic>
        <p:nvPicPr>
          <p:cNvPr id="36" name="Picture 4" descr="R: R Logo">
            <a:extLst>
              <a:ext uri="{FF2B5EF4-FFF2-40B4-BE49-F238E27FC236}">
                <a16:creationId xmlns:a16="http://schemas.microsoft.com/office/drawing/2014/main" id="{C5A29F49-1955-0668-B13A-538A5A9C35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7945" y="3201828"/>
            <a:ext cx="393361" cy="30480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R: R Logo">
            <a:extLst>
              <a:ext uri="{FF2B5EF4-FFF2-40B4-BE49-F238E27FC236}">
                <a16:creationId xmlns:a16="http://schemas.microsoft.com/office/drawing/2014/main" id="{7E3B2545-376A-0399-8022-85B8829EC9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9137" y="4635383"/>
            <a:ext cx="807148" cy="625427"/>
          </a:xfrm>
          <a:prstGeom prst="rect">
            <a:avLst/>
          </a:prstGeom>
          <a:noFill/>
          <a:extLst>
            <a:ext uri="{909E8E84-426E-40DD-AFC4-6F175D3DCCD1}">
              <a14:hiddenFill xmlns:a14="http://schemas.microsoft.com/office/drawing/2010/main">
                <a:solidFill>
                  <a:srgbClr val="FFFFFF"/>
                </a:solidFill>
              </a14:hiddenFill>
            </a:ext>
          </a:extLst>
        </p:spPr>
      </p:pic>
      <p:sp>
        <p:nvSpPr>
          <p:cNvPr id="43" name="Freeform: Shape 42">
            <a:extLst>
              <a:ext uri="{FF2B5EF4-FFF2-40B4-BE49-F238E27FC236}">
                <a16:creationId xmlns:a16="http://schemas.microsoft.com/office/drawing/2014/main" id="{F45F6899-DDA0-5913-009A-7DF04EB518B2}"/>
              </a:ext>
            </a:extLst>
          </p:cNvPr>
          <p:cNvSpPr/>
          <p:nvPr/>
        </p:nvSpPr>
        <p:spPr>
          <a:xfrm>
            <a:off x="3023858" y="3340729"/>
            <a:ext cx="3395049" cy="1222218"/>
          </a:xfrm>
          <a:custGeom>
            <a:avLst/>
            <a:gdLst>
              <a:gd name="csX0" fmla="*/ 0 w 3395049"/>
              <a:gd name="csY0" fmla="*/ 1222218 h 1222218"/>
              <a:gd name="csX1" fmla="*/ 3395049 w 3395049"/>
              <a:gd name="csY1" fmla="*/ 0 h 1222218"/>
              <a:gd name="csX0" fmla="*/ 0 w 3395049"/>
              <a:gd name="csY0" fmla="*/ 1222218 h 1222218"/>
              <a:gd name="csX1" fmla="*/ 3395049 w 3395049"/>
              <a:gd name="csY1" fmla="*/ 0 h 1222218"/>
              <a:gd name="csX0" fmla="*/ 0 w 3395049"/>
              <a:gd name="csY0" fmla="*/ 1222218 h 1222218"/>
              <a:gd name="csX1" fmla="*/ 3395049 w 3395049"/>
              <a:gd name="csY1" fmla="*/ 0 h 1222218"/>
            </a:gdLst>
            <a:ahLst/>
            <a:cxnLst>
              <a:cxn ang="0">
                <a:pos x="csX0" y="csY0"/>
              </a:cxn>
              <a:cxn ang="0">
                <a:pos x="csX1" y="csY1"/>
              </a:cxn>
            </a:cxnLst>
            <a:rect l="l" t="t" r="r" b="b"/>
            <a:pathLst>
              <a:path w="3395049" h="1222218">
                <a:moveTo>
                  <a:pt x="0" y="1222218"/>
                </a:moveTo>
                <a:cubicBezTo>
                  <a:pt x="977774" y="552262"/>
                  <a:pt x="2145671" y="36214"/>
                  <a:pt x="3395049" y="0"/>
                </a:cubicBez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33E0528D-0B12-F5D3-DCCA-27D8F0839B78}"/>
              </a:ext>
            </a:extLst>
          </p:cNvPr>
          <p:cNvCxnSpPr/>
          <p:nvPr/>
        </p:nvCxnSpPr>
        <p:spPr>
          <a:xfrm>
            <a:off x="6083929" y="2735225"/>
            <a:ext cx="549233" cy="466603"/>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F1112C8F-EFBF-F743-6E2C-87A599E20A27}"/>
              </a:ext>
            </a:extLst>
          </p:cNvPr>
          <p:cNvCxnSpPr/>
          <p:nvPr/>
        </p:nvCxnSpPr>
        <p:spPr>
          <a:xfrm flipH="1">
            <a:off x="5988528" y="3576119"/>
            <a:ext cx="559417" cy="357093"/>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C40AF56-C3D1-ABF0-81DE-DE0C361953A4}"/>
              </a:ext>
            </a:extLst>
          </p:cNvPr>
          <p:cNvCxnSpPr/>
          <p:nvPr/>
        </p:nvCxnSpPr>
        <p:spPr>
          <a:xfrm>
            <a:off x="6955048" y="3594226"/>
            <a:ext cx="416509" cy="338986"/>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1EA642F5-0E15-8127-C5C0-76FC24FCF01A}"/>
              </a:ext>
            </a:extLst>
          </p:cNvPr>
          <p:cNvCxnSpPr/>
          <p:nvPr/>
        </p:nvCxnSpPr>
        <p:spPr>
          <a:xfrm flipH="1">
            <a:off x="6744625" y="3576119"/>
            <a:ext cx="8016" cy="1371977"/>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44EEAC9-8C59-E62F-5F23-EB6CA5030E11}"/>
              </a:ext>
            </a:extLst>
          </p:cNvPr>
          <p:cNvCxnSpPr>
            <a:endCxn id="23" idx="1"/>
          </p:cNvCxnSpPr>
          <p:nvPr/>
        </p:nvCxnSpPr>
        <p:spPr>
          <a:xfrm flipV="1">
            <a:off x="8510258" y="4214850"/>
            <a:ext cx="1273164" cy="47257"/>
          </a:xfrm>
          <a:prstGeom prst="line">
            <a:avLst/>
          </a:pr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CC931E7-068E-B702-415E-BD37DB3C2D8A}"/>
              </a:ext>
            </a:extLst>
          </p:cNvPr>
          <p:cNvCxnSpPr/>
          <p:nvPr/>
        </p:nvCxnSpPr>
        <p:spPr>
          <a:xfrm flipV="1">
            <a:off x="7260880" y="4523331"/>
            <a:ext cx="2408221" cy="954747"/>
          </a:xfrm>
          <a:prstGeom prst="line">
            <a:avLst/>
          </a:pr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F254F05C-0811-7E35-0426-3868A13ACF1B}"/>
              </a:ext>
            </a:extLst>
          </p:cNvPr>
          <p:cNvCxnSpPr/>
          <p:nvPr/>
        </p:nvCxnSpPr>
        <p:spPr>
          <a:xfrm>
            <a:off x="6145799" y="2688459"/>
            <a:ext cx="549233" cy="466603"/>
          </a:xfrm>
          <a:prstGeom prst="straightConnector1">
            <a:avLst/>
          </a:prstGeom>
          <a:ln>
            <a:solidFill>
              <a:schemeClr val="bg1">
                <a:lumMod val="85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FAC3FE66-46DB-12E3-59BE-8822CBFF7FA2}"/>
              </a:ext>
            </a:extLst>
          </p:cNvPr>
          <p:cNvGrpSpPr/>
          <p:nvPr/>
        </p:nvGrpSpPr>
        <p:grpSpPr>
          <a:xfrm>
            <a:off x="696899" y="1269458"/>
            <a:ext cx="622998" cy="603780"/>
            <a:chOff x="956986" y="763233"/>
            <a:chExt cx="622998" cy="603780"/>
          </a:xfrm>
        </p:grpSpPr>
        <p:pic>
          <p:nvPicPr>
            <p:cNvPr id="3" name="Picture 2" descr="Enhance your Excel spreadsheets with tables, images and ...">
              <a:extLst>
                <a:ext uri="{FF2B5EF4-FFF2-40B4-BE49-F238E27FC236}">
                  <a16:creationId xmlns:a16="http://schemas.microsoft.com/office/drawing/2014/main" id="{189681AF-8506-9987-284C-A680C7D68218}"/>
                </a:ext>
              </a:extLst>
            </p:cNvPr>
            <p:cNvPicPr>
              <a:picLocks noChangeAspect="1"/>
            </p:cNvPicPr>
            <p:nvPr/>
          </p:nvPicPr>
          <p:blipFill>
            <a:blip r:embed="rId7"/>
            <a:srcRect l="23763" t="26580" r="24314" b="25618"/>
            <a:stretch>
              <a:fillRect/>
            </a:stretch>
          </p:blipFill>
          <p:spPr>
            <a:xfrm>
              <a:off x="1025836" y="763233"/>
              <a:ext cx="388383" cy="357559"/>
            </a:xfrm>
            <a:prstGeom prst="rect">
              <a:avLst/>
            </a:prstGeom>
          </p:spPr>
        </p:pic>
        <p:sp>
          <p:nvSpPr>
            <p:cNvPr id="7" name="TextBox 6">
              <a:extLst>
                <a:ext uri="{FF2B5EF4-FFF2-40B4-BE49-F238E27FC236}">
                  <a16:creationId xmlns:a16="http://schemas.microsoft.com/office/drawing/2014/main" id="{7D8AD440-7092-FE24-7CC5-2E8903639F1E}"/>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pic>
        <p:nvPicPr>
          <p:cNvPr id="25" name="Picture 4" descr="R: R Logo">
            <a:extLst>
              <a:ext uri="{FF2B5EF4-FFF2-40B4-BE49-F238E27FC236}">
                <a16:creationId xmlns:a16="http://schemas.microsoft.com/office/drawing/2014/main" id="{90EC0128-EFB4-5579-E81A-AB98DEF455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9350" y="1292390"/>
            <a:ext cx="393361" cy="304800"/>
          </a:xfrm>
          <a:prstGeom prst="rect">
            <a:avLst/>
          </a:prstGeom>
          <a:noFill/>
          <a:extLst>
            <a:ext uri="{909E8E84-426E-40DD-AFC4-6F175D3DCCD1}">
              <a14:hiddenFill xmlns:a14="http://schemas.microsoft.com/office/drawing/2010/main">
                <a:solidFill>
                  <a:srgbClr val="FFFFFF"/>
                </a:solidFill>
              </a14:hiddenFill>
            </a:ext>
          </a:extLst>
        </p:spPr>
      </p:pic>
      <p:sp>
        <p:nvSpPr>
          <p:cNvPr id="29" name="Freeform: Shape 28">
            <a:extLst>
              <a:ext uri="{FF2B5EF4-FFF2-40B4-BE49-F238E27FC236}">
                <a16:creationId xmlns:a16="http://schemas.microsoft.com/office/drawing/2014/main" id="{35241519-92B6-9E3A-0902-931082E7FE81}"/>
              </a:ext>
            </a:extLst>
          </p:cNvPr>
          <p:cNvSpPr/>
          <p:nvPr/>
        </p:nvSpPr>
        <p:spPr>
          <a:xfrm>
            <a:off x="2815628" y="2978589"/>
            <a:ext cx="669956" cy="1466661"/>
          </a:xfrm>
          <a:custGeom>
            <a:avLst/>
            <a:gdLst>
              <a:gd name="csX0" fmla="*/ 0 w 805758"/>
              <a:gd name="csY0" fmla="*/ 1421394 h 1421394"/>
              <a:gd name="csX1" fmla="*/ 805758 w 805758"/>
              <a:gd name="csY1" fmla="*/ 0 h 1421394"/>
              <a:gd name="csX0" fmla="*/ 0 w 805758"/>
              <a:gd name="csY0" fmla="*/ 1421394 h 1421394"/>
              <a:gd name="csX1" fmla="*/ 805758 w 805758"/>
              <a:gd name="csY1" fmla="*/ 0 h 1421394"/>
              <a:gd name="csX0" fmla="*/ 0 w 805758"/>
              <a:gd name="csY0" fmla="*/ 1421394 h 1421394"/>
              <a:gd name="csX1" fmla="*/ 805758 w 805758"/>
              <a:gd name="csY1" fmla="*/ 0 h 1421394"/>
              <a:gd name="csX0" fmla="*/ 0 w 669956"/>
              <a:gd name="csY0" fmla="*/ 1466661 h 1466661"/>
              <a:gd name="csX1" fmla="*/ 669956 w 669956"/>
              <a:gd name="csY1" fmla="*/ 0 h 1466661"/>
              <a:gd name="csX0" fmla="*/ 0 w 669956"/>
              <a:gd name="csY0" fmla="*/ 1466661 h 1466661"/>
              <a:gd name="csX1" fmla="*/ 669956 w 669956"/>
              <a:gd name="csY1" fmla="*/ 0 h 1466661"/>
            </a:gdLst>
            <a:ahLst/>
            <a:cxnLst>
              <a:cxn ang="0">
                <a:pos x="csX0" y="csY0"/>
              </a:cxn>
              <a:cxn ang="0">
                <a:pos x="csX1" y="csY1"/>
              </a:cxn>
            </a:cxnLst>
            <a:rect l="l" t="t" r="r" b="b"/>
            <a:pathLst>
              <a:path w="669956" h="1466661">
                <a:moveTo>
                  <a:pt x="0" y="1466661"/>
                </a:moveTo>
                <a:cubicBezTo>
                  <a:pt x="123731" y="965703"/>
                  <a:pt x="301782" y="455691"/>
                  <a:pt x="669956" y="0"/>
                </a:cubicBezTo>
              </a:path>
            </a:pathLst>
          </a:custGeom>
          <a:noFill/>
          <a:ln>
            <a:solidFill>
              <a:schemeClr val="accent1"/>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9BC54376-1D40-D2CC-ACEE-A9677D2B3E64}"/>
              </a:ext>
            </a:extLst>
          </p:cNvPr>
          <p:cNvSpPr/>
          <p:nvPr/>
        </p:nvSpPr>
        <p:spPr>
          <a:xfrm>
            <a:off x="2479319" y="1792586"/>
            <a:ext cx="137132" cy="2634559"/>
          </a:xfrm>
          <a:custGeom>
            <a:avLst/>
            <a:gdLst>
              <a:gd name="csX0" fmla="*/ 135801 w 135801"/>
              <a:gd name="csY0" fmla="*/ 2634559 h 2634559"/>
              <a:gd name="csX1" fmla="*/ 0 w 135801"/>
              <a:gd name="csY1" fmla="*/ 0 h 2634559"/>
              <a:gd name="csX0" fmla="*/ 136379 w 136379"/>
              <a:gd name="csY0" fmla="*/ 2634559 h 2634559"/>
              <a:gd name="csX1" fmla="*/ 578 w 136379"/>
              <a:gd name="csY1" fmla="*/ 0 h 2634559"/>
              <a:gd name="csX0" fmla="*/ 137132 w 137132"/>
              <a:gd name="csY0" fmla="*/ 2634559 h 2634559"/>
              <a:gd name="csX1" fmla="*/ 1331 w 137132"/>
              <a:gd name="csY1" fmla="*/ 0 h 2634559"/>
            </a:gdLst>
            <a:ahLst/>
            <a:cxnLst>
              <a:cxn ang="0">
                <a:pos x="csX0" y="csY0"/>
              </a:cxn>
              <a:cxn ang="0">
                <a:pos x="csX1" y="csY1"/>
              </a:cxn>
            </a:cxnLst>
            <a:rect l="l" t="t" r="r" b="b"/>
            <a:pathLst>
              <a:path w="137132" h="2634559">
                <a:moveTo>
                  <a:pt x="137132" y="2634559"/>
                </a:moveTo>
                <a:cubicBezTo>
                  <a:pt x="28491" y="1756373"/>
                  <a:pt x="-7722" y="887240"/>
                  <a:pt x="1331" y="0"/>
                </a:cubicBezTo>
              </a:path>
            </a:pathLst>
          </a:custGeom>
          <a:noFill/>
          <a:ln>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c 36" descr="Folder outline">
            <a:extLst>
              <a:ext uri="{FF2B5EF4-FFF2-40B4-BE49-F238E27FC236}">
                <a16:creationId xmlns:a16="http://schemas.microsoft.com/office/drawing/2014/main" id="{ACB7D1A5-CEBB-4693-046C-7AA163F8725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04136" y="415524"/>
            <a:ext cx="1103666" cy="1103666"/>
          </a:xfrm>
          <a:prstGeom prst="rect">
            <a:avLst/>
          </a:prstGeom>
        </p:spPr>
      </p:pic>
      <p:pic>
        <p:nvPicPr>
          <p:cNvPr id="39" name="Picture 38" descr="Working with geographic data | ArcGIS Resource Center">
            <a:extLst>
              <a:ext uri="{FF2B5EF4-FFF2-40B4-BE49-F238E27FC236}">
                <a16:creationId xmlns:a16="http://schemas.microsoft.com/office/drawing/2014/main" id="{FC6B4405-26AB-5771-7E10-54413C4EB3E0}"/>
              </a:ext>
            </a:extLst>
          </p:cNvPr>
          <p:cNvPicPr>
            <a:picLocks noChangeAspect="1"/>
          </p:cNvPicPr>
          <p:nvPr/>
        </p:nvPicPr>
        <p:blipFill>
          <a:blip r:embed="rId9"/>
          <a:stretch>
            <a:fillRect/>
          </a:stretch>
        </p:blipFill>
        <p:spPr>
          <a:xfrm>
            <a:off x="3843138" y="853393"/>
            <a:ext cx="625662" cy="416065"/>
          </a:xfrm>
          <a:prstGeom prst="rect">
            <a:avLst/>
          </a:prstGeom>
        </p:spPr>
      </p:pic>
      <p:sp>
        <p:nvSpPr>
          <p:cNvPr id="41" name="Freeform: Shape 40">
            <a:extLst>
              <a:ext uri="{FF2B5EF4-FFF2-40B4-BE49-F238E27FC236}">
                <a16:creationId xmlns:a16="http://schemas.microsoft.com/office/drawing/2014/main" id="{ED73BFD6-D524-161D-80A4-DA4642D9300D}"/>
              </a:ext>
            </a:extLst>
          </p:cNvPr>
          <p:cNvSpPr/>
          <p:nvPr/>
        </p:nvSpPr>
        <p:spPr>
          <a:xfrm>
            <a:off x="2697933" y="968721"/>
            <a:ext cx="914400" cy="307818"/>
          </a:xfrm>
          <a:custGeom>
            <a:avLst/>
            <a:gdLst>
              <a:gd name="csX0" fmla="*/ 0 w 832919"/>
              <a:gd name="csY0" fmla="*/ 380245 h 380245"/>
              <a:gd name="csX1" fmla="*/ 832919 w 832919"/>
              <a:gd name="csY1" fmla="*/ 0 h 380245"/>
              <a:gd name="csX0" fmla="*/ 0 w 832919"/>
              <a:gd name="csY0" fmla="*/ 380245 h 380245"/>
              <a:gd name="csX1" fmla="*/ 832919 w 832919"/>
              <a:gd name="csY1" fmla="*/ 0 h 380245"/>
              <a:gd name="csX0" fmla="*/ 0 w 832919"/>
              <a:gd name="csY0" fmla="*/ 380245 h 380245"/>
              <a:gd name="csX1" fmla="*/ 832919 w 832919"/>
              <a:gd name="csY1" fmla="*/ 0 h 380245"/>
              <a:gd name="csX0" fmla="*/ 0 w 914400"/>
              <a:gd name="csY0" fmla="*/ 307818 h 307818"/>
              <a:gd name="csX1" fmla="*/ 914400 w 914400"/>
              <a:gd name="csY1" fmla="*/ 0 h 307818"/>
              <a:gd name="csX0" fmla="*/ 0 w 914400"/>
              <a:gd name="csY0" fmla="*/ 307818 h 307818"/>
              <a:gd name="csX1" fmla="*/ 914400 w 914400"/>
              <a:gd name="csY1" fmla="*/ 0 h 307818"/>
            </a:gdLst>
            <a:ahLst/>
            <a:cxnLst>
              <a:cxn ang="0">
                <a:pos x="csX0" y="csY0"/>
              </a:cxn>
              <a:cxn ang="0">
                <a:pos x="csX1" y="csY1"/>
              </a:cxn>
            </a:cxnLst>
            <a:rect l="l" t="t" r="r" b="b"/>
            <a:pathLst>
              <a:path w="914400" h="307818">
                <a:moveTo>
                  <a:pt x="0" y="307818"/>
                </a:moveTo>
                <a:cubicBezTo>
                  <a:pt x="241425" y="99589"/>
                  <a:pt x="564332" y="36214"/>
                  <a:pt x="914400" y="0"/>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7F390A35-6E8E-4B45-4F72-D2B3A02D1481}"/>
              </a:ext>
            </a:extLst>
          </p:cNvPr>
          <p:cNvSpPr/>
          <p:nvPr/>
        </p:nvSpPr>
        <p:spPr>
          <a:xfrm>
            <a:off x="4662535" y="1004935"/>
            <a:ext cx="896293" cy="914400"/>
          </a:xfrm>
          <a:custGeom>
            <a:avLst/>
            <a:gdLst>
              <a:gd name="csX0" fmla="*/ 0 w 896293"/>
              <a:gd name="csY0" fmla="*/ 0 h 914400"/>
              <a:gd name="csX1" fmla="*/ 896293 w 896293"/>
              <a:gd name="csY1" fmla="*/ 914400 h 914400"/>
              <a:gd name="csX0" fmla="*/ 0 w 896293"/>
              <a:gd name="csY0" fmla="*/ 0 h 914400"/>
              <a:gd name="csX1" fmla="*/ 896293 w 896293"/>
              <a:gd name="csY1" fmla="*/ 914400 h 914400"/>
              <a:gd name="csX0" fmla="*/ 0 w 896293"/>
              <a:gd name="csY0" fmla="*/ 0 h 914400"/>
              <a:gd name="csX1" fmla="*/ 896293 w 896293"/>
              <a:gd name="csY1" fmla="*/ 914400 h 914400"/>
            </a:gdLst>
            <a:ahLst/>
            <a:cxnLst>
              <a:cxn ang="0">
                <a:pos x="csX0" y="csY0"/>
              </a:cxn>
              <a:cxn ang="0">
                <a:pos x="csX1" y="csY1"/>
              </a:cxn>
            </a:cxnLst>
            <a:rect l="l" t="t" r="r" b="b"/>
            <a:pathLst>
              <a:path w="896293" h="914400">
                <a:moveTo>
                  <a:pt x="0" y="0"/>
                </a:moveTo>
                <a:cubicBezTo>
                  <a:pt x="497940" y="150891"/>
                  <a:pt x="760492" y="491905"/>
                  <a:pt x="896293" y="914400"/>
                </a:cubicBezTo>
              </a:path>
            </a:pathLst>
          </a:custGeom>
          <a:noFill/>
          <a:ln>
            <a:solidFill>
              <a:schemeClr val="bg1">
                <a:lumMod val="85000"/>
              </a:schemeClr>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B29A9BE-1E83-84FC-2B86-03C65AE6178B}"/>
              </a:ext>
            </a:extLst>
          </p:cNvPr>
          <p:cNvSpPr/>
          <p:nvPr/>
        </p:nvSpPr>
        <p:spPr>
          <a:xfrm>
            <a:off x="1303699" y="1448554"/>
            <a:ext cx="887240" cy="31734"/>
          </a:xfrm>
          <a:custGeom>
            <a:avLst/>
            <a:gdLst>
              <a:gd name="csX0" fmla="*/ 0 w 887240"/>
              <a:gd name="csY0" fmla="*/ 9054 h 9054"/>
              <a:gd name="csX1" fmla="*/ 887240 w 887240"/>
              <a:gd name="csY1" fmla="*/ 0 h 9054"/>
              <a:gd name="csX0" fmla="*/ 0 w 10000"/>
              <a:gd name="csY0" fmla="*/ 10000 h 25726"/>
              <a:gd name="csX1" fmla="*/ 10000 w 10000"/>
              <a:gd name="csY1" fmla="*/ 0 h 25726"/>
              <a:gd name="csX0" fmla="*/ 0 w 10000"/>
              <a:gd name="csY0" fmla="*/ 10000 h 35050"/>
              <a:gd name="csX1" fmla="*/ 10000 w 10000"/>
              <a:gd name="csY1" fmla="*/ 0 h 35050"/>
            </a:gdLst>
            <a:ahLst/>
            <a:cxnLst>
              <a:cxn ang="0">
                <a:pos x="csX0" y="csY0"/>
              </a:cxn>
              <a:cxn ang="0">
                <a:pos x="csX1" y="csY1"/>
              </a:cxn>
            </a:cxnLst>
            <a:rect l="l" t="t" r="r" b="b"/>
            <a:pathLst>
              <a:path w="10000" h="35050">
                <a:moveTo>
                  <a:pt x="0" y="10000"/>
                </a:moveTo>
                <a:cubicBezTo>
                  <a:pt x="3333" y="36666"/>
                  <a:pt x="6565" y="53330"/>
                  <a:pt x="10000" y="0"/>
                </a:cubicBezTo>
              </a:path>
            </a:pathLst>
          </a:custGeom>
          <a:noFill/>
          <a:ln>
            <a:solidFill>
              <a:schemeClr val="bg1">
                <a:lumMod val="8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4C7CF49-F65E-CE87-D368-F78C24370CD9}"/>
              </a:ext>
            </a:extLst>
          </p:cNvPr>
          <p:cNvSpPr/>
          <p:nvPr/>
        </p:nvSpPr>
        <p:spPr>
          <a:xfrm>
            <a:off x="7058494" y="1925248"/>
            <a:ext cx="818484" cy="638583"/>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Web map for QA</a:t>
            </a:r>
          </a:p>
        </p:txBody>
      </p:sp>
      <p:cxnSp>
        <p:nvCxnSpPr>
          <p:cNvPr id="27" name="Straight Arrow Connector 26">
            <a:extLst>
              <a:ext uri="{FF2B5EF4-FFF2-40B4-BE49-F238E27FC236}">
                <a16:creationId xmlns:a16="http://schemas.microsoft.com/office/drawing/2014/main" id="{66306DDF-29E0-81B1-9FC4-5EBD8CD2BD56}"/>
              </a:ext>
            </a:extLst>
          </p:cNvPr>
          <p:cNvCxnSpPr>
            <a:stCxn id="10" idx="3"/>
          </p:cNvCxnSpPr>
          <p:nvPr/>
        </p:nvCxnSpPr>
        <p:spPr>
          <a:xfrm flipV="1">
            <a:off x="5988528" y="2255520"/>
            <a:ext cx="966520" cy="17564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3958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898D-B6D5-7A34-5F7D-FE7328D079C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20A1004-2AFA-ED1A-5A99-7A164DE59B8D}"/>
              </a:ext>
            </a:extLst>
          </p:cNvPr>
          <p:cNvGrpSpPr/>
          <p:nvPr/>
        </p:nvGrpSpPr>
        <p:grpSpPr>
          <a:xfrm>
            <a:off x="1941314" y="1136231"/>
            <a:ext cx="1527240" cy="1053925"/>
            <a:chOff x="632704" y="3572763"/>
            <a:chExt cx="1527240" cy="1053925"/>
          </a:xfrm>
        </p:grpSpPr>
        <p:pic>
          <p:nvPicPr>
            <p:cNvPr id="5" name="Picture 4" descr="App - ArcGIS Survey123">
              <a:extLst>
                <a:ext uri="{FF2B5EF4-FFF2-40B4-BE49-F238E27FC236}">
                  <a16:creationId xmlns:a16="http://schemas.microsoft.com/office/drawing/2014/main" id="{554F5784-884F-1022-2548-B82743480461}"/>
                </a:ext>
              </a:extLst>
            </p:cNvPr>
            <p:cNvPicPr>
              <a:picLocks noChangeAspect="1"/>
            </p:cNvPicPr>
            <p:nvPr/>
          </p:nvPicPr>
          <p:blipFill>
            <a:blip r:embed="rId2"/>
            <a:stretch>
              <a:fillRect/>
            </a:stretch>
          </p:blipFill>
          <p:spPr>
            <a:xfrm>
              <a:off x="1005191" y="3572763"/>
              <a:ext cx="782266" cy="782266"/>
            </a:xfrm>
            <a:prstGeom prst="rect">
              <a:avLst/>
            </a:prstGeom>
          </p:spPr>
        </p:pic>
        <p:sp>
          <p:nvSpPr>
            <p:cNvPr id="6" name="TextBox 5">
              <a:extLst>
                <a:ext uri="{FF2B5EF4-FFF2-40B4-BE49-F238E27FC236}">
                  <a16:creationId xmlns:a16="http://schemas.microsoft.com/office/drawing/2014/main" id="{82C18556-20BD-EE39-26F6-8CC0A10B35EE}"/>
                </a:ext>
              </a:extLst>
            </p:cNvPr>
            <p:cNvSpPr txBox="1"/>
            <p:nvPr/>
          </p:nvSpPr>
          <p:spPr>
            <a:xfrm>
              <a:off x="632704" y="4380467"/>
              <a:ext cx="1527240" cy="246221"/>
            </a:xfrm>
            <a:prstGeom prst="rect">
              <a:avLst/>
            </a:prstGeom>
            <a:noFill/>
          </p:spPr>
          <p:txBody>
            <a:bodyPr wrap="square" rtlCol="0">
              <a:spAutoFit/>
            </a:bodyPr>
            <a:lstStyle/>
            <a:p>
              <a:pPr algn="ctr"/>
              <a:r>
                <a:rPr lang="en-US" sz="1000" dirty="0"/>
                <a:t>Survey 123</a:t>
              </a:r>
            </a:p>
          </p:txBody>
        </p:sp>
      </p:grpSp>
      <p:grpSp>
        <p:nvGrpSpPr>
          <p:cNvPr id="9" name="Group 8">
            <a:extLst>
              <a:ext uri="{FF2B5EF4-FFF2-40B4-BE49-F238E27FC236}">
                <a16:creationId xmlns:a16="http://schemas.microsoft.com/office/drawing/2014/main" id="{99B8F716-88F4-D14C-380E-888B4DD6A76A}"/>
              </a:ext>
            </a:extLst>
          </p:cNvPr>
          <p:cNvGrpSpPr/>
          <p:nvPr/>
        </p:nvGrpSpPr>
        <p:grpSpPr>
          <a:xfrm>
            <a:off x="4429983" y="1122292"/>
            <a:ext cx="1138136" cy="924792"/>
            <a:chOff x="5271956" y="5486401"/>
            <a:chExt cx="1138136" cy="924792"/>
          </a:xfrm>
        </p:grpSpPr>
        <p:pic>
          <p:nvPicPr>
            <p:cNvPr id="10" name="Picture 9" descr="A diagram of a feature layer showing point, multipoint, polyline, polygon, and multipatch as possible geometric types">
              <a:extLst>
                <a:ext uri="{FF2B5EF4-FFF2-40B4-BE49-F238E27FC236}">
                  <a16:creationId xmlns:a16="http://schemas.microsoft.com/office/drawing/2014/main" id="{EFB5E5D0-5CE5-3F2D-6C13-A0CABC4E9243}"/>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1" name="TextBox 10">
              <a:extLst>
                <a:ext uri="{FF2B5EF4-FFF2-40B4-BE49-F238E27FC236}">
                  <a16:creationId xmlns:a16="http://schemas.microsoft.com/office/drawing/2014/main" id="{03309E6C-60D3-8240-8C78-DBBFCC4E9A85}"/>
                </a:ext>
              </a:extLst>
            </p:cNvPr>
            <p:cNvSpPr txBox="1"/>
            <p:nvPr/>
          </p:nvSpPr>
          <p:spPr>
            <a:xfrm>
              <a:off x="5271956" y="6164972"/>
              <a:ext cx="1138136" cy="246221"/>
            </a:xfrm>
            <a:prstGeom prst="rect">
              <a:avLst/>
            </a:prstGeom>
            <a:noFill/>
          </p:spPr>
          <p:txBody>
            <a:bodyPr wrap="square" rtlCol="0">
              <a:spAutoFit/>
            </a:bodyPr>
            <a:lstStyle/>
            <a:p>
              <a:pPr algn="ctr"/>
              <a:r>
                <a:rPr lang="en-US" sz="1000" dirty="0"/>
                <a:t>DB - dev</a:t>
              </a:r>
            </a:p>
          </p:txBody>
        </p:sp>
      </p:grpSp>
      <p:grpSp>
        <p:nvGrpSpPr>
          <p:cNvPr id="12" name="Group 11">
            <a:extLst>
              <a:ext uri="{FF2B5EF4-FFF2-40B4-BE49-F238E27FC236}">
                <a16:creationId xmlns:a16="http://schemas.microsoft.com/office/drawing/2014/main" id="{F3062666-766A-DF76-606A-6FA06B8F7284}"/>
              </a:ext>
            </a:extLst>
          </p:cNvPr>
          <p:cNvGrpSpPr/>
          <p:nvPr/>
        </p:nvGrpSpPr>
        <p:grpSpPr>
          <a:xfrm>
            <a:off x="4391559" y="4560547"/>
            <a:ext cx="1138136" cy="924792"/>
            <a:chOff x="5271956" y="5486401"/>
            <a:chExt cx="1138136" cy="924792"/>
          </a:xfrm>
        </p:grpSpPr>
        <p:pic>
          <p:nvPicPr>
            <p:cNvPr id="13" name="Picture 12" descr="A diagram of a feature layer showing point, multipoint, polyline, polygon, and multipatch as possible geometric types">
              <a:extLst>
                <a:ext uri="{FF2B5EF4-FFF2-40B4-BE49-F238E27FC236}">
                  <a16:creationId xmlns:a16="http://schemas.microsoft.com/office/drawing/2014/main" id="{6BF3FF1F-0423-C29A-6CAA-973C8E7CAB58}"/>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4" name="TextBox 13">
              <a:extLst>
                <a:ext uri="{FF2B5EF4-FFF2-40B4-BE49-F238E27FC236}">
                  <a16:creationId xmlns:a16="http://schemas.microsoft.com/office/drawing/2014/main" id="{F1A8B172-6C40-C5C2-546F-FADE822D08FB}"/>
                </a:ext>
              </a:extLst>
            </p:cNvPr>
            <p:cNvSpPr txBox="1"/>
            <p:nvPr/>
          </p:nvSpPr>
          <p:spPr>
            <a:xfrm>
              <a:off x="5271956" y="6164972"/>
              <a:ext cx="1138136" cy="246221"/>
            </a:xfrm>
            <a:prstGeom prst="rect">
              <a:avLst/>
            </a:prstGeom>
            <a:noFill/>
          </p:spPr>
          <p:txBody>
            <a:bodyPr wrap="square" rtlCol="0">
              <a:spAutoFit/>
            </a:bodyPr>
            <a:lstStyle/>
            <a:p>
              <a:pPr algn="ctr"/>
              <a:r>
                <a:rPr lang="en-US" sz="1000" dirty="0"/>
                <a:t>DB - prod</a:t>
              </a:r>
            </a:p>
          </p:txBody>
        </p:sp>
      </p:grpSp>
      <p:grpSp>
        <p:nvGrpSpPr>
          <p:cNvPr id="15" name="Group 14">
            <a:extLst>
              <a:ext uri="{FF2B5EF4-FFF2-40B4-BE49-F238E27FC236}">
                <a16:creationId xmlns:a16="http://schemas.microsoft.com/office/drawing/2014/main" id="{DCA46105-5072-6E76-F154-DEB97D29B46E}"/>
              </a:ext>
            </a:extLst>
          </p:cNvPr>
          <p:cNvGrpSpPr/>
          <p:nvPr/>
        </p:nvGrpSpPr>
        <p:grpSpPr>
          <a:xfrm>
            <a:off x="6555103" y="4560547"/>
            <a:ext cx="1138136" cy="924792"/>
            <a:chOff x="5271956" y="5486401"/>
            <a:chExt cx="1138136" cy="924792"/>
          </a:xfrm>
        </p:grpSpPr>
        <p:pic>
          <p:nvPicPr>
            <p:cNvPr id="16" name="Picture 15" descr="A diagram of a feature layer showing point, multipoint, polyline, polygon, and multipatch as possible geometric types">
              <a:extLst>
                <a:ext uri="{FF2B5EF4-FFF2-40B4-BE49-F238E27FC236}">
                  <a16:creationId xmlns:a16="http://schemas.microsoft.com/office/drawing/2014/main" id="{5AE0CBFD-54F9-7171-3449-112B2436DB86}"/>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17" name="TextBox 16">
              <a:extLst>
                <a:ext uri="{FF2B5EF4-FFF2-40B4-BE49-F238E27FC236}">
                  <a16:creationId xmlns:a16="http://schemas.microsoft.com/office/drawing/2014/main" id="{80ECCF23-AC28-5A31-850B-7AF677E1BF09}"/>
                </a:ext>
              </a:extLst>
            </p:cNvPr>
            <p:cNvSpPr txBox="1"/>
            <p:nvPr/>
          </p:nvSpPr>
          <p:spPr>
            <a:xfrm>
              <a:off x="5271956" y="6164972"/>
              <a:ext cx="1138136" cy="246221"/>
            </a:xfrm>
            <a:prstGeom prst="rect">
              <a:avLst/>
            </a:prstGeom>
            <a:noFill/>
          </p:spPr>
          <p:txBody>
            <a:bodyPr wrap="square" rtlCol="0">
              <a:spAutoFit/>
            </a:bodyPr>
            <a:lstStyle/>
            <a:p>
              <a:pPr algn="ctr"/>
              <a:r>
                <a:rPr lang="en-US" sz="1000" dirty="0"/>
                <a:t>View - prod</a:t>
              </a:r>
            </a:p>
          </p:txBody>
        </p:sp>
      </p:grpSp>
      <p:grpSp>
        <p:nvGrpSpPr>
          <p:cNvPr id="18" name="Group 17">
            <a:extLst>
              <a:ext uri="{FF2B5EF4-FFF2-40B4-BE49-F238E27FC236}">
                <a16:creationId xmlns:a16="http://schemas.microsoft.com/office/drawing/2014/main" id="{CF495FDD-5017-36AE-3546-EAE98E1B3725}"/>
              </a:ext>
            </a:extLst>
          </p:cNvPr>
          <p:cNvGrpSpPr/>
          <p:nvPr/>
        </p:nvGrpSpPr>
        <p:grpSpPr>
          <a:xfrm>
            <a:off x="6926444" y="2318309"/>
            <a:ext cx="627738" cy="559594"/>
            <a:chOff x="7035025" y="3155493"/>
            <a:chExt cx="627738" cy="559594"/>
          </a:xfrm>
        </p:grpSpPr>
        <p:pic>
          <p:nvPicPr>
            <p:cNvPr id="19" name="Picture 18" descr="Graph chart vector icon.symbol of business. 4999434 Vector ...">
              <a:extLst>
                <a:ext uri="{FF2B5EF4-FFF2-40B4-BE49-F238E27FC236}">
                  <a16:creationId xmlns:a16="http://schemas.microsoft.com/office/drawing/2014/main" id="{5047D1C6-5F75-CC70-5237-2F991112D785}"/>
                </a:ext>
              </a:extLst>
            </p:cNvPr>
            <p:cNvPicPr>
              <a:picLocks noChangeAspect="1"/>
            </p:cNvPicPr>
            <p:nvPr/>
          </p:nvPicPr>
          <p:blipFill>
            <a:blip r:embed="rId4"/>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20" name="Picture 19" descr="Graph chart vector icon.symbol of business. 4999434 Vector ...">
              <a:extLst>
                <a:ext uri="{FF2B5EF4-FFF2-40B4-BE49-F238E27FC236}">
                  <a16:creationId xmlns:a16="http://schemas.microsoft.com/office/drawing/2014/main" id="{ACA4A4D2-245A-D11C-28AD-62D9E0EBCCE1}"/>
                </a:ext>
              </a:extLst>
            </p:cNvPr>
            <p:cNvPicPr>
              <a:picLocks noChangeAspect="1"/>
            </p:cNvPicPr>
            <p:nvPr/>
          </p:nvPicPr>
          <p:blipFill>
            <a:blip r:embed="rId4"/>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21" name="Picture 20" descr="Graph chart vector icon.symbol of business. 4999434 Vector ...">
              <a:extLst>
                <a:ext uri="{FF2B5EF4-FFF2-40B4-BE49-F238E27FC236}">
                  <a16:creationId xmlns:a16="http://schemas.microsoft.com/office/drawing/2014/main" id="{093536F5-28D5-B039-7DF3-F936877D0642}"/>
                </a:ext>
              </a:extLst>
            </p:cNvPr>
            <p:cNvPicPr>
              <a:picLocks noChangeAspect="1"/>
            </p:cNvPicPr>
            <p:nvPr/>
          </p:nvPicPr>
          <p:blipFill>
            <a:blip r:embed="rId4"/>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cxnSp>
        <p:nvCxnSpPr>
          <p:cNvPr id="26" name="Straight Arrow Connector 25">
            <a:extLst>
              <a:ext uri="{FF2B5EF4-FFF2-40B4-BE49-F238E27FC236}">
                <a16:creationId xmlns:a16="http://schemas.microsoft.com/office/drawing/2014/main" id="{15B1EF2B-C2AF-2E66-66F1-CF753F7D2D07}"/>
              </a:ext>
            </a:extLst>
          </p:cNvPr>
          <p:cNvCxnSpPr/>
          <p:nvPr/>
        </p:nvCxnSpPr>
        <p:spPr>
          <a:xfrm>
            <a:off x="3358835" y="1516768"/>
            <a:ext cx="1071148"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4" name="Picture 4" descr="R: R Logo">
            <a:extLst>
              <a:ext uri="{FF2B5EF4-FFF2-40B4-BE49-F238E27FC236}">
                <a16:creationId xmlns:a16="http://schemas.microsoft.com/office/drawing/2014/main" id="{51938B2E-5CEC-EE2B-A144-FAD2B18C85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3255" y="1374964"/>
            <a:ext cx="393361" cy="3048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R: R Logo">
            <a:extLst>
              <a:ext uri="{FF2B5EF4-FFF2-40B4-BE49-F238E27FC236}">
                <a16:creationId xmlns:a16="http://schemas.microsoft.com/office/drawing/2014/main" id="{C070FEE6-9624-12DB-001E-4303F219F2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4564" y="3675320"/>
            <a:ext cx="393361" cy="30480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R: R Logo">
            <a:extLst>
              <a:ext uri="{FF2B5EF4-FFF2-40B4-BE49-F238E27FC236}">
                <a16:creationId xmlns:a16="http://schemas.microsoft.com/office/drawing/2014/main" id="{04F4747D-83DC-5920-BDE3-A254D36863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4447" y="3720982"/>
            <a:ext cx="807148" cy="625427"/>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Arrow Connector 39">
            <a:extLst>
              <a:ext uri="{FF2B5EF4-FFF2-40B4-BE49-F238E27FC236}">
                <a16:creationId xmlns:a16="http://schemas.microsoft.com/office/drawing/2014/main" id="{ECCA8C0B-241C-504E-EB7D-5D26B1A9A927}"/>
              </a:ext>
            </a:extLst>
          </p:cNvPr>
          <p:cNvCxnSpPr>
            <a:cxnSpLocks/>
          </p:cNvCxnSpPr>
          <p:nvPr/>
        </p:nvCxnSpPr>
        <p:spPr>
          <a:xfrm flipV="1">
            <a:off x="2156487" y="2439827"/>
            <a:ext cx="387536" cy="1157968"/>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1192C1A8-176B-8276-FFBF-4164B087FF65}"/>
              </a:ext>
            </a:extLst>
          </p:cNvPr>
          <p:cNvGrpSpPr/>
          <p:nvPr/>
        </p:nvGrpSpPr>
        <p:grpSpPr>
          <a:xfrm>
            <a:off x="6722163" y="1122292"/>
            <a:ext cx="1138136" cy="924792"/>
            <a:chOff x="5271956" y="5486401"/>
            <a:chExt cx="1138136" cy="924792"/>
          </a:xfrm>
        </p:grpSpPr>
        <p:pic>
          <p:nvPicPr>
            <p:cNvPr id="3" name="Picture 2" descr="A diagram of a feature layer showing point, multipoint, polyline, polygon, and multipatch as possible geometric types">
              <a:extLst>
                <a:ext uri="{FF2B5EF4-FFF2-40B4-BE49-F238E27FC236}">
                  <a16:creationId xmlns:a16="http://schemas.microsoft.com/office/drawing/2014/main" id="{87678C0B-9879-DD51-CD90-226EF3289482}"/>
                </a:ext>
              </a:extLst>
            </p:cNvPr>
            <p:cNvPicPr>
              <a:picLocks noChangeAspect="1"/>
            </p:cNvPicPr>
            <p:nvPr/>
          </p:nvPicPr>
          <p:blipFill>
            <a:blip r:embed="rId3"/>
            <a:srcRect l="40239" t="52257" r="39899" b="11474"/>
            <a:stretch>
              <a:fillRect/>
            </a:stretch>
          </p:blipFill>
          <p:spPr>
            <a:xfrm>
              <a:off x="5476237" y="5486401"/>
              <a:ext cx="729574" cy="749030"/>
            </a:xfrm>
            <a:prstGeom prst="rect">
              <a:avLst/>
            </a:prstGeom>
          </p:spPr>
        </p:pic>
        <p:sp>
          <p:nvSpPr>
            <p:cNvPr id="7" name="TextBox 6">
              <a:extLst>
                <a:ext uri="{FF2B5EF4-FFF2-40B4-BE49-F238E27FC236}">
                  <a16:creationId xmlns:a16="http://schemas.microsoft.com/office/drawing/2014/main" id="{6785D50E-586C-31FA-215C-836481A6C880}"/>
                </a:ext>
              </a:extLst>
            </p:cNvPr>
            <p:cNvSpPr txBox="1"/>
            <p:nvPr/>
          </p:nvSpPr>
          <p:spPr>
            <a:xfrm>
              <a:off x="5271956" y="6164972"/>
              <a:ext cx="1138136" cy="246221"/>
            </a:xfrm>
            <a:prstGeom prst="rect">
              <a:avLst/>
            </a:prstGeom>
            <a:noFill/>
          </p:spPr>
          <p:txBody>
            <a:bodyPr wrap="square" rtlCol="0">
              <a:spAutoFit/>
            </a:bodyPr>
            <a:lstStyle/>
            <a:p>
              <a:pPr algn="ctr"/>
              <a:r>
                <a:rPr lang="en-US" sz="1000" dirty="0"/>
                <a:t>View - dev</a:t>
              </a:r>
            </a:p>
          </p:txBody>
        </p:sp>
      </p:grpSp>
      <p:grpSp>
        <p:nvGrpSpPr>
          <p:cNvPr id="28" name="Group 27">
            <a:extLst>
              <a:ext uri="{FF2B5EF4-FFF2-40B4-BE49-F238E27FC236}">
                <a16:creationId xmlns:a16="http://schemas.microsoft.com/office/drawing/2014/main" id="{1AE11533-2540-9397-18F5-AF8D37F47947}"/>
              </a:ext>
            </a:extLst>
          </p:cNvPr>
          <p:cNvGrpSpPr/>
          <p:nvPr/>
        </p:nvGrpSpPr>
        <p:grpSpPr>
          <a:xfrm>
            <a:off x="8853837" y="1679764"/>
            <a:ext cx="1138136" cy="940595"/>
            <a:chOff x="7412116" y="1123864"/>
            <a:chExt cx="1138136" cy="940595"/>
          </a:xfrm>
        </p:grpSpPr>
        <p:pic>
          <p:nvPicPr>
            <p:cNvPr id="25" name="Picture 24" descr="ArcGIS Experience Builder and ArcGIS Web AppBuilder at Esri ...">
              <a:extLst>
                <a:ext uri="{FF2B5EF4-FFF2-40B4-BE49-F238E27FC236}">
                  <a16:creationId xmlns:a16="http://schemas.microsoft.com/office/drawing/2014/main" id="{C3827256-7AEA-BB0A-1DAB-796770981DE2}"/>
                </a:ext>
              </a:extLst>
            </p:cNvPr>
            <p:cNvPicPr>
              <a:picLocks noChangeAspect="1"/>
            </p:cNvPicPr>
            <p:nvPr/>
          </p:nvPicPr>
          <p:blipFill>
            <a:blip r:embed="rId6"/>
            <a:srcRect r="47981"/>
            <a:stretch>
              <a:fillRect/>
            </a:stretch>
          </p:blipFill>
          <p:spPr>
            <a:xfrm>
              <a:off x="7616398" y="1123864"/>
              <a:ext cx="729573" cy="792262"/>
            </a:xfrm>
            <a:prstGeom prst="rect">
              <a:avLst/>
            </a:prstGeom>
          </p:spPr>
        </p:pic>
        <p:sp>
          <p:nvSpPr>
            <p:cNvPr id="27" name="TextBox 26">
              <a:extLst>
                <a:ext uri="{FF2B5EF4-FFF2-40B4-BE49-F238E27FC236}">
                  <a16:creationId xmlns:a16="http://schemas.microsoft.com/office/drawing/2014/main" id="{2C57027D-E2D7-F7A5-2D30-6B69C7E1DB6A}"/>
                </a:ext>
              </a:extLst>
            </p:cNvPr>
            <p:cNvSpPr txBox="1"/>
            <p:nvPr/>
          </p:nvSpPr>
          <p:spPr>
            <a:xfrm>
              <a:off x="7412116" y="1818238"/>
              <a:ext cx="1138136" cy="246221"/>
            </a:xfrm>
            <a:prstGeom prst="rect">
              <a:avLst/>
            </a:prstGeom>
            <a:noFill/>
          </p:spPr>
          <p:txBody>
            <a:bodyPr wrap="square" rtlCol="0">
              <a:spAutoFit/>
            </a:bodyPr>
            <a:lstStyle/>
            <a:p>
              <a:pPr algn="ctr"/>
              <a:r>
                <a:rPr lang="en-US" sz="1000" dirty="0"/>
                <a:t>Web app DEV</a:t>
              </a:r>
            </a:p>
          </p:txBody>
        </p:sp>
      </p:grpSp>
      <p:grpSp>
        <p:nvGrpSpPr>
          <p:cNvPr id="29" name="Group 28">
            <a:extLst>
              <a:ext uri="{FF2B5EF4-FFF2-40B4-BE49-F238E27FC236}">
                <a16:creationId xmlns:a16="http://schemas.microsoft.com/office/drawing/2014/main" id="{F57787AA-0986-3B13-3BE5-E936BA6ABBDE}"/>
              </a:ext>
            </a:extLst>
          </p:cNvPr>
          <p:cNvGrpSpPr/>
          <p:nvPr/>
        </p:nvGrpSpPr>
        <p:grpSpPr>
          <a:xfrm>
            <a:off x="8754957" y="4935062"/>
            <a:ext cx="1138136" cy="940595"/>
            <a:chOff x="7412116" y="1123864"/>
            <a:chExt cx="1138136" cy="940595"/>
          </a:xfrm>
        </p:grpSpPr>
        <p:pic>
          <p:nvPicPr>
            <p:cNvPr id="31" name="Picture 30" descr="ArcGIS Experience Builder and ArcGIS Web AppBuilder at Esri ...">
              <a:extLst>
                <a:ext uri="{FF2B5EF4-FFF2-40B4-BE49-F238E27FC236}">
                  <a16:creationId xmlns:a16="http://schemas.microsoft.com/office/drawing/2014/main" id="{5BE0CCBF-DF6E-C4E3-34E2-3A7900EE8EF8}"/>
                </a:ext>
              </a:extLst>
            </p:cNvPr>
            <p:cNvPicPr>
              <a:picLocks noChangeAspect="1"/>
            </p:cNvPicPr>
            <p:nvPr/>
          </p:nvPicPr>
          <p:blipFill>
            <a:blip r:embed="rId6"/>
            <a:srcRect r="47981"/>
            <a:stretch>
              <a:fillRect/>
            </a:stretch>
          </p:blipFill>
          <p:spPr>
            <a:xfrm>
              <a:off x="7616398" y="1123864"/>
              <a:ext cx="729573" cy="792262"/>
            </a:xfrm>
            <a:prstGeom prst="rect">
              <a:avLst/>
            </a:prstGeom>
          </p:spPr>
        </p:pic>
        <p:sp>
          <p:nvSpPr>
            <p:cNvPr id="33" name="TextBox 32">
              <a:extLst>
                <a:ext uri="{FF2B5EF4-FFF2-40B4-BE49-F238E27FC236}">
                  <a16:creationId xmlns:a16="http://schemas.microsoft.com/office/drawing/2014/main" id="{66833F49-0E05-D98D-43C3-19BEBB0580D4}"/>
                </a:ext>
              </a:extLst>
            </p:cNvPr>
            <p:cNvSpPr txBox="1"/>
            <p:nvPr/>
          </p:nvSpPr>
          <p:spPr>
            <a:xfrm>
              <a:off x="7412116" y="1818238"/>
              <a:ext cx="1138136" cy="246221"/>
            </a:xfrm>
            <a:prstGeom prst="rect">
              <a:avLst/>
            </a:prstGeom>
            <a:noFill/>
          </p:spPr>
          <p:txBody>
            <a:bodyPr wrap="square" rtlCol="0">
              <a:spAutoFit/>
            </a:bodyPr>
            <a:lstStyle/>
            <a:p>
              <a:pPr algn="ctr"/>
              <a:r>
                <a:rPr lang="en-US" sz="1000" dirty="0"/>
                <a:t>Web app PROD</a:t>
              </a:r>
            </a:p>
          </p:txBody>
        </p:sp>
      </p:grpSp>
      <p:grpSp>
        <p:nvGrpSpPr>
          <p:cNvPr id="42" name="Group 41">
            <a:extLst>
              <a:ext uri="{FF2B5EF4-FFF2-40B4-BE49-F238E27FC236}">
                <a16:creationId xmlns:a16="http://schemas.microsoft.com/office/drawing/2014/main" id="{A4CFA61C-A8C4-C1E0-61F8-5D0AF7D8C0AE}"/>
              </a:ext>
            </a:extLst>
          </p:cNvPr>
          <p:cNvGrpSpPr/>
          <p:nvPr/>
        </p:nvGrpSpPr>
        <p:grpSpPr>
          <a:xfrm>
            <a:off x="6844123" y="5753814"/>
            <a:ext cx="627738" cy="559594"/>
            <a:chOff x="7035025" y="3155493"/>
            <a:chExt cx="627738" cy="559594"/>
          </a:xfrm>
        </p:grpSpPr>
        <p:pic>
          <p:nvPicPr>
            <p:cNvPr id="44" name="Picture 43" descr="Graph chart vector icon.symbol of business. 4999434 Vector ...">
              <a:extLst>
                <a:ext uri="{FF2B5EF4-FFF2-40B4-BE49-F238E27FC236}">
                  <a16:creationId xmlns:a16="http://schemas.microsoft.com/office/drawing/2014/main" id="{EAB83F35-09CF-8F8B-5CDB-3C410EB6AA36}"/>
                </a:ext>
              </a:extLst>
            </p:cNvPr>
            <p:cNvPicPr>
              <a:picLocks noChangeAspect="1"/>
            </p:cNvPicPr>
            <p:nvPr/>
          </p:nvPicPr>
          <p:blipFill>
            <a:blip r:embed="rId4"/>
            <a:srcRect l="10774" t="9612" r="9786" b="7393"/>
            <a:stretch>
              <a:fillRect/>
            </a:stretch>
          </p:blipFill>
          <p:spPr>
            <a:xfrm>
              <a:off x="7035025" y="3155493"/>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6" name="Picture 45" descr="Graph chart vector icon.symbol of business. 4999434 Vector ...">
              <a:extLst>
                <a:ext uri="{FF2B5EF4-FFF2-40B4-BE49-F238E27FC236}">
                  <a16:creationId xmlns:a16="http://schemas.microsoft.com/office/drawing/2014/main" id="{32476ABE-A361-C168-ABCA-6DE8C3CCF8B6}"/>
                </a:ext>
              </a:extLst>
            </p:cNvPr>
            <p:cNvPicPr>
              <a:picLocks noChangeAspect="1"/>
            </p:cNvPicPr>
            <p:nvPr/>
          </p:nvPicPr>
          <p:blipFill>
            <a:blip r:embed="rId4"/>
            <a:srcRect l="10774" t="9612" r="9786" b="7393"/>
            <a:stretch>
              <a:fillRect/>
            </a:stretch>
          </p:blipFill>
          <p:spPr>
            <a:xfrm>
              <a:off x="7154504" y="325788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48" name="Picture 47" descr="Graph chart vector icon.symbol of business. 4999434 Vector ...">
              <a:extLst>
                <a:ext uri="{FF2B5EF4-FFF2-40B4-BE49-F238E27FC236}">
                  <a16:creationId xmlns:a16="http://schemas.microsoft.com/office/drawing/2014/main" id="{82DD88B2-AB62-2319-64DC-F41234F0C23F}"/>
                </a:ext>
              </a:extLst>
            </p:cNvPr>
            <p:cNvPicPr>
              <a:picLocks noChangeAspect="1"/>
            </p:cNvPicPr>
            <p:nvPr/>
          </p:nvPicPr>
          <p:blipFill>
            <a:blip r:embed="rId4"/>
            <a:srcRect l="10774" t="9612" r="9786" b="7393"/>
            <a:stretch>
              <a:fillRect/>
            </a:stretch>
          </p:blipFill>
          <p:spPr>
            <a:xfrm>
              <a:off x="7257950" y="336028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grpSp>
      <p:cxnSp>
        <p:nvCxnSpPr>
          <p:cNvPr id="57" name="Straight Arrow Connector 56">
            <a:extLst>
              <a:ext uri="{FF2B5EF4-FFF2-40B4-BE49-F238E27FC236}">
                <a16:creationId xmlns:a16="http://schemas.microsoft.com/office/drawing/2014/main" id="{F83E5C87-F8D6-9031-C915-CF3FEE78960E}"/>
              </a:ext>
            </a:extLst>
          </p:cNvPr>
          <p:cNvCxnSpPr/>
          <p:nvPr/>
        </p:nvCxnSpPr>
        <p:spPr>
          <a:xfrm flipV="1">
            <a:off x="2704934" y="3827720"/>
            <a:ext cx="2989695" cy="152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B495CE8E-0D89-700C-0EB6-70BFD40B6D3F}"/>
              </a:ext>
            </a:extLst>
          </p:cNvPr>
          <p:cNvCxnSpPr/>
          <p:nvPr/>
        </p:nvCxnSpPr>
        <p:spPr>
          <a:xfrm>
            <a:off x="5529695" y="1527364"/>
            <a:ext cx="324869"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9C9DF540-31A1-3ED9-E60A-E7608AE06B17}"/>
              </a:ext>
            </a:extLst>
          </p:cNvPr>
          <p:cNvCxnSpPr/>
          <p:nvPr/>
        </p:nvCxnSpPr>
        <p:spPr>
          <a:xfrm>
            <a:off x="6434515" y="1492627"/>
            <a:ext cx="324869"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AA8D996C-A6F3-DF62-7576-05204CC071E7}"/>
              </a:ext>
            </a:extLst>
          </p:cNvPr>
          <p:cNvCxnSpPr/>
          <p:nvPr/>
        </p:nvCxnSpPr>
        <p:spPr>
          <a:xfrm>
            <a:off x="6316616" y="1800863"/>
            <a:ext cx="527507" cy="517446"/>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A4DEB84-28D0-FCCF-146C-0B1E1F671F48}"/>
              </a:ext>
            </a:extLst>
          </p:cNvPr>
          <p:cNvCxnSpPr/>
          <p:nvPr/>
        </p:nvCxnSpPr>
        <p:spPr>
          <a:xfrm flipH="1">
            <a:off x="5325414" y="4033695"/>
            <a:ext cx="529150" cy="526852"/>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91C4544E-E0EE-0D15-50A1-236EFFE5F88A}"/>
              </a:ext>
            </a:extLst>
          </p:cNvPr>
          <p:cNvCxnSpPr/>
          <p:nvPr/>
        </p:nvCxnSpPr>
        <p:spPr>
          <a:xfrm>
            <a:off x="6119935" y="4164594"/>
            <a:ext cx="602228" cy="156273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1E6B60DB-A8EC-E9C3-C54E-7D9DFF17A280}"/>
              </a:ext>
            </a:extLst>
          </p:cNvPr>
          <p:cNvCxnSpPr/>
          <p:nvPr/>
        </p:nvCxnSpPr>
        <p:spPr>
          <a:xfrm>
            <a:off x="6316616" y="3903920"/>
            <a:ext cx="527507" cy="656627"/>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F13C6CB-AE03-2C46-5CD2-1A6A815DF718}"/>
              </a:ext>
            </a:extLst>
          </p:cNvPr>
          <p:cNvCxnSpPr/>
          <p:nvPr/>
        </p:nvCxnSpPr>
        <p:spPr>
          <a:xfrm>
            <a:off x="5325414" y="2059586"/>
            <a:ext cx="597841" cy="153820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5E1C0F6E-5127-0639-6A89-F135B72C3D14}"/>
              </a:ext>
            </a:extLst>
          </p:cNvPr>
          <p:cNvCxnSpPr/>
          <p:nvPr/>
        </p:nvCxnSpPr>
        <p:spPr>
          <a:xfrm flipH="1">
            <a:off x="6247925" y="2911732"/>
            <a:ext cx="678519" cy="686063"/>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6454416D-4DA7-850E-BBD9-C16EA3BC2712}"/>
              </a:ext>
            </a:extLst>
          </p:cNvPr>
          <p:cNvCxnSpPr/>
          <p:nvPr/>
        </p:nvCxnSpPr>
        <p:spPr>
          <a:xfrm flipV="1">
            <a:off x="2607398" y="1800863"/>
            <a:ext cx="3247166" cy="20268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01F6A2D0-C9E5-726F-3DA9-836DFEF81F7E}"/>
              </a:ext>
            </a:extLst>
          </p:cNvPr>
          <p:cNvCxnSpPr/>
          <p:nvPr/>
        </p:nvCxnSpPr>
        <p:spPr>
          <a:xfrm>
            <a:off x="7930835" y="1679764"/>
            <a:ext cx="1028404" cy="238733"/>
          </a:xfrm>
          <a:prstGeom prst="line">
            <a:avLst/>
          </a:prstGeom>
          <a:ln>
            <a:solidFill>
              <a:schemeClr val="bg1">
                <a:lumMod val="85000"/>
              </a:schemeClr>
            </a:solidFill>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B4B85DE9-0026-F082-38DF-0AE930F87A17}"/>
              </a:ext>
            </a:extLst>
          </p:cNvPr>
          <p:cNvCxnSpPr/>
          <p:nvPr/>
        </p:nvCxnSpPr>
        <p:spPr>
          <a:xfrm flipV="1">
            <a:off x="7860299" y="2190156"/>
            <a:ext cx="1098940" cy="305556"/>
          </a:xfrm>
          <a:prstGeom prst="line">
            <a:avLst/>
          </a:prstGeom>
          <a:ln>
            <a:solidFill>
              <a:schemeClr val="bg1">
                <a:lumMod val="85000"/>
              </a:schemeClr>
            </a:solidFill>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49DA3F0D-0A12-8C33-062C-298BB29626F2}"/>
              </a:ext>
            </a:extLst>
          </p:cNvPr>
          <p:cNvCxnSpPr/>
          <p:nvPr/>
        </p:nvCxnSpPr>
        <p:spPr>
          <a:xfrm>
            <a:off x="7726554" y="4933808"/>
            <a:ext cx="1028404" cy="238733"/>
          </a:xfrm>
          <a:prstGeom prst="line">
            <a:avLst/>
          </a:prstGeom>
          <a:ln>
            <a:solidFill>
              <a:schemeClr val="bg1">
                <a:lumMod val="85000"/>
              </a:schemeClr>
            </a:solidFill>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B5486663-1522-F8DA-3DC9-A72EDEA9CF02}"/>
              </a:ext>
            </a:extLst>
          </p:cNvPr>
          <p:cNvCxnSpPr/>
          <p:nvPr/>
        </p:nvCxnSpPr>
        <p:spPr>
          <a:xfrm flipV="1">
            <a:off x="7656018" y="5444200"/>
            <a:ext cx="1098940" cy="305556"/>
          </a:xfrm>
          <a:prstGeom prst="line">
            <a:avLst/>
          </a:prstGeom>
          <a:ln>
            <a:solidFill>
              <a:schemeClr val="bg1">
                <a:lumMod val="85000"/>
              </a:schemeClr>
            </a:solidFill>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4FE6923A-DBB5-42F6-85F5-E63F6AF37A01}"/>
              </a:ext>
            </a:extLst>
          </p:cNvPr>
          <p:cNvSpPr txBox="1"/>
          <p:nvPr/>
        </p:nvSpPr>
        <p:spPr>
          <a:xfrm>
            <a:off x="1814429" y="2916182"/>
            <a:ext cx="724278" cy="430887"/>
          </a:xfrm>
          <a:prstGeom prst="rect">
            <a:avLst/>
          </a:prstGeom>
          <a:noFill/>
        </p:spPr>
        <p:txBody>
          <a:bodyPr wrap="square" rtlCol="0">
            <a:spAutoFit/>
          </a:bodyPr>
          <a:lstStyle/>
          <a:p>
            <a:r>
              <a:rPr lang="en-US" sz="1100" dirty="0">
                <a:solidFill>
                  <a:schemeClr val="tx2">
                    <a:lumMod val="50000"/>
                    <a:lumOff val="50000"/>
                  </a:schemeClr>
                </a:solidFill>
              </a:rPr>
              <a:t>Data</a:t>
            </a:r>
          </a:p>
          <a:p>
            <a:r>
              <a:rPr lang="en-US" sz="1100" dirty="0">
                <a:solidFill>
                  <a:schemeClr val="tx2">
                    <a:lumMod val="50000"/>
                    <a:lumOff val="50000"/>
                  </a:schemeClr>
                </a:solidFill>
              </a:rPr>
              <a:t>entry</a:t>
            </a:r>
          </a:p>
        </p:txBody>
      </p:sp>
      <p:sp>
        <p:nvSpPr>
          <p:cNvPr id="81" name="TextBox 80">
            <a:extLst>
              <a:ext uri="{FF2B5EF4-FFF2-40B4-BE49-F238E27FC236}">
                <a16:creationId xmlns:a16="http://schemas.microsoft.com/office/drawing/2014/main" id="{24FF3362-1627-FF88-05C1-D8D9CAC0C72F}"/>
              </a:ext>
            </a:extLst>
          </p:cNvPr>
          <p:cNvSpPr txBox="1"/>
          <p:nvPr/>
        </p:nvSpPr>
        <p:spPr>
          <a:xfrm>
            <a:off x="3871562" y="3627445"/>
            <a:ext cx="724278" cy="261610"/>
          </a:xfrm>
          <a:prstGeom prst="rect">
            <a:avLst/>
          </a:prstGeom>
          <a:noFill/>
        </p:spPr>
        <p:txBody>
          <a:bodyPr wrap="square" rtlCol="0">
            <a:spAutoFit/>
          </a:bodyPr>
          <a:lstStyle/>
          <a:p>
            <a:r>
              <a:rPr lang="en-US" sz="1100" dirty="0">
                <a:solidFill>
                  <a:schemeClr val="tx2">
                    <a:lumMod val="50000"/>
                    <a:lumOff val="50000"/>
                  </a:schemeClr>
                </a:solidFill>
              </a:rPr>
              <a:t>Promote</a:t>
            </a:r>
          </a:p>
        </p:txBody>
      </p:sp>
      <p:sp>
        <p:nvSpPr>
          <p:cNvPr id="83" name="TextBox 82">
            <a:extLst>
              <a:ext uri="{FF2B5EF4-FFF2-40B4-BE49-F238E27FC236}">
                <a16:creationId xmlns:a16="http://schemas.microsoft.com/office/drawing/2014/main" id="{D2605390-7287-64E4-2497-0C71B78FC64C}"/>
              </a:ext>
            </a:extLst>
          </p:cNvPr>
          <p:cNvSpPr txBox="1"/>
          <p:nvPr/>
        </p:nvSpPr>
        <p:spPr>
          <a:xfrm>
            <a:off x="3375022" y="2747098"/>
            <a:ext cx="724278" cy="261610"/>
          </a:xfrm>
          <a:prstGeom prst="rect">
            <a:avLst/>
          </a:prstGeom>
          <a:noFill/>
        </p:spPr>
        <p:txBody>
          <a:bodyPr wrap="square" rtlCol="0">
            <a:spAutoFit/>
          </a:bodyPr>
          <a:lstStyle/>
          <a:p>
            <a:r>
              <a:rPr lang="en-US" sz="1100" dirty="0">
                <a:solidFill>
                  <a:schemeClr val="tx2">
                    <a:lumMod val="50000"/>
                    <a:lumOff val="50000"/>
                  </a:schemeClr>
                </a:solidFill>
              </a:rPr>
              <a:t>Process</a:t>
            </a:r>
          </a:p>
        </p:txBody>
      </p:sp>
    </p:spTree>
    <p:extLst>
      <p:ext uri="{BB962C8B-B14F-4D97-AF65-F5344CB8AC3E}">
        <p14:creationId xmlns:p14="http://schemas.microsoft.com/office/powerpoint/2010/main" val="3234048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52890CB-DDFC-64E3-128E-65314734420C}"/>
              </a:ext>
            </a:extLst>
          </p:cNvPr>
          <p:cNvSpPr/>
          <p:nvPr/>
        </p:nvSpPr>
        <p:spPr>
          <a:xfrm>
            <a:off x="1173156" y="1720401"/>
            <a:ext cx="1186004" cy="6699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Import Matrix</a:t>
            </a:r>
          </a:p>
        </p:txBody>
      </p:sp>
      <p:grpSp>
        <p:nvGrpSpPr>
          <p:cNvPr id="4" name="Group 3">
            <a:extLst>
              <a:ext uri="{FF2B5EF4-FFF2-40B4-BE49-F238E27FC236}">
                <a16:creationId xmlns:a16="http://schemas.microsoft.com/office/drawing/2014/main" id="{71DC4E24-21A2-B6C5-1F84-77FE9A72CC35}"/>
              </a:ext>
            </a:extLst>
          </p:cNvPr>
          <p:cNvGrpSpPr/>
          <p:nvPr/>
        </p:nvGrpSpPr>
        <p:grpSpPr>
          <a:xfrm>
            <a:off x="1104306" y="549727"/>
            <a:ext cx="622998" cy="603780"/>
            <a:chOff x="956986" y="763233"/>
            <a:chExt cx="622998" cy="603780"/>
          </a:xfrm>
        </p:grpSpPr>
        <p:pic>
          <p:nvPicPr>
            <p:cNvPr id="5" name="Picture 4" descr="Enhance your Excel spreadsheets with tables, images and ...">
              <a:extLst>
                <a:ext uri="{FF2B5EF4-FFF2-40B4-BE49-F238E27FC236}">
                  <a16:creationId xmlns:a16="http://schemas.microsoft.com/office/drawing/2014/main" id="{FFDAA1F1-228A-964E-96A5-B81B82432010}"/>
                </a:ext>
              </a:extLst>
            </p:cNvPr>
            <p:cNvPicPr>
              <a:picLocks noChangeAspect="1"/>
            </p:cNvPicPr>
            <p:nvPr/>
          </p:nvPicPr>
          <p:blipFill>
            <a:blip r:embed="rId2"/>
            <a:srcRect l="23763" t="26580" r="24314" b="25618"/>
            <a:stretch>
              <a:fillRect/>
            </a:stretch>
          </p:blipFill>
          <p:spPr>
            <a:xfrm>
              <a:off x="1025836" y="763233"/>
              <a:ext cx="388383" cy="357559"/>
            </a:xfrm>
            <a:prstGeom prst="rect">
              <a:avLst/>
            </a:prstGeom>
          </p:spPr>
        </p:pic>
        <p:sp>
          <p:nvSpPr>
            <p:cNvPr id="6" name="TextBox 5">
              <a:extLst>
                <a:ext uri="{FF2B5EF4-FFF2-40B4-BE49-F238E27FC236}">
                  <a16:creationId xmlns:a16="http://schemas.microsoft.com/office/drawing/2014/main" id="{E267C83B-5240-7055-9562-B71B1E534C3E}"/>
                </a:ext>
              </a:extLst>
            </p:cNvPr>
            <p:cNvSpPr txBox="1"/>
            <p:nvPr/>
          </p:nvSpPr>
          <p:spPr>
            <a:xfrm>
              <a:off x="956986" y="1120792"/>
              <a:ext cx="622998" cy="246221"/>
            </a:xfrm>
            <a:prstGeom prst="rect">
              <a:avLst/>
            </a:prstGeom>
            <a:noFill/>
          </p:spPr>
          <p:txBody>
            <a:bodyPr wrap="square" rtlCol="0">
              <a:spAutoFit/>
            </a:bodyPr>
            <a:lstStyle/>
            <a:p>
              <a:pPr algn="ctr"/>
              <a:r>
                <a:rPr lang="en-US" sz="1000" dirty="0"/>
                <a:t>matrix</a:t>
              </a:r>
            </a:p>
          </p:txBody>
        </p:sp>
      </p:grpSp>
      <p:grpSp>
        <p:nvGrpSpPr>
          <p:cNvPr id="16" name="Group 15">
            <a:extLst>
              <a:ext uri="{FF2B5EF4-FFF2-40B4-BE49-F238E27FC236}">
                <a16:creationId xmlns:a16="http://schemas.microsoft.com/office/drawing/2014/main" id="{8D401FCC-5ED5-FE3C-3DB2-6304E2AE876C}"/>
              </a:ext>
            </a:extLst>
          </p:cNvPr>
          <p:cNvGrpSpPr/>
          <p:nvPr/>
        </p:nvGrpSpPr>
        <p:grpSpPr>
          <a:xfrm>
            <a:off x="1104306" y="3449694"/>
            <a:ext cx="3865830" cy="2501020"/>
            <a:chOff x="1173156" y="3054388"/>
            <a:chExt cx="3865830" cy="2501020"/>
          </a:xfrm>
        </p:grpSpPr>
        <p:sp>
          <p:nvSpPr>
            <p:cNvPr id="3" name="Rectangle: Rounded Corners 2">
              <a:extLst>
                <a:ext uri="{FF2B5EF4-FFF2-40B4-BE49-F238E27FC236}">
                  <a16:creationId xmlns:a16="http://schemas.microsoft.com/office/drawing/2014/main" id="{8AAB23F7-53F6-AADD-A946-021BAEAA4419}"/>
                </a:ext>
              </a:extLst>
            </p:cNvPr>
            <p:cNvSpPr/>
            <p:nvPr/>
          </p:nvSpPr>
          <p:spPr>
            <a:xfrm>
              <a:off x="1173156" y="3054388"/>
              <a:ext cx="3865830" cy="2501020"/>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dirty="0">
                  <a:solidFill>
                    <a:srgbClr val="C00000"/>
                  </a:solidFill>
                </a:rPr>
                <a:t>Workspace (memory)</a:t>
              </a:r>
            </a:p>
          </p:txBody>
        </p:sp>
        <p:grpSp>
          <p:nvGrpSpPr>
            <p:cNvPr id="14" name="Group 13">
              <a:extLst>
                <a:ext uri="{FF2B5EF4-FFF2-40B4-BE49-F238E27FC236}">
                  <a16:creationId xmlns:a16="http://schemas.microsoft.com/office/drawing/2014/main" id="{A0A485AC-159F-2957-7D5E-6E12340D8CBD}"/>
                </a:ext>
              </a:extLst>
            </p:cNvPr>
            <p:cNvGrpSpPr/>
            <p:nvPr/>
          </p:nvGrpSpPr>
          <p:grpSpPr>
            <a:xfrm>
              <a:off x="1681961" y="3347720"/>
              <a:ext cx="792480" cy="1000797"/>
              <a:chOff x="1681961" y="3347720"/>
              <a:chExt cx="792480" cy="1000797"/>
            </a:xfrm>
          </p:grpSpPr>
          <p:pic>
            <p:nvPicPr>
              <p:cNvPr id="8" name="Graphic 7" descr="Database outline">
                <a:extLst>
                  <a:ext uri="{FF2B5EF4-FFF2-40B4-BE49-F238E27FC236}">
                    <a16:creationId xmlns:a16="http://schemas.microsoft.com/office/drawing/2014/main" id="{9913C3BF-F9ED-1ED8-E46D-79D850D22F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81961" y="3347720"/>
                <a:ext cx="792480" cy="792480"/>
              </a:xfrm>
              <a:prstGeom prst="rect">
                <a:avLst/>
              </a:prstGeom>
            </p:spPr>
          </p:pic>
          <p:sp>
            <p:nvSpPr>
              <p:cNvPr id="11" name="TextBox 10">
                <a:extLst>
                  <a:ext uri="{FF2B5EF4-FFF2-40B4-BE49-F238E27FC236}">
                    <a16:creationId xmlns:a16="http://schemas.microsoft.com/office/drawing/2014/main" id="{8D24AD9D-DCD6-298A-8176-4117EF6306FC}"/>
                  </a:ext>
                </a:extLst>
              </p:cNvPr>
              <p:cNvSpPr txBox="1"/>
              <p:nvPr/>
            </p:nvSpPr>
            <p:spPr>
              <a:xfrm>
                <a:off x="1844551" y="4071518"/>
                <a:ext cx="467299" cy="276999"/>
              </a:xfrm>
              <a:prstGeom prst="rect">
                <a:avLst/>
              </a:prstGeom>
              <a:noFill/>
            </p:spPr>
            <p:txBody>
              <a:bodyPr wrap="square" rtlCol="0">
                <a:spAutoFit/>
              </a:bodyPr>
              <a:lstStyle/>
              <a:p>
                <a:pPr algn="ctr"/>
                <a:r>
                  <a:rPr lang="en-US" sz="1200" dirty="0"/>
                  <a:t>DB</a:t>
                </a:r>
              </a:p>
            </p:txBody>
          </p:sp>
        </p:grpSp>
        <p:grpSp>
          <p:nvGrpSpPr>
            <p:cNvPr id="15" name="Group 14">
              <a:extLst>
                <a:ext uri="{FF2B5EF4-FFF2-40B4-BE49-F238E27FC236}">
                  <a16:creationId xmlns:a16="http://schemas.microsoft.com/office/drawing/2014/main" id="{06C489A1-4613-E651-E25B-A3AF750200B9}"/>
                </a:ext>
              </a:extLst>
            </p:cNvPr>
            <p:cNvGrpSpPr/>
            <p:nvPr/>
          </p:nvGrpSpPr>
          <p:grpSpPr>
            <a:xfrm>
              <a:off x="3515841" y="3347720"/>
              <a:ext cx="924560" cy="1000796"/>
              <a:chOff x="3515841" y="3347720"/>
              <a:chExt cx="924560" cy="1000796"/>
            </a:xfrm>
          </p:grpSpPr>
          <p:pic>
            <p:nvPicPr>
              <p:cNvPr id="10" name="Graphic 9" descr="Database outline">
                <a:extLst>
                  <a:ext uri="{FF2B5EF4-FFF2-40B4-BE49-F238E27FC236}">
                    <a16:creationId xmlns:a16="http://schemas.microsoft.com/office/drawing/2014/main" id="{E1199578-C303-F43F-0655-E6241007A0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81881" y="3347720"/>
                <a:ext cx="792480" cy="792480"/>
              </a:xfrm>
              <a:prstGeom prst="rect">
                <a:avLst/>
              </a:prstGeom>
            </p:spPr>
          </p:pic>
          <p:sp>
            <p:nvSpPr>
              <p:cNvPr id="13" name="TextBox 12">
                <a:extLst>
                  <a:ext uri="{FF2B5EF4-FFF2-40B4-BE49-F238E27FC236}">
                    <a16:creationId xmlns:a16="http://schemas.microsoft.com/office/drawing/2014/main" id="{F24FF8D9-A5DA-B4DB-AED3-3CFC58402DA3}"/>
                  </a:ext>
                </a:extLst>
              </p:cNvPr>
              <p:cNvSpPr txBox="1"/>
              <p:nvPr/>
            </p:nvSpPr>
            <p:spPr>
              <a:xfrm>
                <a:off x="3515841" y="4071517"/>
                <a:ext cx="924560" cy="276999"/>
              </a:xfrm>
              <a:prstGeom prst="rect">
                <a:avLst/>
              </a:prstGeom>
              <a:noFill/>
            </p:spPr>
            <p:txBody>
              <a:bodyPr wrap="square" rtlCol="0">
                <a:spAutoFit/>
              </a:bodyPr>
              <a:lstStyle/>
              <a:p>
                <a:pPr algn="ctr"/>
                <a:r>
                  <a:rPr lang="en-US" sz="1200" dirty="0" err="1"/>
                  <a:t>AppView</a:t>
                </a:r>
                <a:endParaRPr lang="en-US" sz="1200" dirty="0"/>
              </a:p>
            </p:txBody>
          </p:sp>
        </p:grpSp>
      </p:grpSp>
      <p:sp>
        <p:nvSpPr>
          <p:cNvPr id="18" name="Oval 17">
            <a:extLst>
              <a:ext uri="{FF2B5EF4-FFF2-40B4-BE49-F238E27FC236}">
                <a16:creationId xmlns:a16="http://schemas.microsoft.com/office/drawing/2014/main" id="{69B425B2-4C29-C1F7-4295-832AC2127AB7}"/>
              </a:ext>
            </a:extLst>
          </p:cNvPr>
          <p:cNvSpPr/>
          <p:nvPr/>
        </p:nvSpPr>
        <p:spPr>
          <a:xfrm>
            <a:off x="2920029" y="1720400"/>
            <a:ext cx="1186004" cy="6699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Process</a:t>
            </a:r>
          </a:p>
        </p:txBody>
      </p:sp>
      <p:sp>
        <p:nvSpPr>
          <p:cNvPr id="19" name="Freeform: Shape 18">
            <a:extLst>
              <a:ext uri="{FF2B5EF4-FFF2-40B4-BE49-F238E27FC236}">
                <a16:creationId xmlns:a16="http://schemas.microsoft.com/office/drawing/2014/main" id="{56E8C72C-D14C-ECC9-0C08-469C4BBE4BBD}"/>
              </a:ext>
            </a:extLst>
          </p:cNvPr>
          <p:cNvSpPr/>
          <p:nvPr/>
        </p:nvSpPr>
        <p:spPr>
          <a:xfrm>
            <a:off x="1513840" y="1127760"/>
            <a:ext cx="213360" cy="497840"/>
          </a:xfrm>
          <a:custGeom>
            <a:avLst/>
            <a:gdLst>
              <a:gd name="csX0" fmla="*/ 0 w 213360"/>
              <a:gd name="csY0" fmla="*/ 0 h 497840"/>
              <a:gd name="csX1" fmla="*/ 213360 w 213360"/>
              <a:gd name="csY1" fmla="*/ 497840 h 497840"/>
              <a:gd name="csX0" fmla="*/ 0 w 213360"/>
              <a:gd name="csY0" fmla="*/ 0 h 497840"/>
              <a:gd name="csX1" fmla="*/ 213360 w 213360"/>
              <a:gd name="csY1" fmla="*/ 497840 h 497840"/>
              <a:gd name="csX0" fmla="*/ 0 w 213360"/>
              <a:gd name="csY0" fmla="*/ 0 h 497840"/>
              <a:gd name="csX1" fmla="*/ 213360 w 213360"/>
              <a:gd name="csY1" fmla="*/ 497840 h 497840"/>
              <a:gd name="csX0" fmla="*/ 0 w 213360"/>
              <a:gd name="csY0" fmla="*/ 0 h 497840"/>
              <a:gd name="csX1" fmla="*/ 213360 w 213360"/>
              <a:gd name="csY1" fmla="*/ 497840 h 497840"/>
            </a:gdLst>
            <a:ahLst/>
            <a:cxnLst>
              <a:cxn ang="0">
                <a:pos x="csX0" y="csY0"/>
              </a:cxn>
              <a:cxn ang="0">
                <a:pos x="csX1" y="csY1"/>
              </a:cxn>
            </a:cxnLst>
            <a:rect l="l" t="t" r="r" b="b"/>
            <a:pathLst>
              <a:path w="213360" h="497840">
                <a:moveTo>
                  <a:pt x="0" y="0"/>
                </a:moveTo>
                <a:cubicBezTo>
                  <a:pt x="117070" y="165947"/>
                  <a:pt x="188190" y="304323"/>
                  <a:pt x="213360" y="49784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41ED566-BF57-483E-EF85-026AFC26BB74}"/>
              </a:ext>
            </a:extLst>
          </p:cNvPr>
          <p:cNvSpPr/>
          <p:nvPr/>
        </p:nvSpPr>
        <p:spPr>
          <a:xfrm>
            <a:off x="1825551" y="2473157"/>
            <a:ext cx="183799" cy="1281998"/>
          </a:xfrm>
          <a:custGeom>
            <a:avLst/>
            <a:gdLst>
              <a:gd name="csX0" fmla="*/ 0 w 183799"/>
              <a:gd name="csY0" fmla="*/ 0 h 1281998"/>
              <a:gd name="csX1" fmla="*/ 183799 w 183799"/>
              <a:gd name="csY1" fmla="*/ 1281998 h 1281998"/>
              <a:gd name="csX0" fmla="*/ 0 w 183799"/>
              <a:gd name="csY0" fmla="*/ 0 h 1281998"/>
              <a:gd name="csX1" fmla="*/ 183799 w 183799"/>
              <a:gd name="csY1" fmla="*/ 1281998 h 1281998"/>
              <a:gd name="csX0" fmla="*/ 0 w 183799"/>
              <a:gd name="csY0" fmla="*/ 0 h 1281998"/>
              <a:gd name="csX1" fmla="*/ 183799 w 183799"/>
              <a:gd name="csY1" fmla="*/ 1281998 h 1281998"/>
            </a:gdLst>
            <a:ahLst/>
            <a:cxnLst>
              <a:cxn ang="0">
                <a:pos x="csX0" y="csY0"/>
              </a:cxn>
              <a:cxn ang="0">
                <a:pos x="csX1" y="csY1"/>
              </a:cxn>
            </a:cxnLst>
            <a:rect l="l" t="t" r="r" b="b"/>
            <a:pathLst>
              <a:path w="183799" h="1281998">
                <a:moveTo>
                  <a:pt x="0" y="0"/>
                </a:moveTo>
                <a:cubicBezTo>
                  <a:pt x="93430" y="418143"/>
                  <a:pt x="168483" y="850070"/>
                  <a:pt x="183799" y="1281998"/>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523D465-C0F5-DED4-7CA9-3C5B09A1FCA9}"/>
              </a:ext>
            </a:extLst>
          </p:cNvPr>
          <p:cNvSpPr/>
          <p:nvPr/>
        </p:nvSpPr>
        <p:spPr>
          <a:xfrm>
            <a:off x="2099904" y="2320462"/>
            <a:ext cx="868450" cy="1456607"/>
          </a:xfrm>
          <a:custGeom>
            <a:avLst/>
            <a:gdLst>
              <a:gd name="csX0" fmla="*/ 0 w 868450"/>
              <a:gd name="csY0" fmla="*/ 1456607 h 1456607"/>
              <a:gd name="csX1" fmla="*/ 868450 w 868450"/>
              <a:gd name="csY1" fmla="*/ 0 h 1456607"/>
              <a:gd name="csX0" fmla="*/ 0 w 868450"/>
              <a:gd name="csY0" fmla="*/ 1456607 h 1456607"/>
              <a:gd name="csX1" fmla="*/ 868450 w 868450"/>
              <a:gd name="csY1" fmla="*/ 0 h 1456607"/>
              <a:gd name="csX0" fmla="*/ 0 w 868450"/>
              <a:gd name="csY0" fmla="*/ 1456607 h 1456607"/>
              <a:gd name="csX1" fmla="*/ 868450 w 868450"/>
              <a:gd name="csY1" fmla="*/ 0 h 1456607"/>
            </a:gdLst>
            <a:ahLst/>
            <a:cxnLst>
              <a:cxn ang="0">
                <a:pos x="csX0" y="csY0"/>
              </a:cxn>
              <a:cxn ang="0">
                <a:pos x="csX1" y="csY1"/>
              </a:cxn>
            </a:cxnLst>
            <a:rect l="l" t="t" r="r" b="b"/>
            <a:pathLst>
              <a:path w="868450" h="1456607">
                <a:moveTo>
                  <a:pt x="0" y="1456607"/>
                </a:moveTo>
                <a:cubicBezTo>
                  <a:pt x="202178" y="948096"/>
                  <a:pt x="468688" y="462561"/>
                  <a:pt x="868450" y="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70D5303-7521-D5AF-D88F-4DCF2540F045}"/>
              </a:ext>
            </a:extLst>
          </p:cNvPr>
          <p:cNvSpPr/>
          <p:nvPr/>
        </p:nvSpPr>
        <p:spPr>
          <a:xfrm>
            <a:off x="3810000" y="2499360"/>
            <a:ext cx="152400" cy="1198880"/>
          </a:xfrm>
          <a:custGeom>
            <a:avLst/>
            <a:gdLst>
              <a:gd name="csX0" fmla="*/ 0 w 152400"/>
              <a:gd name="csY0" fmla="*/ 0 h 1198880"/>
              <a:gd name="csX1" fmla="*/ 152400 w 152400"/>
              <a:gd name="csY1" fmla="*/ 1198880 h 1198880"/>
              <a:gd name="csX0" fmla="*/ 0 w 152400"/>
              <a:gd name="csY0" fmla="*/ 0 h 1198880"/>
              <a:gd name="csX1" fmla="*/ 152400 w 152400"/>
              <a:gd name="csY1" fmla="*/ 1198880 h 1198880"/>
              <a:gd name="csX0" fmla="*/ 0 w 152400"/>
              <a:gd name="csY0" fmla="*/ 0 h 1198880"/>
              <a:gd name="csX1" fmla="*/ 152400 w 152400"/>
              <a:gd name="csY1" fmla="*/ 1198880 h 1198880"/>
            </a:gdLst>
            <a:ahLst/>
            <a:cxnLst>
              <a:cxn ang="0">
                <a:pos x="csX0" y="csY0"/>
              </a:cxn>
              <a:cxn ang="0">
                <a:pos x="csX1" y="csY1"/>
              </a:cxn>
            </a:cxnLst>
            <a:rect l="l" t="t" r="r" b="b"/>
            <a:pathLst>
              <a:path w="152400" h="1198880">
                <a:moveTo>
                  <a:pt x="0" y="0"/>
                </a:moveTo>
                <a:cubicBezTo>
                  <a:pt x="101600" y="389467"/>
                  <a:pt x="152400" y="778933"/>
                  <a:pt x="152400" y="119888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514D32F1-CAE9-8A81-5F69-72D7B7F64D84}"/>
              </a:ext>
            </a:extLst>
          </p:cNvPr>
          <p:cNvSpPr/>
          <p:nvPr/>
        </p:nvSpPr>
        <p:spPr>
          <a:xfrm>
            <a:off x="5252720" y="3449694"/>
            <a:ext cx="1798320" cy="250102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dirty="0">
                <a:solidFill>
                  <a:srgbClr val="C00000"/>
                </a:solidFill>
              </a:rPr>
              <a:t>K:</a:t>
            </a:r>
          </a:p>
        </p:txBody>
      </p:sp>
      <p:pic>
        <p:nvPicPr>
          <p:cNvPr id="28" name="Picture 27" descr="Graph chart vector icon.symbol of business. 4999434 Vector ...">
            <a:extLst>
              <a:ext uri="{FF2B5EF4-FFF2-40B4-BE49-F238E27FC236}">
                <a16:creationId xmlns:a16="http://schemas.microsoft.com/office/drawing/2014/main" id="{55F39168-C0B0-2E91-E600-6826B0F85A3D}"/>
              </a:ext>
            </a:extLst>
          </p:cNvPr>
          <p:cNvPicPr>
            <a:picLocks noChangeAspect="1"/>
          </p:cNvPicPr>
          <p:nvPr/>
        </p:nvPicPr>
        <p:blipFill>
          <a:blip r:embed="rId5"/>
          <a:srcRect l="10774" t="9612" r="9786" b="7393"/>
          <a:stretch>
            <a:fillRect/>
          </a:stretch>
        </p:blipFill>
        <p:spPr>
          <a:xfrm>
            <a:off x="5810666" y="4009623"/>
            <a:ext cx="404813" cy="354806"/>
          </a:xfrm>
          <a:prstGeom prst="rect">
            <a:avLst/>
          </a:prstGeom>
          <a:ln w="6350">
            <a:solidFill>
              <a:schemeClr val="bg1">
                <a:lumMod val="85000"/>
              </a:schemeClr>
            </a:solidFill>
          </a:ln>
        </p:spPr>
      </p:pic>
      <p:pic>
        <p:nvPicPr>
          <p:cNvPr id="30" name="Picture 29" descr="Graph chart vector icon.symbol of business. 4999434 Vector ...">
            <a:extLst>
              <a:ext uri="{FF2B5EF4-FFF2-40B4-BE49-F238E27FC236}">
                <a16:creationId xmlns:a16="http://schemas.microsoft.com/office/drawing/2014/main" id="{6E45F0BB-CC30-0C79-736A-E0F3972C58AD}"/>
              </a:ext>
            </a:extLst>
          </p:cNvPr>
          <p:cNvPicPr>
            <a:picLocks noChangeAspect="1"/>
          </p:cNvPicPr>
          <p:nvPr/>
        </p:nvPicPr>
        <p:blipFill>
          <a:blip r:embed="rId5"/>
          <a:srcRect l="10774" t="9612" r="9786" b="7393"/>
          <a:stretch>
            <a:fillRect/>
          </a:stretch>
        </p:blipFill>
        <p:spPr>
          <a:xfrm>
            <a:off x="5893593" y="4112017"/>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32" name="Picture 31" descr="Graph chart vector icon.symbol of business. 4999434 Vector ...">
            <a:extLst>
              <a:ext uri="{FF2B5EF4-FFF2-40B4-BE49-F238E27FC236}">
                <a16:creationId xmlns:a16="http://schemas.microsoft.com/office/drawing/2014/main" id="{3089C6F3-8042-0DEF-0967-45F13C136130}"/>
              </a:ext>
            </a:extLst>
          </p:cNvPr>
          <p:cNvPicPr>
            <a:picLocks noChangeAspect="1"/>
          </p:cNvPicPr>
          <p:nvPr/>
        </p:nvPicPr>
        <p:blipFill>
          <a:blip r:embed="rId5"/>
          <a:srcRect l="10774" t="9612" r="9786" b="7393"/>
          <a:stretch>
            <a:fillRect/>
          </a:stretch>
        </p:blipFill>
        <p:spPr>
          <a:xfrm>
            <a:off x="6013072" y="4214411"/>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pic>
        <p:nvPicPr>
          <p:cNvPr id="34" name="Picture 33" descr="Graph chart vector icon.symbol of business. 4999434 Vector ...">
            <a:extLst>
              <a:ext uri="{FF2B5EF4-FFF2-40B4-BE49-F238E27FC236}">
                <a16:creationId xmlns:a16="http://schemas.microsoft.com/office/drawing/2014/main" id="{17BF105A-C994-8962-179A-27A65BCA0181}"/>
              </a:ext>
            </a:extLst>
          </p:cNvPr>
          <p:cNvPicPr>
            <a:picLocks noChangeAspect="1"/>
          </p:cNvPicPr>
          <p:nvPr/>
        </p:nvPicPr>
        <p:blipFill>
          <a:blip r:embed="rId5"/>
          <a:srcRect l="10774" t="9612" r="9786" b="7393"/>
          <a:stretch>
            <a:fillRect/>
          </a:stretch>
        </p:blipFill>
        <p:spPr>
          <a:xfrm>
            <a:off x="6116518" y="4316805"/>
            <a:ext cx="404813" cy="354806"/>
          </a:xfrm>
          <a:prstGeom prst="rect">
            <a:avLst/>
          </a:prstGeom>
          <a:ln w="6350">
            <a:solidFill>
              <a:schemeClr val="bg1">
                <a:lumMod val="85000"/>
              </a:schemeClr>
            </a:solidFill>
          </a:ln>
          <a:effectLst>
            <a:outerShdw blurRad="50800" dist="38100" dir="13500000" algn="br" rotWithShape="0">
              <a:prstClr val="black">
                <a:alpha val="40000"/>
              </a:prstClr>
            </a:outerShdw>
          </a:effectLst>
        </p:spPr>
      </p:pic>
      <p:sp>
        <p:nvSpPr>
          <p:cNvPr id="36" name="TextBox 35">
            <a:extLst>
              <a:ext uri="{FF2B5EF4-FFF2-40B4-BE49-F238E27FC236}">
                <a16:creationId xmlns:a16="http://schemas.microsoft.com/office/drawing/2014/main" id="{74B71B22-A4EC-9FDF-A624-42B091722E1C}"/>
              </a:ext>
            </a:extLst>
          </p:cNvPr>
          <p:cNvSpPr txBox="1"/>
          <p:nvPr/>
        </p:nvSpPr>
        <p:spPr>
          <a:xfrm>
            <a:off x="5711847" y="4671611"/>
            <a:ext cx="924560" cy="461665"/>
          </a:xfrm>
          <a:prstGeom prst="rect">
            <a:avLst/>
          </a:prstGeom>
          <a:noFill/>
        </p:spPr>
        <p:txBody>
          <a:bodyPr wrap="square" rtlCol="0">
            <a:spAutoFit/>
          </a:bodyPr>
          <a:lstStyle/>
          <a:p>
            <a:pPr algn="ctr"/>
            <a:r>
              <a:rPr lang="en-US" sz="1200" dirty="0"/>
              <a:t>Monitoring Graphs</a:t>
            </a:r>
          </a:p>
        </p:txBody>
      </p:sp>
      <p:sp>
        <p:nvSpPr>
          <p:cNvPr id="37" name="Freeform: Shape 36">
            <a:extLst>
              <a:ext uri="{FF2B5EF4-FFF2-40B4-BE49-F238E27FC236}">
                <a16:creationId xmlns:a16="http://schemas.microsoft.com/office/drawing/2014/main" id="{39F2BAA1-A618-09BB-C150-26D4133AF55C}"/>
              </a:ext>
            </a:extLst>
          </p:cNvPr>
          <p:cNvSpPr/>
          <p:nvPr/>
        </p:nvSpPr>
        <p:spPr>
          <a:xfrm>
            <a:off x="4114800" y="2357120"/>
            <a:ext cx="1869440" cy="1503680"/>
          </a:xfrm>
          <a:custGeom>
            <a:avLst/>
            <a:gdLst>
              <a:gd name="csX0" fmla="*/ 0 w 1869440"/>
              <a:gd name="csY0" fmla="*/ 0 h 1503680"/>
              <a:gd name="csX1" fmla="*/ 1869440 w 1869440"/>
              <a:gd name="csY1" fmla="*/ 1503680 h 1503680"/>
              <a:gd name="csX0" fmla="*/ 0 w 1869440"/>
              <a:gd name="csY0" fmla="*/ 0 h 1503680"/>
              <a:gd name="csX1" fmla="*/ 1869440 w 1869440"/>
              <a:gd name="csY1" fmla="*/ 1503680 h 1503680"/>
              <a:gd name="csX0" fmla="*/ 0 w 1869440"/>
              <a:gd name="csY0" fmla="*/ 0 h 1503680"/>
              <a:gd name="csX1" fmla="*/ 1869440 w 1869440"/>
              <a:gd name="csY1" fmla="*/ 1503680 h 1503680"/>
            </a:gdLst>
            <a:ahLst/>
            <a:cxnLst>
              <a:cxn ang="0">
                <a:pos x="csX0" y="csY0"/>
              </a:cxn>
              <a:cxn ang="0">
                <a:pos x="csX1" y="csY1"/>
              </a:cxn>
            </a:cxnLst>
            <a:rect l="l" t="t" r="r" b="b"/>
            <a:pathLst>
              <a:path w="1869440" h="1503680">
                <a:moveTo>
                  <a:pt x="0" y="0"/>
                </a:moveTo>
                <a:cubicBezTo>
                  <a:pt x="765387" y="247227"/>
                  <a:pt x="1490133" y="717973"/>
                  <a:pt x="1869440" y="150368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0B45678-20C4-839C-F7BD-DF43FE42E6AB}"/>
              </a:ext>
            </a:extLst>
          </p:cNvPr>
          <p:cNvGrpSpPr/>
          <p:nvPr/>
        </p:nvGrpSpPr>
        <p:grpSpPr>
          <a:xfrm>
            <a:off x="9152768" y="5471550"/>
            <a:ext cx="1651721" cy="920177"/>
            <a:chOff x="3772331" y="3963896"/>
            <a:chExt cx="2350673" cy="1396564"/>
          </a:xfrm>
        </p:grpSpPr>
        <p:pic>
          <p:nvPicPr>
            <p:cNvPr id="39" name="Picture 38" descr="Buy GIS Software | ArcGIS Product Pricing - Esri Store">
              <a:extLst>
                <a:ext uri="{FF2B5EF4-FFF2-40B4-BE49-F238E27FC236}">
                  <a16:creationId xmlns:a16="http://schemas.microsoft.com/office/drawing/2014/main" id="{477F5A04-1CAE-2A57-8EEF-AE9846270D65}"/>
                </a:ext>
              </a:extLst>
            </p:cNvPr>
            <p:cNvPicPr>
              <a:picLocks noChangeAspect="1"/>
            </p:cNvPicPr>
            <p:nvPr/>
          </p:nvPicPr>
          <p:blipFill>
            <a:blip r:embed="rId6"/>
            <a:stretch>
              <a:fillRect/>
            </a:stretch>
          </p:blipFill>
          <p:spPr>
            <a:xfrm>
              <a:off x="4224044" y="3963896"/>
              <a:ext cx="1298155" cy="1079365"/>
            </a:xfrm>
            <a:prstGeom prst="rect">
              <a:avLst/>
            </a:prstGeom>
          </p:spPr>
        </p:pic>
        <p:sp>
          <p:nvSpPr>
            <p:cNvPr id="40" name="TextBox 39">
              <a:extLst>
                <a:ext uri="{FF2B5EF4-FFF2-40B4-BE49-F238E27FC236}">
                  <a16:creationId xmlns:a16="http://schemas.microsoft.com/office/drawing/2014/main" id="{666B4FD6-1143-C957-4B69-19E477B91617}"/>
                </a:ext>
              </a:extLst>
            </p:cNvPr>
            <p:cNvSpPr txBox="1"/>
            <p:nvPr/>
          </p:nvSpPr>
          <p:spPr>
            <a:xfrm>
              <a:off x="3772331" y="4893343"/>
              <a:ext cx="2350673" cy="467117"/>
            </a:xfrm>
            <a:prstGeom prst="rect">
              <a:avLst/>
            </a:prstGeom>
            <a:noFill/>
          </p:spPr>
          <p:txBody>
            <a:bodyPr wrap="square" rtlCol="0">
              <a:spAutoFit/>
            </a:bodyPr>
            <a:lstStyle/>
            <a:p>
              <a:pPr algn="ctr"/>
              <a:r>
                <a:rPr lang="en-US" sz="1400" dirty="0">
                  <a:solidFill>
                    <a:srgbClr val="C00000"/>
                  </a:solidFill>
                </a:rPr>
                <a:t>ArcGIS Online</a:t>
              </a:r>
            </a:p>
          </p:txBody>
        </p:sp>
      </p:grpSp>
      <p:sp>
        <p:nvSpPr>
          <p:cNvPr id="42" name="Rectangle: Rounded Corners 41">
            <a:extLst>
              <a:ext uri="{FF2B5EF4-FFF2-40B4-BE49-F238E27FC236}">
                <a16:creationId xmlns:a16="http://schemas.microsoft.com/office/drawing/2014/main" id="{5A03D5C2-AAA5-0FE4-78B9-313D8FCA1ECA}"/>
              </a:ext>
            </a:extLst>
          </p:cNvPr>
          <p:cNvSpPr/>
          <p:nvPr/>
        </p:nvSpPr>
        <p:spPr>
          <a:xfrm>
            <a:off x="8085968" y="907286"/>
            <a:ext cx="3455791" cy="5513834"/>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solidFill>
                <a:srgbClr val="C00000"/>
              </a:solidFill>
            </a:endParaRPr>
          </a:p>
        </p:txBody>
      </p:sp>
      <p:grpSp>
        <p:nvGrpSpPr>
          <p:cNvPr id="43" name="Group 42">
            <a:extLst>
              <a:ext uri="{FF2B5EF4-FFF2-40B4-BE49-F238E27FC236}">
                <a16:creationId xmlns:a16="http://schemas.microsoft.com/office/drawing/2014/main" id="{62D1297B-42AF-1C25-84B5-E3F1D4CBB988}"/>
              </a:ext>
            </a:extLst>
          </p:cNvPr>
          <p:cNvGrpSpPr/>
          <p:nvPr/>
        </p:nvGrpSpPr>
        <p:grpSpPr>
          <a:xfrm>
            <a:off x="8400134" y="4073171"/>
            <a:ext cx="1138136" cy="924792"/>
            <a:chOff x="5271956" y="5486401"/>
            <a:chExt cx="1138136" cy="924792"/>
          </a:xfrm>
        </p:grpSpPr>
        <p:pic>
          <p:nvPicPr>
            <p:cNvPr id="44" name="Picture 43" descr="A diagram of a feature layer showing point, multipoint, polyline, polygon, and multipatch as possible geometric types">
              <a:extLst>
                <a:ext uri="{FF2B5EF4-FFF2-40B4-BE49-F238E27FC236}">
                  <a16:creationId xmlns:a16="http://schemas.microsoft.com/office/drawing/2014/main" id="{93EB0EAF-9EA5-07EB-0CF8-1FDF8007D0FE}"/>
                </a:ext>
              </a:extLst>
            </p:cNvPr>
            <p:cNvPicPr>
              <a:picLocks noChangeAspect="1"/>
            </p:cNvPicPr>
            <p:nvPr/>
          </p:nvPicPr>
          <p:blipFill>
            <a:blip r:embed="rId7"/>
            <a:srcRect l="40239" t="52257" r="39899" b="11474"/>
            <a:stretch>
              <a:fillRect/>
            </a:stretch>
          </p:blipFill>
          <p:spPr>
            <a:xfrm>
              <a:off x="5476237" y="5486401"/>
              <a:ext cx="729574" cy="749030"/>
            </a:xfrm>
            <a:prstGeom prst="rect">
              <a:avLst/>
            </a:prstGeom>
          </p:spPr>
        </p:pic>
        <p:sp>
          <p:nvSpPr>
            <p:cNvPr id="45" name="TextBox 44">
              <a:extLst>
                <a:ext uri="{FF2B5EF4-FFF2-40B4-BE49-F238E27FC236}">
                  <a16:creationId xmlns:a16="http://schemas.microsoft.com/office/drawing/2014/main" id="{DF05AF2C-7199-A219-9F9A-A0D002760E0C}"/>
                </a:ext>
              </a:extLst>
            </p:cNvPr>
            <p:cNvSpPr txBox="1"/>
            <p:nvPr/>
          </p:nvSpPr>
          <p:spPr>
            <a:xfrm>
              <a:off x="5271956" y="6164972"/>
              <a:ext cx="1138136" cy="246221"/>
            </a:xfrm>
            <a:prstGeom prst="rect">
              <a:avLst/>
            </a:prstGeom>
            <a:noFill/>
          </p:spPr>
          <p:txBody>
            <a:bodyPr wrap="square" rtlCol="0">
              <a:spAutoFit/>
            </a:bodyPr>
            <a:lstStyle/>
            <a:p>
              <a:pPr algn="ctr"/>
              <a:r>
                <a:rPr lang="en-US" sz="1000" dirty="0"/>
                <a:t>Feature Layer</a:t>
              </a:r>
            </a:p>
          </p:txBody>
        </p:sp>
      </p:grpSp>
      <p:grpSp>
        <p:nvGrpSpPr>
          <p:cNvPr id="46" name="Group 45">
            <a:extLst>
              <a:ext uri="{FF2B5EF4-FFF2-40B4-BE49-F238E27FC236}">
                <a16:creationId xmlns:a16="http://schemas.microsoft.com/office/drawing/2014/main" id="{5A0F04FE-0335-5927-7A13-CAC9283D90A7}"/>
              </a:ext>
            </a:extLst>
          </p:cNvPr>
          <p:cNvGrpSpPr/>
          <p:nvPr/>
        </p:nvGrpSpPr>
        <p:grpSpPr>
          <a:xfrm>
            <a:off x="8202608" y="1406787"/>
            <a:ext cx="1527240" cy="1058961"/>
            <a:chOff x="2837748" y="5352232"/>
            <a:chExt cx="1527240" cy="1058961"/>
          </a:xfrm>
        </p:grpSpPr>
        <p:pic>
          <p:nvPicPr>
            <p:cNvPr id="47" name="Picture 46" descr="ArcGIS Experience Builder and ArcGIS Web AppBuilder at Esri ...">
              <a:extLst>
                <a:ext uri="{FF2B5EF4-FFF2-40B4-BE49-F238E27FC236}">
                  <a16:creationId xmlns:a16="http://schemas.microsoft.com/office/drawing/2014/main" id="{1B44EC32-88D7-5516-A094-2649D1ED1083}"/>
                </a:ext>
              </a:extLst>
            </p:cNvPr>
            <p:cNvPicPr>
              <a:picLocks noChangeAspect="1"/>
            </p:cNvPicPr>
            <p:nvPr/>
          </p:nvPicPr>
          <p:blipFill>
            <a:blip r:embed="rId8"/>
            <a:srcRect r="47981"/>
            <a:stretch>
              <a:fillRect/>
            </a:stretch>
          </p:blipFill>
          <p:spPr>
            <a:xfrm>
              <a:off x="3137010" y="5352232"/>
              <a:ext cx="928716" cy="1008517"/>
            </a:xfrm>
            <a:prstGeom prst="rect">
              <a:avLst/>
            </a:prstGeom>
          </p:spPr>
        </p:pic>
        <p:sp>
          <p:nvSpPr>
            <p:cNvPr id="48" name="TextBox 47">
              <a:extLst>
                <a:ext uri="{FF2B5EF4-FFF2-40B4-BE49-F238E27FC236}">
                  <a16:creationId xmlns:a16="http://schemas.microsoft.com/office/drawing/2014/main" id="{F4A87145-B78B-E98D-7D66-238A6A5202B2}"/>
                </a:ext>
              </a:extLst>
            </p:cNvPr>
            <p:cNvSpPr txBox="1"/>
            <p:nvPr/>
          </p:nvSpPr>
          <p:spPr>
            <a:xfrm>
              <a:off x="2837748" y="6164972"/>
              <a:ext cx="1527240" cy="246221"/>
            </a:xfrm>
            <a:prstGeom prst="rect">
              <a:avLst/>
            </a:prstGeom>
            <a:noFill/>
          </p:spPr>
          <p:txBody>
            <a:bodyPr wrap="square" rtlCol="0">
              <a:spAutoFit/>
            </a:bodyPr>
            <a:lstStyle/>
            <a:p>
              <a:pPr algn="ctr"/>
              <a:r>
                <a:rPr lang="en-US" sz="1000" dirty="0"/>
                <a:t>Experience Builder</a:t>
              </a:r>
            </a:p>
          </p:txBody>
        </p:sp>
      </p:grpSp>
      <p:sp>
        <p:nvSpPr>
          <p:cNvPr id="50" name="Oval 49">
            <a:extLst>
              <a:ext uri="{FF2B5EF4-FFF2-40B4-BE49-F238E27FC236}">
                <a16:creationId xmlns:a16="http://schemas.microsoft.com/office/drawing/2014/main" id="{4A513EC2-1944-BE47-75EA-C87F79A3F993}"/>
              </a:ext>
            </a:extLst>
          </p:cNvPr>
          <p:cNvSpPr/>
          <p:nvPr/>
        </p:nvSpPr>
        <p:spPr>
          <a:xfrm>
            <a:off x="6101080" y="2291168"/>
            <a:ext cx="1186004" cy="6699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Publish</a:t>
            </a:r>
          </a:p>
        </p:txBody>
      </p:sp>
      <p:sp>
        <p:nvSpPr>
          <p:cNvPr id="51" name="Freeform: Shape 50">
            <a:extLst>
              <a:ext uri="{FF2B5EF4-FFF2-40B4-BE49-F238E27FC236}">
                <a16:creationId xmlns:a16="http://schemas.microsoft.com/office/drawing/2014/main" id="{DDE08317-E725-E774-1406-8A0FC66BEFD8}"/>
              </a:ext>
            </a:extLst>
          </p:cNvPr>
          <p:cNvSpPr/>
          <p:nvPr/>
        </p:nvSpPr>
        <p:spPr>
          <a:xfrm>
            <a:off x="4165600" y="2682240"/>
            <a:ext cx="1788160" cy="1026160"/>
          </a:xfrm>
          <a:custGeom>
            <a:avLst/>
            <a:gdLst>
              <a:gd name="csX0" fmla="*/ 0 w 1788160"/>
              <a:gd name="csY0" fmla="*/ 1026160 h 1026160"/>
              <a:gd name="csX1" fmla="*/ 1788160 w 1788160"/>
              <a:gd name="csY1" fmla="*/ 0 h 1026160"/>
              <a:gd name="csX0" fmla="*/ 0 w 1788160"/>
              <a:gd name="csY0" fmla="*/ 1026160 h 1026160"/>
              <a:gd name="csX1" fmla="*/ 1788160 w 1788160"/>
              <a:gd name="csY1" fmla="*/ 0 h 1026160"/>
              <a:gd name="csX0" fmla="*/ 0 w 1788160"/>
              <a:gd name="csY0" fmla="*/ 1026160 h 1026160"/>
              <a:gd name="csX1" fmla="*/ 1788160 w 1788160"/>
              <a:gd name="csY1" fmla="*/ 0 h 1026160"/>
            </a:gdLst>
            <a:ahLst/>
            <a:cxnLst>
              <a:cxn ang="0">
                <a:pos x="csX0" y="csY0"/>
              </a:cxn>
              <a:cxn ang="0">
                <a:pos x="csX1" y="csY1"/>
              </a:cxn>
            </a:cxnLst>
            <a:rect l="l" t="t" r="r" b="b"/>
            <a:pathLst>
              <a:path w="1788160" h="1026160">
                <a:moveTo>
                  <a:pt x="0" y="1026160"/>
                </a:moveTo>
                <a:cubicBezTo>
                  <a:pt x="433493" y="470747"/>
                  <a:pt x="1049867" y="108373"/>
                  <a:pt x="1788160" y="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D7E209DA-C87E-AC71-0425-6F868EEE5EF5}"/>
              </a:ext>
            </a:extLst>
          </p:cNvPr>
          <p:cNvGrpSpPr/>
          <p:nvPr/>
        </p:nvGrpSpPr>
        <p:grpSpPr>
          <a:xfrm>
            <a:off x="9854503" y="1414510"/>
            <a:ext cx="1527240" cy="1058961"/>
            <a:chOff x="2837748" y="5352232"/>
            <a:chExt cx="1527240" cy="1058961"/>
          </a:xfrm>
        </p:grpSpPr>
        <p:pic>
          <p:nvPicPr>
            <p:cNvPr id="54" name="Picture 53" descr="ArcGIS Experience Builder and ArcGIS Web AppBuilder at Esri ...">
              <a:extLst>
                <a:ext uri="{FF2B5EF4-FFF2-40B4-BE49-F238E27FC236}">
                  <a16:creationId xmlns:a16="http://schemas.microsoft.com/office/drawing/2014/main" id="{32AD8D2A-1802-B8AA-F23C-79605C8D5E5C}"/>
                </a:ext>
              </a:extLst>
            </p:cNvPr>
            <p:cNvPicPr>
              <a:picLocks noChangeAspect="1"/>
            </p:cNvPicPr>
            <p:nvPr/>
          </p:nvPicPr>
          <p:blipFill>
            <a:blip r:embed="rId8"/>
            <a:srcRect r="47981"/>
            <a:stretch>
              <a:fillRect/>
            </a:stretch>
          </p:blipFill>
          <p:spPr>
            <a:xfrm>
              <a:off x="3137010" y="5352232"/>
              <a:ext cx="928716" cy="1008517"/>
            </a:xfrm>
            <a:prstGeom prst="rect">
              <a:avLst/>
            </a:prstGeom>
          </p:spPr>
        </p:pic>
        <p:sp>
          <p:nvSpPr>
            <p:cNvPr id="55" name="TextBox 54">
              <a:extLst>
                <a:ext uri="{FF2B5EF4-FFF2-40B4-BE49-F238E27FC236}">
                  <a16:creationId xmlns:a16="http://schemas.microsoft.com/office/drawing/2014/main" id="{65826D6F-84BA-215C-B54D-3EF3B19614A0}"/>
                </a:ext>
              </a:extLst>
            </p:cNvPr>
            <p:cNvSpPr txBox="1"/>
            <p:nvPr/>
          </p:nvSpPr>
          <p:spPr>
            <a:xfrm>
              <a:off x="2837748" y="6164972"/>
              <a:ext cx="1527240" cy="246221"/>
            </a:xfrm>
            <a:prstGeom prst="rect">
              <a:avLst/>
            </a:prstGeom>
            <a:noFill/>
          </p:spPr>
          <p:txBody>
            <a:bodyPr wrap="square" rtlCol="0">
              <a:spAutoFit/>
            </a:bodyPr>
            <a:lstStyle/>
            <a:p>
              <a:pPr algn="ctr"/>
              <a:r>
                <a:rPr lang="en-US" sz="1000" dirty="0"/>
                <a:t>Experience Builder</a:t>
              </a:r>
            </a:p>
          </p:txBody>
        </p:sp>
      </p:grpSp>
      <p:grpSp>
        <p:nvGrpSpPr>
          <p:cNvPr id="56" name="Group 55">
            <a:extLst>
              <a:ext uri="{FF2B5EF4-FFF2-40B4-BE49-F238E27FC236}">
                <a16:creationId xmlns:a16="http://schemas.microsoft.com/office/drawing/2014/main" id="{576CAC61-C781-445F-8154-F8CF7ECC6361}"/>
              </a:ext>
            </a:extLst>
          </p:cNvPr>
          <p:cNvGrpSpPr/>
          <p:nvPr/>
        </p:nvGrpSpPr>
        <p:grpSpPr>
          <a:xfrm>
            <a:off x="9978628" y="4083681"/>
            <a:ext cx="1138136" cy="924792"/>
            <a:chOff x="5271956" y="5486401"/>
            <a:chExt cx="1138136" cy="924792"/>
          </a:xfrm>
        </p:grpSpPr>
        <p:pic>
          <p:nvPicPr>
            <p:cNvPr id="57" name="Picture 56" descr="A diagram of a feature layer showing point, multipoint, polyline, polygon, and multipatch as possible geometric types">
              <a:extLst>
                <a:ext uri="{FF2B5EF4-FFF2-40B4-BE49-F238E27FC236}">
                  <a16:creationId xmlns:a16="http://schemas.microsoft.com/office/drawing/2014/main" id="{D2CF56CD-55C4-D3BA-43C1-9A33B8BF04A5}"/>
                </a:ext>
              </a:extLst>
            </p:cNvPr>
            <p:cNvPicPr>
              <a:picLocks noChangeAspect="1"/>
            </p:cNvPicPr>
            <p:nvPr/>
          </p:nvPicPr>
          <p:blipFill>
            <a:blip r:embed="rId7"/>
            <a:srcRect l="40239" t="52257" r="39899" b="11474"/>
            <a:stretch>
              <a:fillRect/>
            </a:stretch>
          </p:blipFill>
          <p:spPr>
            <a:xfrm>
              <a:off x="5476237" y="5486401"/>
              <a:ext cx="729574" cy="749030"/>
            </a:xfrm>
            <a:prstGeom prst="rect">
              <a:avLst/>
            </a:prstGeom>
          </p:spPr>
        </p:pic>
        <p:sp>
          <p:nvSpPr>
            <p:cNvPr id="58" name="TextBox 57">
              <a:extLst>
                <a:ext uri="{FF2B5EF4-FFF2-40B4-BE49-F238E27FC236}">
                  <a16:creationId xmlns:a16="http://schemas.microsoft.com/office/drawing/2014/main" id="{F7A1937A-EE99-66B5-E876-2337D345A924}"/>
                </a:ext>
              </a:extLst>
            </p:cNvPr>
            <p:cNvSpPr txBox="1"/>
            <p:nvPr/>
          </p:nvSpPr>
          <p:spPr>
            <a:xfrm>
              <a:off x="5271956" y="6164972"/>
              <a:ext cx="1138136" cy="246221"/>
            </a:xfrm>
            <a:prstGeom prst="rect">
              <a:avLst/>
            </a:prstGeom>
            <a:noFill/>
          </p:spPr>
          <p:txBody>
            <a:bodyPr wrap="square" rtlCol="0">
              <a:spAutoFit/>
            </a:bodyPr>
            <a:lstStyle/>
            <a:p>
              <a:pPr algn="ctr"/>
              <a:r>
                <a:rPr lang="en-US" sz="1000" dirty="0"/>
                <a:t>Feature Layer</a:t>
              </a:r>
            </a:p>
          </p:txBody>
        </p:sp>
      </p:grpSp>
      <p:sp>
        <p:nvSpPr>
          <p:cNvPr id="60" name="Oval 59">
            <a:extLst>
              <a:ext uri="{FF2B5EF4-FFF2-40B4-BE49-F238E27FC236}">
                <a16:creationId xmlns:a16="http://schemas.microsoft.com/office/drawing/2014/main" id="{14ACEDD8-AAB0-3C46-242C-A09A36B48A87}"/>
              </a:ext>
            </a:extLst>
          </p:cNvPr>
          <p:cNvSpPr/>
          <p:nvPr/>
        </p:nvSpPr>
        <p:spPr>
          <a:xfrm>
            <a:off x="9196324" y="2950647"/>
            <a:ext cx="1186004" cy="6699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Promote</a:t>
            </a:r>
          </a:p>
        </p:txBody>
      </p:sp>
      <p:sp>
        <p:nvSpPr>
          <p:cNvPr id="61" name="Freeform: Shape 60">
            <a:extLst>
              <a:ext uri="{FF2B5EF4-FFF2-40B4-BE49-F238E27FC236}">
                <a16:creationId xmlns:a16="http://schemas.microsoft.com/office/drawing/2014/main" id="{FABEEF94-A1A8-5489-212B-063BAED293C6}"/>
              </a:ext>
            </a:extLst>
          </p:cNvPr>
          <p:cNvSpPr/>
          <p:nvPr/>
        </p:nvSpPr>
        <p:spPr>
          <a:xfrm>
            <a:off x="7376160" y="2733040"/>
            <a:ext cx="1432560" cy="1249680"/>
          </a:xfrm>
          <a:custGeom>
            <a:avLst/>
            <a:gdLst>
              <a:gd name="csX0" fmla="*/ 0 w 1432560"/>
              <a:gd name="csY0" fmla="*/ 0 h 1249680"/>
              <a:gd name="csX1" fmla="*/ 1432560 w 1432560"/>
              <a:gd name="csY1" fmla="*/ 1249680 h 1249680"/>
              <a:gd name="csX0" fmla="*/ 0 w 1432560"/>
              <a:gd name="csY0" fmla="*/ 0 h 1249680"/>
              <a:gd name="csX1" fmla="*/ 1432560 w 1432560"/>
              <a:gd name="csY1" fmla="*/ 1249680 h 1249680"/>
              <a:gd name="csX0" fmla="*/ 0 w 1432560"/>
              <a:gd name="csY0" fmla="*/ 0 h 1249680"/>
              <a:gd name="csX1" fmla="*/ 1432560 w 1432560"/>
              <a:gd name="csY1" fmla="*/ 1249680 h 1249680"/>
            </a:gdLst>
            <a:ahLst/>
            <a:cxnLst>
              <a:cxn ang="0">
                <a:pos x="csX0" y="csY0"/>
              </a:cxn>
              <a:cxn ang="0">
                <a:pos x="csX1" y="csY1"/>
              </a:cxn>
            </a:cxnLst>
            <a:rect l="l" t="t" r="r" b="b"/>
            <a:pathLst>
              <a:path w="1432560" h="1249680">
                <a:moveTo>
                  <a:pt x="0" y="0"/>
                </a:moveTo>
                <a:cubicBezTo>
                  <a:pt x="599440" y="71120"/>
                  <a:pt x="1219200" y="538480"/>
                  <a:pt x="1432560" y="124968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id="{7D7DD0F2-D05A-89F0-0B7C-5D6D34D2B450}"/>
              </a:ext>
            </a:extLst>
          </p:cNvPr>
          <p:cNvSpPr/>
          <p:nvPr/>
        </p:nvSpPr>
        <p:spPr>
          <a:xfrm>
            <a:off x="9154160" y="3631982"/>
            <a:ext cx="275078" cy="401538"/>
          </a:xfrm>
          <a:custGeom>
            <a:avLst/>
            <a:gdLst>
              <a:gd name="csX0" fmla="*/ 0 w 275078"/>
              <a:gd name="csY0" fmla="*/ 401538 h 401538"/>
              <a:gd name="csX1" fmla="*/ 243840 w 275078"/>
              <a:gd name="csY1" fmla="*/ 45938 h 401538"/>
              <a:gd name="csX2" fmla="*/ 264160 w 275078"/>
              <a:gd name="csY2" fmla="*/ 15458 h 401538"/>
            </a:gdLst>
            <a:ahLst/>
            <a:cxnLst>
              <a:cxn ang="0">
                <a:pos x="csX0" y="csY0"/>
              </a:cxn>
              <a:cxn ang="0">
                <a:pos x="csX1" y="csY1"/>
              </a:cxn>
              <a:cxn ang="0">
                <a:pos x="csX2" y="csY2"/>
              </a:cxn>
            </a:cxnLst>
            <a:rect l="l" t="t" r="r" b="b"/>
            <a:pathLst>
              <a:path w="275078" h="401538">
                <a:moveTo>
                  <a:pt x="0" y="401538"/>
                </a:moveTo>
                <a:lnTo>
                  <a:pt x="243840" y="45938"/>
                </a:lnTo>
                <a:cubicBezTo>
                  <a:pt x="287867" y="-18409"/>
                  <a:pt x="276013" y="-1476"/>
                  <a:pt x="264160" y="15458"/>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F4052419-410A-43AF-1988-E03CFBB8EBC3}"/>
              </a:ext>
            </a:extLst>
          </p:cNvPr>
          <p:cNvSpPr/>
          <p:nvPr/>
        </p:nvSpPr>
        <p:spPr>
          <a:xfrm>
            <a:off x="10254994" y="3604151"/>
            <a:ext cx="182880" cy="457200"/>
          </a:xfrm>
          <a:custGeom>
            <a:avLst/>
            <a:gdLst>
              <a:gd name="csX0" fmla="*/ 0 w 275078"/>
              <a:gd name="csY0" fmla="*/ 401538 h 401538"/>
              <a:gd name="csX1" fmla="*/ 243840 w 275078"/>
              <a:gd name="csY1" fmla="*/ 45938 h 401538"/>
              <a:gd name="csX2" fmla="*/ 264160 w 275078"/>
              <a:gd name="csY2" fmla="*/ 15458 h 401538"/>
              <a:gd name="csX0" fmla="*/ 0 w 252699"/>
              <a:gd name="csY0" fmla="*/ 359574 h 694854"/>
              <a:gd name="csX1" fmla="*/ 243840 w 252699"/>
              <a:gd name="csY1" fmla="*/ 3974 h 694854"/>
              <a:gd name="csX2" fmla="*/ 142240 w 252699"/>
              <a:gd name="csY2" fmla="*/ 694854 h 694854"/>
              <a:gd name="csX0" fmla="*/ 0 w 243840"/>
              <a:gd name="csY0" fmla="*/ 355600 h 355600"/>
              <a:gd name="csX1" fmla="*/ 243840 w 243840"/>
              <a:gd name="csY1" fmla="*/ 0 h 355600"/>
              <a:gd name="csX0" fmla="*/ 0 w 182880"/>
              <a:gd name="csY0" fmla="*/ 0 h 457200"/>
              <a:gd name="csX1" fmla="*/ 182880 w 182880"/>
              <a:gd name="csY1" fmla="*/ 457200 h 457200"/>
            </a:gdLst>
            <a:ahLst/>
            <a:cxnLst>
              <a:cxn ang="0">
                <a:pos x="csX0" y="csY0"/>
              </a:cxn>
              <a:cxn ang="0">
                <a:pos x="csX1" y="csY1"/>
              </a:cxn>
            </a:cxnLst>
            <a:rect l="l" t="t" r="r" b="b"/>
            <a:pathLst>
              <a:path w="182880" h="457200">
                <a:moveTo>
                  <a:pt x="0" y="0"/>
                </a:moveTo>
                <a:lnTo>
                  <a:pt x="182880" y="457200"/>
                </a:ln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3F159DC3-99E1-50B8-988D-00FA4C6993F2}"/>
              </a:ext>
            </a:extLst>
          </p:cNvPr>
          <p:cNvCxnSpPr/>
          <p:nvPr/>
        </p:nvCxnSpPr>
        <p:spPr>
          <a:xfrm flipV="1">
            <a:off x="8966228" y="2499360"/>
            <a:ext cx="0" cy="1361440"/>
          </a:xfrm>
          <a:prstGeom prst="straightConnector1">
            <a:avLst/>
          </a:prstGeom>
          <a:ln>
            <a:solidFill>
              <a:schemeClr val="bg1">
                <a:lumMod val="75000"/>
              </a:schemeClr>
            </a:solidFill>
            <a:tailEnd type="triangle" w="sm" len="lg"/>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509A9814-3BA2-426F-0D48-AD4459E19F45}"/>
              </a:ext>
            </a:extLst>
          </p:cNvPr>
          <p:cNvCxnSpPr/>
          <p:nvPr/>
        </p:nvCxnSpPr>
        <p:spPr>
          <a:xfrm flipV="1">
            <a:off x="10618123" y="2574727"/>
            <a:ext cx="0" cy="1361440"/>
          </a:xfrm>
          <a:prstGeom prst="straightConnector1">
            <a:avLst/>
          </a:prstGeom>
          <a:ln>
            <a:solidFill>
              <a:schemeClr val="bg1">
                <a:lumMod val="75000"/>
              </a:schemeClr>
            </a:solidFill>
            <a:tailEnd type="triangle" w="sm" len="lg"/>
          </a:ln>
        </p:spPr>
        <p:style>
          <a:lnRef idx="2">
            <a:schemeClr val="accent1"/>
          </a:lnRef>
          <a:fillRef idx="0">
            <a:schemeClr val="accent1"/>
          </a:fillRef>
          <a:effectRef idx="1">
            <a:schemeClr val="accent1"/>
          </a:effectRef>
          <a:fontRef idx="minor">
            <a:schemeClr val="tx1"/>
          </a:fontRef>
        </p:style>
      </p:cxnSp>
      <p:sp>
        <p:nvSpPr>
          <p:cNvPr id="71" name="Freeform: Shape 70">
            <a:extLst>
              <a:ext uri="{FF2B5EF4-FFF2-40B4-BE49-F238E27FC236}">
                <a16:creationId xmlns:a16="http://schemas.microsoft.com/office/drawing/2014/main" id="{A18588E9-9D89-B4F5-3D34-A8CBBB4EB8CC}"/>
              </a:ext>
            </a:extLst>
          </p:cNvPr>
          <p:cNvSpPr/>
          <p:nvPr/>
        </p:nvSpPr>
        <p:spPr>
          <a:xfrm>
            <a:off x="6725920" y="2550160"/>
            <a:ext cx="2001520" cy="1483360"/>
          </a:xfrm>
          <a:custGeom>
            <a:avLst/>
            <a:gdLst>
              <a:gd name="csX0" fmla="*/ 0 w 2001520"/>
              <a:gd name="csY0" fmla="*/ 1483360 h 1483360"/>
              <a:gd name="csX1" fmla="*/ 2001520 w 2001520"/>
              <a:gd name="csY1" fmla="*/ 0 h 1483360"/>
              <a:gd name="csX0" fmla="*/ 0 w 2001520"/>
              <a:gd name="csY0" fmla="*/ 1483360 h 1483360"/>
              <a:gd name="csX1" fmla="*/ 2001520 w 2001520"/>
              <a:gd name="csY1" fmla="*/ 0 h 1483360"/>
              <a:gd name="csX0" fmla="*/ 0 w 2001520"/>
              <a:gd name="csY0" fmla="*/ 1483360 h 1483360"/>
              <a:gd name="csX1" fmla="*/ 2001520 w 2001520"/>
              <a:gd name="csY1" fmla="*/ 0 h 1483360"/>
            </a:gdLst>
            <a:ahLst/>
            <a:cxnLst>
              <a:cxn ang="0">
                <a:pos x="csX0" y="csY0"/>
              </a:cxn>
              <a:cxn ang="0">
                <a:pos x="csX1" y="csY1"/>
              </a:cxn>
            </a:cxnLst>
            <a:rect l="l" t="t" r="r" b="b"/>
            <a:pathLst>
              <a:path w="2001520" h="1483360">
                <a:moveTo>
                  <a:pt x="0" y="1483360"/>
                </a:moveTo>
                <a:cubicBezTo>
                  <a:pt x="738293" y="1060027"/>
                  <a:pt x="1852507" y="514773"/>
                  <a:pt x="2001520" y="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5C6672AD-3D6D-F3A7-EA75-4AC393EF6A30}"/>
              </a:ext>
            </a:extLst>
          </p:cNvPr>
          <p:cNvSpPr txBox="1"/>
          <p:nvPr/>
        </p:nvSpPr>
        <p:spPr>
          <a:xfrm>
            <a:off x="3829525" y="1150228"/>
            <a:ext cx="2154118" cy="553998"/>
          </a:xfrm>
          <a:prstGeom prst="rect">
            <a:avLst/>
          </a:prstGeom>
          <a:noFill/>
        </p:spPr>
        <p:txBody>
          <a:bodyPr wrap="square" rtlCol="0">
            <a:spAutoFit/>
          </a:bodyPr>
          <a:lstStyle/>
          <a:p>
            <a:r>
              <a:rPr lang="en-US" sz="1000" dirty="0">
                <a:solidFill>
                  <a:srgbClr val="C00000"/>
                </a:solidFill>
              </a:rPr>
              <a:t>Split into:</a:t>
            </a:r>
          </a:p>
          <a:p>
            <a:r>
              <a:rPr lang="en-US" sz="1000" dirty="0">
                <a:solidFill>
                  <a:srgbClr val="C00000"/>
                </a:solidFill>
              </a:rPr>
              <a:t>Process new planting data</a:t>
            </a:r>
          </a:p>
          <a:p>
            <a:r>
              <a:rPr lang="en-US" sz="1000" dirty="0">
                <a:solidFill>
                  <a:srgbClr val="C00000"/>
                </a:solidFill>
              </a:rPr>
              <a:t>Process new monitoring data</a:t>
            </a:r>
          </a:p>
        </p:txBody>
      </p:sp>
      <p:sp>
        <p:nvSpPr>
          <p:cNvPr id="73" name="Freeform: Shape 72">
            <a:extLst>
              <a:ext uri="{FF2B5EF4-FFF2-40B4-BE49-F238E27FC236}">
                <a16:creationId xmlns:a16="http://schemas.microsoft.com/office/drawing/2014/main" id="{B5045ED2-3A3E-C492-869C-E81D3CB46752}"/>
              </a:ext>
            </a:extLst>
          </p:cNvPr>
          <p:cNvSpPr/>
          <p:nvPr/>
        </p:nvSpPr>
        <p:spPr>
          <a:xfrm>
            <a:off x="7948589" y="2466650"/>
            <a:ext cx="2457729" cy="856413"/>
          </a:xfrm>
          <a:custGeom>
            <a:avLst/>
            <a:gdLst>
              <a:gd name="csX0" fmla="*/ 0 w 2457729"/>
              <a:gd name="csY0" fmla="*/ 856413 h 856413"/>
              <a:gd name="csX1" fmla="*/ 1610236 w 2457729"/>
              <a:gd name="csY1" fmla="*/ 365760 h 856413"/>
              <a:gd name="csX2" fmla="*/ 2457729 w 2457729"/>
              <a:gd name="csY2" fmla="*/ 0 h 856413"/>
              <a:gd name="csX0" fmla="*/ 0 w 2457729"/>
              <a:gd name="csY0" fmla="*/ 856413 h 856413"/>
              <a:gd name="csX1" fmla="*/ 1610236 w 2457729"/>
              <a:gd name="csY1" fmla="*/ 365760 h 856413"/>
              <a:gd name="csX2" fmla="*/ 2457729 w 2457729"/>
              <a:gd name="csY2" fmla="*/ 0 h 856413"/>
              <a:gd name="csX0" fmla="*/ 0 w 2457729"/>
              <a:gd name="csY0" fmla="*/ 856413 h 856413"/>
              <a:gd name="csX1" fmla="*/ 1610236 w 2457729"/>
              <a:gd name="csY1" fmla="*/ 365760 h 856413"/>
              <a:gd name="csX2" fmla="*/ 2457729 w 2457729"/>
              <a:gd name="csY2" fmla="*/ 0 h 856413"/>
              <a:gd name="csX0" fmla="*/ 0 w 2457729"/>
              <a:gd name="csY0" fmla="*/ 856413 h 856413"/>
              <a:gd name="csX1" fmla="*/ 1610236 w 2457729"/>
              <a:gd name="csY1" fmla="*/ 352378 h 856413"/>
              <a:gd name="csX2" fmla="*/ 2457729 w 2457729"/>
              <a:gd name="csY2" fmla="*/ 0 h 856413"/>
              <a:gd name="csX0" fmla="*/ 0 w 2457729"/>
              <a:gd name="csY0" fmla="*/ 856413 h 856413"/>
              <a:gd name="csX1" fmla="*/ 1610236 w 2457729"/>
              <a:gd name="csY1" fmla="*/ 352378 h 856413"/>
              <a:gd name="csX2" fmla="*/ 2457729 w 2457729"/>
              <a:gd name="csY2" fmla="*/ 0 h 856413"/>
              <a:gd name="csX0" fmla="*/ 0 w 2457729"/>
              <a:gd name="csY0" fmla="*/ 856413 h 856413"/>
              <a:gd name="csX1" fmla="*/ 1610236 w 2457729"/>
              <a:gd name="csY1" fmla="*/ 352378 h 856413"/>
              <a:gd name="csX2" fmla="*/ 2457729 w 2457729"/>
              <a:gd name="csY2" fmla="*/ 0 h 856413"/>
            </a:gdLst>
            <a:ahLst/>
            <a:cxnLst>
              <a:cxn ang="0">
                <a:pos x="csX0" y="csY0"/>
              </a:cxn>
              <a:cxn ang="0">
                <a:pos x="csX1" y="csY1"/>
              </a:cxn>
              <a:cxn ang="0">
                <a:pos x="csX2" y="csY2"/>
              </a:cxn>
            </a:cxnLst>
            <a:rect l="l" t="t" r="r" b="b"/>
            <a:pathLst>
              <a:path w="2457729" h="856413">
                <a:moveTo>
                  <a:pt x="0" y="856413"/>
                </a:moveTo>
                <a:cubicBezTo>
                  <a:pt x="511097" y="499574"/>
                  <a:pt x="1178312" y="446048"/>
                  <a:pt x="1610236" y="352378"/>
                </a:cubicBezTo>
                <a:cubicBezTo>
                  <a:pt x="2028778" y="263169"/>
                  <a:pt x="2301239" y="267630"/>
                  <a:pt x="2457729" y="0"/>
                </a:cubicBezTo>
              </a:path>
            </a:pathLst>
          </a:custGeom>
          <a:noFill/>
          <a:ln>
            <a:solidFill>
              <a:schemeClr val="bg1">
                <a:lumMod val="75000"/>
              </a:schemeClr>
            </a:solidFill>
            <a:headEnd type="none" w="med" len="med"/>
            <a:tailEnd type="triangle" w="sm"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6185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8376C5D-3801-7D55-3BF8-443E83269B1E}"/>
              </a:ext>
            </a:extLst>
          </p:cNvPr>
          <p:cNvSpPr/>
          <p:nvPr/>
        </p:nvSpPr>
        <p:spPr>
          <a:xfrm>
            <a:off x="1426129" y="830510"/>
            <a:ext cx="1400962" cy="547814"/>
          </a:xfrm>
          <a:prstGeom prst="roundRect">
            <a:avLst/>
          </a:prstGeom>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t>p_gps_pts</a:t>
            </a:r>
            <a:endParaRPr lang="en-US" sz="1100" dirty="0"/>
          </a:p>
        </p:txBody>
      </p:sp>
      <p:sp>
        <p:nvSpPr>
          <p:cNvPr id="3" name="TextBox 2">
            <a:extLst>
              <a:ext uri="{FF2B5EF4-FFF2-40B4-BE49-F238E27FC236}">
                <a16:creationId xmlns:a16="http://schemas.microsoft.com/office/drawing/2014/main" id="{3951A741-31BF-60FA-A0C0-BCD26BCFF84A}"/>
              </a:ext>
            </a:extLst>
          </p:cNvPr>
          <p:cNvSpPr txBox="1"/>
          <p:nvPr/>
        </p:nvSpPr>
        <p:spPr>
          <a:xfrm>
            <a:off x="1358308" y="1437734"/>
            <a:ext cx="1536603" cy="400110"/>
          </a:xfrm>
          <a:prstGeom prst="rect">
            <a:avLst/>
          </a:prstGeom>
          <a:noFill/>
        </p:spPr>
        <p:txBody>
          <a:bodyPr wrap="square" rtlCol="0">
            <a:spAutoFit/>
          </a:bodyPr>
          <a:lstStyle/>
          <a:p>
            <a:pPr algn="ctr"/>
            <a:r>
              <a:rPr lang="en-US" sz="1000" dirty="0"/>
              <a:t>29 unique values &amp; NA </a:t>
            </a:r>
            <a:r>
              <a:rPr lang="en-US" sz="1000" dirty="0" err="1"/>
              <a:t>donor_site_name</a:t>
            </a:r>
            <a:endParaRPr lang="en-US" sz="1000" dirty="0"/>
          </a:p>
        </p:txBody>
      </p:sp>
      <p:sp>
        <p:nvSpPr>
          <p:cNvPr id="4" name="Rounded Rectangle 3">
            <a:extLst>
              <a:ext uri="{FF2B5EF4-FFF2-40B4-BE49-F238E27FC236}">
                <a16:creationId xmlns:a16="http://schemas.microsoft.com/office/drawing/2014/main" id="{372BA0CE-7341-17C2-9DC9-26C3BDED9E28}"/>
              </a:ext>
            </a:extLst>
          </p:cNvPr>
          <p:cNvSpPr/>
          <p:nvPr/>
        </p:nvSpPr>
        <p:spPr>
          <a:xfrm>
            <a:off x="3549942" y="830510"/>
            <a:ext cx="1400962" cy="547814"/>
          </a:xfrm>
          <a:prstGeom prst="roundRect">
            <a:avLst/>
          </a:prstGeom>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t>donor_sites</a:t>
            </a:r>
            <a:endParaRPr lang="en-US" sz="1100" dirty="0"/>
          </a:p>
          <a:p>
            <a:pPr algn="ctr"/>
            <a:r>
              <a:rPr lang="en-US" sz="800" dirty="0"/>
              <a:t>(Matrix sheet)</a:t>
            </a:r>
          </a:p>
        </p:txBody>
      </p:sp>
      <p:sp>
        <p:nvSpPr>
          <p:cNvPr id="5" name="TextBox 4">
            <a:extLst>
              <a:ext uri="{FF2B5EF4-FFF2-40B4-BE49-F238E27FC236}">
                <a16:creationId xmlns:a16="http://schemas.microsoft.com/office/drawing/2014/main" id="{E163C22F-957F-A179-7918-D2218A52FBFC}"/>
              </a:ext>
            </a:extLst>
          </p:cNvPr>
          <p:cNvSpPr txBox="1"/>
          <p:nvPr/>
        </p:nvSpPr>
        <p:spPr>
          <a:xfrm>
            <a:off x="3372463" y="1437241"/>
            <a:ext cx="1755919" cy="646331"/>
          </a:xfrm>
          <a:prstGeom prst="rect">
            <a:avLst/>
          </a:prstGeom>
          <a:noFill/>
        </p:spPr>
        <p:txBody>
          <a:bodyPr wrap="square" rtlCol="0">
            <a:spAutoFit/>
          </a:bodyPr>
          <a:lstStyle/>
          <a:p>
            <a:pPr algn="ctr"/>
            <a:r>
              <a:rPr lang="en-US" sz="900" dirty="0"/>
              <a:t>30 records (all with site names)</a:t>
            </a:r>
          </a:p>
          <a:p>
            <a:pPr algn="ctr"/>
            <a:r>
              <a:rPr lang="en-US" sz="900" dirty="0"/>
              <a:t>24 unique site names</a:t>
            </a:r>
          </a:p>
          <a:p>
            <a:pPr algn="ctr"/>
            <a:endParaRPr lang="en-US" sz="900" dirty="0"/>
          </a:p>
          <a:p>
            <a:pPr algn="ctr"/>
            <a:r>
              <a:rPr lang="en-US" sz="900" dirty="0"/>
              <a:t>3 of 24 without coords</a:t>
            </a:r>
          </a:p>
        </p:txBody>
      </p:sp>
      <p:sp>
        <p:nvSpPr>
          <p:cNvPr id="6" name="Rounded Rectangle 5">
            <a:extLst>
              <a:ext uri="{FF2B5EF4-FFF2-40B4-BE49-F238E27FC236}">
                <a16:creationId xmlns:a16="http://schemas.microsoft.com/office/drawing/2014/main" id="{81C51E30-7947-1034-5D93-4993962A4BB9}"/>
              </a:ext>
            </a:extLst>
          </p:cNvPr>
          <p:cNvSpPr/>
          <p:nvPr/>
        </p:nvSpPr>
        <p:spPr>
          <a:xfrm>
            <a:off x="5673755" y="830510"/>
            <a:ext cx="1400962" cy="547814"/>
          </a:xfrm>
          <a:prstGeom prst="roundRect">
            <a:avLst/>
          </a:prstGeom>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t>donor_site_codes</a:t>
            </a:r>
            <a:endParaRPr lang="en-US" sz="1100" dirty="0"/>
          </a:p>
          <a:p>
            <a:pPr algn="ctr"/>
            <a:r>
              <a:rPr lang="en-US" sz="800" dirty="0"/>
              <a:t>(csv file)</a:t>
            </a:r>
          </a:p>
        </p:txBody>
      </p:sp>
      <p:sp>
        <p:nvSpPr>
          <p:cNvPr id="7" name="TextBox 6">
            <a:extLst>
              <a:ext uri="{FF2B5EF4-FFF2-40B4-BE49-F238E27FC236}">
                <a16:creationId xmlns:a16="http://schemas.microsoft.com/office/drawing/2014/main" id="{27C0E837-5B1A-B61D-3969-1D5C9A6D8DAE}"/>
              </a:ext>
            </a:extLst>
          </p:cNvPr>
          <p:cNvSpPr txBox="1"/>
          <p:nvPr/>
        </p:nvSpPr>
        <p:spPr>
          <a:xfrm>
            <a:off x="5496276" y="1444936"/>
            <a:ext cx="1755919" cy="230832"/>
          </a:xfrm>
          <a:prstGeom prst="rect">
            <a:avLst/>
          </a:prstGeom>
          <a:noFill/>
        </p:spPr>
        <p:txBody>
          <a:bodyPr wrap="square" rtlCol="0">
            <a:spAutoFit/>
          </a:bodyPr>
          <a:lstStyle/>
          <a:p>
            <a:pPr algn="ctr"/>
            <a:r>
              <a:rPr lang="en-US" sz="900" dirty="0"/>
              <a:t>25 donor sites + Mixed</a:t>
            </a:r>
          </a:p>
        </p:txBody>
      </p:sp>
      <p:sp>
        <p:nvSpPr>
          <p:cNvPr id="8" name="TextBox 7">
            <a:extLst>
              <a:ext uri="{FF2B5EF4-FFF2-40B4-BE49-F238E27FC236}">
                <a16:creationId xmlns:a16="http://schemas.microsoft.com/office/drawing/2014/main" id="{4FADDADE-C6FB-E5F2-0B3D-7DBB7EA31B39}"/>
              </a:ext>
            </a:extLst>
          </p:cNvPr>
          <p:cNvSpPr txBox="1"/>
          <p:nvPr/>
        </p:nvSpPr>
        <p:spPr>
          <a:xfrm>
            <a:off x="5561270" y="2229348"/>
            <a:ext cx="1755919" cy="369332"/>
          </a:xfrm>
          <a:prstGeom prst="rect">
            <a:avLst/>
          </a:prstGeom>
          <a:noFill/>
        </p:spPr>
        <p:txBody>
          <a:bodyPr wrap="square" rtlCol="0">
            <a:spAutoFit/>
          </a:bodyPr>
          <a:lstStyle/>
          <a:p>
            <a:pPr algn="ctr"/>
            <a:r>
              <a:rPr lang="en-US" sz="900" dirty="0" err="1">
                <a:solidFill>
                  <a:srgbClr val="C00000"/>
                </a:solidFill>
              </a:rPr>
              <a:t>donor_site_name</a:t>
            </a:r>
            <a:endParaRPr lang="en-US" sz="900" dirty="0">
              <a:solidFill>
                <a:srgbClr val="C00000"/>
              </a:solidFill>
            </a:endParaRPr>
          </a:p>
          <a:p>
            <a:pPr algn="ctr"/>
            <a:r>
              <a:rPr lang="en-US" sz="900" dirty="0" err="1">
                <a:solidFill>
                  <a:srgbClr val="C00000"/>
                </a:solidFill>
              </a:rPr>
              <a:t>donor_site_code</a:t>
            </a:r>
            <a:endParaRPr lang="en-US" sz="900" dirty="0">
              <a:solidFill>
                <a:srgbClr val="C00000"/>
              </a:solidFill>
            </a:endParaRPr>
          </a:p>
        </p:txBody>
      </p:sp>
      <p:sp>
        <p:nvSpPr>
          <p:cNvPr id="9" name="TextBox 8">
            <a:extLst>
              <a:ext uri="{FF2B5EF4-FFF2-40B4-BE49-F238E27FC236}">
                <a16:creationId xmlns:a16="http://schemas.microsoft.com/office/drawing/2014/main" id="{603AC6C6-3245-C02E-6372-E7CCDE1A5824}"/>
              </a:ext>
            </a:extLst>
          </p:cNvPr>
          <p:cNvSpPr txBox="1"/>
          <p:nvPr/>
        </p:nvSpPr>
        <p:spPr>
          <a:xfrm>
            <a:off x="3299922" y="2249786"/>
            <a:ext cx="1755919" cy="230832"/>
          </a:xfrm>
          <a:prstGeom prst="rect">
            <a:avLst/>
          </a:prstGeom>
          <a:noFill/>
        </p:spPr>
        <p:txBody>
          <a:bodyPr wrap="square" rtlCol="0">
            <a:spAutoFit/>
          </a:bodyPr>
          <a:lstStyle/>
          <a:p>
            <a:pPr algn="ctr"/>
            <a:r>
              <a:rPr lang="en-US" sz="900" dirty="0" err="1">
                <a:solidFill>
                  <a:srgbClr val="C00000"/>
                </a:solidFill>
              </a:rPr>
              <a:t>site_name</a:t>
            </a:r>
            <a:endParaRPr lang="en-US" sz="900" dirty="0">
              <a:solidFill>
                <a:srgbClr val="C00000"/>
              </a:solidFill>
            </a:endParaRPr>
          </a:p>
        </p:txBody>
      </p:sp>
      <p:sp>
        <p:nvSpPr>
          <p:cNvPr id="10" name="TextBox 9">
            <a:extLst>
              <a:ext uri="{FF2B5EF4-FFF2-40B4-BE49-F238E27FC236}">
                <a16:creationId xmlns:a16="http://schemas.microsoft.com/office/drawing/2014/main" id="{67C4C3F0-5756-3EB5-6106-46B1F23F85D8}"/>
              </a:ext>
            </a:extLst>
          </p:cNvPr>
          <p:cNvSpPr txBox="1"/>
          <p:nvPr/>
        </p:nvSpPr>
        <p:spPr>
          <a:xfrm>
            <a:off x="1138992" y="2263500"/>
            <a:ext cx="1755919" cy="230832"/>
          </a:xfrm>
          <a:prstGeom prst="rect">
            <a:avLst/>
          </a:prstGeom>
          <a:noFill/>
        </p:spPr>
        <p:txBody>
          <a:bodyPr wrap="square" rtlCol="0">
            <a:spAutoFit/>
          </a:bodyPr>
          <a:lstStyle/>
          <a:p>
            <a:pPr algn="ctr"/>
            <a:r>
              <a:rPr lang="en-US" sz="900" dirty="0" err="1">
                <a:solidFill>
                  <a:srgbClr val="C00000"/>
                </a:solidFill>
              </a:rPr>
              <a:t>donor_site_name</a:t>
            </a:r>
            <a:endParaRPr lang="en-US" sz="900" dirty="0">
              <a:solidFill>
                <a:srgbClr val="C00000"/>
              </a:solidFill>
            </a:endParaRPr>
          </a:p>
        </p:txBody>
      </p:sp>
      <p:sp>
        <p:nvSpPr>
          <p:cNvPr id="11" name="Freeform 10">
            <a:extLst>
              <a:ext uri="{FF2B5EF4-FFF2-40B4-BE49-F238E27FC236}">
                <a16:creationId xmlns:a16="http://schemas.microsoft.com/office/drawing/2014/main" id="{963D2E58-C438-1697-4C3A-2C221566FEF2}"/>
              </a:ext>
            </a:extLst>
          </p:cNvPr>
          <p:cNvSpPr/>
          <p:nvPr/>
        </p:nvSpPr>
        <p:spPr>
          <a:xfrm>
            <a:off x="2440641" y="2528048"/>
            <a:ext cx="1600200" cy="308442"/>
          </a:xfrm>
          <a:custGeom>
            <a:avLst/>
            <a:gdLst>
              <a:gd name="csX0" fmla="*/ 0 w 1600200"/>
              <a:gd name="csY0" fmla="*/ 26894 h 26894"/>
              <a:gd name="csX1" fmla="*/ 1600200 w 1600200"/>
              <a:gd name="csY1" fmla="*/ 0 h 26894"/>
              <a:gd name="csX0" fmla="*/ 0 w 1600200"/>
              <a:gd name="csY0" fmla="*/ 26894 h 191395"/>
              <a:gd name="csX1" fmla="*/ 1600200 w 1600200"/>
              <a:gd name="csY1" fmla="*/ 0 h 191395"/>
              <a:gd name="csX0" fmla="*/ 0 w 1600200"/>
              <a:gd name="csY0" fmla="*/ 26894 h 308442"/>
              <a:gd name="csX1" fmla="*/ 1600200 w 1600200"/>
              <a:gd name="csY1" fmla="*/ 0 h 308442"/>
            </a:gdLst>
            <a:ahLst/>
            <a:cxnLst>
              <a:cxn ang="0">
                <a:pos x="csX0" y="csY0"/>
              </a:cxn>
              <a:cxn ang="0">
                <a:pos x="csX1" y="csY1"/>
              </a:cxn>
            </a:cxnLst>
            <a:rect l="l" t="t" r="r" b="b"/>
            <a:pathLst>
              <a:path w="1600200" h="308442">
                <a:moveTo>
                  <a:pt x="0" y="26894"/>
                </a:moveTo>
                <a:cubicBezTo>
                  <a:pt x="318247" y="394446"/>
                  <a:pt x="1349189" y="419100"/>
                  <a:pt x="1600200" y="0"/>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F5404A7-56F1-393B-BD0E-358FE7C9E937}"/>
              </a:ext>
            </a:extLst>
          </p:cNvPr>
          <p:cNvPicPr>
            <a:picLocks noChangeAspect="1"/>
          </p:cNvPicPr>
          <p:nvPr/>
        </p:nvPicPr>
        <p:blipFill>
          <a:blip r:embed="rId2"/>
          <a:stretch>
            <a:fillRect/>
          </a:stretch>
        </p:blipFill>
        <p:spPr>
          <a:xfrm>
            <a:off x="1098465" y="2598680"/>
            <a:ext cx="1342176" cy="1459617"/>
          </a:xfrm>
          <a:prstGeom prst="rect">
            <a:avLst/>
          </a:prstGeom>
        </p:spPr>
      </p:pic>
      <p:sp>
        <p:nvSpPr>
          <p:cNvPr id="13" name="TextBox 12">
            <a:extLst>
              <a:ext uri="{FF2B5EF4-FFF2-40B4-BE49-F238E27FC236}">
                <a16:creationId xmlns:a16="http://schemas.microsoft.com/office/drawing/2014/main" id="{233AB3C2-3DE1-6208-BAE2-680C46A84B6F}"/>
              </a:ext>
            </a:extLst>
          </p:cNvPr>
          <p:cNvSpPr txBox="1"/>
          <p:nvPr/>
        </p:nvSpPr>
        <p:spPr>
          <a:xfrm>
            <a:off x="270916" y="3097656"/>
            <a:ext cx="868076" cy="230832"/>
          </a:xfrm>
          <a:prstGeom prst="rect">
            <a:avLst/>
          </a:prstGeom>
          <a:noFill/>
        </p:spPr>
        <p:txBody>
          <a:bodyPr wrap="square" rtlCol="0">
            <a:spAutoFit/>
          </a:bodyPr>
          <a:lstStyle/>
          <a:p>
            <a:pPr algn="r"/>
            <a:r>
              <a:rPr lang="en-US" sz="900" dirty="0">
                <a:solidFill>
                  <a:srgbClr val="C00000"/>
                </a:solidFill>
              </a:rPr>
              <a:t>not matched</a:t>
            </a:r>
          </a:p>
        </p:txBody>
      </p:sp>
      <p:sp>
        <p:nvSpPr>
          <p:cNvPr id="21" name="TextBox 20">
            <a:extLst>
              <a:ext uri="{FF2B5EF4-FFF2-40B4-BE49-F238E27FC236}">
                <a16:creationId xmlns:a16="http://schemas.microsoft.com/office/drawing/2014/main" id="{4D6629B2-E208-4479-437C-8ACBA7AC643C}"/>
              </a:ext>
            </a:extLst>
          </p:cNvPr>
          <p:cNvSpPr txBox="1"/>
          <p:nvPr/>
        </p:nvSpPr>
        <p:spPr>
          <a:xfrm>
            <a:off x="1004335" y="4343402"/>
            <a:ext cx="1822755" cy="1061829"/>
          </a:xfrm>
          <a:prstGeom prst="rect">
            <a:avLst/>
          </a:prstGeom>
          <a:noFill/>
        </p:spPr>
        <p:txBody>
          <a:bodyPr wrap="square" rtlCol="0">
            <a:spAutoFit/>
          </a:bodyPr>
          <a:lstStyle/>
          <a:p>
            <a:r>
              <a:rPr lang="en-US" sz="900" dirty="0"/>
              <a:t>5 donor site in </a:t>
            </a:r>
            <a:r>
              <a:rPr lang="en-US" sz="900" dirty="0" err="1"/>
              <a:t>gps_pts</a:t>
            </a:r>
            <a:r>
              <a:rPr lang="en-US" sz="900" dirty="0"/>
              <a:t> not matched in </a:t>
            </a:r>
            <a:r>
              <a:rPr lang="en-US" sz="900" dirty="0" err="1"/>
              <a:t>donor_sites</a:t>
            </a:r>
            <a:r>
              <a:rPr lang="en-US" sz="900" dirty="0"/>
              <a:t> table:</a:t>
            </a:r>
          </a:p>
          <a:p>
            <a:pPr marL="233363"/>
            <a:r>
              <a:rPr lang="en-US" sz="900" dirty="0">
                <a:solidFill>
                  <a:srgbClr val="BC9BA0"/>
                </a:solidFill>
              </a:rPr>
              <a:t>Ketron Island</a:t>
            </a:r>
          </a:p>
          <a:p>
            <a:pPr marL="233363"/>
            <a:r>
              <a:rPr lang="en-US" sz="900" dirty="0">
                <a:solidFill>
                  <a:srgbClr val="BC9BA0"/>
                </a:solidFill>
              </a:rPr>
              <a:t>Anderson Island</a:t>
            </a:r>
          </a:p>
          <a:p>
            <a:pPr marL="233363"/>
            <a:r>
              <a:rPr lang="en-US" sz="900" dirty="0">
                <a:solidFill>
                  <a:srgbClr val="BC9BA0"/>
                </a:solidFill>
              </a:rPr>
              <a:t>Cutts Island</a:t>
            </a:r>
          </a:p>
          <a:p>
            <a:pPr marL="233363"/>
            <a:r>
              <a:rPr lang="en-US" sz="900" dirty="0">
                <a:solidFill>
                  <a:srgbClr val="BC9BA0"/>
                </a:solidFill>
              </a:rPr>
              <a:t>Shine Beach</a:t>
            </a:r>
          </a:p>
          <a:p>
            <a:pPr marL="233363"/>
            <a:r>
              <a:rPr lang="en-US" sz="900" dirty="0">
                <a:solidFill>
                  <a:srgbClr val="BC9BA0"/>
                </a:solidFill>
              </a:rPr>
              <a:t>Stuart Island</a:t>
            </a:r>
          </a:p>
        </p:txBody>
      </p:sp>
      <p:pic>
        <p:nvPicPr>
          <p:cNvPr id="25" name="Picture 24">
            <a:extLst>
              <a:ext uri="{FF2B5EF4-FFF2-40B4-BE49-F238E27FC236}">
                <a16:creationId xmlns:a16="http://schemas.microsoft.com/office/drawing/2014/main" id="{66B75841-952B-192F-8498-5F6967CD8426}"/>
              </a:ext>
            </a:extLst>
          </p:cNvPr>
          <p:cNvPicPr>
            <a:picLocks noChangeAspect="1"/>
          </p:cNvPicPr>
          <p:nvPr/>
        </p:nvPicPr>
        <p:blipFill>
          <a:blip r:embed="rId3"/>
          <a:stretch>
            <a:fillRect/>
          </a:stretch>
        </p:blipFill>
        <p:spPr>
          <a:xfrm>
            <a:off x="131622" y="5565209"/>
            <a:ext cx="4819282" cy="725547"/>
          </a:xfrm>
          <a:prstGeom prst="rect">
            <a:avLst/>
          </a:prstGeom>
        </p:spPr>
      </p:pic>
      <p:sp>
        <p:nvSpPr>
          <p:cNvPr id="26" name="TextBox 25">
            <a:extLst>
              <a:ext uri="{FF2B5EF4-FFF2-40B4-BE49-F238E27FC236}">
                <a16:creationId xmlns:a16="http://schemas.microsoft.com/office/drawing/2014/main" id="{202F8DFC-C890-BC28-2682-4E117914FCB0}"/>
              </a:ext>
            </a:extLst>
          </p:cNvPr>
          <p:cNvSpPr txBox="1"/>
          <p:nvPr/>
        </p:nvSpPr>
        <p:spPr>
          <a:xfrm>
            <a:off x="6231339" y="4058297"/>
            <a:ext cx="2171700" cy="738664"/>
          </a:xfrm>
          <a:prstGeom prst="rect">
            <a:avLst/>
          </a:prstGeom>
          <a:noFill/>
        </p:spPr>
        <p:txBody>
          <a:bodyPr wrap="square" rtlCol="0">
            <a:spAutoFit/>
          </a:bodyPr>
          <a:lstStyle/>
          <a:p>
            <a:r>
              <a:rPr lang="en-US" sz="1400" dirty="0"/>
              <a:t>Add a Mixed logical variable to </a:t>
            </a:r>
            <a:r>
              <a:rPr lang="en-US" sz="1400" dirty="0" err="1"/>
              <a:t>planting_donor_assoc</a:t>
            </a:r>
            <a:endParaRPr lang="en-US" sz="1400" dirty="0"/>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6686C5A7-E2E3-55A1-34F3-0D9BEECAC181}"/>
                  </a:ext>
                </a:extLst>
              </p14:cNvPr>
              <p14:cNvContentPartPr/>
              <p14:nvPr/>
            </p14:nvContentPartPr>
            <p14:xfrm>
              <a:off x="5498383" y="3378781"/>
              <a:ext cx="3898800" cy="2364480"/>
            </p14:xfrm>
          </p:contentPart>
        </mc:Choice>
        <mc:Fallback xmlns="">
          <p:pic>
            <p:nvPicPr>
              <p:cNvPr id="14" name="Ink 13">
                <a:extLst>
                  <a:ext uri="{FF2B5EF4-FFF2-40B4-BE49-F238E27FC236}">
                    <a16:creationId xmlns:a16="http://schemas.microsoft.com/office/drawing/2014/main" id="{6686C5A7-E2E3-55A1-34F3-0D9BEECAC181}"/>
                  </a:ext>
                </a:extLst>
              </p:cNvPr>
              <p:cNvPicPr/>
              <p:nvPr/>
            </p:nvPicPr>
            <p:blipFill>
              <a:blip r:embed="rId5"/>
              <a:stretch>
                <a:fillRect/>
              </a:stretch>
            </p:blipFill>
            <p:spPr>
              <a:xfrm>
                <a:off x="5467783" y="3347821"/>
                <a:ext cx="3960360" cy="2425680"/>
              </a:xfrm>
              <a:prstGeom prst="rect">
                <a:avLst/>
              </a:prstGeom>
            </p:spPr>
          </p:pic>
        </mc:Fallback>
      </mc:AlternateContent>
    </p:spTree>
    <p:extLst>
      <p:ext uri="{BB962C8B-B14F-4D97-AF65-F5344CB8AC3E}">
        <p14:creationId xmlns:p14="http://schemas.microsoft.com/office/powerpoint/2010/main" val="4105985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582326-9A41-40CD-7562-EF9D05EB5365}"/>
              </a:ext>
            </a:extLst>
          </p:cNvPr>
          <p:cNvPicPr>
            <a:picLocks noChangeAspect="1"/>
          </p:cNvPicPr>
          <p:nvPr/>
        </p:nvPicPr>
        <p:blipFill>
          <a:blip r:embed="rId2"/>
          <a:stretch>
            <a:fillRect/>
          </a:stretch>
        </p:blipFill>
        <p:spPr>
          <a:xfrm>
            <a:off x="151250" y="235124"/>
            <a:ext cx="4395229" cy="4521434"/>
          </a:xfrm>
          <a:prstGeom prst="rect">
            <a:avLst/>
          </a:prstGeom>
        </p:spPr>
      </p:pic>
      <p:sp>
        <p:nvSpPr>
          <p:cNvPr id="3" name="TextBox 2">
            <a:extLst>
              <a:ext uri="{FF2B5EF4-FFF2-40B4-BE49-F238E27FC236}">
                <a16:creationId xmlns:a16="http://schemas.microsoft.com/office/drawing/2014/main" id="{71DA827D-D70A-4327-2E9E-0CC6A523140F}"/>
              </a:ext>
            </a:extLst>
          </p:cNvPr>
          <p:cNvSpPr txBox="1"/>
          <p:nvPr/>
        </p:nvSpPr>
        <p:spPr>
          <a:xfrm>
            <a:off x="4914551" y="448267"/>
            <a:ext cx="5325533" cy="1200329"/>
          </a:xfrm>
          <a:prstGeom prst="rect">
            <a:avLst/>
          </a:prstGeom>
          <a:noFill/>
        </p:spPr>
        <p:txBody>
          <a:bodyPr wrap="square" rtlCol="0">
            <a:spAutoFit/>
          </a:bodyPr>
          <a:lstStyle/>
          <a:p>
            <a:pPr marL="342900" indent="-342900">
              <a:buAutoNum type="arabicPeriod"/>
            </a:pPr>
            <a:r>
              <a:rPr lang="en-US" dirty="0"/>
              <a:t>Step through </a:t>
            </a:r>
            <a:r>
              <a:rPr lang="en-US" dirty="0" err="1"/>
              <a:t>donor_sites</a:t>
            </a:r>
            <a:r>
              <a:rPr lang="en-US" dirty="0"/>
              <a:t> from matrix and refer to map for any ambiguity</a:t>
            </a:r>
          </a:p>
          <a:p>
            <a:pPr marL="342900" indent="-342900">
              <a:buAutoNum type="arabicPeriod"/>
            </a:pPr>
            <a:r>
              <a:rPr lang="en-US" dirty="0"/>
              <a:t>Create csv with vicinity, name, alt name</a:t>
            </a:r>
          </a:p>
          <a:p>
            <a:pPr marL="342900" indent="-342900">
              <a:buAutoNum type="arabicPeriod"/>
            </a:pPr>
            <a:r>
              <a:rPr lang="en-US" dirty="0"/>
              <a:t>Identify cases with no coords and add coords</a:t>
            </a:r>
          </a:p>
        </p:txBody>
      </p:sp>
      <p:sp>
        <p:nvSpPr>
          <p:cNvPr id="4" name="TextBox 3">
            <a:extLst>
              <a:ext uri="{FF2B5EF4-FFF2-40B4-BE49-F238E27FC236}">
                <a16:creationId xmlns:a16="http://schemas.microsoft.com/office/drawing/2014/main" id="{A2271209-82A8-86AD-AF45-BDDD9820A14F}"/>
              </a:ext>
            </a:extLst>
          </p:cNvPr>
          <p:cNvSpPr txBox="1"/>
          <p:nvPr/>
        </p:nvSpPr>
        <p:spPr>
          <a:xfrm>
            <a:off x="4815281" y="2713565"/>
            <a:ext cx="6870583" cy="3139321"/>
          </a:xfrm>
          <a:prstGeom prst="rect">
            <a:avLst/>
          </a:prstGeom>
          <a:noFill/>
        </p:spPr>
        <p:txBody>
          <a:bodyPr wrap="square" rtlCol="0">
            <a:spAutoFit/>
          </a:bodyPr>
          <a:lstStyle/>
          <a:p>
            <a:r>
              <a:rPr lang="en-US" dirty="0">
                <a:solidFill>
                  <a:schemeClr val="accent1"/>
                </a:solidFill>
              </a:rPr>
              <a:t>Issue 1:  ambiguity in donor sites listed in </a:t>
            </a:r>
            <a:r>
              <a:rPr lang="en-US" dirty="0" err="1">
                <a:solidFill>
                  <a:schemeClr val="accent1"/>
                </a:solidFill>
              </a:rPr>
              <a:t>gps_pts</a:t>
            </a:r>
            <a:r>
              <a:rPr lang="en-US" dirty="0">
                <a:solidFill>
                  <a:schemeClr val="accent1"/>
                </a:solidFill>
              </a:rPr>
              <a:t> at Anderson Island.  The matrix </a:t>
            </a:r>
            <a:r>
              <a:rPr lang="en-US" dirty="0" err="1">
                <a:solidFill>
                  <a:schemeClr val="accent1"/>
                </a:solidFill>
              </a:rPr>
              <a:t>gps_pts</a:t>
            </a:r>
            <a:r>
              <a:rPr lang="en-US" dirty="0">
                <a:solidFill>
                  <a:schemeClr val="accent1"/>
                </a:solidFill>
              </a:rPr>
              <a:t> includes:</a:t>
            </a:r>
          </a:p>
          <a:p>
            <a:pPr marL="285750" indent="-285750">
              <a:buFont typeface="Arial" panose="020B0604020202020204" pitchFamily="34" charset="0"/>
              <a:buChar char="•"/>
            </a:pPr>
            <a:r>
              <a:rPr lang="en-US" dirty="0">
                <a:solidFill>
                  <a:schemeClr val="accent1"/>
                </a:solidFill>
              </a:rPr>
              <a:t>10 records  with </a:t>
            </a:r>
            <a:r>
              <a:rPr lang="en-US" dirty="0" err="1">
                <a:solidFill>
                  <a:schemeClr val="accent1"/>
                </a:solidFill>
              </a:rPr>
              <a:t>donor_site</a:t>
            </a:r>
            <a:r>
              <a:rPr lang="en-US" dirty="0">
                <a:solidFill>
                  <a:schemeClr val="accent1"/>
                </a:solidFill>
              </a:rPr>
              <a:t> = “Anderson Island”</a:t>
            </a:r>
          </a:p>
          <a:p>
            <a:pPr marL="285750" indent="-285750">
              <a:buFont typeface="Arial" panose="020B0604020202020204" pitchFamily="34" charset="0"/>
              <a:buChar char="•"/>
            </a:pPr>
            <a:r>
              <a:rPr lang="en-US" dirty="0">
                <a:solidFill>
                  <a:schemeClr val="accent1"/>
                </a:solidFill>
              </a:rPr>
              <a:t>8 records with </a:t>
            </a:r>
            <a:r>
              <a:rPr lang="en-US" dirty="0" err="1">
                <a:solidFill>
                  <a:schemeClr val="accent1"/>
                </a:solidFill>
              </a:rPr>
              <a:t>donor_site</a:t>
            </a:r>
            <a:r>
              <a:rPr lang="en-US" dirty="0">
                <a:solidFill>
                  <a:schemeClr val="accent1"/>
                </a:solidFill>
              </a:rPr>
              <a:t> = “Sandy Point”</a:t>
            </a:r>
          </a:p>
          <a:p>
            <a:pPr marL="285750" indent="-285750">
              <a:buFont typeface="Arial" panose="020B0604020202020204" pitchFamily="34" charset="0"/>
              <a:buChar char="•"/>
            </a:pPr>
            <a:r>
              <a:rPr lang="en-US" dirty="0">
                <a:solidFill>
                  <a:schemeClr val="accent1"/>
                </a:solidFill>
              </a:rPr>
              <a:t>13 records with </a:t>
            </a:r>
            <a:r>
              <a:rPr lang="en-US" dirty="0" err="1">
                <a:solidFill>
                  <a:schemeClr val="accent1"/>
                </a:solidFill>
              </a:rPr>
              <a:t>donor_site</a:t>
            </a:r>
            <a:r>
              <a:rPr lang="en-US" dirty="0">
                <a:solidFill>
                  <a:schemeClr val="accent1"/>
                </a:solidFill>
              </a:rPr>
              <a:t> = “Thompson Cove”</a:t>
            </a:r>
          </a:p>
          <a:p>
            <a:pPr marL="285750" indent="-285750">
              <a:buFont typeface="Arial" panose="020B0604020202020204" pitchFamily="34" charset="0"/>
              <a:buChar char="•"/>
            </a:pPr>
            <a:endParaRPr lang="en-US" dirty="0">
              <a:solidFill>
                <a:schemeClr val="accent1"/>
              </a:solidFill>
            </a:endParaRPr>
          </a:p>
          <a:p>
            <a:r>
              <a:rPr lang="en-US" dirty="0">
                <a:solidFill>
                  <a:schemeClr val="accent1"/>
                </a:solidFill>
              </a:rPr>
              <a:t>Donor sites sheet in matrix only has records (with coords) for:</a:t>
            </a:r>
          </a:p>
          <a:p>
            <a:pPr marL="285750" indent="-285750">
              <a:buFont typeface="Arial" panose="020B0604020202020204" pitchFamily="34" charset="0"/>
              <a:buChar char="•"/>
            </a:pPr>
            <a:r>
              <a:rPr lang="en-US" dirty="0">
                <a:solidFill>
                  <a:schemeClr val="accent1"/>
                </a:solidFill>
              </a:rPr>
              <a:t>Sandy Point</a:t>
            </a:r>
          </a:p>
          <a:p>
            <a:pPr marL="285750" indent="-285750">
              <a:buFont typeface="Arial" panose="020B0604020202020204" pitchFamily="34" charset="0"/>
              <a:buChar char="•"/>
            </a:pPr>
            <a:r>
              <a:rPr lang="en-US" dirty="0">
                <a:solidFill>
                  <a:schemeClr val="accent1"/>
                </a:solidFill>
              </a:rPr>
              <a:t>Thompson Cove</a:t>
            </a:r>
          </a:p>
          <a:p>
            <a:endParaRPr lang="en-US" dirty="0">
              <a:solidFill>
                <a:schemeClr val="accent1"/>
              </a:solidFill>
            </a:endParaRPr>
          </a:p>
          <a:p>
            <a:r>
              <a:rPr lang="en-US" dirty="0">
                <a:solidFill>
                  <a:schemeClr val="accent1"/>
                </a:solidFill>
              </a:rPr>
              <a:t>Need clarification on the 10 records with “Anderson Island”</a:t>
            </a:r>
          </a:p>
        </p:txBody>
      </p:sp>
    </p:spTree>
    <p:extLst>
      <p:ext uri="{BB962C8B-B14F-4D97-AF65-F5344CB8AC3E}">
        <p14:creationId xmlns:p14="http://schemas.microsoft.com/office/powerpoint/2010/main" val="1430110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B9ECB2-453E-0440-65C6-463FD2F97B26}"/>
              </a:ext>
            </a:extLst>
          </p:cNvPr>
          <p:cNvSpPr txBox="1"/>
          <p:nvPr/>
        </p:nvSpPr>
        <p:spPr>
          <a:xfrm>
            <a:off x="830510" y="136135"/>
            <a:ext cx="5265490" cy="3016210"/>
          </a:xfrm>
          <a:prstGeom prst="rect">
            <a:avLst/>
          </a:prstGeom>
          <a:noFill/>
        </p:spPr>
        <p:txBody>
          <a:bodyPr wrap="square" rtlCol="0">
            <a:spAutoFit/>
          </a:bodyPr>
          <a:lstStyle/>
          <a:p>
            <a:r>
              <a:rPr lang="en-US" sz="1600" dirty="0"/>
              <a:t>Sankey completed.</a:t>
            </a:r>
          </a:p>
          <a:p>
            <a:endParaRPr lang="en-US" sz="1400" dirty="0"/>
          </a:p>
          <a:p>
            <a:r>
              <a:rPr lang="en-US" sz="1400" dirty="0"/>
              <a:t>Next</a:t>
            </a:r>
          </a:p>
          <a:p>
            <a:pPr marL="285750" indent="-285750">
              <a:buFont typeface="Arial" panose="020B0604020202020204" pitchFamily="34" charset="0"/>
              <a:buChar char="•"/>
            </a:pPr>
            <a:r>
              <a:rPr lang="en-US" sz="1400" dirty="0"/>
              <a:t>Rehab plantings into pt-plantings and centroids</a:t>
            </a:r>
          </a:p>
          <a:p>
            <a:pPr marL="635000" lvl="1" indent="-177800">
              <a:buFont typeface="Arial" panose="020B0604020202020204" pitchFamily="34" charset="0"/>
              <a:buChar char="•"/>
            </a:pPr>
            <a:r>
              <a:rPr lang="en-US" sz="1200" dirty="0">
                <a:solidFill>
                  <a:srgbClr val="C00000"/>
                </a:solidFill>
              </a:rPr>
              <a:t>get rehab list of </a:t>
            </a:r>
            <a:r>
              <a:rPr lang="en-US" sz="1200" dirty="0" err="1">
                <a:solidFill>
                  <a:srgbClr val="C00000"/>
                </a:solidFill>
              </a:rPr>
              <a:t>plantingIDs</a:t>
            </a:r>
            <a:r>
              <a:rPr lang="en-US" sz="1200" dirty="0">
                <a:solidFill>
                  <a:srgbClr val="C00000"/>
                </a:solidFill>
              </a:rPr>
              <a:t> with </a:t>
            </a:r>
            <a:r>
              <a:rPr lang="en-US" sz="1200" dirty="0" err="1">
                <a:solidFill>
                  <a:srgbClr val="C00000"/>
                </a:solidFill>
              </a:rPr>
              <a:t>planting_location_code</a:t>
            </a:r>
            <a:endParaRPr lang="en-US" sz="1200" dirty="0">
              <a:solidFill>
                <a:srgbClr val="C00000"/>
              </a:solidFill>
            </a:endParaRPr>
          </a:p>
          <a:p>
            <a:pPr marL="635000" lvl="1" indent="-177800">
              <a:buFont typeface="Arial" panose="020B0604020202020204" pitchFamily="34" charset="0"/>
              <a:buChar char="•"/>
            </a:pPr>
            <a:r>
              <a:rPr lang="en-US" sz="1200" dirty="0">
                <a:solidFill>
                  <a:srgbClr val="C00000"/>
                </a:solidFill>
              </a:rPr>
              <a:t>sf:  how to append features?</a:t>
            </a:r>
          </a:p>
          <a:p>
            <a:pPr marL="635000" lvl="1" indent="-177800">
              <a:buFont typeface="Arial" panose="020B0604020202020204" pitchFamily="34" charset="0"/>
              <a:buChar char="•"/>
            </a:pPr>
            <a:r>
              <a:rPr lang="en-US" sz="1200" dirty="0">
                <a:solidFill>
                  <a:srgbClr val="C00000"/>
                </a:solidFill>
              </a:rPr>
              <a:t>construct records in </a:t>
            </a:r>
            <a:r>
              <a:rPr lang="en-US" sz="1200" dirty="0" err="1">
                <a:solidFill>
                  <a:srgbClr val="C00000"/>
                </a:solidFill>
              </a:rPr>
              <a:t>pt_plantings</a:t>
            </a:r>
            <a:r>
              <a:rPr lang="en-US" sz="1200" dirty="0">
                <a:solidFill>
                  <a:srgbClr val="C00000"/>
                </a:solidFill>
              </a:rPr>
              <a:t> structure</a:t>
            </a:r>
          </a:p>
          <a:p>
            <a:pPr marL="635000" lvl="1" indent="-177800">
              <a:buFont typeface="Arial" panose="020B0604020202020204" pitchFamily="34" charset="0"/>
              <a:buChar char="•"/>
            </a:pPr>
            <a:r>
              <a:rPr lang="en-US" sz="1200" dirty="0">
                <a:solidFill>
                  <a:srgbClr val="C00000"/>
                </a:solidFill>
              </a:rPr>
              <a:t>append</a:t>
            </a:r>
          </a:p>
          <a:p>
            <a:pPr marL="285750" indent="-285750">
              <a:buFont typeface="Arial" panose="020B0604020202020204" pitchFamily="34" charset="0"/>
              <a:buChar char="•"/>
            </a:pPr>
            <a:r>
              <a:rPr lang="en-US" sz="1400" dirty="0"/>
              <a:t>Create restoration areas</a:t>
            </a:r>
          </a:p>
          <a:p>
            <a:pPr marL="285750" indent="-285750">
              <a:buFont typeface="Arial" panose="020B0604020202020204" pitchFamily="34" charset="0"/>
              <a:buChar char="•"/>
            </a:pPr>
            <a:r>
              <a:rPr lang="en-US" sz="1400" dirty="0"/>
              <a:t>Create  donor tables</a:t>
            </a:r>
          </a:p>
          <a:p>
            <a:pPr marL="285750" indent="-285750">
              <a:buFont typeface="Arial" panose="020B0604020202020204" pitchFamily="34" charset="0"/>
              <a:buChar char="•"/>
            </a:pPr>
            <a:r>
              <a:rPr lang="en-US" sz="1400" dirty="0"/>
              <a:t>Integrate monitoring table</a:t>
            </a:r>
          </a:p>
          <a:p>
            <a:pPr marL="285750" indent="-285750">
              <a:buFont typeface="Arial" panose="020B0604020202020204" pitchFamily="34" charset="0"/>
              <a:buChar char="•"/>
            </a:pPr>
            <a:r>
              <a:rPr lang="en-US" sz="1400" dirty="0"/>
              <a:t>Make and stage graphs</a:t>
            </a:r>
          </a:p>
          <a:p>
            <a:pPr marL="285750" indent="-285750">
              <a:buFont typeface="Arial" panose="020B0604020202020204" pitchFamily="34" charset="0"/>
              <a:buChar char="•"/>
            </a:pPr>
            <a:r>
              <a:rPr lang="en-US" sz="1400" dirty="0"/>
              <a:t>Make web tables with </a:t>
            </a:r>
            <a:r>
              <a:rPr lang="en-US" sz="1400" dirty="0" err="1"/>
              <a:t>graphURL</a:t>
            </a:r>
            <a:endParaRPr lang="en-US" sz="1400" dirty="0"/>
          </a:p>
          <a:p>
            <a:pPr marL="285750" indent="-285750">
              <a:buFont typeface="Arial" panose="020B0604020202020204" pitchFamily="34" charset="0"/>
              <a:buChar char="•"/>
            </a:pPr>
            <a:r>
              <a:rPr lang="en-US" sz="1400" dirty="0"/>
              <a:t>Update service</a:t>
            </a:r>
          </a:p>
        </p:txBody>
      </p:sp>
      <p:cxnSp>
        <p:nvCxnSpPr>
          <p:cNvPr id="5" name="Straight Arrow Connector 4">
            <a:extLst>
              <a:ext uri="{FF2B5EF4-FFF2-40B4-BE49-F238E27FC236}">
                <a16:creationId xmlns:a16="http://schemas.microsoft.com/office/drawing/2014/main" id="{251083E6-675B-004C-4D2B-D71A76F08BD3}"/>
              </a:ext>
            </a:extLst>
          </p:cNvPr>
          <p:cNvCxnSpPr/>
          <p:nvPr/>
        </p:nvCxnSpPr>
        <p:spPr>
          <a:xfrm>
            <a:off x="117694" y="1889515"/>
            <a:ext cx="649441" cy="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F11C776A-24E4-E47B-760C-EB2D4C0F711D}"/>
              </a:ext>
            </a:extLst>
          </p:cNvPr>
          <p:cNvPicPr>
            <a:picLocks noChangeAspect="1"/>
          </p:cNvPicPr>
          <p:nvPr/>
        </p:nvPicPr>
        <p:blipFill>
          <a:blip r:embed="rId2"/>
          <a:stretch>
            <a:fillRect/>
          </a:stretch>
        </p:blipFill>
        <p:spPr>
          <a:xfrm>
            <a:off x="6663626" y="385894"/>
            <a:ext cx="5163271" cy="1400370"/>
          </a:xfrm>
          <a:prstGeom prst="rect">
            <a:avLst/>
          </a:prstGeom>
        </p:spPr>
      </p:pic>
      <p:pic>
        <p:nvPicPr>
          <p:cNvPr id="10" name="Picture 9">
            <a:extLst>
              <a:ext uri="{FF2B5EF4-FFF2-40B4-BE49-F238E27FC236}">
                <a16:creationId xmlns:a16="http://schemas.microsoft.com/office/drawing/2014/main" id="{5278D628-B96F-F0FD-BEC3-38194DE3BA7E}"/>
              </a:ext>
            </a:extLst>
          </p:cNvPr>
          <p:cNvPicPr>
            <a:picLocks noChangeAspect="1"/>
          </p:cNvPicPr>
          <p:nvPr/>
        </p:nvPicPr>
        <p:blipFill>
          <a:blip r:embed="rId3"/>
          <a:stretch>
            <a:fillRect/>
          </a:stretch>
        </p:blipFill>
        <p:spPr>
          <a:xfrm>
            <a:off x="8273576" y="1988354"/>
            <a:ext cx="3553321" cy="2143424"/>
          </a:xfrm>
          <a:prstGeom prst="rect">
            <a:avLst/>
          </a:prstGeom>
        </p:spPr>
      </p:pic>
      <p:sp>
        <p:nvSpPr>
          <p:cNvPr id="11" name="TextBox 10">
            <a:extLst>
              <a:ext uri="{FF2B5EF4-FFF2-40B4-BE49-F238E27FC236}">
                <a16:creationId xmlns:a16="http://schemas.microsoft.com/office/drawing/2014/main" id="{98B15FDF-75FF-1BA8-D304-4150870574AC}"/>
              </a:ext>
            </a:extLst>
          </p:cNvPr>
          <p:cNvSpPr txBox="1"/>
          <p:nvPr/>
        </p:nvSpPr>
        <p:spPr>
          <a:xfrm>
            <a:off x="570451" y="3686269"/>
            <a:ext cx="4873173"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t>Use rehab list </a:t>
            </a:r>
            <a:r>
              <a:rPr lang="en-US" sz="1200" dirty="0" err="1"/>
              <a:t>planting_location_code</a:t>
            </a:r>
            <a:r>
              <a:rPr lang="en-US" sz="1200" dirty="0"/>
              <a:t> to select records from </a:t>
            </a:r>
            <a:r>
              <a:rPr lang="en-US" sz="1200" dirty="0" err="1"/>
              <a:t>planting_locations</a:t>
            </a:r>
            <a:endParaRPr lang="en-US" sz="1200" dirty="0"/>
          </a:p>
          <a:p>
            <a:pPr marL="171450" indent="-171450">
              <a:buFont typeface="Arial" panose="020B0604020202020204" pitchFamily="34" charset="0"/>
              <a:buChar char="•"/>
            </a:pPr>
            <a:r>
              <a:rPr lang="en-US" sz="1200" dirty="0"/>
              <a:t> copy points and modify attributes</a:t>
            </a:r>
          </a:p>
          <a:p>
            <a:pPr marL="171450" indent="-171450">
              <a:buFont typeface="Arial" panose="020B0604020202020204" pitchFamily="34" charset="0"/>
              <a:buChar char="•"/>
            </a:pPr>
            <a:r>
              <a:rPr lang="en-US" sz="1200" dirty="0"/>
              <a:t>Bind to existing spatial layer for that geometry</a:t>
            </a:r>
          </a:p>
        </p:txBody>
      </p:sp>
      <p:pic>
        <p:nvPicPr>
          <p:cNvPr id="3" name="Picture 2">
            <a:extLst>
              <a:ext uri="{FF2B5EF4-FFF2-40B4-BE49-F238E27FC236}">
                <a16:creationId xmlns:a16="http://schemas.microsoft.com/office/drawing/2014/main" id="{074E7BE8-DDFA-F39D-DF6D-C4330D494718}"/>
              </a:ext>
            </a:extLst>
          </p:cNvPr>
          <p:cNvPicPr>
            <a:picLocks noChangeAspect="1"/>
          </p:cNvPicPr>
          <p:nvPr/>
        </p:nvPicPr>
        <p:blipFill>
          <a:blip r:embed="rId4"/>
          <a:stretch>
            <a:fillRect/>
          </a:stretch>
        </p:blipFill>
        <p:spPr>
          <a:xfrm>
            <a:off x="6288473" y="5398374"/>
            <a:ext cx="5062057" cy="903939"/>
          </a:xfrm>
          <a:prstGeom prst="rect">
            <a:avLst/>
          </a:prstGeom>
        </p:spPr>
      </p:pic>
      <p:grpSp>
        <p:nvGrpSpPr>
          <p:cNvPr id="9" name="Group 8">
            <a:extLst>
              <a:ext uri="{FF2B5EF4-FFF2-40B4-BE49-F238E27FC236}">
                <a16:creationId xmlns:a16="http://schemas.microsoft.com/office/drawing/2014/main" id="{9BED97E2-94BB-071D-F3D4-B6F7B44C9DA1}"/>
              </a:ext>
            </a:extLst>
          </p:cNvPr>
          <p:cNvGrpSpPr/>
          <p:nvPr/>
        </p:nvGrpSpPr>
        <p:grpSpPr>
          <a:xfrm>
            <a:off x="2517632" y="5398374"/>
            <a:ext cx="1241571" cy="683859"/>
            <a:chOff x="2517632" y="5398374"/>
            <a:chExt cx="1241571" cy="683859"/>
          </a:xfrm>
        </p:grpSpPr>
        <p:pic>
          <p:nvPicPr>
            <p:cNvPr id="6" name="Graphic 5" descr="Table outline">
              <a:extLst>
                <a:ext uri="{FF2B5EF4-FFF2-40B4-BE49-F238E27FC236}">
                  <a16:creationId xmlns:a16="http://schemas.microsoft.com/office/drawing/2014/main" id="{43D3E1AC-F208-6031-C570-E14D19BDDF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3582" y="5398374"/>
              <a:ext cx="649673" cy="649673"/>
            </a:xfrm>
            <a:prstGeom prst="rect">
              <a:avLst/>
            </a:prstGeom>
          </p:spPr>
        </p:pic>
        <p:sp>
          <p:nvSpPr>
            <p:cNvPr id="7" name="TextBox 6">
              <a:extLst>
                <a:ext uri="{FF2B5EF4-FFF2-40B4-BE49-F238E27FC236}">
                  <a16:creationId xmlns:a16="http://schemas.microsoft.com/office/drawing/2014/main" id="{E0CD528A-E4D3-7555-818C-B7FB788B65DF}"/>
                </a:ext>
              </a:extLst>
            </p:cNvPr>
            <p:cNvSpPr txBox="1"/>
            <p:nvPr/>
          </p:nvSpPr>
          <p:spPr>
            <a:xfrm>
              <a:off x="2517632" y="5866789"/>
              <a:ext cx="1241571" cy="215444"/>
            </a:xfrm>
            <a:prstGeom prst="rect">
              <a:avLst/>
            </a:prstGeom>
            <a:noFill/>
          </p:spPr>
          <p:txBody>
            <a:bodyPr wrap="square" rtlCol="0">
              <a:spAutoFit/>
            </a:bodyPr>
            <a:lstStyle/>
            <a:p>
              <a:pPr algn="ctr"/>
              <a:r>
                <a:rPr lang="en-US" sz="800" dirty="0" err="1"/>
                <a:t>planting_locations</a:t>
              </a:r>
              <a:endParaRPr lang="en-US" sz="800" dirty="0"/>
            </a:p>
          </p:txBody>
        </p:sp>
      </p:grpSp>
      <p:sp>
        <p:nvSpPr>
          <p:cNvPr id="12" name="Diamond 11">
            <a:extLst>
              <a:ext uri="{FF2B5EF4-FFF2-40B4-BE49-F238E27FC236}">
                <a16:creationId xmlns:a16="http://schemas.microsoft.com/office/drawing/2014/main" id="{B242F891-4D7D-484E-E58F-D70F4DAA2F86}"/>
              </a:ext>
            </a:extLst>
          </p:cNvPr>
          <p:cNvSpPr/>
          <p:nvPr/>
        </p:nvSpPr>
        <p:spPr>
          <a:xfrm>
            <a:off x="4664279" y="5544973"/>
            <a:ext cx="285226" cy="356474"/>
          </a:xfrm>
          <a:prstGeom prst="diamond">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121E07D9-6ACA-BE8F-FC06-799196501474}"/>
              </a:ext>
            </a:extLst>
          </p:cNvPr>
          <p:cNvCxnSpPr/>
          <p:nvPr/>
        </p:nvCxnSpPr>
        <p:spPr>
          <a:xfrm>
            <a:off x="3463255" y="5723210"/>
            <a:ext cx="1041633" cy="0"/>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794B0C4-4AB9-9DE7-B6F0-F412829E5CA2}"/>
              </a:ext>
            </a:extLst>
          </p:cNvPr>
          <p:cNvCxnSpPr/>
          <p:nvPr/>
        </p:nvCxnSpPr>
        <p:spPr>
          <a:xfrm>
            <a:off x="5054367" y="5723210"/>
            <a:ext cx="1041633" cy="0"/>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4218A011-B31E-5756-43B8-545BA231B7B8}"/>
              </a:ext>
            </a:extLst>
          </p:cNvPr>
          <p:cNvSpPr/>
          <p:nvPr/>
        </p:nvSpPr>
        <p:spPr>
          <a:xfrm>
            <a:off x="9957732" y="402035"/>
            <a:ext cx="1048624" cy="1460321"/>
          </a:xfrm>
          <a:custGeom>
            <a:avLst/>
            <a:gdLst>
              <a:gd name="csX0" fmla="*/ 545285 w 1048624"/>
              <a:gd name="csY0" fmla="*/ 637 h 1460321"/>
              <a:gd name="csX1" fmla="*/ 478173 w 1048624"/>
              <a:gd name="csY1" fmla="*/ 42582 h 1460321"/>
              <a:gd name="csX2" fmla="*/ 461395 w 1048624"/>
              <a:gd name="csY2" fmla="*/ 67748 h 1460321"/>
              <a:gd name="csX3" fmla="*/ 436228 w 1048624"/>
              <a:gd name="csY3" fmla="*/ 84526 h 1460321"/>
              <a:gd name="csX4" fmla="*/ 343949 w 1048624"/>
              <a:gd name="csY4" fmla="*/ 160027 h 1460321"/>
              <a:gd name="csX5" fmla="*/ 310393 w 1048624"/>
              <a:gd name="csY5" fmla="*/ 176805 h 1460321"/>
              <a:gd name="csX6" fmla="*/ 268448 w 1048624"/>
              <a:gd name="csY6" fmla="*/ 193583 h 1460321"/>
              <a:gd name="csX7" fmla="*/ 226503 w 1048624"/>
              <a:gd name="csY7" fmla="*/ 218750 h 1460321"/>
              <a:gd name="csX8" fmla="*/ 134224 w 1048624"/>
              <a:gd name="csY8" fmla="*/ 285862 h 1460321"/>
              <a:gd name="csX9" fmla="*/ 83890 w 1048624"/>
              <a:gd name="csY9" fmla="*/ 319418 h 1460321"/>
              <a:gd name="csX10" fmla="*/ 67112 w 1048624"/>
              <a:gd name="csY10" fmla="*/ 344585 h 1460321"/>
              <a:gd name="csX11" fmla="*/ 33556 w 1048624"/>
              <a:gd name="csY11" fmla="*/ 369752 h 1460321"/>
              <a:gd name="csX12" fmla="*/ 0 w 1048624"/>
              <a:gd name="csY12" fmla="*/ 436864 h 1460321"/>
              <a:gd name="csX13" fmla="*/ 8389 w 1048624"/>
              <a:gd name="csY13" fmla="*/ 738868 h 1460321"/>
              <a:gd name="csX14" fmla="*/ 16778 w 1048624"/>
              <a:gd name="csY14" fmla="*/ 780813 h 1460321"/>
              <a:gd name="csX15" fmla="*/ 25167 w 1048624"/>
              <a:gd name="csY15" fmla="*/ 847925 h 1460321"/>
              <a:gd name="csX16" fmla="*/ 41945 w 1048624"/>
              <a:gd name="csY16" fmla="*/ 906648 h 1460321"/>
              <a:gd name="csX17" fmla="*/ 67112 w 1048624"/>
              <a:gd name="csY17" fmla="*/ 990537 h 1460321"/>
              <a:gd name="csX18" fmla="*/ 83890 w 1048624"/>
              <a:gd name="csY18" fmla="*/ 1032482 h 1460321"/>
              <a:gd name="csX19" fmla="*/ 100668 w 1048624"/>
              <a:gd name="csY19" fmla="*/ 1099594 h 1460321"/>
              <a:gd name="csX20" fmla="*/ 109057 w 1048624"/>
              <a:gd name="csY20" fmla="*/ 1124761 h 1460321"/>
              <a:gd name="csX21" fmla="*/ 142613 w 1048624"/>
              <a:gd name="csY21" fmla="*/ 1175095 h 1460321"/>
              <a:gd name="csX22" fmla="*/ 159391 w 1048624"/>
              <a:gd name="csY22" fmla="*/ 1208651 h 1460321"/>
              <a:gd name="csX23" fmla="*/ 167780 w 1048624"/>
              <a:gd name="csY23" fmla="*/ 1233818 h 1460321"/>
              <a:gd name="csX24" fmla="*/ 184558 w 1048624"/>
              <a:gd name="csY24" fmla="*/ 1258985 h 1460321"/>
              <a:gd name="csX25" fmla="*/ 209725 w 1048624"/>
              <a:gd name="csY25" fmla="*/ 1309319 h 1460321"/>
              <a:gd name="csX26" fmla="*/ 234892 w 1048624"/>
              <a:gd name="csY26" fmla="*/ 1334486 h 1460321"/>
              <a:gd name="csX27" fmla="*/ 293615 w 1048624"/>
              <a:gd name="csY27" fmla="*/ 1409987 h 1460321"/>
              <a:gd name="csX28" fmla="*/ 318782 w 1048624"/>
              <a:gd name="csY28" fmla="*/ 1426765 h 1460321"/>
              <a:gd name="csX29" fmla="*/ 369116 w 1048624"/>
              <a:gd name="csY29" fmla="*/ 1443543 h 1460321"/>
              <a:gd name="csX30" fmla="*/ 436228 w 1048624"/>
              <a:gd name="csY30" fmla="*/ 1460321 h 1460321"/>
              <a:gd name="csX31" fmla="*/ 595618 w 1048624"/>
              <a:gd name="csY31" fmla="*/ 1443543 h 1460321"/>
              <a:gd name="csX32" fmla="*/ 713064 w 1048624"/>
              <a:gd name="csY32" fmla="*/ 1426765 h 1460321"/>
              <a:gd name="csX33" fmla="*/ 805343 w 1048624"/>
              <a:gd name="csY33" fmla="*/ 1384820 h 1460321"/>
              <a:gd name="csX34" fmla="*/ 889233 w 1048624"/>
              <a:gd name="csY34" fmla="*/ 1309319 h 1460321"/>
              <a:gd name="csX35" fmla="*/ 939567 w 1048624"/>
              <a:gd name="csY35" fmla="*/ 1233818 h 1460321"/>
              <a:gd name="csX36" fmla="*/ 956345 w 1048624"/>
              <a:gd name="csY36" fmla="*/ 1208651 h 1460321"/>
              <a:gd name="csX37" fmla="*/ 973123 w 1048624"/>
              <a:gd name="csY37" fmla="*/ 1183484 h 1460321"/>
              <a:gd name="csX38" fmla="*/ 989901 w 1048624"/>
              <a:gd name="csY38" fmla="*/ 1149928 h 1460321"/>
              <a:gd name="csX39" fmla="*/ 1031846 w 1048624"/>
              <a:gd name="csY39" fmla="*/ 1074427 h 1460321"/>
              <a:gd name="csX40" fmla="*/ 1048624 w 1048624"/>
              <a:gd name="csY40" fmla="*/ 1007315 h 1460321"/>
              <a:gd name="csX41" fmla="*/ 1040235 w 1048624"/>
              <a:gd name="csY41" fmla="*/ 898259 h 1460321"/>
              <a:gd name="csX42" fmla="*/ 1031846 w 1048624"/>
              <a:gd name="csY42" fmla="*/ 831147 h 1460321"/>
              <a:gd name="csX43" fmla="*/ 1023457 w 1048624"/>
              <a:gd name="csY43" fmla="*/ 663367 h 1460321"/>
              <a:gd name="csX44" fmla="*/ 998290 w 1048624"/>
              <a:gd name="csY44" fmla="*/ 554310 h 1460321"/>
              <a:gd name="csX45" fmla="*/ 981512 w 1048624"/>
              <a:gd name="csY45" fmla="*/ 520754 h 1460321"/>
              <a:gd name="csX46" fmla="*/ 973123 w 1048624"/>
              <a:gd name="csY46" fmla="*/ 487198 h 1460321"/>
              <a:gd name="csX47" fmla="*/ 956345 w 1048624"/>
              <a:gd name="csY47" fmla="*/ 445253 h 1460321"/>
              <a:gd name="csX48" fmla="*/ 931178 w 1048624"/>
              <a:gd name="csY48" fmla="*/ 378141 h 1460321"/>
              <a:gd name="csX49" fmla="*/ 914400 w 1048624"/>
              <a:gd name="csY49" fmla="*/ 352974 h 1460321"/>
              <a:gd name="csX50" fmla="*/ 906011 w 1048624"/>
              <a:gd name="csY50" fmla="*/ 327807 h 1460321"/>
              <a:gd name="csX51" fmla="*/ 855677 w 1048624"/>
              <a:gd name="csY51" fmla="*/ 252306 h 1460321"/>
              <a:gd name="csX52" fmla="*/ 822121 w 1048624"/>
              <a:gd name="csY52" fmla="*/ 193583 h 1460321"/>
              <a:gd name="csX53" fmla="*/ 729842 w 1048624"/>
              <a:gd name="csY53" fmla="*/ 101304 h 1460321"/>
              <a:gd name="csX54" fmla="*/ 679508 w 1048624"/>
              <a:gd name="csY54" fmla="*/ 84526 h 1460321"/>
              <a:gd name="csX55" fmla="*/ 654341 w 1048624"/>
              <a:gd name="csY55" fmla="*/ 76137 h 1460321"/>
              <a:gd name="csX56" fmla="*/ 629174 w 1048624"/>
              <a:gd name="csY56" fmla="*/ 59359 h 1460321"/>
              <a:gd name="csX57" fmla="*/ 604007 w 1048624"/>
              <a:gd name="csY57" fmla="*/ 50971 h 1460321"/>
              <a:gd name="csX58" fmla="*/ 545285 w 1048624"/>
              <a:gd name="csY58" fmla="*/ 34193 h 1460321"/>
              <a:gd name="csX59" fmla="*/ 520118 w 1048624"/>
              <a:gd name="csY59" fmla="*/ 17415 h 1460321"/>
              <a:gd name="csX60" fmla="*/ 545285 w 1048624"/>
              <a:gd name="csY60" fmla="*/ 637 h 1460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48624" h="1460321">
                <a:moveTo>
                  <a:pt x="545285" y="637"/>
                </a:moveTo>
                <a:cubicBezTo>
                  <a:pt x="538294" y="4831"/>
                  <a:pt x="498773" y="26102"/>
                  <a:pt x="478173" y="42582"/>
                </a:cubicBezTo>
                <a:cubicBezTo>
                  <a:pt x="470300" y="48880"/>
                  <a:pt x="468524" y="60619"/>
                  <a:pt x="461395" y="67748"/>
                </a:cubicBezTo>
                <a:cubicBezTo>
                  <a:pt x="454266" y="74877"/>
                  <a:pt x="443973" y="78071"/>
                  <a:pt x="436228" y="84526"/>
                </a:cubicBezTo>
                <a:cubicBezTo>
                  <a:pt x="393193" y="120389"/>
                  <a:pt x="416062" y="123970"/>
                  <a:pt x="343949" y="160027"/>
                </a:cubicBezTo>
                <a:cubicBezTo>
                  <a:pt x="332764" y="165620"/>
                  <a:pt x="321821" y="171726"/>
                  <a:pt x="310393" y="176805"/>
                </a:cubicBezTo>
                <a:cubicBezTo>
                  <a:pt x="296632" y="182921"/>
                  <a:pt x="281917" y="186849"/>
                  <a:pt x="268448" y="193583"/>
                </a:cubicBezTo>
                <a:cubicBezTo>
                  <a:pt x="253864" y="200875"/>
                  <a:pt x="240259" y="209996"/>
                  <a:pt x="226503" y="218750"/>
                </a:cubicBezTo>
                <a:cubicBezTo>
                  <a:pt x="131038" y="279500"/>
                  <a:pt x="218760" y="224381"/>
                  <a:pt x="134224" y="285862"/>
                </a:cubicBezTo>
                <a:cubicBezTo>
                  <a:pt x="117916" y="297722"/>
                  <a:pt x="83890" y="319418"/>
                  <a:pt x="83890" y="319418"/>
                </a:cubicBezTo>
                <a:cubicBezTo>
                  <a:pt x="78297" y="327807"/>
                  <a:pt x="74241" y="337456"/>
                  <a:pt x="67112" y="344585"/>
                </a:cubicBezTo>
                <a:cubicBezTo>
                  <a:pt x="57225" y="354472"/>
                  <a:pt x="41780" y="358445"/>
                  <a:pt x="33556" y="369752"/>
                </a:cubicBezTo>
                <a:cubicBezTo>
                  <a:pt x="18845" y="389979"/>
                  <a:pt x="0" y="436864"/>
                  <a:pt x="0" y="436864"/>
                </a:cubicBezTo>
                <a:cubicBezTo>
                  <a:pt x="2796" y="537532"/>
                  <a:pt x="3482" y="638281"/>
                  <a:pt x="8389" y="738868"/>
                </a:cubicBezTo>
                <a:cubicBezTo>
                  <a:pt x="9084" y="753110"/>
                  <a:pt x="14610" y="766720"/>
                  <a:pt x="16778" y="780813"/>
                </a:cubicBezTo>
                <a:cubicBezTo>
                  <a:pt x="20206" y="803096"/>
                  <a:pt x="21461" y="825687"/>
                  <a:pt x="25167" y="847925"/>
                </a:cubicBezTo>
                <a:cubicBezTo>
                  <a:pt x="30412" y="879395"/>
                  <a:pt x="33966" y="878722"/>
                  <a:pt x="41945" y="906648"/>
                </a:cubicBezTo>
                <a:cubicBezTo>
                  <a:pt x="54306" y="949910"/>
                  <a:pt x="47175" y="940695"/>
                  <a:pt x="67112" y="990537"/>
                </a:cubicBezTo>
                <a:cubicBezTo>
                  <a:pt x="72705" y="1004519"/>
                  <a:pt x="79461" y="1018089"/>
                  <a:pt x="83890" y="1032482"/>
                </a:cubicBezTo>
                <a:cubicBezTo>
                  <a:pt x="90671" y="1054521"/>
                  <a:pt x="93376" y="1077718"/>
                  <a:pt x="100668" y="1099594"/>
                </a:cubicBezTo>
                <a:cubicBezTo>
                  <a:pt x="103464" y="1107983"/>
                  <a:pt x="104763" y="1117031"/>
                  <a:pt x="109057" y="1124761"/>
                </a:cubicBezTo>
                <a:cubicBezTo>
                  <a:pt x="118850" y="1142388"/>
                  <a:pt x="133595" y="1157059"/>
                  <a:pt x="142613" y="1175095"/>
                </a:cubicBezTo>
                <a:cubicBezTo>
                  <a:pt x="148206" y="1186280"/>
                  <a:pt x="154465" y="1197157"/>
                  <a:pt x="159391" y="1208651"/>
                </a:cubicBezTo>
                <a:cubicBezTo>
                  <a:pt x="162874" y="1216779"/>
                  <a:pt x="163825" y="1225909"/>
                  <a:pt x="167780" y="1233818"/>
                </a:cubicBezTo>
                <a:cubicBezTo>
                  <a:pt x="172289" y="1242836"/>
                  <a:pt x="180049" y="1249967"/>
                  <a:pt x="184558" y="1258985"/>
                </a:cubicBezTo>
                <a:cubicBezTo>
                  <a:pt x="203475" y="1296820"/>
                  <a:pt x="179673" y="1273256"/>
                  <a:pt x="209725" y="1309319"/>
                </a:cubicBezTo>
                <a:cubicBezTo>
                  <a:pt x="217320" y="1318433"/>
                  <a:pt x="227608" y="1325121"/>
                  <a:pt x="234892" y="1334486"/>
                </a:cubicBezTo>
                <a:cubicBezTo>
                  <a:pt x="269353" y="1378793"/>
                  <a:pt x="257529" y="1379915"/>
                  <a:pt x="293615" y="1409987"/>
                </a:cubicBezTo>
                <a:cubicBezTo>
                  <a:pt x="301360" y="1416442"/>
                  <a:pt x="309569" y="1422670"/>
                  <a:pt x="318782" y="1426765"/>
                </a:cubicBezTo>
                <a:cubicBezTo>
                  <a:pt x="334943" y="1433948"/>
                  <a:pt x="351958" y="1439254"/>
                  <a:pt x="369116" y="1443543"/>
                </a:cubicBezTo>
                <a:lnTo>
                  <a:pt x="436228" y="1460321"/>
                </a:lnTo>
                <a:cubicBezTo>
                  <a:pt x="587794" y="1446542"/>
                  <a:pt x="470972" y="1458207"/>
                  <a:pt x="595618" y="1443543"/>
                </a:cubicBezTo>
                <a:cubicBezTo>
                  <a:pt x="692408" y="1432156"/>
                  <a:pt x="642281" y="1440922"/>
                  <a:pt x="713064" y="1426765"/>
                </a:cubicBezTo>
                <a:cubicBezTo>
                  <a:pt x="788085" y="1389254"/>
                  <a:pt x="756448" y="1401118"/>
                  <a:pt x="805343" y="1384820"/>
                </a:cubicBezTo>
                <a:cubicBezTo>
                  <a:pt x="834224" y="1363159"/>
                  <a:pt x="869159" y="1339429"/>
                  <a:pt x="889233" y="1309319"/>
                </a:cubicBezTo>
                <a:lnTo>
                  <a:pt x="939567" y="1233818"/>
                </a:lnTo>
                <a:lnTo>
                  <a:pt x="956345" y="1208651"/>
                </a:lnTo>
                <a:cubicBezTo>
                  <a:pt x="961938" y="1200262"/>
                  <a:pt x="968614" y="1192502"/>
                  <a:pt x="973123" y="1183484"/>
                </a:cubicBezTo>
                <a:cubicBezTo>
                  <a:pt x="978716" y="1172299"/>
                  <a:pt x="983467" y="1160651"/>
                  <a:pt x="989901" y="1149928"/>
                </a:cubicBezTo>
                <a:cubicBezTo>
                  <a:pt x="1020344" y="1099190"/>
                  <a:pt x="1020597" y="1115674"/>
                  <a:pt x="1031846" y="1074427"/>
                </a:cubicBezTo>
                <a:cubicBezTo>
                  <a:pt x="1037913" y="1052180"/>
                  <a:pt x="1048624" y="1007315"/>
                  <a:pt x="1048624" y="1007315"/>
                </a:cubicBezTo>
                <a:cubicBezTo>
                  <a:pt x="1045828" y="970963"/>
                  <a:pt x="1043692" y="934554"/>
                  <a:pt x="1040235" y="898259"/>
                </a:cubicBezTo>
                <a:cubicBezTo>
                  <a:pt x="1038098" y="875816"/>
                  <a:pt x="1033452" y="853634"/>
                  <a:pt x="1031846" y="831147"/>
                </a:cubicBezTo>
                <a:cubicBezTo>
                  <a:pt x="1027856" y="775293"/>
                  <a:pt x="1027922" y="719185"/>
                  <a:pt x="1023457" y="663367"/>
                </a:cubicBezTo>
                <a:cubicBezTo>
                  <a:pt x="1022151" y="647048"/>
                  <a:pt x="999757" y="557244"/>
                  <a:pt x="998290" y="554310"/>
                </a:cubicBezTo>
                <a:cubicBezTo>
                  <a:pt x="992697" y="543125"/>
                  <a:pt x="985903" y="532463"/>
                  <a:pt x="981512" y="520754"/>
                </a:cubicBezTo>
                <a:cubicBezTo>
                  <a:pt x="977464" y="509959"/>
                  <a:pt x="976769" y="498136"/>
                  <a:pt x="973123" y="487198"/>
                </a:cubicBezTo>
                <a:cubicBezTo>
                  <a:pt x="968361" y="472912"/>
                  <a:pt x="961632" y="459353"/>
                  <a:pt x="956345" y="445253"/>
                </a:cubicBezTo>
                <a:cubicBezTo>
                  <a:pt x="945454" y="416211"/>
                  <a:pt x="947391" y="410567"/>
                  <a:pt x="931178" y="378141"/>
                </a:cubicBezTo>
                <a:cubicBezTo>
                  <a:pt x="926669" y="369123"/>
                  <a:pt x="918909" y="361992"/>
                  <a:pt x="914400" y="352974"/>
                </a:cubicBezTo>
                <a:cubicBezTo>
                  <a:pt x="910445" y="345065"/>
                  <a:pt x="909966" y="335716"/>
                  <a:pt x="906011" y="327807"/>
                </a:cubicBezTo>
                <a:cubicBezTo>
                  <a:pt x="889831" y="295446"/>
                  <a:pt x="876753" y="280407"/>
                  <a:pt x="855677" y="252306"/>
                </a:cubicBezTo>
                <a:cubicBezTo>
                  <a:pt x="839196" y="202862"/>
                  <a:pt x="858398" y="251626"/>
                  <a:pt x="822121" y="193583"/>
                </a:cubicBezTo>
                <a:cubicBezTo>
                  <a:pt x="793033" y="147042"/>
                  <a:pt x="810247" y="128106"/>
                  <a:pt x="729842" y="101304"/>
                </a:cubicBezTo>
                <a:lnTo>
                  <a:pt x="679508" y="84526"/>
                </a:lnTo>
                <a:cubicBezTo>
                  <a:pt x="671119" y="81730"/>
                  <a:pt x="661699" y="81042"/>
                  <a:pt x="654341" y="76137"/>
                </a:cubicBezTo>
                <a:cubicBezTo>
                  <a:pt x="645952" y="70544"/>
                  <a:pt x="638192" y="63868"/>
                  <a:pt x="629174" y="59359"/>
                </a:cubicBezTo>
                <a:cubicBezTo>
                  <a:pt x="621265" y="55405"/>
                  <a:pt x="612509" y="53400"/>
                  <a:pt x="604007" y="50971"/>
                </a:cubicBezTo>
                <a:cubicBezTo>
                  <a:pt x="591463" y="47387"/>
                  <a:pt x="558695" y="40898"/>
                  <a:pt x="545285" y="34193"/>
                </a:cubicBezTo>
                <a:cubicBezTo>
                  <a:pt x="536267" y="29684"/>
                  <a:pt x="528764" y="22602"/>
                  <a:pt x="520118" y="17415"/>
                </a:cubicBezTo>
                <a:cubicBezTo>
                  <a:pt x="514756" y="14198"/>
                  <a:pt x="552276" y="-3557"/>
                  <a:pt x="545285" y="637"/>
                </a:cubicBezTo>
                <a:close/>
              </a:path>
            </a:pathLst>
          </a:cu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136F3C05-73F9-C8DE-76A6-79760AC890F6}"/>
              </a:ext>
            </a:extLst>
          </p:cNvPr>
          <p:cNvSpPr/>
          <p:nvPr/>
        </p:nvSpPr>
        <p:spPr>
          <a:xfrm>
            <a:off x="4798503" y="1149292"/>
            <a:ext cx="5117284" cy="4303552"/>
          </a:xfrm>
          <a:custGeom>
            <a:avLst/>
            <a:gdLst>
              <a:gd name="csX0" fmla="*/ 5117284 w 5117284"/>
              <a:gd name="csY0" fmla="*/ 0 h 4303552"/>
              <a:gd name="csX1" fmla="*/ 0 w 5117284"/>
              <a:gd name="csY1" fmla="*/ 4303552 h 4303552"/>
              <a:gd name="csX0" fmla="*/ 5117284 w 5117284"/>
              <a:gd name="csY0" fmla="*/ 0 h 4303552"/>
              <a:gd name="csX1" fmla="*/ 0 w 5117284"/>
              <a:gd name="csY1" fmla="*/ 4303552 h 4303552"/>
              <a:gd name="csX0" fmla="*/ 5117284 w 5117284"/>
              <a:gd name="csY0" fmla="*/ 0 h 4303552"/>
              <a:gd name="csX1" fmla="*/ 0 w 5117284"/>
              <a:gd name="csY1" fmla="*/ 4303552 h 4303552"/>
            </a:gdLst>
            <a:ahLst/>
            <a:cxnLst>
              <a:cxn ang="0">
                <a:pos x="csX0" y="csY0"/>
              </a:cxn>
              <a:cxn ang="0">
                <a:pos x="csX1" y="csY1"/>
              </a:cxn>
            </a:cxnLst>
            <a:rect l="l" t="t" r="r" b="b"/>
            <a:pathLst>
              <a:path w="5117284" h="4303552">
                <a:moveTo>
                  <a:pt x="5117284" y="0"/>
                </a:moveTo>
                <a:cubicBezTo>
                  <a:pt x="3336022" y="444616"/>
                  <a:pt x="11185" y="2743200"/>
                  <a:pt x="0" y="4303552"/>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F0D0B57-C14B-B0EF-7AC6-63C7736A7DEA}"/>
              </a:ext>
            </a:extLst>
          </p:cNvPr>
          <p:cNvSpPr/>
          <p:nvPr/>
        </p:nvSpPr>
        <p:spPr>
          <a:xfrm>
            <a:off x="8061820" y="5402491"/>
            <a:ext cx="1518408" cy="939586"/>
          </a:xfrm>
          <a:custGeom>
            <a:avLst/>
            <a:gdLst>
              <a:gd name="csX0" fmla="*/ 570452 w 1518408"/>
              <a:gd name="csY0" fmla="*/ 19 h 939586"/>
              <a:gd name="csX1" fmla="*/ 385894 w 1518408"/>
              <a:gd name="csY1" fmla="*/ 19 h 939586"/>
              <a:gd name="csX2" fmla="*/ 209725 w 1518408"/>
              <a:gd name="csY2" fmla="*/ 8408 h 939586"/>
              <a:gd name="csX3" fmla="*/ 159391 w 1518408"/>
              <a:gd name="csY3" fmla="*/ 25186 h 939586"/>
              <a:gd name="csX4" fmla="*/ 134224 w 1518408"/>
              <a:gd name="csY4" fmla="*/ 33575 h 939586"/>
              <a:gd name="csX5" fmla="*/ 92279 w 1518408"/>
              <a:gd name="csY5" fmla="*/ 75520 h 939586"/>
              <a:gd name="csX6" fmla="*/ 50334 w 1518408"/>
              <a:gd name="csY6" fmla="*/ 125854 h 939586"/>
              <a:gd name="csX7" fmla="*/ 41945 w 1518408"/>
              <a:gd name="csY7" fmla="*/ 159410 h 939586"/>
              <a:gd name="csX8" fmla="*/ 25167 w 1518408"/>
              <a:gd name="csY8" fmla="*/ 209744 h 939586"/>
              <a:gd name="csX9" fmla="*/ 16778 w 1518408"/>
              <a:gd name="csY9" fmla="*/ 268467 h 939586"/>
              <a:gd name="csX10" fmla="*/ 8389 w 1518408"/>
              <a:gd name="csY10" fmla="*/ 318801 h 939586"/>
              <a:gd name="csX11" fmla="*/ 0 w 1518408"/>
              <a:gd name="csY11" fmla="*/ 419469 h 939586"/>
              <a:gd name="csX12" fmla="*/ 8389 w 1518408"/>
              <a:gd name="csY12" fmla="*/ 679527 h 939586"/>
              <a:gd name="csX13" fmla="*/ 16778 w 1518408"/>
              <a:gd name="csY13" fmla="*/ 729861 h 939586"/>
              <a:gd name="csX14" fmla="*/ 83890 w 1518408"/>
              <a:gd name="csY14" fmla="*/ 813751 h 939586"/>
              <a:gd name="csX15" fmla="*/ 209725 w 1518408"/>
              <a:gd name="csY15" fmla="*/ 864085 h 939586"/>
              <a:gd name="csX16" fmla="*/ 251670 w 1518408"/>
              <a:gd name="csY16" fmla="*/ 880863 h 939586"/>
              <a:gd name="csX17" fmla="*/ 327171 w 1518408"/>
              <a:gd name="csY17" fmla="*/ 897641 h 939586"/>
              <a:gd name="csX18" fmla="*/ 377505 w 1518408"/>
              <a:gd name="csY18" fmla="*/ 906030 h 939586"/>
              <a:gd name="csX19" fmla="*/ 595619 w 1518408"/>
              <a:gd name="csY19" fmla="*/ 922808 h 939586"/>
              <a:gd name="csX20" fmla="*/ 696286 w 1518408"/>
              <a:gd name="csY20" fmla="*/ 939586 h 939586"/>
              <a:gd name="csX21" fmla="*/ 889233 w 1518408"/>
              <a:gd name="csY21" fmla="*/ 931197 h 939586"/>
              <a:gd name="csX22" fmla="*/ 956345 w 1518408"/>
              <a:gd name="csY22" fmla="*/ 922808 h 939586"/>
              <a:gd name="csX23" fmla="*/ 1015068 w 1518408"/>
              <a:gd name="csY23" fmla="*/ 914419 h 939586"/>
              <a:gd name="csX24" fmla="*/ 1182848 w 1518408"/>
              <a:gd name="csY24" fmla="*/ 906030 h 939586"/>
              <a:gd name="csX25" fmla="*/ 1266738 w 1518408"/>
              <a:gd name="csY25" fmla="*/ 855696 h 939586"/>
              <a:gd name="csX26" fmla="*/ 1291905 w 1518408"/>
              <a:gd name="csY26" fmla="*/ 838918 h 939586"/>
              <a:gd name="csX27" fmla="*/ 1317072 w 1518408"/>
              <a:gd name="csY27" fmla="*/ 822140 h 939586"/>
              <a:gd name="csX28" fmla="*/ 1342239 w 1518408"/>
              <a:gd name="csY28" fmla="*/ 796973 h 939586"/>
              <a:gd name="csX29" fmla="*/ 1417740 w 1518408"/>
              <a:gd name="csY29" fmla="*/ 738250 h 939586"/>
              <a:gd name="csX30" fmla="*/ 1451296 w 1518408"/>
              <a:gd name="csY30" fmla="*/ 687916 h 939586"/>
              <a:gd name="csX31" fmla="*/ 1459685 w 1518408"/>
              <a:gd name="csY31" fmla="*/ 662749 h 939586"/>
              <a:gd name="csX32" fmla="*/ 1493241 w 1518408"/>
              <a:gd name="csY32" fmla="*/ 604026 h 939586"/>
              <a:gd name="csX33" fmla="*/ 1501630 w 1518408"/>
              <a:gd name="csY33" fmla="*/ 570470 h 939586"/>
              <a:gd name="csX34" fmla="*/ 1518408 w 1518408"/>
              <a:gd name="csY34" fmla="*/ 520137 h 939586"/>
              <a:gd name="csX35" fmla="*/ 1501630 w 1518408"/>
              <a:gd name="csY35" fmla="*/ 218133 h 939586"/>
              <a:gd name="csX36" fmla="*/ 1459685 w 1518408"/>
              <a:gd name="csY36" fmla="*/ 151021 h 939586"/>
              <a:gd name="csX37" fmla="*/ 1426129 w 1518408"/>
              <a:gd name="csY37" fmla="*/ 134243 h 939586"/>
              <a:gd name="csX38" fmla="*/ 1400962 w 1518408"/>
              <a:gd name="csY38" fmla="*/ 117465 h 939586"/>
              <a:gd name="csX39" fmla="*/ 1367406 w 1518408"/>
              <a:gd name="csY39" fmla="*/ 100687 h 939586"/>
              <a:gd name="csX40" fmla="*/ 1342239 w 1518408"/>
              <a:gd name="csY40" fmla="*/ 83909 h 939586"/>
              <a:gd name="csX41" fmla="*/ 1249960 w 1518408"/>
              <a:gd name="csY41" fmla="*/ 67131 h 939586"/>
              <a:gd name="csX42" fmla="*/ 1199626 w 1518408"/>
              <a:gd name="csY42" fmla="*/ 50353 h 939586"/>
              <a:gd name="csX43" fmla="*/ 1157681 w 1518408"/>
              <a:gd name="csY43" fmla="*/ 33575 h 939586"/>
              <a:gd name="csX44" fmla="*/ 1107347 w 1518408"/>
              <a:gd name="csY44" fmla="*/ 25186 h 939586"/>
              <a:gd name="csX45" fmla="*/ 1031846 w 1518408"/>
              <a:gd name="csY45" fmla="*/ 8408 h 939586"/>
              <a:gd name="csX46" fmla="*/ 335560 w 1518408"/>
              <a:gd name="csY46" fmla="*/ 19 h 9395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518408" h="939586">
                <a:moveTo>
                  <a:pt x="570452" y="19"/>
                </a:moveTo>
                <a:cubicBezTo>
                  <a:pt x="418464" y="19018"/>
                  <a:pt x="605789" y="19"/>
                  <a:pt x="385894" y="19"/>
                </a:cubicBezTo>
                <a:cubicBezTo>
                  <a:pt x="327104" y="19"/>
                  <a:pt x="268448" y="5612"/>
                  <a:pt x="209725" y="8408"/>
                </a:cubicBezTo>
                <a:lnTo>
                  <a:pt x="159391" y="25186"/>
                </a:lnTo>
                <a:lnTo>
                  <a:pt x="134224" y="33575"/>
                </a:lnTo>
                <a:cubicBezTo>
                  <a:pt x="103464" y="79715"/>
                  <a:pt x="134224" y="40566"/>
                  <a:pt x="92279" y="75520"/>
                </a:cubicBezTo>
                <a:cubicBezTo>
                  <a:pt x="68057" y="95705"/>
                  <a:pt x="66831" y="101108"/>
                  <a:pt x="50334" y="125854"/>
                </a:cubicBezTo>
                <a:cubicBezTo>
                  <a:pt x="47538" y="137039"/>
                  <a:pt x="45258" y="148367"/>
                  <a:pt x="41945" y="159410"/>
                </a:cubicBezTo>
                <a:cubicBezTo>
                  <a:pt x="36863" y="176350"/>
                  <a:pt x="25167" y="209744"/>
                  <a:pt x="25167" y="209744"/>
                </a:cubicBezTo>
                <a:cubicBezTo>
                  <a:pt x="22371" y="229318"/>
                  <a:pt x="19785" y="248924"/>
                  <a:pt x="16778" y="268467"/>
                </a:cubicBezTo>
                <a:cubicBezTo>
                  <a:pt x="14192" y="285279"/>
                  <a:pt x="10267" y="301896"/>
                  <a:pt x="8389" y="318801"/>
                </a:cubicBezTo>
                <a:cubicBezTo>
                  <a:pt x="4671" y="352267"/>
                  <a:pt x="2796" y="385913"/>
                  <a:pt x="0" y="419469"/>
                </a:cubicBezTo>
                <a:cubicBezTo>
                  <a:pt x="2796" y="506155"/>
                  <a:pt x="3708" y="592922"/>
                  <a:pt x="8389" y="679527"/>
                </a:cubicBezTo>
                <a:cubicBezTo>
                  <a:pt x="9307" y="696512"/>
                  <a:pt x="12653" y="713359"/>
                  <a:pt x="16778" y="729861"/>
                </a:cubicBezTo>
                <a:cubicBezTo>
                  <a:pt x="29275" y="779848"/>
                  <a:pt x="30993" y="792592"/>
                  <a:pt x="83890" y="813751"/>
                </a:cubicBezTo>
                <a:lnTo>
                  <a:pt x="209725" y="864085"/>
                </a:lnTo>
                <a:cubicBezTo>
                  <a:pt x="223707" y="869678"/>
                  <a:pt x="237061" y="877211"/>
                  <a:pt x="251670" y="880863"/>
                </a:cubicBezTo>
                <a:cubicBezTo>
                  <a:pt x="287576" y="889840"/>
                  <a:pt x="288121" y="890541"/>
                  <a:pt x="327171" y="897641"/>
                </a:cubicBezTo>
                <a:cubicBezTo>
                  <a:pt x="343906" y="900684"/>
                  <a:pt x="360570" y="904442"/>
                  <a:pt x="377505" y="906030"/>
                </a:cubicBezTo>
                <a:cubicBezTo>
                  <a:pt x="450106" y="912836"/>
                  <a:pt x="595619" y="922808"/>
                  <a:pt x="595619" y="922808"/>
                </a:cubicBezTo>
                <a:cubicBezTo>
                  <a:pt x="630961" y="931644"/>
                  <a:pt x="657009" y="939586"/>
                  <a:pt x="696286" y="939586"/>
                </a:cubicBezTo>
                <a:cubicBezTo>
                  <a:pt x="760662" y="939586"/>
                  <a:pt x="824917" y="933993"/>
                  <a:pt x="889233" y="931197"/>
                </a:cubicBezTo>
                <a:lnTo>
                  <a:pt x="956345" y="922808"/>
                </a:lnTo>
                <a:cubicBezTo>
                  <a:pt x="975945" y="920195"/>
                  <a:pt x="995349" y="915880"/>
                  <a:pt x="1015068" y="914419"/>
                </a:cubicBezTo>
                <a:cubicBezTo>
                  <a:pt x="1070912" y="910282"/>
                  <a:pt x="1126921" y="908826"/>
                  <a:pt x="1182848" y="906030"/>
                </a:cubicBezTo>
                <a:cubicBezTo>
                  <a:pt x="1234440" y="880234"/>
                  <a:pt x="1205999" y="896189"/>
                  <a:pt x="1266738" y="855696"/>
                </a:cubicBezTo>
                <a:lnTo>
                  <a:pt x="1291905" y="838918"/>
                </a:lnTo>
                <a:cubicBezTo>
                  <a:pt x="1300294" y="833325"/>
                  <a:pt x="1309943" y="829269"/>
                  <a:pt x="1317072" y="822140"/>
                </a:cubicBezTo>
                <a:cubicBezTo>
                  <a:pt x="1325461" y="813751"/>
                  <a:pt x="1332874" y="804257"/>
                  <a:pt x="1342239" y="796973"/>
                </a:cubicBezTo>
                <a:cubicBezTo>
                  <a:pt x="1377921" y="769221"/>
                  <a:pt x="1392743" y="770389"/>
                  <a:pt x="1417740" y="738250"/>
                </a:cubicBezTo>
                <a:cubicBezTo>
                  <a:pt x="1430120" y="722333"/>
                  <a:pt x="1444919" y="707046"/>
                  <a:pt x="1451296" y="687916"/>
                </a:cubicBezTo>
                <a:cubicBezTo>
                  <a:pt x="1454092" y="679527"/>
                  <a:pt x="1455730" y="670658"/>
                  <a:pt x="1459685" y="662749"/>
                </a:cubicBezTo>
                <a:cubicBezTo>
                  <a:pt x="1484024" y="614071"/>
                  <a:pt x="1471180" y="662855"/>
                  <a:pt x="1493241" y="604026"/>
                </a:cubicBezTo>
                <a:cubicBezTo>
                  <a:pt x="1497289" y="593231"/>
                  <a:pt x="1498317" y="581513"/>
                  <a:pt x="1501630" y="570470"/>
                </a:cubicBezTo>
                <a:cubicBezTo>
                  <a:pt x="1506712" y="553531"/>
                  <a:pt x="1518408" y="520137"/>
                  <a:pt x="1518408" y="520137"/>
                </a:cubicBezTo>
                <a:cubicBezTo>
                  <a:pt x="1518390" y="519733"/>
                  <a:pt x="1509318" y="261700"/>
                  <a:pt x="1501630" y="218133"/>
                </a:cubicBezTo>
                <a:cubicBezTo>
                  <a:pt x="1499051" y="203516"/>
                  <a:pt x="1469490" y="159425"/>
                  <a:pt x="1459685" y="151021"/>
                </a:cubicBezTo>
                <a:cubicBezTo>
                  <a:pt x="1450190" y="142882"/>
                  <a:pt x="1436987" y="140448"/>
                  <a:pt x="1426129" y="134243"/>
                </a:cubicBezTo>
                <a:cubicBezTo>
                  <a:pt x="1417375" y="129241"/>
                  <a:pt x="1409716" y="122467"/>
                  <a:pt x="1400962" y="117465"/>
                </a:cubicBezTo>
                <a:cubicBezTo>
                  <a:pt x="1390104" y="111260"/>
                  <a:pt x="1378264" y="106892"/>
                  <a:pt x="1367406" y="100687"/>
                </a:cubicBezTo>
                <a:cubicBezTo>
                  <a:pt x="1358652" y="95685"/>
                  <a:pt x="1351506" y="87881"/>
                  <a:pt x="1342239" y="83909"/>
                </a:cubicBezTo>
                <a:cubicBezTo>
                  <a:pt x="1322462" y="75433"/>
                  <a:pt x="1263568" y="69075"/>
                  <a:pt x="1249960" y="67131"/>
                </a:cubicBezTo>
                <a:cubicBezTo>
                  <a:pt x="1233182" y="61538"/>
                  <a:pt x="1216047" y="56921"/>
                  <a:pt x="1199626" y="50353"/>
                </a:cubicBezTo>
                <a:cubicBezTo>
                  <a:pt x="1185644" y="44760"/>
                  <a:pt x="1172209" y="37537"/>
                  <a:pt x="1157681" y="33575"/>
                </a:cubicBezTo>
                <a:cubicBezTo>
                  <a:pt x="1141271" y="29100"/>
                  <a:pt x="1123951" y="28876"/>
                  <a:pt x="1107347" y="25186"/>
                </a:cubicBezTo>
                <a:cubicBezTo>
                  <a:pt x="1064239" y="15606"/>
                  <a:pt x="1094374" y="10195"/>
                  <a:pt x="1031846" y="8408"/>
                </a:cubicBezTo>
                <a:cubicBezTo>
                  <a:pt x="709179" y="-811"/>
                  <a:pt x="594577" y="19"/>
                  <a:pt x="335560" y="19"/>
                </a:cubicBezTo>
              </a:path>
            </a:pathLst>
          </a:custGeom>
          <a:noFill/>
          <a:ln>
            <a:solidFill>
              <a:srgbClr val="FB7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2AC18E7-1FFA-4ECA-06EF-4D05CFF39DEC}"/>
              </a:ext>
            </a:extLst>
          </p:cNvPr>
          <p:cNvSpPr txBox="1"/>
          <p:nvPr/>
        </p:nvSpPr>
        <p:spPr>
          <a:xfrm>
            <a:off x="4488111" y="5940325"/>
            <a:ext cx="609126" cy="246221"/>
          </a:xfrm>
          <a:prstGeom prst="rect">
            <a:avLst/>
          </a:prstGeom>
          <a:noFill/>
        </p:spPr>
        <p:txBody>
          <a:bodyPr wrap="square" rtlCol="0">
            <a:spAutoFit/>
          </a:bodyPr>
          <a:lstStyle/>
          <a:p>
            <a:pPr algn="ctr"/>
            <a:r>
              <a:rPr lang="en-US" sz="1000" dirty="0"/>
              <a:t>select</a:t>
            </a:r>
          </a:p>
        </p:txBody>
      </p:sp>
      <p:sp>
        <p:nvSpPr>
          <p:cNvPr id="21" name="Freeform 20">
            <a:extLst>
              <a:ext uri="{FF2B5EF4-FFF2-40B4-BE49-F238E27FC236}">
                <a16:creationId xmlns:a16="http://schemas.microsoft.com/office/drawing/2014/main" id="{32DFE7C5-AB8B-0CA0-4313-08C0A7A59117}"/>
              </a:ext>
            </a:extLst>
          </p:cNvPr>
          <p:cNvSpPr/>
          <p:nvPr/>
        </p:nvSpPr>
        <p:spPr>
          <a:xfrm>
            <a:off x="9462781" y="1619075"/>
            <a:ext cx="2634933" cy="3884103"/>
          </a:xfrm>
          <a:custGeom>
            <a:avLst/>
            <a:gdLst>
              <a:gd name="csX0" fmla="*/ 0 w 2703684"/>
              <a:gd name="csY0" fmla="*/ 3884103 h 3884103"/>
              <a:gd name="csX1" fmla="*/ 2483141 w 2703684"/>
              <a:gd name="csY1" fmla="*/ 1610686 h 3884103"/>
              <a:gd name="csX2" fmla="*/ 2424418 w 2703684"/>
              <a:gd name="csY2" fmla="*/ 0 h 3884103"/>
              <a:gd name="csX0" fmla="*/ 0 w 2696648"/>
              <a:gd name="csY0" fmla="*/ 3884103 h 3884103"/>
              <a:gd name="csX1" fmla="*/ 2483141 w 2696648"/>
              <a:gd name="csY1" fmla="*/ 1610686 h 3884103"/>
              <a:gd name="csX2" fmla="*/ 2424418 w 2696648"/>
              <a:gd name="csY2" fmla="*/ 0 h 3884103"/>
              <a:gd name="csX0" fmla="*/ 0 w 2634933"/>
              <a:gd name="csY0" fmla="*/ 3884103 h 3884103"/>
              <a:gd name="csX1" fmla="*/ 2483141 w 2634933"/>
              <a:gd name="csY1" fmla="*/ 1610686 h 3884103"/>
              <a:gd name="csX2" fmla="*/ 2424418 w 2634933"/>
              <a:gd name="csY2" fmla="*/ 0 h 3884103"/>
              <a:gd name="csX0" fmla="*/ 0 w 2634933"/>
              <a:gd name="csY0" fmla="*/ 3884103 h 3884103"/>
              <a:gd name="csX1" fmla="*/ 2483141 w 2634933"/>
              <a:gd name="csY1" fmla="*/ 1610686 h 3884103"/>
              <a:gd name="csX2" fmla="*/ 2424418 w 2634933"/>
              <a:gd name="csY2" fmla="*/ 0 h 3884103"/>
            </a:gdLst>
            <a:ahLst/>
            <a:cxnLst>
              <a:cxn ang="0">
                <a:pos x="csX0" y="csY0"/>
              </a:cxn>
              <a:cxn ang="0">
                <a:pos x="csX1" y="csY1"/>
              </a:cxn>
              <a:cxn ang="0">
                <a:pos x="csX2" y="csY2"/>
              </a:cxn>
            </a:cxnLst>
            <a:rect l="l" t="t" r="r" b="b"/>
            <a:pathLst>
              <a:path w="2634933" h="3884103">
                <a:moveTo>
                  <a:pt x="0" y="3884103"/>
                </a:moveTo>
                <a:cubicBezTo>
                  <a:pt x="1039535" y="3071069"/>
                  <a:pt x="2129405" y="2157368"/>
                  <a:pt x="2483141" y="1610686"/>
                </a:cubicBezTo>
                <a:cubicBezTo>
                  <a:pt x="2744599" y="1147894"/>
                  <a:pt x="2630647" y="171275"/>
                  <a:pt x="2424418" y="0"/>
                </a:cubicBezTo>
              </a:path>
            </a:pathLst>
          </a:custGeom>
          <a:noFill/>
          <a:ln>
            <a:solidFill>
              <a:srgbClr val="FB77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0C17E96-9B4C-137F-CA73-D3D0DAED2790}"/>
              </a:ext>
            </a:extLst>
          </p:cNvPr>
          <p:cNvSpPr txBox="1"/>
          <p:nvPr/>
        </p:nvSpPr>
        <p:spPr>
          <a:xfrm>
            <a:off x="10566779" y="4617013"/>
            <a:ext cx="609126" cy="246221"/>
          </a:xfrm>
          <a:prstGeom prst="rect">
            <a:avLst/>
          </a:prstGeom>
          <a:noFill/>
        </p:spPr>
        <p:txBody>
          <a:bodyPr wrap="square" rtlCol="0">
            <a:spAutoFit/>
          </a:bodyPr>
          <a:lstStyle/>
          <a:p>
            <a:pPr algn="ctr"/>
            <a:r>
              <a:rPr lang="en-US" sz="1000" dirty="0"/>
              <a:t>join</a:t>
            </a:r>
          </a:p>
        </p:txBody>
      </p:sp>
      <p:sp>
        <p:nvSpPr>
          <p:cNvPr id="23" name="Sun 22">
            <a:extLst>
              <a:ext uri="{FF2B5EF4-FFF2-40B4-BE49-F238E27FC236}">
                <a16:creationId xmlns:a16="http://schemas.microsoft.com/office/drawing/2014/main" id="{0604D8AD-FD17-287F-AE7C-D60523729C01}"/>
              </a:ext>
            </a:extLst>
          </p:cNvPr>
          <p:cNvSpPr/>
          <p:nvPr/>
        </p:nvSpPr>
        <p:spPr>
          <a:xfrm>
            <a:off x="7202148" y="5237186"/>
            <a:ext cx="146607" cy="146607"/>
          </a:xfrm>
          <a:prstGeom prst="sun">
            <a:avLst/>
          </a:prstGeom>
          <a:solidFill>
            <a:schemeClr val="accent3">
              <a:lumMod val="60000"/>
              <a:lumOff val="40000"/>
            </a:schemeClr>
          </a:solidFill>
          <a:ln w="952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un 25">
            <a:extLst>
              <a:ext uri="{FF2B5EF4-FFF2-40B4-BE49-F238E27FC236}">
                <a16:creationId xmlns:a16="http://schemas.microsoft.com/office/drawing/2014/main" id="{47646B5E-1122-96B1-F80D-E56554A5D84F}"/>
              </a:ext>
            </a:extLst>
          </p:cNvPr>
          <p:cNvSpPr/>
          <p:nvPr/>
        </p:nvSpPr>
        <p:spPr>
          <a:xfrm>
            <a:off x="8653320" y="5196112"/>
            <a:ext cx="146607" cy="146607"/>
          </a:xfrm>
          <a:prstGeom prst="sun">
            <a:avLst/>
          </a:prstGeom>
          <a:solidFill>
            <a:schemeClr val="accent3">
              <a:lumMod val="60000"/>
              <a:lumOff val="40000"/>
            </a:schemeClr>
          </a:solidFill>
          <a:ln w="952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37E86B1-4F4C-A62A-752D-255D1DC74905}"/>
              </a:ext>
            </a:extLst>
          </p:cNvPr>
          <p:cNvSpPr txBox="1"/>
          <p:nvPr/>
        </p:nvSpPr>
        <p:spPr>
          <a:xfrm>
            <a:off x="10634351" y="194354"/>
            <a:ext cx="609126" cy="246221"/>
          </a:xfrm>
          <a:prstGeom prst="rect">
            <a:avLst/>
          </a:prstGeom>
          <a:noFill/>
        </p:spPr>
        <p:txBody>
          <a:bodyPr wrap="square" rtlCol="0">
            <a:spAutoFit/>
          </a:bodyPr>
          <a:lstStyle/>
          <a:p>
            <a:pPr algn="ctr"/>
            <a:r>
              <a:rPr lang="en-US" sz="1000" dirty="0"/>
              <a:t>FK</a:t>
            </a:r>
          </a:p>
        </p:txBody>
      </p:sp>
      <p:sp>
        <p:nvSpPr>
          <p:cNvPr id="28" name="TextBox 27">
            <a:extLst>
              <a:ext uri="{FF2B5EF4-FFF2-40B4-BE49-F238E27FC236}">
                <a16:creationId xmlns:a16="http://schemas.microsoft.com/office/drawing/2014/main" id="{EA0572C3-C0B5-B36B-65C6-823512DE46B9}"/>
              </a:ext>
            </a:extLst>
          </p:cNvPr>
          <p:cNvSpPr txBox="1"/>
          <p:nvPr/>
        </p:nvSpPr>
        <p:spPr>
          <a:xfrm>
            <a:off x="7289581" y="5180116"/>
            <a:ext cx="453908" cy="246221"/>
          </a:xfrm>
          <a:prstGeom prst="rect">
            <a:avLst/>
          </a:prstGeom>
          <a:noFill/>
        </p:spPr>
        <p:txBody>
          <a:bodyPr wrap="square" rtlCol="0">
            <a:spAutoFit/>
          </a:bodyPr>
          <a:lstStyle/>
          <a:p>
            <a:pPr algn="ctr"/>
            <a:r>
              <a:rPr lang="en-US" sz="1000" dirty="0"/>
              <a:t>PK</a:t>
            </a:r>
          </a:p>
        </p:txBody>
      </p:sp>
      <p:sp>
        <p:nvSpPr>
          <p:cNvPr id="4" name="TextBox 3">
            <a:extLst>
              <a:ext uri="{FF2B5EF4-FFF2-40B4-BE49-F238E27FC236}">
                <a16:creationId xmlns:a16="http://schemas.microsoft.com/office/drawing/2014/main" id="{E6C1ADBB-D26A-7090-FBC9-CC9549763EF3}"/>
              </a:ext>
            </a:extLst>
          </p:cNvPr>
          <p:cNvSpPr txBox="1"/>
          <p:nvPr/>
        </p:nvSpPr>
        <p:spPr>
          <a:xfrm>
            <a:off x="3941954" y="1862356"/>
            <a:ext cx="1999483" cy="707886"/>
          </a:xfrm>
          <a:prstGeom prst="rect">
            <a:avLst/>
          </a:prstGeom>
          <a:noFill/>
        </p:spPr>
        <p:txBody>
          <a:bodyPr wrap="square" rtlCol="0">
            <a:spAutoFit/>
          </a:bodyPr>
          <a:lstStyle/>
          <a:p>
            <a:pPr marL="171450" indent="-171450">
              <a:buFontTx/>
              <a:buChar char="-"/>
            </a:pPr>
            <a:r>
              <a:rPr lang="en-US" sz="1000" dirty="0">
                <a:solidFill>
                  <a:srgbClr val="C00000"/>
                </a:solidFill>
              </a:rPr>
              <a:t>Get land polygon layer</a:t>
            </a:r>
          </a:p>
          <a:p>
            <a:pPr marL="171450" indent="-171450">
              <a:buFontTx/>
              <a:buChar char="-"/>
            </a:pPr>
            <a:r>
              <a:rPr lang="en-US" sz="1000" dirty="0">
                <a:solidFill>
                  <a:srgbClr val="C00000"/>
                </a:solidFill>
              </a:rPr>
              <a:t>Create convex hull for restoration areas with obstacles</a:t>
            </a:r>
          </a:p>
        </p:txBody>
      </p:sp>
      <p:cxnSp>
        <p:nvCxnSpPr>
          <p:cNvPr id="15" name="Straight Connector 14">
            <a:extLst>
              <a:ext uri="{FF2B5EF4-FFF2-40B4-BE49-F238E27FC236}">
                <a16:creationId xmlns:a16="http://schemas.microsoft.com/office/drawing/2014/main" id="{0E665843-C6D4-7788-8A81-D19ED514BD69}"/>
              </a:ext>
            </a:extLst>
          </p:cNvPr>
          <p:cNvCxnSpPr/>
          <p:nvPr/>
        </p:nvCxnSpPr>
        <p:spPr>
          <a:xfrm>
            <a:off x="3138417" y="1889515"/>
            <a:ext cx="803537" cy="16562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6653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4A5B59-8F2C-1B5A-39B8-99C93DCEECC3}"/>
              </a:ext>
            </a:extLst>
          </p:cNvPr>
          <p:cNvPicPr>
            <a:picLocks noChangeAspect="1"/>
          </p:cNvPicPr>
          <p:nvPr/>
        </p:nvPicPr>
        <p:blipFill>
          <a:blip r:embed="rId2"/>
          <a:stretch>
            <a:fillRect/>
          </a:stretch>
        </p:blipFill>
        <p:spPr>
          <a:xfrm>
            <a:off x="1038897" y="77821"/>
            <a:ext cx="9277628" cy="6858000"/>
          </a:xfrm>
          <a:prstGeom prst="rect">
            <a:avLst/>
          </a:prstGeom>
        </p:spPr>
      </p:pic>
    </p:spTree>
    <p:extLst>
      <p:ext uri="{BB962C8B-B14F-4D97-AF65-F5344CB8AC3E}">
        <p14:creationId xmlns:p14="http://schemas.microsoft.com/office/powerpoint/2010/main" val="3010123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Freeform: Shape 84">
            <a:extLst>
              <a:ext uri="{FF2B5EF4-FFF2-40B4-BE49-F238E27FC236}">
                <a16:creationId xmlns:a16="http://schemas.microsoft.com/office/drawing/2014/main" id="{530B9661-8511-330E-89B6-36C854FA7E81}"/>
              </a:ext>
            </a:extLst>
          </p:cNvPr>
          <p:cNvSpPr/>
          <p:nvPr/>
        </p:nvSpPr>
        <p:spPr>
          <a:xfrm>
            <a:off x="3298158" y="243191"/>
            <a:ext cx="1666250" cy="5972783"/>
          </a:xfrm>
          <a:custGeom>
            <a:avLst/>
            <a:gdLst>
              <a:gd name="csX0" fmla="*/ 18456 w 1793100"/>
              <a:gd name="csY0" fmla="*/ 0 h 5963055"/>
              <a:gd name="csX1" fmla="*/ 222737 w 1793100"/>
              <a:gd name="csY1" fmla="*/ 1682885 h 5963055"/>
              <a:gd name="csX2" fmla="*/ 1594337 w 1793100"/>
              <a:gd name="csY2" fmla="*/ 2568102 h 5963055"/>
              <a:gd name="csX3" fmla="*/ 1662431 w 1793100"/>
              <a:gd name="csY3" fmla="*/ 4387175 h 5963055"/>
              <a:gd name="csX4" fmla="*/ 427018 w 1793100"/>
              <a:gd name="csY4" fmla="*/ 4961107 h 5963055"/>
              <a:gd name="csX5" fmla="*/ 135188 w 1793100"/>
              <a:gd name="csY5" fmla="*/ 5963055 h 5963055"/>
              <a:gd name="csX0" fmla="*/ 63676 w 1711860"/>
              <a:gd name="csY0" fmla="*/ 0 h 5972783"/>
              <a:gd name="csX1" fmla="*/ 141497 w 1711860"/>
              <a:gd name="csY1" fmla="*/ 1692613 h 5972783"/>
              <a:gd name="csX2" fmla="*/ 1513097 w 1711860"/>
              <a:gd name="csY2" fmla="*/ 2577830 h 5972783"/>
              <a:gd name="csX3" fmla="*/ 1581191 w 1711860"/>
              <a:gd name="csY3" fmla="*/ 4396903 h 5972783"/>
              <a:gd name="csX4" fmla="*/ 345778 w 1711860"/>
              <a:gd name="csY4" fmla="*/ 4970835 h 5972783"/>
              <a:gd name="csX5" fmla="*/ 53948 w 1711860"/>
              <a:gd name="csY5" fmla="*/ 5972783 h 5972783"/>
              <a:gd name="csX0" fmla="*/ 48157 w 1696341"/>
              <a:gd name="csY0" fmla="*/ 0 h 5972783"/>
              <a:gd name="csX1" fmla="*/ 125978 w 1696341"/>
              <a:gd name="csY1" fmla="*/ 1692613 h 5972783"/>
              <a:gd name="csX2" fmla="*/ 1497578 w 1696341"/>
              <a:gd name="csY2" fmla="*/ 2577830 h 5972783"/>
              <a:gd name="csX3" fmla="*/ 1565672 w 1696341"/>
              <a:gd name="csY3" fmla="*/ 4396903 h 5972783"/>
              <a:gd name="csX4" fmla="*/ 330259 w 1696341"/>
              <a:gd name="csY4" fmla="*/ 4970835 h 5972783"/>
              <a:gd name="csX5" fmla="*/ 38429 w 1696341"/>
              <a:gd name="csY5" fmla="*/ 5972783 h 5972783"/>
              <a:gd name="csX0" fmla="*/ 48157 w 1706277"/>
              <a:gd name="csY0" fmla="*/ 0 h 5972783"/>
              <a:gd name="csX1" fmla="*/ 125978 w 1706277"/>
              <a:gd name="csY1" fmla="*/ 1692613 h 5972783"/>
              <a:gd name="csX2" fmla="*/ 1497578 w 1706277"/>
              <a:gd name="csY2" fmla="*/ 2577830 h 5972783"/>
              <a:gd name="csX3" fmla="*/ 1565672 w 1706277"/>
              <a:gd name="csY3" fmla="*/ 4396903 h 5972783"/>
              <a:gd name="csX4" fmla="*/ 330259 w 1706277"/>
              <a:gd name="csY4" fmla="*/ 4970835 h 5972783"/>
              <a:gd name="csX5" fmla="*/ 38429 w 1706277"/>
              <a:gd name="csY5" fmla="*/ 5972783 h 5972783"/>
              <a:gd name="csX0" fmla="*/ 48157 w 1698588"/>
              <a:gd name="csY0" fmla="*/ 0 h 5972783"/>
              <a:gd name="csX1" fmla="*/ 125978 w 1698588"/>
              <a:gd name="csY1" fmla="*/ 1692613 h 5972783"/>
              <a:gd name="csX2" fmla="*/ 1497578 w 1698588"/>
              <a:gd name="csY2" fmla="*/ 2577830 h 5972783"/>
              <a:gd name="csX3" fmla="*/ 1565672 w 1698588"/>
              <a:gd name="csY3" fmla="*/ 4396903 h 5972783"/>
              <a:gd name="csX4" fmla="*/ 330259 w 1698588"/>
              <a:gd name="csY4" fmla="*/ 4970835 h 5972783"/>
              <a:gd name="csX5" fmla="*/ 38429 w 1698588"/>
              <a:gd name="csY5" fmla="*/ 5972783 h 5972783"/>
              <a:gd name="csX0" fmla="*/ 48157 w 1646566"/>
              <a:gd name="csY0" fmla="*/ 0 h 5972783"/>
              <a:gd name="csX1" fmla="*/ 125978 w 1646566"/>
              <a:gd name="csY1" fmla="*/ 1692613 h 5972783"/>
              <a:gd name="csX2" fmla="*/ 1497578 w 1646566"/>
              <a:gd name="csY2" fmla="*/ 2577830 h 5972783"/>
              <a:gd name="csX3" fmla="*/ 1565672 w 1646566"/>
              <a:gd name="csY3" fmla="*/ 4396903 h 5972783"/>
              <a:gd name="csX4" fmla="*/ 330259 w 1646566"/>
              <a:gd name="csY4" fmla="*/ 4970835 h 5972783"/>
              <a:gd name="csX5" fmla="*/ 38429 w 1646566"/>
              <a:gd name="csY5" fmla="*/ 5972783 h 5972783"/>
              <a:gd name="csX0" fmla="*/ 48157 w 1584310"/>
              <a:gd name="csY0" fmla="*/ 0 h 5972783"/>
              <a:gd name="csX1" fmla="*/ 125978 w 1584310"/>
              <a:gd name="csY1" fmla="*/ 1692613 h 5972783"/>
              <a:gd name="csX2" fmla="*/ 1497578 w 1584310"/>
              <a:gd name="csY2" fmla="*/ 2577830 h 5972783"/>
              <a:gd name="csX3" fmla="*/ 1565672 w 1584310"/>
              <a:gd name="csY3" fmla="*/ 4396903 h 5972783"/>
              <a:gd name="csX4" fmla="*/ 330259 w 1584310"/>
              <a:gd name="csY4" fmla="*/ 4970835 h 5972783"/>
              <a:gd name="csX5" fmla="*/ 38429 w 1584310"/>
              <a:gd name="csY5" fmla="*/ 5972783 h 5972783"/>
              <a:gd name="csX0" fmla="*/ 48157 w 1666250"/>
              <a:gd name="csY0" fmla="*/ 0 h 5972783"/>
              <a:gd name="csX1" fmla="*/ 125978 w 1666250"/>
              <a:gd name="csY1" fmla="*/ 1692613 h 5972783"/>
              <a:gd name="csX2" fmla="*/ 1497578 w 1666250"/>
              <a:gd name="csY2" fmla="*/ 2577830 h 5972783"/>
              <a:gd name="csX3" fmla="*/ 1565672 w 1666250"/>
              <a:gd name="csY3" fmla="*/ 4396903 h 5972783"/>
              <a:gd name="csX4" fmla="*/ 213527 w 1666250"/>
              <a:gd name="csY4" fmla="*/ 4902741 h 5972783"/>
              <a:gd name="csX5" fmla="*/ 38429 w 1666250"/>
              <a:gd name="csY5" fmla="*/ 5972783 h 5972783"/>
            </a:gdLst>
            <a:ahLst/>
            <a:cxnLst>
              <a:cxn ang="0">
                <a:pos x="csX0" y="csY0"/>
              </a:cxn>
              <a:cxn ang="0">
                <a:pos x="csX1" y="csY1"/>
              </a:cxn>
              <a:cxn ang="0">
                <a:pos x="csX2" y="csY2"/>
              </a:cxn>
              <a:cxn ang="0">
                <a:pos x="csX3" y="csY3"/>
              </a:cxn>
              <a:cxn ang="0">
                <a:pos x="csX4" y="csY4"/>
              </a:cxn>
              <a:cxn ang="0">
                <a:pos x="csX5" y="csY5"/>
              </a:cxn>
            </a:cxnLst>
            <a:rect l="l" t="t" r="r" b="b"/>
            <a:pathLst>
              <a:path w="1666250" h="5972783">
                <a:moveTo>
                  <a:pt x="48157" y="0"/>
                </a:moveTo>
                <a:cubicBezTo>
                  <a:pt x="18974" y="627434"/>
                  <a:pt x="-76682" y="1243520"/>
                  <a:pt x="125978" y="1692613"/>
                </a:cubicBezTo>
                <a:cubicBezTo>
                  <a:pt x="328638" y="2141706"/>
                  <a:pt x="1393817" y="1504545"/>
                  <a:pt x="1497578" y="2577830"/>
                </a:cubicBezTo>
                <a:cubicBezTo>
                  <a:pt x="1601339" y="3651115"/>
                  <a:pt x="1779680" y="4009418"/>
                  <a:pt x="1565672" y="4396903"/>
                </a:cubicBezTo>
                <a:cubicBezTo>
                  <a:pt x="1351664" y="4784388"/>
                  <a:pt x="468067" y="4640094"/>
                  <a:pt x="213527" y="4902741"/>
                </a:cubicBezTo>
                <a:cubicBezTo>
                  <a:pt x="-41013" y="5165388"/>
                  <a:pt x="57074" y="5603132"/>
                  <a:pt x="38429" y="5972783"/>
                </a:cubicBezTo>
              </a:path>
            </a:pathLst>
          </a:custGeom>
          <a:noFill/>
          <a:ln w="571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F9265CB6-2D04-501C-0F09-3FFF83160315}"/>
              </a:ext>
            </a:extLst>
          </p:cNvPr>
          <p:cNvSpPr/>
          <p:nvPr/>
        </p:nvSpPr>
        <p:spPr>
          <a:xfrm>
            <a:off x="5223754" y="525294"/>
            <a:ext cx="1622176" cy="6089515"/>
          </a:xfrm>
          <a:custGeom>
            <a:avLst/>
            <a:gdLst>
              <a:gd name="csX0" fmla="*/ 0 w 1816037"/>
              <a:gd name="csY0" fmla="*/ 0 h 6050605"/>
              <a:gd name="csX1" fmla="*/ 1653702 w 1816037"/>
              <a:gd name="csY1" fmla="*/ 2947481 h 6050605"/>
              <a:gd name="csX2" fmla="*/ 1663429 w 1816037"/>
              <a:gd name="csY2" fmla="*/ 6050605 h 6050605"/>
              <a:gd name="csX0" fmla="*/ 0 w 1816037"/>
              <a:gd name="csY0" fmla="*/ 0 h 6050605"/>
              <a:gd name="csX1" fmla="*/ 1653702 w 1816037"/>
              <a:gd name="csY1" fmla="*/ 2947481 h 6050605"/>
              <a:gd name="csX2" fmla="*/ 1663429 w 1816037"/>
              <a:gd name="csY2" fmla="*/ 6050605 h 6050605"/>
              <a:gd name="csX0" fmla="*/ 0 w 1741799"/>
              <a:gd name="csY0" fmla="*/ 0 h 6050605"/>
              <a:gd name="csX1" fmla="*/ 1653702 w 1741799"/>
              <a:gd name="csY1" fmla="*/ 2947481 h 6050605"/>
              <a:gd name="csX2" fmla="*/ 1663429 w 1741799"/>
              <a:gd name="csY2" fmla="*/ 6050605 h 6050605"/>
              <a:gd name="csX0" fmla="*/ 0 w 1690270"/>
              <a:gd name="csY0" fmla="*/ 0 h 6050605"/>
              <a:gd name="csX1" fmla="*/ 1653702 w 1690270"/>
              <a:gd name="csY1" fmla="*/ 2947481 h 6050605"/>
              <a:gd name="csX2" fmla="*/ 1663429 w 1690270"/>
              <a:gd name="csY2" fmla="*/ 6050605 h 6050605"/>
              <a:gd name="csX0" fmla="*/ 0 w 1622176"/>
              <a:gd name="csY0" fmla="*/ 0 h 6089515"/>
              <a:gd name="csX1" fmla="*/ 1585608 w 1622176"/>
              <a:gd name="csY1" fmla="*/ 2986391 h 6089515"/>
              <a:gd name="csX2" fmla="*/ 1595335 w 1622176"/>
              <a:gd name="csY2" fmla="*/ 6089515 h 6089515"/>
            </a:gdLst>
            <a:ahLst/>
            <a:cxnLst>
              <a:cxn ang="0">
                <a:pos x="csX0" y="csY0"/>
              </a:cxn>
              <a:cxn ang="0">
                <a:pos x="csX1" y="csY1"/>
              </a:cxn>
              <a:cxn ang="0">
                <a:pos x="csX2" y="csY2"/>
              </a:cxn>
            </a:cxnLst>
            <a:rect l="l" t="t" r="r" b="b"/>
            <a:pathLst>
              <a:path w="1622176" h="6089515">
                <a:moveTo>
                  <a:pt x="0" y="0"/>
                </a:moveTo>
                <a:cubicBezTo>
                  <a:pt x="688232" y="969523"/>
                  <a:pt x="1551561" y="1783404"/>
                  <a:pt x="1585608" y="2986391"/>
                </a:cubicBezTo>
                <a:cubicBezTo>
                  <a:pt x="1668292" y="4121284"/>
                  <a:pt x="1583175" y="5012987"/>
                  <a:pt x="1595335" y="6089515"/>
                </a:cubicBezTo>
              </a:path>
            </a:pathLst>
          </a:custGeom>
          <a:noFill/>
          <a:ln w="571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a:extLst>
              <a:ext uri="{FF2B5EF4-FFF2-40B4-BE49-F238E27FC236}">
                <a16:creationId xmlns:a16="http://schemas.microsoft.com/office/drawing/2014/main" id="{4C469FAC-C07F-037F-EC31-D26B79491074}"/>
              </a:ext>
            </a:extLst>
          </p:cNvPr>
          <p:cNvSpPr/>
          <p:nvPr/>
        </p:nvSpPr>
        <p:spPr>
          <a:xfrm>
            <a:off x="4882393" y="3330429"/>
            <a:ext cx="2827090" cy="2298584"/>
          </a:xfrm>
          <a:custGeom>
            <a:avLst/>
            <a:gdLst>
              <a:gd name="csX0" fmla="*/ 0 w 2827090"/>
              <a:gd name="csY0" fmla="*/ 2298584 h 2298584"/>
              <a:gd name="csX1" fmla="*/ 1963024 w 2827090"/>
              <a:gd name="csY1" fmla="*/ 1493241 h 2298584"/>
              <a:gd name="csX2" fmla="*/ 2827090 w 2827090"/>
              <a:gd name="csY2" fmla="*/ 0 h 2298584"/>
              <a:gd name="csX0" fmla="*/ 0 w 2827090"/>
              <a:gd name="csY0" fmla="*/ 2298584 h 2298584"/>
              <a:gd name="csX1" fmla="*/ 1963024 w 2827090"/>
              <a:gd name="csY1" fmla="*/ 1493241 h 2298584"/>
              <a:gd name="csX2" fmla="*/ 2827090 w 2827090"/>
              <a:gd name="csY2" fmla="*/ 0 h 2298584"/>
              <a:gd name="csX0" fmla="*/ 0 w 2827090"/>
              <a:gd name="csY0" fmla="*/ 2298584 h 2298584"/>
              <a:gd name="csX1" fmla="*/ 1963024 w 2827090"/>
              <a:gd name="csY1" fmla="*/ 1493241 h 2298584"/>
              <a:gd name="csX2" fmla="*/ 2827090 w 2827090"/>
              <a:gd name="csY2" fmla="*/ 0 h 2298584"/>
              <a:gd name="csX0" fmla="*/ 0 w 2827090"/>
              <a:gd name="csY0" fmla="*/ 2298584 h 2298584"/>
              <a:gd name="csX1" fmla="*/ 1963024 w 2827090"/>
              <a:gd name="csY1" fmla="*/ 1493241 h 2298584"/>
              <a:gd name="csX2" fmla="*/ 2827090 w 2827090"/>
              <a:gd name="csY2" fmla="*/ 0 h 2298584"/>
              <a:gd name="csX0" fmla="*/ 0 w 2827090"/>
              <a:gd name="csY0" fmla="*/ 2298584 h 2298584"/>
              <a:gd name="csX1" fmla="*/ 1963024 w 2827090"/>
              <a:gd name="csY1" fmla="*/ 1493241 h 2298584"/>
              <a:gd name="csX2" fmla="*/ 2827090 w 2827090"/>
              <a:gd name="csY2" fmla="*/ 0 h 2298584"/>
            </a:gdLst>
            <a:ahLst/>
            <a:cxnLst>
              <a:cxn ang="0">
                <a:pos x="csX0" y="csY0"/>
              </a:cxn>
              <a:cxn ang="0">
                <a:pos x="csX1" y="csY1"/>
              </a:cxn>
              <a:cxn ang="0">
                <a:pos x="csX2" y="csY2"/>
              </a:cxn>
            </a:cxnLst>
            <a:rect l="l" t="t" r="r" b="b"/>
            <a:pathLst>
              <a:path w="2827090" h="2298584">
                <a:moveTo>
                  <a:pt x="0" y="2298584"/>
                </a:moveTo>
                <a:cubicBezTo>
                  <a:pt x="829811" y="2272019"/>
                  <a:pt x="1609288" y="1834393"/>
                  <a:pt x="1963024" y="1493241"/>
                </a:cubicBezTo>
                <a:cubicBezTo>
                  <a:pt x="2358705" y="1084977"/>
                  <a:pt x="2160864" y="60121"/>
                  <a:pt x="2827090" y="0"/>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66">
            <a:extLst>
              <a:ext uri="{FF2B5EF4-FFF2-40B4-BE49-F238E27FC236}">
                <a16:creationId xmlns:a16="http://schemas.microsoft.com/office/drawing/2014/main" id="{891E5C1F-C693-FC21-C6D2-BE1974D8F3F0}"/>
              </a:ext>
            </a:extLst>
          </p:cNvPr>
          <p:cNvSpPr/>
          <p:nvPr/>
        </p:nvSpPr>
        <p:spPr>
          <a:xfrm>
            <a:off x="7431438" y="2281806"/>
            <a:ext cx="413207" cy="2944535"/>
          </a:xfrm>
          <a:custGeom>
            <a:avLst/>
            <a:gdLst>
              <a:gd name="csX0" fmla="*/ 0 w 125835"/>
              <a:gd name="csY0" fmla="*/ 2944535 h 2944535"/>
              <a:gd name="csX1" fmla="*/ 125835 w 125835"/>
              <a:gd name="csY1" fmla="*/ 0 h 2944535"/>
              <a:gd name="csX0" fmla="*/ 0 w 235350"/>
              <a:gd name="csY0" fmla="*/ 2944535 h 2944535"/>
              <a:gd name="csX1" fmla="*/ 125835 w 235350"/>
              <a:gd name="csY1" fmla="*/ 0 h 2944535"/>
              <a:gd name="csX0" fmla="*/ 40140 w 187756"/>
              <a:gd name="csY0" fmla="*/ 2944535 h 2944535"/>
              <a:gd name="csX1" fmla="*/ 165975 w 187756"/>
              <a:gd name="csY1" fmla="*/ 0 h 2944535"/>
              <a:gd name="csX0" fmla="*/ 0 w 355284"/>
              <a:gd name="csY0" fmla="*/ 2944535 h 2944535"/>
              <a:gd name="csX1" fmla="*/ 125835 w 355284"/>
              <a:gd name="csY1" fmla="*/ 0 h 2944535"/>
              <a:gd name="csX0" fmla="*/ 101876 w 413207"/>
              <a:gd name="csY0" fmla="*/ 2944535 h 2944535"/>
              <a:gd name="csX1" fmla="*/ 227711 w 413207"/>
              <a:gd name="csY1" fmla="*/ 0 h 2944535"/>
            </a:gdLst>
            <a:ahLst/>
            <a:cxnLst>
              <a:cxn ang="0">
                <a:pos x="csX0" y="csY0"/>
              </a:cxn>
              <a:cxn ang="0">
                <a:pos x="csX1" y="csY1"/>
              </a:cxn>
            </a:cxnLst>
            <a:rect l="l" t="t" r="r" b="b"/>
            <a:pathLst>
              <a:path w="413207" h="2944535">
                <a:moveTo>
                  <a:pt x="101876" y="2944535"/>
                </a:moveTo>
                <a:cubicBezTo>
                  <a:pt x="1058221" y="2927757"/>
                  <a:pt x="-569243" y="192947"/>
                  <a:pt x="227711" y="0"/>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ED1F09-6351-E795-E318-A20C479DCB53}"/>
              </a:ext>
            </a:extLst>
          </p:cNvPr>
          <p:cNvSpPr/>
          <p:nvPr/>
        </p:nvSpPr>
        <p:spPr>
          <a:xfrm>
            <a:off x="4757640" y="2498673"/>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57DAA61-636A-167A-BF10-D9C62AAE5ABF}"/>
              </a:ext>
            </a:extLst>
          </p:cNvPr>
          <p:cNvSpPr/>
          <p:nvPr/>
        </p:nvSpPr>
        <p:spPr>
          <a:xfrm>
            <a:off x="4760884" y="3062935"/>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097202F-5269-B3A1-9550-91B91B620E13}"/>
              </a:ext>
            </a:extLst>
          </p:cNvPr>
          <p:cNvSpPr/>
          <p:nvPr/>
        </p:nvSpPr>
        <p:spPr>
          <a:xfrm>
            <a:off x="8973761" y="2935026"/>
            <a:ext cx="68097" cy="1877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EF021BE-C797-2D88-A2DC-EC1C57124C11}"/>
              </a:ext>
            </a:extLst>
          </p:cNvPr>
          <p:cNvSpPr/>
          <p:nvPr/>
        </p:nvSpPr>
        <p:spPr>
          <a:xfrm>
            <a:off x="8912156" y="1069605"/>
            <a:ext cx="81064" cy="15580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3EF6BB-30C4-4646-80EE-00023B834A24}"/>
              </a:ext>
            </a:extLst>
          </p:cNvPr>
          <p:cNvSpPr/>
          <p:nvPr/>
        </p:nvSpPr>
        <p:spPr>
          <a:xfrm>
            <a:off x="8993220" y="3245429"/>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2E4861-F20C-839A-F738-717D7645DDBB}"/>
              </a:ext>
            </a:extLst>
          </p:cNvPr>
          <p:cNvSpPr/>
          <p:nvPr/>
        </p:nvSpPr>
        <p:spPr>
          <a:xfrm>
            <a:off x="2151434" y="850988"/>
            <a:ext cx="81064" cy="111613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D6ABCC7-A3DA-BEAD-7F8E-92BDC6A20361}"/>
              </a:ext>
            </a:extLst>
          </p:cNvPr>
          <p:cNvSpPr txBox="1"/>
          <p:nvPr/>
        </p:nvSpPr>
        <p:spPr>
          <a:xfrm>
            <a:off x="4838704" y="2559009"/>
            <a:ext cx="1322961" cy="400110"/>
          </a:xfrm>
          <a:prstGeom prst="rect">
            <a:avLst/>
          </a:prstGeom>
          <a:noFill/>
        </p:spPr>
        <p:txBody>
          <a:bodyPr wrap="square" rtlCol="0">
            <a:spAutoFit/>
          </a:bodyPr>
          <a:lstStyle/>
          <a:p>
            <a:r>
              <a:rPr lang="en-US" sz="1000" dirty="0"/>
              <a:t>ln_plantings_1pt</a:t>
            </a:r>
          </a:p>
          <a:p>
            <a:r>
              <a:rPr lang="en-US" sz="1000" dirty="0"/>
              <a:t>10</a:t>
            </a:r>
          </a:p>
        </p:txBody>
      </p:sp>
      <p:sp>
        <p:nvSpPr>
          <p:cNvPr id="12" name="TextBox 11">
            <a:extLst>
              <a:ext uri="{FF2B5EF4-FFF2-40B4-BE49-F238E27FC236}">
                <a16:creationId xmlns:a16="http://schemas.microsoft.com/office/drawing/2014/main" id="{1C02C181-C779-4DB3-48EB-D9B5D2EB5829}"/>
              </a:ext>
            </a:extLst>
          </p:cNvPr>
          <p:cNvSpPr txBox="1"/>
          <p:nvPr/>
        </p:nvSpPr>
        <p:spPr>
          <a:xfrm>
            <a:off x="4863020" y="3089859"/>
            <a:ext cx="1322961" cy="400110"/>
          </a:xfrm>
          <a:prstGeom prst="rect">
            <a:avLst/>
          </a:prstGeom>
          <a:noFill/>
        </p:spPr>
        <p:txBody>
          <a:bodyPr wrap="square" rtlCol="0">
            <a:spAutoFit/>
          </a:bodyPr>
          <a:lstStyle/>
          <a:p>
            <a:r>
              <a:rPr lang="en-US" sz="1000" dirty="0"/>
              <a:t>ln_cln_plantings_2pt</a:t>
            </a:r>
          </a:p>
          <a:p>
            <a:r>
              <a:rPr lang="en-US" sz="1000" dirty="0"/>
              <a:t>25</a:t>
            </a:r>
          </a:p>
        </p:txBody>
      </p:sp>
      <p:sp>
        <p:nvSpPr>
          <p:cNvPr id="13" name="TextBox 12">
            <a:extLst>
              <a:ext uri="{FF2B5EF4-FFF2-40B4-BE49-F238E27FC236}">
                <a16:creationId xmlns:a16="http://schemas.microsoft.com/office/drawing/2014/main" id="{33F81F00-E7A6-4243-97DA-17CAA6DD8143}"/>
              </a:ext>
            </a:extLst>
          </p:cNvPr>
          <p:cNvSpPr txBox="1"/>
          <p:nvPr/>
        </p:nvSpPr>
        <p:spPr>
          <a:xfrm>
            <a:off x="2333831" y="1032627"/>
            <a:ext cx="985738" cy="400110"/>
          </a:xfrm>
          <a:prstGeom prst="rect">
            <a:avLst/>
          </a:prstGeom>
          <a:noFill/>
        </p:spPr>
        <p:txBody>
          <a:bodyPr wrap="square" rtlCol="0">
            <a:spAutoFit/>
          </a:bodyPr>
          <a:lstStyle/>
          <a:p>
            <a:r>
              <a:rPr lang="en-US" sz="1000" dirty="0" err="1"/>
              <a:t>pt_plantings</a:t>
            </a:r>
            <a:endParaRPr lang="en-US" sz="1000" dirty="0"/>
          </a:p>
          <a:p>
            <a:r>
              <a:rPr lang="en-US" sz="1000" dirty="0"/>
              <a:t>168</a:t>
            </a:r>
          </a:p>
        </p:txBody>
      </p:sp>
      <p:sp>
        <p:nvSpPr>
          <p:cNvPr id="14" name="Rectangle 13">
            <a:extLst>
              <a:ext uri="{FF2B5EF4-FFF2-40B4-BE49-F238E27FC236}">
                <a16:creationId xmlns:a16="http://schemas.microsoft.com/office/drawing/2014/main" id="{9CDF2E68-DBC4-D65D-C845-DCC42B8E4DB8}"/>
              </a:ext>
            </a:extLst>
          </p:cNvPr>
          <p:cNvSpPr/>
          <p:nvPr/>
        </p:nvSpPr>
        <p:spPr>
          <a:xfrm>
            <a:off x="3275797" y="852483"/>
            <a:ext cx="81064" cy="4001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E5B4845-0DBF-B970-33CE-C0B63C4338E5}"/>
              </a:ext>
            </a:extLst>
          </p:cNvPr>
          <p:cNvSpPr/>
          <p:nvPr/>
        </p:nvSpPr>
        <p:spPr>
          <a:xfrm>
            <a:off x="3275797" y="1488688"/>
            <a:ext cx="81064" cy="191610"/>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8034E2F-6BF4-32C2-75D8-B3B11F2AFCD7}"/>
              </a:ext>
            </a:extLst>
          </p:cNvPr>
          <p:cNvSpPr txBox="1"/>
          <p:nvPr/>
        </p:nvSpPr>
        <p:spPr>
          <a:xfrm>
            <a:off x="3299303" y="860548"/>
            <a:ext cx="1186775" cy="400110"/>
          </a:xfrm>
          <a:prstGeom prst="rect">
            <a:avLst/>
          </a:prstGeom>
          <a:noFill/>
        </p:spPr>
        <p:txBody>
          <a:bodyPr wrap="square" rtlCol="0">
            <a:spAutoFit/>
          </a:bodyPr>
          <a:lstStyle/>
          <a:p>
            <a:r>
              <a:rPr lang="en-US" sz="1000" dirty="0" err="1"/>
              <a:t>pt_plantings_cln</a:t>
            </a:r>
            <a:endParaRPr lang="en-US" sz="1000" dirty="0"/>
          </a:p>
          <a:p>
            <a:r>
              <a:rPr lang="en-US" sz="1000" dirty="0"/>
              <a:t>149</a:t>
            </a:r>
          </a:p>
        </p:txBody>
      </p:sp>
      <p:sp>
        <p:nvSpPr>
          <p:cNvPr id="17" name="TextBox 16">
            <a:extLst>
              <a:ext uri="{FF2B5EF4-FFF2-40B4-BE49-F238E27FC236}">
                <a16:creationId xmlns:a16="http://schemas.microsoft.com/office/drawing/2014/main" id="{3C711E85-6069-1C4A-9783-72909BEE2CE9}"/>
              </a:ext>
            </a:extLst>
          </p:cNvPr>
          <p:cNvSpPr txBox="1"/>
          <p:nvPr/>
        </p:nvSpPr>
        <p:spPr>
          <a:xfrm>
            <a:off x="3356861" y="1384438"/>
            <a:ext cx="1475361" cy="400110"/>
          </a:xfrm>
          <a:prstGeom prst="rect">
            <a:avLst/>
          </a:prstGeom>
          <a:noFill/>
        </p:spPr>
        <p:txBody>
          <a:bodyPr wrap="square" rtlCol="0">
            <a:spAutoFit/>
          </a:bodyPr>
          <a:lstStyle/>
          <a:p>
            <a:r>
              <a:rPr lang="en-US" sz="1000" dirty="0" err="1"/>
              <a:t>pt_plantings_no</a:t>
            </a:r>
            <a:r>
              <a:rPr lang="en-US" sz="1000" dirty="0"/>
              <a:t> coords</a:t>
            </a:r>
          </a:p>
          <a:p>
            <a:r>
              <a:rPr lang="en-US" sz="1000" dirty="0"/>
              <a:t>19</a:t>
            </a:r>
          </a:p>
        </p:txBody>
      </p:sp>
      <p:sp>
        <p:nvSpPr>
          <p:cNvPr id="18" name="Rectangle 17">
            <a:extLst>
              <a:ext uri="{FF2B5EF4-FFF2-40B4-BE49-F238E27FC236}">
                <a16:creationId xmlns:a16="http://schemas.microsoft.com/office/drawing/2014/main" id="{CC194844-EC75-D7C1-2B11-5F77BA635529}"/>
              </a:ext>
            </a:extLst>
          </p:cNvPr>
          <p:cNvSpPr/>
          <p:nvPr/>
        </p:nvSpPr>
        <p:spPr>
          <a:xfrm>
            <a:off x="2151434" y="2547283"/>
            <a:ext cx="87549" cy="797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8807046-6FF6-7FEB-80A8-A288A37AEAC8}"/>
              </a:ext>
            </a:extLst>
          </p:cNvPr>
          <p:cNvSpPr txBox="1"/>
          <p:nvPr/>
        </p:nvSpPr>
        <p:spPr>
          <a:xfrm>
            <a:off x="2262494" y="2654286"/>
            <a:ext cx="902240" cy="400110"/>
          </a:xfrm>
          <a:prstGeom prst="rect">
            <a:avLst/>
          </a:prstGeom>
          <a:noFill/>
        </p:spPr>
        <p:txBody>
          <a:bodyPr wrap="square" rtlCol="0">
            <a:spAutoFit/>
          </a:bodyPr>
          <a:lstStyle/>
          <a:p>
            <a:r>
              <a:rPr lang="en-US" sz="1000" dirty="0" err="1"/>
              <a:t>ln_plantings</a:t>
            </a:r>
            <a:endParaRPr lang="en-US" sz="1000" dirty="0"/>
          </a:p>
          <a:p>
            <a:r>
              <a:rPr lang="en-US" sz="1000" dirty="0"/>
              <a:t>35</a:t>
            </a:r>
          </a:p>
        </p:txBody>
      </p:sp>
      <p:sp>
        <p:nvSpPr>
          <p:cNvPr id="20" name="Rectangle 19">
            <a:extLst>
              <a:ext uri="{FF2B5EF4-FFF2-40B4-BE49-F238E27FC236}">
                <a16:creationId xmlns:a16="http://schemas.microsoft.com/office/drawing/2014/main" id="{02CDAE73-7217-34BB-5F69-27329849BDB2}"/>
              </a:ext>
            </a:extLst>
          </p:cNvPr>
          <p:cNvSpPr/>
          <p:nvPr/>
        </p:nvSpPr>
        <p:spPr>
          <a:xfrm>
            <a:off x="1131653" y="815120"/>
            <a:ext cx="81064" cy="111613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FC53919-C338-F790-806D-00971349364F}"/>
              </a:ext>
            </a:extLst>
          </p:cNvPr>
          <p:cNvSpPr txBox="1"/>
          <p:nvPr/>
        </p:nvSpPr>
        <p:spPr>
          <a:xfrm>
            <a:off x="1172185" y="1109264"/>
            <a:ext cx="891700" cy="400110"/>
          </a:xfrm>
          <a:prstGeom prst="rect">
            <a:avLst/>
          </a:prstGeom>
          <a:noFill/>
        </p:spPr>
        <p:txBody>
          <a:bodyPr wrap="square" rtlCol="0">
            <a:spAutoFit/>
          </a:bodyPr>
          <a:lstStyle/>
          <a:p>
            <a:r>
              <a:rPr lang="en-US" sz="1000" dirty="0" err="1"/>
              <a:t>pt_recs</a:t>
            </a:r>
            <a:endParaRPr lang="en-US" sz="1000" dirty="0"/>
          </a:p>
          <a:p>
            <a:r>
              <a:rPr lang="en-US" sz="1000" dirty="0"/>
              <a:t>168</a:t>
            </a:r>
          </a:p>
        </p:txBody>
      </p:sp>
      <p:sp>
        <p:nvSpPr>
          <p:cNvPr id="22" name="Rectangle 21">
            <a:extLst>
              <a:ext uri="{FF2B5EF4-FFF2-40B4-BE49-F238E27FC236}">
                <a16:creationId xmlns:a16="http://schemas.microsoft.com/office/drawing/2014/main" id="{205546D8-0762-BE98-4083-21600FE46AF5}"/>
              </a:ext>
            </a:extLst>
          </p:cNvPr>
          <p:cNvSpPr/>
          <p:nvPr/>
        </p:nvSpPr>
        <p:spPr>
          <a:xfrm>
            <a:off x="1125168" y="2526873"/>
            <a:ext cx="87549" cy="797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1E87337-20FD-C8F0-87F2-A6980D388AE5}"/>
              </a:ext>
            </a:extLst>
          </p:cNvPr>
          <p:cNvSpPr txBox="1"/>
          <p:nvPr/>
        </p:nvSpPr>
        <p:spPr>
          <a:xfrm>
            <a:off x="1093991" y="2734971"/>
            <a:ext cx="748213" cy="400110"/>
          </a:xfrm>
          <a:prstGeom prst="rect">
            <a:avLst/>
          </a:prstGeom>
          <a:noFill/>
        </p:spPr>
        <p:txBody>
          <a:bodyPr wrap="square" rtlCol="0">
            <a:spAutoFit/>
          </a:bodyPr>
          <a:lstStyle/>
          <a:p>
            <a:r>
              <a:rPr lang="en-US" sz="1000" dirty="0" err="1"/>
              <a:t>ln_recs</a:t>
            </a:r>
            <a:endParaRPr lang="en-US" sz="1000" dirty="0"/>
          </a:p>
          <a:p>
            <a:r>
              <a:rPr lang="en-US" sz="1000" dirty="0"/>
              <a:t>60</a:t>
            </a:r>
          </a:p>
        </p:txBody>
      </p:sp>
      <p:sp>
        <p:nvSpPr>
          <p:cNvPr id="26" name="Rectangle 25">
            <a:extLst>
              <a:ext uri="{FF2B5EF4-FFF2-40B4-BE49-F238E27FC236}">
                <a16:creationId xmlns:a16="http://schemas.microsoft.com/office/drawing/2014/main" id="{C0ABF959-5BC4-471A-54AD-ACA7AF7AF094}"/>
              </a:ext>
            </a:extLst>
          </p:cNvPr>
          <p:cNvSpPr/>
          <p:nvPr/>
        </p:nvSpPr>
        <p:spPr>
          <a:xfrm>
            <a:off x="5552061" y="820297"/>
            <a:ext cx="81064" cy="4001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A03D427-46CE-A87E-7479-DB97639C94FE}"/>
              </a:ext>
            </a:extLst>
          </p:cNvPr>
          <p:cNvSpPr txBox="1"/>
          <p:nvPr/>
        </p:nvSpPr>
        <p:spPr>
          <a:xfrm>
            <a:off x="5592593" y="832572"/>
            <a:ext cx="1186775" cy="400110"/>
          </a:xfrm>
          <a:prstGeom prst="rect">
            <a:avLst/>
          </a:prstGeom>
          <a:noFill/>
        </p:spPr>
        <p:txBody>
          <a:bodyPr wrap="square" rtlCol="0">
            <a:spAutoFit/>
          </a:bodyPr>
          <a:lstStyle/>
          <a:p>
            <a:r>
              <a:rPr lang="en-US" sz="1000" dirty="0" err="1"/>
              <a:t>planting_pt</a:t>
            </a:r>
            <a:endParaRPr lang="en-US" sz="1000" dirty="0"/>
          </a:p>
          <a:p>
            <a:r>
              <a:rPr lang="en-US" sz="1000" dirty="0"/>
              <a:t>159</a:t>
            </a:r>
          </a:p>
        </p:txBody>
      </p:sp>
      <p:sp>
        <p:nvSpPr>
          <p:cNvPr id="29" name="Rectangle 28">
            <a:extLst>
              <a:ext uri="{FF2B5EF4-FFF2-40B4-BE49-F238E27FC236}">
                <a16:creationId xmlns:a16="http://schemas.microsoft.com/office/drawing/2014/main" id="{042BF2F3-4CF6-0944-53D2-C766BDB236C6}"/>
              </a:ext>
            </a:extLst>
          </p:cNvPr>
          <p:cNvSpPr/>
          <p:nvPr/>
        </p:nvSpPr>
        <p:spPr>
          <a:xfrm>
            <a:off x="1076530" y="4129908"/>
            <a:ext cx="81064" cy="38783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EB3344F-1E47-7B91-09A1-81AD7247D778}"/>
              </a:ext>
            </a:extLst>
          </p:cNvPr>
          <p:cNvSpPr txBox="1"/>
          <p:nvPr/>
        </p:nvSpPr>
        <p:spPr>
          <a:xfrm>
            <a:off x="1117062" y="4107271"/>
            <a:ext cx="748213" cy="400110"/>
          </a:xfrm>
          <a:prstGeom prst="rect">
            <a:avLst/>
          </a:prstGeom>
          <a:noFill/>
        </p:spPr>
        <p:txBody>
          <a:bodyPr wrap="square" rtlCol="0">
            <a:spAutoFit/>
          </a:bodyPr>
          <a:lstStyle/>
          <a:p>
            <a:r>
              <a:rPr lang="en-US" sz="1000" dirty="0" err="1"/>
              <a:t>py_recs</a:t>
            </a:r>
            <a:endParaRPr lang="en-US" sz="1000" dirty="0"/>
          </a:p>
          <a:p>
            <a:r>
              <a:rPr lang="en-US" sz="1000" dirty="0"/>
              <a:t>48</a:t>
            </a:r>
          </a:p>
        </p:txBody>
      </p:sp>
      <p:sp>
        <p:nvSpPr>
          <p:cNvPr id="31" name="Rectangle 30">
            <a:extLst>
              <a:ext uri="{FF2B5EF4-FFF2-40B4-BE49-F238E27FC236}">
                <a16:creationId xmlns:a16="http://schemas.microsoft.com/office/drawing/2014/main" id="{1CD8231A-1A62-26D7-A849-A406F6B93420}"/>
              </a:ext>
            </a:extLst>
          </p:cNvPr>
          <p:cNvSpPr/>
          <p:nvPr/>
        </p:nvSpPr>
        <p:spPr>
          <a:xfrm>
            <a:off x="1076520" y="5460687"/>
            <a:ext cx="82296" cy="193917"/>
          </a:xfrm>
          <a:prstGeom prst="rect">
            <a:avLst/>
          </a:prstGeom>
          <a:solidFill>
            <a:srgbClr val="FFC00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EBBC36A-8DB4-451A-9CF8-88561C17841B}"/>
              </a:ext>
            </a:extLst>
          </p:cNvPr>
          <p:cNvSpPr txBox="1"/>
          <p:nvPr/>
        </p:nvSpPr>
        <p:spPr>
          <a:xfrm>
            <a:off x="1106516" y="5340516"/>
            <a:ext cx="748213" cy="400110"/>
          </a:xfrm>
          <a:prstGeom prst="rect">
            <a:avLst/>
          </a:prstGeom>
          <a:noFill/>
        </p:spPr>
        <p:txBody>
          <a:bodyPr wrap="square" rtlCol="0">
            <a:spAutoFit/>
          </a:bodyPr>
          <a:lstStyle/>
          <a:p>
            <a:r>
              <a:rPr lang="en-US" sz="1000" dirty="0" err="1"/>
              <a:t>grid_recs</a:t>
            </a:r>
            <a:endParaRPr lang="en-US" sz="1000" dirty="0"/>
          </a:p>
          <a:p>
            <a:r>
              <a:rPr lang="en-US" sz="1000" dirty="0"/>
              <a:t>12</a:t>
            </a:r>
          </a:p>
        </p:txBody>
      </p:sp>
      <p:sp>
        <p:nvSpPr>
          <p:cNvPr id="33" name="Rectangle 32">
            <a:extLst>
              <a:ext uri="{FF2B5EF4-FFF2-40B4-BE49-F238E27FC236}">
                <a16:creationId xmlns:a16="http://schemas.microsoft.com/office/drawing/2014/main" id="{03494EC8-87B3-112F-7B4C-9687216B1468}"/>
              </a:ext>
            </a:extLst>
          </p:cNvPr>
          <p:cNvSpPr/>
          <p:nvPr/>
        </p:nvSpPr>
        <p:spPr>
          <a:xfrm>
            <a:off x="2096311" y="4208369"/>
            <a:ext cx="76199" cy="29278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3C3F10B-430C-4A9B-C1BE-DAF99A70EFA9}"/>
              </a:ext>
            </a:extLst>
          </p:cNvPr>
          <p:cNvSpPr txBox="1"/>
          <p:nvPr/>
        </p:nvSpPr>
        <p:spPr>
          <a:xfrm>
            <a:off x="2207371" y="4128546"/>
            <a:ext cx="902240" cy="400110"/>
          </a:xfrm>
          <a:prstGeom prst="rect">
            <a:avLst/>
          </a:prstGeom>
          <a:noFill/>
        </p:spPr>
        <p:txBody>
          <a:bodyPr wrap="square" rtlCol="0">
            <a:spAutoFit/>
          </a:bodyPr>
          <a:lstStyle/>
          <a:p>
            <a:r>
              <a:rPr lang="en-US" sz="1000" dirty="0" err="1"/>
              <a:t>py_plantings</a:t>
            </a:r>
            <a:endParaRPr lang="en-US" sz="1000" dirty="0"/>
          </a:p>
          <a:p>
            <a:r>
              <a:rPr lang="en-US" sz="1000" dirty="0"/>
              <a:t>12</a:t>
            </a:r>
          </a:p>
        </p:txBody>
      </p:sp>
      <p:sp>
        <p:nvSpPr>
          <p:cNvPr id="35" name="Rectangle 34">
            <a:extLst>
              <a:ext uri="{FF2B5EF4-FFF2-40B4-BE49-F238E27FC236}">
                <a16:creationId xmlns:a16="http://schemas.microsoft.com/office/drawing/2014/main" id="{B86E6CC8-5D07-6368-DA13-F6A7E149010F}"/>
              </a:ext>
            </a:extLst>
          </p:cNvPr>
          <p:cNvSpPr/>
          <p:nvPr/>
        </p:nvSpPr>
        <p:spPr>
          <a:xfrm>
            <a:off x="2085765" y="5467317"/>
            <a:ext cx="70527" cy="193917"/>
          </a:xfrm>
          <a:prstGeom prst="rect">
            <a:avLst/>
          </a:prstGeom>
          <a:solidFill>
            <a:srgbClr val="FFC00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3A276EE-5199-3DD7-365D-649D9CDA7F46}"/>
              </a:ext>
            </a:extLst>
          </p:cNvPr>
          <p:cNvSpPr txBox="1"/>
          <p:nvPr/>
        </p:nvSpPr>
        <p:spPr>
          <a:xfrm>
            <a:off x="2196824" y="5347146"/>
            <a:ext cx="985738" cy="400110"/>
          </a:xfrm>
          <a:prstGeom prst="rect">
            <a:avLst/>
          </a:prstGeom>
          <a:noFill/>
        </p:spPr>
        <p:txBody>
          <a:bodyPr wrap="square" rtlCol="0">
            <a:spAutoFit/>
          </a:bodyPr>
          <a:lstStyle/>
          <a:p>
            <a:r>
              <a:rPr lang="en-US" sz="1000" dirty="0" err="1"/>
              <a:t>grid_plantings</a:t>
            </a:r>
            <a:endParaRPr lang="en-US" sz="1000" dirty="0"/>
          </a:p>
          <a:p>
            <a:r>
              <a:rPr lang="en-US" sz="1000" dirty="0"/>
              <a:t>12</a:t>
            </a:r>
          </a:p>
        </p:txBody>
      </p:sp>
      <p:sp>
        <p:nvSpPr>
          <p:cNvPr id="37" name="Freeform: Shape 36">
            <a:extLst>
              <a:ext uri="{FF2B5EF4-FFF2-40B4-BE49-F238E27FC236}">
                <a16:creationId xmlns:a16="http://schemas.microsoft.com/office/drawing/2014/main" id="{7D16656C-E0AF-B118-BCA5-7D46074F14E8}"/>
              </a:ext>
            </a:extLst>
          </p:cNvPr>
          <p:cNvSpPr/>
          <p:nvPr/>
        </p:nvSpPr>
        <p:spPr>
          <a:xfrm>
            <a:off x="4937603" y="1170214"/>
            <a:ext cx="564204" cy="1342417"/>
          </a:xfrm>
          <a:custGeom>
            <a:avLst/>
            <a:gdLst>
              <a:gd name="csX0" fmla="*/ 0 w 565387"/>
              <a:gd name="csY0" fmla="*/ 1357646 h 1357646"/>
              <a:gd name="csX1" fmla="*/ 476655 w 565387"/>
              <a:gd name="csY1" fmla="*/ 190327 h 1357646"/>
              <a:gd name="csX2" fmla="*/ 564204 w 565387"/>
              <a:gd name="csY2" fmla="*/ 15229 h 1357646"/>
              <a:gd name="csX0" fmla="*/ 0 w 564204"/>
              <a:gd name="csY0" fmla="*/ 1342417 h 1342417"/>
              <a:gd name="csX1" fmla="*/ 564204 w 564204"/>
              <a:gd name="csY1" fmla="*/ 0 h 1342417"/>
              <a:gd name="csX0" fmla="*/ 0 w 564204"/>
              <a:gd name="csY0" fmla="*/ 1342417 h 1342417"/>
              <a:gd name="csX1" fmla="*/ 564204 w 564204"/>
              <a:gd name="csY1" fmla="*/ 0 h 1342417"/>
              <a:gd name="csX0" fmla="*/ 0 w 564204"/>
              <a:gd name="csY0" fmla="*/ 1342417 h 1342417"/>
              <a:gd name="csX1" fmla="*/ 564204 w 564204"/>
              <a:gd name="csY1" fmla="*/ 0 h 1342417"/>
              <a:gd name="csX0" fmla="*/ 0 w 564204"/>
              <a:gd name="csY0" fmla="*/ 1342417 h 1342417"/>
              <a:gd name="csX1" fmla="*/ 564204 w 564204"/>
              <a:gd name="csY1" fmla="*/ 0 h 1342417"/>
            </a:gdLst>
            <a:ahLst/>
            <a:cxnLst>
              <a:cxn ang="0">
                <a:pos x="csX0" y="csY0"/>
              </a:cxn>
              <a:cxn ang="0">
                <a:pos x="csX1" y="csY1"/>
              </a:cxn>
            </a:cxnLst>
            <a:rect l="l" t="t" r="r" b="b"/>
            <a:pathLst>
              <a:path w="564204" h="1342417">
                <a:moveTo>
                  <a:pt x="0" y="1342417"/>
                </a:moveTo>
                <a:cubicBezTo>
                  <a:pt x="324255" y="1332689"/>
                  <a:pt x="55123" y="0"/>
                  <a:pt x="564204" y="0"/>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F082C8-39FD-7C61-B8FE-3590E4A25BB9}"/>
              </a:ext>
            </a:extLst>
          </p:cNvPr>
          <p:cNvSpPr/>
          <p:nvPr/>
        </p:nvSpPr>
        <p:spPr>
          <a:xfrm>
            <a:off x="262649" y="841954"/>
            <a:ext cx="87549" cy="38783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38D1C5A-DC0D-09E2-625D-8934D2198D3C}"/>
              </a:ext>
            </a:extLst>
          </p:cNvPr>
          <p:cNvSpPr txBox="1"/>
          <p:nvPr/>
        </p:nvSpPr>
        <p:spPr>
          <a:xfrm>
            <a:off x="355066" y="1468141"/>
            <a:ext cx="721464" cy="400110"/>
          </a:xfrm>
          <a:prstGeom prst="rect">
            <a:avLst/>
          </a:prstGeom>
          <a:noFill/>
        </p:spPr>
        <p:txBody>
          <a:bodyPr wrap="square" rtlCol="0">
            <a:spAutoFit/>
          </a:bodyPr>
          <a:lstStyle/>
          <a:p>
            <a:r>
              <a:rPr lang="en-US" sz="1000" dirty="0" err="1"/>
              <a:t>gps_recs</a:t>
            </a:r>
            <a:endParaRPr lang="en-US" sz="1000" dirty="0"/>
          </a:p>
          <a:p>
            <a:r>
              <a:rPr lang="en-US" sz="1000" dirty="0"/>
              <a:t>288</a:t>
            </a:r>
          </a:p>
        </p:txBody>
      </p:sp>
      <p:sp>
        <p:nvSpPr>
          <p:cNvPr id="44" name="Rectangle 43">
            <a:extLst>
              <a:ext uri="{FF2B5EF4-FFF2-40B4-BE49-F238E27FC236}">
                <a16:creationId xmlns:a16="http://schemas.microsoft.com/office/drawing/2014/main" id="{6DA6A340-2509-0F04-8EC5-1C1D48219A69}"/>
              </a:ext>
            </a:extLst>
          </p:cNvPr>
          <p:cNvSpPr/>
          <p:nvPr/>
        </p:nvSpPr>
        <p:spPr>
          <a:xfrm>
            <a:off x="3330101" y="5295903"/>
            <a:ext cx="70527" cy="128270"/>
          </a:xfrm>
          <a:prstGeom prst="rect">
            <a:avLst/>
          </a:prstGeom>
          <a:solidFill>
            <a:srgbClr val="FFC00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2B0DB32-DBDA-81A6-A337-D943C88AA080}"/>
              </a:ext>
            </a:extLst>
          </p:cNvPr>
          <p:cNvSpPr/>
          <p:nvPr/>
        </p:nvSpPr>
        <p:spPr>
          <a:xfrm>
            <a:off x="3340228" y="5547201"/>
            <a:ext cx="49854" cy="60531"/>
          </a:xfrm>
          <a:prstGeom prst="rect">
            <a:avLst/>
          </a:prstGeom>
          <a:solidFill>
            <a:srgbClr val="FFC00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EA2693D-4F80-B26D-B85F-2BEDECBC2740}"/>
              </a:ext>
            </a:extLst>
          </p:cNvPr>
          <p:cNvSpPr txBox="1"/>
          <p:nvPr/>
        </p:nvSpPr>
        <p:spPr>
          <a:xfrm>
            <a:off x="3400628" y="5147091"/>
            <a:ext cx="1286353" cy="400110"/>
          </a:xfrm>
          <a:prstGeom prst="rect">
            <a:avLst/>
          </a:prstGeom>
          <a:noFill/>
        </p:spPr>
        <p:txBody>
          <a:bodyPr wrap="square" rtlCol="0">
            <a:spAutoFit/>
          </a:bodyPr>
          <a:lstStyle/>
          <a:p>
            <a:r>
              <a:rPr lang="en-US" sz="1000" dirty="0" err="1"/>
              <a:t>grid_plantings_cln</a:t>
            </a:r>
            <a:endParaRPr lang="en-US" sz="1000" dirty="0"/>
          </a:p>
          <a:p>
            <a:r>
              <a:rPr lang="en-US" sz="1000" dirty="0"/>
              <a:t>8</a:t>
            </a:r>
          </a:p>
        </p:txBody>
      </p:sp>
      <p:sp>
        <p:nvSpPr>
          <p:cNvPr id="47" name="TextBox 46">
            <a:extLst>
              <a:ext uri="{FF2B5EF4-FFF2-40B4-BE49-F238E27FC236}">
                <a16:creationId xmlns:a16="http://schemas.microsoft.com/office/drawing/2014/main" id="{7B93C9D5-1E81-E818-2949-2530223BC0EB}"/>
              </a:ext>
            </a:extLst>
          </p:cNvPr>
          <p:cNvSpPr txBox="1"/>
          <p:nvPr/>
        </p:nvSpPr>
        <p:spPr>
          <a:xfrm>
            <a:off x="3365155" y="5495958"/>
            <a:ext cx="1585676" cy="400110"/>
          </a:xfrm>
          <a:prstGeom prst="rect">
            <a:avLst/>
          </a:prstGeom>
          <a:noFill/>
        </p:spPr>
        <p:txBody>
          <a:bodyPr wrap="square" rtlCol="0">
            <a:spAutoFit/>
          </a:bodyPr>
          <a:lstStyle/>
          <a:p>
            <a:r>
              <a:rPr lang="en-US" sz="1000" dirty="0" err="1"/>
              <a:t>grid_plantings_no</a:t>
            </a:r>
            <a:r>
              <a:rPr lang="en-US" sz="1000" dirty="0"/>
              <a:t> coords</a:t>
            </a:r>
          </a:p>
          <a:p>
            <a:r>
              <a:rPr lang="en-US" sz="1000" dirty="0"/>
              <a:t>4</a:t>
            </a:r>
          </a:p>
        </p:txBody>
      </p:sp>
      <p:sp>
        <p:nvSpPr>
          <p:cNvPr id="48" name="Rectangle 47">
            <a:extLst>
              <a:ext uri="{FF2B5EF4-FFF2-40B4-BE49-F238E27FC236}">
                <a16:creationId xmlns:a16="http://schemas.microsoft.com/office/drawing/2014/main" id="{E70E7CFD-7483-0DD7-79C5-A362416B9CA7}"/>
              </a:ext>
            </a:extLst>
          </p:cNvPr>
          <p:cNvSpPr/>
          <p:nvPr/>
        </p:nvSpPr>
        <p:spPr>
          <a:xfrm>
            <a:off x="4719128" y="3920828"/>
            <a:ext cx="81064" cy="18452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C2E54EB-245A-DC25-4BB6-C3C0454CF3A1}"/>
              </a:ext>
            </a:extLst>
          </p:cNvPr>
          <p:cNvSpPr/>
          <p:nvPr/>
        </p:nvSpPr>
        <p:spPr>
          <a:xfrm>
            <a:off x="4719128" y="4340810"/>
            <a:ext cx="87549" cy="7676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0A2254F-AD7B-2E8A-A1E2-139507A26D1A}"/>
              </a:ext>
            </a:extLst>
          </p:cNvPr>
          <p:cNvSpPr/>
          <p:nvPr/>
        </p:nvSpPr>
        <p:spPr>
          <a:xfrm>
            <a:off x="4719128" y="4653035"/>
            <a:ext cx="87549" cy="7860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ED36589-D173-4EA4-61A8-C34BE0ACB4B9}"/>
              </a:ext>
            </a:extLst>
          </p:cNvPr>
          <p:cNvSpPr txBox="1"/>
          <p:nvPr/>
        </p:nvSpPr>
        <p:spPr>
          <a:xfrm>
            <a:off x="4779257" y="3792163"/>
            <a:ext cx="1454948" cy="400110"/>
          </a:xfrm>
          <a:prstGeom prst="rect">
            <a:avLst/>
          </a:prstGeom>
          <a:noFill/>
        </p:spPr>
        <p:txBody>
          <a:bodyPr wrap="square" rtlCol="0">
            <a:spAutoFit/>
          </a:bodyPr>
          <a:lstStyle/>
          <a:p>
            <a:r>
              <a:rPr lang="en-US" sz="1000" dirty="0"/>
              <a:t>py_plantings_cln_4pt</a:t>
            </a:r>
          </a:p>
          <a:p>
            <a:r>
              <a:rPr lang="en-US" sz="1000" dirty="0"/>
              <a:t>9</a:t>
            </a:r>
          </a:p>
        </p:txBody>
      </p:sp>
      <p:sp>
        <p:nvSpPr>
          <p:cNvPr id="52" name="TextBox 51">
            <a:extLst>
              <a:ext uri="{FF2B5EF4-FFF2-40B4-BE49-F238E27FC236}">
                <a16:creationId xmlns:a16="http://schemas.microsoft.com/office/drawing/2014/main" id="{C9290E5F-569F-61A5-6E7A-C4368AA99F54}"/>
              </a:ext>
            </a:extLst>
          </p:cNvPr>
          <p:cNvSpPr txBox="1"/>
          <p:nvPr/>
        </p:nvSpPr>
        <p:spPr>
          <a:xfrm>
            <a:off x="4779257" y="4198077"/>
            <a:ext cx="1431474" cy="400110"/>
          </a:xfrm>
          <a:prstGeom prst="rect">
            <a:avLst/>
          </a:prstGeom>
          <a:noFill/>
        </p:spPr>
        <p:txBody>
          <a:bodyPr wrap="square" rtlCol="0">
            <a:spAutoFit/>
          </a:bodyPr>
          <a:lstStyle/>
          <a:p>
            <a:r>
              <a:rPr lang="en-US" sz="1000" dirty="0"/>
              <a:t>py_plantings_cln_3pt</a:t>
            </a:r>
          </a:p>
          <a:p>
            <a:r>
              <a:rPr lang="en-US" sz="1000" dirty="0"/>
              <a:t>1</a:t>
            </a:r>
          </a:p>
        </p:txBody>
      </p:sp>
      <p:sp>
        <p:nvSpPr>
          <p:cNvPr id="53" name="TextBox 52">
            <a:extLst>
              <a:ext uri="{FF2B5EF4-FFF2-40B4-BE49-F238E27FC236}">
                <a16:creationId xmlns:a16="http://schemas.microsoft.com/office/drawing/2014/main" id="{425D6CF1-3692-5F01-A863-1F90B0E95B38}"/>
              </a:ext>
            </a:extLst>
          </p:cNvPr>
          <p:cNvSpPr txBox="1"/>
          <p:nvPr/>
        </p:nvSpPr>
        <p:spPr>
          <a:xfrm>
            <a:off x="4779257" y="4531586"/>
            <a:ext cx="1454948" cy="400110"/>
          </a:xfrm>
          <a:prstGeom prst="rect">
            <a:avLst/>
          </a:prstGeom>
          <a:noFill/>
        </p:spPr>
        <p:txBody>
          <a:bodyPr wrap="square" rtlCol="0">
            <a:spAutoFit/>
          </a:bodyPr>
          <a:lstStyle/>
          <a:p>
            <a:r>
              <a:rPr lang="en-US" sz="1000" dirty="0"/>
              <a:t>py_plantings_cln_2pt</a:t>
            </a:r>
          </a:p>
          <a:p>
            <a:r>
              <a:rPr lang="en-US" sz="1000" dirty="0"/>
              <a:t>2</a:t>
            </a:r>
          </a:p>
        </p:txBody>
      </p:sp>
      <p:sp>
        <p:nvSpPr>
          <p:cNvPr id="54" name="Freeform: Shape 53">
            <a:extLst>
              <a:ext uri="{FF2B5EF4-FFF2-40B4-BE49-F238E27FC236}">
                <a16:creationId xmlns:a16="http://schemas.microsoft.com/office/drawing/2014/main" id="{B9361667-2091-4FE8-BADA-38DFD9EF324F}"/>
              </a:ext>
            </a:extLst>
          </p:cNvPr>
          <p:cNvSpPr/>
          <p:nvPr/>
        </p:nvSpPr>
        <p:spPr>
          <a:xfrm>
            <a:off x="6151933" y="3344951"/>
            <a:ext cx="564204" cy="1342417"/>
          </a:xfrm>
          <a:custGeom>
            <a:avLst/>
            <a:gdLst>
              <a:gd name="csX0" fmla="*/ 0 w 565387"/>
              <a:gd name="csY0" fmla="*/ 1357646 h 1357646"/>
              <a:gd name="csX1" fmla="*/ 476655 w 565387"/>
              <a:gd name="csY1" fmla="*/ 190327 h 1357646"/>
              <a:gd name="csX2" fmla="*/ 564204 w 565387"/>
              <a:gd name="csY2" fmla="*/ 15229 h 1357646"/>
              <a:gd name="csX0" fmla="*/ 0 w 564204"/>
              <a:gd name="csY0" fmla="*/ 1342417 h 1342417"/>
              <a:gd name="csX1" fmla="*/ 564204 w 564204"/>
              <a:gd name="csY1" fmla="*/ 0 h 1342417"/>
              <a:gd name="csX0" fmla="*/ 0 w 564204"/>
              <a:gd name="csY0" fmla="*/ 1342417 h 1342417"/>
              <a:gd name="csX1" fmla="*/ 564204 w 564204"/>
              <a:gd name="csY1" fmla="*/ 0 h 1342417"/>
              <a:gd name="csX0" fmla="*/ 0 w 564204"/>
              <a:gd name="csY0" fmla="*/ 1342417 h 1342417"/>
              <a:gd name="csX1" fmla="*/ 564204 w 564204"/>
              <a:gd name="csY1" fmla="*/ 0 h 1342417"/>
              <a:gd name="csX0" fmla="*/ 0 w 564204"/>
              <a:gd name="csY0" fmla="*/ 1342417 h 1342417"/>
              <a:gd name="csX1" fmla="*/ 564204 w 564204"/>
              <a:gd name="csY1" fmla="*/ 0 h 1342417"/>
            </a:gdLst>
            <a:ahLst/>
            <a:cxnLst>
              <a:cxn ang="0">
                <a:pos x="csX0" y="csY0"/>
              </a:cxn>
              <a:cxn ang="0">
                <a:pos x="csX1" y="csY1"/>
              </a:cxn>
            </a:cxnLst>
            <a:rect l="l" t="t" r="r" b="b"/>
            <a:pathLst>
              <a:path w="564204" h="1342417">
                <a:moveTo>
                  <a:pt x="0" y="1342417"/>
                </a:moveTo>
                <a:cubicBezTo>
                  <a:pt x="324255" y="1332689"/>
                  <a:pt x="55123" y="0"/>
                  <a:pt x="564204" y="0"/>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0FADCC8-FDAB-E84B-411A-8B6311D9D4E5}"/>
              </a:ext>
            </a:extLst>
          </p:cNvPr>
          <p:cNvSpPr/>
          <p:nvPr/>
        </p:nvSpPr>
        <p:spPr>
          <a:xfrm>
            <a:off x="6766398" y="3086905"/>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E40E8C92-55CC-CBBB-5D85-3B438ADFBC18}"/>
              </a:ext>
            </a:extLst>
          </p:cNvPr>
          <p:cNvSpPr txBox="1"/>
          <p:nvPr/>
        </p:nvSpPr>
        <p:spPr>
          <a:xfrm>
            <a:off x="6868534" y="3113829"/>
            <a:ext cx="1322961" cy="400110"/>
          </a:xfrm>
          <a:prstGeom prst="rect">
            <a:avLst/>
          </a:prstGeom>
          <a:noFill/>
        </p:spPr>
        <p:txBody>
          <a:bodyPr wrap="square" rtlCol="0">
            <a:spAutoFit/>
          </a:bodyPr>
          <a:lstStyle/>
          <a:p>
            <a:r>
              <a:rPr lang="en-US" sz="1000" dirty="0" err="1">
                <a:effectLst>
                  <a:glow rad="50800">
                    <a:schemeClr val="bg1">
                      <a:alpha val="78000"/>
                    </a:schemeClr>
                  </a:glow>
                </a:effectLst>
              </a:rPr>
              <a:t>planting_ln</a:t>
            </a:r>
            <a:endParaRPr lang="en-US" sz="1000" dirty="0">
              <a:effectLst>
                <a:glow rad="50800">
                  <a:schemeClr val="bg1">
                    <a:alpha val="78000"/>
                  </a:schemeClr>
                </a:glow>
              </a:effectLst>
            </a:endParaRPr>
          </a:p>
          <a:p>
            <a:r>
              <a:rPr lang="en-US" sz="1000" dirty="0">
                <a:effectLst>
                  <a:glow rad="50800">
                    <a:schemeClr val="bg1">
                      <a:alpha val="78000"/>
                    </a:schemeClr>
                  </a:glow>
                </a:effectLst>
              </a:rPr>
              <a:t>27</a:t>
            </a:r>
          </a:p>
        </p:txBody>
      </p:sp>
      <p:sp>
        <p:nvSpPr>
          <p:cNvPr id="2" name="TextBox 1">
            <a:extLst>
              <a:ext uri="{FF2B5EF4-FFF2-40B4-BE49-F238E27FC236}">
                <a16:creationId xmlns:a16="http://schemas.microsoft.com/office/drawing/2014/main" id="{CA846F38-ADDD-FC79-D2D1-5792DE64D04C}"/>
              </a:ext>
            </a:extLst>
          </p:cNvPr>
          <p:cNvSpPr txBox="1"/>
          <p:nvPr/>
        </p:nvSpPr>
        <p:spPr>
          <a:xfrm>
            <a:off x="6919412" y="3896130"/>
            <a:ext cx="1454948" cy="400110"/>
          </a:xfrm>
          <a:prstGeom prst="rect">
            <a:avLst/>
          </a:prstGeom>
          <a:noFill/>
        </p:spPr>
        <p:txBody>
          <a:bodyPr wrap="square" rtlCol="0">
            <a:spAutoFit/>
          </a:bodyPr>
          <a:lstStyle/>
          <a:p>
            <a:r>
              <a:rPr lang="en-US" sz="1000" dirty="0" err="1">
                <a:effectLst>
                  <a:glow rad="88900">
                    <a:schemeClr val="bg1">
                      <a:alpha val="75378"/>
                    </a:schemeClr>
                  </a:glow>
                </a:effectLst>
              </a:rPr>
              <a:t>planting_py</a:t>
            </a:r>
            <a:endParaRPr lang="en-US" sz="1000" dirty="0">
              <a:effectLst>
                <a:glow rad="88900">
                  <a:schemeClr val="bg1">
                    <a:alpha val="75378"/>
                  </a:schemeClr>
                </a:glow>
              </a:effectLst>
            </a:endParaRPr>
          </a:p>
          <a:p>
            <a:r>
              <a:rPr lang="en-US" sz="1000" dirty="0">
                <a:effectLst>
                  <a:glow rad="88900">
                    <a:schemeClr val="bg1">
                      <a:alpha val="75378"/>
                    </a:schemeClr>
                  </a:glow>
                </a:effectLst>
              </a:rPr>
              <a:t>10</a:t>
            </a:r>
          </a:p>
        </p:txBody>
      </p:sp>
      <p:sp>
        <p:nvSpPr>
          <p:cNvPr id="3" name="Rectangle 2">
            <a:extLst>
              <a:ext uri="{FF2B5EF4-FFF2-40B4-BE49-F238E27FC236}">
                <a16:creationId xmlns:a16="http://schemas.microsoft.com/office/drawing/2014/main" id="{CAEEE0A7-E838-7A8E-4208-4764CC1864A6}"/>
              </a:ext>
            </a:extLst>
          </p:cNvPr>
          <p:cNvSpPr/>
          <p:nvPr/>
        </p:nvSpPr>
        <p:spPr>
          <a:xfrm>
            <a:off x="6813319" y="3899489"/>
            <a:ext cx="76199" cy="29278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845D2CD3-1BD2-E08B-13B3-C8808A1F1B7E}"/>
              </a:ext>
            </a:extLst>
          </p:cNvPr>
          <p:cNvSpPr/>
          <p:nvPr/>
        </p:nvSpPr>
        <p:spPr>
          <a:xfrm>
            <a:off x="6122504" y="3915713"/>
            <a:ext cx="636105" cy="70722"/>
          </a:xfrm>
          <a:custGeom>
            <a:avLst/>
            <a:gdLst>
              <a:gd name="csX0" fmla="*/ 0 w 636105"/>
              <a:gd name="csY0" fmla="*/ 0 h 69574"/>
              <a:gd name="csX1" fmla="*/ 636105 w 636105"/>
              <a:gd name="csY1" fmla="*/ 69574 h 69574"/>
              <a:gd name="csX0" fmla="*/ 0 w 636105"/>
              <a:gd name="csY0" fmla="*/ 0 h 70793"/>
              <a:gd name="csX1" fmla="*/ 636105 w 636105"/>
              <a:gd name="csY1" fmla="*/ 69574 h 70793"/>
              <a:gd name="csX0" fmla="*/ 0 w 636105"/>
              <a:gd name="csY0" fmla="*/ 304 h 70722"/>
              <a:gd name="csX1" fmla="*/ 636105 w 636105"/>
              <a:gd name="csY1" fmla="*/ 69878 h 70722"/>
            </a:gdLst>
            <a:ahLst/>
            <a:cxnLst>
              <a:cxn ang="0">
                <a:pos x="csX0" y="csY0"/>
              </a:cxn>
              <a:cxn ang="0">
                <a:pos x="csX1" y="csY1"/>
              </a:cxn>
            </a:cxnLst>
            <a:rect l="l" t="t" r="r" b="b"/>
            <a:pathLst>
              <a:path w="636105" h="70722">
                <a:moveTo>
                  <a:pt x="0" y="304"/>
                </a:moveTo>
                <a:cubicBezTo>
                  <a:pt x="224561" y="-5733"/>
                  <a:pt x="411544" y="80089"/>
                  <a:pt x="636105" y="69878"/>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5CC45558-C687-C147-B236-08CCF3BD9772}"/>
              </a:ext>
            </a:extLst>
          </p:cNvPr>
          <p:cNvSpPr/>
          <p:nvPr/>
        </p:nvSpPr>
        <p:spPr>
          <a:xfrm>
            <a:off x="6091825" y="4116889"/>
            <a:ext cx="647178" cy="204620"/>
          </a:xfrm>
          <a:custGeom>
            <a:avLst/>
            <a:gdLst>
              <a:gd name="csX0" fmla="*/ 0 w 647178"/>
              <a:gd name="csY0" fmla="*/ 204591 h 204591"/>
              <a:gd name="csX1" fmla="*/ 647178 w 647178"/>
              <a:gd name="csY1" fmla="*/ 0 h 204591"/>
              <a:gd name="csX0" fmla="*/ 0 w 647178"/>
              <a:gd name="csY0" fmla="*/ 204591 h 204591"/>
              <a:gd name="csX1" fmla="*/ 647178 w 647178"/>
              <a:gd name="csY1" fmla="*/ 0 h 204591"/>
              <a:gd name="csX0" fmla="*/ 0 w 647178"/>
              <a:gd name="csY0" fmla="*/ 204591 h 204620"/>
              <a:gd name="csX1" fmla="*/ 647178 w 647178"/>
              <a:gd name="csY1" fmla="*/ 0 h 204620"/>
            </a:gdLst>
            <a:ahLst/>
            <a:cxnLst>
              <a:cxn ang="0">
                <a:pos x="csX0" y="csY0"/>
              </a:cxn>
              <a:cxn ang="0">
                <a:pos x="csX1" y="csY1"/>
              </a:cxn>
            </a:cxnLst>
            <a:rect l="l" t="t" r="r" b="b"/>
            <a:pathLst>
              <a:path w="647178" h="204620">
                <a:moveTo>
                  <a:pt x="0" y="204591"/>
                </a:moveTo>
                <a:cubicBezTo>
                  <a:pt x="215726" y="207375"/>
                  <a:pt x="431452" y="13918"/>
                  <a:pt x="647178" y="0"/>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DF16117C-E93E-553D-5465-6872273B16C0}"/>
              </a:ext>
            </a:extLst>
          </p:cNvPr>
          <p:cNvCxnSpPr>
            <a:stCxn id="12" idx="3"/>
          </p:cNvCxnSpPr>
          <p:nvPr/>
        </p:nvCxnSpPr>
        <p:spPr>
          <a:xfrm flipV="1">
            <a:off x="6185981" y="3207174"/>
            <a:ext cx="530156" cy="82740"/>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2150FF30-BBA1-C4F4-7E2D-91785648075A}"/>
              </a:ext>
            </a:extLst>
          </p:cNvPr>
          <p:cNvCxnSpPr>
            <a:stCxn id="16" idx="3"/>
          </p:cNvCxnSpPr>
          <p:nvPr/>
        </p:nvCxnSpPr>
        <p:spPr>
          <a:xfrm flipV="1">
            <a:off x="4486078" y="1032627"/>
            <a:ext cx="1015729" cy="27976"/>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2D9679E1-4BAC-BA48-C59A-257390CDC79F}"/>
              </a:ext>
            </a:extLst>
          </p:cNvPr>
          <p:cNvSpPr/>
          <p:nvPr/>
        </p:nvSpPr>
        <p:spPr>
          <a:xfrm>
            <a:off x="6758609" y="5167633"/>
            <a:ext cx="70527" cy="128270"/>
          </a:xfrm>
          <a:prstGeom prst="rect">
            <a:avLst/>
          </a:prstGeom>
          <a:solidFill>
            <a:srgbClr val="FFC00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E32C94E-F937-B57F-7394-72097CD9FD72}"/>
              </a:ext>
            </a:extLst>
          </p:cNvPr>
          <p:cNvSpPr txBox="1"/>
          <p:nvPr/>
        </p:nvSpPr>
        <p:spPr>
          <a:xfrm>
            <a:off x="6771263" y="5067207"/>
            <a:ext cx="1286353" cy="400110"/>
          </a:xfrm>
          <a:prstGeom prst="rect">
            <a:avLst/>
          </a:prstGeom>
          <a:noFill/>
        </p:spPr>
        <p:txBody>
          <a:bodyPr wrap="square" rtlCol="0">
            <a:spAutoFit/>
          </a:bodyPr>
          <a:lstStyle/>
          <a:p>
            <a:r>
              <a:rPr lang="en-US" sz="1000" dirty="0" err="1"/>
              <a:t>planting_gr</a:t>
            </a:r>
            <a:endParaRPr lang="en-US" sz="1000" dirty="0"/>
          </a:p>
          <a:p>
            <a:r>
              <a:rPr lang="en-US" sz="1000" dirty="0"/>
              <a:t>8</a:t>
            </a:r>
          </a:p>
        </p:txBody>
      </p:sp>
      <p:cxnSp>
        <p:nvCxnSpPr>
          <p:cNvPr id="61" name="Straight Arrow Connector 60">
            <a:extLst>
              <a:ext uri="{FF2B5EF4-FFF2-40B4-BE49-F238E27FC236}">
                <a16:creationId xmlns:a16="http://schemas.microsoft.com/office/drawing/2014/main" id="{86508DE1-7F13-D615-9196-8199CD7F7CC7}"/>
              </a:ext>
            </a:extLst>
          </p:cNvPr>
          <p:cNvCxnSpPr/>
          <p:nvPr/>
        </p:nvCxnSpPr>
        <p:spPr>
          <a:xfrm>
            <a:off x="4570379" y="5295903"/>
            <a:ext cx="20055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B3EC0EC5-9D61-CF99-DD83-A92179FEF23D}"/>
              </a:ext>
            </a:extLst>
          </p:cNvPr>
          <p:cNvSpPr txBox="1"/>
          <p:nvPr/>
        </p:nvSpPr>
        <p:spPr>
          <a:xfrm>
            <a:off x="7935985" y="5424173"/>
            <a:ext cx="3766386"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t>planting relationships within a planting occasion</a:t>
            </a:r>
          </a:p>
          <a:p>
            <a:pPr marL="171450" indent="-171450">
              <a:buFont typeface="Arial" panose="020B0604020202020204" pitchFamily="34" charset="0"/>
              <a:buChar char="•"/>
            </a:pPr>
            <a:r>
              <a:rPr lang="en-US" sz="1200" dirty="0"/>
              <a:t>planting relationships across planting locations</a:t>
            </a:r>
          </a:p>
          <a:p>
            <a:pPr marL="171450" indent="-171450">
              <a:buFont typeface="Arial" panose="020B0604020202020204" pitchFamily="34" charset="0"/>
              <a:buChar char="•"/>
            </a:pPr>
            <a:r>
              <a:rPr lang="en-US" sz="1200" dirty="0"/>
              <a:t>Test / Large-scale</a:t>
            </a:r>
          </a:p>
          <a:p>
            <a:pPr marL="171450" indent="-171450">
              <a:buFont typeface="Arial" panose="020B0604020202020204" pitchFamily="34" charset="0"/>
              <a:buChar char="•"/>
            </a:pPr>
            <a:r>
              <a:rPr lang="en-US" sz="1200" dirty="0" err="1"/>
              <a:t>Planting_method</a:t>
            </a:r>
            <a:endParaRPr lang="en-US" sz="1200" dirty="0"/>
          </a:p>
        </p:txBody>
      </p:sp>
      <p:sp>
        <p:nvSpPr>
          <p:cNvPr id="63" name="TextBox 62">
            <a:extLst>
              <a:ext uri="{FF2B5EF4-FFF2-40B4-BE49-F238E27FC236}">
                <a16:creationId xmlns:a16="http://schemas.microsoft.com/office/drawing/2014/main" id="{236A0260-4A8B-3F99-2C18-0B712A54B012}"/>
              </a:ext>
            </a:extLst>
          </p:cNvPr>
          <p:cNvSpPr txBox="1"/>
          <p:nvPr/>
        </p:nvSpPr>
        <p:spPr>
          <a:xfrm>
            <a:off x="8984299" y="1453101"/>
            <a:ext cx="1544257" cy="553998"/>
          </a:xfrm>
          <a:prstGeom prst="rect">
            <a:avLst/>
          </a:prstGeom>
          <a:noFill/>
        </p:spPr>
        <p:txBody>
          <a:bodyPr wrap="square" rtlCol="0">
            <a:spAutoFit/>
          </a:bodyPr>
          <a:lstStyle/>
          <a:p>
            <a:r>
              <a:rPr lang="en-US" sz="1000" dirty="0" err="1"/>
              <a:t>Planting_location_codes</a:t>
            </a:r>
            <a:endParaRPr lang="en-US" sz="1000" dirty="0"/>
          </a:p>
          <a:p>
            <a:r>
              <a:rPr lang="en-US" sz="1000" dirty="0"/>
              <a:t>known coordinates</a:t>
            </a:r>
          </a:p>
          <a:p>
            <a:r>
              <a:rPr lang="en-US" sz="1000" dirty="0"/>
              <a:t>160</a:t>
            </a:r>
          </a:p>
        </p:txBody>
      </p:sp>
      <p:sp>
        <p:nvSpPr>
          <p:cNvPr id="64" name="TextBox 63">
            <a:extLst>
              <a:ext uri="{FF2B5EF4-FFF2-40B4-BE49-F238E27FC236}">
                <a16:creationId xmlns:a16="http://schemas.microsoft.com/office/drawing/2014/main" id="{E16AB1D7-E866-5271-7E44-C49EFC182B53}"/>
              </a:ext>
            </a:extLst>
          </p:cNvPr>
          <p:cNvSpPr txBox="1"/>
          <p:nvPr/>
        </p:nvSpPr>
        <p:spPr>
          <a:xfrm>
            <a:off x="9074284" y="3207174"/>
            <a:ext cx="1544257" cy="553998"/>
          </a:xfrm>
          <a:prstGeom prst="rect">
            <a:avLst/>
          </a:prstGeom>
          <a:noFill/>
        </p:spPr>
        <p:txBody>
          <a:bodyPr wrap="square" rtlCol="0">
            <a:spAutoFit/>
          </a:bodyPr>
          <a:lstStyle/>
          <a:p>
            <a:r>
              <a:rPr lang="en-US" sz="1000" dirty="0" err="1"/>
              <a:t>Planting_location_codes</a:t>
            </a:r>
            <a:endParaRPr lang="en-US" sz="1000" dirty="0"/>
          </a:p>
          <a:p>
            <a:r>
              <a:rPr lang="en-US" sz="1000" dirty="0"/>
              <a:t>unknown coordinates</a:t>
            </a:r>
          </a:p>
          <a:p>
            <a:r>
              <a:rPr lang="en-US" sz="1000" dirty="0"/>
              <a:t>18</a:t>
            </a:r>
          </a:p>
        </p:txBody>
      </p:sp>
      <p:sp>
        <p:nvSpPr>
          <p:cNvPr id="68" name="Rectangle 67">
            <a:extLst>
              <a:ext uri="{FF2B5EF4-FFF2-40B4-BE49-F238E27FC236}">
                <a16:creationId xmlns:a16="http://schemas.microsoft.com/office/drawing/2014/main" id="{B0841662-720A-5FE5-9844-B2D7F7BF1419}"/>
              </a:ext>
            </a:extLst>
          </p:cNvPr>
          <p:cNvSpPr/>
          <p:nvPr/>
        </p:nvSpPr>
        <p:spPr>
          <a:xfrm>
            <a:off x="7779687" y="1059223"/>
            <a:ext cx="81064" cy="15580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932CC6CF-F0F5-3E85-F792-24F455C8A8B9}"/>
              </a:ext>
            </a:extLst>
          </p:cNvPr>
          <p:cNvSpPr/>
          <p:nvPr/>
        </p:nvSpPr>
        <p:spPr>
          <a:xfrm>
            <a:off x="7779686" y="3008578"/>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FC65503B-189C-429D-108A-617AB44A93CE}"/>
              </a:ext>
            </a:extLst>
          </p:cNvPr>
          <p:cNvSpPr txBox="1"/>
          <p:nvPr/>
        </p:nvSpPr>
        <p:spPr>
          <a:xfrm>
            <a:off x="7860751" y="1376961"/>
            <a:ext cx="1544257" cy="553998"/>
          </a:xfrm>
          <a:prstGeom prst="rect">
            <a:avLst/>
          </a:prstGeom>
          <a:noFill/>
        </p:spPr>
        <p:txBody>
          <a:bodyPr wrap="square" rtlCol="0">
            <a:spAutoFit/>
          </a:bodyPr>
          <a:lstStyle/>
          <a:p>
            <a:r>
              <a:rPr lang="en-US" sz="1000" dirty="0"/>
              <a:t>Plantings with</a:t>
            </a:r>
          </a:p>
          <a:p>
            <a:r>
              <a:rPr lang="en-US" sz="1000" dirty="0"/>
              <a:t>coordinates</a:t>
            </a:r>
          </a:p>
          <a:p>
            <a:r>
              <a:rPr lang="en-US" sz="1000" dirty="0"/>
              <a:t>204</a:t>
            </a:r>
          </a:p>
        </p:txBody>
      </p:sp>
      <p:sp>
        <p:nvSpPr>
          <p:cNvPr id="71" name="TextBox 70">
            <a:extLst>
              <a:ext uri="{FF2B5EF4-FFF2-40B4-BE49-F238E27FC236}">
                <a16:creationId xmlns:a16="http://schemas.microsoft.com/office/drawing/2014/main" id="{BA12BE36-ADE2-E38B-5909-E8790792C55C}"/>
              </a:ext>
            </a:extLst>
          </p:cNvPr>
          <p:cNvSpPr txBox="1"/>
          <p:nvPr/>
        </p:nvSpPr>
        <p:spPr>
          <a:xfrm>
            <a:off x="7860751" y="2970323"/>
            <a:ext cx="1169752" cy="553998"/>
          </a:xfrm>
          <a:prstGeom prst="rect">
            <a:avLst/>
          </a:prstGeom>
          <a:noFill/>
        </p:spPr>
        <p:txBody>
          <a:bodyPr wrap="square" rtlCol="0">
            <a:spAutoFit/>
          </a:bodyPr>
          <a:lstStyle/>
          <a:p>
            <a:r>
              <a:rPr lang="en-US" sz="1000" dirty="0"/>
              <a:t>Plantings with</a:t>
            </a:r>
          </a:p>
          <a:p>
            <a:r>
              <a:rPr lang="en-US" sz="1000" dirty="0"/>
              <a:t>unknown coords</a:t>
            </a:r>
          </a:p>
          <a:p>
            <a:r>
              <a:rPr lang="en-US" sz="1000" dirty="0"/>
              <a:t>23</a:t>
            </a:r>
          </a:p>
        </p:txBody>
      </p:sp>
      <p:sp>
        <p:nvSpPr>
          <p:cNvPr id="77" name="TextBox 76">
            <a:extLst>
              <a:ext uri="{FF2B5EF4-FFF2-40B4-BE49-F238E27FC236}">
                <a16:creationId xmlns:a16="http://schemas.microsoft.com/office/drawing/2014/main" id="{619B5D77-A214-239D-BEFB-BE8928806529}"/>
              </a:ext>
            </a:extLst>
          </p:cNvPr>
          <p:cNvSpPr txBox="1"/>
          <p:nvPr/>
        </p:nvSpPr>
        <p:spPr>
          <a:xfrm>
            <a:off x="9064542" y="2669118"/>
            <a:ext cx="1544257" cy="553998"/>
          </a:xfrm>
          <a:prstGeom prst="rect">
            <a:avLst/>
          </a:prstGeom>
          <a:noFill/>
        </p:spPr>
        <p:txBody>
          <a:bodyPr wrap="square" rtlCol="0">
            <a:spAutoFit/>
          </a:bodyPr>
          <a:lstStyle/>
          <a:p>
            <a:r>
              <a:rPr lang="en-US" sz="1000" dirty="0" err="1"/>
              <a:t>Planting_location_codes</a:t>
            </a:r>
            <a:endParaRPr lang="en-US" sz="1000" dirty="0"/>
          </a:p>
          <a:p>
            <a:r>
              <a:rPr lang="en-US" sz="1000" dirty="0"/>
              <a:t>known coordinates</a:t>
            </a:r>
          </a:p>
          <a:p>
            <a:r>
              <a:rPr lang="en-US" sz="1000" dirty="0"/>
              <a:t>5</a:t>
            </a:r>
          </a:p>
        </p:txBody>
      </p:sp>
      <p:sp>
        <p:nvSpPr>
          <p:cNvPr id="78" name="Rectangle 77">
            <a:extLst>
              <a:ext uri="{FF2B5EF4-FFF2-40B4-BE49-F238E27FC236}">
                <a16:creationId xmlns:a16="http://schemas.microsoft.com/office/drawing/2014/main" id="{76FBC816-53A8-AA48-4750-A91E06EA1753}"/>
              </a:ext>
            </a:extLst>
          </p:cNvPr>
          <p:cNvSpPr/>
          <p:nvPr/>
        </p:nvSpPr>
        <p:spPr>
          <a:xfrm>
            <a:off x="10691485" y="1105192"/>
            <a:ext cx="81064" cy="15580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C6EF30A8-BE1F-9158-9A95-34FB0ADDCD04}"/>
              </a:ext>
            </a:extLst>
          </p:cNvPr>
          <p:cNvSpPr txBox="1"/>
          <p:nvPr/>
        </p:nvSpPr>
        <p:spPr>
          <a:xfrm>
            <a:off x="10763628" y="1488688"/>
            <a:ext cx="1544257" cy="553998"/>
          </a:xfrm>
          <a:prstGeom prst="rect">
            <a:avLst/>
          </a:prstGeom>
          <a:noFill/>
        </p:spPr>
        <p:txBody>
          <a:bodyPr wrap="square" rtlCol="0">
            <a:spAutoFit/>
          </a:bodyPr>
          <a:lstStyle/>
          <a:p>
            <a:r>
              <a:rPr lang="en-US" sz="1000" dirty="0" err="1"/>
              <a:t>Planting_location_codes</a:t>
            </a:r>
            <a:endParaRPr lang="en-US" sz="1000" dirty="0"/>
          </a:p>
          <a:p>
            <a:r>
              <a:rPr lang="en-US" sz="1000" dirty="0"/>
              <a:t>known coordinates</a:t>
            </a:r>
          </a:p>
          <a:p>
            <a:r>
              <a:rPr lang="en-US" sz="1000" dirty="0"/>
              <a:t>165</a:t>
            </a:r>
          </a:p>
        </p:txBody>
      </p:sp>
      <p:sp>
        <p:nvSpPr>
          <p:cNvPr id="80" name="Freeform: Shape 79">
            <a:extLst>
              <a:ext uri="{FF2B5EF4-FFF2-40B4-BE49-F238E27FC236}">
                <a16:creationId xmlns:a16="http://schemas.microsoft.com/office/drawing/2014/main" id="{7E51EC16-1C5E-02A9-78C8-712716F591FD}"/>
              </a:ext>
            </a:extLst>
          </p:cNvPr>
          <p:cNvSpPr/>
          <p:nvPr/>
        </p:nvSpPr>
        <p:spPr>
          <a:xfrm>
            <a:off x="9844391" y="2286000"/>
            <a:ext cx="768486" cy="379379"/>
          </a:xfrm>
          <a:custGeom>
            <a:avLst/>
            <a:gdLst>
              <a:gd name="csX0" fmla="*/ 0 w 768486"/>
              <a:gd name="csY0" fmla="*/ 379379 h 379379"/>
              <a:gd name="csX1" fmla="*/ 768486 w 768486"/>
              <a:gd name="csY1" fmla="*/ 0 h 379379"/>
              <a:gd name="csX0" fmla="*/ 0 w 768486"/>
              <a:gd name="csY0" fmla="*/ 379379 h 379379"/>
              <a:gd name="csX1" fmla="*/ 768486 w 768486"/>
              <a:gd name="csY1" fmla="*/ 0 h 379379"/>
              <a:gd name="csX0" fmla="*/ 0 w 768486"/>
              <a:gd name="csY0" fmla="*/ 379379 h 379379"/>
              <a:gd name="csX1" fmla="*/ 768486 w 768486"/>
              <a:gd name="csY1" fmla="*/ 0 h 379379"/>
            </a:gdLst>
            <a:ahLst/>
            <a:cxnLst>
              <a:cxn ang="0">
                <a:pos x="csX0" y="csY0"/>
              </a:cxn>
              <a:cxn ang="0">
                <a:pos x="csX1" y="csY1"/>
              </a:cxn>
            </a:cxnLst>
            <a:rect l="l" t="t" r="r" b="b"/>
            <a:pathLst>
              <a:path w="768486" h="379379">
                <a:moveTo>
                  <a:pt x="0" y="379379"/>
                </a:moveTo>
                <a:cubicBezTo>
                  <a:pt x="236707" y="359923"/>
                  <a:pt x="502596" y="9728"/>
                  <a:pt x="768486" y="0"/>
                </a:cubicBezTo>
              </a:path>
            </a:pathLst>
          </a:custGeom>
          <a:noFill/>
          <a:ln>
            <a:solidFill>
              <a:schemeClr val="tx2">
                <a:lumMod val="50000"/>
                <a:lumOff val="5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310AE6D-8ADF-9D00-09C7-486B12564722}"/>
              </a:ext>
            </a:extLst>
          </p:cNvPr>
          <p:cNvSpPr/>
          <p:nvPr/>
        </p:nvSpPr>
        <p:spPr>
          <a:xfrm>
            <a:off x="10642838" y="3029491"/>
            <a:ext cx="81064" cy="387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D0485799-8A5A-DC67-A24F-51A7C5F2E323}"/>
              </a:ext>
            </a:extLst>
          </p:cNvPr>
          <p:cNvSpPr txBox="1"/>
          <p:nvPr/>
        </p:nvSpPr>
        <p:spPr>
          <a:xfrm>
            <a:off x="10723902" y="2991236"/>
            <a:ext cx="1544257" cy="553998"/>
          </a:xfrm>
          <a:prstGeom prst="rect">
            <a:avLst/>
          </a:prstGeom>
          <a:noFill/>
        </p:spPr>
        <p:txBody>
          <a:bodyPr wrap="square" rtlCol="0">
            <a:spAutoFit/>
          </a:bodyPr>
          <a:lstStyle/>
          <a:p>
            <a:r>
              <a:rPr lang="en-US" sz="1000" dirty="0" err="1"/>
              <a:t>Planting_location_codes</a:t>
            </a:r>
            <a:endParaRPr lang="en-US" sz="1000" dirty="0"/>
          </a:p>
          <a:p>
            <a:r>
              <a:rPr lang="en-US" sz="1000" dirty="0"/>
              <a:t>unknown coordinates</a:t>
            </a:r>
          </a:p>
          <a:p>
            <a:r>
              <a:rPr lang="en-US" sz="1000" dirty="0"/>
              <a:t>18</a:t>
            </a:r>
          </a:p>
        </p:txBody>
      </p:sp>
      <p:sp>
        <p:nvSpPr>
          <p:cNvPr id="58" name="Freeform 57">
            <a:extLst>
              <a:ext uri="{FF2B5EF4-FFF2-40B4-BE49-F238E27FC236}">
                <a16:creationId xmlns:a16="http://schemas.microsoft.com/office/drawing/2014/main" id="{055B6D82-9674-EF47-D6B5-835E2F7AA9CE}"/>
              </a:ext>
            </a:extLst>
          </p:cNvPr>
          <p:cNvSpPr/>
          <p:nvPr/>
        </p:nvSpPr>
        <p:spPr>
          <a:xfrm>
            <a:off x="3900881" y="1627464"/>
            <a:ext cx="3791824" cy="1459685"/>
          </a:xfrm>
          <a:custGeom>
            <a:avLst/>
            <a:gdLst>
              <a:gd name="csX0" fmla="*/ 0 w 3791824"/>
              <a:gd name="csY0" fmla="*/ 0 h 1459685"/>
              <a:gd name="csX1" fmla="*/ 3791824 w 3791824"/>
              <a:gd name="csY1" fmla="*/ 1459685 h 1459685"/>
              <a:gd name="csX0" fmla="*/ 0 w 3791824"/>
              <a:gd name="csY0" fmla="*/ 0 h 1459685"/>
              <a:gd name="csX1" fmla="*/ 3791824 w 3791824"/>
              <a:gd name="csY1" fmla="*/ 1459685 h 1459685"/>
              <a:gd name="csX0" fmla="*/ 0 w 3791824"/>
              <a:gd name="csY0" fmla="*/ 0 h 1459685"/>
              <a:gd name="csX1" fmla="*/ 3791824 w 3791824"/>
              <a:gd name="csY1" fmla="*/ 1459685 h 1459685"/>
            </a:gdLst>
            <a:ahLst/>
            <a:cxnLst>
              <a:cxn ang="0">
                <a:pos x="csX0" y="csY0"/>
              </a:cxn>
              <a:cxn ang="0">
                <a:pos x="csX1" y="csY1"/>
              </a:cxn>
            </a:cxnLst>
            <a:rect l="l" t="t" r="r" b="b"/>
            <a:pathLst>
              <a:path w="3791824" h="1459685">
                <a:moveTo>
                  <a:pt x="0" y="0"/>
                </a:moveTo>
                <a:cubicBezTo>
                  <a:pt x="1230385" y="92279"/>
                  <a:pt x="2670496" y="1417740"/>
                  <a:pt x="3791824" y="1459685"/>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FC9531D5-C169-16E6-F354-D8B05CE744A5}"/>
              </a:ext>
            </a:extLst>
          </p:cNvPr>
          <p:cNvSpPr/>
          <p:nvPr/>
        </p:nvSpPr>
        <p:spPr>
          <a:xfrm>
            <a:off x="6023295" y="1140903"/>
            <a:ext cx="1686188" cy="352337"/>
          </a:xfrm>
          <a:custGeom>
            <a:avLst/>
            <a:gdLst>
              <a:gd name="csX0" fmla="*/ 0 w 1686188"/>
              <a:gd name="csY0" fmla="*/ 0 h 352337"/>
              <a:gd name="csX1" fmla="*/ 1686188 w 1686188"/>
              <a:gd name="csY1" fmla="*/ 352337 h 352337"/>
              <a:gd name="csX0" fmla="*/ 0 w 1686188"/>
              <a:gd name="csY0" fmla="*/ 0 h 352337"/>
              <a:gd name="csX1" fmla="*/ 1686188 w 1686188"/>
              <a:gd name="csY1" fmla="*/ 352337 h 352337"/>
              <a:gd name="csX0" fmla="*/ 0 w 1686188"/>
              <a:gd name="csY0" fmla="*/ 0 h 352337"/>
              <a:gd name="csX1" fmla="*/ 1686188 w 1686188"/>
              <a:gd name="csY1" fmla="*/ 352337 h 352337"/>
            </a:gdLst>
            <a:ahLst/>
            <a:cxnLst>
              <a:cxn ang="0">
                <a:pos x="csX0" y="csY0"/>
              </a:cxn>
              <a:cxn ang="0">
                <a:pos x="csX1" y="csY1"/>
              </a:cxn>
            </a:cxnLst>
            <a:rect l="l" t="t" r="r" b="b"/>
            <a:pathLst>
              <a:path w="1686188" h="352337">
                <a:moveTo>
                  <a:pt x="0" y="0"/>
                </a:moveTo>
                <a:cubicBezTo>
                  <a:pt x="578841" y="16778"/>
                  <a:pt x="1115736" y="343947"/>
                  <a:pt x="1686188" y="352337"/>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a:extLst>
              <a:ext uri="{FF2B5EF4-FFF2-40B4-BE49-F238E27FC236}">
                <a16:creationId xmlns:a16="http://schemas.microsoft.com/office/drawing/2014/main" id="{97748B36-302E-BB5B-5014-EF4C8350C1BC}"/>
              </a:ext>
            </a:extLst>
          </p:cNvPr>
          <p:cNvSpPr/>
          <p:nvPr/>
        </p:nvSpPr>
        <p:spPr>
          <a:xfrm>
            <a:off x="6954473" y="1853967"/>
            <a:ext cx="721454" cy="1266738"/>
          </a:xfrm>
          <a:custGeom>
            <a:avLst/>
            <a:gdLst>
              <a:gd name="csX0" fmla="*/ 0 w 721454"/>
              <a:gd name="csY0" fmla="*/ 1266738 h 1266738"/>
              <a:gd name="csX1" fmla="*/ 721454 w 721454"/>
              <a:gd name="csY1" fmla="*/ 0 h 1266738"/>
              <a:gd name="csX0" fmla="*/ 0 w 721454"/>
              <a:gd name="csY0" fmla="*/ 1266738 h 1266738"/>
              <a:gd name="csX1" fmla="*/ 721454 w 721454"/>
              <a:gd name="csY1" fmla="*/ 0 h 1266738"/>
              <a:gd name="csX0" fmla="*/ 0 w 721454"/>
              <a:gd name="csY0" fmla="*/ 1266738 h 1266738"/>
              <a:gd name="csX1" fmla="*/ 721454 w 721454"/>
              <a:gd name="csY1" fmla="*/ 0 h 1266738"/>
            </a:gdLst>
            <a:ahLst/>
            <a:cxnLst>
              <a:cxn ang="0">
                <a:pos x="csX0" y="csY0"/>
              </a:cxn>
              <a:cxn ang="0">
                <a:pos x="csX1" y="csY1"/>
              </a:cxn>
            </a:cxnLst>
            <a:rect l="l" t="t" r="r" b="b"/>
            <a:pathLst>
              <a:path w="721454" h="1266738">
                <a:moveTo>
                  <a:pt x="0" y="1266738"/>
                </a:moveTo>
                <a:cubicBezTo>
                  <a:pt x="324375" y="1247164"/>
                  <a:pt x="254466" y="19574"/>
                  <a:pt x="721454" y="0"/>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7F15E203-A647-EB72-450F-5F2788475573}"/>
              </a:ext>
            </a:extLst>
          </p:cNvPr>
          <p:cNvCxnSpPr/>
          <p:nvPr/>
        </p:nvCxnSpPr>
        <p:spPr>
          <a:xfrm>
            <a:off x="8445627" y="292447"/>
            <a:ext cx="0" cy="6293796"/>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3637AE5A-FEBB-30E5-6325-292F8E1DA0F9}"/>
              </a:ext>
            </a:extLst>
          </p:cNvPr>
          <p:cNvSpPr txBox="1"/>
          <p:nvPr/>
        </p:nvSpPr>
        <p:spPr>
          <a:xfrm>
            <a:off x="165370" y="292447"/>
            <a:ext cx="184824" cy="369332"/>
          </a:xfrm>
          <a:prstGeom prst="rect">
            <a:avLst/>
          </a:prstGeom>
          <a:noFill/>
        </p:spPr>
        <p:txBody>
          <a:bodyPr wrap="square" rtlCol="0">
            <a:spAutoFit/>
          </a:bodyPr>
          <a:lstStyle/>
          <a:p>
            <a:pPr algn="ctr"/>
            <a:r>
              <a:rPr lang="en-US" dirty="0"/>
              <a:t>1</a:t>
            </a:r>
          </a:p>
        </p:txBody>
      </p:sp>
      <p:sp>
        <p:nvSpPr>
          <p:cNvPr id="72" name="TextBox 71">
            <a:extLst>
              <a:ext uri="{FF2B5EF4-FFF2-40B4-BE49-F238E27FC236}">
                <a16:creationId xmlns:a16="http://schemas.microsoft.com/office/drawing/2014/main" id="{0A5B5348-380B-5147-6E36-E753F79F32EC}"/>
              </a:ext>
            </a:extLst>
          </p:cNvPr>
          <p:cNvSpPr txBox="1"/>
          <p:nvPr/>
        </p:nvSpPr>
        <p:spPr>
          <a:xfrm>
            <a:off x="3236567" y="376916"/>
            <a:ext cx="184824" cy="369332"/>
          </a:xfrm>
          <a:prstGeom prst="rect">
            <a:avLst/>
          </a:prstGeom>
          <a:noFill/>
        </p:spPr>
        <p:txBody>
          <a:bodyPr wrap="square" rtlCol="0">
            <a:spAutoFit/>
          </a:bodyPr>
          <a:lstStyle/>
          <a:p>
            <a:pPr algn="ctr"/>
            <a:r>
              <a:rPr lang="en-US" dirty="0"/>
              <a:t>4</a:t>
            </a:r>
          </a:p>
        </p:txBody>
      </p:sp>
      <p:sp>
        <p:nvSpPr>
          <p:cNvPr id="73" name="TextBox 72">
            <a:extLst>
              <a:ext uri="{FF2B5EF4-FFF2-40B4-BE49-F238E27FC236}">
                <a16:creationId xmlns:a16="http://schemas.microsoft.com/office/drawing/2014/main" id="{CE1D182E-0603-F7D6-873D-1FD6F7D86DC4}"/>
              </a:ext>
            </a:extLst>
          </p:cNvPr>
          <p:cNvSpPr txBox="1"/>
          <p:nvPr/>
        </p:nvSpPr>
        <p:spPr>
          <a:xfrm>
            <a:off x="5051092" y="97348"/>
            <a:ext cx="184824" cy="369332"/>
          </a:xfrm>
          <a:prstGeom prst="rect">
            <a:avLst/>
          </a:prstGeom>
          <a:noFill/>
        </p:spPr>
        <p:txBody>
          <a:bodyPr wrap="square" rtlCol="0">
            <a:spAutoFit/>
          </a:bodyPr>
          <a:lstStyle/>
          <a:p>
            <a:pPr algn="ctr"/>
            <a:r>
              <a:rPr lang="en-US" dirty="0"/>
              <a:t>5</a:t>
            </a:r>
          </a:p>
        </p:txBody>
      </p:sp>
      <p:sp>
        <p:nvSpPr>
          <p:cNvPr id="74" name="TextBox 73">
            <a:extLst>
              <a:ext uri="{FF2B5EF4-FFF2-40B4-BE49-F238E27FC236}">
                <a16:creationId xmlns:a16="http://schemas.microsoft.com/office/drawing/2014/main" id="{004CC4C5-230D-3DDB-684D-8257A0C2A81D}"/>
              </a:ext>
            </a:extLst>
          </p:cNvPr>
          <p:cNvSpPr txBox="1"/>
          <p:nvPr/>
        </p:nvSpPr>
        <p:spPr>
          <a:xfrm>
            <a:off x="2069867" y="387523"/>
            <a:ext cx="184824" cy="369332"/>
          </a:xfrm>
          <a:prstGeom prst="rect">
            <a:avLst/>
          </a:prstGeom>
          <a:noFill/>
        </p:spPr>
        <p:txBody>
          <a:bodyPr wrap="square" rtlCol="0">
            <a:spAutoFit/>
          </a:bodyPr>
          <a:lstStyle/>
          <a:p>
            <a:pPr algn="ctr"/>
            <a:r>
              <a:rPr lang="en-US" dirty="0"/>
              <a:t>3</a:t>
            </a:r>
          </a:p>
        </p:txBody>
      </p:sp>
      <p:sp>
        <p:nvSpPr>
          <p:cNvPr id="75" name="TextBox 74">
            <a:extLst>
              <a:ext uri="{FF2B5EF4-FFF2-40B4-BE49-F238E27FC236}">
                <a16:creationId xmlns:a16="http://schemas.microsoft.com/office/drawing/2014/main" id="{0C19321E-66E8-18AB-6F4D-046CC80DABD7}"/>
              </a:ext>
            </a:extLst>
          </p:cNvPr>
          <p:cNvSpPr txBox="1"/>
          <p:nvPr/>
        </p:nvSpPr>
        <p:spPr>
          <a:xfrm>
            <a:off x="1083626" y="385703"/>
            <a:ext cx="184824" cy="369332"/>
          </a:xfrm>
          <a:prstGeom prst="rect">
            <a:avLst/>
          </a:prstGeom>
          <a:noFill/>
        </p:spPr>
        <p:txBody>
          <a:bodyPr wrap="square" rtlCol="0">
            <a:spAutoFit/>
          </a:bodyPr>
          <a:lstStyle/>
          <a:p>
            <a:pPr algn="ctr"/>
            <a:r>
              <a:rPr lang="en-US" dirty="0"/>
              <a:t>2</a:t>
            </a:r>
          </a:p>
        </p:txBody>
      </p:sp>
      <p:sp>
        <p:nvSpPr>
          <p:cNvPr id="76" name="TextBox 75">
            <a:extLst>
              <a:ext uri="{FF2B5EF4-FFF2-40B4-BE49-F238E27FC236}">
                <a16:creationId xmlns:a16="http://schemas.microsoft.com/office/drawing/2014/main" id="{A41F176F-7050-C6D9-12FD-1676C7D59B28}"/>
              </a:ext>
            </a:extLst>
          </p:cNvPr>
          <p:cNvSpPr txBox="1"/>
          <p:nvPr/>
        </p:nvSpPr>
        <p:spPr>
          <a:xfrm>
            <a:off x="7727282" y="613346"/>
            <a:ext cx="184824" cy="369332"/>
          </a:xfrm>
          <a:prstGeom prst="rect">
            <a:avLst/>
          </a:prstGeom>
          <a:noFill/>
        </p:spPr>
        <p:txBody>
          <a:bodyPr wrap="square" rtlCol="0">
            <a:spAutoFit/>
          </a:bodyPr>
          <a:lstStyle/>
          <a:p>
            <a:pPr algn="ctr"/>
            <a:r>
              <a:rPr lang="en-US" dirty="0"/>
              <a:t>6</a:t>
            </a:r>
          </a:p>
        </p:txBody>
      </p:sp>
      <p:sp>
        <p:nvSpPr>
          <p:cNvPr id="83" name="TextBox 82">
            <a:extLst>
              <a:ext uri="{FF2B5EF4-FFF2-40B4-BE49-F238E27FC236}">
                <a16:creationId xmlns:a16="http://schemas.microsoft.com/office/drawing/2014/main" id="{ECE2DC99-4EBB-BAD5-FEE8-06E7BB98F48C}"/>
              </a:ext>
            </a:extLst>
          </p:cNvPr>
          <p:cNvSpPr txBox="1"/>
          <p:nvPr/>
        </p:nvSpPr>
        <p:spPr>
          <a:xfrm>
            <a:off x="8845679" y="553866"/>
            <a:ext cx="184824" cy="369332"/>
          </a:xfrm>
          <a:prstGeom prst="rect">
            <a:avLst/>
          </a:prstGeom>
          <a:noFill/>
        </p:spPr>
        <p:txBody>
          <a:bodyPr wrap="square" rtlCol="0">
            <a:spAutoFit/>
          </a:bodyPr>
          <a:lstStyle/>
          <a:p>
            <a:pPr algn="ctr"/>
            <a:r>
              <a:rPr lang="en-US" dirty="0"/>
              <a:t>7</a:t>
            </a:r>
          </a:p>
        </p:txBody>
      </p:sp>
      <p:sp>
        <p:nvSpPr>
          <p:cNvPr id="84" name="TextBox 83">
            <a:extLst>
              <a:ext uri="{FF2B5EF4-FFF2-40B4-BE49-F238E27FC236}">
                <a16:creationId xmlns:a16="http://schemas.microsoft.com/office/drawing/2014/main" id="{95B9A113-9E6A-8220-22CE-7E702667E34C}"/>
              </a:ext>
            </a:extLst>
          </p:cNvPr>
          <p:cNvSpPr txBox="1"/>
          <p:nvPr/>
        </p:nvSpPr>
        <p:spPr>
          <a:xfrm>
            <a:off x="10642838" y="552743"/>
            <a:ext cx="184824" cy="369332"/>
          </a:xfrm>
          <a:prstGeom prst="rect">
            <a:avLst/>
          </a:prstGeom>
          <a:noFill/>
        </p:spPr>
        <p:txBody>
          <a:bodyPr wrap="square" rtlCol="0">
            <a:spAutoFit/>
          </a:bodyPr>
          <a:lstStyle/>
          <a:p>
            <a:pPr algn="ctr"/>
            <a:r>
              <a:rPr lang="en-US" dirty="0"/>
              <a:t>8</a:t>
            </a:r>
          </a:p>
        </p:txBody>
      </p:sp>
      <p:sp>
        <p:nvSpPr>
          <p:cNvPr id="40" name="Freeform 39">
            <a:extLst>
              <a:ext uri="{FF2B5EF4-FFF2-40B4-BE49-F238E27FC236}">
                <a16:creationId xmlns:a16="http://schemas.microsoft.com/office/drawing/2014/main" id="{5B6C2A25-7008-F36A-58F0-3EFB7160B1DE}"/>
              </a:ext>
            </a:extLst>
          </p:cNvPr>
          <p:cNvSpPr/>
          <p:nvPr/>
        </p:nvSpPr>
        <p:spPr>
          <a:xfrm>
            <a:off x="6933537" y="2083243"/>
            <a:ext cx="675861" cy="1852654"/>
          </a:xfrm>
          <a:custGeom>
            <a:avLst/>
            <a:gdLst>
              <a:gd name="csX0" fmla="*/ 0 w 675861"/>
              <a:gd name="csY0" fmla="*/ 1852654 h 1852654"/>
              <a:gd name="csX1" fmla="*/ 675861 w 675861"/>
              <a:gd name="csY1" fmla="*/ 0 h 1852654"/>
              <a:gd name="csX0" fmla="*/ 0 w 675861"/>
              <a:gd name="csY0" fmla="*/ 1852658 h 1852658"/>
              <a:gd name="csX1" fmla="*/ 675861 w 675861"/>
              <a:gd name="csY1" fmla="*/ 4 h 1852658"/>
              <a:gd name="csX0" fmla="*/ 0 w 675861"/>
              <a:gd name="csY0" fmla="*/ 1852657 h 1852657"/>
              <a:gd name="csX1" fmla="*/ 675861 w 675861"/>
              <a:gd name="csY1" fmla="*/ 3 h 1852657"/>
              <a:gd name="csX0" fmla="*/ 0 w 675861"/>
              <a:gd name="csY0" fmla="*/ 1852654 h 1852654"/>
              <a:gd name="csX1" fmla="*/ 675861 w 675861"/>
              <a:gd name="csY1" fmla="*/ 0 h 1852654"/>
            </a:gdLst>
            <a:ahLst/>
            <a:cxnLst>
              <a:cxn ang="0">
                <a:pos x="csX0" y="csY0"/>
              </a:cxn>
              <a:cxn ang="0">
                <a:pos x="csX1" y="csY1"/>
              </a:cxn>
            </a:cxnLst>
            <a:rect l="l" t="t" r="r" b="b"/>
            <a:pathLst>
              <a:path w="675861" h="1852654">
                <a:moveTo>
                  <a:pt x="0" y="1852654"/>
                </a:moveTo>
                <a:cubicBezTo>
                  <a:pt x="376362" y="1839403"/>
                  <a:pt x="283596" y="21203"/>
                  <a:pt x="675861" y="0"/>
                </a:cubicBezTo>
              </a:path>
            </a:pathLst>
          </a:custGeom>
          <a:noFill/>
          <a:ln>
            <a:solidFill>
              <a:schemeClr val="accent1">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506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0BB06B-361F-2ADD-4CCA-675D13D36C4C}"/>
              </a:ext>
            </a:extLst>
          </p:cNvPr>
          <p:cNvSpPr txBox="1"/>
          <p:nvPr/>
        </p:nvSpPr>
        <p:spPr>
          <a:xfrm>
            <a:off x="1249680" y="1127760"/>
            <a:ext cx="10200640" cy="830997"/>
          </a:xfrm>
          <a:prstGeom prst="rect">
            <a:avLst/>
          </a:prstGeom>
          <a:noFill/>
        </p:spPr>
        <p:txBody>
          <a:bodyPr wrap="square" rtlCol="0">
            <a:spAutoFit/>
          </a:bodyPr>
          <a:lstStyle/>
          <a:p>
            <a:r>
              <a:rPr lang="en-US" dirty="0"/>
              <a:t>Example of use of logger:</a:t>
            </a:r>
          </a:p>
          <a:p>
            <a:r>
              <a:rPr lang="en-US" sz="1000" dirty="0">
                <a:hlinkClick r:id="rId2"/>
              </a:rPr>
              <a:t>https://www.google.com/search?q=write+r+code+using+logger+package+to+set+log+file+path%2C+set+logging+level+and+configure+file+rotation+with+log_appender&amp;oq=write+r+code+using+logger+package+to+set+log+file+path%2C+set+logging+level+and+configure+file+rotation+with+log_appender&amp;gs_lcrp=EgRlZGdlKgYIABBFGDkyBggAEEUYOTIICAEQ6QcY_FUyBwgCEOsHGEDSAQk0MjAzOGowajmoAgCwAgE&amp;sourceid=chrome&amp;source=chrome.ob&amp;ie=UTF-8</a:t>
            </a:r>
            <a:endParaRPr lang="en-US" sz="1000" dirty="0"/>
          </a:p>
        </p:txBody>
      </p:sp>
      <p:sp>
        <p:nvSpPr>
          <p:cNvPr id="4" name="TextBox 3">
            <a:extLst>
              <a:ext uri="{FF2B5EF4-FFF2-40B4-BE49-F238E27FC236}">
                <a16:creationId xmlns:a16="http://schemas.microsoft.com/office/drawing/2014/main" id="{25406E1A-1E02-0924-D5F1-A5ABCA6A0D5F}"/>
              </a:ext>
            </a:extLst>
          </p:cNvPr>
          <p:cNvSpPr txBox="1"/>
          <p:nvPr/>
        </p:nvSpPr>
        <p:spPr>
          <a:xfrm>
            <a:off x="1127760" y="2598003"/>
            <a:ext cx="10200640" cy="523220"/>
          </a:xfrm>
          <a:prstGeom prst="rect">
            <a:avLst/>
          </a:prstGeom>
          <a:noFill/>
        </p:spPr>
        <p:txBody>
          <a:bodyPr wrap="square" rtlCol="0">
            <a:spAutoFit/>
          </a:bodyPr>
          <a:lstStyle/>
          <a:p>
            <a:r>
              <a:rPr lang="en-US" dirty="0"/>
              <a:t>Argument for distributing log statements throughout nested functions:</a:t>
            </a:r>
          </a:p>
          <a:p>
            <a:r>
              <a:rPr lang="en-US" sz="1000" dirty="0">
                <a:hlinkClick r:id="rId3"/>
              </a:rPr>
              <a:t>Using logger package in r for logging. Have a main that orchestrates calling functions. Should logging statements be distributed through all functions or just in main? - Google Search</a:t>
            </a:r>
            <a:endParaRPr lang="en-US" sz="1000" dirty="0"/>
          </a:p>
        </p:txBody>
      </p:sp>
      <p:sp>
        <p:nvSpPr>
          <p:cNvPr id="8" name="TextBox 7">
            <a:extLst>
              <a:ext uri="{FF2B5EF4-FFF2-40B4-BE49-F238E27FC236}">
                <a16:creationId xmlns:a16="http://schemas.microsoft.com/office/drawing/2014/main" id="{19182D2D-4497-1120-3D74-59013BE2D11A}"/>
              </a:ext>
            </a:extLst>
          </p:cNvPr>
          <p:cNvSpPr txBox="1"/>
          <p:nvPr/>
        </p:nvSpPr>
        <p:spPr>
          <a:xfrm>
            <a:off x="1249680" y="3760469"/>
            <a:ext cx="10200640" cy="523220"/>
          </a:xfrm>
          <a:prstGeom prst="rect">
            <a:avLst/>
          </a:prstGeom>
          <a:noFill/>
        </p:spPr>
        <p:txBody>
          <a:bodyPr wrap="square" rtlCol="0">
            <a:spAutoFit/>
          </a:bodyPr>
          <a:lstStyle/>
          <a:p>
            <a:r>
              <a:rPr lang="en-US" dirty="0"/>
              <a:t>Sending logs to file and console:</a:t>
            </a:r>
          </a:p>
          <a:p>
            <a:r>
              <a:rPr lang="en-US" sz="1000" dirty="0">
                <a:hlinkClick r:id="rId4"/>
              </a:rPr>
              <a:t>when using the logger package in r for logging to file, is it still possible to send messages to the console to notify the user immediately - Google Search</a:t>
            </a:r>
            <a:endParaRPr lang="en-US" sz="1000" dirty="0"/>
          </a:p>
        </p:txBody>
      </p:sp>
      <p:sp>
        <p:nvSpPr>
          <p:cNvPr id="10" name="TextBox 9">
            <a:extLst>
              <a:ext uri="{FF2B5EF4-FFF2-40B4-BE49-F238E27FC236}">
                <a16:creationId xmlns:a16="http://schemas.microsoft.com/office/drawing/2014/main" id="{6CBFFF80-99EE-E244-18A1-8EDF260F0B22}"/>
              </a:ext>
            </a:extLst>
          </p:cNvPr>
          <p:cNvSpPr txBox="1"/>
          <p:nvPr/>
        </p:nvSpPr>
        <p:spPr>
          <a:xfrm>
            <a:off x="863600" y="4922935"/>
            <a:ext cx="6096000" cy="369332"/>
          </a:xfrm>
          <a:prstGeom prst="rect">
            <a:avLst/>
          </a:prstGeom>
          <a:noFill/>
        </p:spPr>
        <p:txBody>
          <a:bodyPr wrap="square">
            <a:spAutoFit/>
          </a:bodyPr>
          <a:lstStyle/>
          <a:p>
            <a:r>
              <a:rPr lang="en-US" dirty="0" err="1">
                <a:hlinkClick r:id="rId5"/>
              </a:rPr>
              <a:t>dir.exists</a:t>
            </a:r>
            <a:r>
              <a:rPr lang="en-US" dirty="0">
                <a:hlinkClick r:id="rId5"/>
              </a:rPr>
              <a:t> function - </a:t>
            </a:r>
            <a:r>
              <a:rPr lang="en-US" dirty="0" err="1">
                <a:hlinkClick r:id="rId5"/>
              </a:rPr>
              <a:t>RDocumentation</a:t>
            </a:r>
            <a:endParaRPr lang="en-US" dirty="0"/>
          </a:p>
        </p:txBody>
      </p:sp>
    </p:spTree>
    <p:extLst>
      <p:ext uri="{BB962C8B-B14F-4D97-AF65-F5344CB8AC3E}">
        <p14:creationId xmlns:p14="http://schemas.microsoft.com/office/powerpoint/2010/main" val="3813911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1192B7-CF13-2F5D-EFDC-87D45C8D1C0A}"/>
              </a:ext>
            </a:extLst>
          </p:cNvPr>
          <p:cNvSpPr txBox="1"/>
          <p:nvPr/>
        </p:nvSpPr>
        <p:spPr>
          <a:xfrm>
            <a:off x="1050201" y="966787"/>
            <a:ext cx="4381877" cy="2462213"/>
          </a:xfrm>
          <a:prstGeom prst="rect">
            <a:avLst/>
          </a:prstGeom>
          <a:noFill/>
          <a:ln>
            <a:solidFill>
              <a:schemeClr val="bg1">
                <a:lumMod val="75000"/>
              </a:schemeClr>
            </a:solidFill>
          </a:ln>
        </p:spPr>
        <p:txBody>
          <a:bodyPr wrap="square" rtlCol="0">
            <a:spAutoFit/>
          </a:bodyPr>
          <a:lstStyle/>
          <a:p>
            <a:r>
              <a:rPr lang="en-US" dirty="0"/>
              <a:t>Final application prelim thoughts</a:t>
            </a:r>
          </a:p>
          <a:p>
            <a:endParaRPr lang="en-US" sz="1600" dirty="0"/>
          </a:p>
          <a:p>
            <a:r>
              <a:rPr lang="en-US" sz="1600" dirty="0"/>
              <a:t>UI for publishing new data</a:t>
            </a:r>
          </a:p>
          <a:p>
            <a:pPr marL="171450" indent="-171450">
              <a:buFont typeface="Arial" panose="020B0604020202020204" pitchFamily="34" charset="0"/>
              <a:buChar char="•"/>
            </a:pPr>
            <a:r>
              <a:rPr lang="en-US" sz="1200" dirty="0"/>
              <a:t>Command line using </a:t>
            </a:r>
            <a:r>
              <a:rPr lang="en-US" sz="1200" dirty="0" err="1"/>
              <a:t>Rscript</a:t>
            </a:r>
            <a:r>
              <a:rPr lang="en-US" sz="1200" dirty="0"/>
              <a:t> (</a:t>
            </a:r>
            <a:r>
              <a:rPr lang="en-US" sz="1200" dirty="0" err="1"/>
              <a:t>Powershell</a:t>
            </a:r>
            <a:r>
              <a:rPr lang="en-US" sz="1200" dirty="0"/>
              <a:t>)</a:t>
            </a:r>
          </a:p>
          <a:p>
            <a:pPr marL="171450" indent="-171450">
              <a:buFont typeface="Arial" panose="020B0604020202020204" pitchFamily="34" charset="0"/>
              <a:buChar char="•"/>
            </a:pPr>
            <a:r>
              <a:rPr lang="en-US" sz="1200" dirty="0"/>
              <a:t>Source main script from </a:t>
            </a:r>
            <a:r>
              <a:rPr lang="en-US" sz="1200" dirty="0" err="1"/>
              <a:t>Rstudio</a:t>
            </a:r>
            <a:endParaRPr lang="en-US" sz="1200" dirty="0"/>
          </a:p>
          <a:p>
            <a:pPr marL="171450" indent="-171450">
              <a:buFont typeface="Arial" panose="020B0604020202020204" pitchFamily="34" charset="0"/>
              <a:buChar char="•"/>
            </a:pPr>
            <a:r>
              <a:rPr lang="en-US" sz="1200" dirty="0"/>
              <a:t>ArcGIS Pro script tool (local install only for R script tool)</a:t>
            </a:r>
          </a:p>
          <a:p>
            <a:pPr marL="171450" indent="-171450">
              <a:buFont typeface="Arial" panose="020B0604020202020204" pitchFamily="34" charset="0"/>
              <a:buChar char="•"/>
            </a:pPr>
            <a:r>
              <a:rPr lang="en-US" sz="1200" dirty="0"/>
              <a:t>Shiny GUI</a:t>
            </a:r>
          </a:p>
          <a:p>
            <a:pPr marL="285750" indent="-285750">
              <a:buFont typeface="Arial" panose="020B0604020202020204" pitchFamily="34" charset="0"/>
              <a:buChar char="•"/>
            </a:pPr>
            <a:endParaRPr lang="en-US" sz="1600" dirty="0"/>
          </a:p>
          <a:p>
            <a:r>
              <a:rPr lang="en-US" sz="1600" dirty="0"/>
              <a:t>New data entry</a:t>
            </a:r>
          </a:p>
          <a:p>
            <a:pPr marL="171450" indent="-171450">
              <a:buFont typeface="Arial" panose="020B0604020202020204" pitchFamily="34" charset="0"/>
              <a:buChar char="•"/>
            </a:pPr>
            <a:r>
              <a:rPr lang="en-US" sz="1200" dirty="0"/>
              <a:t>Survey 123</a:t>
            </a:r>
          </a:p>
          <a:p>
            <a:pPr marL="171450" indent="-171450">
              <a:buFont typeface="Arial" panose="020B0604020202020204" pitchFamily="34" charset="0"/>
              <a:buChar char="•"/>
            </a:pPr>
            <a:r>
              <a:rPr lang="en-US" sz="1200" dirty="0"/>
              <a:t>Integrated in Shiny app</a:t>
            </a:r>
            <a:endParaRPr lang="en-US" sz="1600" dirty="0"/>
          </a:p>
        </p:txBody>
      </p:sp>
      <p:sp>
        <p:nvSpPr>
          <p:cNvPr id="4" name="TextBox 3">
            <a:extLst>
              <a:ext uri="{FF2B5EF4-FFF2-40B4-BE49-F238E27FC236}">
                <a16:creationId xmlns:a16="http://schemas.microsoft.com/office/drawing/2014/main" id="{ACFB62B7-D310-1D0C-72B3-EB5DF9D5AFB9}"/>
              </a:ext>
            </a:extLst>
          </p:cNvPr>
          <p:cNvSpPr txBox="1"/>
          <p:nvPr/>
        </p:nvSpPr>
        <p:spPr>
          <a:xfrm>
            <a:off x="6771992" y="1448554"/>
            <a:ext cx="4553893" cy="2031325"/>
          </a:xfrm>
          <a:prstGeom prst="rect">
            <a:avLst/>
          </a:prstGeom>
          <a:noFill/>
        </p:spPr>
        <p:txBody>
          <a:bodyPr wrap="square" rtlCol="0">
            <a:spAutoFit/>
          </a:bodyPr>
          <a:lstStyle/>
          <a:p>
            <a:r>
              <a:rPr lang="en-US" dirty="0"/>
              <a:t>Functions:</a:t>
            </a:r>
          </a:p>
          <a:p>
            <a:pPr marL="288925" indent="-171450">
              <a:buFont typeface="Arial" panose="020B0604020202020204" pitchFamily="34" charset="0"/>
              <a:buChar char="•"/>
            </a:pPr>
            <a:r>
              <a:rPr lang="en-US" dirty="0"/>
              <a:t>Enter data</a:t>
            </a:r>
          </a:p>
          <a:p>
            <a:pPr marL="288925" indent="-171450">
              <a:buFont typeface="Arial" panose="020B0604020202020204" pitchFamily="34" charset="0"/>
              <a:buChar char="•"/>
            </a:pPr>
            <a:r>
              <a:rPr lang="en-US" dirty="0"/>
              <a:t>Process data (?) &amp; </a:t>
            </a:r>
            <a:r>
              <a:rPr lang="en-US"/>
              <a:t>make graphs</a:t>
            </a:r>
            <a:endParaRPr lang="en-US" dirty="0"/>
          </a:p>
          <a:p>
            <a:pPr marL="288925" indent="-171450">
              <a:buFont typeface="Arial" panose="020B0604020202020204" pitchFamily="34" charset="0"/>
              <a:buChar char="•"/>
            </a:pPr>
            <a:r>
              <a:rPr lang="en-US" dirty="0"/>
              <a:t>Publish for review</a:t>
            </a:r>
          </a:p>
          <a:p>
            <a:pPr marL="288925" indent="-171450">
              <a:buFont typeface="Arial" panose="020B0604020202020204" pitchFamily="34" charset="0"/>
              <a:buChar char="•"/>
            </a:pPr>
            <a:r>
              <a:rPr lang="en-US" dirty="0"/>
              <a:t>Promote to prod</a:t>
            </a:r>
          </a:p>
          <a:p>
            <a:endParaRPr lang="en-US" dirty="0"/>
          </a:p>
          <a:p>
            <a:r>
              <a:rPr lang="en-US" dirty="0"/>
              <a:t>Separate dev and prod?</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698EFE2D-073F-B87E-57DD-F720CB3BC68D}"/>
                  </a:ext>
                </a:extLst>
              </p14:cNvPr>
              <p14:cNvContentPartPr/>
              <p14:nvPr/>
            </p14:nvContentPartPr>
            <p14:xfrm>
              <a:off x="1072543" y="3724330"/>
              <a:ext cx="1251360" cy="502560"/>
            </p14:xfrm>
          </p:contentPart>
        </mc:Choice>
        <mc:Fallback xmlns="">
          <p:pic>
            <p:nvPicPr>
              <p:cNvPr id="14" name="Ink 13">
                <a:extLst>
                  <a:ext uri="{FF2B5EF4-FFF2-40B4-BE49-F238E27FC236}">
                    <a16:creationId xmlns:a16="http://schemas.microsoft.com/office/drawing/2014/main" id="{698EFE2D-073F-B87E-57DD-F720CB3BC68D}"/>
                  </a:ext>
                </a:extLst>
              </p:cNvPr>
              <p:cNvPicPr/>
              <p:nvPr/>
            </p:nvPicPr>
            <p:blipFill>
              <a:blip r:embed="rId3"/>
              <a:stretch>
                <a:fillRect/>
              </a:stretch>
            </p:blipFill>
            <p:spPr>
              <a:xfrm>
                <a:off x="1061743" y="3713890"/>
                <a:ext cx="1272600" cy="523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7E645682-5D9E-3592-4B4C-CA5CD53CE24E}"/>
                  </a:ext>
                </a:extLst>
              </p14:cNvPr>
              <p14:cNvContentPartPr/>
              <p14:nvPr/>
            </p14:nvContentPartPr>
            <p14:xfrm>
              <a:off x="4040023" y="3799930"/>
              <a:ext cx="629280" cy="283320"/>
            </p14:xfrm>
          </p:contentPart>
        </mc:Choice>
        <mc:Fallback xmlns="">
          <p:pic>
            <p:nvPicPr>
              <p:cNvPr id="28" name="Ink 27">
                <a:extLst>
                  <a:ext uri="{FF2B5EF4-FFF2-40B4-BE49-F238E27FC236}">
                    <a16:creationId xmlns:a16="http://schemas.microsoft.com/office/drawing/2014/main" id="{7E645682-5D9E-3592-4B4C-CA5CD53CE24E}"/>
                  </a:ext>
                </a:extLst>
              </p:cNvPr>
              <p:cNvPicPr/>
              <p:nvPr/>
            </p:nvPicPr>
            <p:blipFill>
              <a:blip r:embed="rId5"/>
              <a:stretch>
                <a:fillRect/>
              </a:stretch>
            </p:blipFill>
            <p:spPr>
              <a:xfrm>
                <a:off x="4029217" y="3789130"/>
                <a:ext cx="650532"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a:extLst>
                  <a:ext uri="{FF2B5EF4-FFF2-40B4-BE49-F238E27FC236}">
                    <a16:creationId xmlns:a16="http://schemas.microsoft.com/office/drawing/2014/main" id="{5470F3A5-8BC4-D989-DCF6-547C1F3C0BAA}"/>
                  </a:ext>
                </a:extLst>
              </p14:cNvPr>
              <p14:cNvContentPartPr/>
              <p14:nvPr/>
            </p14:nvContentPartPr>
            <p14:xfrm>
              <a:off x="2739343" y="3912970"/>
              <a:ext cx="1033560" cy="283320"/>
            </p14:xfrm>
          </p:contentPart>
        </mc:Choice>
        <mc:Fallback xmlns="">
          <p:pic>
            <p:nvPicPr>
              <p:cNvPr id="29" name="Ink 28">
                <a:extLst>
                  <a:ext uri="{FF2B5EF4-FFF2-40B4-BE49-F238E27FC236}">
                    <a16:creationId xmlns:a16="http://schemas.microsoft.com/office/drawing/2014/main" id="{5470F3A5-8BC4-D989-DCF6-547C1F3C0BAA}"/>
                  </a:ext>
                </a:extLst>
              </p:cNvPr>
              <p:cNvPicPr/>
              <p:nvPr/>
            </p:nvPicPr>
            <p:blipFill>
              <a:blip r:embed="rId7"/>
              <a:stretch>
                <a:fillRect/>
              </a:stretch>
            </p:blipFill>
            <p:spPr>
              <a:xfrm>
                <a:off x="2728543" y="3902530"/>
                <a:ext cx="10548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 name="Ink 43">
                <a:extLst>
                  <a:ext uri="{FF2B5EF4-FFF2-40B4-BE49-F238E27FC236}">
                    <a16:creationId xmlns:a16="http://schemas.microsoft.com/office/drawing/2014/main" id="{A73A571C-8443-BDE7-DD95-249E52259236}"/>
                  </a:ext>
                </a:extLst>
              </p14:cNvPr>
              <p14:cNvContentPartPr/>
              <p14:nvPr/>
            </p14:nvContentPartPr>
            <p14:xfrm>
              <a:off x="6648943" y="3680410"/>
              <a:ext cx="1025280" cy="506160"/>
            </p14:xfrm>
          </p:contentPart>
        </mc:Choice>
        <mc:Fallback xmlns="">
          <p:pic>
            <p:nvPicPr>
              <p:cNvPr id="44" name="Ink 43">
                <a:extLst>
                  <a:ext uri="{FF2B5EF4-FFF2-40B4-BE49-F238E27FC236}">
                    <a16:creationId xmlns:a16="http://schemas.microsoft.com/office/drawing/2014/main" id="{A73A571C-8443-BDE7-DD95-249E52259236}"/>
                  </a:ext>
                </a:extLst>
              </p:cNvPr>
              <p:cNvPicPr/>
              <p:nvPr/>
            </p:nvPicPr>
            <p:blipFill>
              <a:blip r:embed="rId9"/>
              <a:stretch>
                <a:fillRect/>
              </a:stretch>
            </p:blipFill>
            <p:spPr>
              <a:xfrm>
                <a:off x="6638503" y="3669970"/>
                <a:ext cx="1046520" cy="52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B5B29837-71B5-6D4C-F0D2-6E946673F229}"/>
                  </a:ext>
                </a:extLst>
              </p14:cNvPr>
              <p14:cNvContentPartPr/>
              <p14:nvPr/>
            </p14:nvContentPartPr>
            <p14:xfrm>
              <a:off x="5680903" y="3825130"/>
              <a:ext cx="735840" cy="273240"/>
            </p14:xfrm>
          </p:contentPart>
        </mc:Choice>
        <mc:Fallback xmlns="">
          <p:pic>
            <p:nvPicPr>
              <p:cNvPr id="45" name="Ink 44">
                <a:extLst>
                  <a:ext uri="{FF2B5EF4-FFF2-40B4-BE49-F238E27FC236}">
                    <a16:creationId xmlns:a16="http://schemas.microsoft.com/office/drawing/2014/main" id="{B5B29837-71B5-6D4C-F0D2-6E946673F229}"/>
                  </a:ext>
                </a:extLst>
              </p:cNvPr>
              <p:cNvPicPr/>
              <p:nvPr/>
            </p:nvPicPr>
            <p:blipFill>
              <a:blip r:embed="rId11"/>
              <a:stretch>
                <a:fillRect/>
              </a:stretch>
            </p:blipFill>
            <p:spPr>
              <a:xfrm>
                <a:off x="5670103" y="3814344"/>
                <a:ext cx="757080" cy="294452"/>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a:extLst>
                  <a:ext uri="{FF2B5EF4-FFF2-40B4-BE49-F238E27FC236}">
                    <a16:creationId xmlns:a16="http://schemas.microsoft.com/office/drawing/2014/main" id="{E8904CC8-2CB8-041C-C721-B7CFD598543E}"/>
                  </a:ext>
                </a:extLst>
              </p14:cNvPr>
              <p14:cNvContentPartPr/>
              <p14:nvPr/>
            </p14:nvContentPartPr>
            <p14:xfrm>
              <a:off x="4888543" y="3781570"/>
              <a:ext cx="491040" cy="300600"/>
            </p14:xfrm>
          </p:contentPart>
        </mc:Choice>
        <mc:Fallback xmlns="">
          <p:pic>
            <p:nvPicPr>
              <p:cNvPr id="46" name="Ink 45">
                <a:extLst>
                  <a:ext uri="{FF2B5EF4-FFF2-40B4-BE49-F238E27FC236}">
                    <a16:creationId xmlns:a16="http://schemas.microsoft.com/office/drawing/2014/main" id="{E8904CC8-2CB8-041C-C721-B7CFD598543E}"/>
                  </a:ext>
                </a:extLst>
              </p:cNvPr>
              <p:cNvPicPr/>
              <p:nvPr/>
            </p:nvPicPr>
            <p:blipFill>
              <a:blip r:embed="rId13"/>
              <a:stretch>
                <a:fillRect/>
              </a:stretch>
            </p:blipFill>
            <p:spPr>
              <a:xfrm>
                <a:off x="4878095" y="3771130"/>
                <a:ext cx="512296"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Ink 46">
                <a:extLst>
                  <a:ext uri="{FF2B5EF4-FFF2-40B4-BE49-F238E27FC236}">
                    <a16:creationId xmlns:a16="http://schemas.microsoft.com/office/drawing/2014/main" id="{B7455F2F-CF20-EBF0-DB71-296C6F40CB7F}"/>
                  </a:ext>
                </a:extLst>
              </p14:cNvPr>
              <p14:cNvContentPartPr/>
              <p14:nvPr/>
            </p14:nvContentPartPr>
            <p14:xfrm>
              <a:off x="3650143" y="4277650"/>
              <a:ext cx="56880" cy="408960"/>
            </p14:xfrm>
          </p:contentPart>
        </mc:Choice>
        <mc:Fallback xmlns="">
          <p:pic>
            <p:nvPicPr>
              <p:cNvPr id="47" name="Ink 46">
                <a:extLst>
                  <a:ext uri="{FF2B5EF4-FFF2-40B4-BE49-F238E27FC236}">
                    <a16:creationId xmlns:a16="http://schemas.microsoft.com/office/drawing/2014/main" id="{B7455F2F-CF20-EBF0-DB71-296C6F40CB7F}"/>
                  </a:ext>
                </a:extLst>
              </p:cNvPr>
              <p:cNvPicPr/>
              <p:nvPr/>
            </p:nvPicPr>
            <p:blipFill>
              <a:blip r:embed="rId15"/>
              <a:stretch>
                <a:fillRect/>
              </a:stretch>
            </p:blipFill>
            <p:spPr>
              <a:xfrm>
                <a:off x="3639343" y="4267210"/>
                <a:ext cx="7812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4" name="Ink 63">
                <a:extLst>
                  <a:ext uri="{FF2B5EF4-FFF2-40B4-BE49-F238E27FC236}">
                    <a16:creationId xmlns:a16="http://schemas.microsoft.com/office/drawing/2014/main" id="{5D41176F-6C2F-69FB-1D51-11608E3EABBD}"/>
                  </a:ext>
                </a:extLst>
              </p14:cNvPr>
              <p14:cNvContentPartPr/>
              <p14:nvPr/>
            </p14:nvContentPartPr>
            <p14:xfrm>
              <a:off x="2977303" y="4837810"/>
              <a:ext cx="1239120" cy="1020600"/>
            </p14:xfrm>
          </p:contentPart>
        </mc:Choice>
        <mc:Fallback xmlns="">
          <p:pic>
            <p:nvPicPr>
              <p:cNvPr id="64" name="Ink 63">
                <a:extLst>
                  <a:ext uri="{FF2B5EF4-FFF2-40B4-BE49-F238E27FC236}">
                    <a16:creationId xmlns:a16="http://schemas.microsoft.com/office/drawing/2014/main" id="{5D41176F-6C2F-69FB-1D51-11608E3EABBD}"/>
                  </a:ext>
                </a:extLst>
              </p:cNvPr>
              <p:cNvPicPr/>
              <p:nvPr/>
            </p:nvPicPr>
            <p:blipFill>
              <a:blip r:embed="rId17"/>
              <a:stretch>
                <a:fillRect/>
              </a:stretch>
            </p:blipFill>
            <p:spPr>
              <a:xfrm>
                <a:off x="2966860" y="4827366"/>
                <a:ext cx="1260366" cy="104184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7" name="Ink 76">
                <a:extLst>
                  <a:ext uri="{FF2B5EF4-FFF2-40B4-BE49-F238E27FC236}">
                    <a16:creationId xmlns:a16="http://schemas.microsoft.com/office/drawing/2014/main" id="{B008A209-8317-5EAB-3B0B-DA840546E442}"/>
                  </a:ext>
                </a:extLst>
              </p14:cNvPr>
              <p14:cNvContentPartPr/>
              <p14:nvPr/>
            </p14:nvContentPartPr>
            <p14:xfrm>
              <a:off x="6372463" y="4252450"/>
              <a:ext cx="1855080" cy="1145520"/>
            </p14:xfrm>
          </p:contentPart>
        </mc:Choice>
        <mc:Fallback xmlns="">
          <p:pic>
            <p:nvPicPr>
              <p:cNvPr id="77" name="Ink 76">
                <a:extLst>
                  <a:ext uri="{FF2B5EF4-FFF2-40B4-BE49-F238E27FC236}">
                    <a16:creationId xmlns:a16="http://schemas.microsoft.com/office/drawing/2014/main" id="{B008A209-8317-5EAB-3B0B-DA840546E442}"/>
                  </a:ext>
                </a:extLst>
              </p:cNvPr>
              <p:cNvPicPr/>
              <p:nvPr/>
            </p:nvPicPr>
            <p:blipFill>
              <a:blip r:embed="rId19"/>
              <a:stretch>
                <a:fillRect/>
              </a:stretch>
            </p:blipFill>
            <p:spPr>
              <a:xfrm>
                <a:off x="6361663" y="4242007"/>
                <a:ext cx="1876320" cy="1166767"/>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Ink 6">
                <a:extLst>
                  <a:ext uri="{FF2B5EF4-FFF2-40B4-BE49-F238E27FC236}">
                    <a16:creationId xmlns:a16="http://schemas.microsoft.com/office/drawing/2014/main" id="{D7CC3774-E259-8287-4DA0-8915D42C0071}"/>
                  </a:ext>
                </a:extLst>
              </p14:cNvPr>
              <p14:cNvContentPartPr/>
              <p14:nvPr/>
            </p14:nvContentPartPr>
            <p14:xfrm>
              <a:off x="5158903" y="5479330"/>
              <a:ext cx="635400" cy="470520"/>
            </p14:xfrm>
          </p:contentPart>
        </mc:Choice>
        <mc:Fallback xmlns="">
          <p:pic>
            <p:nvPicPr>
              <p:cNvPr id="7" name="Ink 6">
                <a:extLst>
                  <a:ext uri="{FF2B5EF4-FFF2-40B4-BE49-F238E27FC236}">
                    <a16:creationId xmlns:a16="http://schemas.microsoft.com/office/drawing/2014/main" id="{D7CC3774-E259-8287-4DA0-8915D42C0071}"/>
                  </a:ext>
                </a:extLst>
              </p:cNvPr>
              <p:cNvPicPr/>
              <p:nvPr/>
            </p:nvPicPr>
            <p:blipFill>
              <a:blip r:embed="rId21"/>
              <a:stretch>
                <a:fillRect/>
              </a:stretch>
            </p:blipFill>
            <p:spPr>
              <a:xfrm>
                <a:off x="5148463" y="5468530"/>
                <a:ext cx="65664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4A15FC9D-49DB-2797-9CA6-6E2D79F79043}"/>
                  </a:ext>
                </a:extLst>
              </p14:cNvPr>
              <p14:cNvContentPartPr/>
              <p14:nvPr/>
            </p14:nvContentPartPr>
            <p14:xfrm>
              <a:off x="7945663" y="5400850"/>
              <a:ext cx="677880" cy="505440"/>
            </p14:xfrm>
          </p:contentPart>
        </mc:Choice>
        <mc:Fallback xmlns="">
          <p:pic>
            <p:nvPicPr>
              <p:cNvPr id="21" name="Ink 20">
                <a:extLst>
                  <a:ext uri="{FF2B5EF4-FFF2-40B4-BE49-F238E27FC236}">
                    <a16:creationId xmlns:a16="http://schemas.microsoft.com/office/drawing/2014/main" id="{4A15FC9D-49DB-2797-9CA6-6E2D79F79043}"/>
                  </a:ext>
                </a:extLst>
              </p:cNvPr>
              <p:cNvPicPr/>
              <p:nvPr/>
            </p:nvPicPr>
            <p:blipFill>
              <a:blip r:embed="rId23"/>
              <a:stretch>
                <a:fillRect/>
              </a:stretch>
            </p:blipFill>
            <p:spPr>
              <a:xfrm>
                <a:off x="7934863" y="5390410"/>
                <a:ext cx="699120" cy="526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E51BC153-A93E-F1A8-5A5E-2F400B298A1C}"/>
                  </a:ext>
                </a:extLst>
              </p14:cNvPr>
              <p14:cNvContentPartPr/>
              <p14:nvPr/>
            </p14:nvContentPartPr>
            <p14:xfrm>
              <a:off x="7341943" y="5572930"/>
              <a:ext cx="219240" cy="321120"/>
            </p14:xfrm>
          </p:contentPart>
        </mc:Choice>
        <mc:Fallback xmlns="">
          <p:pic>
            <p:nvPicPr>
              <p:cNvPr id="22" name="Ink 21">
                <a:extLst>
                  <a:ext uri="{FF2B5EF4-FFF2-40B4-BE49-F238E27FC236}">
                    <a16:creationId xmlns:a16="http://schemas.microsoft.com/office/drawing/2014/main" id="{E51BC153-A93E-F1A8-5A5E-2F400B298A1C}"/>
                  </a:ext>
                </a:extLst>
              </p:cNvPr>
              <p:cNvPicPr/>
              <p:nvPr/>
            </p:nvPicPr>
            <p:blipFill>
              <a:blip r:embed="rId25"/>
              <a:stretch>
                <a:fillRect/>
              </a:stretch>
            </p:blipFill>
            <p:spPr>
              <a:xfrm>
                <a:off x="7331486" y="5562130"/>
                <a:ext cx="240515"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459771AD-CF96-84E8-B944-AC19024EF8BB}"/>
                  </a:ext>
                </a:extLst>
              </p14:cNvPr>
              <p14:cNvContentPartPr/>
              <p14:nvPr/>
            </p14:nvContentPartPr>
            <p14:xfrm>
              <a:off x="6133423" y="5431810"/>
              <a:ext cx="948240" cy="524880"/>
            </p14:xfrm>
          </p:contentPart>
        </mc:Choice>
        <mc:Fallback xmlns="">
          <p:pic>
            <p:nvPicPr>
              <p:cNvPr id="23" name="Ink 22">
                <a:extLst>
                  <a:ext uri="{FF2B5EF4-FFF2-40B4-BE49-F238E27FC236}">
                    <a16:creationId xmlns:a16="http://schemas.microsoft.com/office/drawing/2014/main" id="{459771AD-CF96-84E8-B944-AC19024EF8BB}"/>
                  </a:ext>
                </a:extLst>
              </p:cNvPr>
              <p:cNvPicPr/>
              <p:nvPr/>
            </p:nvPicPr>
            <p:blipFill>
              <a:blip r:embed="rId27"/>
              <a:stretch>
                <a:fillRect/>
              </a:stretch>
            </p:blipFill>
            <p:spPr>
              <a:xfrm>
                <a:off x="6122983" y="5421010"/>
                <a:ext cx="96948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Ink 37">
                <a:extLst>
                  <a:ext uri="{FF2B5EF4-FFF2-40B4-BE49-F238E27FC236}">
                    <a16:creationId xmlns:a16="http://schemas.microsoft.com/office/drawing/2014/main" id="{55B532F0-572D-40C3-1F58-8D1A39B0A011}"/>
                  </a:ext>
                </a:extLst>
              </p14:cNvPr>
              <p14:cNvContentPartPr/>
              <p14:nvPr/>
            </p14:nvContentPartPr>
            <p14:xfrm>
              <a:off x="8415823" y="5777410"/>
              <a:ext cx="974160" cy="733320"/>
            </p14:xfrm>
          </p:contentPart>
        </mc:Choice>
        <mc:Fallback xmlns="">
          <p:pic>
            <p:nvPicPr>
              <p:cNvPr id="38" name="Ink 37">
                <a:extLst>
                  <a:ext uri="{FF2B5EF4-FFF2-40B4-BE49-F238E27FC236}">
                    <a16:creationId xmlns:a16="http://schemas.microsoft.com/office/drawing/2014/main" id="{55B532F0-572D-40C3-1F58-8D1A39B0A011}"/>
                  </a:ext>
                </a:extLst>
              </p:cNvPr>
              <p:cNvPicPr/>
              <p:nvPr/>
            </p:nvPicPr>
            <p:blipFill>
              <a:blip r:embed="rId29"/>
              <a:stretch>
                <a:fillRect/>
              </a:stretch>
            </p:blipFill>
            <p:spPr>
              <a:xfrm>
                <a:off x="8405023" y="5766970"/>
                <a:ext cx="995400" cy="754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Ink 38">
                <a:extLst>
                  <a:ext uri="{FF2B5EF4-FFF2-40B4-BE49-F238E27FC236}">
                    <a16:creationId xmlns:a16="http://schemas.microsoft.com/office/drawing/2014/main" id="{1E15E2D5-AE57-F60A-A584-C8B69DD9115B}"/>
                  </a:ext>
                </a:extLst>
              </p14:cNvPr>
              <p14:cNvContentPartPr/>
              <p14:nvPr/>
            </p14:nvContentPartPr>
            <p14:xfrm>
              <a:off x="7673863" y="6245410"/>
              <a:ext cx="308520" cy="100080"/>
            </p14:xfrm>
          </p:contentPart>
        </mc:Choice>
        <mc:Fallback xmlns="">
          <p:pic>
            <p:nvPicPr>
              <p:cNvPr id="39" name="Ink 38">
                <a:extLst>
                  <a:ext uri="{FF2B5EF4-FFF2-40B4-BE49-F238E27FC236}">
                    <a16:creationId xmlns:a16="http://schemas.microsoft.com/office/drawing/2014/main" id="{1E15E2D5-AE57-F60A-A584-C8B69DD9115B}"/>
                  </a:ext>
                </a:extLst>
              </p:cNvPr>
              <p:cNvPicPr/>
              <p:nvPr/>
            </p:nvPicPr>
            <p:blipFill>
              <a:blip r:embed="rId31"/>
              <a:stretch>
                <a:fillRect/>
              </a:stretch>
            </p:blipFill>
            <p:spPr>
              <a:xfrm>
                <a:off x="7663423" y="6234970"/>
                <a:ext cx="32976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 name="Ink 39">
                <a:extLst>
                  <a:ext uri="{FF2B5EF4-FFF2-40B4-BE49-F238E27FC236}">
                    <a16:creationId xmlns:a16="http://schemas.microsoft.com/office/drawing/2014/main" id="{497FA22D-28AF-B617-856D-EE55A70966CB}"/>
                  </a:ext>
                </a:extLst>
              </p14:cNvPr>
              <p14:cNvContentPartPr/>
              <p14:nvPr/>
            </p14:nvContentPartPr>
            <p14:xfrm>
              <a:off x="6215143" y="6063250"/>
              <a:ext cx="1113480" cy="417960"/>
            </p14:xfrm>
          </p:contentPart>
        </mc:Choice>
        <mc:Fallback xmlns="">
          <p:pic>
            <p:nvPicPr>
              <p:cNvPr id="40" name="Ink 39">
                <a:extLst>
                  <a:ext uri="{FF2B5EF4-FFF2-40B4-BE49-F238E27FC236}">
                    <a16:creationId xmlns:a16="http://schemas.microsoft.com/office/drawing/2014/main" id="{497FA22D-28AF-B617-856D-EE55A70966CB}"/>
                  </a:ext>
                </a:extLst>
              </p:cNvPr>
              <p:cNvPicPr/>
              <p:nvPr/>
            </p:nvPicPr>
            <p:blipFill>
              <a:blip r:embed="rId33"/>
              <a:stretch>
                <a:fillRect/>
              </a:stretch>
            </p:blipFill>
            <p:spPr>
              <a:xfrm>
                <a:off x="6204700" y="6052810"/>
                <a:ext cx="1134727" cy="439200"/>
              </a:xfrm>
              <a:prstGeom prst="rect">
                <a:avLst/>
              </a:prstGeom>
            </p:spPr>
          </p:pic>
        </mc:Fallback>
      </mc:AlternateContent>
    </p:spTree>
    <p:extLst>
      <p:ext uri="{BB962C8B-B14F-4D97-AF65-F5344CB8AC3E}">
        <p14:creationId xmlns:p14="http://schemas.microsoft.com/office/powerpoint/2010/main" val="1390265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837BF4-CBA7-08DE-D65C-B9483F1AB3C0}"/>
              </a:ext>
            </a:extLst>
          </p:cNvPr>
          <p:cNvPicPr>
            <a:picLocks noChangeAspect="1"/>
          </p:cNvPicPr>
          <p:nvPr/>
        </p:nvPicPr>
        <p:blipFill>
          <a:blip r:embed="rId2"/>
          <a:stretch>
            <a:fillRect/>
          </a:stretch>
        </p:blipFill>
        <p:spPr>
          <a:xfrm>
            <a:off x="427834" y="547285"/>
            <a:ext cx="11336332" cy="5763429"/>
          </a:xfrm>
          <a:prstGeom prst="rect">
            <a:avLst/>
          </a:prstGeom>
        </p:spPr>
      </p:pic>
    </p:spTree>
    <p:extLst>
      <p:ext uri="{BB962C8B-B14F-4D97-AF65-F5344CB8AC3E}">
        <p14:creationId xmlns:p14="http://schemas.microsoft.com/office/powerpoint/2010/main" val="4106245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8B62AC-469A-D6E4-E63F-B0A8CA2DACEC}"/>
              </a:ext>
            </a:extLst>
          </p:cNvPr>
          <p:cNvSpPr txBox="1"/>
          <p:nvPr/>
        </p:nvSpPr>
        <p:spPr>
          <a:xfrm>
            <a:off x="3880338" y="175847"/>
            <a:ext cx="4431323" cy="461665"/>
          </a:xfrm>
          <a:prstGeom prst="rect">
            <a:avLst/>
          </a:prstGeom>
          <a:noFill/>
        </p:spPr>
        <p:txBody>
          <a:bodyPr wrap="square" rtlCol="0">
            <a:spAutoFit/>
          </a:bodyPr>
          <a:lstStyle/>
          <a:p>
            <a:pPr algn="ctr"/>
            <a:r>
              <a:rPr lang="en-US" sz="2400" dirty="0"/>
              <a:t>Logic to construct </a:t>
            </a:r>
            <a:r>
              <a:rPr lang="en-US" sz="2400" dirty="0" err="1"/>
              <a:t>plantingID</a:t>
            </a:r>
            <a:endParaRPr lang="en-US" sz="2400" dirty="0"/>
          </a:p>
        </p:txBody>
      </p:sp>
      <p:sp>
        <p:nvSpPr>
          <p:cNvPr id="3" name="Rectangle: Rounded Corners 2">
            <a:extLst>
              <a:ext uri="{FF2B5EF4-FFF2-40B4-BE49-F238E27FC236}">
                <a16:creationId xmlns:a16="http://schemas.microsoft.com/office/drawing/2014/main" id="{548B1972-D339-CB02-2AD9-70344AB74E7C}"/>
              </a:ext>
            </a:extLst>
          </p:cNvPr>
          <p:cNvSpPr/>
          <p:nvPr/>
        </p:nvSpPr>
        <p:spPr>
          <a:xfrm>
            <a:off x="2090057" y="1909187"/>
            <a:ext cx="1939332" cy="482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Add group number</a:t>
            </a:r>
          </a:p>
          <a:p>
            <a:pPr algn="ctr"/>
            <a:r>
              <a:rPr lang="en-US" sz="1200" dirty="0"/>
              <a:t>(</a:t>
            </a:r>
            <a:r>
              <a:rPr lang="en-US" sz="1200" dirty="0" err="1"/>
              <a:t>activity_filter</a:t>
            </a:r>
            <a:r>
              <a:rPr lang="en-US" sz="1200" dirty="0"/>
              <a:t>)</a:t>
            </a:r>
          </a:p>
        </p:txBody>
      </p:sp>
      <p:sp>
        <p:nvSpPr>
          <p:cNvPr id="4" name="Rectangle: Rounded Corners 3">
            <a:extLst>
              <a:ext uri="{FF2B5EF4-FFF2-40B4-BE49-F238E27FC236}">
                <a16:creationId xmlns:a16="http://schemas.microsoft.com/office/drawing/2014/main" id="{0F1A83BF-5FC8-FCDE-B333-FE8460D1F904}"/>
              </a:ext>
            </a:extLst>
          </p:cNvPr>
          <p:cNvSpPr/>
          <p:nvPr/>
        </p:nvSpPr>
        <p:spPr>
          <a:xfrm>
            <a:off x="2090057" y="2795116"/>
            <a:ext cx="1939332" cy="482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Add </a:t>
            </a:r>
            <a:r>
              <a:rPr lang="en-US" sz="1200" dirty="0" err="1"/>
              <a:t>donor_site_code</a:t>
            </a:r>
            <a:endParaRPr lang="en-US" sz="1200" dirty="0"/>
          </a:p>
          <a:p>
            <a:pPr algn="ctr"/>
            <a:r>
              <a:rPr lang="en-US" sz="1200" dirty="0"/>
              <a:t>(from file; clean up Mixed)</a:t>
            </a:r>
          </a:p>
        </p:txBody>
      </p:sp>
      <p:sp>
        <p:nvSpPr>
          <p:cNvPr id="5" name="Rectangle: Rounded Corners 4">
            <a:extLst>
              <a:ext uri="{FF2B5EF4-FFF2-40B4-BE49-F238E27FC236}">
                <a16:creationId xmlns:a16="http://schemas.microsoft.com/office/drawing/2014/main" id="{81E63916-84A3-D121-9636-4881514E37B3}"/>
              </a:ext>
            </a:extLst>
          </p:cNvPr>
          <p:cNvSpPr/>
          <p:nvPr/>
        </p:nvSpPr>
        <p:spPr>
          <a:xfrm>
            <a:off x="6281894" y="2795116"/>
            <a:ext cx="1939332" cy="48232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Basic plantings table</a:t>
            </a:r>
          </a:p>
        </p:txBody>
      </p:sp>
      <p:cxnSp>
        <p:nvCxnSpPr>
          <p:cNvPr id="7" name="Straight Arrow Connector 6">
            <a:extLst>
              <a:ext uri="{FF2B5EF4-FFF2-40B4-BE49-F238E27FC236}">
                <a16:creationId xmlns:a16="http://schemas.microsoft.com/office/drawing/2014/main" id="{82A5AE45-61B6-2336-26C2-84130B53392B}"/>
              </a:ext>
            </a:extLst>
          </p:cNvPr>
          <p:cNvCxnSpPr>
            <a:endCxn id="4" idx="0"/>
          </p:cNvCxnSpPr>
          <p:nvPr/>
        </p:nvCxnSpPr>
        <p:spPr>
          <a:xfrm>
            <a:off x="3059723" y="2391507"/>
            <a:ext cx="0" cy="4036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856A6CD-0414-4212-902E-6D8947BEA57F}"/>
              </a:ext>
            </a:extLst>
          </p:cNvPr>
          <p:cNvCxnSpPr>
            <a:stCxn id="4" idx="3"/>
            <a:endCxn id="5" idx="1"/>
          </p:cNvCxnSpPr>
          <p:nvPr/>
        </p:nvCxnSpPr>
        <p:spPr>
          <a:xfrm>
            <a:off x="4029389" y="3036276"/>
            <a:ext cx="2252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0DC6AFF-BED6-429B-4ACD-D5F648D1D34F}"/>
              </a:ext>
            </a:extLst>
          </p:cNvPr>
          <p:cNvSpPr txBox="1"/>
          <p:nvPr/>
        </p:nvSpPr>
        <p:spPr>
          <a:xfrm>
            <a:off x="4521758" y="2795116"/>
            <a:ext cx="1386667" cy="461665"/>
          </a:xfrm>
          <a:prstGeom prst="rect">
            <a:avLst/>
          </a:prstGeom>
          <a:noFill/>
        </p:spPr>
        <p:txBody>
          <a:bodyPr wrap="square" rtlCol="0">
            <a:spAutoFit/>
          </a:bodyPr>
          <a:lstStyle/>
          <a:p>
            <a:pPr algn="ctr"/>
            <a:r>
              <a:rPr lang="en-US" sz="1200" dirty="0"/>
              <a:t>Summarize</a:t>
            </a:r>
          </a:p>
          <a:p>
            <a:pPr algn="ctr"/>
            <a:r>
              <a:rPr lang="en-US" sz="1200" dirty="0"/>
              <a:t>on </a:t>
            </a:r>
            <a:r>
              <a:rPr lang="en-US" sz="1200" dirty="0" err="1"/>
              <a:t>group_no</a:t>
            </a:r>
            <a:endParaRPr lang="en-US" sz="1200" dirty="0"/>
          </a:p>
        </p:txBody>
      </p:sp>
      <p:sp>
        <p:nvSpPr>
          <p:cNvPr id="11" name="Rectangle: Rounded Corners 10">
            <a:extLst>
              <a:ext uri="{FF2B5EF4-FFF2-40B4-BE49-F238E27FC236}">
                <a16:creationId xmlns:a16="http://schemas.microsoft.com/office/drawing/2014/main" id="{428B0E5D-B23B-EA35-5537-F3E584EAB558}"/>
              </a:ext>
            </a:extLst>
          </p:cNvPr>
          <p:cNvSpPr/>
          <p:nvPr/>
        </p:nvSpPr>
        <p:spPr>
          <a:xfrm>
            <a:off x="6281894" y="3681045"/>
            <a:ext cx="1939332" cy="48232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Add initial </a:t>
            </a:r>
            <a:r>
              <a:rPr lang="en-US" sz="1200" dirty="0" err="1"/>
              <a:t>plantingID</a:t>
            </a:r>
            <a:endParaRPr lang="en-US" sz="1200" dirty="0"/>
          </a:p>
        </p:txBody>
      </p:sp>
      <p:sp>
        <p:nvSpPr>
          <p:cNvPr id="12" name="Rectangle: Rounded Corners 11">
            <a:extLst>
              <a:ext uri="{FF2B5EF4-FFF2-40B4-BE49-F238E27FC236}">
                <a16:creationId xmlns:a16="http://schemas.microsoft.com/office/drawing/2014/main" id="{33FB7D9F-5927-F540-011F-97370D51F3DD}"/>
              </a:ext>
            </a:extLst>
          </p:cNvPr>
          <p:cNvSpPr/>
          <p:nvPr/>
        </p:nvSpPr>
        <p:spPr>
          <a:xfrm>
            <a:off x="6281894" y="4566974"/>
            <a:ext cx="1939332" cy="48232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Add </a:t>
            </a:r>
            <a:r>
              <a:rPr lang="en-US" sz="1200" dirty="0" err="1"/>
              <a:t>plantingID_init</a:t>
            </a:r>
            <a:r>
              <a:rPr lang="en-US" sz="1200" dirty="0"/>
              <a:t> counts</a:t>
            </a:r>
          </a:p>
        </p:txBody>
      </p:sp>
      <p:sp>
        <p:nvSpPr>
          <p:cNvPr id="13" name="Rectangle: Rounded Corners 12">
            <a:extLst>
              <a:ext uri="{FF2B5EF4-FFF2-40B4-BE49-F238E27FC236}">
                <a16:creationId xmlns:a16="http://schemas.microsoft.com/office/drawing/2014/main" id="{A8831592-B361-5EE8-D37D-3D0C858E086A}"/>
              </a:ext>
            </a:extLst>
          </p:cNvPr>
          <p:cNvSpPr/>
          <p:nvPr/>
        </p:nvSpPr>
        <p:spPr>
          <a:xfrm>
            <a:off x="6281894" y="5362468"/>
            <a:ext cx="1939332" cy="482320"/>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Add </a:t>
            </a:r>
            <a:r>
              <a:rPr lang="en-US" sz="1200" dirty="0" err="1"/>
              <a:t>plantingID</a:t>
            </a:r>
            <a:endParaRPr lang="en-US" sz="1200" dirty="0"/>
          </a:p>
          <a:p>
            <a:pPr algn="ctr"/>
            <a:r>
              <a:rPr lang="en-US" sz="1200" dirty="0"/>
              <a:t>(add replicate suffixes)</a:t>
            </a:r>
          </a:p>
        </p:txBody>
      </p:sp>
      <p:cxnSp>
        <p:nvCxnSpPr>
          <p:cNvPr id="15" name="Straight Arrow Connector 14">
            <a:extLst>
              <a:ext uri="{FF2B5EF4-FFF2-40B4-BE49-F238E27FC236}">
                <a16:creationId xmlns:a16="http://schemas.microsoft.com/office/drawing/2014/main" id="{AC02EB6D-1D43-0BA1-EDFB-FAF5728FB705}"/>
              </a:ext>
            </a:extLst>
          </p:cNvPr>
          <p:cNvCxnSpPr>
            <a:stCxn id="5" idx="2"/>
            <a:endCxn id="11" idx="0"/>
          </p:cNvCxnSpPr>
          <p:nvPr/>
        </p:nvCxnSpPr>
        <p:spPr>
          <a:xfrm>
            <a:off x="7251560" y="3277436"/>
            <a:ext cx="0" cy="4036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B08EAD8-F553-86F3-46D7-F03EA3BFB0A5}"/>
              </a:ext>
            </a:extLst>
          </p:cNvPr>
          <p:cNvCxnSpPr>
            <a:stCxn id="11" idx="2"/>
            <a:endCxn id="12" idx="0"/>
          </p:cNvCxnSpPr>
          <p:nvPr/>
        </p:nvCxnSpPr>
        <p:spPr>
          <a:xfrm>
            <a:off x="7251560" y="4163365"/>
            <a:ext cx="0" cy="4036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0941F95-6AD4-C696-5F41-0F9F7E08EF47}"/>
              </a:ext>
            </a:extLst>
          </p:cNvPr>
          <p:cNvCxnSpPr>
            <a:stCxn id="12" idx="2"/>
            <a:endCxn id="13" idx="0"/>
          </p:cNvCxnSpPr>
          <p:nvPr/>
        </p:nvCxnSpPr>
        <p:spPr>
          <a:xfrm>
            <a:off x="7251560" y="5049294"/>
            <a:ext cx="0" cy="3131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490CA82-85F7-E266-718D-0AE760D20637}"/>
              </a:ext>
            </a:extLst>
          </p:cNvPr>
          <p:cNvSpPr txBox="1"/>
          <p:nvPr/>
        </p:nvSpPr>
        <p:spPr>
          <a:xfrm>
            <a:off x="1683099" y="1377407"/>
            <a:ext cx="2753248" cy="369332"/>
          </a:xfrm>
          <a:prstGeom prst="rect">
            <a:avLst/>
          </a:prstGeom>
          <a:noFill/>
        </p:spPr>
        <p:txBody>
          <a:bodyPr wrap="square" rtlCol="0">
            <a:spAutoFit/>
          </a:bodyPr>
          <a:lstStyle/>
          <a:p>
            <a:pPr algn="ctr"/>
            <a:r>
              <a:rPr lang="en-US" dirty="0">
                <a:solidFill>
                  <a:schemeClr val="accent1"/>
                </a:solidFill>
              </a:rPr>
              <a:t>Planting GPS points</a:t>
            </a:r>
          </a:p>
        </p:txBody>
      </p:sp>
      <p:sp>
        <p:nvSpPr>
          <p:cNvPr id="21" name="TextBox 20">
            <a:extLst>
              <a:ext uri="{FF2B5EF4-FFF2-40B4-BE49-F238E27FC236}">
                <a16:creationId xmlns:a16="http://schemas.microsoft.com/office/drawing/2014/main" id="{914C6B92-1449-985B-7DE0-546EFD4CD62B}"/>
              </a:ext>
            </a:extLst>
          </p:cNvPr>
          <p:cNvSpPr txBox="1"/>
          <p:nvPr/>
        </p:nvSpPr>
        <p:spPr>
          <a:xfrm>
            <a:off x="5874936" y="2184624"/>
            <a:ext cx="2753248" cy="369332"/>
          </a:xfrm>
          <a:prstGeom prst="rect">
            <a:avLst/>
          </a:prstGeom>
          <a:noFill/>
        </p:spPr>
        <p:txBody>
          <a:bodyPr wrap="square" rtlCol="0">
            <a:spAutoFit/>
          </a:bodyPr>
          <a:lstStyle/>
          <a:p>
            <a:pPr algn="ctr"/>
            <a:r>
              <a:rPr lang="en-US" dirty="0">
                <a:solidFill>
                  <a:schemeClr val="accent2">
                    <a:lumMod val="75000"/>
                  </a:schemeClr>
                </a:solidFill>
              </a:rPr>
              <a:t>plantings</a:t>
            </a:r>
          </a:p>
        </p:txBody>
      </p:sp>
      <p:sp>
        <p:nvSpPr>
          <p:cNvPr id="22" name="Rectangle: Rounded Corners 21">
            <a:extLst>
              <a:ext uri="{FF2B5EF4-FFF2-40B4-BE49-F238E27FC236}">
                <a16:creationId xmlns:a16="http://schemas.microsoft.com/office/drawing/2014/main" id="{DE5ECC1F-1B9D-1454-0E54-1767D975C368}"/>
              </a:ext>
            </a:extLst>
          </p:cNvPr>
          <p:cNvSpPr/>
          <p:nvPr/>
        </p:nvSpPr>
        <p:spPr>
          <a:xfrm>
            <a:off x="1994601" y="5359121"/>
            <a:ext cx="2130243" cy="482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r>
              <a:rPr lang="en-US" sz="1200" dirty="0"/>
              <a:t> </a:t>
            </a:r>
          </a:p>
          <a:p>
            <a:pPr algn="ctr"/>
            <a:r>
              <a:rPr lang="en-US" sz="1000" dirty="0"/>
              <a:t>(w/</a:t>
            </a:r>
            <a:r>
              <a:rPr lang="en-US" sz="1000" dirty="0" err="1"/>
              <a:t>donor_site_code</a:t>
            </a:r>
            <a:r>
              <a:rPr lang="en-US" sz="1000" dirty="0"/>
              <a:t> &amp; </a:t>
            </a:r>
            <a:r>
              <a:rPr lang="en-US" sz="1000" dirty="0" err="1"/>
              <a:t>plantingID</a:t>
            </a:r>
            <a:r>
              <a:rPr lang="en-US" sz="1000" dirty="0"/>
              <a:t>)</a:t>
            </a:r>
          </a:p>
        </p:txBody>
      </p:sp>
      <p:cxnSp>
        <p:nvCxnSpPr>
          <p:cNvPr id="24" name="Straight Arrow Connector 23">
            <a:extLst>
              <a:ext uri="{FF2B5EF4-FFF2-40B4-BE49-F238E27FC236}">
                <a16:creationId xmlns:a16="http://schemas.microsoft.com/office/drawing/2014/main" id="{6741DCA5-39D3-C1F1-4BC7-925FF72273F4}"/>
              </a:ext>
            </a:extLst>
          </p:cNvPr>
          <p:cNvCxnSpPr>
            <a:stCxn id="13" idx="1"/>
            <a:endCxn id="22" idx="3"/>
          </p:cNvCxnSpPr>
          <p:nvPr/>
        </p:nvCxnSpPr>
        <p:spPr>
          <a:xfrm flipH="1" flipV="1">
            <a:off x="4124844" y="5600281"/>
            <a:ext cx="2157050" cy="3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EB907F3-568F-7DDB-CC86-995250446144}"/>
              </a:ext>
            </a:extLst>
          </p:cNvPr>
          <p:cNvCxnSpPr>
            <a:stCxn id="4" idx="2"/>
            <a:endCxn id="22" idx="0"/>
          </p:cNvCxnSpPr>
          <p:nvPr/>
        </p:nvCxnSpPr>
        <p:spPr>
          <a:xfrm>
            <a:off x="3059723" y="3277436"/>
            <a:ext cx="0" cy="20816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BF048C67-0DB8-E425-4E9C-0A3FEB6DE87D}"/>
              </a:ext>
            </a:extLst>
          </p:cNvPr>
          <p:cNvSpPr txBox="1"/>
          <p:nvPr/>
        </p:nvSpPr>
        <p:spPr>
          <a:xfrm>
            <a:off x="4521758" y="5379776"/>
            <a:ext cx="1386667" cy="461665"/>
          </a:xfrm>
          <a:prstGeom prst="rect">
            <a:avLst/>
          </a:prstGeom>
          <a:noFill/>
        </p:spPr>
        <p:txBody>
          <a:bodyPr wrap="square" rtlCol="0">
            <a:spAutoFit/>
          </a:bodyPr>
          <a:lstStyle/>
          <a:p>
            <a:pPr algn="ctr"/>
            <a:r>
              <a:rPr lang="en-US" sz="1200" dirty="0"/>
              <a:t>Left-join</a:t>
            </a:r>
          </a:p>
          <a:p>
            <a:pPr algn="ctr"/>
            <a:r>
              <a:rPr lang="en-US" sz="1200" dirty="0"/>
              <a:t>on </a:t>
            </a:r>
            <a:r>
              <a:rPr lang="en-US" sz="1200" dirty="0" err="1"/>
              <a:t>group_no</a:t>
            </a:r>
            <a:endParaRPr lang="en-US" sz="1200" dirty="0"/>
          </a:p>
        </p:txBody>
      </p:sp>
    </p:spTree>
    <p:extLst>
      <p:ext uri="{BB962C8B-B14F-4D97-AF65-F5344CB8AC3E}">
        <p14:creationId xmlns:p14="http://schemas.microsoft.com/office/powerpoint/2010/main" val="1931087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101747-862E-4F85-120C-BA6E604F6393}"/>
              </a:ext>
            </a:extLst>
          </p:cNvPr>
          <p:cNvGrpSpPr/>
          <p:nvPr/>
        </p:nvGrpSpPr>
        <p:grpSpPr>
          <a:xfrm>
            <a:off x="916074" y="1604489"/>
            <a:ext cx="830577" cy="850553"/>
            <a:chOff x="1009946" y="2029766"/>
            <a:chExt cx="830577" cy="850553"/>
          </a:xfrm>
        </p:grpSpPr>
        <p:pic>
          <p:nvPicPr>
            <p:cNvPr id="4" name="Picture 3" descr="Enhance your Excel spreadsheets with tables, images and ...">
              <a:extLst>
                <a:ext uri="{FF2B5EF4-FFF2-40B4-BE49-F238E27FC236}">
                  <a16:creationId xmlns:a16="http://schemas.microsoft.com/office/drawing/2014/main" id="{D12E1E05-4744-C028-3A6F-3B9BD64EADD7}"/>
                </a:ext>
              </a:extLst>
            </p:cNvPr>
            <p:cNvPicPr>
              <a:picLocks noChangeAspect="1"/>
            </p:cNvPicPr>
            <p:nvPr/>
          </p:nvPicPr>
          <p:blipFill>
            <a:blip r:embed="rId2"/>
            <a:srcRect l="23763" t="26580" r="24314" b="25618"/>
            <a:stretch>
              <a:fillRect/>
            </a:stretch>
          </p:blipFill>
          <p:spPr>
            <a:xfrm>
              <a:off x="1095271" y="2029766"/>
              <a:ext cx="622998" cy="573554"/>
            </a:xfrm>
            <a:prstGeom prst="rect">
              <a:avLst/>
            </a:prstGeom>
          </p:spPr>
        </p:pic>
        <p:sp>
          <p:nvSpPr>
            <p:cNvPr id="5" name="TextBox 4">
              <a:extLst>
                <a:ext uri="{FF2B5EF4-FFF2-40B4-BE49-F238E27FC236}">
                  <a16:creationId xmlns:a16="http://schemas.microsoft.com/office/drawing/2014/main" id="{B28BC884-3196-29ED-E165-26704C084078}"/>
                </a:ext>
              </a:extLst>
            </p:cNvPr>
            <p:cNvSpPr txBox="1"/>
            <p:nvPr/>
          </p:nvSpPr>
          <p:spPr>
            <a:xfrm>
              <a:off x="1009946" y="2603320"/>
              <a:ext cx="830577" cy="276999"/>
            </a:xfrm>
            <a:prstGeom prst="rect">
              <a:avLst/>
            </a:prstGeom>
            <a:noFill/>
          </p:spPr>
          <p:txBody>
            <a:bodyPr wrap="square" rtlCol="0">
              <a:spAutoFit/>
            </a:bodyPr>
            <a:lstStyle/>
            <a:p>
              <a:pPr algn="ctr"/>
              <a:r>
                <a:rPr lang="en-US" sz="1200" dirty="0"/>
                <a:t>snapshot</a:t>
              </a:r>
            </a:p>
          </p:txBody>
        </p:sp>
      </p:grpSp>
      <p:pic>
        <p:nvPicPr>
          <p:cNvPr id="7" name="Picture 6" descr="code file Icon - Free PNG &amp; SVG 2035030 - Noun Project">
            <a:extLst>
              <a:ext uri="{FF2B5EF4-FFF2-40B4-BE49-F238E27FC236}">
                <a16:creationId xmlns:a16="http://schemas.microsoft.com/office/drawing/2014/main" id="{EEEE1603-DB40-7511-6449-881EB9B22359}"/>
              </a:ext>
            </a:extLst>
          </p:cNvPr>
          <p:cNvPicPr>
            <a:picLocks noChangeAspect="1"/>
          </p:cNvPicPr>
          <p:nvPr/>
        </p:nvPicPr>
        <p:blipFill>
          <a:blip r:embed="rId3"/>
          <a:stretch>
            <a:fillRect/>
          </a:stretch>
        </p:blipFill>
        <p:spPr>
          <a:xfrm>
            <a:off x="2040453" y="1676263"/>
            <a:ext cx="501780" cy="501780"/>
          </a:xfrm>
          <a:prstGeom prst="rect">
            <a:avLst/>
          </a:prstGeom>
        </p:spPr>
      </p:pic>
      <p:pic>
        <p:nvPicPr>
          <p:cNvPr id="8" name="Picture 7" descr="code file Icon - Free PNG &amp; SVG 2035030 - Noun Project">
            <a:extLst>
              <a:ext uri="{FF2B5EF4-FFF2-40B4-BE49-F238E27FC236}">
                <a16:creationId xmlns:a16="http://schemas.microsoft.com/office/drawing/2014/main" id="{6A0AFBB5-2D8D-60C1-5F39-C3E32D61F050}"/>
              </a:ext>
            </a:extLst>
          </p:cNvPr>
          <p:cNvPicPr>
            <a:picLocks noChangeAspect="1"/>
          </p:cNvPicPr>
          <p:nvPr/>
        </p:nvPicPr>
        <p:blipFill>
          <a:blip r:embed="rId3"/>
          <a:stretch>
            <a:fillRect/>
          </a:stretch>
        </p:blipFill>
        <p:spPr>
          <a:xfrm>
            <a:off x="4708926" y="1277723"/>
            <a:ext cx="501780" cy="501780"/>
          </a:xfrm>
          <a:prstGeom prst="rect">
            <a:avLst/>
          </a:prstGeom>
        </p:spPr>
      </p:pic>
      <p:pic>
        <p:nvPicPr>
          <p:cNvPr id="9" name="Picture 8" descr="code file Icon - Free PNG &amp; SVG 2035030 - Noun Project">
            <a:extLst>
              <a:ext uri="{FF2B5EF4-FFF2-40B4-BE49-F238E27FC236}">
                <a16:creationId xmlns:a16="http://schemas.microsoft.com/office/drawing/2014/main" id="{0D674816-2260-DD99-F511-493CB739DBAB}"/>
              </a:ext>
            </a:extLst>
          </p:cNvPr>
          <p:cNvPicPr>
            <a:picLocks noChangeAspect="1"/>
          </p:cNvPicPr>
          <p:nvPr/>
        </p:nvPicPr>
        <p:blipFill>
          <a:blip r:embed="rId3"/>
          <a:stretch>
            <a:fillRect/>
          </a:stretch>
        </p:blipFill>
        <p:spPr>
          <a:xfrm>
            <a:off x="2163123" y="6013073"/>
            <a:ext cx="501780" cy="501780"/>
          </a:xfrm>
          <a:prstGeom prst="rect">
            <a:avLst/>
          </a:prstGeom>
        </p:spPr>
      </p:pic>
      <p:pic>
        <p:nvPicPr>
          <p:cNvPr id="10" name="Picture 9" descr="code file Icon - Free PNG &amp; SVG 2035030 - Noun Project">
            <a:extLst>
              <a:ext uri="{FF2B5EF4-FFF2-40B4-BE49-F238E27FC236}">
                <a16:creationId xmlns:a16="http://schemas.microsoft.com/office/drawing/2014/main" id="{220B7CA8-A3CE-72D1-58F6-8EA4571229DD}"/>
              </a:ext>
            </a:extLst>
          </p:cNvPr>
          <p:cNvPicPr>
            <a:picLocks noChangeAspect="1"/>
          </p:cNvPicPr>
          <p:nvPr/>
        </p:nvPicPr>
        <p:blipFill>
          <a:blip r:embed="rId3"/>
          <a:stretch>
            <a:fillRect/>
          </a:stretch>
        </p:blipFill>
        <p:spPr>
          <a:xfrm>
            <a:off x="9220820" y="3229820"/>
            <a:ext cx="501780" cy="501780"/>
          </a:xfrm>
          <a:prstGeom prst="rect">
            <a:avLst/>
          </a:prstGeom>
        </p:spPr>
      </p:pic>
      <p:pic>
        <p:nvPicPr>
          <p:cNvPr id="11" name="Picture 10" descr="code file Icon - Free PNG &amp; SVG 2035030 - Noun Project">
            <a:extLst>
              <a:ext uri="{FF2B5EF4-FFF2-40B4-BE49-F238E27FC236}">
                <a16:creationId xmlns:a16="http://schemas.microsoft.com/office/drawing/2014/main" id="{FE7EC4B1-B1ED-64EC-FA7B-BBEBB2265C83}"/>
              </a:ext>
            </a:extLst>
          </p:cNvPr>
          <p:cNvPicPr>
            <a:picLocks noChangeAspect="1"/>
          </p:cNvPicPr>
          <p:nvPr/>
        </p:nvPicPr>
        <p:blipFill>
          <a:blip r:embed="rId3"/>
          <a:stretch>
            <a:fillRect/>
          </a:stretch>
        </p:blipFill>
        <p:spPr>
          <a:xfrm>
            <a:off x="10473521" y="1277722"/>
            <a:ext cx="501780" cy="501780"/>
          </a:xfrm>
          <a:prstGeom prst="rect">
            <a:avLst/>
          </a:prstGeom>
        </p:spPr>
      </p:pic>
      <p:grpSp>
        <p:nvGrpSpPr>
          <p:cNvPr id="28" name="Group 27">
            <a:extLst>
              <a:ext uri="{FF2B5EF4-FFF2-40B4-BE49-F238E27FC236}">
                <a16:creationId xmlns:a16="http://schemas.microsoft.com/office/drawing/2014/main" id="{8F8192A6-DF25-A932-8284-700F6C27829D}"/>
              </a:ext>
            </a:extLst>
          </p:cNvPr>
          <p:cNvGrpSpPr/>
          <p:nvPr/>
        </p:nvGrpSpPr>
        <p:grpSpPr>
          <a:xfrm>
            <a:off x="2962388" y="1392563"/>
            <a:ext cx="1326383" cy="1062479"/>
            <a:chOff x="2905329" y="1224828"/>
            <a:chExt cx="1326383" cy="1062479"/>
          </a:xfrm>
        </p:grpSpPr>
        <p:sp>
          <p:nvSpPr>
            <p:cNvPr id="2" name="Rectangle: Rounded Corners 1">
              <a:extLst>
                <a:ext uri="{FF2B5EF4-FFF2-40B4-BE49-F238E27FC236}">
                  <a16:creationId xmlns:a16="http://schemas.microsoft.com/office/drawing/2014/main" id="{B134718F-EE89-7D7B-9964-B49EFD85EBAC}"/>
                </a:ext>
              </a:extLst>
            </p:cNvPr>
            <p:cNvSpPr/>
            <p:nvPr/>
          </p:nvSpPr>
          <p:spPr>
            <a:xfrm>
              <a:off x="2905329" y="1224828"/>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19" name="Rectangle: Rounded Corners 18">
              <a:extLst>
                <a:ext uri="{FF2B5EF4-FFF2-40B4-BE49-F238E27FC236}">
                  <a16:creationId xmlns:a16="http://schemas.microsoft.com/office/drawing/2014/main" id="{50E64E10-69DE-2EC1-8837-50C3EB7E95F7}"/>
                </a:ext>
              </a:extLst>
            </p:cNvPr>
            <p:cNvSpPr/>
            <p:nvPr/>
          </p:nvSpPr>
          <p:spPr>
            <a:xfrm>
              <a:off x="2905329" y="1614855"/>
              <a:ext cx="1326383" cy="282425"/>
            </a:xfrm>
            <a:prstGeom prst="roundRect">
              <a:avLst/>
            </a:prstGeom>
            <a:solidFill>
              <a:schemeClr val="accent2">
                <a:lumMod val="40000"/>
                <a:lumOff val="6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effectLst>
                    <a:glow rad="63500">
                      <a:schemeClr val="accent2">
                        <a:satMod val="175000"/>
                        <a:alpha val="40000"/>
                      </a:schemeClr>
                    </a:glow>
                  </a:effectLst>
                </a:rPr>
                <a:t>plantings</a:t>
              </a:r>
            </a:p>
          </p:txBody>
        </p:sp>
        <p:sp>
          <p:nvSpPr>
            <p:cNvPr id="20" name="Rectangle: Rounded Corners 19">
              <a:extLst>
                <a:ext uri="{FF2B5EF4-FFF2-40B4-BE49-F238E27FC236}">
                  <a16:creationId xmlns:a16="http://schemas.microsoft.com/office/drawing/2014/main" id="{E6734159-12AB-2D7E-C2D0-B116396D5C59}"/>
                </a:ext>
              </a:extLst>
            </p:cNvPr>
            <p:cNvSpPr/>
            <p:nvPr/>
          </p:nvSpPr>
          <p:spPr>
            <a:xfrm>
              <a:off x="2905329" y="2004882"/>
              <a:ext cx="1326383" cy="28242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200" dirty="0" err="1"/>
                <a:t>donor_sites</a:t>
              </a:r>
              <a:endParaRPr lang="en-US" sz="1200" dirty="0"/>
            </a:p>
          </p:txBody>
        </p:sp>
      </p:grpSp>
      <p:sp>
        <p:nvSpPr>
          <p:cNvPr id="21" name="Rectangle: Rounded Corners 20">
            <a:extLst>
              <a:ext uri="{FF2B5EF4-FFF2-40B4-BE49-F238E27FC236}">
                <a16:creationId xmlns:a16="http://schemas.microsoft.com/office/drawing/2014/main" id="{3BC74E12-4778-02BB-930D-7AC2F062A62C}"/>
              </a:ext>
            </a:extLst>
          </p:cNvPr>
          <p:cNvSpPr/>
          <p:nvPr/>
        </p:nvSpPr>
        <p:spPr>
          <a:xfrm>
            <a:off x="218129" y="602178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22" name="Rectangle: Rounded Corners 21">
            <a:extLst>
              <a:ext uri="{FF2B5EF4-FFF2-40B4-BE49-F238E27FC236}">
                <a16:creationId xmlns:a16="http://schemas.microsoft.com/office/drawing/2014/main" id="{40872229-A51C-FE7C-162C-9C43FC1AF0ED}"/>
              </a:ext>
            </a:extLst>
          </p:cNvPr>
          <p:cNvSpPr/>
          <p:nvPr/>
        </p:nvSpPr>
        <p:spPr>
          <a:xfrm>
            <a:off x="370529" y="617418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23" name="Rectangle: Rounded Corners 22">
            <a:extLst>
              <a:ext uri="{FF2B5EF4-FFF2-40B4-BE49-F238E27FC236}">
                <a16:creationId xmlns:a16="http://schemas.microsoft.com/office/drawing/2014/main" id="{40635CF4-2D28-464D-CE5E-918F8175A72B}"/>
              </a:ext>
            </a:extLst>
          </p:cNvPr>
          <p:cNvSpPr/>
          <p:nvPr/>
        </p:nvSpPr>
        <p:spPr>
          <a:xfrm>
            <a:off x="522929" y="632658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27" name="Rectangle: Rounded Corners 26">
            <a:extLst>
              <a:ext uri="{FF2B5EF4-FFF2-40B4-BE49-F238E27FC236}">
                <a16:creationId xmlns:a16="http://schemas.microsoft.com/office/drawing/2014/main" id="{2F2F411E-C8E8-71EB-4C33-714F5E0E5968}"/>
              </a:ext>
            </a:extLst>
          </p:cNvPr>
          <p:cNvSpPr/>
          <p:nvPr/>
        </p:nvSpPr>
        <p:spPr>
          <a:xfrm>
            <a:off x="5550043" y="138740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grpSp>
        <p:nvGrpSpPr>
          <p:cNvPr id="29" name="Group 28">
            <a:extLst>
              <a:ext uri="{FF2B5EF4-FFF2-40B4-BE49-F238E27FC236}">
                <a16:creationId xmlns:a16="http://schemas.microsoft.com/office/drawing/2014/main" id="{6DB71DC7-7118-B4B1-7219-DAA6A06FCA96}"/>
              </a:ext>
            </a:extLst>
          </p:cNvPr>
          <p:cNvGrpSpPr/>
          <p:nvPr/>
        </p:nvGrpSpPr>
        <p:grpSpPr>
          <a:xfrm>
            <a:off x="452591" y="342735"/>
            <a:ext cx="693336" cy="850553"/>
            <a:chOff x="1095271" y="2029766"/>
            <a:chExt cx="693336" cy="850553"/>
          </a:xfrm>
        </p:grpSpPr>
        <p:pic>
          <p:nvPicPr>
            <p:cNvPr id="30" name="Picture 29" descr="Enhance your Excel spreadsheets with tables, images and ...">
              <a:extLst>
                <a:ext uri="{FF2B5EF4-FFF2-40B4-BE49-F238E27FC236}">
                  <a16:creationId xmlns:a16="http://schemas.microsoft.com/office/drawing/2014/main" id="{8E93E1A1-8879-B0A3-8A76-3BE824826618}"/>
                </a:ext>
              </a:extLst>
            </p:cNvPr>
            <p:cNvPicPr>
              <a:picLocks noChangeAspect="1"/>
            </p:cNvPicPr>
            <p:nvPr/>
          </p:nvPicPr>
          <p:blipFill>
            <a:blip r:embed="rId2"/>
            <a:srcRect l="23763" t="26580" r="24314" b="25618"/>
            <a:stretch>
              <a:fillRect/>
            </a:stretch>
          </p:blipFill>
          <p:spPr>
            <a:xfrm>
              <a:off x="1095271" y="2029766"/>
              <a:ext cx="622998" cy="573554"/>
            </a:xfrm>
            <a:prstGeom prst="rect">
              <a:avLst/>
            </a:prstGeom>
          </p:spPr>
        </p:pic>
        <p:sp>
          <p:nvSpPr>
            <p:cNvPr id="31" name="TextBox 30">
              <a:extLst>
                <a:ext uri="{FF2B5EF4-FFF2-40B4-BE49-F238E27FC236}">
                  <a16:creationId xmlns:a16="http://schemas.microsoft.com/office/drawing/2014/main" id="{CA8691F4-1E33-F858-7E63-5915C6478A44}"/>
                </a:ext>
              </a:extLst>
            </p:cNvPr>
            <p:cNvSpPr txBox="1"/>
            <p:nvPr/>
          </p:nvSpPr>
          <p:spPr>
            <a:xfrm>
              <a:off x="1165609" y="2603320"/>
              <a:ext cx="622998" cy="276999"/>
            </a:xfrm>
            <a:prstGeom prst="rect">
              <a:avLst/>
            </a:prstGeom>
            <a:noFill/>
          </p:spPr>
          <p:txBody>
            <a:bodyPr wrap="square" rtlCol="0">
              <a:spAutoFit/>
            </a:bodyPr>
            <a:lstStyle/>
            <a:p>
              <a:pPr algn="ctr"/>
              <a:r>
                <a:rPr lang="en-US" sz="1200" dirty="0"/>
                <a:t>matrix</a:t>
              </a:r>
            </a:p>
          </p:txBody>
        </p:sp>
      </p:grpSp>
      <p:grpSp>
        <p:nvGrpSpPr>
          <p:cNvPr id="33" name="Group 32">
            <a:extLst>
              <a:ext uri="{FF2B5EF4-FFF2-40B4-BE49-F238E27FC236}">
                <a16:creationId xmlns:a16="http://schemas.microsoft.com/office/drawing/2014/main" id="{0353F0D7-4B6D-F8F9-4989-BB4ADCCDCBAB}"/>
              </a:ext>
            </a:extLst>
          </p:cNvPr>
          <p:cNvGrpSpPr/>
          <p:nvPr/>
        </p:nvGrpSpPr>
        <p:grpSpPr>
          <a:xfrm>
            <a:off x="8253643" y="1131771"/>
            <a:ext cx="1468957" cy="793682"/>
            <a:chOff x="8056880" y="864763"/>
            <a:chExt cx="1468957" cy="793682"/>
          </a:xfrm>
        </p:grpSpPr>
        <p:sp>
          <p:nvSpPr>
            <p:cNvPr id="25" name="Rectangle: Rounded Corners 24">
              <a:extLst>
                <a:ext uri="{FF2B5EF4-FFF2-40B4-BE49-F238E27FC236}">
                  <a16:creationId xmlns:a16="http://schemas.microsoft.com/office/drawing/2014/main" id="{D6359055-ACD2-0D0E-D881-441F5D0CDEEA}"/>
                </a:ext>
              </a:extLst>
            </p:cNvPr>
            <p:cNvSpPr/>
            <p:nvPr/>
          </p:nvSpPr>
          <p:spPr>
            <a:xfrm>
              <a:off x="8062539" y="864763"/>
              <a:ext cx="1326383" cy="2824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subprojects</a:t>
              </a:r>
            </a:p>
          </p:txBody>
        </p:sp>
        <p:sp>
          <p:nvSpPr>
            <p:cNvPr id="26" name="Rectangle: Rounded Corners 25">
              <a:extLst>
                <a:ext uri="{FF2B5EF4-FFF2-40B4-BE49-F238E27FC236}">
                  <a16:creationId xmlns:a16="http://schemas.microsoft.com/office/drawing/2014/main" id="{D7A74A4C-774A-7613-65A2-C6BDFD02D843}"/>
                </a:ext>
              </a:extLst>
            </p:cNvPr>
            <p:cNvSpPr/>
            <p:nvPr/>
          </p:nvSpPr>
          <p:spPr>
            <a:xfrm>
              <a:off x="8056880" y="137602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32" name="Freeform: Shape 31">
              <a:extLst>
                <a:ext uri="{FF2B5EF4-FFF2-40B4-BE49-F238E27FC236}">
                  <a16:creationId xmlns:a16="http://schemas.microsoft.com/office/drawing/2014/main" id="{E3567D02-CF26-90EC-E2E0-800184435850}"/>
                </a:ext>
              </a:extLst>
            </p:cNvPr>
            <p:cNvSpPr/>
            <p:nvPr/>
          </p:nvSpPr>
          <p:spPr>
            <a:xfrm>
              <a:off x="9385160" y="1080198"/>
              <a:ext cx="140677" cy="391886"/>
            </a:xfrm>
            <a:custGeom>
              <a:avLst/>
              <a:gdLst>
                <a:gd name="csX0" fmla="*/ 20097 w 140677"/>
                <a:gd name="csY0" fmla="*/ 0 h 391886"/>
                <a:gd name="csX1" fmla="*/ 140677 w 140677"/>
                <a:gd name="csY1" fmla="*/ 0 h 391886"/>
                <a:gd name="csX2" fmla="*/ 140677 w 140677"/>
                <a:gd name="csY2" fmla="*/ 391886 h 391886"/>
                <a:gd name="csX3" fmla="*/ 0 w 140677"/>
                <a:gd name="csY3" fmla="*/ 391886 h 391886"/>
              </a:gdLst>
              <a:ahLst/>
              <a:cxnLst>
                <a:cxn ang="0">
                  <a:pos x="csX0" y="csY0"/>
                </a:cxn>
                <a:cxn ang="0">
                  <a:pos x="csX1" y="csY1"/>
                </a:cxn>
                <a:cxn ang="0">
                  <a:pos x="csX2" y="csY2"/>
                </a:cxn>
                <a:cxn ang="0">
                  <a:pos x="csX3" y="csY3"/>
                </a:cxn>
              </a:cxnLst>
              <a:rect l="l" t="t" r="r" b="b"/>
              <a:pathLst>
                <a:path w="140677" h="391886">
                  <a:moveTo>
                    <a:pt x="20097" y="0"/>
                  </a:moveTo>
                  <a:lnTo>
                    <a:pt x="140677" y="0"/>
                  </a:lnTo>
                  <a:lnTo>
                    <a:pt x="140677" y="391886"/>
                  </a:lnTo>
                  <a:lnTo>
                    <a:pt x="0" y="39188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Left Bracket 33">
            <a:extLst>
              <a:ext uri="{FF2B5EF4-FFF2-40B4-BE49-F238E27FC236}">
                <a16:creationId xmlns:a16="http://schemas.microsoft.com/office/drawing/2014/main" id="{A44C3F92-5268-73FC-3294-A35097F97F85}"/>
              </a:ext>
            </a:extLst>
          </p:cNvPr>
          <p:cNvSpPr/>
          <p:nvPr/>
        </p:nvSpPr>
        <p:spPr>
          <a:xfrm>
            <a:off x="8091105" y="1033882"/>
            <a:ext cx="45719" cy="1031133"/>
          </a:xfrm>
          <a:prstGeom prst="leftBracket">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56D3D5C-BC88-1359-D0EA-68CB7F35103B}"/>
              </a:ext>
            </a:extLst>
          </p:cNvPr>
          <p:cNvCxnSpPr>
            <a:endCxn id="7" idx="1"/>
          </p:cNvCxnSpPr>
          <p:nvPr/>
        </p:nvCxnSpPr>
        <p:spPr>
          <a:xfrm>
            <a:off x="1746651" y="1925453"/>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1979E4A-A556-7951-FC73-FFD729B2C866}"/>
              </a:ext>
            </a:extLst>
          </p:cNvPr>
          <p:cNvCxnSpPr/>
          <p:nvPr/>
        </p:nvCxnSpPr>
        <p:spPr>
          <a:xfrm>
            <a:off x="4461454" y="1541449"/>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60E2780-5C2A-215A-CB0F-6F48694F3FDC}"/>
              </a:ext>
            </a:extLst>
          </p:cNvPr>
          <p:cNvCxnSpPr/>
          <p:nvPr/>
        </p:nvCxnSpPr>
        <p:spPr>
          <a:xfrm>
            <a:off x="2523501" y="1923802"/>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20E3C48-F418-3575-0267-9DFEE9037BBC}"/>
              </a:ext>
            </a:extLst>
          </p:cNvPr>
          <p:cNvCxnSpPr/>
          <p:nvPr/>
        </p:nvCxnSpPr>
        <p:spPr>
          <a:xfrm>
            <a:off x="5238662" y="1528612"/>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3F73981-4942-DD03-6315-9E84CFB61C73}"/>
              </a:ext>
            </a:extLst>
          </p:cNvPr>
          <p:cNvCxnSpPr/>
          <p:nvPr/>
        </p:nvCxnSpPr>
        <p:spPr>
          <a:xfrm>
            <a:off x="6972189" y="1528612"/>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055998B-6C70-CC25-B677-0959D968F8E0}"/>
              </a:ext>
            </a:extLst>
          </p:cNvPr>
          <p:cNvCxnSpPr/>
          <p:nvPr/>
        </p:nvCxnSpPr>
        <p:spPr>
          <a:xfrm>
            <a:off x="7753898" y="1528612"/>
            <a:ext cx="293802" cy="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965779E-CE9A-7D3C-36BB-AD39A251597D}"/>
              </a:ext>
            </a:extLst>
          </p:cNvPr>
          <p:cNvCxnSpPr>
            <a:cxnSpLocks/>
          </p:cNvCxnSpPr>
          <p:nvPr/>
        </p:nvCxnSpPr>
        <p:spPr>
          <a:xfrm>
            <a:off x="9886123" y="1503558"/>
            <a:ext cx="5551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Left Bracket 37">
            <a:extLst>
              <a:ext uri="{FF2B5EF4-FFF2-40B4-BE49-F238E27FC236}">
                <a16:creationId xmlns:a16="http://schemas.microsoft.com/office/drawing/2014/main" id="{2702D7DB-8A6F-AA0E-B40F-761CDA98AA69}"/>
              </a:ext>
            </a:extLst>
          </p:cNvPr>
          <p:cNvSpPr/>
          <p:nvPr/>
        </p:nvSpPr>
        <p:spPr>
          <a:xfrm>
            <a:off x="2836035" y="1333060"/>
            <a:ext cx="45719" cy="1121982"/>
          </a:xfrm>
          <a:prstGeom prst="leftBracket">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411ED742-5BCE-B499-11B4-3CFEC5A34681}"/>
              </a:ext>
            </a:extLst>
          </p:cNvPr>
          <p:cNvCxnSpPr>
            <a:cxnSpLocks/>
          </p:cNvCxnSpPr>
          <p:nvPr/>
        </p:nvCxnSpPr>
        <p:spPr>
          <a:xfrm>
            <a:off x="10740201" y="2102583"/>
            <a:ext cx="0" cy="540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17EBBDA1-4C4F-7984-A300-92E72F8124C1}"/>
              </a:ext>
            </a:extLst>
          </p:cNvPr>
          <p:cNvCxnSpPr>
            <a:cxnSpLocks/>
          </p:cNvCxnSpPr>
          <p:nvPr/>
        </p:nvCxnSpPr>
        <p:spPr>
          <a:xfrm>
            <a:off x="1464913" y="5246357"/>
            <a:ext cx="0" cy="312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19CD739E-F32E-544D-D337-ADB194B43956}"/>
              </a:ext>
            </a:extLst>
          </p:cNvPr>
          <p:cNvCxnSpPr>
            <a:cxnSpLocks/>
          </p:cNvCxnSpPr>
          <p:nvPr/>
        </p:nvCxnSpPr>
        <p:spPr>
          <a:xfrm>
            <a:off x="1617313" y="5398757"/>
            <a:ext cx="0" cy="312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36741FD-476B-759D-2FED-E2777850F5E0}"/>
              </a:ext>
            </a:extLst>
          </p:cNvPr>
          <p:cNvCxnSpPr>
            <a:cxnSpLocks/>
          </p:cNvCxnSpPr>
          <p:nvPr/>
        </p:nvCxnSpPr>
        <p:spPr>
          <a:xfrm>
            <a:off x="1769713" y="5551157"/>
            <a:ext cx="0" cy="312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ABC7DB07-711E-548C-97F6-40CD0974EAE2}"/>
              </a:ext>
            </a:extLst>
          </p:cNvPr>
          <p:cNvCxnSpPr>
            <a:cxnSpLocks/>
          </p:cNvCxnSpPr>
          <p:nvPr/>
        </p:nvCxnSpPr>
        <p:spPr>
          <a:xfrm>
            <a:off x="1922113" y="5703557"/>
            <a:ext cx="0" cy="312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45842635-F08A-4173-D150-9FCCC35FD56B}"/>
              </a:ext>
            </a:extLst>
          </p:cNvPr>
          <p:cNvCxnSpPr>
            <a:cxnSpLocks/>
          </p:cNvCxnSpPr>
          <p:nvPr/>
        </p:nvCxnSpPr>
        <p:spPr>
          <a:xfrm>
            <a:off x="2074513" y="5855957"/>
            <a:ext cx="0" cy="312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00664B8-0EE8-FA63-99BA-03DB2A4D6386}"/>
              </a:ext>
            </a:extLst>
          </p:cNvPr>
          <p:cNvSpPr txBox="1"/>
          <p:nvPr/>
        </p:nvSpPr>
        <p:spPr>
          <a:xfrm>
            <a:off x="1997060" y="2102583"/>
            <a:ext cx="622998" cy="261610"/>
          </a:xfrm>
          <a:prstGeom prst="rect">
            <a:avLst/>
          </a:prstGeom>
          <a:noFill/>
        </p:spPr>
        <p:txBody>
          <a:bodyPr wrap="square" rtlCol="0">
            <a:spAutoFit/>
          </a:bodyPr>
          <a:lstStyle/>
          <a:p>
            <a:r>
              <a:rPr lang="en-US" sz="1100" dirty="0">
                <a:solidFill>
                  <a:schemeClr val="tx1">
                    <a:lumMod val="50000"/>
                    <a:lumOff val="50000"/>
                  </a:schemeClr>
                </a:solidFill>
              </a:rPr>
              <a:t>import</a:t>
            </a:r>
          </a:p>
        </p:txBody>
      </p:sp>
      <p:sp>
        <p:nvSpPr>
          <p:cNvPr id="39" name="TextBox 38">
            <a:extLst>
              <a:ext uri="{FF2B5EF4-FFF2-40B4-BE49-F238E27FC236}">
                <a16:creationId xmlns:a16="http://schemas.microsoft.com/office/drawing/2014/main" id="{E24B022A-A675-765D-523A-2C535A6FCD79}"/>
              </a:ext>
            </a:extLst>
          </p:cNvPr>
          <p:cNvSpPr txBox="1"/>
          <p:nvPr/>
        </p:nvSpPr>
        <p:spPr>
          <a:xfrm>
            <a:off x="370529" y="5122706"/>
            <a:ext cx="622998" cy="261610"/>
          </a:xfrm>
          <a:prstGeom prst="rect">
            <a:avLst/>
          </a:prstGeom>
          <a:noFill/>
        </p:spPr>
        <p:txBody>
          <a:bodyPr wrap="square" rtlCol="0">
            <a:spAutoFit/>
          </a:bodyPr>
          <a:lstStyle/>
          <a:p>
            <a:r>
              <a:rPr lang="en-US" sz="1100" dirty="0">
                <a:solidFill>
                  <a:schemeClr val="tx1">
                    <a:lumMod val="50000"/>
                    <a:lumOff val="50000"/>
                  </a:schemeClr>
                </a:solidFill>
              </a:rPr>
              <a:t>import</a:t>
            </a:r>
          </a:p>
        </p:txBody>
      </p:sp>
      <p:sp>
        <p:nvSpPr>
          <p:cNvPr id="46" name="TextBox 45">
            <a:extLst>
              <a:ext uri="{FF2B5EF4-FFF2-40B4-BE49-F238E27FC236}">
                <a16:creationId xmlns:a16="http://schemas.microsoft.com/office/drawing/2014/main" id="{2F3B2412-6332-B141-7E81-CB168B8FEBB1}"/>
              </a:ext>
            </a:extLst>
          </p:cNvPr>
          <p:cNvSpPr txBox="1"/>
          <p:nvPr/>
        </p:nvSpPr>
        <p:spPr>
          <a:xfrm>
            <a:off x="522929" y="5275106"/>
            <a:ext cx="622998" cy="261610"/>
          </a:xfrm>
          <a:prstGeom prst="rect">
            <a:avLst/>
          </a:prstGeom>
          <a:noFill/>
        </p:spPr>
        <p:txBody>
          <a:bodyPr wrap="square" rtlCol="0">
            <a:spAutoFit/>
          </a:bodyPr>
          <a:lstStyle/>
          <a:p>
            <a:r>
              <a:rPr lang="en-US" sz="1100" dirty="0">
                <a:solidFill>
                  <a:schemeClr val="tx1">
                    <a:lumMod val="50000"/>
                    <a:lumOff val="50000"/>
                  </a:schemeClr>
                </a:solidFill>
              </a:rPr>
              <a:t>import</a:t>
            </a:r>
          </a:p>
        </p:txBody>
      </p:sp>
      <p:sp>
        <p:nvSpPr>
          <p:cNvPr id="47" name="TextBox 46">
            <a:extLst>
              <a:ext uri="{FF2B5EF4-FFF2-40B4-BE49-F238E27FC236}">
                <a16:creationId xmlns:a16="http://schemas.microsoft.com/office/drawing/2014/main" id="{8293AC2A-3C9D-6416-3F6E-B313A3739727}"/>
              </a:ext>
            </a:extLst>
          </p:cNvPr>
          <p:cNvSpPr txBox="1"/>
          <p:nvPr/>
        </p:nvSpPr>
        <p:spPr>
          <a:xfrm>
            <a:off x="675329" y="5427506"/>
            <a:ext cx="622998" cy="261610"/>
          </a:xfrm>
          <a:prstGeom prst="rect">
            <a:avLst/>
          </a:prstGeom>
          <a:noFill/>
        </p:spPr>
        <p:txBody>
          <a:bodyPr wrap="square" rtlCol="0">
            <a:spAutoFit/>
          </a:bodyPr>
          <a:lstStyle/>
          <a:p>
            <a:r>
              <a:rPr lang="en-US" sz="1100" dirty="0">
                <a:solidFill>
                  <a:schemeClr val="tx1">
                    <a:lumMod val="50000"/>
                    <a:lumOff val="50000"/>
                  </a:schemeClr>
                </a:solidFill>
              </a:rPr>
              <a:t>import</a:t>
            </a:r>
          </a:p>
        </p:txBody>
      </p:sp>
      <p:grpSp>
        <p:nvGrpSpPr>
          <p:cNvPr id="50" name="Group 49">
            <a:extLst>
              <a:ext uri="{FF2B5EF4-FFF2-40B4-BE49-F238E27FC236}">
                <a16:creationId xmlns:a16="http://schemas.microsoft.com/office/drawing/2014/main" id="{58CDBD78-4062-0F59-983A-FA16B7513AFB}"/>
              </a:ext>
            </a:extLst>
          </p:cNvPr>
          <p:cNvGrpSpPr/>
          <p:nvPr/>
        </p:nvGrpSpPr>
        <p:grpSpPr>
          <a:xfrm>
            <a:off x="7096256" y="1277722"/>
            <a:ext cx="747756" cy="839368"/>
            <a:chOff x="7096256" y="1277722"/>
            <a:chExt cx="747756" cy="839368"/>
          </a:xfrm>
        </p:grpSpPr>
        <p:pic>
          <p:nvPicPr>
            <p:cNvPr id="12" name="Picture 11" descr="code file Icon - Free PNG &amp; SVG 2035030 - Noun Project">
              <a:extLst>
                <a:ext uri="{FF2B5EF4-FFF2-40B4-BE49-F238E27FC236}">
                  <a16:creationId xmlns:a16="http://schemas.microsoft.com/office/drawing/2014/main" id="{D67AB13A-9A37-59A0-4906-F61984A7FDFE}"/>
                </a:ext>
              </a:extLst>
            </p:cNvPr>
            <p:cNvPicPr>
              <a:picLocks noChangeAspect="1"/>
            </p:cNvPicPr>
            <p:nvPr/>
          </p:nvPicPr>
          <p:blipFill>
            <a:blip r:embed="rId3"/>
            <a:stretch>
              <a:fillRect/>
            </a:stretch>
          </p:blipFill>
          <p:spPr>
            <a:xfrm>
              <a:off x="7215763" y="1277722"/>
              <a:ext cx="501780" cy="501780"/>
            </a:xfrm>
            <a:prstGeom prst="rect">
              <a:avLst/>
            </a:prstGeom>
          </p:spPr>
        </p:pic>
        <p:sp>
          <p:nvSpPr>
            <p:cNvPr id="48" name="TextBox 47">
              <a:extLst>
                <a:ext uri="{FF2B5EF4-FFF2-40B4-BE49-F238E27FC236}">
                  <a16:creationId xmlns:a16="http://schemas.microsoft.com/office/drawing/2014/main" id="{7EAF76B7-9DFB-C3FB-1D2F-EC330DA364E0}"/>
                </a:ext>
              </a:extLst>
            </p:cNvPr>
            <p:cNvSpPr txBox="1"/>
            <p:nvPr/>
          </p:nvSpPr>
          <p:spPr>
            <a:xfrm>
              <a:off x="7096256" y="1686203"/>
              <a:ext cx="747756" cy="430887"/>
            </a:xfrm>
            <a:prstGeom prst="rect">
              <a:avLst/>
            </a:prstGeom>
            <a:noFill/>
          </p:spPr>
          <p:txBody>
            <a:bodyPr wrap="square" rtlCol="0">
              <a:spAutoFit/>
            </a:bodyPr>
            <a:lstStyle/>
            <a:p>
              <a:pPr algn="ctr"/>
              <a:r>
                <a:rPr lang="en-US" sz="1100" dirty="0">
                  <a:solidFill>
                    <a:schemeClr val="tx1">
                      <a:lumMod val="50000"/>
                      <a:lumOff val="50000"/>
                    </a:schemeClr>
                  </a:solidFill>
                </a:rPr>
                <a:t>extract</a:t>
              </a:r>
            </a:p>
            <a:p>
              <a:pPr algn="ctr"/>
              <a:r>
                <a:rPr lang="en-US" sz="1100" dirty="0">
                  <a:solidFill>
                    <a:schemeClr val="tx1">
                      <a:lumMod val="50000"/>
                      <a:lumOff val="50000"/>
                    </a:schemeClr>
                  </a:solidFill>
                </a:rPr>
                <a:t>projects</a:t>
              </a:r>
            </a:p>
          </p:txBody>
        </p:sp>
      </p:grpSp>
      <p:sp>
        <p:nvSpPr>
          <p:cNvPr id="49" name="TextBox 48">
            <a:extLst>
              <a:ext uri="{FF2B5EF4-FFF2-40B4-BE49-F238E27FC236}">
                <a16:creationId xmlns:a16="http://schemas.microsoft.com/office/drawing/2014/main" id="{4568410C-5FEA-5669-2B4A-4877D5B5BC08}"/>
              </a:ext>
            </a:extLst>
          </p:cNvPr>
          <p:cNvSpPr txBox="1"/>
          <p:nvPr/>
        </p:nvSpPr>
        <p:spPr>
          <a:xfrm>
            <a:off x="4699821" y="1685476"/>
            <a:ext cx="622998" cy="261610"/>
          </a:xfrm>
          <a:prstGeom prst="rect">
            <a:avLst/>
          </a:prstGeom>
          <a:noFill/>
        </p:spPr>
        <p:txBody>
          <a:bodyPr wrap="square" rtlCol="0">
            <a:spAutoFit/>
          </a:bodyPr>
          <a:lstStyle/>
          <a:p>
            <a:r>
              <a:rPr lang="en-US" sz="1100" dirty="0">
                <a:solidFill>
                  <a:schemeClr val="tx1">
                    <a:lumMod val="50000"/>
                    <a:lumOff val="50000"/>
                  </a:schemeClr>
                </a:solidFill>
              </a:rPr>
              <a:t>clean</a:t>
            </a:r>
          </a:p>
        </p:txBody>
      </p:sp>
      <p:grpSp>
        <p:nvGrpSpPr>
          <p:cNvPr id="56" name="Group 55">
            <a:extLst>
              <a:ext uri="{FF2B5EF4-FFF2-40B4-BE49-F238E27FC236}">
                <a16:creationId xmlns:a16="http://schemas.microsoft.com/office/drawing/2014/main" id="{129AD650-A266-0613-1AEA-7DE2AFA90F23}"/>
              </a:ext>
            </a:extLst>
          </p:cNvPr>
          <p:cNvGrpSpPr/>
          <p:nvPr/>
        </p:nvGrpSpPr>
        <p:grpSpPr>
          <a:xfrm>
            <a:off x="10088228" y="2828241"/>
            <a:ext cx="1473441" cy="1304939"/>
            <a:chOff x="9946917" y="2401835"/>
            <a:chExt cx="1473441" cy="1304939"/>
          </a:xfrm>
        </p:grpSpPr>
        <p:sp>
          <p:nvSpPr>
            <p:cNvPr id="24" name="Rectangle: Rounded Corners 23">
              <a:extLst>
                <a:ext uri="{FF2B5EF4-FFF2-40B4-BE49-F238E27FC236}">
                  <a16:creationId xmlns:a16="http://schemas.microsoft.com/office/drawing/2014/main" id="{EA1FF177-C3C9-2367-A8A4-1E0AB33582E6}"/>
                </a:ext>
              </a:extLst>
            </p:cNvPr>
            <p:cNvSpPr/>
            <p:nvPr/>
          </p:nvSpPr>
          <p:spPr>
            <a:xfrm>
              <a:off x="9946917" y="3424349"/>
              <a:ext cx="1326383" cy="2824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plantings</a:t>
              </a:r>
            </a:p>
          </p:txBody>
        </p:sp>
        <p:grpSp>
          <p:nvGrpSpPr>
            <p:cNvPr id="51" name="Group 50">
              <a:extLst>
                <a:ext uri="{FF2B5EF4-FFF2-40B4-BE49-F238E27FC236}">
                  <a16:creationId xmlns:a16="http://schemas.microsoft.com/office/drawing/2014/main" id="{0E273E75-D0F8-8F52-3263-750ED1C52F6A}"/>
                </a:ext>
              </a:extLst>
            </p:cNvPr>
            <p:cNvGrpSpPr/>
            <p:nvPr/>
          </p:nvGrpSpPr>
          <p:grpSpPr>
            <a:xfrm>
              <a:off x="9961449" y="2401835"/>
              <a:ext cx="1458909" cy="793682"/>
              <a:chOff x="8056880" y="864763"/>
              <a:chExt cx="1458909" cy="793682"/>
            </a:xfrm>
          </p:grpSpPr>
          <p:sp>
            <p:nvSpPr>
              <p:cNvPr id="52" name="Rectangle: Rounded Corners 51">
                <a:extLst>
                  <a:ext uri="{FF2B5EF4-FFF2-40B4-BE49-F238E27FC236}">
                    <a16:creationId xmlns:a16="http://schemas.microsoft.com/office/drawing/2014/main" id="{9873C52E-2678-84E5-5798-B00A5099C16B}"/>
                  </a:ext>
                </a:extLst>
              </p:cNvPr>
              <p:cNvSpPr/>
              <p:nvPr/>
            </p:nvSpPr>
            <p:spPr>
              <a:xfrm>
                <a:off x="8062539" y="864763"/>
                <a:ext cx="1326383" cy="2824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subprojects</a:t>
                </a:r>
              </a:p>
            </p:txBody>
          </p:sp>
          <p:sp>
            <p:nvSpPr>
              <p:cNvPr id="53" name="Rectangle: Rounded Corners 52">
                <a:extLst>
                  <a:ext uri="{FF2B5EF4-FFF2-40B4-BE49-F238E27FC236}">
                    <a16:creationId xmlns:a16="http://schemas.microsoft.com/office/drawing/2014/main" id="{12C9712A-09C2-0CE0-D373-390A95A56510}"/>
                  </a:ext>
                </a:extLst>
              </p:cNvPr>
              <p:cNvSpPr/>
              <p:nvPr/>
            </p:nvSpPr>
            <p:spPr>
              <a:xfrm>
                <a:off x="8056880" y="1376020"/>
                <a:ext cx="1326383" cy="2824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p_gps_pts</a:t>
                </a:r>
                <a:endParaRPr lang="en-US" sz="1200" dirty="0"/>
              </a:p>
            </p:txBody>
          </p:sp>
          <p:sp>
            <p:nvSpPr>
              <p:cNvPr id="54" name="Freeform: Shape 53">
                <a:extLst>
                  <a:ext uri="{FF2B5EF4-FFF2-40B4-BE49-F238E27FC236}">
                    <a16:creationId xmlns:a16="http://schemas.microsoft.com/office/drawing/2014/main" id="{3DBC4B05-F365-8323-BE06-9B181347C59D}"/>
                  </a:ext>
                </a:extLst>
              </p:cNvPr>
              <p:cNvSpPr/>
              <p:nvPr/>
            </p:nvSpPr>
            <p:spPr>
              <a:xfrm>
                <a:off x="9375112" y="1080198"/>
                <a:ext cx="140677" cy="391886"/>
              </a:xfrm>
              <a:custGeom>
                <a:avLst/>
                <a:gdLst>
                  <a:gd name="csX0" fmla="*/ 20097 w 140677"/>
                  <a:gd name="csY0" fmla="*/ 0 h 391886"/>
                  <a:gd name="csX1" fmla="*/ 140677 w 140677"/>
                  <a:gd name="csY1" fmla="*/ 0 h 391886"/>
                  <a:gd name="csX2" fmla="*/ 140677 w 140677"/>
                  <a:gd name="csY2" fmla="*/ 391886 h 391886"/>
                  <a:gd name="csX3" fmla="*/ 0 w 140677"/>
                  <a:gd name="csY3" fmla="*/ 391886 h 391886"/>
                </a:gdLst>
                <a:ahLst/>
                <a:cxnLst>
                  <a:cxn ang="0">
                    <a:pos x="csX0" y="csY0"/>
                  </a:cxn>
                  <a:cxn ang="0">
                    <a:pos x="csX1" y="csY1"/>
                  </a:cxn>
                  <a:cxn ang="0">
                    <a:pos x="csX2" y="csY2"/>
                  </a:cxn>
                  <a:cxn ang="0">
                    <a:pos x="csX3" y="csY3"/>
                  </a:cxn>
                </a:cxnLst>
                <a:rect l="l" t="t" r="r" b="b"/>
                <a:pathLst>
                  <a:path w="140677" h="391886">
                    <a:moveTo>
                      <a:pt x="20097" y="0"/>
                    </a:moveTo>
                    <a:lnTo>
                      <a:pt x="140677" y="0"/>
                    </a:lnTo>
                    <a:lnTo>
                      <a:pt x="140677" y="391886"/>
                    </a:lnTo>
                    <a:lnTo>
                      <a:pt x="0" y="39188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Freeform: Shape 54">
              <a:extLst>
                <a:ext uri="{FF2B5EF4-FFF2-40B4-BE49-F238E27FC236}">
                  <a16:creationId xmlns:a16="http://schemas.microsoft.com/office/drawing/2014/main" id="{6E9F643B-C2AE-08FC-6C6F-1105EBBAF0D2}"/>
                </a:ext>
              </a:extLst>
            </p:cNvPr>
            <p:cNvSpPr/>
            <p:nvPr/>
          </p:nvSpPr>
          <p:spPr>
            <a:xfrm>
              <a:off x="11267736" y="3113990"/>
              <a:ext cx="140677" cy="391886"/>
            </a:xfrm>
            <a:custGeom>
              <a:avLst/>
              <a:gdLst>
                <a:gd name="csX0" fmla="*/ 20097 w 140677"/>
                <a:gd name="csY0" fmla="*/ 0 h 391886"/>
                <a:gd name="csX1" fmla="*/ 140677 w 140677"/>
                <a:gd name="csY1" fmla="*/ 0 h 391886"/>
                <a:gd name="csX2" fmla="*/ 140677 w 140677"/>
                <a:gd name="csY2" fmla="*/ 391886 h 391886"/>
                <a:gd name="csX3" fmla="*/ 0 w 140677"/>
                <a:gd name="csY3" fmla="*/ 391886 h 391886"/>
              </a:gdLst>
              <a:ahLst/>
              <a:cxnLst>
                <a:cxn ang="0">
                  <a:pos x="csX0" y="csY0"/>
                </a:cxn>
                <a:cxn ang="0">
                  <a:pos x="csX1" y="csY1"/>
                </a:cxn>
                <a:cxn ang="0">
                  <a:pos x="csX2" y="csY2"/>
                </a:cxn>
                <a:cxn ang="0">
                  <a:pos x="csX3" y="csY3"/>
                </a:cxn>
              </a:cxnLst>
              <a:rect l="l" t="t" r="r" b="b"/>
              <a:pathLst>
                <a:path w="140677" h="391886">
                  <a:moveTo>
                    <a:pt x="20097" y="0"/>
                  </a:moveTo>
                  <a:lnTo>
                    <a:pt x="140677" y="0"/>
                  </a:lnTo>
                  <a:lnTo>
                    <a:pt x="140677" y="391886"/>
                  </a:lnTo>
                  <a:lnTo>
                    <a:pt x="0" y="39188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CD20B05F-4A71-DF8E-887A-95605EF55C4B}"/>
              </a:ext>
            </a:extLst>
          </p:cNvPr>
          <p:cNvSpPr txBox="1"/>
          <p:nvPr/>
        </p:nvSpPr>
        <p:spPr>
          <a:xfrm>
            <a:off x="10366323" y="1676263"/>
            <a:ext cx="747756" cy="430887"/>
          </a:xfrm>
          <a:prstGeom prst="rect">
            <a:avLst/>
          </a:prstGeom>
          <a:noFill/>
        </p:spPr>
        <p:txBody>
          <a:bodyPr wrap="square" rtlCol="0">
            <a:spAutoFit/>
          </a:bodyPr>
          <a:lstStyle/>
          <a:p>
            <a:pPr algn="ctr"/>
            <a:r>
              <a:rPr lang="en-US" sz="1100" dirty="0">
                <a:solidFill>
                  <a:schemeClr val="tx1">
                    <a:lumMod val="50000"/>
                    <a:lumOff val="50000"/>
                  </a:schemeClr>
                </a:solidFill>
              </a:rPr>
              <a:t>extract</a:t>
            </a:r>
          </a:p>
          <a:p>
            <a:pPr algn="ctr"/>
            <a:r>
              <a:rPr lang="en-US" sz="1100" dirty="0">
                <a:solidFill>
                  <a:schemeClr val="tx1">
                    <a:lumMod val="50000"/>
                    <a:lumOff val="50000"/>
                  </a:schemeClr>
                </a:solidFill>
              </a:rPr>
              <a:t>plantings</a:t>
            </a:r>
          </a:p>
        </p:txBody>
      </p:sp>
      <p:sp>
        <p:nvSpPr>
          <p:cNvPr id="60" name="Freeform: Shape 59">
            <a:extLst>
              <a:ext uri="{FF2B5EF4-FFF2-40B4-BE49-F238E27FC236}">
                <a16:creationId xmlns:a16="http://schemas.microsoft.com/office/drawing/2014/main" id="{645FA35C-81B7-C844-50E1-D16F3CCEBCA6}"/>
              </a:ext>
            </a:extLst>
          </p:cNvPr>
          <p:cNvSpPr/>
          <p:nvPr/>
        </p:nvSpPr>
        <p:spPr>
          <a:xfrm>
            <a:off x="540940" y="1205802"/>
            <a:ext cx="383508" cy="693335"/>
          </a:xfrm>
          <a:custGeom>
            <a:avLst/>
            <a:gdLst>
              <a:gd name="csX0" fmla="*/ 177306 w 378273"/>
              <a:gd name="csY0" fmla="*/ 0 h 653142"/>
              <a:gd name="csX1" fmla="*/ 6484 w 378273"/>
              <a:gd name="csY1" fmla="*/ 442127 h 653142"/>
              <a:gd name="csX2" fmla="*/ 378273 w 378273"/>
              <a:gd name="csY2" fmla="*/ 653142 h 653142"/>
              <a:gd name="csX0" fmla="*/ 97168 w 388570"/>
              <a:gd name="csY0" fmla="*/ 0 h 693335"/>
              <a:gd name="csX1" fmla="*/ 16781 w 388570"/>
              <a:gd name="csY1" fmla="*/ 482320 h 693335"/>
              <a:gd name="csX2" fmla="*/ 388570 w 388570"/>
              <a:gd name="csY2" fmla="*/ 693335 h 693335"/>
              <a:gd name="csX0" fmla="*/ 92106 w 383508"/>
              <a:gd name="csY0" fmla="*/ 0 h 693335"/>
              <a:gd name="csX1" fmla="*/ 11719 w 383508"/>
              <a:gd name="csY1" fmla="*/ 482320 h 693335"/>
              <a:gd name="csX2" fmla="*/ 383508 w 383508"/>
              <a:gd name="csY2" fmla="*/ 693335 h 693335"/>
            </a:gdLst>
            <a:ahLst/>
            <a:cxnLst>
              <a:cxn ang="0">
                <a:pos x="csX0" y="csY0"/>
              </a:cxn>
              <a:cxn ang="0">
                <a:pos x="csX1" y="csY1"/>
              </a:cxn>
              <a:cxn ang="0">
                <a:pos x="csX2" y="csY2"/>
              </a:cxn>
            </a:cxnLst>
            <a:rect l="l" t="t" r="r" b="b"/>
            <a:pathLst>
              <a:path w="383508" h="693335">
                <a:moveTo>
                  <a:pt x="92106" y="0"/>
                </a:moveTo>
                <a:cubicBezTo>
                  <a:pt x="20093" y="186731"/>
                  <a:pt x="-21775" y="373463"/>
                  <a:pt x="11719" y="482320"/>
                </a:cubicBezTo>
                <a:cubicBezTo>
                  <a:pt x="45213" y="591177"/>
                  <a:pt x="214360" y="642256"/>
                  <a:pt x="383508" y="693335"/>
                </a:cubicBezTo>
              </a:path>
            </a:pathLst>
          </a:custGeom>
          <a:noFill/>
          <a:ln w="19050">
            <a:solidFill>
              <a:schemeClr val="accent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2357900-A3A2-2DE9-8EEF-6E2C14DB3032}"/>
              </a:ext>
            </a:extLst>
          </p:cNvPr>
          <p:cNvSpPr txBox="1"/>
          <p:nvPr/>
        </p:nvSpPr>
        <p:spPr>
          <a:xfrm>
            <a:off x="7839996" y="3008601"/>
            <a:ext cx="1245711" cy="1169551"/>
          </a:xfrm>
          <a:prstGeom prst="rect">
            <a:avLst/>
          </a:prstGeom>
          <a:noFill/>
        </p:spPr>
        <p:txBody>
          <a:bodyPr wrap="square" rtlCol="0">
            <a:spAutoFit/>
          </a:bodyPr>
          <a:lstStyle/>
          <a:p>
            <a:r>
              <a:rPr lang="en-US" sz="1000" dirty="0" err="1"/>
              <a:t>Plantings_pt</a:t>
            </a:r>
            <a:endParaRPr lang="en-US" sz="1000" dirty="0"/>
          </a:p>
          <a:p>
            <a:r>
              <a:rPr lang="en-US" sz="1000" dirty="0" err="1"/>
              <a:t>Plantings_ln</a:t>
            </a:r>
            <a:endParaRPr lang="en-US" sz="1000" dirty="0"/>
          </a:p>
          <a:p>
            <a:r>
              <a:rPr lang="en-US" sz="1000" dirty="0" err="1"/>
              <a:t>Plantings_py</a:t>
            </a:r>
            <a:endParaRPr lang="en-US" sz="1000" dirty="0"/>
          </a:p>
          <a:p>
            <a:r>
              <a:rPr lang="en-US" sz="1000" dirty="0" err="1"/>
              <a:t>Planting_centroids</a:t>
            </a:r>
            <a:endParaRPr lang="en-US" sz="1000" dirty="0"/>
          </a:p>
          <a:p>
            <a:endParaRPr lang="en-US" sz="1000" dirty="0"/>
          </a:p>
          <a:p>
            <a:r>
              <a:rPr lang="en-US" sz="1000" dirty="0"/>
              <a:t>(prior to no-coord recovery)</a:t>
            </a:r>
          </a:p>
        </p:txBody>
      </p:sp>
      <p:pic>
        <p:nvPicPr>
          <p:cNvPr id="37" name="Picture 36" descr="code file Icon - Free PNG &amp; SVG 2035030 - Noun Project">
            <a:extLst>
              <a:ext uri="{FF2B5EF4-FFF2-40B4-BE49-F238E27FC236}">
                <a16:creationId xmlns:a16="http://schemas.microsoft.com/office/drawing/2014/main" id="{271CD24A-69D0-075C-3024-3D03536AC5C2}"/>
              </a:ext>
            </a:extLst>
          </p:cNvPr>
          <p:cNvPicPr>
            <a:picLocks noChangeAspect="1"/>
          </p:cNvPicPr>
          <p:nvPr/>
        </p:nvPicPr>
        <p:blipFill>
          <a:blip r:embed="rId3"/>
          <a:stretch>
            <a:fillRect/>
          </a:stretch>
        </p:blipFill>
        <p:spPr>
          <a:xfrm>
            <a:off x="7148136" y="3178110"/>
            <a:ext cx="501780" cy="501780"/>
          </a:xfrm>
          <a:prstGeom prst="rect">
            <a:avLst/>
          </a:prstGeom>
        </p:spPr>
      </p:pic>
      <p:sp>
        <p:nvSpPr>
          <p:cNvPr id="57" name="TextBox 56">
            <a:extLst>
              <a:ext uri="{FF2B5EF4-FFF2-40B4-BE49-F238E27FC236}">
                <a16:creationId xmlns:a16="http://schemas.microsoft.com/office/drawing/2014/main" id="{CA5F0FE3-3780-57D8-248A-D6CD1CB2383C}"/>
              </a:ext>
            </a:extLst>
          </p:cNvPr>
          <p:cNvSpPr txBox="1"/>
          <p:nvPr/>
        </p:nvSpPr>
        <p:spPr>
          <a:xfrm>
            <a:off x="5550043" y="3008600"/>
            <a:ext cx="1245711" cy="707886"/>
          </a:xfrm>
          <a:prstGeom prst="rect">
            <a:avLst/>
          </a:prstGeom>
          <a:noFill/>
        </p:spPr>
        <p:txBody>
          <a:bodyPr wrap="square" rtlCol="0">
            <a:spAutoFit/>
          </a:bodyPr>
          <a:lstStyle/>
          <a:p>
            <a:r>
              <a:rPr lang="en-US" sz="1000" dirty="0"/>
              <a:t>Get list of PLC with multiple locations</a:t>
            </a:r>
          </a:p>
          <a:p>
            <a:endParaRPr lang="en-US" sz="1000" dirty="0"/>
          </a:p>
          <a:p>
            <a:r>
              <a:rPr lang="en-US" sz="1000"/>
              <a:t>Get centroids</a:t>
            </a:r>
            <a:endParaRPr lang="en-US" sz="1000" dirty="0"/>
          </a:p>
        </p:txBody>
      </p:sp>
      <p:sp>
        <p:nvSpPr>
          <p:cNvPr id="58" name="TextBox 57">
            <a:extLst>
              <a:ext uri="{FF2B5EF4-FFF2-40B4-BE49-F238E27FC236}">
                <a16:creationId xmlns:a16="http://schemas.microsoft.com/office/drawing/2014/main" id="{A6F14E57-65C0-B8E8-CFCC-D231A2EC9D90}"/>
              </a:ext>
            </a:extLst>
          </p:cNvPr>
          <p:cNvSpPr txBox="1"/>
          <p:nvPr/>
        </p:nvSpPr>
        <p:spPr>
          <a:xfrm>
            <a:off x="7690013" y="2665660"/>
            <a:ext cx="1487645" cy="276999"/>
          </a:xfrm>
          <a:prstGeom prst="rect">
            <a:avLst/>
          </a:prstGeom>
          <a:noFill/>
        </p:spPr>
        <p:txBody>
          <a:bodyPr wrap="square" rtlCol="0">
            <a:spAutoFit/>
          </a:bodyPr>
          <a:lstStyle/>
          <a:p>
            <a:r>
              <a:rPr lang="en-US" sz="1200" dirty="0">
                <a:solidFill>
                  <a:srgbClr val="C00000"/>
                </a:solidFill>
              </a:rPr>
              <a:t>Initial spatial layers</a:t>
            </a:r>
          </a:p>
        </p:txBody>
      </p:sp>
      <p:sp>
        <p:nvSpPr>
          <p:cNvPr id="61" name="TextBox 60">
            <a:extLst>
              <a:ext uri="{FF2B5EF4-FFF2-40B4-BE49-F238E27FC236}">
                <a16:creationId xmlns:a16="http://schemas.microsoft.com/office/drawing/2014/main" id="{2D573B84-9D85-2596-9D98-1F6C83F80C93}"/>
              </a:ext>
            </a:extLst>
          </p:cNvPr>
          <p:cNvSpPr txBox="1"/>
          <p:nvPr/>
        </p:nvSpPr>
        <p:spPr>
          <a:xfrm>
            <a:off x="5385563" y="2665659"/>
            <a:ext cx="1487645" cy="276999"/>
          </a:xfrm>
          <a:prstGeom prst="rect">
            <a:avLst/>
          </a:prstGeom>
          <a:noFill/>
        </p:spPr>
        <p:txBody>
          <a:bodyPr wrap="square" rtlCol="0">
            <a:spAutoFit/>
          </a:bodyPr>
          <a:lstStyle/>
          <a:p>
            <a:r>
              <a:rPr lang="en-US" sz="1200" dirty="0" err="1">
                <a:solidFill>
                  <a:srgbClr val="C00000"/>
                </a:solidFill>
              </a:rPr>
              <a:t>Planting_locations</a:t>
            </a:r>
            <a:endParaRPr lang="en-US" sz="1200" dirty="0">
              <a:solidFill>
                <a:srgbClr val="C00000"/>
              </a:solidFill>
            </a:endParaRPr>
          </a:p>
        </p:txBody>
      </p:sp>
    </p:spTree>
    <p:extLst>
      <p:ext uri="{BB962C8B-B14F-4D97-AF65-F5344CB8AC3E}">
        <p14:creationId xmlns:p14="http://schemas.microsoft.com/office/powerpoint/2010/main" val="3137760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E14C80-B562-42AD-0F41-83D4AF731A7F}"/>
              </a:ext>
            </a:extLst>
          </p:cNvPr>
          <p:cNvSpPr txBox="1"/>
          <p:nvPr/>
        </p:nvSpPr>
        <p:spPr>
          <a:xfrm>
            <a:off x="858416" y="298580"/>
            <a:ext cx="4711960" cy="400110"/>
          </a:xfrm>
          <a:prstGeom prst="rect">
            <a:avLst/>
          </a:prstGeom>
          <a:noFill/>
        </p:spPr>
        <p:txBody>
          <a:bodyPr wrap="square" rtlCol="0">
            <a:spAutoFit/>
          </a:bodyPr>
          <a:lstStyle/>
          <a:p>
            <a:r>
              <a:rPr lang="en-US" sz="2000" dirty="0"/>
              <a:t>Questions</a:t>
            </a:r>
          </a:p>
        </p:txBody>
      </p:sp>
      <p:sp>
        <p:nvSpPr>
          <p:cNvPr id="3" name="TextBox 2">
            <a:extLst>
              <a:ext uri="{FF2B5EF4-FFF2-40B4-BE49-F238E27FC236}">
                <a16:creationId xmlns:a16="http://schemas.microsoft.com/office/drawing/2014/main" id="{E035272E-9D00-02E7-7388-4457BDA3C2D7}"/>
              </a:ext>
            </a:extLst>
          </p:cNvPr>
          <p:cNvSpPr txBox="1"/>
          <p:nvPr/>
        </p:nvSpPr>
        <p:spPr>
          <a:xfrm>
            <a:off x="858416" y="839755"/>
            <a:ext cx="10963470" cy="1908215"/>
          </a:xfrm>
          <a:prstGeom prst="rect">
            <a:avLst/>
          </a:prstGeom>
          <a:noFill/>
        </p:spPr>
        <p:txBody>
          <a:bodyPr wrap="square" rtlCol="0">
            <a:spAutoFit/>
          </a:bodyPr>
          <a:lstStyle/>
          <a:p>
            <a:pPr marL="342900" indent="-342900">
              <a:spcAft>
                <a:spcPts val="600"/>
              </a:spcAft>
              <a:buFont typeface="+mj-lt"/>
              <a:buAutoNum type="arabicPeriod"/>
            </a:pPr>
            <a:r>
              <a:rPr lang="en-US" dirty="0"/>
              <a:t>Two “Mixed” donor site cases.  Is the mix of donor plants from the other collocated plantings? </a:t>
            </a:r>
            <a:r>
              <a:rPr lang="en-US" dirty="0">
                <a:solidFill>
                  <a:srgbClr val="C00000"/>
                </a:solidFill>
              </a:rPr>
              <a:t>YES</a:t>
            </a:r>
          </a:p>
          <a:p>
            <a:pPr marL="342900" indent="-342900">
              <a:spcAft>
                <a:spcPts val="600"/>
              </a:spcAft>
              <a:buFont typeface="+mj-lt"/>
              <a:buAutoNum type="arabicPeriod"/>
            </a:pPr>
            <a:r>
              <a:rPr lang="en-US" dirty="0"/>
              <a:t>3 cases of single polygon planting with different methods at corners. </a:t>
            </a:r>
            <a:r>
              <a:rPr lang="en-US" dirty="0">
                <a:solidFill>
                  <a:srgbClr val="C00000"/>
                </a:solidFill>
              </a:rPr>
              <a:t>Grid planting.  Treat as separate plantings – just the corners as points but with </a:t>
            </a:r>
            <a:r>
              <a:rPr lang="en-US" dirty="0" err="1">
                <a:solidFill>
                  <a:srgbClr val="C00000"/>
                </a:solidFill>
              </a:rPr>
              <a:t>planting_geometry</a:t>
            </a:r>
            <a:r>
              <a:rPr lang="en-US" dirty="0">
                <a:solidFill>
                  <a:srgbClr val="C00000"/>
                </a:solidFill>
              </a:rPr>
              <a:t>=“grid” (edited in snapshot). This treatment should be subject to revision based on monitoring data granularity.</a:t>
            </a:r>
          </a:p>
          <a:p>
            <a:pPr marL="342900" indent="-342900">
              <a:spcAft>
                <a:spcPts val="600"/>
              </a:spcAft>
              <a:buFont typeface="+mj-lt"/>
              <a:buAutoNum type="arabicPeriod"/>
            </a:pPr>
            <a:r>
              <a:rPr lang="en-US" dirty="0"/>
              <a:t>How to handle MRE replicates.  </a:t>
            </a:r>
            <a:r>
              <a:rPr lang="en-US" dirty="0">
                <a:solidFill>
                  <a:srgbClr val="C00000"/>
                </a:solidFill>
              </a:rPr>
              <a:t>Yes treat as replicates – add to key. </a:t>
            </a:r>
            <a:r>
              <a:rPr lang="en-US" dirty="0">
                <a:solidFill>
                  <a:srgbClr val="FFC000"/>
                </a:solidFill>
              </a:rPr>
              <a:t>Done, and discovered total three sets of replicates.</a:t>
            </a:r>
          </a:p>
        </p:txBody>
      </p:sp>
      <p:sp>
        <p:nvSpPr>
          <p:cNvPr id="5" name="TextBox 4">
            <a:extLst>
              <a:ext uri="{FF2B5EF4-FFF2-40B4-BE49-F238E27FC236}">
                <a16:creationId xmlns:a16="http://schemas.microsoft.com/office/drawing/2014/main" id="{F5521D8F-90DE-8415-F79B-B9BD39953AD4}"/>
              </a:ext>
            </a:extLst>
          </p:cNvPr>
          <p:cNvSpPr txBox="1"/>
          <p:nvPr/>
        </p:nvSpPr>
        <p:spPr>
          <a:xfrm>
            <a:off x="2037572" y="5888017"/>
            <a:ext cx="6742533" cy="738664"/>
          </a:xfrm>
          <a:prstGeom prst="rect">
            <a:avLst/>
          </a:prstGeom>
          <a:noFill/>
        </p:spPr>
        <p:txBody>
          <a:bodyPr wrap="square">
            <a:spAutoFit/>
          </a:bodyPr>
          <a:lstStyle/>
          <a:p>
            <a:r>
              <a:rPr lang="en-US" sz="1400" dirty="0">
                <a:solidFill>
                  <a:schemeClr val="tx1">
                    <a:lumMod val="50000"/>
                    <a:lumOff val="50000"/>
                  </a:schemeClr>
                </a:solidFill>
              </a:rPr>
              <a:t>JG email:</a:t>
            </a:r>
          </a:p>
          <a:p>
            <a:pPr marL="285750" indent="-285750">
              <a:buFont typeface="Arial" panose="020B0604020202020204" pitchFamily="34" charset="0"/>
              <a:buChar char="•"/>
            </a:pPr>
            <a:r>
              <a:rPr lang="en-US" sz="1400" dirty="0">
                <a:solidFill>
                  <a:schemeClr val="tx1">
                    <a:lumMod val="50000"/>
                    <a:lumOff val="50000"/>
                  </a:schemeClr>
                </a:solidFill>
              </a:rPr>
              <a:t>sum the number of large scale and test transplant activity types</a:t>
            </a:r>
          </a:p>
          <a:p>
            <a:pPr marL="285750" indent="-285750">
              <a:buFont typeface="Arial" panose="020B0604020202020204" pitchFamily="34" charset="0"/>
              <a:buChar char="•"/>
            </a:pPr>
            <a:r>
              <a:rPr lang="en-US" sz="1400" dirty="0">
                <a:solidFill>
                  <a:schemeClr val="tx1">
                    <a:lumMod val="50000"/>
                    <a:lumOff val="50000"/>
                  </a:schemeClr>
                </a:solidFill>
              </a:rPr>
              <a:t>So, the simpler version of calling BESE a single test transplant effort works here.</a:t>
            </a:r>
          </a:p>
        </p:txBody>
      </p:sp>
      <p:sp>
        <p:nvSpPr>
          <p:cNvPr id="4" name="TextBox 3">
            <a:extLst>
              <a:ext uri="{FF2B5EF4-FFF2-40B4-BE49-F238E27FC236}">
                <a16:creationId xmlns:a16="http://schemas.microsoft.com/office/drawing/2014/main" id="{C6DCC2A3-CA40-E93A-E9FC-B5E255D2C694}"/>
              </a:ext>
            </a:extLst>
          </p:cNvPr>
          <p:cNvSpPr txBox="1"/>
          <p:nvPr/>
        </p:nvSpPr>
        <p:spPr>
          <a:xfrm>
            <a:off x="1427583" y="3053907"/>
            <a:ext cx="9050695" cy="1969770"/>
          </a:xfrm>
          <a:prstGeom prst="rect">
            <a:avLst/>
          </a:prstGeom>
          <a:noFill/>
        </p:spPr>
        <p:txBody>
          <a:bodyPr wrap="square" rtlCol="0">
            <a:spAutoFit/>
          </a:bodyPr>
          <a:lstStyle/>
          <a:p>
            <a:pPr marL="285750" indent="-285750">
              <a:buFont typeface="Arial" panose="020B0604020202020204" pitchFamily="34" charset="0"/>
              <a:buChar char="•"/>
            </a:pPr>
            <a:r>
              <a:rPr lang="en-US" dirty="0"/>
              <a:t>Use of ‘collocated’ and retain/drop.  </a:t>
            </a:r>
            <a:r>
              <a:rPr lang="en-US" dirty="0">
                <a:solidFill>
                  <a:srgbClr val="C00000"/>
                </a:solidFill>
              </a:rPr>
              <a:t>Collocated confirmed.  Ignore retain/drop</a:t>
            </a:r>
          </a:p>
          <a:p>
            <a:pPr marL="285750" indent="-285750">
              <a:buFont typeface="Arial" panose="020B0604020202020204" pitchFamily="34" charset="0"/>
              <a:buChar char="•"/>
            </a:pPr>
            <a:r>
              <a:rPr lang="en-US" dirty="0"/>
              <a:t>Treating BESE as a single planting – </a:t>
            </a:r>
            <a:r>
              <a:rPr lang="en-US" dirty="0">
                <a:solidFill>
                  <a:srgbClr val="C00000"/>
                </a:solidFill>
              </a:rPr>
              <a:t>or 3 AG BG C; Dumas donor source successful. Dupont Wharf failed.</a:t>
            </a:r>
          </a:p>
          <a:p>
            <a:pPr marL="285750" indent="-285750">
              <a:buFont typeface="Arial" panose="020B0604020202020204" pitchFamily="34" charset="0"/>
              <a:buChar char="•"/>
            </a:pPr>
            <a:r>
              <a:rPr lang="en-US" dirty="0"/>
              <a:t>Plantings at same GPS coords but different dates:</a:t>
            </a:r>
          </a:p>
          <a:p>
            <a:pPr marL="625475" lvl="1" indent="-168275">
              <a:buFont typeface="Arial" panose="020B0604020202020204" pitchFamily="34" charset="0"/>
              <a:buChar char="•"/>
            </a:pPr>
            <a:r>
              <a:rPr lang="en-US" sz="1600" dirty="0"/>
              <a:t>Spread through season:  ‘repeat’ plantings</a:t>
            </a:r>
          </a:p>
          <a:p>
            <a:pPr marL="625475" lvl="1" indent="-168275">
              <a:buFont typeface="Arial" panose="020B0604020202020204" pitchFamily="34" charset="0"/>
              <a:buChar char="•"/>
            </a:pPr>
            <a:r>
              <a:rPr lang="en-US" sz="1600" dirty="0"/>
              <a:t>Consecutive days: ‘collocated’ plantings</a:t>
            </a:r>
          </a:p>
          <a:p>
            <a:pPr marL="285750" indent="-285750">
              <a:buFont typeface="Arial" panose="020B0604020202020204" pitchFamily="34" charset="0"/>
              <a:buChar char="•"/>
            </a:pPr>
            <a:r>
              <a:rPr lang="en-US" dirty="0"/>
              <a:t>d</a:t>
            </a:r>
          </a:p>
        </p:txBody>
      </p:sp>
    </p:spTree>
    <p:extLst>
      <p:ext uri="{BB962C8B-B14F-4D97-AF65-F5344CB8AC3E}">
        <p14:creationId xmlns:p14="http://schemas.microsoft.com/office/powerpoint/2010/main" val="3797106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356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AB92D-C488-47FE-A288-92026B22C4E5}"/>
              </a:ext>
            </a:extLst>
          </p:cNvPr>
          <p:cNvSpPr txBox="1"/>
          <p:nvPr/>
        </p:nvSpPr>
        <p:spPr>
          <a:xfrm>
            <a:off x="569570" y="638212"/>
            <a:ext cx="10846850" cy="1600438"/>
          </a:xfrm>
          <a:prstGeom prst="rect">
            <a:avLst/>
          </a:prstGeom>
          <a:noFill/>
          <a:ln>
            <a:solidFill>
              <a:schemeClr val="bg1">
                <a:lumMod val="65000"/>
              </a:schemeClr>
            </a:solidFill>
          </a:ln>
        </p:spPr>
        <p:txBody>
          <a:bodyPr wrap="square" rtlCol="0">
            <a:spAutoFit/>
          </a:bodyPr>
          <a:lstStyle/>
          <a:p>
            <a:r>
              <a:rPr lang="en-US" sz="1400" dirty="0"/>
              <a:t>Aston citation on Planting tab in two different forms (edit made to snapshot so all are </a:t>
            </a:r>
            <a:r>
              <a:rPr lang="en-US" sz="1400" strike="sngStrike" dirty="0"/>
              <a:t>Sequim </a:t>
            </a:r>
            <a:r>
              <a:rPr lang="en-US" sz="1400" dirty="0"/>
              <a:t>Richland.</a:t>
            </a:r>
          </a:p>
          <a:p>
            <a:r>
              <a:rPr lang="en-US" sz="1200" dirty="0"/>
              <a:t>Aston, L.A., A.B. Borde and J. Vavrinec. 2015. Final Summary Report - Eelgrass Restoration in Puget Sound Project Summary. Pacific Northwest National Laboratory, </a:t>
            </a:r>
            <a:r>
              <a:rPr lang="en-US" sz="1200" dirty="0">
                <a:highlight>
                  <a:srgbClr val="FFFF00"/>
                </a:highlight>
              </a:rPr>
              <a:t>Richland</a:t>
            </a:r>
            <a:r>
              <a:rPr lang="en-US" sz="1200" dirty="0"/>
              <a:t>, WA. PNNL-24445.</a:t>
            </a:r>
          </a:p>
          <a:p>
            <a:endParaRPr lang="en-US" sz="1200" dirty="0"/>
          </a:p>
          <a:p>
            <a:r>
              <a:rPr lang="en-US" sz="1200" dirty="0"/>
              <a:t>Aston, L.A., A.B. Borde and J. Vavrinec. 2015. Final Summary Report - Eelgrass Restoration in Puget Sound Project Summary. Pacific Northwest National Laboratory, </a:t>
            </a:r>
            <a:r>
              <a:rPr lang="en-US" sz="1200" dirty="0">
                <a:highlight>
                  <a:srgbClr val="FFFF00"/>
                </a:highlight>
              </a:rPr>
              <a:t>Sequim</a:t>
            </a:r>
            <a:r>
              <a:rPr lang="en-US" sz="1200" dirty="0"/>
              <a:t>, WA. PNNL-24445</a:t>
            </a:r>
          </a:p>
          <a:p>
            <a:endParaRPr lang="en-US" sz="1200" dirty="0"/>
          </a:p>
          <a:p>
            <a:r>
              <a:rPr lang="en-US" sz="1200" dirty="0"/>
              <a:t>Manually changed all in snapshot to be Richland version</a:t>
            </a:r>
          </a:p>
        </p:txBody>
      </p:sp>
      <p:sp>
        <p:nvSpPr>
          <p:cNvPr id="3" name="TextBox 2">
            <a:extLst>
              <a:ext uri="{FF2B5EF4-FFF2-40B4-BE49-F238E27FC236}">
                <a16:creationId xmlns:a16="http://schemas.microsoft.com/office/drawing/2014/main" id="{EEA27C9D-5B69-5734-34E6-88921F4B88C8}"/>
              </a:ext>
            </a:extLst>
          </p:cNvPr>
          <p:cNvSpPr txBox="1"/>
          <p:nvPr/>
        </p:nvSpPr>
        <p:spPr>
          <a:xfrm>
            <a:off x="569568" y="2360292"/>
            <a:ext cx="10505661" cy="523220"/>
          </a:xfrm>
          <a:prstGeom prst="rect">
            <a:avLst/>
          </a:prstGeom>
          <a:noFill/>
          <a:ln>
            <a:solidFill>
              <a:schemeClr val="bg1">
                <a:lumMod val="65000"/>
              </a:schemeClr>
            </a:solidFill>
          </a:ln>
        </p:spPr>
        <p:txBody>
          <a:bodyPr wrap="square" rtlCol="0">
            <a:spAutoFit/>
          </a:bodyPr>
          <a:lstStyle/>
          <a:p>
            <a:r>
              <a:rPr lang="en-US" sz="1400" dirty="0"/>
              <a:t>Modified headers rows on Planting tab so that a clean set of column titles (no spaces, symbols) is immediately adjacent to the table (edit made to “_pd” version that propagated to snapshot).  The number of  rows at the top to ignore is stored in a config file.</a:t>
            </a:r>
          </a:p>
        </p:txBody>
      </p:sp>
      <p:sp>
        <p:nvSpPr>
          <p:cNvPr id="5" name="TextBox 4">
            <a:extLst>
              <a:ext uri="{FF2B5EF4-FFF2-40B4-BE49-F238E27FC236}">
                <a16:creationId xmlns:a16="http://schemas.microsoft.com/office/drawing/2014/main" id="{4694BD01-9DA4-3A05-F9D2-22178F5A3542}"/>
              </a:ext>
            </a:extLst>
          </p:cNvPr>
          <p:cNvSpPr txBox="1"/>
          <p:nvPr/>
        </p:nvSpPr>
        <p:spPr>
          <a:xfrm>
            <a:off x="2409732" y="148588"/>
            <a:ext cx="6097554" cy="461665"/>
          </a:xfrm>
          <a:prstGeom prst="rect">
            <a:avLst/>
          </a:prstGeom>
          <a:noFill/>
        </p:spPr>
        <p:txBody>
          <a:bodyPr wrap="square">
            <a:spAutoFit/>
          </a:bodyPr>
          <a:lstStyle/>
          <a:p>
            <a:pPr algn="ctr"/>
            <a:r>
              <a:rPr lang="en-US" sz="2400" dirty="0"/>
              <a:t>Edits to matrix spreadsheet – Planting sheet</a:t>
            </a:r>
          </a:p>
        </p:txBody>
      </p:sp>
      <p:grpSp>
        <p:nvGrpSpPr>
          <p:cNvPr id="9" name="Group 8">
            <a:extLst>
              <a:ext uri="{FF2B5EF4-FFF2-40B4-BE49-F238E27FC236}">
                <a16:creationId xmlns:a16="http://schemas.microsoft.com/office/drawing/2014/main" id="{94F4C6CB-6ED9-66AC-5261-7F343F70B387}"/>
              </a:ext>
            </a:extLst>
          </p:cNvPr>
          <p:cNvGrpSpPr/>
          <p:nvPr/>
        </p:nvGrpSpPr>
        <p:grpSpPr>
          <a:xfrm>
            <a:off x="569568" y="3124379"/>
            <a:ext cx="6928541" cy="1209523"/>
            <a:chOff x="569569" y="3528374"/>
            <a:chExt cx="6928541" cy="1209523"/>
          </a:xfrm>
        </p:grpSpPr>
        <p:pic>
          <p:nvPicPr>
            <p:cNvPr id="7" name="Picture 6">
              <a:extLst>
                <a:ext uri="{FF2B5EF4-FFF2-40B4-BE49-F238E27FC236}">
                  <a16:creationId xmlns:a16="http://schemas.microsoft.com/office/drawing/2014/main" id="{02DA419C-D251-709A-692A-17D08471423A}"/>
                </a:ext>
              </a:extLst>
            </p:cNvPr>
            <p:cNvPicPr>
              <a:picLocks noChangeAspect="1"/>
            </p:cNvPicPr>
            <p:nvPr/>
          </p:nvPicPr>
          <p:blipFill>
            <a:blip r:embed="rId2"/>
            <a:stretch>
              <a:fillRect/>
            </a:stretch>
          </p:blipFill>
          <p:spPr>
            <a:xfrm>
              <a:off x="569569" y="3528374"/>
              <a:ext cx="6928541" cy="1209523"/>
            </a:xfrm>
            <a:prstGeom prst="rect">
              <a:avLst/>
            </a:prstGeom>
          </p:spPr>
        </p:pic>
        <p:sp>
          <p:nvSpPr>
            <p:cNvPr id="8" name="Rectangle 7">
              <a:extLst>
                <a:ext uri="{FF2B5EF4-FFF2-40B4-BE49-F238E27FC236}">
                  <a16:creationId xmlns:a16="http://schemas.microsoft.com/office/drawing/2014/main" id="{EAD5425B-B75F-F212-4E36-303E18191FF8}"/>
                </a:ext>
              </a:extLst>
            </p:cNvPr>
            <p:cNvSpPr/>
            <p:nvPr/>
          </p:nvSpPr>
          <p:spPr>
            <a:xfrm>
              <a:off x="6251510" y="3974841"/>
              <a:ext cx="289249" cy="4292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F223988C-51D2-28B9-5610-A871F9B7F61C}"/>
              </a:ext>
            </a:extLst>
          </p:cNvPr>
          <p:cNvSpPr txBox="1"/>
          <p:nvPr/>
        </p:nvSpPr>
        <p:spPr>
          <a:xfrm>
            <a:off x="7727182" y="3429000"/>
            <a:ext cx="2724539" cy="461665"/>
          </a:xfrm>
          <a:prstGeom prst="rect">
            <a:avLst/>
          </a:prstGeom>
          <a:noFill/>
        </p:spPr>
        <p:txBody>
          <a:bodyPr wrap="square" rtlCol="0">
            <a:spAutoFit/>
          </a:bodyPr>
          <a:lstStyle/>
          <a:p>
            <a:r>
              <a:rPr lang="en-US" sz="1200" dirty="0"/>
              <a:t>3 Anderson island plantings:  NA changed to “point”</a:t>
            </a:r>
          </a:p>
        </p:txBody>
      </p:sp>
      <p:sp>
        <p:nvSpPr>
          <p:cNvPr id="4" name="TextBox 3">
            <a:extLst>
              <a:ext uri="{FF2B5EF4-FFF2-40B4-BE49-F238E27FC236}">
                <a16:creationId xmlns:a16="http://schemas.microsoft.com/office/drawing/2014/main" id="{4D847300-D724-8AA9-EAB7-F7B0FD83CFED}"/>
              </a:ext>
            </a:extLst>
          </p:cNvPr>
          <p:cNvSpPr txBox="1"/>
          <p:nvPr/>
        </p:nvSpPr>
        <p:spPr>
          <a:xfrm>
            <a:off x="569568" y="4571109"/>
            <a:ext cx="10702489" cy="523220"/>
          </a:xfrm>
          <a:prstGeom prst="rect">
            <a:avLst/>
          </a:prstGeom>
          <a:noFill/>
          <a:ln>
            <a:solidFill>
              <a:schemeClr val="accent2">
                <a:lumMod val="75000"/>
              </a:schemeClr>
            </a:solidFill>
          </a:ln>
        </p:spPr>
        <p:txBody>
          <a:bodyPr wrap="square" rtlCol="0">
            <a:spAutoFit/>
          </a:bodyPr>
          <a:lstStyle/>
          <a:p>
            <a:r>
              <a:rPr lang="en-US" sz="1400" dirty="0"/>
              <a:t>Planting tab:  added planting location codes to the one BESE group that had NA</a:t>
            </a:r>
          </a:p>
          <a:p>
            <a:r>
              <a:rPr lang="en-US" sz="1400" dirty="0"/>
              <a:t>changed </a:t>
            </a:r>
            <a:r>
              <a:rPr lang="en-US" sz="1400" dirty="0" err="1"/>
              <a:t>activity_filter</a:t>
            </a:r>
            <a:r>
              <a:rPr lang="en-US" sz="1400" dirty="0"/>
              <a:t> values for each of the two BESE groups so that each row of </a:t>
            </a:r>
            <a:r>
              <a:rPr lang="en-US" sz="1400" dirty="0" err="1"/>
              <a:t>p_gps_pts</a:t>
            </a:r>
            <a:r>
              <a:rPr lang="en-US" sz="1400" dirty="0"/>
              <a:t> is a distinct planting (no instances of “--”)</a:t>
            </a:r>
          </a:p>
        </p:txBody>
      </p:sp>
      <p:sp>
        <p:nvSpPr>
          <p:cNvPr id="6" name="TextBox 5">
            <a:extLst>
              <a:ext uri="{FF2B5EF4-FFF2-40B4-BE49-F238E27FC236}">
                <a16:creationId xmlns:a16="http://schemas.microsoft.com/office/drawing/2014/main" id="{71166A4F-AA36-D2E3-E308-25080AB421D5}"/>
              </a:ext>
            </a:extLst>
          </p:cNvPr>
          <p:cNvSpPr txBox="1"/>
          <p:nvPr/>
        </p:nvSpPr>
        <p:spPr>
          <a:xfrm>
            <a:off x="569568" y="5348201"/>
            <a:ext cx="10702489" cy="738664"/>
          </a:xfrm>
          <a:prstGeom prst="rect">
            <a:avLst/>
          </a:prstGeom>
          <a:noFill/>
          <a:ln>
            <a:solidFill>
              <a:schemeClr val="accent2">
                <a:lumMod val="75000"/>
              </a:schemeClr>
            </a:solidFill>
          </a:ln>
        </p:spPr>
        <p:txBody>
          <a:bodyPr wrap="square" rtlCol="0">
            <a:spAutoFit/>
          </a:bodyPr>
          <a:lstStyle/>
          <a:p>
            <a:r>
              <a:rPr lang="en-US" sz="1400" dirty="0"/>
              <a:t>Planting tab:  added planting geometry (col G)  as ‘point’ for two </a:t>
            </a:r>
            <a:r>
              <a:rPr lang="en-US" sz="1400" dirty="0" err="1"/>
              <a:t>planting_gps_pt</a:t>
            </a:r>
            <a:r>
              <a:rPr lang="en-US" sz="1400" dirty="0"/>
              <a:t> records:  </a:t>
            </a:r>
          </a:p>
          <a:p>
            <a:pPr marL="285750" indent="-285750">
              <a:buFont typeface="Arial" panose="020B0604020202020204" pitchFamily="34" charset="0"/>
              <a:buChar char="•"/>
            </a:pPr>
            <a:r>
              <a:rPr lang="en-US" sz="1400" dirty="0"/>
              <a:t>Delano Beach West - DNR - shallow - test – 2021</a:t>
            </a:r>
          </a:p>
          <a:p>
            <a:pPr marL="285750" indent="-285750">
              <a:buFont typeface="Arial" panose="020B0604020202020204" pitchFamily="34" charset="0"/>
              <a:buChar char="•"/>
            </a:pPr>
            <a:r>
              <a:rPr lang="en-US" sz="1400" dirty="0"/>
              <a:t>Delano Beach West - DNR - deep - test - 2021</a:t>
            </a:r>
          </a:p>
        </p:txBody>
      </p:sp>
    </p:spTree>
    <p:extLst>
      <p:ext uri="{BB962C8B-B14F-4D97-AF65-F5344CB8AC3E}">
        <p14:creationId xmlns:p14="http://schemas.microsoft.com/office/powerpoint/2010/main" val="2532653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B94C35-F446-6819-0A0D-58F830F55BEF}"/>
              </a:ext>
            </a:extLst>
          </p:cNvPr>
          <p:cNvSpPr txBox="1"/>
          <p:nvPr/>
        </p:nvSpPr>
        <p:spPr>
          <a:xfrm>
            <a:off x="2409732" y="148588"/>
            <a:ext cx="6097554" cy="461665"/>
          </a:xfrm>
          <a:prstGeom prst="rect">
            <a:avLst/>
          </a:prstGeom>
          <a:noFill/>
        </p:spPr>
        <p:txBody>
          <a:bodyPr wrap="square">
            <a:spAutoFit/>
          </a:bodyPr>
          <a:lstStyle/>
          <a:p>
            <a:pPr algn="ctr"/>
            <a:r>
              <a:rPr lang="en-US" sz="2400" dirty="0"/>
              <a:t>Edits to matrix spreadsheet – Planting sheet</a:t>
            </a:r>
          </a:p>
        </p:txBody>
      </p:sp>
      <p:graphicFrame>
        <p:nvGraphicFramePr>
          <p:cNvPr id="4" name="Table 3">
            <a:extLst>
              <a:ext uri="{FF2B5EF4-FFF2-40B4-BE49-F238E27FC236}">
                <a16:creationId xmlns:a16="http://schemas.microsoft.com/office/drawing/2014/main" id="{B9E5ACBE-1591-FF44-B4A2-8A74989665AF}"/>
              </a:ext>
            </a:extLst>
          </p:cNvPr>
          <p:cNvGraphicFramePr>
            <a:graphicFrameLocks noGrp="1"/>
          </p:cNvGraphicFramePr>
          <p:nvPr>
            <p:extLst>
              <p:ext uri="{D42A27DB-BD31-4B8C-83A1-F6EECF244321}">
                <p14:modId xmlns:p14="http://schemas.microsoft.com/office/powerpoint/2010/main" val="1358794807"/>
              </p:ext>
            </p:extLst>
          </p:nvPr>
        </p:nvGraphicFramePr>
        <p:xfrm>
          <a:off x="824769" y="1129367"/>
          <a:ext cx="4660900" cy="2272665"/>
        </p:xfrm>
        <a:graphic>
          <a:graphicData uri="http://schemas.openxmlformats.org/drawingml/2006/table">
            <a:tbl>
              <a:tblPr>
                <a:tableStyleId>{5C22544A-7EE6-4342-B048-85BDC9FD1C3A}</a:tableStyleId>
              </a:tblPr>
              <a:tblGrid>
                <a:gridCol w="4660900">
                  <a:extLst>
                    <a:ext uri="{9D8B030D-6E8A-4147-A177-3AD203B41FA5}">
                      <a16:colId xmlns:a16="http://schemas.microsoft.com/office/drawing/2014/main" val="4154709834"/>
                    </a:ext>
                  </a:extLst>
                </a:gridCol>
              </a:tblGrid>
              <a:tr h="0">
                <a:tc>
                  <a:txBody>
                    <a:bodyPr/>
                    <a:lstStyle/>
                    <a:p>
                      <a:pPr algn="l" fontAlgn="b">
                        <a:buNone/>
                      </a:pPr>
                      <a:r>
                        <a:rPr lang="en-US" sz="1100" u="none" strike="noStrike" dirty="0" err="1">
                          <a:effectLst/>
                        </a:rPr>
                        <a:t>Joemma</a:t>
                      </a:r>
                      <a:r>
                        <a:rPr lang="en-US" sz="1100" u="none" strike="noStrike" dirty="0">
                          <a:effectLst/>
                        </a:rPr>
                        <a:t> Beach State Park North - SE - DNR - methods - 2017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2742346"/>
                  </a:ext>
                </a:extLst>
              </a:tr>
              <a:tr h="190500">
                <a:tc>
                  <a:txBody>
                    <a:bodyPr/>
                    <a:lstStyle/>
                    <a:p>
                      <a:pPr algn="l" fontAlgn="b">
                        <a:buNone/>
                      </a:pPr>
                      <a:r>
                        <a:rPr lang="en-US" sz="1100" u="none" strike="noStrike">
                          <a:effectLst/>
                        </a:rPr>
                        <a:t>Joemma Beach State Park North - SW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38819450"/>
                  </a:ext>
                </a:extLst>
              </a:tr>
              <a:tr h="190500">
                <a:tc>
                  <a:txBody>
                    <a:bodyPr/>
                    <a:lstStyle/>
                    <a:p>
                      <a:pPr algn="l" fontAlgn="b">
                        <a:buNone/>
                      </a:pPr>
                      <a:r>
                        <a:rPr lang="en-US" sz="1100" u="none" strike="noStrike">
                          <a:effectLst/>
                        </a:rPr>
                        <a:t>Joemma Beach State Park North - NE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97004479"/>
                  </a:ext>
                </a:extLst>
              </a:tr>
              <a:tr h="190500">
                <a:tc>
                  <a:txBody>
                    <a:bodyPr/>
                    <a:lstStyle/>
                    <a:p>
                      <a:pPr algn="l" fontAlgn="b">
                        <a:buNone/>
                      </a:pPr>
                      <a:r>
                        <a:rPr lang="en-US" sz="1100" u="none" strike="noStrike">
                          <a:effectLst/>
                        </a:rPr>
                        <a:t>Joemma Beach State Park North - NW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1813772"/>
                  </a:ext>
                </a:extLst>
              </a:tr>
              <a:tr h="190500">
                <a:tc>
                  <a:txBody>
                    <a:bodyPr/>
                    <a:lstStyle/>
                    <a:p>
                      <a:pPr algn="l" fontAlgn="b">
                        <a:buNone/>
                      </a:pPr>
                      <a:r>
                        <a:rPr lang="en-US" sz="1100" u="none" strike="noStrike">
                          <a:effectLst/>
                        </a:rPr>
                        <a:t>Joemma Beach State Park Mid - SE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7275679"/>
                  </a:ext>
                </a:extLst>
              </a:tr>
              <a:tr h="190500">
                <a:tc>
                  <a:txBody>
                    <a:bodyPr/>
                    <a:lstStyle/>
                    <a:p>
                      <a:pPr algn="l" fontAlgn="b">
                        <a:buNone/>
                      </a:pPr>
                      <a:r>
                        <a:rPr lang="en-US" sz="1100" u="none" strike="noStrike">
                          <a:effectLst/>
                        </a:rPr>
                        <a:t>Joemma Beach State Park Mid - SW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91097908"/>
                  </a:ext>
                </a:extLst>
              </a:tr>
              <a:tr h="190500">
                <a:tc>
                  <a:txBody>
                    <a:bodyPr/>
                    <a:lstStyle/>
                    <a:p>
                      <a:pPr algn="l" fontAlgn="b">
                        <a:buNone/>
                      </a:pPr>
                      <a:r>
                        <a:rPr lang="en-US" sz="1100" u="none" strike="noStrike">
                          <a:effectLst/>
                        </a:rPr>
                        <a:t>Joemma Beach State Park Mid - NE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00631226"/>
                  </a:ext>
                </a:extLst>
              </a:tr>
              <a:tr h="190500">
                <a:tc>
                  <a:txBody>
                    <a:bodyPr/>
                    <a:lstStyle/>
                    <a:p>
                      <a:pPr algn="l" fontAlgn="b">
                        <a:buNone/>
                      </a:pPr>
                      <a:r>
                        <a:rPr lang="en-US" sz="1100" u="none" strike="noStrike">
                          <a:effectLst/>
                        </a:rPr>
                        <a:t>Joemma Beach State Park Mid - NW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52969388"/>
                  </a:ext>
                </a:extLst>
              </a:tr>
              <a:tr h="190500">
                <a:tc>
                  <a:txBody>
                    <a:bodyPr/>
                    <a:lstStyle/>
                    <a:p>
                      <a:pPr algn="l" fontAlgn="b">
                        <a:buNone/>
                      </a:pPr>
                      <a:r>
                        <a:rPr lang="en-US" sz="1100" u="none" strike="noStrike">
                          <a:effectLst/>
                        </a:rPr>
                        <a:t>Joemma Beach State Park South - SE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97281211"/>
                  </a:ext>
                </a:extLst>
              </a:tr>
              <a:tr h="190500">
                <a:tc>
                  <a:txBody>
                    <a:bodyPr/>
                    <a:lstStyle/>
                    <a:p>
                      <a:pPr algn="l" fontAlgn="b">
                        <a:buNone/>
                      </a:pPr>
                      <a:r>
                        <a:rPr lang="en-US" sz="1100" u="none" strike="noStrike">
                          <a:effectLst/>
                        </a:rPr>
                        <a:t>Joemma Beach State Park South - SW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39863536"/>
                  </a:ext>
                </a:extLst>
              </a:tr>
              <a:tr h="190500">
                <a:tc>
                  <a:txBody>
                    <a:bodyPr/>
                    <a:lstStyle/>
                    <a:p>
                      <a:pPr algn="l" fontAlgn="b">
                        <a:buNone/>
                      </a:pPr>
                      <a:r>
                        <a:rPr lang="en-US" sz="1100" u="none" strike="noStrike">
                          <a:effectLst/>
                        </a:rPr>
                        <a:t>Joemma Beach State Park South - NE - DNR - methods - 2017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86184834"/>
                  </a:ext>
                </a:extLst>
              </a:tr>
              <a:tr h="190500">
                <a:tc>
                  <a:txBody>
                    <a:bodyPr/>
                    <a:lstStyle/>
                    <a:p>
                      <a:pPr algn="l" fontAlgn="b">
                        <a:buNone/>
                      </a:pPr>
                      <a:r>
                        <a:rPr lang="en-US" sz="1100" u="none" strike="noStrike" dirty="0" err="1">
                          <a:effectLst/>
                        </a:rPr>
                        <a:t>Joemma</a:t>
                      </a:r>
                      <a:r>
                        <a:rPr lang="en-US" sz="1100" u="none" strike="noStrike" dirty="0">
                          <a:effectLst/>
                        </a:rPr>
                        <a:t> Beach State Park South - NW - DNR - methods - 2017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96497030"/>
                  </a:ext>
                </a:extLst>
              </a:tr>
            </a:tbl>
          </a:graphicData>
        </a:graphic>
      </p:graphicFrame>
      <p:sp>
        <p:nvSpPr>
          <p:cNvPr id="5" name="TextBox 4">
            <a:extLst>
              <a:ext uri="{FF2B5EF4-FFF2-40B4-BE49-F238E27FC236}">
                <a16:creationId xmlns:a16="http://schemas.microsoft.com/office/drawing/2014/main" id="{F3ADEC9A-5FF3-D75B-E079-CF3D871E39F0}"/>
              </a:ext>
            </a:extLst>
          </p:cNvPr>
          <p:cNvSpPr txBox="1"/>
          <p:nvPr/>
        </p:nvSpPr>
        <p:spPr>
          <a:xfrm>
            <a:off x="6216945" y="1617174"/>
            <a:ext cx="4381081" cy="1477328"/>
          </a:xfrm>
          <a:prstGeom prst="rect">
            <a:avLst/>
          </a:prstGeom>
          <a:noFill/>
        </p:spPr>
        <p:txBody>
          <a:bodyPr wrap="square" rtlCol="0">
            <a:spAutoFit/>
          </a:bodyPr>
          <a:lstStyle/>
          <a:p>
            <a:r>
              <a:rPr lang="en-US" dirty="0" err="1"/>
              <a:t>Planting_geometry</a:t>
            </a:r>
            <a:r>
              <a:rPr lang="en-US" dirty="0"/>
              <a:t> in snapshot changed from ‘polygon’ to ‘grid’</a:t>
            </a:r>
          </a:p>
          <a:p>
            <a:endParaRPr lang="en-US" dirty="0"/>
          </a:p>
          <a:p>
            <a:r>
              <a:rPr lang="en-US" dirty="0"/>
              <a:t>Changed activity filter so separate plantings (“--” changed to “test”)</a:t>
            </a:r>
          </a:p>
        </p:txBody>
      </p:sp>
      <p:sp>
        <p:nvSpPr>
          <p:cNvPr id="8" name="TextBox 7">
            <a:extLst>
              <a:ext uri="{FF2B5EF4-FFF2-40B4-BE49-F238E27FC236}">
                <a16:creationId xmlns:a16="http://schemas.microsoft.com/office/drawing/2014/main" id="{E3F8C15D-A137-1AA1-5F6F-B41F31613801}"/>
              </a:ext>
            </a:extLst>
          </p:cNvPr>
          <p:cNvSpPr txBox="1"/>
          <p:nvPr/>
        </p:nvSpPr>
        <p:spPr>
          <a:xfrm>
            <a:off x="1774675" y="4065581"/>
            <a:ext cx="8642649" cy="120032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dirty="0"/>
              <a:t>Changed column name of second </a:t>
            </a:r>
            <a:r>
              <a:rPr lang="en-US" dirty="0" err="1"/>
              <a:t>planting_geometry</a:t>
            </a:r>
            <a:r>
              <a:rPr lang="en-US" dirty="0"/>
              <a:t> (edit not needed in latest matrix 6/30/2026 and this step removed)</a:t>
            </a:r>
          </a:p>
          <a:p>
            <a:pPr marL="285750" indent="-285750">
              <a:buFont typeface="Arial" panose="020B0604020202020204" pitchFamily="34" charset="0"/>
              <a:buChar char="•"/>
            </a:pPr>
            <a:r>
              <a:rPr lang="en-US" dirty="0"/>
              <a:t>Change </a:t>
            </a:r>
            <a:r>
              <a:rPr lang="en-US" dirty="0" err="1"/>
              <a:t>planting_geometry</a:t>
            </a:r>
            <a:r>
              <a:rPr lang="en-US" dirty="0"/>
              <a:t> from polygon to line for the 2 AND_South_L2 records and the 2 AND_South_L3 records </a:t>
            </a:r>
          </a:p>
        </p:txBody>
      </p:sp>
      <p:sp>
        <p:nvSpPr>
          <p:cNvPr id="3" name="Rectangle 2">
            <a:extLst>
              <a:ext uri="{FF2B5EF4-FFF2-40B4-BE49-F238E27FC236}">
                <a16:creationId xmlns:a16="http://schemas.microsoft.com/office/drawing/2014/main" id="{B8B9858E-8B30-1F1F-0EF3-A7D1F879DE7A}"/>
              </a:ext>
            </a:extLst>
          </p:cNvPr>
          <p:cNvSpPr/>
          <p:nvPr/>
        </p:nvSpPr>
        <p:spPr>
          <a:xfrm>
            <a:off x="651849" y="1034171"/>
            <a:ext cx="10094614" cy="2525917"/>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50000"/>
                  <a:lumOff val="50000"/>
                </a:schemeClr>
              </a:solidFill>
            </a:endParaRPr>
          </a:p>
        </p:txBody>
      </p:sp>
      <p:sp>
        <p:nvSpPr>
          <p:cNvPr id="6" name="TextBox 5">
            <a:extLst>
              <a:ext uri="{FF2B5EF4-FFF2-40B4-BE49-F238E27FC236}">
                <a16:creationId xmlns:a16="http://schemas.microsoft.com/office/drawing/2014/main" id="{2BA01840-9107-E835-0AA0-07BEBDAADE76}"/>
              </a:ext>
            </a:extLst>
          </p:cNvPr>
          <p:cNvSpPr txBox="1"/>
          <p:nvPr/>
        </p:nvSpPr>
        <p:spPr>
          <a:xfrm>
            <a:off x="1511929" y="5767057"/>
            <a:ext cx="8899556" cy="923330"/>
          </a:xfrm>
          <a:prstGeom prst="rect">
            <a:avLst/>
          </a:prstGeom>
          <a:noFill/>
          <a:ln>
            <a:solidFill>
              <a:schemeClr val="bg1">
                <a:lumMod val="65000"/>
              </a:schemeClr>
            </a:solidFill>
          </a:ln>
        </p:spPr>
        <p:txBody>
          <a:bodyPr wrap="square" rtlCol="0">
            <a:spAutoFit/>
          </a:bodyPr>
          <a:lstStyle/>
          <a:p>
            <a:r>
              <a:rPr lang="en-US" dirty="0"/>
              <a:t>Changed equation in column C (</a:t>
            </a:r>
            <a:r>
              <a:rPr lang="en-US" dirty="0" err="1"/>
              <a:t>planting_location_code</a:t>
            </a:r>
            <a:r>
              <a:rPr lang="en-US" dirty="0"/>
              <a:t>) to extend lookup table:</a:t>
            </a:r>
          </a:p>
          <a:p>
            <a:r>
              <a:rPr lang="en-US" dirty="0"/>
              <a:t>=VLOOKUP(B4,'lookup table'!$A$2:$C$</a:t>
            </a:r>
            <a:r>
              <a:rPr lang="en-US" dirty="0">
                <a:solidFill>
                  <a:srgbClr val="FF0000"/>
                </a:solidFill>
              </a:rPr>
              <a:t>285</a:t>
            </a:r>
            <a:r>
              <a:rPr lang="en-US" dirty="0"/>
              <a:t>,2,FALSE)  -  previous</a:t>
            </a:r>
          </a:p>
          <a:p>
            <a:r>
              <a:rPr lang="en-US" dirty="0"/>
              <a:t>=VLOOKUP(B4,'lookup table'!$A$2:$C$</a:t>
            </a:r>
            <a:r>
              <a:rPr lang="en-US" dirty="0">
                <a:solidFill>
                  <a:srgbClr val="FF0000"/>
                </a:solidFill>
              </a:rPr>
              <a:t>400</a:t>
            </a:r>
            <a:r>
              <a:rPr lang="en-US" dirty="0"/>
              <a:t>,2,FALSE) - updated</a:t>
            </a:r>
          </a:p>
        </p:txBody>
      </p:sp>
    </p:spTree>
    <p:extLst>
      <p:ext uri="{BB962C8B-B14F-4D97-AF65-F5344CB8AC3E}">
        <p14:creationId xmlns:p14="http://schemas.microsoft.com/office/powerpoint/2010/main" val="31343024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CB2474-56C0-1415-9CAC-69FF04EDFF4A}"/>
              </a:ext>
            </a:extLst>
          </p:cNvPr>
          <p:cNvSpPr txBox="1"/>
          <p:nvPr/>
        </p:nvSpPr>
        <p:spPr>
          <a:xfrm>
            <a:off x="2409732" y="148588"/>
            <a:ext cx="6841844" cy="461665"/>
          </a:xfrm>
          <a:prstGeom prst="rect">
            <a:avLst/>
          </a:prstGeom>
          <a:noFill/>
        </p:spPr>
        <p:txBody>
          <a:bodyPr wrap="square">
            <a:spAutoFit/>
          </a:bodyPr>
          <a:lstStyle/>
          <a:p>
            <a:pPr algn="ctr"/>
            <a:r>
              <a:rPr lang="en-US" sz="2400" dirty="0"/>
              <a:t>Edits to matrix spreadsheet - ‘</a:t>
            </a:r>
            <a:r>
              <a:rPr lang="en-US" sz="2400" dirty="0" err="1"/>
              <a:t>donor_sites</a:t>
            </a:r>
            <a:r>
              <a:rPr lang="en-US" sz="2400" dirty="0"/>
              <a:t>’ sheet</a:t>
            </a:r>
          </a:p>
        </p:txBody>
      </p:sp>
      <p:sp>
        <p:nvSpPr>
          <p:cNvPr id="2" name="TextBox 1">
            <a:extLst>
              <a:ext uri="{FF2B5EF4-FFF2-40B4-BE49-F238E27FC236}">
                <a16:creationId xmlns:a16="http://schemas.microsoft.com/office/drawing/2014/main" id="{CCF8376D-20BB-2787-AB3C-54B6845F2A95}"/>
              </a:ext>
            </a:extLst>
          </p:cNvPr>
          <p:cNvSpPr txBox="1"/>
          <p:nvPr/>
        </p:nvSpPr>
        <p:spPr>
          <a:xfrm>
            <a:off x="1303698" y="1175535"/>
            <a:ext cx="9225481" cy="369332"/>
          </a:xfrm>
          <a:prstGeom prst="rect">
            <a:avLst/>
          </a:prstGeom>
          <a:noFill/>
          <a:ln>
            <a:solidFill>
              <a:schemeClr val="tx1">
                <a:lumMod val="50000"/>
                <a:lumOff val="50000"/>
              </a:schemeClr>
            </a:solidFill>
          </a:ln>
        </p:spPr>
        <p:txBody>
          <a:bodyPr wrap="square" rtlCol="0">
            <a:spAutoFit/>
          </a:bodyPr>
          <a:lstStyle/>
          <a:p>
            <a:r>
              <a:rPr lang="en-US" dirty="0"/>
              <a:t>Switch the 2 header rows so column names adjacent to data</a:t>
            </a:r>
          </a:p>
        </p:txBody>
      </p:sp>
      <p:graphicFrame>
        <p:nvGraphicFramePr>
          <p:cNvPr id="3" name="Table 2">
            <a:extLst>
              <a:ext uri="{FF2B5EF4-FFF2-40B4-BE49-F238E27FC236}">
                <a16:creationId xmlns:a16="http://schemas.microsoft.com/office/drawing/2014/main" id="{49ACDD01-6811-413B-4588-BD124AA1123F}"/>
              </a:ext>
            </a:extLst>
          </p:cNvPr>
          <p:cNvGraphicFramePr>
            <a:graphicFrameLocks noGrp="1"/>
          </p:cNvGraphicFramePr>
          <p:nvPr>
            <p:extLst>
              <p:ext uri="{D42A27DB-BD31-4B8C-83A1-F6EECF244321}">
                <p14:modId xmlns:p14="http://schemas.microsoft.com/office/powerpoint/2010/main" val="2932400432"/>
              </p:ext>
            </p:extLst>
          </p:nvPr>
        </p:nvGraphicFramePr>
        <p:xfrm>
          <a:off x="629065" y="2479481"/>
          <a:ext cx="10574748" cy="2651760"/>
        </p:xfrm>
        <a:graphic>
          <a:graphicData uri="http://schemas.openxmlformats.org/drawingml/2006/table">
            <a:tbl>
              <a:tblPr firstRow="1" bandRow="1">
                <a:tableStyleId>{5C22544A-7EE6-4342-B048-85BDC9FD1C3A}</a:tableStyleId>
              </a:tblPr>
              <a:tblGrid>
                <a:gridCol w="2916775">
                  <a:extLst>
                    <a:ext uri="{9D8B030D-6E8A-4147-A177-3AD203B41FA5}">
                      <a16:colId xmlns:a16="http://schemas.microsoft.com/office/drawing/2014/main" val="1233536176"/>
                    </a:ext>
                  </a:extLst>
                </a:gridCol>
                <a:gridCol w="2245360">
                  <a:extLst>
                    <a:ext uri="{9D8B030D-6E8A-4147-A177-3AD203B41FA5}">
                      <a16:colId xmlns:a16="http://schemas.microsoft.com/office/drawing/2014/main" val="261533633"/>
                    </a:ext>
                  </a:extLst>
                </a:gridCol>
                <a:gridCol w="955040">
                  <a:extLst>
                    <a:ext uri="{9D8B030D-6E8A-4147-A177-3AD203B41FA5}">
                      <a16:colId xmlns:a16="http://schemas.microsoft.com/office/drawing/2014/main" val="3225156839"/>
                    </a:ext>
                  </a:extLst>
                </a:gridCol>
                <a:gridCol w="4457573">
                  <a:extLst>
                    <a:ext uri="{9D8B030D-6E8A-4147-A177-3AD203B41FA5}">
                      <a16:colId xmlns:a16="http://schemas.microsoft.com/office/drawing/2014/main" val="371273812"/>
                    </a:ext>
                  </a:extLst>
                </a:gridCol>
              </a:tblGrid>
              <a:tr h="274320">
                <a:tc>
                  <a:txBody>
                    <a:bodyPr/>
                    <a:lstStyle/>
                    <a:p>
                      <a:r>
                        <a:rPr lang="en-US" sz="1400" dirty="0"/>
                        <a:t>Donor site name</a:t>
                      </a:r>
                    </a:p>
                  </a:txBody>
                  <a:tcPr/>
                </a:tc>
                <a:tc>
                  <a:txBody>
                    <a:bodyPr/>
                    <a:lstStyle/>
                    <a:p>
                      <a:endParaRPr lang="en-US" sz="1400"/>
                    </a:p>
                  </a:txBody>
                  <a:tcPr/>
                </a:tc>
                <a:tc>
                  <a:txBody>
                    <a:bodyPr/>
                    <a:lstStyle/>
                    <a:p>
                      <a:endParaRPr lang="en-US" sz="1400" dirty="0"/>
                    </a:p>
                  </a:txBody>
                  <a:tcPr/>
                </a:tc>
                <a:tc>
                  <a:txBody>
                    <a:bodyPr/>
                    <a:lstStyle/>
                    <a:p>
                      <a:r>
                        <a:rPr lang="en-US" sz="1400" dirty="0"/>
                        <a:t>Edit made</a:t>
                      </a:r>
                    </a:p>
                  </a:txBody>
                  <a:tcPr/>
                </a:tc>
                <a:extLst>
                  <a:ext uri="{0D108BD9-81ED-4DB2-BD59-A6C34878D82A}">
                    <a16:rowId xmlns:a16="http://schemas.microsoft.com/office/drawing/2014/main" val="419100260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C00000"/>
                          </a:solidFill>
                        </a:rPr>
                        <a:t>Elwha Delta = Freshwater Bay</a:t>
                      </a:r>
                    </a:p>
                  </a:txBody>
                  <a:tcPr/>
                </a:tc>
                <a:tc>
                  <a:txBody>
                    <a:bodyPr/>
                    <a:lstStyle/>
                    <a:p>
                      <a:endParaRPr lang="en-US" sz="1400"/>
                    </a:p>
                  </a:txBody>
                  <a:tcPr/>
                </a:tc>
                <a:tc>
                  <a:txBody>
                    <a:bodyPr/>
                    <a:lstStyle/>
                    <a:p>
                      <a:endParaRPr lang="en-US" sz="1400" dirty="0"/>
                    </a:p>
                  </a:txBody>
                  <a:tcPr/>
                </a:tc>
                <a:tc>
                  <a:txBody>
                    <a:bodyPr/>
                    <a:lstStyle/>
                    <a:p>
                      <a:r>
                        <a:rPr lang="en-US" sz="1400" dirty="0"/>
                        <a:t>Edit to </a:t>
                      </a:r>
                      <a:r>
                        <a:rPr lang="en-US" sz="1400" dirty="0" err="1"/>
                        <a:t>donor_sites</a:t>
                      </a:r>
                      <a:r>
                        <a:rPr lang="en-US" sz="1400" dirty="0"/>
                        <a:t> sheet.  1 record. </a:t>
                      </a:r>
                      <a:r>
                        <a:rPr lang="en-US" sz="1400" dirty="0">
                          <a:solidFill>
                            <a:srgbClr val="00B050"/>
                          </a:solidFill>
                        </a:rPr>
                        <a:t>DONE</a:t>
                      </a:r>
                      <a:r>
                        <a:rPr lang="en-US" sz="1400" dirty="0"/>
                        <a:t>.</a:t>
                      </a:r>
                    </a:p>
                  </a:txBody>
                  <a:tcPr/>
                </a:tc>
                <a:extLst>
                  <a:ext uri="{0D108BD9-81ED-4DB2-BD59-A6C34878D82A}">
                    <a16:rowId xmlns:a16="http://schemas.microsoft.com/office/drawing/2014/main" val="1202036462"/>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C00000"/>
                          </a:solidFill>
                        </a:rPr>
                        <a:t>Anderson Island = Thompson Cove</a:t>
                      </a:r>
                    </a:p>
                  </a:txBody>
                  <a:tcPr/>
                </a:tc>
                <a:tc>
                  <a:txBody>
                    <a:bodyPr/>
                    <a:lstStyle/>
                    <a:p>
                      <a:endParaRPr lang="en-US" sz="1400"/>
                    </a:p>
                  </a:txBody>
                  <a:tcPr/>
                </a:tc>
                <a:tc>
                  <a:txBody>
                    <a:bodyPr/>
                    <a:lstStyle/>
                    <a:p>
                      <a:endParaRPr lang="en-US" sz="1400"/>
                    </a:p>
                  </a:txBody>
                  <a:tcPr/>
                </a:tc>
                <a:tc>
                  <a:txBody>
                    <a:bodyPr/>
                    <a:lstStyle/>
                    <a:p>
                      <a:r>
                        <a:rPr lang="en-US" sz="1400" dirty="0"/>
                        <a:t>Edits to Plantings sheet. 8 records single donor records; 2 mixed donor records. </a:t>
                      </a:r>
                      <a:r>
                        <a:rPr lang="en-US" sz="1400" dirty="0">
                          <a:solidFill>
                            <a:srgbClr val="00B050"/>
                          </a:solidFill>
                        </a:rPr>
                        <a:t>DONE</a:t>
                      </a:r>
                      <a:r>
                        <a:rPr lang="en-US" sz="1400" dirty="0"/>
                        <a:t>.</a:t>
                      </a:r>
                    </a:p>
                  </a:txBody>
                  <a:tcPr/>
                </a:tc>
                <a:extLst>
                  <a:ext uri="{0D108BD9-81ED-4DB2-BD59-A6C34878D82A}">
                    <a16:rowId xmlns:a16="http://schemas.microsoft.com/office/drawing/2014/main" val="3630138953"/>
                  </a:ext>
                </a:extLst>
              </a:tr>
              <a:tr h="274320">
                <a:tc>
                  <a:txBody>
                    <a:bodyPr/>
                    <a:lstStyle/>
                    <a:p>
                      <a:r>
                        <a:rPr lang="en-US" sz="1400" dirty="0">
                          <a:solidFill>
                            <a:srgbClr val="C00000"/>
                          </a:solidFill>
                        </a:rPr>
                        <a:t>Thompson Cove</a:t>
                      </a:r>
                      <a:endParaRPr lang="en-US" sz="1400" dirty="0"/>
                    </a:p>
                  </a:txBody>
                  <a:tcPr/>
                </a:tc>
                <a:tc>
                  <a:txBody>
                    <a:bodyPr/>
                    <a:lstStyle/>
                    <a:p>
                      <a:r>
                        <a:rPr lang="en-US" sz="1400" dirty="0">
                          <a:solidFill>
                            <a:srgbClr val="242424"/>
                          </a:solidFill>
                          <a:latin typeface="Aptos" panose="020B0004020202020204" pitchFamily="34" charset="0"/>
                        </a:rPr>
                        <a:t>47.1266, -122.7080</a:t>
                      </a:r>
                      <a:endParaRPr lang="en-US" sz="1400" dirty="0"/>
                    </a:p>
                  </a:txBody>
                  <a:tcPr/>
                </a:tc>
                <a:tc>
                  <a:txBody>
                    <a:bodyPr/>
                    <a:lstStyle/>
                    <a:p>
                      <a:r>
                        <a:rPr lang="en-US" sz="1400" dirty="0">
                          <a:solidFill>
                            <a:srgbClr val="242424"/>
                          </a:solidFill>
                          <a:latin typeface="Aptos" panose="020B0004020202020204" pitchFamily="34" charset="0"/>
                        </a:rPr>
                        <a:t>cps1277</a:t>
                      </a:r>
                      <a:endParaRPr lang="en-US" sz="1400" dirty="0"/>
                    </a:p>
                  </a:txBody>
                  <a:tcPr/>
                </a:tc>
                <a:tc>
                  <a:txBody>
                    <a:bodyPr/>
                    <a:lstStyle/>
                    <a:p>
                      <a:r>
                        <a:rPr lang="en-US" sz="1400" dirty="0"/>
                        <a:t>No edits needed. </a:t>
                      </a:r>
                    </a:p>
                  </a:txBody>
                  <a:tcPr/>
                </a:tc>
                <a:extLst>
                  <a:ext uri="{0D108BD9-81ED-4DB2-BD59-A6C34878D82A}">
                    <a16:rowId xmlns:a16="http://schemas.microsoft.com/office/drawing/2014/main" val="3319437618"/>
                  </a:ext>
                </a:extLst>
              </a:tr>
              <a:tr h="274320">
                <a:tc>
                  <a:txBody>
                    <a:bodyPr/>
                    <a:lstStyle/>
                    <a:p>
                      <a:r>
                        <a:rPr lang="en-US" sz="1400" dirty="0">
                          <a:solidFill>
                            <a:srgbClr val="C00000"/>
                          </a:solidFill>
                          <a:latin typeface="Aptos" panose="020B0004020202020204" pitchFamily="34" charset="0"/>
                        </a:rPr>
                        <a:t>Shine Rd in Squamish Harbor</a:t>
                      </a:r>
                      <a:endParaRPr lang="en-US" sz="1400" dirty="0"/>
                    </a:p>
                  </a:txBody>
                  <a:tcPr/>
                </a:tc>
                <a:tc>
                  <a:txBody>
                    <a:bodyPr/>
                    <a:lstStyle/>
                    <a:p>
                      <a:r>
                        <a:rPr lang="en-US" sz="1400" dirty="0">
                          <a:solidFill>
                            <a:srgbClr val="242424"/>
                          </a:solidFill>
                          <a:latin typeface="Aptos" panose="020B0004020202020204" pitchFamily="34" charset="0"/>
                        </a:rPr>
                        <a:t>47.866685, -122.672543 </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42424"/>
                          </a:solidFill>
                          <a:latin typeface="Aptos" panose="020B0004020202020204" pitchFamily="34" charset="0"/>
                        </a:rPr>
                        <a:t>hdc2517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42424"/>
                          </a:solidFill>
                          <a:latin typeface="Aptos" panose="020B0004020202020204" pitchFamily="34" charset="0"/>
                        </a:rPr>
                        <a:t>Added record to </a:t>
                      </a:r>
                      <a:r>
                        <a:rPr lang="en-US" sz="1400" dirty="0" err="1">
                          <a:solidFill>
                            <a:srgbClr val="242424"/>
                          </a:solidFill>
                          <a:latin typeface="Aptos" panose="020B0004020202020204" pitchFamily="34" charset="0"/>
                        </a:rPr>
                        <a:t>donor_sites</a:t>
                      </a:r>
                      <a:r>
                        <a:rPr lang="en-US" sz="1400" dirty="0">
                          <a:solidFill>
                            <a:srgbClr val="242424"/>
                          </a:solidFill>
                          <a:latin typeface="Aptos" panose="020B0004020202020204" pitchFamily="34" charset="0"/>
                        </a:rPr>
                        <a:t> sheet.  </a:t>
                      </a:r>
                      <a:r>
                        <a:rPr lang="en-US" sz="1400" dirty="0">
                          <a:solidFill>
                            <a:srgbClr val="00B050"/>
                          </a:solidFill>
                          <a:latin typeface="Aptos" panose="020B0004020202020204" pitchFamily="34" charset="0"/>
                        </a:rPr>
                        <a:t>DONE</a:t>
                      </a:r>
                      <a:r>
                        <a:rPr lang="en-US" sz="1400" dirty="0">
                          <a:solidFill>
                            <a:srgbClr val="242424"/>
                          </a:solidFill>
                          <a:latin typeface="Aptos" panose="020B0004020202020204" pitchFamily="34" charset="0"/>
                        </a:rPr>
                        <a:t>.</a:t>
                      </a:r>
                    </a:p>
                  </a:txBody>
                  <a:tcPr/>
                </a:tc>
                <a:extLst>
                  <a:ext uri="{0D108BD9-81ED-4DB2-BD59-A6C34878D82A}">
                    <a16:rowId xmlns:a16="http://schemas.microsoft.com/office/drawing/2014/main" val="3668964499"/>
                  </a:ext>
                </a:extLst>
              </a:tr>
              <a:tr h="274320">
                <a:tc>
                  <a:txBody>
                    <a:bodyPr/>
                    <a:lstStyle/>
                    <a:p>
                      <a:r>
                        <a:rPr lang="en-US" sz="1400" dirty="0">
                          <a:solidFill>
                            <a:srgbClr val="C00000"/>
                          </a:solidFill>
                        </a:rPr>
                        <a:t>Fay Bainbridge </a:t>
                      </a:r>
                      <a:endParaRPr lang="en-US" sz="1400" dirty="0"/>
                    </a:p>
                  </a:txBody>
                  <a:tcPr/>
                </a:tc>
                <a:tc>
                  <a:txBody>
                    <a:bodyPr/>
                    <a:lstStyle/>
                    <a:p>
                      <a:r>
                        <a:rPr lang="en-US" sz="1400" dirty="0">
                          <a:solidFill>
                            <a:srgbClr val="C00000"/>
                          </a:solidFill>
                        </a:rPr>
                        <a:t>47.703800, -122.506259 </a:t>
                      </a:r>
                      <a:endParaRPr lang="en-US" sz="1400" dirty="0"/>
                    </a:p>
                  </a:txBody>
                  <a:tcPr/>
                </a:tc>
                <a:tc>
                  <a:txBody>
                    <a:bodyPr/>
                    <a:lstStyle/>
                    <a:p>
                      <a:r>
                        <a:rPr lang="en-US" sz="1400" dirty="0">
                          <a:solidFill>
                            <a:srgbClr val="C00000"/>
                          </a:solidFill>
                        </a:rPr>
                        <a:t>cps1063</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42424"/>
                          </a:solidFill>
                          <a:latin typeface="Aptos" panose="020B0004020202020204" pitchFamily="34" charset="0"/>
                        </a:rPr>
                        <a:t>Added record to </a:t>
                      </a:r>
                      <a:r>
                        <a:rPr lang="en-US" sz="1400" dirty="0" err="1">
                          <a:solidFill>
                            <a:srgbClr val="242424"/>
                          </a:solidFill>
                          <a:latin typeface="Aptos" panose="020B0004020202020204" pitchFamily="34" charset="0"/>
                        </a:rPr>
                        <a:t>donor_sites</a:t>
                      </a:r>
                      <a:r>
                        <a:rPr lang="en-US" sz="1400" dirty="0">
                          <a:solidFill>
                            <a:srgbClr val="242424"/>
                          </a:solidFill>
                          <a:latin typeface="Aptos" panose="020B0004020202020204" pitchFamily="34" charset="0"/>
                        </a:rPr>
                        <a:t> sheet.  </a:t>
                      </a:r>
                      <a:r>
                        <a:rPr lang="en-US" sz="1400" dirty="0">
                          <a:solidFill>
                            <a:srgbClr val="00B050"/>
                          </a:solidFill>
                          <a:latin typeface="Aptos" panose="020B0004020202020204" pitchFamily="34" charset="0"/>
                        </a:rPr>
                        <a:t>DONE</a:t>
                      </a:r>
                      <a:r>
                        <a:rPr lang="en-US" sz="1400" dirty="0">
                          <a:solidFill>
                            <a:srgbClr val="242424"/>
                          </a:solidFill>
                          <a:latin typeface="Aptos" panose="020B0004020202020204" pitchFamily="34" charset="0"/>
                        </a:rPr>
                        <a:t>.</a:t>
                      </a:r>
                    </a:p>
                  </a:txBody>
                  <a:tcPr/>
                </a:tc>
                <a:extLst>
                  <a:ext uri="{0D108BD9-81ED-4DB2-BD59-A6C34878D82A}">
                    <a16:rowId xmlns:a16="http://schemas.microsoft.com/office/drawing/2014/main" val="1348024077"/>
                  </a:ext>
                </a:extLst>
              </a:tr>
              <a:tr h="274320">
                <a:tc>
                  <a:txBody>
                    <a:bodyPr/>
                    <a:lstStyle/>
                    <a:p>
                      <a:r>
                        <a:rPr lang="en-US" sz="1400" dirty="0">
                          <a:solidFill>
                            <a:srgbClr val="C00000"/>
                          </a:solidFill>
                        </a:rPr>
                        <a:t>Freshwater Bay </a:t>
                      </a:r>
                      <a:endParaRPr lang="en-US" sz="1400" dirty="0"/>
                    </a:p>
                  </a:txBody>
                  <a:tcPr/>
                </a:tc>
                <a:tc>
                  <a:txBody>
                    <a:bodyPr/>
                    <a:lstStyle/>
                    <a:p>
                      <a:r>
                        <a:rPr lang="en-US" sz="1400" dirty="0">
                          <a:solidFill>
                            <a:srgbClr val="C00000"/>
                          </a:solidFill>
                        </a:rPr>
                        <a:t>48.1463, -123.6368 </a:t>
                      </a:r>
                      <a:endParaRPr lang="en-US" sz="1400" dirty="0"/>
                    </a:p>
                  </a:txBody>
                  <a:tcPr/>
                </a:tc>
                <a:tc>
                  <a:txBody>
                    <a:bodyPr/>
                    <a:lstStyle/>
                    <a:p>
                      <a:endParaRPr lang="en-US" sz="1400" dirty="0"/>
                    </a:p>
                  </a:txBody>
                  <a:tcPr/>
                </a:tc>
                <a:tc>
                  <a:txBody>
                    <a:bodyPr/>
                    <a:lstStyle/>
                    <a:p>
                      <a:r>
                        <a:rPr lang="en-US" sz="1400" dirty="0"/>
                        <a:t>No edits needed.</a:t>
                      </a:r>
                    </a:p>
                  </a:txBody>
                  <a:tcPr/>
                </a:tc>
                <a:extLst>
                  <a:ext uri="{0D108BD9-81ED-4DB2-BD59-A6C34878D82A}">
                    <a16:rowId xmlns:a16="http://schemas.microsoft.com/office/drawing/2014/main" val="2912787907"/>
                  </a:ext>
                </a:extLst>
              </a:tr>
              <a:tr h="274320">
                <a:tc>
                  <a:txBody>
                    <a:bodyPr/>
                    <a:lstStyle/>
                    <a:p>
                      <a:r>
                        <a:rPr lang="en-US" sz="1400" dirty="0">
                          <a:solidFill>
                            <a:srgbClr val="242424"/>
                          </a:solidFill>
                          <a:latin typeface="Aptos" panose="020B0004020202020204" pitchFamily="34" charset="0"/>
                        </a:rPr>
                        <a:t>Ship Harbor </a:t>
                      </a:r>
                      <a:endParaRPr lang="en-US" sz="1400" dirty="0"/>
                    </a:p>
                  </a:txBody>
                  <a:tcPr/>
                </a:tc>
                <a:tc>
                  <a:txBody>
                    <a:bodyPr/>
                    <a:lstStyle/>
                    <a:p>
                      <a:r>
                        <a:rPr lang="en-US" sz="1400" dirty="0">
                          <a:solidFill>
                            <a:srgbClr val="242424"/>
                          </a:solidFill>
                          <a:latin typeface="Aptos" panose="020B0004020202020204" pitchFamily="34" charset="0"/>
                        </a:rPr>
                        <a:t>48.505130, -122.675595 </a:t>
                      </a:r>
                      <a:endParaRPr lang="en-US" sz="1400" dirty="0"/>
                    </a:p>
                  </a:txBody>
                  <a:tcPr/>
                </a:tc>
                <a:tc>
                  <a:txBody>
                    <a:bodyPr/>
                    <a:lstStyle/>
                    <a:p>
                      <a:r>
                        <a:rPr lang="en-US" sz="1400" dirty="0">
                          <a:solidFill>
                            <a:srgbClr val="242424"/>
                          </a:solidFill>
                          <a:latin typeface="Aptos" panose="020B0004020202020204" pitchFamily="34" charset="0"/>
                        </a:rPr>
                        <a:t>nps1489</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42424"/>
                          </a:solidFill>
                          <a:latin typeface="Aptos" panose="020B0004020202020204" pitchFamily="34" charset="0"/>
                        </a:rPr>
                        <a:t>Added record to </a:t>
                      </a:r>
                      <a:r>
                        <a:rPr lang="en-US" sz="1400" dirty="0" err="1">
                          <a:solidFill>
                            <a:srgbClr val="242424"/>
                          </a:solidFill>
                          <a:latin typeface="Aptos" panose="020B0004020202020204" pitchFamily="34" charset="0"/>
                        </a:rPr>
                        <a:t>donor_sites</a:t>
                      </a:r>
                      <a:r>
                        <a:rPr lang="en-US" sz="1400" dirty="0">
                          <a:solidFill>
                            <a:srgbClr val="242424"/>
                          </a:solidFill>
                          <a:latin typeface="Aptos" panose="020B0004020202020204" pitchFamily="34" charset="0"/>
                        </a:rPr>
                        <a:t> sheet.  </a:t>
                      </a:r>
                      <a:r>
                        <a:rPr lang="en-US" sz="1400" dirty="0">
                          <a:solidFill>
                            <a:srgbClr val="00B050"/>
                          </a:solidFill>
                          <a:latin typeface="Aptos" panose="020B0004020202020204" pitchFamily="34" charset="0"/>
                        </a:rPr>
                        <a:t>DONE</a:t>
                      </a:r>
                      <a:r>
                        <a:rPr lang="en-US" sz="1400" dirty="0">
                          <a:solidFill>
                            <a:srgbClr val="242424"/>
                          </a:solidFill>
                          <a:latin typeface="Aptos" panose="020B0004020202020204" pitchFamily="34" charset="0"/>
                        </a:rPr>
                        <a:t>.</a:t>
                      </a:r>
                    </a:p>
                  </a:txBody>
                  <a:tcPr/>
                </a:tc>
                <a:extLst>
                  <a:ext uri="{0D108BD9-81ED-4DB2-BD59-A6C34878D82A}">
                    <a16:rowId xmlns:a16="http://schemas.microsoft.com/office/drawing/2014/main" val="3736375004"/>
                  </a:ext>
                </a:extLst>
              </a:tr>
            </a:tbl>
          </a:graphicData>
        </a:graphic>
      </p:graphicFrame>
      <p:sp>
        <p:nvSpPr>
          <p:cNvPr id="5" name="TextBox 4">
            <a:extLst>
              <a:ext uri="{FF2B5EF4-FFF2-40B4-BE49-F238E27FC236}">
                <a16:creationId xmlns:a16="http://schemas.microsoft.com/office/drawing/2014/main" id="{8CB592E9-FFDA-BC83-C014-EB434E7FD409}"/>
              </a:ext>
            </a:extLst>
          </p:cNvPr>
          <p:cNvSpPr txBox="1"/>
          <p:nvPr/>
        </p:nvSpPr>
        <p:spPr>
          <a:xfrm>
            <a:off x="383263" y="1997219"/>
            <a:ext cx="5712737" cy="369332"/>
          </a:xfrm>
          <a:prstGeom prst="rect">
            <a:avLst/>
          </a:prstGeom>
          <a:noFill/>
        </p:spPr>
        <p:txBody>
          <a:bodyPr wrap="square" rtlCol="0">
            <a:spAutoFit/>
          </a:bodyPr>
          <a:lstStyle/>
          <a:p>
            <a:r>
              <a:rPr lang="en-US" i="1" dirty="0">
                <a:solidFill>
                  <a:schemeClr val="tx1">
                    <a:lumMod val="50000"/>
                    <a:lumOff val="50000"/>
                  </a:schemeClr>
                </a:solidFill>
              </a:rPr>
              <a:t>Based on info from Jeff by email:</a:t>
            </a:r>
          </a:p>
        </p:txBody>
      </p:sp>
      <p:sp>
        <p:nvSpPr>
          <p:cNvPr id="6" name="TextBox 5">
            <a:extLst>
              <a:ext uri="{FF2B5EF4-FFF2-40B4-BE49-F238E27FC236}">
                <a16:creationId xmlns:a16="http://schemas.microsoft.com/office/drawing/2014/main" id="{1439ED40-2A10-E60E-2045-7A5CE3FE21BF}"/>
              </a:ext>
            </a:extLst>
          </p:cNvPr>
          <p:cNvSpPr txBox="1"/>
          <p:nvPr/>
        </p:nvSpPr>
        <p:spPr>
          <a:xfrm>
            <a:off x="1665838" y="5604095"/>
            <a:ext cx="9071572" cy="923330"/>
          </a:xfrm>
          <a:prstGeom prst="rect">
            <a:avLst/>
          </a:prstGeom>
          <a:noFill/>
          <a:ln>
            <a:solidFill>
              <a:schemeClr val="tx1">
                <a:lumMod val="50000"/>
                <a:lumOff val="50000"/>
              </a:schemeClr>
            </a:solidFill>
          </a:ln>
        </p:spPr>
        <p:txBody>
          <a:bodyPr wrap="square" rtlCol="0">
            <a:spAutoFit/>
          </a:bodyPr>
          <a:lstStyle/>
          <a:p>
            <a:r>
              <a:rPr lang="en-US" dirty="0"/>
              <a:t>Edit 2 donor site names in </a:t>
            </a:r>
            <a:r>
              <a:rPr lang="en-US" dirty="0" err="1"/>
              <a:t>donor_site</a:t>
            </a:r>
            <a:r>
              <a:rPr lang="en-US" dirty="0"/>
              <a:t> sheet to match names used in Plantings sheet:</a:t>
            </a:r>
          </a:p>
          <a:p>
            <a:pPr marL="285750" indent="-285750">
              <a:buFont typeface="Arial" panose="020B0604020202020204" pitchFamily="34" charset="0"/>
              <a:buChar char="•"/>
            </a:pPr>
            <a:r>
              <a:rPr lang="en-US" dirty="0"/>
              <a:t>‘Ketron Island NW’ </a:t>
            </a:r>
            <a:r>
              <a:rPr lang="en-US" dirty="0">
                <a:sym typeface="Wingdings" panose="05000000000000000000" pitchFamily="2" charset="2"/>
              </a:rPr>
              <a:t> ‘Ketron Island’</a:t>
            </a:r>
          </a:p>
          <a:p>
            <a:pPr marL="285750" indent="-285750">
              <a:buFont typeface="Arial" panose="020B0604020202020204" pitchFamily="34" charset="0"/>
              <a:buChar char="•"/>
            </a:pPr>
            <a:r>
              <a:rPr lang="en-US" dirty="0">
                <a:sym typeface="Wingdings" panose="05000000000000000000" pitchFamily="2" charset="2"/>
              </a:rPr>
              <a:t>‘Cutts Island sand spit’  ‘Cutts Island’</a:t>
            </a:r>
            <a:endParaRPr lang="en-US" dirty="0"/>
          </a:p>
        </p:txBody>
      </p:sp>
    </p:spTree>
    <p:extLst>
      <p:ext uri="{BB962C8B-B14F-4D97-AF65-F5344CB8AC3E}">
        <p14:creationId xmlns:p14="http://schemas.microsoft.com/office/powerpoint/2010/main" val="16899121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436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655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A677C-3FA3-76D3-3133-A2596D1D40BF}"/>
              </a:ext>
            </a:extLst>
          </p:cNvPr>
          <p:cNvSpPr txBox="1"/>
          <p:nvPr/>
        </p:nvSpPr>
        <p:spPr>
          <a:xfrm>
            <a:off x="470890" y="5678256"/>
            <a:ext cx="796954" cy="276999"/>
          </a:xfrm>
          <a:prstGeom prst="rect">
            <a:avLst/>
          </a:prstGeom>
          <a:noFill/>
        </p:spPr>
        <p:txBody>
          <a:bodyPr wrap="square" rtlCol="0">
            <a:spAutoFit/>
          </a:bodyPr>
          <a:lstStyle/>
          <a:p>
            <a:r>
              <a:rPr lang="en-US" sz="1200" dirty="0"/>
              <a:t>all rows</a:t>
            </a:r>
          </a:p>
        </p:txBody>
      </p:sp>
      <p:sp>
        <p:nvSpPr>
          <p:cNvPr id="4" name="TextBox 3">
            <a:extLst>
              <a:ext uri="{FF2B5EF4-FFF2-40B4-BE49-F238E27FC236}">
                <a16:creationId xmlns:a16="http://schemas.microsoft.com/office/drawing/2014/main" id="{EC918C2C-6333-40F1-A4B4-F93CAF543DC6}"/>
              </a:ext>
            </a:extLst>
          </p:cNvPr>
          <p:cNvSpPr txBox="1"/>
          <p:nvPr/>
        </p:nvSpPr>
        <p:spPr>
          <a:xfrm>
            <a:off x="4653597" y="3304564"/>
            <a:ext cx="1136030" cy="276999"/>
          </a:xfrm>
          <a:prstGeom prst="rect">
            <a:avLst/>
          </a:prstGeom>
          <a:noFill/>
        </p:spPr>
        <p:txBody>
          <a:bodyPr wrap="square" rtlCol="0">
            <a:spAutoFit/>
          </a:bodyPr>
          <a:lstStyle/>
          <a:p>
            <a:r>
              <a:rPr lang="en-US" sz="1200" dirty="0"/>
              <a:t>line planting</a:t>
            </a:r>
          </a:p>
        </p:txBody>
      </p:sp>
      <p:sp>
        <p:nvSpPr>
          <p:cNvPr id="5" name="TextBox 4">
            <a:extLst>
              <a:ext uri="{FF2B5EF4-FFF2-40B4-BE49-F238E27FC236}">
                <a16:creationId xmlns:a16="http://schemas.microsoft.com/office/drawing/2014/main" id="{256F4C86-65E1-27DB-2B20-1E4E19092C8B}"/>
              </a:ext>
            </a:extLst>
          </p:cNvPr>
          <p:cNvSpPr txBox="1"/>
          <p:nvPr/>
        </p:nvSpPr>
        <p:spPr>
          <a:xfrm>
            <a:off x="4636815" y="2609676"/>
            <a:ext cx="1152811" cy="276999"/>
          </a:xfrm>
          <a:prstGeom prst="rect">
            <a:avLst/>
          </a:prstGeom>
          <a:noFill/>
        </p:spPr>
        <p:txBody>
          <a:bodyPr wrap="square" rtlCol="0">
            <a:spAutoFit/>
          </a:bodyPr>
          <a:lstStyle/>
          <a:p>
            <a:r>
              <a:rPr lang="en-US" sz="1200" dirty="0"/>
              <a:t>point planting</a:t>
            </a:r>
          </a:p>
        </p:txBody>
      </p:sp>
      <p:sp>
        <p:nvSpPr>
          <p:cNvPr id="6" name="TextBox 5">
            <a:extLst>
              <a:ext uri="{FF2B5EF4-FFF2-40B4-BE49-F238E27FC236}">
                <a16:creationId xmlns:a16="http://schemas.microsoft.com/office/drawing/2014/main" id="{9AB0CAD2-7B5B-D303-CA00-8970CA423417}"/>
              </a:ext>
            </a:extLst>
          </p:cNvPr>
          <p:cNvSpPr txBox="1"/>
          <p:nvPr/>
        </p:nvSpPr>
        <p:spPr>
          <a:xfrm>
            <a:off x="4508573" y="3926586"/>
            <a:ext cx="1350693" cy="276999"/>
          </a:xfrm>
          <a:prstGeom prst="rect">
            <a:avLst/>
          </a:prstGeom>
          <a:noFill/>
        </p:spPr>
        <p:txBody>
          <a:bodyPr wrap="square" rtlCol="0">
            <a:spAutoFit/>
          </a:bodyPr>
          <a:lstStyle/>
          <a:p>
            <a:r>
              <a:rPr lang="en-US" sz="1200" dirty="0"/>
              <a:t>polygon planting</a:t>
            </a:r>
          </a:p>
        </p:txBody>
      </p:sp>
      <p:sp>
        <p:nvSpPr>
          <p:cNvPr id="8" name="TextBox 7">
            <a:extLst>
              <a:ext uri="{FF2B5EF4-FFF2-40B4-BE49-F238E27FC236}">
                <a16:creationId xmlns:a16="http://schemas.microsoft.com/office/drawing/2014/main" id="{45F1DE8D-2634-DE88-699C-5E5C82B53CB4}"/>
              </a:ext>
            </a:extLst>
          </p:cNvPr>
          <p:cNvSpPr txBox="1"/>
          <p:nvPr/>
        </p:nvSpPr>
        <p:spPr>
          <a:xfrm>
            <a:off x="2466364" y="4800583"/>
            <a:ext cx="1357953" cy="461665"/>
          </a:xfrm>
          <a:prstGeom prst="rect">
            <a:avLst/>
          </a:prstGeom>
          <a:noFill/>
        </p:spPr>
        <p:txBody>
          <a:bodyPr wrap="square" rtlCol="0">
            <a:spAutoFit/>
          </a:bodyPr>
          <a:lstStyle/>
          <a:p>
            <a:r>
              <a:rPr lang="en-US" sz="1200" dirty="0"/>
              <a:t>polygon 4 corner</a:t>
            </a:r>
          </a:p>
          <a:p>
            <a:r>
              <a:rPr lang="en-US" sz="1200" dirty="0"/>
              <a:t>records</a:t>
            </a:r>
          </a:p>
        </p:txBody>
      </p:sp>
      <p:sp>
        <p:nvSpPr>
          <p:cNvPr id="9" name="TextBox 8">
            <a:extLst>
              <a:ext uri="{FF2B5EF4-FFF2-40B4-BE49-F238E27FC236}">
                <a16:creationId xmlns:a16="http://schemas.microsoft.com/office/drawing/2014/main" id="{316A2CA4-13C8-AA8F-952C-692DD3CB2043}"/>
              </a:ext>
            </a:extLst>
          </p:cNvPr>
          <p:cNvSpPr txBox="1"/>
          <p:nvPr/>
        </p:nvSpPr>
        <p:spPr>
          <a:xfrm>
            <a:off x="2338208" y="3708286"/>
            <a:ext cx="1357952" cy="461665"/>
          </a:xfrm>
          <a:prstGeom prst="rect">
            <a:avLst/>
          </a:prstGeom>
          <a:noFill/>
        </p:spPr>
        <p:txBody>
          <a:bodyPr wrap="square" rtlCol="0">
            <a:spAutoFit/>
          </a:bodyPr>
          <a:lstStyle/>
          <a:p>
            <a:r>
              <a:rPr lang="en-US" sz="1200" dirty="0"/>
              <a:t>polygon diagonal</a:t>
            </a:r>
          </a:p>
          <a:p>
            <a:r>
              <a:rPr lang="en-US" sz="1200" dirty="0"/>
              <a:t>records</a:t>
            </a:r>
          </a:p>
        </p:txBody>
      </p:sp>
      <p:sp>
        <p:nvSpPr>
          <p:cNvPr id="10" name="TextBox 9">
            <a:extLst>
              <a:ext uri="{FF2B5EF4-FFF2-40B4-BE49-F238E27FC236}">
                <a16:creationId xmlns:a16="http://schemas.microsoft.com/office/drawing/2014/main" id="{CB716A90-792D-91B5-8276-A69537C932FA}"/>
              </a:ext>
            </a:extLst>
          </p:cNvPr>
          <p:cNvSpPr txBox="1"/>
          <p:nvPr/>
        </p:nvSpPr>
        <p:spPr>
          <a:xfrm>
            <a:off x="2310013" y="2722795"/>
            <a:ext cx="1136031" cy="461665"/>
          </a:xfrm>
          <a:prstGeom prst="rect">
            <a:avLst/>
          </a:prstGeom>
          <a:noFill/>
        </p:spPr>
        <p:txBody>
          <a:bodyPr wrap="square" rtlCol="0">
            <a:spAutoFit/>
          </a:bodyPr>
          <a:lstStyle/>
          <a:p>
            <a:r>
              <a:rPr lang="en-US" sz="1200" dirty="0"/>
              <a:t>line endpoint</a:t>
            </a:r>
          </a:p>
          <a:p>
            <a:r>
              <a:rPr lang="en-US" sz="1200" dirty="0"/>
              <a:t>records</a:t>
            </a:r>
          </a:p>
        </p:txBody>
      </p:sp>
      <p:sp>
        <p:nvSpPr>
          <p:cNvPr id="11" name="TextBox 10">
            <a:extLst>
              <a:ext uri="{FF2B5EF4-FFF2-40B4-BE49-F238E27FC236}">
                <a16:creationId xmlns:a16="http://schemas.microsoft.com/office/drawing/2014/main" id="{BD5C7C96-B957-0EA5-CAE2-8DF8FA89CCE3}"/>
              </a:ext>
            </a:extLst>
          </p:cNvPr>
          <p:cNvSpPr txBox="1"/>
          <p:nvPr/>
        </p:nvSpPr>
        <p:spPr>
          <a:xfrm>
            <a:off x="2335606" y="1887019"/>
            <a:ext cx="739904" cy="461665"/>
          </a:xfrm>
          <a:prstGeom prst="rect">
            <a:avLst/>
          </a:prstGeom>
          <a:noFill/>
        </p:spPr>
        <p:txBody>
          <a:bodyPr wrap="square" rtlCol="0">
            <a:spAutoFit/>
          </a:bodyPr>
          <a:lstStyle/>
          <a:p>
            <a:r>
              <a:rPr lang="en-US" sz="1200" dirty="0"/>
              <a:t>Point</a:t>
            </a:r>
          </a:p>
          <a:p>
            <a:r>
              <a:rPr lang="en-US" sz="1200" dirty="0"/>
              <a:t>records</a:t>
            </a:r>
          </a:p>
        </p:txBody>
      </p:sp>
      <p:sp>
        <p:nvSpPr>
          <p:cNvPr id="13" name="TextBox 12">
            <a:extLst>
              <a:ext uri="{FF2B5EF4-FFF2-40B4-BE49-F238E27FC236}">
                <a16:creationId xmlns:a16="http://schemas.microsoft.com/office/drawing/2014/main" id="{64A0DC9E-581A-0713-6BA8-2112CF9A4098}"/>
              </a:ext>
            </a:extLst>
          </p:cNvPr>
          <p:cNvSpPr txBox="1"/>
          <p:nvPr/>
        </p:nvSpPr>
        <p:spPr>
          <a:xfrm>
            <a:off x="9271980" y="2880536"/>
            <a:ext cx="598414" cy="276999"/>
          </a:xfrm>
          <a:prstGeom prst="rect">
            <a:avLst/>
          </a:prstGeom>
          <a:noFill/>
        </p:spPr>
        <p:txBody>
          <a:bodyPr wrap="square" rtlCol="0">
            <a:spAutoFit/>
          </a:bodyPr>
          <a:lstStyle/>
          <a:p>
            <a:r>
              <a:rPr lang="en-US" sz="1200" dirty="0"/>
              <a:t>test</a:t>
            </a:r>
          </a:p>
        </p:txBody>
      </p:sp>
      <p:sp>
        <p:nvSpPr>
          <p:cNvPr id="14" name="TextBox 13">
            <a:extLst>
              <a:ext uri="{FF2B5EF4-FFF2-40B4-BE49-F238E27FC236}">
                <a16:creationId xmlns:a16="http://schemas.microsoft.com/office/drawing/2014/main" id="{5C41D013-FB66-D954-A8F7-8B79ED1E7CF1}"/>
              </a:ext>
            </a:extLst>
          </p:cNvPr>
          <p:cNvSpPr txBox="1"/>
          <p:nvPr/>
        </p:nvSpPr>
        <p:spPr>
          <a:xfrm>
            <a:off x="10891103" y="3013809"/>
            <a:ext cx="1117132" cy="276999"/>
          </a:xfrm>
          <a:prstGeom prst="rect">
            <a:avLst/>
          </a:prstGeom>
          <a:noFill/>
        </p:spPr>
        <p:txBody>
          <a:bodyPr wrap="square" rtlCol="0">
            <a:spAutoFit/>
          </a:bodyPr>
          <a:lstStyle/>
          <a:p>
            <a:r>
              <a:rPr lang="en-US" sz="1200" dirty="0"/>
              <a:t>all plantings</a:t>
            </a:r>
          </a:p>
        </p:txBody>
      </p:sp>
      <p:sp>
        <p:nvSpPr>
          <p:cNvPr id="15" name="TextBox 14">
            <a:extLst>
              <a:ext uri="{FF2B5EF4-FFF2-40B4-BE49-F238E27FC236}">
                <a16:creationId xmlns:a16="http://schemas.microsoft.com/office/drawing/2014/main" id="{29A7D68B-49FC-61AC-0F65-80BBA88F81B9}"/>
              </a:ext>
            </a:extLst>
          </p:cNvPr>
          <p:cNvSpPr txBox="1"/>
          <p:nvPr/>
        </p:nvSpPr>
        <p:spPr>
          <a:xfrm>
            <a:off x="9281434" y="3770522"/>
            <a:ext cx="914397" cy="276999"/>
          </a:xfrm>
          <a:prstGeom prst="rect">
            <a:avLst/>
          </a:prstGeom>
          <a:noFill/>
        </p:spPr>
        <p:txBody>
          <a:bodyPr wrap="square" rtlCol="0">
            <a:spAutoFit/>
          </a:bodyPr>
          <a:lstStyle/>
          <a:p>
            <a:r>
              <a:rPr lang="en-US" sz="1200" dirty="0"/>
              <a:t>large scale</a:t>
            </a:r>
          </a:p>
        </p:txBody>
      </p:sp>
      <p:sp>
        <p:nvSpPr>
          <p:cNvPr id="16" name="TextBox 15">
            <a:extLst>
              <a:ext uri="{FF2B5EF4-FFF2-40B4-BE49-F238E27FC236}">
                <a16:creationId xmlns:a16="http://schemas.microsoft.com/office/drawing/2014/main" id="{9E893D2F-966D-A2BB-4AAE-EAFE7BA29E21}"/>
              </a:ext>
            </a:extLst>
          </p:cNvPr>
          <p:cNvSpPr txBox="1"/>
          <p:nvPr/>
        </p:nvSpPr>
        <p:spPr>
          <a:xfrm>
            <a:off x="630716" y="5257800"/>
            <a:ext cx="477303" cy="246221"/>
          </a:xfrm>
          <a:prstGeom prst="rect">
            <a:avLst/>
          </a:prstGeom>
          <a:noFill/>
        </p:spPr>
        <p:txBody>
          <a:bodyPr wrap="square" rtlCol="0">
            <a:spAutoFit/>
          </a:bodyPr>
          <a:lstStyle/>
          <a:p>
            <a:r>
              <a:rPr lang="en-US" sz="1000" dirty="0">
                <a:solidFill>
                  <a:srgbClr val="C00000"/>
                </a:solidFill>
              </a:rPr>
              <a:t>288</a:t>
            </a:r>
          </a:p>
        </p:txBody>
      </p:sp>
      <p:sp>
        <p:nvSpPr>
          <p:cNvPr id="17" name="Rectangle 16">
            <a:extLst>
              <a:ext uri="{FF2B5EF4-FFF2-40B4-BE49-F238E27FC236}">
                <a16:creationId xmlns:a16="http://schemas.microsoft.com/office/drawing/2014/main" id="{272E2EAB-1DD2-04DC-3CF2-12B5BBFD5E1F}"/>
              </a:ext>
            </a:extLst>
          </p:cNvPr>
          <p:cNvSpPr/>
          <p:nvPr/>
        </p:nvSpPr>
        <p:spPr>
          <a:xfrm>
            <a:off x="664369" y="1600200"/>
            <a:ext cx="320040" cy="3657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711DE71-03D3-EDF8-1F69-9118989B237D}"/>
              </a:ext>
            </a:extLst>
          </p:cNvPr>
          <p:cNvSpPr/>
          <p:nvPr/>
        </p:nvSpPr>
        <p:spPr>
          <a:xfrm>
            <a:off x="4172314" y="3762310"/>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7329826-D4C7-BEE5-773F-648AFF003D76}"/>
              </a:ext>
            </a:extLst>
          </p:cNvPr>
          <p:cNvSpPr/>
          <p:nvPr/>
        </p:nvSpPr>
        <p:spPr>
          <a:xfrm>
            <a:off x="4172314" y="3138263"/>
            <a:ext cx="320040" cy="443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6CC922-1A2E-A92B-84D0-AE461D9136BA}"/>
              </a:ext>
            </a:extLst>
          </p:cNvPr>
          <p:cNvSpPr/>
          <p:nvPr/>
        </p:nvSpPr>
        <p:spPr>
          <a:xfrm>
            <a:off x="4188533" y="2256558"/>
            <a:ext cx="320040" cy="706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2D4AB13-4CA1-D5B1-8048-F086110F9055}"/>
              </a:ext>
            </a:extLst>
          </p:cNvPr>
          <p:cNvSpPr/>
          <p:nvPr/>
        </p:nvSpPr>
        <p:spPr>
          <a:xfrm>
            <a:off x="2015565" y="4855751"/>
            <a:ext cx="320040" cy="277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EFF757-4702-84F2-1564-3705C9635BC2}"/>
              </a:ext>
            </a:extLst>
          </p:cNvPr>
          <p:cNvSpPr/>
          <p:nvPr/>
        </p:nvSpPr>
        <p:spPr>
          <a:xfrm>
            <a:off x="1988589" y="3617604"/>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6D3A190-7855-88FC-8C97-4E21F875DAF6}"/>
              </a:ext>
            </a:extLst>
          </p:cNvPr>
          <p:cNvSpPr/>
          <p:nvPr/>
        </p:nvSpPr>
        <p:spPr>
          <a:xfrm>
            <a:off x="1989973" y="2713673"/>
            <a:ext cx="320040" cy="443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A295099-6C58-05B9-E63F-35BF0D79119E}"/>
              </a:ext>
            </a:extLst>
          </p:cNvPr>
          <p:cNvSpPr/>
          <p:nvPr/>
        </p:nvSpPr>
        <p:spPr>
          <a:xfrm>
            <a:off x="1989973" y="1713609"/>
            <a:ext cx="320040" cy="706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81356C8-7A2F-AE07-F43E-BA8F14588D0E}"/>
              </a:ext>
            </a:extLst>
          </p:cNvPr>
          <p:cNvSpPr/>
          <p:nvPr/>
        </p:nvSpPr>
        <p:spPr>
          <a:xfrm>
            <a:off x="8947427" y="2670089"/>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C96ED6-F6BF-758C-0D97-9B07646ECDAC}"/>
              </a:ext>
            </a:extLst>
          </p:cNvPr>
          <p:cNvSpPr/>
          <p:nvPr/>
        </p:nvSpPr>
        <p:spPr>
          <a:xfrm>
            <a:off x="8951880" y="3560295"/>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FDAD2DD-1360-CCB8-8DF7-3CB248B433DE}"/>
              </a:ext>
            </a:extLst>
          </p:cNvPr>
          <p:cNvSpPr/>
          <p:nvPr/>
        </p:nvSpPr>
        <p:spPr>
          <a:xfrm>
            <a:off x="10580427" y="2731545"/>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4356EA5-CF42-9066-1E1A-47A173FC2910}"/>
              </a:ext>
            </a:extLst>
          </p:cNvPr>
          <p:cNvSpPr/>
          <p:nvPr/>
        </p:nvSpPr>
        <p:spPr>
          <a:xfrm>
            <a:off x="7346333" y="2066727"/>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7BFBF7E-716C-7641-82E6-71C18EF98864}"/>
              </a:ext>
            </a:extLst>
          </p:cNvPr>
          <p:cNvSpPr/>
          <p:nvPr/>
        </p:nvSpPr>
        <p:spPr>
          <a:xfrm>
            <a:off x="7346333" y="3907834"/>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0C4B04-A712-AB24-BE35-BC73F60B9B63}"/>
              </a:ext>
            </a:extLst>
          </p:cNvPr>
          <p:cNvSpPr/>
          <p:nvPr/>
        </p:nvSpPr>
        <p:spPr>
          <a:xfrm>
            <a:off x="7346333" y="3005327"/>
            <a:ext cx="320040" cy="697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3DC3FB7-8C3E-066E-A4D9-E3E4D61F7149}"/>
              </a:ext>
            </a:extLst>
          </p:cNvPr>
          <p:cNvSpPr txBox="1"/>
          <p:nvPr/>
        </p:nvSpPr>
        <p:spPr>
          <a:xfrm>
            <a:off x="7766326" y="2348684"/>
            <a:ext cx="598414" cy="276999"/>
          </a:xfrm>
          <a:prstGeom prst="rect">
            <a:avLst/>
          </a:prstGeom>
          <a:noFill/>
        </p:spPr>
        <p:txBody>
          <a:bodyPr wrap="square" rtlCol="0">
            <a:spAutoFit/>
          </a:bodyPr>
          <a:lstStyle/>
          <a:p>
            <a:r>
              <a:rPr lang="en-US" sz="1200" dirty="0"/>
              <a:t>single</a:t>
            </a:r>
          </a:p>
        </p:txBody>
      </p:sp>
      <p:sp>
        <p:nvSpPr>
          <p:cNvPr id="35" name="TextBox 34">
            <a:extLst>
              <a:ext uri="{FF2B5EF4-FFF2-40B4-BE49-F238E27FC236}">
                <a16:creationId xmlns:a16="http://schemas.microsoft.com/office/drawing/2014/main" id="{3FAEE904-4804-B112-EA49-085EA8537F24}"/>
              </a:ext>
            </a:extLst>
          </p:cNvPr>
          <p:cNvSpPr txBox="1"/>
          <p:nvPr/>
        </p:nvSpPr>
        <p:spPr>
          <a:xfrm>
            <a:off x="7656752" y="3184460"/>
            <a:ext cx="598414" cy="276999"/>
          </a:xfrm>
          <a:prstGeom prst="rect">
            <a:avLst/>
          </a:prstGeom>
          <a:noFill/>
        </p:spPr>
        <p:txBody>
          <a:bodyPr wrap="square" rtlCol="0">
            <a:spAutoFit/>
          </a:bodyPr>
          <a:lstStyle/>
          <a:p>
            <a:r>
              <a:rPr lang="en-US" sz="1200" dirty="0"/>
              <a:t>initial</a:t>
            </a:r>
          </a:p>
        </p:txBody>
      </p:sp>
      <p:sp>
        <p:nvSpPr>
          <p:cNvPr id="36" name="TextBox 35">
            <a:extLst>
              <a:ext uri="{FF2B5EF4-FFF2-40B4-BE49-F238E27FC236}">
                <a16:creationId xmlns:a16="http://schemas.microsoft.com/office/drawing/2014/main" id="{986BF64C-D8D4-F4BA-F000-F7EA66F3A1E5}"/>
              </a:ext>
            </a:extLst>
          </p:cNvPr>
          <p:cNvSpPr txBox="1"/>
          <p:nvPr/>
        </p:nvSpPr>
        <p:spPr>
          <a:xfrm>
            <a:off x="7709500" y="4051510"/>
            <a:ext cx="750007" cy="276999"/>
          </a:xfrm>
          <a:prstGeom prst="rect">
            <a:avLst/>
          </a:prstGeom>
          <a:noFill/>
        </p:spPr>
        <p:txBody>
          <a:bodyPr wrap="square" rtlCol="0">
            <a:spAutoFit/>
          </a:bodyPr>
          <a:lstStyle/>
          <a:p>
            <a:r>
              <a:rPr lang="en-US" sz="1200" dirty="0"/>
              <a:t>repeat</a:t>
            </a:r>
          </a:p>
        </p:txBody>
      </p:sp>
      <p:sp>
        <p:nvSpPr>
          <p:cNvPr id="26" name="TextBox 25">
            <a:extLst>
              <a:ext uri="{FF2B5EF4-FFF2-40B4-BE49-F238E27FC236}">
                <a16:creationId xmlns:a16="http://schemas.microsoft.com/office/drawing/2014/main" id="{7B9E8CB4-0256-D1B3-021D-20902B5DF1C1}"/>
              </a:ext>
            </a:extLst>
          </p:cNvPr>
          <p:cNvSpPr txBox="1"/>
          <p:nvPr/>
        </p:nvSpPr>
        <p:spPr>
          <a:xfrm>
            <a:off x="9571187" y="5136535"/>
            <a:ext cx="1648262" cy="461665"/>
          </a:xfrm>
          <a:prstGeom prst="rect">
            <a:avLst/>
          </a:prstGeom>
          <a:noFill/>
        </p:spPr>
        <p:txBody>
          <a:bodyPr wrap="square" rtlCol="0">
            <a:spAutoFit/>
          </a:bodyPr>
          <a:lstStyle/>
          <a:p>
            <a:r>
              <a:rPr lang="en-US" sz="1200" dirty="0">
                <a:solidFill>
                  <a:schemeClr val="tx1">
                    <a:lumMod val="50000"/>
                    <a:lumOff val="50000"/>
                  </a:schemeClr>
                </a:solidFill>
              </a:rPr>
              <a:t>Add project associations</a:t>
            </a:r>
          </a:p>
        </p:txBody>
      </p:sp>
      <p:sp>
        <p:nvSpPr>
          <p:cNvPr id="30" name="Freeform: Shape 29">
            <a:extLst>
              <a:ext uri="{FF2B5EF4-FFF2-40B4-BE49-F238E27FC236}">
                <a16:creationId xmlns:a16="http://schemas.microsoft.com/office/drawing/2014/main" id="{FD64F405-B808-0598-4DA2-7553693684DB}"/>
              </a:ext>
            </a:extLst>
          </p:cNvPr>
          <p:cNvSpPr/>
          <p:nvPr/>
        </p:nvSpPr>
        <p:spPr>
          <a:xfrm>
            <a:off x="941989" y="1221661"/>
            <a:ext cx="1008109" cy="317890"/>
          </a:xfrm>
          <a:custGeom>
            <a:avLst/>
            <a:gdLst>
              <a:gd name="csX0" fmla="*/ 68233 w 1066609"/>
              <a:gd name="csY0" fmla="*/ 50167 h 134142"/>
              <a:gd name="csX1" fmla="*/ 105556 w 1066609"/>
              <a:gd name="csY1" fmla="*/ 3513 h 134142"/>
              <a:gd name="csX2" fmla="*/ 1066609 w 1066609"/>
              <a:gd name="csY2" fmla="*/ 134142 h 134142"/>
              <a:gd name="csX0" fmla="*/ 9733 w 1008109"/>
              <a:gd name="csY0" fmla="*/ 233915 h 317890"/>
              <a:gd name="csX1" fmla="*/ 382958 w 1008109"/>
              <a:gd name="csY1" fmla="*/ 648 h 317890"/>
              <a:gd name="csX2" fmla="*/ 1008109 w 1008109"/>
              <a:gd name="csY2" fmla="*/ 317890 h 317890"/>
              <a:gd name="csX0" fmla="*/ 9733 w 1008109"/>
              <a:gd name="csY0" fmla="*/ 233915 h 317890"/>
              <a:gd name="csX1" fmla="*/ 382958 w 1008109"/>
              <a:gd name="csY1" fmla="*/ 648 h 317890"/>
              <a:gd name="csX2" fmla="*/ 1008109 w 1008109"/>
              <a:gd name="csY2" fmla="*/ 317890 h 317890"/>
            </a:gdLst>
            <a:ahLst/>
            <a:cxnLst>
              <a:cxn ang="0">
                <a:pos x="csX0" y="csY0"/>
              </a:cxn>
              <a:cxn ang="0">
                <a:pos x="csX1" y="csY1"/>
              </a:cxn>
              <a:cxn ang="0">
                <a:pos x="csX2" y="csY2"/>
              </a:cxn>
            </a:cxnLst>
            <a:rect l="l" t="t" r="r" b="b"/>
            <a:pathLst>
              <a:path w="1008109" h="317890">
                <a:moveTo>
                  <a:pt x="9733" y="233915"/>
                </a:moveTo>
                <a:cubicBezTo>
                  <a:pt x="-54804" y="203590"/>
                  <a:pt x="216562" y="-13348"/>
                  <a:pt x="382958" y="648"/>
                </a:cubicBezTo>
                <a:cubicBezTo>
                  <a:pt x="549354" y="14644"/>
                  <a:pt x="788061" y="44969"/>
                  <a:pt x="1008109" y="317890"/>
                </a:cubicBezTo>
              </a:path>
            </a:pathLst>
          </a:custGeom>
          <a:noFill/>
          <a:ln>
            <a:solidFill>
              <a:schemeClr val="accent2">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52" name="Ink 51">
                <a:extLst>
                  <a:ext uri="{FF2B5EF4-FFF2-40B4-BE49-F238E27FC236}">
                    <a16:creationId xmlns:a16="http://schemas.microsoft.com/office/drawing/2014/main" id="{48E65938-2535-EE0D-755B-CBC9BB775B86}"/>
                  </a:ext>
                </a:extLst>
              </p14:cNvPr>
              <p14:cNvContentPartPr/>
              <p14:nvPr/>
            </p14:nvContentPartPr>
            <p14:xfrm>
              <a:off x="2503183" y="3639781"/>
              <a:ext cx="600480" cy="807840"/>
            </p14:xfrm>
          </p:contentPart>
        </mc:Choice>
        <mc:Fallback xmlns="">
          <p:pic>
            <p:nvPicPr>
              <p:cNvPr id="52" name="Ink 51">
                <a:extLst>
                  <a:ext uri="{FF2B5EF4-FFF2-40B4-BE49-F238E27FC236}">
                    <a16:creationId xmlns:a16="http://schemas.microsoft.com/office/drawing/2014/main" id="{48E65938-2535-EE0D-755B-CBC9BB775B86}"/>
                  </a:ext>
                </a:extLst>
              </p:cNvPr>
              <p:cNvPicPr/>
              <p:nvPr/>
            </p:nvPicPr>
            <p:blipFill>
              <a:blip r:embed="rId3"/>
              <a:stretch>
                <a:fillRect/>
              </a:stretch>
            </p:blipFill>
            <p:spPr>
              <a:xfrm>
                <a:off x="2492383" y="3629341"/>
                <a:ext cx="621720" cy="829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8" name="Ink 57">
                <a:extLst>
                  <a:ext uri="{FF2B5EF4-FFF2-40B4-BE49-F238E27FC236}">
                    <a16:creationId xmlns:a16="http://schemas.microsoft.com/office/drawing/2014/main" id="{132C3DFC-9D9B-AB38-71EF-09B18A6A11CB}"/>
                  </a:ext>
                </a:extLst>
              </p14:cNvPr>
              <p14:cNvContentPartPr/>
              <p14:nvPr/>
            </p14:nvContentPartPr>
            <p14:xfrm>
              <a:off x="3392383" y="3863341"/>
              <a:ext cx="327240" cy="344880"/>
            </p14:xfrm>
          </p:contentPart>
        </mc:Choice>
        <mc:Fallback xmlns="">
          <p:pic>
            <p:nvPicPr>
              <p:cNvPr id="58" name="Ink 57">
                <a:extLst>
                  <a:ext uri="{FF2B5EF4-FFF2-40B4-BE49-F238E27FC236}">
                    <a16:creationId xmlns:a16="http://schemas.microsoft.com/office/drawing/2014/main" id="{132C3DFC-9D9B-AB38-71EF-09B18A6A11CB}"/>
                  </a:ext>
                </a:extLst>
              </p:cNvPr>
              <p:cNvPicPr/>
              <p:nvPr/>
            </p:nvPicPr>
            <p:blipFill>
              <a:blip r:embed="rId5"/>
              <a:stretch>
                <a:fillRect/>
              </a:stretch>
            </p:blipFill>
            <p:spPr>
              <a:xfrm>
                <a:off x="3381583" y="3852901"/>
                <a:ext cx="348480" cy="366120"/>
              </a:xfrm>
              <a:prstGeom prst="rect">
                <a:avLst/>
              </a:prstGeom>
            </p:spPr>
          </p:pic>
        </mc:Fallback>
      </mc:AlternateContent>
      <p:sp>
        <p:nvSpPr>
          <p:cNvPr id="7" name="TextBox 6">
            <a:extLst>
              <a:ext uri="{FF2B5EF4-FFF2-40B4-BE49-F238E27FC236}">
                <a16:creationId xmlns:a16="http://schemas.microsoft.com/office/drawing/2014/main" id="{76304E78-2300-EC04-338C-690B74AB73A2}"/>
              </a:ext>
            </a:extLst>
          </p:cNvPr>
          <p:cNvSpPr txBox="1"/>
          <p:nvPr/>
        </p:nvSpPr>
        <p:spPr>
          <a:xfrm>
            <a:off x="6027439" y="2531589"/>
            <a:ext cx="806395" cy="276999"/>
          </a:xfrm>
          <a:prstGeom prst="rect">
            <a:avLst/>
          </a:prstGeom>
          <a:noFill/>
        </p:spPr>
        <p:txBody>
          <a:bodyPr wrap="square" rtlCol="0">
            <a:spAutoFit/>
          </a:bodyPr>
          <a:lstStyle/>
          <a:p>
            <a:r>
              <a:rPr lang="en-US" sz="1200" dirty="0"/>
              <a:t>Solo</a:t>
            </a:r>
          </a:p>
        </p:txBody>
      </p:sp>
      <p:sp>
        <p:nvSpPr>
          <p:cNvPr id="12" name="TextBox 11">
            <a:extLst>
              <a:ext uri="{FF2B5EF4-FFF2-40B4-BE49-F238E27FC236}">
                <a16:creationId xmlns:a16="http://schemas.microsoft.com/office/drawing/2014/main" id="{FEAF5F65-C6DD-6571-FA4C-959E090BB02C}"/>
              </a:ext>
            </a:extLst>
          </p:cNvPr>
          <p:cNvSpPr txBox="1"/>
          <p:nvPr/>
        </p:nvSpPr>
        <p:spPr>
          <a:xfrm>
            <a:off x="6011220" y="3095164"/>
            <a:ext cx="953271" cy="276999"/>
          </a:xfrm>
          <a:prstGeom prst="rect">
            <a:avLst/>
          </a:prstGeom>
          <a:noFill/>
        </p:spPr>
        <p:txBody>
          <a:bodyPr wrap="square" rtlCol="0">
            <a:spAutoFit/>
          </a:bodyPr>
          <a:lstStyle/>
          <a:p>
            <a:r>
              <a:rPr lang="en-US" sz="1200" dirty="0"/>
              <a:t>Collocated</a:t>
            </a:r>
          </a:p>
        </p:txBody>
      </p:sp>
      <p:sp>
        <p:nvSpPr>
          <p:cNvPr id="38" name="TextBox 37">
            <a:extLst>
              <a:ext uri="{FF2B5EF4-FFF2-40B4-BE49-F238E27FC236}">
                <a16:creationId xmlns:a16="http://schemas.microsoft.com/office/drawing/2014/main" id="{713BB5AB-3018-20BD-18A9-3A03CED7B722}"/>
              </a:ext>
            </a:extLst>
          </p:cNvPr>
          <p:cNvSpPr txBox="1"/>
          <p:nvPr/>
        </p:nvSpPr>
        <p:spPr>
          <a:xfrm>
            <a:off x="6120504" y="3664285"/>
            <a:ext cx="1024269" cy="276999"/>
          </a:xfrm>
          <a:prstGeom prst="rect">
            <a:avLst/>
          </a:prstGeom>
          <a:noFill/>
        </p:spPr>
        <p:txBody>
          <a:bodyPr wrap="square" rtlCol="0">
            <a:spAutoFit/>
          </a:bodyPr>
          <a:lstStyle/>
          <a:p>
            <a:r>
              <a:rPr lang="en-US" sz="1200" dirty="0"/>
              <a:t>Replicates</a:t>
            </a: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EF7EF6FC-0B34-19F0-D671-F0E2CD4E027E}"/>
                  </a:ext>
                </a:extLst>
              </p14:cNvPr>
              <p14:cNvContentPartPr/>
              <p14:nvPr/>
            </p14:nvContentPartPr>
            <p14:xfrm>
              <a:off x="3272863" y="700381"/>
              <a:ext cx="1716840" cy="1735560"/>
            </p14:xfrm>
          </p:contentPart>
        </mc:Choice>
        <mc:Fallback xmlns="">
          <p:pic>
            <p:nvPicPr>
              <p:cNvPr id="2" name="Ink 1">
                <a:extLst>
                  <a:ext uri="{FF2B5EF4-FFF2-40B4-BE49-F238E27FC236}">
                    <a16:creationId xmlns:a16="http://schemas.microsoft.com/office/drawing/2014/main" id="{EF7EF6FC-0B34-19F0-D671-F0E2CD4E027E}"/>
                  </a:ext>
                </a:extLst>
              </p:cNvPr>
              <p:cNvPicPr/>
              <p:nvPr/>
            </p:nvPicPr>
            <p:blipFill>
              <a:blip r:embed="rId7"/>
              <a:stretch>
                <a:fillRect/>
              </a:stretch>
            </p:blipFill>
            <p:spPr>
              <a:xfrm>
                <a:off x="3262423" y="689581"/>
                <a:ext cx="1738080" cy="175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a:extLst>
                  <a:ext uri="{FF2B5EF4-FFF2-40B4-BE49-F238E27FC236}">
                    <a16:creationId xmlns:a16="http://schemas.microsoft.com/office/drawing/2014/main" id="{5811F121-15E3-AE42-C1F5-AD6954E02B66}"/>
                  </a:ext>
                </a:extLst>
              </p14:cNvPr>
              <p14:cNvContentPartPr/>
              <p14:nvPr/>
            </p14:nvContentPartPr>
            <p14:xfrm>
              <a:off x="6309463" y="336421"/>
              <a:ext cx="1087920" cy="524880"/>
            </p14:xfrm>
          </p:contentPart>
        </mc:Choice>
        <mc:Fallback xmlns="">
          <p:pic>
            <p:nvPicPr>
              <p:cNvPr id="50" name="Ink 49">
                <a:extLst>
                  <a:ext uri="{FF2B5EF4-FFF2-40B4-BE49-F238E27FC236}">
                    <a16:creationId xmlns:a16="http://schemas.microsoft.com/office/drawing/2014/main" id="{5811F121-15E3-AE42-C1F5-AD6954E02B66}"/>
                  </a:ext>
                </a:extLst>
              </p:cNvPr>
              <p:cNvPicPr/>
              <p:nvPr/>
            </p:nvPicPr>
            <p:blipFill>
              <a:blip r:embed="rId9"/>
              <a:stretch>
                <a:fillRect/>
              </a:stretch>
            </p:blipFill>
            <p:spPr>
              <a:xfrm>
                <a:off x="6299023" y="325621"/>
                <a:ext cx="110916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1" name="Ink 50">
                <a:extLst>
                  <a:ext uri="{FF2B5EF4-FFF2-40B4-BE49-F238E27FC236}">
                    <a16:creationId xmlns:a16="http://schemas.microsoft.com/office/drawing/2014/main" id="{33673D9D-ED2A-C945-F219-B6DC2884B33F}"/>
                  </a:ext>
                </a:extLst>
              </p14:cNvPr>
              <p14:cNvContentPartPr/>
              <p14:nvPr/>
            </p14:nvContentPartPr>
            <p14:xfrm>
              <a:off x="5221903" y="401221"/>
              <a:ext cx="792360" cy="324360"/>
            </p14:xfrm>
          </p:contentPart>
        </mc:Choice>
        <mc:Fallback xmlns="">
          <p:pic>
            <p:nvPicPr>
              <p:cNvPr id="51" name="Ink 50">
                <a:extLst>
                  <a:ext uri="{FF2B5EF4-FFF2-40B4-BE49-F238E27FC236}">
                    <a16:creationId xmlns:a16="http://schemas.microsoft.com/office/drawing/2014/main" id="{33673D9D-ED2A-C945-F219-B6DC2884B33F}"/>
                  </a:ext>
                </a:extLst>
              </p:cNvPr>
              <p:cNvPicPr/>
              <p:nvPr/>
            </p:nvPicPr>
            <p:blipFill>
              <a:blip r:embed="rId11"/>
              <a:stretch>
                <a:fillRect/>
              </a:stretch>
            </p:blipFill>
            <p:spPr>
              <a:xfrm>
                <a:off x="5211463" y="390781"/>
                <a:ext cx="81360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 name="Ink 59">
                <a:extLst>
                  <a:ext uri="{FF2B5EF4-FFF2-40B4-BE49-F238E27FC236}">
                    <a16:creationId xmlns:a16="http://schemas.microsoft.com/office/drawing/2014/main" id="{DB2525A3-213E-BC8A-1BF1-47DA66445BA4}"/>
                  </a:ext>
                </a:extLst>
              </p14:cNvPr>
              <p14:cNvContentPartPr/>
              <p14:nvPr/>
            </p14:nvContentPartPr>
            <p14:xfrm>
              <a:off x="5240623" y="889021"/>
              <a:ext cx="899640" cy="420840"/>
            </p14:xfrm>
          </p:contentPart>
        </mc:Choice>
        <mc:Fallback xmlns="">
          <p:pic>
            <p:nvPicPr>
              <p:cNvPr id="60" name="Ink 59">
                <a:extLst>
                  <a:ext uri="{FF2B5EF4-FFF2-40B4-BE49-F238E27FC236}">
                    <a16:creationId xmlns:a16="http://schemas.microsoft.com/office/drawing/2014/main" id="{DB2525A3-213E-BC8A-1BF1-47DA66445BA4}"/>
                  </a:ext>
                </a:extLst>
              </p:cNvPr>
              <p:cNvPicPr/>
              <p:nvPr/>
            </p:nvPicPr>
            <p:blipFill>
              <a:blip r:embed="rId13"/>
              <a:stretch>
                <a:fillRect/>
              </a:stretch>
            </p:blipFill>
            <p:spPr>
              <a:xfrm>
                <a:off x="5230179" y="878221"/>
                <a:ext cx="920889"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a:extLst>
                  <a:ext uri="{FF2B5EF4-FFF2-40B4-BE49-F238E27FC236}">
                    <a16:creationId xmlns:a16="http://schemas.microsoft.com/office/drawing/2014/main" id="{5B76EB32-8FDE-6DA8-A070-EDE5EB15E908}"/>
                  </a:ext>
                </a:extLst>
              </p14:cNvPr>
              <p14:cNvContentPartPr/>
              <p14:nvPr/>
            </p14:nvContentPartPr>
            <p14:xfrm>
              <a:off x="6466783" y="882541"/>
              <a:ext cx="1044000" cy="406440"/>
            </p14:xfrm>
          </p:contentPart>
        </mc:Choice>
        <mc:Fallback xmlns="">
          <p:pic>
            <p:nvPicPr>
              <p:cNvPr id="68" name="Ink 67">
                <a:extLst>
                  <a:ext uri="{FF2B5EF4-FFF2-40B4-BE49-F238E27FC236}">
                    <a16:creationId xmlns:a16="http://schemas.microsoft.com/office/drawing/2014/main" id="{5B76EB32-8FDE-6DA8-A070-EDE5EB15E908}"/>
                  </a:ext>
                </a:extLst>
              </p:cNvPr>
              <p:cNvPicPr/>
              <p:nvPr/>
            </p:nvPicPr>
            <p:blipFill>
              <a:blip r:embed="rId15"/>
              <a:stretch>
                <a:fillRect/>
              </a:stretch>
            </p:blipFill>
            <p:spPr>
              <a:xfrm>
                <a:off x="6455983" y="872092"/>
                <a:ext cx="1065240" cy="42769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0" name="Ink 89">
                <a:extLst>
                  <a:ext uri="{FF2B5EF4-FFF2-40B4-BE49-F238E27FC236}">
                    <a16:creationId xmlns:a16="http://schemas.microsoft.com/office/drawing/2014/main" id="{0A63DA38-2429-4443-C45F-4404483857B1}"/>
                  </a:ext>
                </a:extLst>
              </p14:cNvPr>
              <p14:cNvContentPartPr/>
              <p14:nvPr/>
            </p14:nvContentPartPr>
            <p14:xfrm>
              <a:off x="8723983" y="235261"/>
              <a:ext cx="779760" cy="1370520"/>
            </p14:xfrm>
          </p:contentPart>
        </mc:Choice>
        <mc:Fallback xmlns="">
          <p:pic>
            <p:nvPicPr>
              <p:cNvPr id="90" name="Ink 89">
                <a:extLst>
                  <a:ext uri="{FF2B5EF4-FFF2-40B4-BE49-F238E27FC236}">
                    <a16:creationId xmlns:a16="http://schemas.microsoft.com/office/drawing/2014/main" id="{0A63DA38-2429-4443-C45F-4404483857B1}"/>
                  </a:ext>
                </a:extLst>
              </p:cNvPr>
              <p:cNvPicPr/>
              <p:nvPr/>
            </p:nvPicPr>
            <p:blipFill>
              <a:blip r:embed="rId17"/>
              <a:stretch>
                <a:fillRect/>
              </a:stretch>
            </p:blipFill>
            <p:spPr>
              <a:xfrm>
                <a:off x="8713188" y="224464"/>
                <a:ext cx="800990" cy="139175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9" name="Ink 98">
                <a:extLst>
                  <a:ext uri="{FF2B5EF4-FFF2-40B4-BE49-F238E27FC236}">
                    <a16:creationId xmlns:a16="http://schemas.microsoft.com/office/drawing/2014/main" id="{96D2695B-F89F-809A-D002-97D1FBCDE90C}"/>
                  </a:ext>
                </a:extLst>
              </p14:cNvPr>
              <p14:cNvContentPartPr/>
              <p14:nvPr/>
            </p14:nvContentPartPr>
            <p14:xfrm>
              <a:off x="8850343" y="1530181"/>
              <a:ext cx="798120" cy="524880"/>
            </p14:xfrm>
          </p:contentPart>
        </mc:Choice>
        <mc:Fallback xmlns="">
          <p:pic>
            <p:nvPicPr>
              <p:cNvPr id="99" name="Ink 98">
                <a:extLst>
                  <a:ext uri="{FF2B5EF4-FFF2-40B4-BE49-F238E27FC236}">
                    <a16:creationId xmlns:a16="http://schemas.microsoft.com/office/drawing/2014/main" id="{96D2695B-F89F-809A-D002-97D1FBCDE90C}"/>
                  </a:ext>
                </a:extLst>
              </p:cNvPr>
              <p:cNvPicPr/>
              <p:nvPr/>
            </p:nvPicPr>
            <p:blipFill>
              <a:blip r:embed="rId19"/>
              <a:stretch>
                <a:fillRect/>
              </a:stretch>
            </p:blipFill>
            <p:spPr>
              <a:xfrm>
                <a:off x="8839543" y="1519741"/>
                <a:ext cx="819360" cy="546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7" name="Ink 116">
                <a:extLst>
                  <a:ext uri="{FF2B5EF4-FFF2-40B4-BE49-F238E27FC236}">
                    <a16:creationId xmlns:a16="http://schemas.microsoft.com/office/drawing/2014/main" id="{C7F501AC-1FD9-F4D9-EA72-69463D7B9A76}"/>
                  </a:ext>
                </a:extLst>
              </p14:cNvPr>
              <p14:cNvContentPartPr/>
              <p14:nvPr/>
            </p14:nvContentPartPr>
            <p14:xfrm>
              <a:off x="9900103" y="152101"/>
              <a:ext cx="1307520" cy="1202400"/>
            </p14:xfrm>
          </p:contentPart>
        </mc:Choice>
        <mc:Fallback xmlns="">
          <p:pic>
            <p:nvPicPr>
              <p:cNvPr id="117" name="Ink 116">
                <a:extLst>
                  <a:ext uri="{FF2B5EF4-FFF2-40B4-BE49-F238E27FC236}">
                    <a16:creationId xmlns:a16="http://schemas.microsoft.com/office/drawing/2014/main" id="{C7F501AC-1FD9-F4D9-EA72-69463D7B9A76}"/>
                  </a:ext>
                </a:extLst>
              </p:cNvPr>
              <p:cNvPicPr/>
              <p:nvPr/>
            </p:nvPicPr>
            <p:blipFill>
              <a:blip r:embed="rId21"/>
              <a:stretch>
                <a:fillRect/>
              </a:stretch>
            </p:blipFill>
            <p:spPr>
              <a:xfrm>
                <a:off x="9889663" y="141304"/>
                <a:ext cx="1328760" cy="1223634"/>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2" name="Ink 121">
                <a:extLst>
                  <a:ext uri="{FF2B5EF4-FFF2-40B4-BE49-F238E27FC236}">
                    <a16:creationId xmlns:a16="http://schemas.microsoft.com/office/drawing/2014/main" id="{632D2E11-F5AA-C68E-AA02-DDF93F87FB7E}"/>
                  </a:ext>
                </a:extLst>
              </p14:cNvPr>
              <p14:cNvContentPartPr/>
              <p14:nvPr/>
            </p14:nvContentPartPr>
            <p14:xfrm>
              <a:off x="11389423" y="199621"/>
              <a:ext cx="277200" cy="428400"/>
            </p14:xfrm>
          </p:contentPart>
        </mc:Choice>
        <mc:Fallback xmlns="">
          <p:pic>
            <p:nvPicPr>
              <p:cNvPr id="122" name="Ink 121">
                <a:extLst>
                  <a:ext uri="{FF2B5EF4-FFF2-40B4-BE49-F238E27FC236}">
                    <a16:creationId xmlns:a16="http://schemas.microsoft.com/office/drawing/2014/main" id="{632D2E11-F5AA-C68E-AA02-DDF93F87FB7E}"/>
                  </a:ext>
                </a:extLst>
              </p:cNvPr>
              <p:cNvPicPr/>
              <p:nvPr/>
            </p:nvPicPr>
            <p:blipFill>
              <a:blip r:embed="rId23"/>
              <a:stretch>
                <a:fillRect/>
              </a:stretch>
            </p:blipFill>
            <p:spPr>
              <a:xfrm>
                <a:off x="11378969" y="188830"/>
                <a:ext cx="298468" cy="449622"/>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7" name="Ink 136">
                <a:extLst>
                  <a:ext uri="{FF2B5EF4-FFF2-40B4-BE49-F238E27FC236}">
                    <a16:creationId xmlns:a16="http://schemas.microsoft.com/office/drawing/2014/main" id="{917E5EA4-4E1C-A3DD-968A-D3AE41439EA1}"/>
                  </a:ext>
                </a:extLst>
              </p14:cNvPr>
              <p14:cNvContentPartPr/>
              <p14:nvPr/>
            </p14:nvContentPartPr>
            <p14:xfrm>
              <a:off x="11219863" y="763741"/>
              <a:ext cx="572400" cy="1438920"/>
            </p14:xfrm>
          </p:contentPart>
        </mc:Choice>
        <mc:Fallback xmlns="">
          <p:pic>
            <p:nvPicPr>
              <p:cNvPr id="137" name="Ink 136">
                <a:extLst>
                  <a:ext uri="{FF2B5EF4-FFF2-40B4-BE49-F238E27FC236}">
                    <a16:creationId xmlns:a16="http://schemas.microsoft.com/office/drawing/2014/main" id="{917E5EA4-4E1C-A3DD-968A-D3AE41439EA1}"/>
                  </a:ext>
                </a:extLst>
              </p:cNvPr>
              <p:cNvPicPr/>
              <p:nvPr/>
            </p:nvPicPr>
            <p:blipFill>
              <a:blip r:embed="rId25"/>
              <a:stretch>
                <a:fillRect/>
              </a:stretch>
            </p:blipFill>
            <p:spPr>
              <a:xfrm>
                <a:off x="11209063" y="753298"/>
                <a:ext cx="597240" cy="1460165"/>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5" name="Ink 144">
                <a:extLst>
                  <a:ext uri="{FF2B5EF4-FFF2-40B4-BE49-F238E27FC236}">
                    <a16:creationId xmlns:a16="http://schemas.microsoft.com/office/drawing/2014/main" id="{5936C0DA-772B-9AAF-C02F-A30CFC81BA6C}"/>
                  </a:ext>
                </a:extLst>
              </p14:cNvPr>
              <p14:cNvContentPartPr/>
              <p14:nvPr/>
            </p14:nvContentPartPr>
            <p14:xfrm>
              <a:off x="8862223" y="2083501"/>
              <a:ext cx="973440" cy="396720"/>
            </p14:xfrm>
          </p:contentPart>
        </mc:Choice>
        <mc:Fallback xmlns="">
          <p:pic>
            <p:nvPicPr>
              <p:cNvPr id="145" name="Ink 144">
                <a:extLst>
                  <a:ext uri="{FF2B5EF4-FFF2-40B4-BE49-F238E27FC236}">
                    <a16:creationId xmlns:a16="http://schemas.microsoft.com/office/drawing/2014/main" id="{5936C0DA-772B-9AAF-C02F-A30CFC81BA6C}"/>
                  </a:ext>
                </a:extLst>
              </p:cNvPr>
              <p:cNvPicPr/>
              <p:nvPr/>
            </p:nvPicPr>
            <p:blipFill>
              <a:blip r:embed="rId27"/>
              <a:stretch>
                <a:fillRect/>
              </a:stretch>
            </p:blipFill>
            <p:spPr>
              <a:xfrm>
                <a:off x="8847823" y="2069088"/>
                <a:ext cx="1001880" cy="425186"/>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6" name="Ink 145">
                <a:extLst>
                  <a:ext uri="{FF2B5EF4-FFF2-40B4-BE49-F238E27FC236}">
                    <a16:creationId xmlns:a16="http://schemas.microsoft.com/office/drawing/2014/main" id="{A79762F6-5823-D3DC-77BE-B601C69D453E}"/>
                  </a:ext>
                </a:extLst>
              </p14:cNvPr>
              <p14:cNvContentPartPr/>
              <p14:nvPr/>
            </p14:nvContentPartPr>
            <p14:xfrm>
              <a:off x="9868063" y="1567981"/>
              <a:ext cx="1566000" cy="792360"/>
            </p14:xfrm>
          </p:contentPart>
        </mc:Choice>
        <mc:Fallback xmlns="">
          <p:pic>
            <p:nvPicPr>
              <p:cNvPr id="146" name="Ink 145">
                <a:extLst>
                  <a:ext uri="{FF2B5EF4-FFF2-40B4-BE49-F238E27FC236}">
                    <a16:creationId xmlns:a16="http://schemas.microsoft.com/office/drawing/2014/main" id="{A79762F6-5823-D3DC-77BE-B601C69D453E}"/>
                  </a:ext>
                </a:extLst>
              </p:cNvPr>
              <p:cNvPicPr/>
              <p:nvPr/>
            </p:nvPicPr>
            <p:blipFill>
              <a:blip r:embed="rId29"/>
              <a:stretch>
                <a:fillRect/>
              </a:stretch>
            </p:blipFill>
            <p:spPr>
              <a:xfrm>
                <a:off x="9854023" y="1553581"/>
                <a:ext cx="1594440" cy="820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5" name="Ink 154">
                <a:extLst>
                  <a:ext uri="{FF2B5EF4-FFF2-40B4-BE49-F238E27FC236}">
                    <a16:creationId xmlns:a16="http://schemas.microsoft.com/office/drawing/2014/main" id="{B715CA5E-4E2A-C1ED-99BC-98FB65C3D2FA}"/>
                  </a:ext>
                </a:extLst>
              </p14:cNvPr>
              <p14:cNvContentPartPr/>
              <p14:nvPr/>
            </p14:nvContentPartPr>
            <p14:xfrm>
              <a:off x="7624183" y="4585861"/>
              <a:ext cx="1559160" cy="546480"/>
            </p14:xfrm>
          </p:contentPart>
        </mc:Choice>
        <mc:Fallback xmlns="">
          <p:pic>
            <p:nvPicPr>
              <p:cNvPr id="155" name="Ink 154">
                <a:extLst>
                  <a:ext uri="{FF2B5EF4-FFF2-40B4-BE49-F238E27FC236}">
                    <a16:creationId xmlns:a16="http://schemas.microsoft.com/office/drawing/2014/main" id="{B715CA5E-4E2A-C1ED-99BC-98FB65C3D2FA}"/>
                  </a:ext>
                </a:extLst>
              </p:cNvPr>
              <p:cNvPicPr/>
              <p:nvPr/>
            </p:nvPicPr>
            <p:blipFill>
              <a:blip r:embed="rId31"/>
              <a:stretch>
                <a:fillRect/>
              </a:stretch>
            </p:blipFill>
            <p:spPr>
              <a:xfrm>
                <a:off x="7613741" y="4575061"/>
                <a:ext cx="1580405" cy="567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6" name="Ink 155">
                <a:extLst>
                  <a:ext uri="{FF2B5EF4-FFF2-40B4-BE49-F238E27FC236}">
                    <a16:creationId xmlns:a16="http://schemas.microsoft.com/office/drawing/2014/main" id="{9994EEA2-C239-2115-5BE7-9B88DA52647D}"/>
                  </a:ext>
                </a:extLst>
              </p14:cNvPr>
              <p14:cNvContentPartPr/>
              <p14:nvPr/>
            </p14:nvContentPartPr>
            <p14:xfrm>
              <a:off x="7128463" y="3227581"/>
              <a:ext cx="985320" cy="365040"/>
            </p14:xfrm>
          </p:contentPart>
        </mc:Choice>
        <mc:Fallback xmlns="">
          <p:pic>
            <p:nvPicPr>
              <p:cNvPr id="156" name="Ink 155">
                <a:extLst>
                  <a:ext uri="{FF2B5EF4-FFF2-40B4-BE49-F238E27FC236}">
                    <a16:creationId xmlns:a16="http://schemas.microsoft.com/office/drawing/2014/main" id="{9994EEA2-C239-2115-5BE7-9B88DA52647D}"/>
                  </a:ext>
                </a:extLst>
              </p:cNvPr>
              <p:cNvPicPr/>
              <p:nvPr/>
            </p:nvPicPr>
            <p:blipFill>
              <a:blip r:embed="rId33"/>
              <a:stretch>
                <a:fillRect/>
              </a:stretch>
            </p:blipFill>
            <p:spPr>
              <a:xfrm>
                <a:off x="7117663" y="3217141"/>
                <a:ext cx="100656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7" name="Ink 166">
                <a:extLst>
                  <a:ext uri="{FF2B5EF4-FFF2-40B4-BE49-F238E27FC236}">
                    <a16:creationId xmlns:a16="http://schemas.microsoft.com/office/drawing/2014/main" id="{46D24B9F-16F4-C4B5-4AB0-92EEBD57CC14}"/>
                  </a:ext>
                </a:extLst>
              </p14:cNvPr>
              <p14:cNvContentPartPr/>
              <p14:nvPr/>
            </p14:nvContentPartPr>
            <p14:xfrm>
              <a:off x="6139903" y="4340701"/>
              <a:ext cx="641520" cy="453240"/>
            </p14:xfrm>
          </p:contentPart>
        </mc:Choice>
        <mc:Fallback xmlns="">
          <p:pic>
            <p:nvPicPr>
              <p:cNvPr id="167" name="Ink 166">
                <a:extLst>
                  <a:ext uri="{FF2B5EF4-FFF2-40B4-BE49-F238E27FC236}">
                    <a16:creationId xmlns:a16="http://schemas.microsoft.com/office/drawing/2014/main" id="{46D24B9F-16F4-C4B5-4AB0-92EEBD57CC14}"/>
                  </a:ext>
                </a:extLst>
              </p:cNvPr>
              <p:cNvPicPr/>
              <p:nvPr/>
            </p:nvPicPr>
            <p:blipFill>
              <a:blip r:embed="rId35"/>
              <a:stretch>
                <a:fillRect/>
              </a:stretch>
            </p:blipFill>
            <p:spPr>
              <a:xfrm>
                <a:off x="6129103" y="4329892"/>
                <a:ext cx="662760" cy="474497"/>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0" name="Ink 179">
                <a:extLst>
                  <a:ext uri="{FF2B5EF4-FFF2-40B4-BE49-F238E27FC236}">
                    <a16:creationId xmlns:a16="http://schemas.microsoft.com/office/drawing/2014/main" id="{31382155-F544-72DA-E34D-169A71765C5A}"/>
                  </a:ext>
                </a:extLst>
              </p14:cNvPr>
              <p14:cNvContentPartPr/>
              <p14:nvPr/>
            </p14:nvContentPartPr>
            <p14:xfrm>
              <a:off x="6039103" y="4717981"/>
              <a:ext cx="849240" cy="452160"/>
            </p14:xfrm>
          </p:contentPart>
        </mc:Choice>
        <mc:Fallback xmlns="">
          <p:pic>
            <p:nvPicPr>
              <p:cNvPr id="180" name="Ink 179">
                <a:extLst>
                  <a:ext uri="{FF2B5EF4-FFF2-40B4-BE49-F238E27FC236}">
                    <a16:creationId xmlns:a16="http://schemas.microsoft.com/office/drawing/2014/main" id="{31382155-F544-72DA-E34D-169A71765C5A}"/>
                  </a:ext>
                </a:extLst>
              </p:cNvPr>
              <p:cNvPicPr/>
              <p:nvPr/>
            </p:nvPicPr>
            <p:blipFill>
              <a:blip r:embed="rId37"/>
              <a:stretch>
                <a:fillRect/>
              </a:stretch>
            </p:blipFill>
            <p:spPr>
              <a:xfrm>
                <a:off x="6028663" y="4707181"/>
                <a:ext cx="87048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8" name="Ink 187">
                <a:extLst>
                  <a:ext uri="{FF2B5EF4-FFF2-40B4-BE49-F238E27FC236}">
                    <a16:creationId xmlns:a16="http://schemas.microsoft.com/office/drawing/2014/main" id="{18534EF2-400A-E1CB-54EA-3CB0AF133404}"/>
                  </a:ext>
                </a:extLst>
              </p14:cNvPr>
              <p14:cNvContentPartPr/>
              <p14:nvPr/>
            </p14:nvContentPartPr>
            <p14:xfrm>
              <a:off x="6171223" y="5088781"/>
              <a:ext cx="660600" cy="307800"/>
            </p14:xfrm>
          </p:contentPart>
        </mc:Choice>
        <mc:Fallback xmlns="">
          <p:pic>
            <p:nvPicPr>
              <p:cNvPr id="188" name="Ink 187">
                <a:extLst>
                  <a:ext uri="{FF2B5EF4-FFF2-40B4-BE49-F238E27FC236}">
                    <a16:creationId xmlns:a16="http://schemas.microsoft.com/office/drawing/2014/main" id="{18534EF2-400A-E1CB-54EA-3CB0AF133404}"/>
                  </a:ext>
                </a:extLst>
              </p:cNvPr>
              <p:cNvPicPr/>
              <p:nvPr/>
            </p:nvPicPr>
            <p:blipFill>
              <a:blip r:embed="rId39"/>
              <a:stretch>
                <a:fillRect/>
              </a:stretch>
            </p:blipFill>
            <p:spPr>
              <a:xfrm>
                <a:off x="6160783" y="5077981"/>
                <a:ext cx="68184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9" name="Ink 188">
                <a:extLst>
                  <a:ext uri="{FF2B5EF4-FFF2-40B4-BE49-F238E27FC236}">
                    <a16:creationId xmlns:a16="http://schemas.microsoft.com/office/drawing/2014/main" id="{1E90DB03-6ADE-3F1D-DE54-0AD7F937BCB6}"/>
                  </a:ext>
                </a:extLst>
              </p14:cNvPr>
              <p14:cNvContentPartPr/>
              <p14:nvPr/>
            </p14:nvContentPartPr>
            <p14:xfrm>
              <a:off x="6045583" y="5579821"/>
              <a:ext cx="151200" cy="150480"/>
            </p14:xfrm>
          </p:contentPart>
        </mc:Choice>
        <mc:Fallback xmlns="">
          <p:pic>
            <p:nvPicPr>
              <p:cNvPr id="189" name="Ink 188">
                <a:extLst>
                  <a:ext uri="{FF2B5EF4-FFF2-40B4-BE49-F238E27FC236}">
                    <a16:creationId xmlns:a16="http://schemas.microsoft.com/office/drawing/2014/main" id="{1E90DB03-6ADE-3F1D-DE54-0AD7F937BCB6}"/>
                  </a:ext>
                </a:extLst>
              </p:cNvPr>
              <p:cNvPicPr/>
              <p:nvPr/>
            </p:nvPicPr>
            <p:blipFill>
              <a:blip r:embed="rId41"/>
              <a:stretch>
                <a:fillRect/>
              </a:stretch>
            </p:blipFill>
            <p:spPr>
              <a:xfrm>
                <a:off x="6034783" y="5569381"/>
                <a:ext cx="1724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1" name="Ink 200">
                <a:extLst>
                  <a:ext uri="{FF2B5EF4-FFF2-40B4-BE49-F238E27FC236}">
                    <a16:creationId xmlns:a16="http://schemas.microsoft.com/office/drawing/2014/main" id="{D3F5F030-D40C-321E-7E98-F74412228B07}"/>
                  </a:ext>
                </a:extLst>
              </p14:cNvPr>
              <p14:cNvContentPartPr/>
              <p14:nvPr/>
            </p14:nvContentPartPr>
            <p14:xfrm>
              <a:off x="6296863" y="5409541"/>
              <a:ext cx="741240" cy="427680"/>
            </p14:xfrm>
          </p:contentPart>
        </mc:Choice>
        <mc:Fallback xmlns="">
          <p:pic>
            <p:nvPicPr>
              <p:cNvPr id="201" name="Ink 200">
                <a:extLst>
                  <a:ext uri="{FF2B5EF4-FFF2-40B4-BE49-F238E27FC236}">
                    <a16:creationId xmlns:a16="http://schemas.microsoft.com/office/drawing/2014/main" id="{D3F5F030-D40C-321E-7E98-F74412228B07}"/>
                  </a:ext>
                </a:extLst>
              </p:cNvPr>
              <p:cNvPicPr/>
              <p:nvPr/>
            </p:nvPicPr>
            <p:blipFill>
              <a:blip r:embed="rId43"/>
              <a:stretch>
                <a:fillRect/>
              </a:stretch>
            </p:blipFill>
            <p:spPr>
              <a:xfrm>
                <a:off x="6286418" y="5398750"/>
                <a:ext cx="762490" cy="448902"/>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0" name="Ink 209">
                <a:extLst>
                  <a:ext uri="{FF2B5EF4-FFF2-40B4-BE49-F238E27FC236}">
                    <a16:creationId xmlns:a16="http://schemas.microsoft.com/office/drawing/2014/main" id="{EBBD47D4-3D07-D008-4A49-E57DFDD93755}"/>
                  </a:ext>
                </a:extLst>
              </p14:cNvPr>
              <p14:cNvContentPartPr/>
              <p14:nvPr/>
            </p14:nvContentPartPr>
            <p14:xfrm>
              <a:off x="6095983" y="5799061"/>
              <a:ext cx="905400" cy="295200"/>
            </p14:xfrm>
          </p:contentPart>
        </mc:Choice>
        <mc:Fallback xmlns="">
          <p:pic>
            <p:nvPicPr>
              <p:cNvPr id="210" name="Ink 209">
                <a:extLst>
                  <a:ext uri="{FF2B5EF4-FFF2-40B4-BE49-F238E27FC236}">
                    <a16:creationId xmlns:a16="http://schemas.microsoft.com/office/drawing/2014/main" id="{EBBD47D4-3D07-D008-4A49-E57DFDD93755}"/>
                  </a:ext>
                </a:extLst>
              </p:cNvPr>
              <p:cNvPicPr/>
              <p:nvPr/>
            </p:nvPicPr>
            <p:blipFill>
              <a:blip r:embed="rId45"/>
              <a:stretch>
                <a:fillRect/>
              </a:stretch>
            </p:blipFill>
            <p:spPr>
              <a:xfrm>
                <a:off x="6085187" y="5788621"/>
                <a:ext cx="926632"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13" name="Ink 212">
                <a:extLst>
                  <a:ext uri="{FF2B5EF4-FFF2-40B4-BE49-F238E27FC236}">
                    <a16:creationId xmlns:a16="http://schemas.microsoft.com/office/drawing/2014/main" id="{F0888A54-CA7A-C220-F408-55F41BDA4553}"/>
                  </a:ext>
                </a:extLst>
              </p14:cNvPr>
              <p14:cNvContentPartPr/>
              <p14:nvPr/>
            </p14:nvContentPartPr>
            <p14:xfrm>
              <a:off x="8189383" y="5170501"/>
              <a:ext cx="182520" cy="81360"/>
            </p14:xfrm>
          </p:contentPart>
        </mc:Choice>
        <mc:Fallback xmlns="">
          <p:pic>
            <p:nvPicPr>
              <p:cNvPr id="213" name="Ink 212">
                <a:extLst>
                  <a:ext uri="{FF2B5EF4-FFF2-40B4-BE49-F238E27FC236}">
                    <a16:creationId xmlns:a16="http://schemas.microsoft.com/office/drawing/2014/main" id="{F0888A54-CA7A-C220-F408-55F41BDA4553}"/>
                  </a:ext>
                </a:extLst>
              </p:cNvPr>
              <p:cNvPicPr/>
              <p:nvPr/>
            </p:nvPicPr>
            <p:blipFill>
              <a:blip r:embed="rId47"/>
              <a:stretch>
                <a:fillRect/>
              </a:stretch>
            </p:blipFill>
            <p:spPr>
              <a:xfrm>
                <a:off x="8178943" y="5159701"/>
                <a:ext cx="2037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38" name="Ink 237">
                <a:extLst>
                  <a:ext uri="{FF2B5EF4-FFF2-40B4-BE49-F238E27FC236}">
                    <a16:creationId xmlns:a16="http://schemas.microsoft.com/office/drawing/2014/main" id="{18C74F82-E9F1-0747-4738-A9D86434F44B}"/>
                  </a:ext>
                </a:extLst>
              </p14:cNvPr>
              <p14:cNvContentPartPr/>
              <p14:nvPr/>
            </p14:nvContentPartPr>
            <p14:xfrm>
              <a:off x="7592143" y="5264821"/>
              <a:ext cx="2351880" cy="622080"/>
            </p14:xfrm>
          </p:contentPart>
        </mc:Choice>
        <mc:Fallback xmlns="">
          <p:pic>
            <p:nvPicPr>
              <p:cNvPr id="238" name="Ink 237">
                <a:extLst>
                  <a:ext uri="{FF2B5EF4-FFF2-40B4-BE49-F238E27FC236}">
                    <a16:creationId xmlns:a16="http://schemas.microsoft.com/office/drawing/2014/main" id="{18C74F82-E9F1-0747-4738-A9D86434F44B}"/>
                  </a:ext>
                </a:extLst>
              </p:cNvPr>
              <p:cNvPicPr/>
              <p:nvPr/>
            </p:nvPicPr>
            <p:blipFill>
              <a:blip r:embed="rId49"/>
              <a:stretch>
                <a:fillRect/>
              </a:stretch>
            </p:blipFill>
            <p:spPr>
              <a:xfrm>
                <a:off x="7581703" y="5254021"/>
                <a:ext cx="237312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55" name="Ink 254">
                <a:extLst>
                  <a:ext uri="{FF2B5EF4-FFF2-40B4-BE49-F238E27FC236}">
                    <a16:creationId xmlns:a16="http://schemas.microsoft.com/office/drawing/2014/main" id="{4858183C-6BFB-729C-E47C-04E8B59D2A86}"/>
                  </a:ext>
                </a:extLst>
              </p14:cNvPr>
              <p14:cNvContentPartPr/>
              <p14:nvPr/>
            </p14:nvContentPartPr>
            <p14:xfrm>
              <a:off x="7755583" y="5786461"/>
              <a:ext cx="943560" cy="558720"/>
            </p14:xfrm>
          </p:contentPart>
        </mc:Choice>
        <mc:Fallback xmlns="">
          <p:pic>
            <p:nvPicPr>
              <p:cNvPr id="255" name="Ink 254">
                <a:extLst>
                  <a:ext uri="{FF2B5EF4-FFF2-40B4-BE49-F238E27FC236}">
                    <a16:creationId xmlns:a16="http://schemas.microsoft.com/office/drawing/2014/main" id="{4858183C-6BFB-729C-E47C-04E8B59D2A86}"/>
                  </a:ext>
                </a:extLst>
              </p:cNvPr>
              <p:cNvPicPr/>
              <p:nvPr/>
            </p:nvPicPr>
            <p:blipFill>
              <a:blip r:embed="rId51"/>
              <a:stretch>
                <a:fillRect/>
              </a:stretch>
            </p:blipFill>
            <p:spPr>
              <a:xfrm>
                <a:off x="7745143" y="5776014"/>
                <a:ext cx="964800" cy="579974"/>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4" name="Ink 263">
                <a:extLst>
                  <a:ext uri="{FF2B5EF4-FFF2-40B4-BE49-F238E27FC236}">
                    <a16:creationId xmlns:a16="http://schemas.microsoft.com/office/drawing/2014/main" id="{30D0D90E-204A-85CE-063C-05939AAB44B1}"/>
                  </a:ext>
                </a:extLst>
              </p14:cNvPr>
              <p14:cNvContentPartPr/>
              <p14:nvPr/>
            </p14:nvContentPartPr>
            <p14:xfrm>
              <a:off x="8912623" y="5918581"/>
              <a:ext cx="1100520" cy="252000"/>
            </p14:xfrm>
          </p:contentPart>
        </mc:Choice>
        <mc:Fallback xmlns="">
          <p:pic>
            <p:nvPicPr>
              <p:cNvPr id="264" name="Ink 263">
                <a:extLst>
                  <a:ext uri="{FF2B5EF4-FFF2-40B4-BE49-F238E27FC236}">
                    <a16:creationId xmlns:a16="http://schemas.microsoft.com/office/drawing/2014/main" id="{30D0D90E-204A-85CE-063C-05939AAB44B1}"/>
                  </a:ext>
                </a:extLst>
              </p:cNvPr>
              <p:cNvPicPr/>
              <p:nvPr/>
            </p:nvPicPr>
            <p:blipFill>
              <a:blip r:embed="rId53"/>
              <a:stretch>
                <a:fillRect/>
              </a:stretch>
            </p:blipFill>
            <p:spPr>
              <a:xfrm>
                <a:off x="8901823" y="5908141"/>
                <a:ext cx="1121760" cy="273240"/>
              </a:xfrm>
              <a:prstGeom prst="rect">
                <a:avLst/>
              </a:prstGeom>
            </p:spPr>
          </p:pic>
        </mc:Fallback>
      </mc:AlternateContent>
    </p:spTree>
    <p:extLst>
      <p:ext uri="{BB962C8B-B14F-4D97-AF65-F5344CB8AC3E}">
        <p14:creationId xmlns:p14="http://schemas.microsoft.com/office/powerpoint/2010/main" val="30330795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FB5EF669-E93C-6193-0A2F-308FDA1C8BF7}"/>
                  </a:ext>
                </a:extLst>
              </p14:cNvPr>
              <p14:cNvContentPartPr/>
              <p14:nvPr/>
            </p14:nvContentPartPr>
            <p14:xfrm>
              <a:off x="619663" y="4387501"/>
              <a:ext cx="459360" cy="738720"/>
            </p14:xfrm>
          </p:contentPart>
        </mc:Choice>
        <mc:Fallback xmlns="">
          <p:pic>
            <p:nvPicPr>
              <p:cNvPr id="14" name="Ink 13">
                <a:extLst>
                  <a:ext uri="{FF2B5EF4-FFF2-40B4-BE49-F238E27FC236}">
                    <a16:creationId xmlns:a16="http://schemas.microsoft.com/office/drawing/2014/main" id="{FB5EF669-E93C-6193-0A2F-308FDA1C8BF7}"/>
                  </a:ext>
                </a:extLst>
              </p:cNvPr>
              <p:cNvPicPr/>
              <p:nvPr/>
            </p:nvPicPr>
            <p:blipFill>
              <a:blip r:embed="rId3"/>
              <a:stretch>
                <a:fillRect/>
              </a:stretch>
            </p:blipFill>
            <p:spPr>
              <a:xfrm>
                <a:off x="609223" y="4376701"/>
                <a:ext cx="480600" cy="759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0047C979-2BEE-6C9D-F0E0-AFB8548E004D}"/>
                  </a:ext>
                </a:extLst>
              </p14:cNvPr>
              <p14:cNvContentPartPr/>
              <p14:nvPr/>
            </p14:nvContentPartPr>
            <p14:xfrm>
              <a:off x="613543" y="3415501"/>
              <a:ext cx="270360" cy="714240"/>
            </p14:xfrm>
          </p:contentPart>
        </mc:Choice>
        <mc:Fallback xmlns="">
          <p:pic>
            <p:nvPicPr>
              <p:cNvPr id="15" name="Ink 14">
                <a:extLst>
                  <a:ext uri="{FF2B5EF4-FFF2-40B4-BE49-F238E27FC236}">
                    <a16:creationId xmlns:a16="http://schemas.microsoft.com/office/drawing/2014/main" id="{0047C979-2BEE-6C9D-F0E0-AFB8548E004D}"/>
                  </a:ext>
                </a:extLst>
              </p:cNvPr>
              <p:cNvPicPr/>
              <p:nvPr/>
            </p:nvPicPr>
            <p:blipFill>
              <a:blip r:embed="rId5"/>
              <a:stretch>
                <a:fillRect/>
              </a:stretch>
            </p:blipFill>
            <p:spPr>
              <a:xfrm>
                <a:off x="602757" y="3405061"/>
                <a:ext cx="291572" cy="735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AAC583C6-3F76-0751-ADF7-FD669046F2C9}"/>
                  </a:ext>
                </a:extLst>
              </p14:cNvPr>
              <p14:cNvContentPartPr/>
              <p14:nvPr/>
            </p14:nvContentPartPr>
            <p14:xfrm>
              <a:off x="567463" y="1618381"/>
              <a:ext cx="342000" cy="1540800"/>
            </p14:xfrm>
          </p:contentPart>
        </mc:Choice>
        <mc:Fallback xmlns="">
          <p:pic>
            <p:nvPicPr>
              <p:cNvPr id="16" name="Ink 15">
                <a:extLst>
                  <a:ext uri="{FF2B5EF4-FFF2-40B4-BE49-F238E27FC236}">
                    <a16:creationId xmlns:a16="http://schemas.microsoft.com/office/drawing/2014/main" id="{AAC583C6-3F76-0751-ADF7-FD669046F2C9}"/>
                  </a:ext>
                </a:extLst>
              </p:cNvPr>
              <p:cNvPicPr/>
              <p:nvPr/>
            </p:nvPicPr>
            <p:blipFill>
              <a:blip r:embed="rId7"/>
              <a:stretch>
                <a:fillRect/>
              </a:stretch>
            </p:blipFill>
            <p:spPr>
              <a:xfrm>
                <a:off x="556663" y="1607581"/>
                <a:ext cx="363240" cy="1562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1AA703EB-4F05-6C63-9789-B5BC837D8634}"/>
                  </a:ext>
                </a:extLst>
              </p14:cNvPr>
              <p14:cNvContentPartPr/>
              <p14:nvPr/>
            </p14:nvContentPartPr>
            <p14:xfrm>
              <a:off x="1141663" y="4724101"/>
              <a:ext cx="302040" cy="361440"/>
            </p14:xfrm>
          </p:contentPart>
        </mc:Choice>
        <mc:Fallback xmlns="">
          <p:pic>
            <p:nvPicPr>
              <p:cNvPr id="28" name="Ink 27">
                <a:extLst>
                  <a:ext uri="{FF2B5EF4-FFF2-40B4-BE49-F238E27FC236}">
                    <a16:creationId xmlns:a16="http://schemas.microsoft.com/office/drawing/2014/main" id="{1AA703EB-4F05-6C63-9789-B5BC837D8634}"/>
                  </a:ext>
                </a:extLst>
              </p:cNvPr>
              <p:cNvPicPr/>
              <p:nvPr/>
            </p:nvPicPr>
            <p:blipFill>
              <a:blip r:embed="rId9"/>
              <a:stretch>
                <a:fillRect/>
              </a:stretch>
            </p:blipFill>
            <p:spPr>
              <a:xfrm>
                <a:off x="1130863" y="4713301"/>
                <a:ext cx="32328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9" name="Ink 28">
                <a:extLst>
                  <a:ext uri="{FF2B5EF4-FFF2-40B4-BE49-F238E27FC236}">
                    <a16:creationId xmlns:a16="http://schemas.microsoft.com/office/drawing/2014/main" id="{40F3AE59-773E-BB22-1FE0-4A880D69F35C}"/>
                  </a:ext>
                </a:extLst>
              </p14:cNvPr>
              <p14:cNvContentPartPr/>
              <p14:nvPr/>
            </p14:nvContentPartPr>
            <p14:xfrm>
              <a:off x="1040863" y="3762181"/>
              <a:ext cx="195120" cy="283320"/>
            </p14:xfrm>
          </p:contentPart>
        </mc:Choice>
        <mc:Fallback xmlns="">
          <p:pic>
            <p:nvPicPr>
              <p:cNvPr id="29" name="Ink 28">
                <a:extLst>
                  <a:ext uri="{FF2B5EF4-FFF2-40B4-BE49-F238E27FC236}">
                    <a16:creationId xmlns:a16="http://schemas.microsoft.com/office/drawing/2014/main" id="{40F3AE59-773E-BB22-1FE0-4A880D69F35C}"/>
                  </a:ext>
                </a:extLst>
              </p:cNvPr>
              <p:cNvPicPr/>
              <p:nvPr/>
            </p:nvPicPr>
            <p:blipFill>
              <a:blip r:embed="rId11"/>
              <a:stretch>
                <a:fillRect/>
              </a:stretch>
            </p:blipFill>
            <p:spPr>
              <a:xfrm>
                <a:off x="1030423" y="3751381"/>
                <a:ext cx="2163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Ink 29">
                <a:extLst>
                  <a:ext uri="{FF2B5EF4-FFF2-40B4-BE49-F238E27FC236}">
                    <a16:creationId xmlns:a16="http://schemas.microsoft.com/office/drawing/2014/main" id="{B74493BA-404E-8FE5-3DF2-F1574B903504}"/>
                  </a:ext>
                </a:extLst>
              </p14:cNvPr>
              <p14:cNvContentPartPr/>
              <p14:nvPr/>
            </p14:nvContentPartPr>
            <p14:xfrm>
              <a:off x="996943" y="2853901"/>
              <a:ext cx="208080" cy="235800"/>
            </p14:xfrm>
          </p:contentPart>
        </mc:Choice>
        <mc:Fallback xmlns="">
          <p:pic>
            <p:nvPicPr>
              <p:cNvPr id="30" name="Ink 29">
                <a:extLst>
                  <a:ext uri="{FF2B5EF4-FFF2-40B4-BE49-F238E27FC236}">
                    <a16:creationId xmlns:a16="http://schemas.microsoft.com/office/drawing/2014/main" id="{B74493BA-404E-8FE5-3DF2-F1574B903504}"/>
                  </a:ext>
                </a:extLst>
              </p:cNvPr>
              <p:cNvPicPr/>
              <p:nvPr/>
            </p:nvPicPr>
            <p:blipFill>
              <a:blip r:embed="rId13"/>
              <a:stretch>
                <a:fillRect/>
              </a:stretch>
            </p:blipFill>
            <p:spPr>
              <a:xfrm>
                <a:off x="986485" y="2843461"/>
                <a:ext cx="229357"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Ink 30">
                <a:extLst>
                  <a:ext uri="{FF2B5EF4-FFF2-40B4-BE49-F238E27FC236}">
                    <a16:creationId xmlns:a16="http://schemas.microsoft.com/office/drawing/2014/main" id="{FB468CE4-91A8-3A3B-D314-4AF135501360}"/>
                  </a:ext>
                </a:extLst>
              </p14:cNvPr>
              <p14:cNvContentPartPr/>
              <p14:nvPr/>
            </p14:nvContentPartPr>
            <p14:xfrm>
              <a:off x="902623" y="2045701"/>
              <a:ext cx="258120" cy="342720"/>
            </p14:xfrm>
          </p:contentPart>
        </mc:Choice>
        <mc:Fallback xmlns="">
          <p:pic>
            <p:nvPicPr>
              <p:cNvPr id="31" name="Ink 30">
                <a:extLst>
                  <a:ext uri="{FF2B5EF4-FFF2-40B4-BE49-F238E27FC236}">
                    <a16:creationId xmlns:a16="http://schemas.microsoft.com/office/drawing/2014/main" id="{FB468CE4-91A8-3A3B-D314-4AF135501360}"/>
                  </a:ext>
                </a:extLst>
              </p:cNvPr>
              <p:cNvPicPr/>
              <p:nvPr/>
            </p:nvPicPr>
            <p:blipFill>
              <a:blip r:embed="rId15"/>
              <a:stretch>
                <a:fillRect/>
              </a:stretch>
            </p:blipFill>
            <p:spPr>
              <a:xfrm>
                <a:off x="892183" y="2035261"/>
                <a:ext cx="27936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6" name="Ink 35">
                <a:extLst>
                  <a:ext uri="{FF2B5EF4-FFF2-40B4-BE49-F238E27FC236}">
                    <a16:creationId xmlns:a16="http://schemas.microsoft.com/office/drawing/2014/main" id="{8629A650-0BE0-99BA-5B5C-0BFA5D8CB085}"/>
                  </a:ext>
                </a:extLst>
              </p14:cNvPr>
              <p14:cNvContentPartPr/>
              <p14:nvPr/>
            </p14:nvContentPartPr>
            <p14:xfrm>
              <a:off x="695263" y="5549221"/>
              <a:ext cx="566280" cy="328680"/>
            </p14:xfrm>
          </p:contentPart>
        </mc:Choice>
        <mc:Fallback xmlns="">
          <p:pic>
            <p:nvPicPr>
              <p:cNvPr id="36" name="Ink 35">
                <a:extLst>
                  <a:ext uri="{FF2B5EF4-FFF2-40B4-BE49-F238E27FC236}">
                    <a16:creationId xmlns:a16="http://schemas.microsoft.com/office/drawing/2014/main" id="{8629A650-0BE0-99BA-5B5C-0BFA5D8CB085}"/>
                  </a:ext>
                </a:extLst>
              </p:cNvPr>
              <p:cNvPicPr/>
              <p:nvPr/>
            </p:nvPicPr>
            <p:blipFill>
              <a:blip r:embed="rId17"/>
              <a:stretch>
                <a:fillRect/>
              </a:stretch>
            </p:blipFill>
            <p:spPr>
              <a:xfrm>
                <a:off x="684463" y="5538421"/>
                <a:ext cx="58752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8" name="Ink 47">
                <a:extLst>
                  <a:ext uri="{FF2B5EF4-FFF2-40B4-BE49-F238E27FC236}">
                    <a16:creationId xmlns:a16="http://schemas.microsoft.com/office/drawing/2014/main" id="{1B4C7C42-85B2-6E65-C375-BA2761F0508B}"/>
                  </a:ext>
                </a:extLst>
              </p14:cNvPr>
              <p14:cNvContentPartPr/>
              <p14:nvPr/>
            </p14:nvContentPartPr>
            <p14:xfrm>
              <a:off x="2292223" y="5157901"/>
              <a:ext cx="1047240" cy="880560"/>
            </p14:xfrm>
          </p:contentPart>
        </mc:Choice>
        <mc:Fallback xmlns="">
          <p:pic>
            <p:nvPicPr>
              <p:cNvPr id="48" name="Ink 47">
                <a:extLst>
                  <a:ext uri="{FF2B5EF4-FFF2-40B4-BE49-F238E27FC236}">
                    <a16:creationId xmlns:a16="http://schemas.microsoft.com/office/drawing/2014/main" id="{1B4C7C42-85B2-6E65-C375-BA2761F0508B}"/>
                  </a:ext>
                </a:extLst>
              </p:cNvPr>
              <p:cNvPicPr/>
              <p:nvPr/>
            </p:nvPicPr>
            <p:blipFill>
              <a:blip r:embed="rId19"/>
              <a:stretch>
                <a:fillRect/>
              </a:stretch>
            </p:blipFill>
            <p:spPr>
              <a:xfrm>
                <a:off x="2281427" y="5147461"/>
                <a:ext cx="1068473" cy="901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1" name="Ink 60">
                <a:extLst>
                  <a:ext uri="{FF2B5EF4-FFF2-40B4-BE49-F238E27FC236}">
                    <a16:creationId xmlns:a16="http://schemas.microsoft.com/office/drawing/2014/main" id="{D407FE50-CD33-0938-D393-BF3CB3EFC67A}"/>
                  </a:ext>
                </a:extLst>
              </p14:cNvPr>
              <p14:cNvContentPartPr/>
              <p14:nvPr/>
            </p14:nvContentPartPr>
            <p14:xfrm>
              <a:off x="2267023" y="4271581"/>
              <a:ext cx="371160" cy="478080"/>
            </p14:xfrm>
          </p:contentPart>
        </mc:Choice>
        <mc:Fallback xmlns="">
          <p:pic>
            <p:nvPicPr>
              <p:cNvPr id="61" name="Ink 60">
                <a:extLst>
                  <a:ext uri="{FF2B5EF4-FFF2-40B4-BE49-F238E27FC236}">
                    <a16:creationId xmlns:a16="http://schemas.microsoft.com/office/drawing/2014/main" id="{D407FE50-CD33-0938-D393-BF3CB3EFC67A}"/>
                  </a:ext>
                </a:extLst>
              </p:cNvPr>
              <p:cNvPicPr/>
              <p:nvPr/>
            </p:nvPicPr>
            <p:blipFill>
              <a:blip r:embed="rId21"/>
              <a:stretch>
                <a:fillRect/>
              </a:stretch>
            </p:blipFill>
            <p:spPr>
              <a:xfrm>
                <a:off x="2256223" y="4260781"/>
                <a:ext cx="39240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2" name="Ink 61">
                <a:extLst>
                  <a:ext uri="{FF2B5EF4-FFF2-40B4-BE49-F238E27FC236}">
                    <a16:creationId xmlns:a16="http://schemas.microsoft.com/office/drawing/2014/main" id="{6A659CA3-4CBB-E8C7-8846-9FF8428AFA05}"/>
                  </a:ext>
                </a:extLst>
              </p14:cNvPr>
              <p14:cNvContentPartPr/>
              <p14:nvPr/>
            </p14:nvContentPartPr>
            <p14:xfrm>
              <a:off x="2213743" y="3466621"/>
              <a:ext cx="324000" cy="528840"/>
            </p14:xfrm>
          </p:contentPart>
        </mc:Choice>
        <mc:Fallback xmlns="">
          <p:pic>
            <p:nvPicPr>
              <p:cNvPr id="62" name="Ink 61">
                <a:extLst>
                  <a:ext uri="{FF2B5EF4-FFF2-40B4-BE49-F238E27FC236}">
                    <a16:creationId xmlns:a16="http://schemas.microsoft.com/office/drawing/2014/main" id="{6A659CA3-4CBB-E8C7-8846-9FF8428AFA05}"/>
                  </a:ext>
                </a:extLst>
              </p:cNvPr>
              <p:cNvPicPr/>
              <p:nvPr/>
            </p:nvPicPr>
            <p:blipFill>
              <a:blip r:embed="rId23"/>
              <a:stretch>
                <a:fillRect/>
              </a:stretch>
            </p:blipFill>
            <p:spPr>
              <a:xfrm>
                <a:off x="2203291" y="3456174"/>
                <a:ext cx="345264" cy="550094"/>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3" name="Ink 62">
                <a:extLst>
                  <a:ext uri="{FF2B5EF4-FFF2-40B4-BE49-F238E27FC236}">
                    <a16:creationId xmlns:a16="http://schemas.microsoft.com/office/drawing/2014/main" id="{8905227E-C027-846D-1498-AD02C7E73883}"/>
                  </a:ext>
                </a:extLst>
              </p14:cNvPr>
              <p14:cNvContentPartPr/>
              <p14:nvPr/>
            </p14:nvContentPartPr>
            <p14:xfrm>
              <a:off x="2254423" y="2605861"/>
              <a:ext cx="321120" cy="496440"/>
            </p14:xfrm>
          </p:contentPart>
        </mc:Choice>
        <mc:Fallback xmlns="">
          <p:pic>
            <p:nvPicPr>
              <p:cNvPr id="63" name="Ink 62">
                <a:extLst>
                  <a:ext uri="{FF2B5EF4-FFF2-40B4-BE49-F238E27FC236}">
                    <a16:creationId xmlns:a16="http://schemas.microsoft.com/office/drawing/2014/main" id="{8905227E-C027-846D-1498-AD02C7E73883}"/>
                  </a:ext>
                </a:extLst>
              </p:cNvPr>
              <p:cNvPicPr/>
              <p:nvPr/>
            </p:nvPicPr>
            <p:blipFill>
              <a:blip r:embed="rId25"/>
              <a:stretch>
                <a:fillRect/>
              </a:stretch>
            </p:blipFill>
            <p:spPr>
              <a:xfrm>
                <a:off x="2243623" y="2595421"/>
                <a:ext cx="34236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4" name="Ink 63">
                <a:extLst>
                  <a:ext uri="{FF2B5EF4-FFF2-40B4-BE49-F238E27FC236}">
                    <a16:creationId xmlns:a16="http://schemas.microsoft.com/office/drawing/2014/main" id="{317F0628-7810-A85E-0005-E0262DF9C0A1}"/>
                  </a:ext>
                </a:extLst>
              </p14:cNvPr>
              <p14:cNvContentPartPr/>
              <p14:nvPr/>
            </p14:nvContentPartPr>
            <p14:xfrm>
              <a:off x="2186023" y="1737541"/>
              <a:ext cx="326160" cy="628200"/>
            </p14:xfrm>
          </p:contentPart>
        </mc:Choice>
        <mc:Fallback xmlns="">
          <p:pic>
            <p:nvPicPr>
              <p:cNvPr id="64" name="Ink 63">
                <a:extLst>
                  <a:ext uri="{FF2B5EF4-FFF2-40B4-BE49-F238E27FC236}">
                    <a16:creationId xmlns:a16="http://schemas.microsoft.com/office/drawing/2014/main" id="{317F0628-7810-A85E-0005-E0262DF9C0A1}"/>
                  </a:ext>
                </a:extLst>
              </p:cNvPr>
              <p:cNvPicPr/>
              <p:nvPr/>
            </p:nvPicPr>
            <p:blipFill>
              <a:blip r:embed="rId27"/>
              <a:stretch>
                <a:fillRect/>
              </a:stretch>
            </p:blipFill>
            <p:spPr>
              <a:xfrm>
                <a:off x="2175235" y="1727101"/>
                <a:ext cx="347377" cy="649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1" name="Ink 70">
                <a:extLst>
                  <a:ext uri="{FF2B5EF4-FFF2-40B4-BE49-F238E27FC236}">
                    <a16:creationId xmlns:a16="http://schemas.microsoft.com/office/drawing/2014/main" id="{AAADBCA0-2059-C337-5DF0-96DCE30AB0A9}"/>
                  </a:ext>
                </a:extLst>
              </p14:cNvPr>
              <p14:cNvContentPartPr/>
              <p14:nvPr/>
            </p14:nvContentPartPr>
            <p14:xfrm>
              <a:off x="3638263" y="1899181"/>
              <a:ext cx="1243800" cy="1548000"/>
            </p14:xfrm>
          </p:contentPart>
        </mc:Choice>
        <mc:Fallback xmlns="">
          <p:pic>
            <p:nvPicPr>
              <p:cNvPr id="71" name="Ink 70">
                <a:extLst>
                  <a:ext uri="{FF2B5EF4-FFF2-40B4-BE49-F238E27FC236}">
                    <a16:creationId xmlns:a16="http://schemas.microsoft.com/office/drawing/2014/main" id="{AAADBCA0-2059-C337-5DF0-96DCE30AB0A9}"/>
                  </a:ext>
                </a:extLst>
              </p:cNvPr>
              <p:cNvPicPr/>
              <p:nvPr/>
            </p:nvPicPr>
            <p:blipFill>
              <a:blip r:embed="rId29"/>
              <a:stretch>
                <a:fillRect/>
              </a:stretch>
            </p:blipFill>
            <p:spPr>
              <a:xfrm>
                <a:off x="3627463" y="1888384"/>
                <a:ext cx="1265040" cy="1569235"/>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8" name="Ink 77">
                <a:extLst>
                  <a:ext uri="{FF2B5EF4-FFF2-40B4-BE49-F238E27FC236}">
                    <a16:creationId xmlns:a16="http://schemas.microsoft.com/office/drawing/2014/main" id="{7C650E00-B8D5-E5F7-AC28-DF6D2633EC92}"/>
                  </a:ext>
                </a:extLst>
              </p14:cNvPr>
              <p14:cNvContentPartPr/>
              <p14:nvPr/>
            </p14:nvContentPartPr>
            <p14:xfrm>
              <a:off x="3902863" y="3812581"/>
              <a:ext cx="936000" cy="628920"/>
            </p14:xfrm>
          </p:contentPart>
        </mc:Choice>
        <mc:Fallback xmlns="">
          <p:pic>
            <p:nvPicPr>
              <p:cNvPr id="78" name="Ink 77">
                <a:extLst>
                  <a:ext uri="{FF2B5EF4-FFF2-40B4-BE49-F238E27FC236}">
                    <a16:creationId xmlns:a16="http://schemas.microsoft.com/office/drawing/2014/main" id="{7C650E00-B8D5-E5F7-AC28-DF6D2633EC92}"/>
                  </a:ext>
                </a:extLst>
              </p:cNvPr>
              <p:cNvPicPr/>
              <p:nvPr/>
            </p:nvPicPr>
            <p:blipFill>
              <a:blip r:embed="rId31"/>
              <a:stretch>
                <a:fillRect/>
              </a:stretch>
            </p:blipFill>
            <p:spPr>
              <a:xfrm>
                <a:off x="3892419" y="3801781"/>
                <a:ext cx="957248" cy="650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5" name="Ink 84">
                <a:extLst>
                  <a:ext uri="{FF2B5EF4-FFF2-40B4-BE49-F238E27FC236}">
                    <a16:creationId xmlns:a16="http://schemas.microsoft.com/office/drawing/2014/main" id="{3F5E07B1-0282-5512-D461-3E7E821A5F7B}"/>
                  </a:ext>
                </a:extLst>
              </p14:cNvPr>
              <p14:cNvContentPartPr/>
              <p14:nvPr/>
            </p14:nvContentPartPr>
            <p14:xfrm>
              <a:off x="4266103" y="1638541"/>
              <a:ext cx="776880" cy="552240"/>
            </p14:xfrm>
          </p:contentPart>
        </mc:Choice>
        <mc:Fallback xmlns="">
          <p:pic>
            <p:nvPicPr>
              <p:cNvPr id="85" name="Ink 84">
                <a:extLst>
                  <a:ext uri="{FF2B5EF4-FFF2-40B4-BE49-F238E27FC236}">
                    <a16:creationId xmlns:a16="http://schemas.microsoft.com/office/drawing/2014/main" id="{3F5E07B1-0282-5512-D461-3E7E821A5F7B}"/>
                  </a:ext>
                </a:extLst>
              </p:cNvPr>
              <p:cNvPicPr/>
              <p:nvPr/>
            </p:nvPicPr>
            <p:blipFill>
              <a:blip r:embed="rId33"/>
              <a:stretch>
                <a:fillRect/>
              </a:stretch>
            </p:blipFill>
            <p:spPr>
              <a:xfrm>
                <a:off x="4255658" y="1627741"/>
                <a:ext cx="798130" cy="573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2" name="Ink 91">
                <a:extLst>
                  <a:ext uri="{FF2B5EF4-FFF2-40B4-BE49-F238E27FC236}">
                    <a16:creationId xmlns:a16="http://schemas.microsoft.com/office/drawing/2014/main" id="{F92A99A4-D056-6A41-F630-E557B6A6B015}"/>
                  </a:ext>
                </a:extLst>
              </p14:cNvPr>
              <p14:cNvContentPartPr/>
              <p14:nvPr/>
            </p14:nvContentPartPr>
            <p14:xfrm>
              <a:off x="4297783" y="3491101"/>
              <a:ext cx="813240" cy="485280"/>
            </p14:xfrm>
          </p:contentPart>
        </mc:Choice>
        <mc:Fallback xmlns="">
          <p:pic>
            <p:nvPicPr>
              <p:cNvPr id="92" name="Ink 91">
                <a:extLst>
                  <a:ext uri="{FF2B5EF4-FFF2-40B4-BE49-F238E27FC236}">
                    <a16:creationId xmlns:a16="http://schemas.microsoft.com/office/drawing/2014/main" id="{F92A99A4-D056-6A41-F630-E557B6A6B015}"/>
                  </a:ext>
                </a:extLst>
              </p:cNvPr>
              <p:cNvPicPr/>
              <p:nvPr/>
            </p:nvPicPr>
            <p:blipFill>
              <a:blip r:embed="rId35"/>
              <a:stretch>
                <a:fillRect/>
              </a:stretch>
            </p:blipFill>
            <p:spPr>
              <a:xfrm>
                <a:off x="4286988" y="3480661"/>
                <a:ext cx="834471" cy="506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2" name="Ink 111">
                <a:extLst>
                  <a:ext uri="{FF2B5EF4-FFF2-40B4-BE49-F238E27FC236}">
                    <a16:creationId xmlns:a16="http://schemas.microsoft.com/office/drawing/2014/main" id="{7AE01728-8674-B4D6-7D7B-D34B4A96B7B7}"/>
                  </a:ext>
                </a:extLst>
              </p14:cNvPr>
              <p14:cNvContentPartPr/>
              <p14:nvPr/>
            </p14:nvContentPartPr>
            <p14:xfrm>
              <a:off x="5856943" y="3252781"/>
              <a:ext cx="1138320" cy="905760"/>
            </p14:xfrm>
          </p:contentPart>
        </mc:Choice>
        <mc:Fallback xmlns="">
          <p:pic>
            <p:nvPicPr>
              <p:cNvPr id="112" name="Ink 111">
                <a:extLst>
                  <a:ext uri="{FF2B5EF4-FFF2-40B4-BE49-F238E27FC236}">
                    <a16:creationId xmlns:a16="http://schemas.microsoft.com/office/drawing/2014/main" id="{7AE01728-8674-B4D6-7D7B-D34B4A96B7B7}"/>
                  </a:ext>
                </a:extLst>
              </p:cNvPr>
              <p:cNvPicPr/>
              <p:nvPr/>
            </p:nvPicPr>
            <p:blipFill>
              <a:blip r:embed="rId37"/>
              <a:stretch>
                <a:fillRect/>
              </a:stretch>
            </p:blipFill>
            <p:spPr>
              <a:xfrm>
                <a:off x="5846143" y="3242341"/>
                <a:ext cx="1159560" cy="927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3" name="Ink 112">
                <a:extLst>
                  <a:ext uri="{FF2B5EF4-FFF2-40B4-BE49-F238E27FC236}">
                    <a16:creationId xmlns:a16="http://schemas.microsoft.com/office/drawing/2014/main" id="{49A6694F-C5FA-C636-742B-E75817DDDA2B}"/>
                  </a:ext>
                </a:extLst>
              </p14:cNvPr>
              <p14:cNvContentPartPr/>
              <p14:nvPr/>
            </p14:nvContentPartPr>
            <p14:xfrm>
              <a:off x="5794663" y="2090341"/>
              <a:ext cx="1081080" cy="804600"/>
            </p14:xfrm>
          </p:contentPart>
        </mc:Choice>
        <mc:Fallback xmlns="">
          <p:pic>
            <p:nvPicPr>
              <p:cNvPr id="113" name="Ink 112">
                <a:extLst>
                  <a:ext uri="{FF2B5EF4-FFF2-40B4-BE49-F238E27FC236}">
                    <a16:creationId xmlns:a16="http://schemas.microsoft.com/office/drawing/2014/main" id="{49A6694F-C5FA-C636-742B-E75817DDDA2B}"/>
                  </a:ext>
                </a:extLst>
              </p:cNvPr>
              <p:cNvPicPr/>
              <p:nvPr/>
            </p:nvPicPr>
            <p:blipFill>
              <a:blip r:embed="rId39"/>
              <a:stretch>
                <a:fillRect/>
              </a:stretch>
            </p:blipFill>
            <p:spPr>
              <a:xfrm>
                <a:off x="5784223" y="2079896"/>
                <a:ext cx="1102320" cy="82585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25" name="Ink 124">
                <a:extLst>
                  <a:ext uri="{FF2B5EF4-FFF2-40B4-BE49-F238E27FC236}">
                    <a16:creationId xmlns:a16="http://schemas.microsoft.com/office/drawing/2014/main" id="{EDDBD71C-4A51-A259-EC26-EF9B0BA61EC4}"/>
                  </a:ext>
                </a:extLst>
              </p14:cNvPr>
              <p14:cNvContentPartPr/>
              <p14:nvPr/>
            </p14:nvContentPartPr>
            <p14:xfrm>
              <a:off x="7655143" y="2687221"/>
              <a:ext cx="428040" cy="321120"/>
            </p14:xfrm>
          </p:contentPart>
        </mc:Choice>
        <mc:Fallback xmlns="">
          <p:pic>
            <p:nvPicPr>
              <p:cNvPr id="125" name="Ink 124">
                <a:extLst>
                  <a:ext uri="{FF2B5EF4-FFF2-40B4-BE49-F238E27FC236}">
                    <a16:creationId xmlns:a16="http://schemas.microsoft.com/office/drawing/2014/main" id="{EDDBD71C-4A51-A259-EC26-EF9B0BA61EC4}"/>
                  </a:ext>
                </a:extLst>
              </p:cNvPr>
              <p:cNvPicPr/>
              <p:nvPr/>
            </p:nvPicPr>
            <p:blipFill>
              <a:blip r:embed="rId41"/>
              <a:stretch>
                <a:fillRect/>
              </a:stretch>
            </p:blipFill>
            <p:spPr>
              <a:xfrm>
                <a:off x="7644343" y="2676421"/>
                <a:ext cx="4492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40" name="Ink 139">
                <a:extLst>
                  <a:ext uri="{FF2B5EF4-FFF2-40B4-BE49-F238E27FC236}">
                    <a16:creationId xmlns:a16="http://schemas.microsoft.com/office/drawing/2014/main" id="{2D7A27A0-146E-462D-321B-163384692D31}"/>
                  </a:ext>
                </a:extLst>
              </p14:cNvPr>
              <p14:cNvContentPartPr/>
              <p14:nvPr/>
            </p14:nvContentPartPr>
            <p14:xfrm>
              <a:off x="7680343" y="2555101"/>
              <a:ext cx="1106640" cy="1147680"/>
            </p14:xfrm>
          </p:contentPart>
        </mc:Choice>
        <mc:Fallback xmlns="">
          <p:pic>
            <p:nvPicPr>
              <p:cNvPr id="140" name="Ink 139">
                <a:extLst>
                  <a:ext uri="{FF2B5EF4-FFF2-40B4-BE49-F238E27FC236}">
                    <a16:creationId xmlns:a16="http://schemas.microsoft.com/office/drawing/2014/main" id="{2D7A27A0-146E-462D-321B-163384692D31}"/>
                  </a:ext>
                </a:extLst>
              </p:cNvPr>
              <p:cNvPicPr/>
              <p:nvPr/>
            </p:nvPicPr>
            <p:blipFill>
              <a:blip r:embed="rId43"/>
              <a:stretch>
                <a:fillRect/>
              </a:stretch>
            </p:blipFill>
            <p:spPr>
              <a:xfrm>
                <a:off x="7669547" y="2544298"/>
                <a:ext cx="1127873" cy="1168927"/>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48" name="Ink 147">
                <a:extLst>
                  <a:ext uri="{FF2B5EF4-FFF2-40B4-BE49-F238E27FC236}">
                    <a16:creationId xmlns:a16="http://schemas.microsoft.com/office/drawing/2014/main" id="{DD92D9A6-5F14-6AD0-BBD6-6FB5E3B262D5}"/>
                  </a:ext>
                </a:extLst>
              </p14:cNvPr>
              <p14:cNvContentPartPr/>
              <p14:nvPr/>
            </p14:nvContentPartPr>
            <p14:xfrm>
              <a:off x="7579543" y="2133901"/>
              <a:ext cx="798840" cy="540360"/>
            </p14:xfrm>
          </p:contentPart>
        </mc:Choice>
        <mc:Fallback xmlns="">
          <p:pic>
            <p:nvPicPr>
              <p:cNvPr id="148" name="Ink 147">
                <a:extLst>
                  <a:ext uri="{FF2B5EF4-FFF2-40B4-BE49-F238E27FC236}">
                    <a16:creationId xmlns:a16="http://schemas.microsoft.com/office/drawing/2014/main" id="{DD92D9A6-5F14-6AD0-BBD6-6FB5E3B262D5}"/>
                  </a:ext>
                </a:extLst>
              </p:cNvPr>
              <p:cNvPicPr/>
              <p:nvPr/>
            </p:nvPicPr>
            <p:blipFill>
              <a:blip r:embed="rId45"/>
              <a:stretch>
                <a:fillRect/>
              </a:stretch>
            </p:blipFill>
            <p:spPr>
              <a:xfrm>
                <a:off x="7569103" y="2123101"/>
                <a:ext cx="820080" cy="561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3" name="Ink 162">
                <a:extLst>
                  <a:ext uri="{FF2B5EF4-FFF2-40B4-BE49-F238E27FC236}">
                    <a16:creationId xmlns:a16="http://schemas.microsoft.com/office/drawing/2014/main" id="{C7860788-D7AD-8584-4622-9D90CD40C896}"/>
                  </a:ext>
                </a:extLst>
              </p14:cNvPr>
              <p14:cNvContentPartPr/>
              <p14:nvPr/>
            </p14:nvContentPartPr>
            <p14:xfrm>
              <a:off x="9418783" y="2297341"/>
              <a:ext cx="1141200" cy="1169640"/>
            </p14:xfrm>
          </p:contentPart>
        </mc:Choice>
        <mc:Fallback xmlns="">
          <p:pic>
            <p:nvPicPr>
              <p:cNvPr id="163" name="Ink 162">
                <a:extLst>
                  <a:ext uri="{FF2B5EF4-FFF2-40B4-BE49-F238E27FC236}">
                    <a16:creationId xmlns:a16="http://schemas.microsoft.com/office/drawing/2014/main" id="{C7860788-D7AD-8584-4622-9D90CD40C896}"/>
                  </a:ext>
                </a:extLst>
              </p:cNvPr>
              <p:cNvPicPr/>
              <p:nvPr/>
            </p:nvPicPr>
            <p:blipFill>
              <a:blip r:embed="rId47"/>
              <a:stretch>
                <a:fillRect/>
              </a:stretch>
            </p:blipFill>
            <p:spPr>
              <a:xfrm>
                <a:off x="9408343" y="2286541"/>
                <a:ext cx="1162440" cy="1190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69" name="Ink 168">
                <a:extLst>
                  <a:ext uri="{FF2B5EF4-FFF2-40B4-BE49-F238E27FC236}">
                    <a16:creationId xmlns:a16="http://schemas.microsoft.com/office/drawing/2014/main" id="{8CEDCCA9-EDD7-A93D-08DD-7085FDE581EF}"/>
                  </a:ext>
                </a:extLst>
              </p14:cNvPr>
              <p14:cNvContentPartPr/>
              <p14:nvPr/>
            </p14:nvContentPartPr>
            <p14:xfrm>
              <a:off x="7598983" y="1671301"/>
              <a:ext cx="647280" cy="946800"/>
            </p14:xfrm>
          </p:contentPart>
        </mc:Choice>
        <mc:Fallback xmlns="">
          <p:pic>
            <p:nvPicPr>
              <p:cNvPr id="169" name="Ink 168">
                <a:extLst>
                  <a:ext uri="{FF2B5EF4-FFF2-40B4-BE49-F238E27FC236}">
                    <a16:creationId xmlns:a16="http://schemas.microsoft.com/office/drawing/2014/main" id="{8CEDCCA9-EDD7-A93D-08DD-7085FDE581EF}"/>
                  </a:ext>
                </a:extLst>
              </p:cNvPr>
              <p:cNvPicPr/>
              <p:nvPr/>
            </p:nvPicPr>
            <p:blipFill>
              <a:blip r:embed="rId49"/>
              <a:stretch>
                <a:fillRect/>
              </a:stretch>
            </p:blipFill>
            <p:spPr>
              <a:xfrm>
                <a:off x="7588543" y="1660861"/>
                <a:ext cx="668520" cy="968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6" name="Ink 185">
                <a:extLst>
                  <a:ext uri="{FF2B5EF4-FFF2-40B4-BE49-F238E27FC236}">
                    <a16:creationId xmlns:a16="http://schemas.microsoft.com/office/drawing/2014/main" id="{93C72863-5649-D53A-DAA3-610C6E476E21}"/>
                  </a:ext>
                </a:extLst>
              </p14:cNvPr>
              <p14:cNvContentPartPr/>
              <p14:nvPr/>
            </p14:nvContentPartPr>
            <p14:xfrm>
              <a:off x="11041663" y="1819981"/>
              <a:ext cx="945720" cy="1218240"/>
            </p14:xfrm>
          </p:contentPart>
        </mc:Choice>
        <mc:Fallback xmlns="">
          <p:pic>
            <p:nvPicPr>
              <p:cNvPr id="186" name="Ink 185">
                <a:extLst>
                  <a:ext uri="{FF2B5EF4-FFF2-40B4-BE49-F238E27FC236}">
                    <a16:creationId xmlns:a16="http://schemas.microsoft.com/office/drawing/2014/main" id="{93C72863-5649-D53A-DAA3-610C6E476E21}"/>
                  </a:ext>
                </a:extLst>
              </p:cNvPr>
              <p:cNvPicPr/>
              <p:nvPr/>
            </p:nvPicPr>
            <p:blipFill>
              <a:blip r:embed="rId51"/>
              <a:stretch>
                <a:fillRect/>
              </a:stretch>
            </p:blipFill>
            <p:spPr>
              <a:xfrm>
                <a:off x="11031219" y="1809538"/>
                <a:ext cx="966968" cy="1243087"/>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6" name="Ink 195">
                <a:extLst>
                  <a:ext uri="{FF2B5EF4-FFF2-40B4-BE49-F238E27FC236}">
                    <a16:creationId xmlns:a16="http://schemas.microsoft.com/office/drawing/2014/main" id="{7F476395-AF2D-E92E-5171-C307A0C00DA9}"/>
                  </a:ext>
                </a:extLst>
              </p14:cNvPr>
              <p14:cNvContentPartPr/>
              <p14:nvPr/>
            </p14:nvContentPartPr>
            <p14:xfrm>
              <a:off x="9122863" y="3177541"/>
              <a:ext cx="425160" cy="578520"/>
            </p14:xfrm>
          </p:contentPart>
        </mc:Choice>
        <mc:Fallback xmlns="">
          <p:pic>
            <p:nvPicPr>
              <p:cNvPr id="196" name="Ink 195">
                <a:extLst>
                  <a:ext uri="{FF2B5EF4-FFF2-40B4-BE49-F238E27FC236}">
                    <a16:creationId xmlns:a16="http://schemas.microsoft.com/office/drawing/2014/main" id="{7F476395-AF2D-E92E-5171-C307A0C00DA9}"/>
                  </a:ext>
                </a:extLst>
              </p:cNvPr>
              <p:cNvPicPr/>
              <p:nvPr/>
            </p:nvPicPr>
            <p:blipFill>
              <a:blip r:embed="rId53"/>
              <a:stretch>
                <a:fillRect/>
              </a:stretch>
            </p:blipFill>
            <p:spPr>
              <a:xfrm>
                <a:off x="9112063" y="3166748"/>
                <a:ext cx="446400" cy="599747"/>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97" name="Ink 196">
                <a:extLst>
                  <a:ext uri="{FF2B5EF4-FFF2-40B4-BE49-F238E27FC236}">
                    <a16:creationId xmlns:a16="http://schemas.microsoft.com/office/drawing/2014/main" id="{BB1E29C3-4A71-154A-1934-6BC9F722F04B}"/>
                  </a:ext>
                </a:extLst>
              </p14:cNvPr>
              <p14:cNvContentPartPr/>
              <p14:nvPr/>
            </p14:nvContentPartPr>
            <p14:xfrm>
              <a:off x="9123583" y="2392381"/>
              <a:ext cx="185400" cy="483840"/>
            </p14:xfrm>
          </p:contentPart>
        </mc:Choice>
        <mc:Fallback xmlns="">
          <p:pic>
            <p:nvPicPr>
              <p:cNvPr id="197" name="Ink 196">
                <a:extLst>
                  <a:ext uri="{FF2B5EF4-FFF2-40B4-BE49-F238E27FC236}">
                    <a16:creationId xmlns:a16="http://schemas.microsoft.com/office/drawing/2014/main" id="{BB1E29C3-4A71-154A-1934-6BC9F722F04B}"/>
                  </a:ext>
                </a:extLst>
              </p:cNvPr>
              <p:cNvPicPr/>
              <p:nvPr/>
            </p:nvPicPr>
            <p:blipFill>
              <a:blip r:embed="rId55"/>
              <a:stretch>
                <a:fillRect/>
              </a:stretch>
            </p:blipFill>
            <p:spPr>
              <a:xfrm>
                <a:off x="9112783" y="2381581"/>
                <a:ext cx="20664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98" name="Ink 197">
                <a:extLst>
                  <a:ext uri="{FF2B5EF4-FFF2-40B4-BE49-F238E27FC236}">
                    <a16:creationId xmlns:a16="http://schemas.microsoft.com/office/drawing/2014/main" id="{413D5679-12E5-EB29-55CF-740B1C500BA6}"/>
                  </a:ext>
                </a:extLst>
              </p14:cNvPr>
              <p14:cNvContentPartPr/>
              <p14:nvPr/>
            </p14:nvContentPartPr>
            <p14:xfrm>
              <a:off x="10760863" y="2128861"/>
              <a:ext cx="245520" cy="835200"/>
            </p14:xfrm>
          </p:contentPart>
        </mc:Choice>
        <mc:Fallback xmlns="">
          <p:pic>
            <p:nvPicPr>
              <p:cNvPr id="198" name="Ink 197">
                <a:extLst>
                  <a:ext uri="{FF2B5EF4-FFF2-40B4-BE49-F238E27FC236}">
                    <a16:creationId xmlns:a16="http://schemas.microsoft.com/office/drawing/2014/main" id="{413D5679-12E5-EB29-55CF-740B1C500BA6}"/>
                  </a:ext>
                </a:extLst>
              </p:cNvPr>
              <p:cNvPicPr/>
              <p:nvPr/>
            </p:nvPicPr>
            <p:blipFill>
              <a:blip r:embed="rId57"/>
              <a:stretch>
                <a:fillRect/>
              </a:stretch>
            </p:blipFill>
            <p:spPr>
              <a:xfrm>
                <a:off x="10746463" y="2118421"/>
                <a:ext cx="270360" cy="860040"/>
              </a:xfrm>
              <a:prstGeom prst="rect">
                <a:avLst/>
              </a:prstGeom>
            </p:spPr>
          </p:pic>
        </mc:Fallback>
      </mc:AlternateContent>
    </p:spTree>
    <p:extLst>
      <p:ext uri="{BB962C8B-B14F-4D97-AF65-F5344CB8AC3E}">
        <p14:creationId xmlns:p14="http://schemas.microsoft.com/office/powerpoint/2010/main" val="1227621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796FDD3-C7D3-68F8-466C-2D112CBA8BC2}"/>
              </a:ext>
            </a:extLst>
          </p:cNvPr>
          <p:cNvGraphicFramePr>
            <a:graphicFrameLocks noGrp="1"/>
          </p:cNvGraphicFramePr>
          <p:nvPr>
            <p:extLst>
              <p:ext uri="{D42A27DB-BD31-4B8C-83A1-F6EECF244321}">
                <p14:modId xmlns:p14="http://schemas.microsoft.com/office/powerpoint/2010/main" val="1485142657"/>
              </p:ext>
            </p:extLst>
          </p:nvPr>
        </p:nvGraphicFramePr>
        <p:xfrm>
          <a:off x="503981" y="295625"/>
          <a:ext cx="4573117" cy="5974080"/>
        </p:xfrm>
        <a:graphic>
          <a:graphicData uri="http://schemas.openxmlformats.org/drawingml/2006/table">
            <a:tbl>
              <a:tblPr firstRow="1" bandRow="1">
                <a:tableStyleId>{5C22544A-7EE6-4342-B048-85BDC9FD1C3A}</a:tableStyleId>
              </a:tblPr>
              <a:tblGrid>
                <a:gridCol w="1885458">
                  <a:extLst>
                    <a:ext uri="{9D8B030D-6E8A-4147-A177-3AD203B41FA5}">
                      <a16:colId xmlns:a16="http://schemas.microsoft.com/office/drawing/2014/main" val="3649242174"/>
                    </a:ext>
                  </a:extLst>
                </a:gridCol>
                <a:gridCol w="2018135">
                  <a:extLst>
                    <a:ext uri="{9D8B030D-6E8A-4147-A177-3AD203B41FA5}">
                      <a16:colId xmlns:a16="http://schemas.microsoft.com/office/drawing/2014/main" val="739757501"/>
                    </a:ext>
                  </a:extLst>
                </a:gridCol>
                <a:gridCol w="669524">
                  <a:extLst>
                    <a:ext uri="{9D8B030D-6E8A-4147-A177-3AD203B41FA5}">
                      <a16:colId xmlns:a16="http://schemas.microsoft.com/office/drawing/2014/main" val="986307581"/>
                    </a:ext>
                  </a:extLst>
                </a:gridCol>
              </a:tblGrid>
              <a:tr h="182880">
                <a:tc>
                  <a:txBody>
                    <a:bodyPr/>
                    <a:lstStyle/>
                    <a:p>
                      <a:r>
                        <a:rPr lang="en-US" sz="1100" dirty="0"/>
                        <a:t>Source</a:t>
                      </a:r>
                    </a:p>
                  </a:txBody>
                  <a:tcPr marT="0" marB="0"/>
                </a:tc>
                <a:tc>
                  <a:txBody>
                    <a:bodyPr/>
                    <a:lstStyle/>
                    <a:p>
                      <a:r>
                        <a:rPr lang="en-US" sz="1100" dirty="0"/>
                        <a:t>Target</a:t>
                      </a:r>
                    </a:p>
                  </a:txBody>
                  <a:tcPr marT="0" marB="0"/>
                </a:tc>
                <a:tc>
                  <a:txBody>
                    <a:bodyPr/>
                    <a:lstStyle/>
                    <a:p>
                      <a:r>
                        <a:rPr lang="en-US" sz="1100" dirty="0"/>
                        <a:t>Value</a:t>
                      </a:r>
                    </a:p>
                  </a:txBody>
                  <a:tcPr marT="0" marB="0"/>
                </a:tc>
                <a:extLst>
                  <a:ext uri="{0D108BD9-81ED-4DB2-BD59-A6C34878D82A}">
                    <a16:rowId xmlns:a16="http://schemas.microsoft.com/office/drawing/2014/main" val="1149644690"/>
                  </a:ext>
                </a:extLst>
              </a:tr>
              <a:tr h="182880">
                <a:tc>
                  <a:txBody>
                    <a:bodyPr/>
                    <a:lstStyle/>
                    <a:p>
                      <a:r>
                        <a:rPr lang="en-US" sz="1100" dirty="0"/>
                        <a:t>Planting </a:t>
                      </a:r>
                      <a:r>
                        <a:rPr lang="en-US" sz="1100" dirty="0" err="1"/>
                        <a:t>gps</a:t>
                      </a:r>
                      <a:r>
                        <a:rPr lang="en-US" sz="1100" dirty="0"/>
                        <a:t> recs</a:t>
                      </a:r>
                    </a:p>
                  </a:txBody>
                  <a:tcPr marT="0" marB="0">
                    <a:solidFill>
                      <a:schemeClr val="accent1">
                        <a:lumMod val="20000"/>
                        <a:lumOff val="80000"/>
                      </a:schemeClr>
                    </a:solidFill>
                  </a:tcPr>
                </a:tc>
                <a:tc>
                  <a:txBody>
                    <a:bodyPr/>
                    <a:lstStyle/>
                    <a:p>
                      <a:r>
                        <a:rPr lang="en-US" sz="1100" dirty="0"/>
                        <a:t>Point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168</a:t>
                      </a:r>
                    </a:p>
                  </a:txBody>
                  <a:tcPr marT="0" marB="0"/>
                </a:tc>
                <a:extLst>
                  <a:ext uri="{0D108BD9-81ED-4DB2-BD59-A6C34878D82A}">
                    <a16:rowId xmlns:a16="http://schemas.microsoft.com/office/drawing/2014/main" val="2136079525"/>
                  </a:ext>
                </a:extLst>
              </a:tr>
              <a:tr h="182880">
                <a:tc>
                  <a:txBody>
                    <a:bodyPr/>
                    <a:lstStyle/>
                    <a:p>
                      <a:r>
                        <a:rPr lang="en-US" sz="1100" dirty="0"/>
                        <a:t>Planting </a:t>
                      </a:r>
                      <a:r>
                        <a:rPr lang="en-US" sz="1100" dirty="0" err="1"/>
                        <a:t>gps</a:t>
                      </a:r>
                      <a:r>
                        <a:rPr lang="en-US" sz="1100" dirty="0"/>
                        <a:t> recs</a:t>
                      </a:r>
                    </a:p>
                  </a:txBody>
                  <a:tcPr marT="0" marB="0">
                    <a:solidFill>
                      <a:schemeClr val="accent1">
                        <a:lumMod val="20000"/>
                        <a:lumOff val="80000"/>
                      </a:schemeClr>
                    </a:solidFill>
                  </a:tcPr>
                </a:tc>
                <a:tc>
                  <a:txBody>
                    <a:bodyPr/>
                    <a:lstStyle/>
                    <a:p>
                      <a:r>
                        <a:rPr lang="en-US" sz="1100" dirty="0"/>
                        <a:t>Line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56</a:t>
                      </a:r>
                    </a:p>
                  </a:txBody>
                  <a:tcPr marT="0" marB="0"/>
                </a:tc>
                <a:extLst>
                  <a:ext uri="{0D108BD9-81ED-4DB2-BD59-A6C34878D82A}">
                    <a16:rowId xmlns:a16="http://schemas.microsoft.com/office/drawing/2014/main" val="383315675"/>
                  </a:ext>
                </a:extLst>
              </a:tr>
              <a:tr h="182880">
                <a:tc>
                  <a:txBody>
                    <a:bodyPr/>
                    <a:lstStyle/>
                    <a:p>
                      <a:r>
                        <a:rPr lang="en-US" sz="1100" dirty="0"/>
                        <a:t>Planting </a:t>
                      </a:r>
                      <a:r>
                        <a:rPr lang="en-US" sz="1100" dirty="0" err="1"/>
                        <a:t>gps</a:t>
                      </a:r>
                      <a:r>
                        <a:rPr lang="en-US" sz="1100" dirty="0"/>
                        <a:t> recs</a:t>
                      </a:r>
                    </a:p>
                  </a:txBody>
                  <a:tcPr marT="0" marB="0">
                    <a:solidFill>
                      <a:schemeClr val="accent1">
                        <a:lumMod val="20000"/>
                        <a:lumOff val="80000"/>
                      </a:schemeClr>
                    </a:solidFill>
                  </a:tcPr>
                </a:tc>
                <a:tc>
                  <a:txBody>
                    <a:bodyPr/>
                    <a:lstStyle/>
                    <a:p>
                      <a:r>
                        <a:rPr lang="en-US" sz="1100" dirty="0"/>
                        <a:t>Polygon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52</a:t>
                      </a:r>
                    </a:p>
                  </a:txBody>
                  <a:tcPr marT="0" marB="0"/>
                </a:tc>
                <a:extLst>
                  <a:ext uri="{0D108BD9-81ED-4DB2-BD59-A6C34878D82A}">
                    <a16:rowId xmlns:a16="http://schemas.microsoft.com/office/drawing/2014/main" val="305356771"/>
                  </a:ext>
                </a:extLst>
              </a:tr>
              <a:tr h="182880">
                <a:tc>
                  <a:txBody>
                    <a:bodyPr/>
                    <a:lstStyle/>
                    <a:p>
                      <a:r>
                        <a:rPr lang="en-US" sz="1100" dirty="0"/>
                        <a:t>Planting </a:t>
                      </a:r>
                      <a:r>
                        <a:rPr lang="en-US" sz="1100" dirty="0" err="1"/>
                        <a:t>gps</a:t>
                      </a:r>
                      <a:r>
                        <a:rPr lang="en-US" sz="1100" dirty="0"/>
                        <a:t> recs</a:t>
                      </a:r>
                    </a:p>
                  </a:txBody>
                  <a:tcPr marT="0" marB="0">
                    <a:solidFill>
                      <a:schemeClr val="accent1">
                        <a:lumMod val="20000"/>
                        <a:lumOff val="80000"/>
                      </a:schemeClr>
                    </a:solidFill>
                  </a:tcPr>
                </a:tc>
                <a:tc>
                  <a:txBody>
                    <a:bodyPr/>
                    <a:lstStyle/>
                    <a:p>
                      <a:r>
                        <a:rPr lang="en-US" sz="1100" dirty="0"/>
                        <a:t>Grid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12</a:t>
                      </a:r>
                    </a:p>
                  </a:txBody>
                  <a:tcPr marT="0" marB="0"/>
                </a:tc>
                <a:extLst>
                  <a:ext uri="{0D108BD9-81ED-4DB2-BD59-A6C34878D82A}">
                    <a16:rowId xmlns:a16="http://schemas.microsoft.com/office/drawing/2014/main" val="3323406811"/>
                  </a:ext>
                </a:extLst>
              </a:tr>
              <a:tr h="182880">
                <a:tc>
                  <a:txBody>
                    <a:bodyPr/>
                    <a:lstStyle/>
                    <a:p>
                      <a:r>
                        <a:rPr lang="en-US" sz="1100" dirty="0" err="1"/>
                        <a:t>Point_gps_recs</a:t>
                      </a:r>
                      <a:endParaRPr lang="en-US" sz="1100" dirty="0"/>
                    </a:p>
                  </a:txBody>
                  <a:tcPr marT="0" marB="0">
                    <a:solidFill>
                      <a:schemeClr val="accent2">
                        <a:lumMod val="20000"/>
                        <a:lumOff val="80000"/>
                      </a:schemeClr>
                    </a:solidFill>
                  </a:tcPr>
                </a:tc>
                <a:tc>
                  <a:txBody>
                    <a:bodyPr/>
                    <a:lstStyle/>
                    <a:p>
                      <a:r>
                        <a:rPr lang="en-US" sz="1100" dirty="0"/>
                        <a:t>Point plantings</a:t>
                      </a:r>
                    </a:p>
                  </a:txBody>
                  <a:tcPr marT="0" marB="0">
                    <a:solidFill>
                      <a:schemeClr val="accent3">
                        <a:lumMod val="20000"/>
                        <a:lumOff val="80000"/>
                      </a:schemeClr>
                    </a:solidFill>
                  </a:tcPr>
                </a:tc>
                <a:tc>
                  <a:txBody>
                    <a:bodyPr/>
                    <a:lstStyle/>
                    <a:p>
                      <a:r>
                        <a:rPr lang="en-US" sz="1100" dirty="0"/>
                        <a:t>168</a:t>
                      </a:r>
                    </a:p>
                  </a:txBody>
                  <a:tcPr marT="0" marB="0"/>
                </a:tc>
                <a:extLst>
                  <a:ext uri="{0D108BD9-81ED-4DB2-BD59-A6C34878D82A}">
                    <a16:rowId xmlns:a16="http://schemas.microsoft.com/office/drawing/2014/main" val="210354442"/>
                  </a:ext>
                </a:extLst>
              </a:tr>
              <a:tr h="182880">
                <a:tc>
                  <a:txBody>
                    <a:bodyPr/>
                    <a:lstStyle/>
                    <a:p>
                      <a:r>
                        <a:rPr lang="en-US" sz="1100" dirty="0"/>
                        <a:t>Line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Line plantings</a:t>
                      </a:r>
                    </a:p>
                  </a:txBody>
                  <a:tcPr marT="0" marB="0">
                    <a:solidFill>
                      <a:schemeClr val="accent3">
                        <a:lumMod val="20000"/>
                        <a:lumOff val="80000"/>
                      </a:schemeClr>
                    </a:solidFill>
                  </a:tcPr>
                </a:tc>
                <a:tc>
                  <a:txBody>
                    <a:bodyPr/>
                    <a:lstStyle/>
                    <a:p>
                      <a:r>
                        <a:rPr lang="en-US" sz="1100" dirty="0"/>
                        <a:t>33</a:t>
                      </a:r>
                    </a:p>
                  </a:txBody>
                  <a:tcPr marT="0" marB="0"/>
                </a:tc>
                <a:extLst>
                  <a:ext uri="{0D108BD9-81ED-4DB2-BD59-A6C34878D82A}">
                    <a16:rowId xmlns:a16="http://schemas.microsoft.com/office/drawing/2014/main" val="1719687339"/>
                  </a:ext>
                </a:extLst>
              </a:tr>
              <a:tr h="182880">
                <a:tc>
                  <a:txBody>
                    <a:bodyPr/>
                    <a:lstStyle/>
                    <a:p>
                      <a:r>
                        <a:rPr lang="en-US" sz="1100" dirty="0"/>
                        <a:t>Polygon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Polygon plantings</a:t>
                      </a:r>
                    </a:p>
                  </a:txBody>
                  <a:tcPr marT="0" marB="0">
                    <a:solidFill>
                      <a:schemeClr val="accent3">
                        <a:lumMod val="20000"/>
                        <a:lumOff val="80000"/>
                      </a:schemeClr>
                    </a:solidFill>
                  </a:tcPr>
                </a:tc>
                <a:tc>
                  <a:txBody>
                    <a:bodyPr/>
                    <a:lstStyle/>
                    <a:p>
                      <a:r>
                        <a:rPr lang="en-US" sz="1100" dirty="0"/>
                        <a:t>14</a:t>
                      </a:r>
                    </a:p>
                  </a:txBody>
                  <a:tcPr marT="0" marB="0"/>
                </a:tc>
                <a:extLst>
                  <a:ext uri="{0D108BD9-81ED-4DB2-BD59-A6C34878D82A}">
                    <a16:rowId xmlns:a16="http://schemas.microsoft.com/office/drawing/2014/main" val="3753419066"/>
                  </a:ext>
                </a:extLst>
              </a:tr>
              <a:tr h="182880">
                <a:tc>
                  <a:txBody>
                    <a:bodyPr/>
                    <a:lstStyle/>
                    <a:p>
                      <a:r>
                        <a:rPr lang="en-US" sz="1100" dirty="0"/>
                        <a:t>Grid </a:t>
                      </a:r>
                      <a:r>
                        <a:rPr lang="en-US" sz="1100" dirty="0" err="1"/>
                        <a:t>gps</a:t>
                      </a:r>
                      <a:r>
                        <a:rPr lang="en-US" sz="1100" dirty="0"/>
                        <a:t> recs</a:t>
                      </a:r>
                    </a:p>
                  </a:txBody>
                  <a:tcPr marT="0" marB="0">
                    <a:solidFill>
                      <a:schemeClr val="accent2">
                        <a:lumMod val="20000"/>
                        <a:lumOff val="80000"/>
                      </a:schemeClr>
                    </a:solidFill>
                  </a:tcPr>
                </a:tc>
                <a:tc>
                  <a:txBody>
                    <a:bodyPr/>
                    <a:lstStyle/>
                    <a:p>
                      <a:r>
                        <a:rPr lang="en-US" sz="1100" dirty="0"/>
                        <a:t>Grid plantings</a:t>
                      </a:r>
                    </a:p>
                  </a:txBody>
                  <a:tcPr marT="0" marB="0">
                    <a:solidFill>
                      <a:schemeClr val="accent3">
                        <a:lumMod val="20000"/>
                        <a:lumOff val="80000"/>
                      </a:schemeClr>
                    </a:solidFill>
                  </a:tcPr>
                </a:tc>
                <a:tc>
                  <a:txBody>
                    <a:bodyPr/>
                    <a:lstStyle/>
                    <a:p>
                      <a:r>
                        <a:rPr lang="en-US" sz="1100" dirty="0"/>
                        <a:t>12</a:t>
                      </a:r>
                    </a:p>
                  </a:txBody>
                  <a:tcPr marT="0" marB="0"/>
                </a:tc>
                <a:extLst>
                  <a:ext uri="{0D108BD9-81ED-4DB2-BD59-A6C34878D82A}">
                    <a16:rowId xmlns:a16="http://schemas.microsoft.com/office/drawing/2014/main" val="2343356992"/>
                  </a:ext>
                </a:extLst>
              </a:tr>
              <a:tr h="182880">
                <a:tc>
                  <a:txBody>
                    <a:bodyPr/>
                    <a:lstStyle/>
                    <a:p>
                      <a:r>
                        <a:rPr lang="en-US" sz="1100" dirty="0"/>
                        <a:t>Point plantings</a:t>
                      </a:r>
                    </a:p>
                  </a:txBody>
                  <a:tcPr marT="0" marB="0">
                    <a:solidFill>
                      <a:schemeClr val="accent3">
                        <a:lumMod val="20000"/>
                        <a:lumOff val="80000"/>
                      </a:schemeClr>
                    </a:solidFill>
                  </a:tcPr>
                </a:tc>
                <a:tc>
                  <a:txBody>
                    <a:bodyPr/>
                    <a:lstStyle/>
                    <a:p>
                      <a:r>
                        <a:rPr lang="en-US" sz="1100" dirty="0"/>
                        <a:t>Coordinates present</a:t>
                      </a:r>
                    </a:p>
                  </a:txBody>
                  <a:tcPr marT="0" marB="0"/>
                </a:tc>
                <a:tc>
                  <a:txBody>
                    <a:bodyPr/>
                    <a:lstStyle/>
                    <a:p>
                      <a:r>
                        <a:rPr lang="en-US" sz="1100" dirty="0"/>
                        <a:t>149</a:t>
                      </a:r>
                    </a:p>
                  </a:txBody>
                  <a:tcPr marT="0" marB="0"/>
                </a:tc>
                <a:extLst>
                  <a:ext uri="{0D108BD9-81ED-4DB2-BD59-A6C34878D82A}">
                    <a16:rowId xmlns:a16="http://schemas.microsoft.com/office/drawing/2014/main" val="3688545183"/>
                  </a:ext>
                </a:extLst>
              </a:tr>
              <a:tr h="182880">
                <a:tc>
                  <a:txBody>
                    <a:bodyPr/>
                    <a:lstStyle/>
                    <a:p>
                      <a:r>
                        <a:rPr lang="en-US" sz="1100" dirty="0"/>
                        <a:t>Point plantings</a:t>
                      </a:r>
                    </a:p>
                  </a:txBody>
                  <a:tcPr marT="0" marB="0">
                    <a:solidFill>
                      <a:schemeClr val="accent3">
                        <a:lumMod val="20000"/>
                        <a:lumOff val="80000"/>
                      </a:schemeClr>
                    </a:solidFill>
                  </a:tcPr>
                </a:tc>
                <a:tc>
                  <a:txBody>
                    <a:bodyPr/>
                    <a:lstStyle/>
                    <a:p>
                      <a:r>
                        <a:rPr lang="en-US" sz="1100" dirty="0"/>
                        <a:t>Coordinates absent</a:t>
                      </a:r>
                    </a:p>
                  </a:txBody>
                  <a:tcPr marT="0" marB="0"/>
                </a:tc>
                <a:tc>
                  <a:txBody>
                    <a:bodyPr/>
                    <a:lstStyle/>
                    <a:p>
                      <a:r>
                        <a:rPr lang="en-US" sz="1100" dirty="0"/>
                        <a:t>19</a:t>
                      </a:r>
                    </a:p>
                  </a:txBody>
                  <a:tcPr marT="0" marB="0"/>
                </a:tc>
                <a:extLst>
                  <a:ext uri="{0D108BD9-81ED-4DB2-BD59-A6C34878D82A}">
                    <a16:rowId xmlns:a16="http://schemas.microsoft.com/office/drawing/2014/main" val="1383164084"/>
                  </a:ext>
                </a:extLst>
              </a:tr>
              <a:tr h="182880">
                <a:tc>
                  <a:txBody>
                    <a:bodyPr/>
                    <a:lstStyle/>
                    <a:p>
                      <a:r>
                        <a:rPr lang="en-US" sz="1100" dirty="0"/>
                        <a:t>Line plantings</a:t>
                      </a:r>
                    </a:p>
                  </a:txBody>
                  <a:tcPr marT="0" marB="0">
                    <a:solidFill>
                      <a:schemeClr val="accent3">
                        <a:lumMod val="20000"/>
                        <a:lumOff val="80000"/>
                      </a:schemeClr>
                    </a:solidFill>
                  </a:tcPr>
                </a:tc>
                <a:tc>
                  <a:txBody>
                    <a:bodyPr/>
                    <a:lstStyle/>
                    <a:p>
                      <a:r>
                        <a:rPr lang="en-US" sz="1100" dirty="0"/>
                        <a:t>Coordinates present</a:t>
                      </a:r>
                    </a:p>
                  </a:txBody>
                  <a:tcPr marT="0" marB="0"/>
                </a:tc>
                <a:tc>
                  <a:txBody>
                    <a:bodyPr/>
                    <a:lstStyle/>
                    <a:p>
                      <a:r>
                        <a:rPr lang="en-US" sz="1100" dirty="0"/>
                        <a:t>33</a:t>
                      </a:r>
                    </a:p>
                  </a:txBody>
                  <a:tcPr marT="0" marB="0"/>
                </a:tc>
                <a:extLst>
                  <a:ext uri="{0D108BD9-81ED-4DB2-BD59-A6C34878D82A}">
                    <a16:rowId xmlns:a16="http://schemas.microsoft.com/office/drawing/2014/main" val="2301102793"/>
                  </a:ext>
                </a:extLst>
              </a:tr>
              <a:tr h="182880">
                <a:tc>
                  <a:txBody>
                    <a:bodyPr/>
                    <a:lstStyle/>
                    <a:p>
                      <a:r>
                        <a:rPr lang="en-US" sz="1100" dirty="0"/>
                        <a:t>Polygon plantings</a:t>
                      </a:r>
                    </a:p>
                  </a:txBody>
                  <a:tcPr marT="0" marB="0">
                    <a:solidFill>
                      <a:schemeClr val="accent3">
                        <a:lumMod val="20000"/>
                        <a:lumOff val="80000"/>
                      </a:schemeClr>
                    </a:solidFill>
                  </a:tcPr>
                </a:tc>
                <a:tc>
                  <a:txBody>
                    <a:bodyPr/>
                    <a:lstStyle/>
                    <a:p>
                      <a:r>
                        <a:rPr lang="en-US" sz="1100" dirty="0"/>
                        <a:t>Coordinates present</a:t>
                      </a:r>
                    </a:p>
                  </a:txBody>
                  <a:tcPr marT="0" marB="0"/>
                </a:tc>
                <a:tc>
                  <a:txBody>
                    <a:bodyPr/>
                    <a:lstStyle/>
                    <a:p>
                      <a:r>
                        <a:rPr lang="en-US" sz="1100" dirty="0"/>
                        <a:t>14</a:t>
                      </a:r>
                    </a:p>
                  </a:txBody>
                  <a:tcPr marT="0" marB="0"/>
                </a:tc>
                <a:extLst>
                  <a:ext uri="{0D108BD9-81ED-4DB2-BD59-A6C34878D82A}">
                    <a16:rowId xmlns:a16="http://schemas.microsoft.com/office/drawing/2014/main" val="3640389856"/>
                  </a:ext>
                </a:extLst>
              </a:tr>
              <a:tr h="182880">
                <a:tc>
                  <a:txBody>
                    <a:bodyPr/>
                    <a:lstStyle/>
                    <a:p>
                      <a:r>
                        <a:rPr lang="en-US" sz="1100" dirty="0"/>
                        <a:t>Grid plantings</a:t>
                      </a:r>
                    </a:p>
                  </a:txBody>
                  <a:tcPr marT="0" marB="0">
                    <a:solidFill>
                      <a:schemeClr val="accent3">
                        <a:lumMod val="20000"/>
                        <a:lumOff val="80000"/>
                      </a:schemeClr>
                    </a:solidFill>
                  </a:tcPr>
                </a:tc>
                <a:tc>
                  <a:txBody>
                    <a:bodyPr/>
                    <a:lstStyle/>
                    <a:p>
                      <a:r>
                        <a:rPr lang="en-US" sz="1100" dirty="0"/>
                        <a:t>Coordinates present</a:t>
                      </a:r>
                    </a:p>
                  </a:txBody>
                  <a:tcPr marT="0" marB="0"/>
                </a:tc>
                <a:tc>
                  <a:txBody>
                    <a:bodyPr/>
                    <a:lstStyle/>
                    <a:p>
                      <a:r>
                        <a:rPr lang="en-US" sz="1100" dirty="0"/>
                        <a:t>8</a:t>
                      </a:r>
                    </a:p>
                  </a:txBody>
                  <a:tcPr marT="0" marB="0"/>
                </a:tc>
                <a:extLst>
                  <a:ext uri="{0D108BD9-81ED-4DB2-BD59-A6C34878D82A}">
                    <a16:rowId xmlns:a16="http://schemas.microsoft.com/office/drawing/2014/main" val="191000885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Grid plantings</a:t>
                      </a:r>
                    </a:p>
                  </a:txBody>
                  <a:tcPr marT="0" marB="0">
                    <a:solidFill>
                      <a:schemeClr val="accent3">
                        <a:lumMod val="20000"/>
                        <a:lumOff val="80000"/>
                      </a:schemeClr>
                    </a:solidFill>
                  </a:tcPr>
                </a:tc>
                <a:tc>
                  <a:txBody>
                    <a:bodyPr/>
                    <a:lstStyle/>
                    <a:p>
                      <a:r>
                        <a:rPr lang="en-US" sz="1100" dirty="0"/>
                        <a:t>Coordinates absent</a:t>
                      </a:r>
                    </a:p>
                  </a:txBody>
                  <a:tcPr marT="0" marB="0"/>
                </a:tc>
                <a:tc>
                  <a:txBody>
                    <a:bodyPr/>
                    <a:lstStyle/>
                    <a:p>
                      <a:r>
                        <a:rPr lang="en-US" sz="1100" dirty="0"/>
                        <a:t>4</a:t>
                      </a:r>
                    </a:p>
                  </a:txBody>
                  <a:tcPr marT="0" marB="0"/>
                </a:tc>
                <a:extLst>
                  <a:ext uri="{0D108BD9-81ED-4DB2-BD59-A6C34878D82A}">
                    <a16:rowId xmlns:a16="http://schemas.microsoft.com/office/drawing/2014/main" val="1163257229"/>
                  </a:ext>
                </a:extLst>
              </a:tr>
              <a:tr h="182880">
                <a:tc>
                  <a:txBody>
                    <a:bodyPr/>
                    <a:lstStyle/>
                    <a:p>
                      <a:r>
                        <a:rPr lang="en-US" sz="1100" dirty="0"/>
                        <a:t>Coordinates present</a:t>
                      </a:r>
                    </a:p>
                  </a:txBody>
                  <a:tcPr marT="0" marB="0">
                    <a:noFill/>
                  </a:tcPr>
                </a:tc>
                <a:tc>
                  <a:txBody>
                    <a:bodyPr/>
                    <a:lstStyle/>
                    <a:p>
                      <a:r>
                        <a:rPr lang="en-US" sz="1100" dirty="0"/>
                        <a:t>Point spatial test</a:t>
                      </a:r>
                    </a:p>
                  </a:txBody>
                  <a:tcPr marT="0" marB="0"/>
                </a:tc>
                <a:tc>
                  <a:txBody>
                    <a:bodyPr/>
                    <a:lstStyle/>
                    <a:p>
                      <a:r>
                        <a:rPr lang="en-US" sz="1100" dirty="0"/>
                        <a:t>148</a:t>
                      </a:r>
                    </a:p>
                  </a:txBody>
                  <a:tcPr marT="0" marB="0"/>
                </a:tc>
                <a:extLst>
                  <a:ext uri="{0D108BD9-81ED-4DB2-BD59-A6C34878D82A}">
                    <a16:rowId xmlns:a16="http://schemas.microsoft.com/office/drawing/2014/main" val="406570894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present</a:t>
                      </a:r>
                    </a:p>
                  </a:txBody>
                  <a:tcPr marT="0" marB="0"/>
                </a:tc>
                <a:tc>
                  <a:txBody>
                    <a:bodyPr/>
                    <a:lstStyle/>
                    <a:p>
                      <a:r>
                        <a:rPr lang="en-US" sz="1100" dirty="0"/>
                        <a:t>Point spatial large-scale</a:t>
                      </a:r>
                    </a:p>
                  </a:txBody>
                  <a:tcPr marT="0" marB="0"/>
                </a:tc>
                <a:tc>
                  <a:txBody>
                    <a:bodyPr/>
                    <a:lstStyle/>
                    <a:p>
                      <a:r>
                        <a:rPr lang="en-US" sz="1100" dirty="0"/>
                        <a:t>1</a:t>
                      </a:r>
                    </a:p>
                  </a:txBody>
                  <a:tcPr marT="0" marB="0"/>
                </a:tc>
                <a:extLst>
                  <a:ext uri="{0D108BD9-81ED-4DB2-BD59-A6C34878D82A}">
                    <a16:rowId xmlns:a16="http://schemas.microsoft.com/office/drawing/2014/main" val="304274718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present</a:t>
                      </a:r>
                    </a:p>
                  </a:txBody>
                  <a:tcPr marT="0" marB="0"/>
                </a:tc>
                <a:tc>
                  <a:txBody>
                    <a:bodyPr/>
                    <a:lstStyle/>
                    <a:p>
                      <a:r>
                        <a:rPr lang="en-US" sz="1100" dirty="0"/>
                        <a:t>Line spatial test</a:t>
                      </a:r>
                    </a:p>
                  </a:txBody>
                  <a:tcPr marT="0" marB="0"/>
                </a:tc>
                <a:tc>
                  <a:txBody>
                    <a:bodyPr/>
                    <a:lstStyle/>
                    <a:p>
                      <a:r>
                        <a:rPr lang="en-US" sz="1100" dirty="0"/>
                        <a:t>23</a:t>
                      </a:r>
                    </a:p>
                  </a:txBody>
                  <a:tcPr marT="0" marB="0"/>
                </a:tc>
                <a:extLst>
                  <a:ext uri="{0D108BD9-81ED-4DB2-BD59-A6C34878D82A}">
                    <a16:rowId xmlns:a16="http://schemas.microsoft.com/office/drawing/2014/main" val="325151324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present</a:t>
                      </a:r>
                    </a:p>
                  </a:txBody>
                  <a:tcPr marT="0" marB="0"/>
                </a:tc>
                <a:tc>
                  <a:txBody>
                    <a:bodyPr/>
                    <a:lstStyle/>
                    <a:p>
                      <a:r>
                        <a:rPr lang="en-US" sz="1100" dirty="0"/>
                        <a:t>Line spatial large-scale</a:t>
                      </a:r>
                    </a:p>
                  </a:txBody>
                  <a:tcPr marT="0" marB="0"/>
                </a:tc>
                <a:tc>
                  <a:txBody>
                    <a:bodyPr/>
                    <a:lstStyle/>
                    <a:p>
                      <a:r>
                        <a:rPr lang="en-US" sz="1100" dirty="0"/>
                        <a:t>10</a:t>
                      </a:r>
                    </a:p>
                  </a:txBody>
                  <a:tcPr marT="0" marB="0"/>
                </a:tc>
                <a:extLst>
                  <a:ext uri="{0D108BD9-81ED-4DB2-BD59-A6C34878D82A}">
                    <a16:rowId xmlns:a16="http://schemas.microsoft.com/office/drawing/2014/main" val="321931327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present</a:t>
                      </a:r>
                    </a:p>
                  </a:txBody>
                  <a:tcPr marT="0" marB="0"/>
                </a:tc>
                <a:tc>
                  <a:txBody>
                    <a:bodyPr/>
                    <a:lstStyle/>
                    <a:p>
                      <a:r>
                        <a:rPr lang="en-US" sz="1100" dirty="0"/>
                        <a:t>Polygon spatial large-scale</a:t>
                      </a:r>
                    </a:p>
                  </a:txBody>
                  <a:tcPr marT="0" marB="0"/>
                </a:tc>
                <a:tc>
                  <a:txBody>
                    <a:bodyPr/>
                    <a:lstStyle/>
                    <a:p>
                      <a:r>
                        <a:rPr lang="en-US" sz="1100" dirty="0"/>
                        <a:t>14</a:t>
                      </a:r>
                    </a:p>
                  </a:txBody>
                  <a:tcPr marT="0" marB="0"/>
                </a:tc>
                <a:extLst>
                  <a:ext uri="{0D108BD9-81ED-4DB2-BD59-A6C34878D82A}">
                    <a16:rowId xmlns:a16="http://schemas.microsoft.com/office/drawing/2014/main" val="43881996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present</a:t>
                      </a:r>
                    </a:p>
                  </a:txBody>
                  <a:tcPr marT="0" marB="0"/>
                </a:tc>
                <a:tc>
                  <a:txBody>
                    <a:bodyPr/>
                    <a:lstStyle/>
                    <a:p>
                      <a:r>
                        <a:rPr lang="en-US" sz="1100" dirty="0"/>
                        <a:t>Grid spatial test</a:t>
                      </a:r>
                    </a:p>
                  </a:txBody>
                  <a:tcPr marT="0" marB="0"/>
                </a:tc>
                <a:tc>
                  <a:txBody>
                    <a:bodyPr/>
                    <a:lstStyle/>
                    <a:p>
                      <a:r>
                        <a:rPr lang="en-US" sz="1100" dirty="0"/>
                        <a:t>8</a:t>
                      </a:r>
                    </a:p>
                  </a:txBody>
                  <a:tcPr marT="0" marB="0"/>
                </a:tc>
                <a:extLst>
                  <a:ext uri="{0D108BD9-81ED-4DB2-BD59-A6C34878D82A}">
                    <a16:rowId xmlns:a16="http://schemas.microsoft.com/office/drawing/2014/main" val="814448596"/>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absent</a:t>
                      </a:r>
                    </a:p>
                  </a:txBody>
                  <a:tcPr marT="0" marB="0"/>
                </a:tc>
                <a:tc>
                  <a:txBody>
                    <a:bodyPr/>
                    <a:lstStyle/>
                    <a:p>
                      <a:r>
                        <a:rPr lang="en-US" sz="1100" dirty="0"/>
                        <a:t>Point nonspatial test</a:t>
                      </a:r>
                    </a:p>
                  </a:txBody>
                  <a:tcPr marT="0" marB="0"/>
                </a:tc>
                <a:tc>
                  <a:txBody>
                    <a:bodyPr/>
                    <a:lstStyle/>
                    <a:p>
                      <a:r>
                        <a:rPr lang="en-US" sz="1100" dirty="0"/>
                        <a:t>19</a:t>
                      </a:r>
                    </a:p>
                  </a:txBody>
                  <a:tcPr marT="0" marB="0"/>
                </a:tc>
                <a:extLst>
                  <a:ext uri="{0D108BD9-81ED-4DB2-BD59-A6C34878D82A}">
                    <a16:rowId xmlns:a16="http://schemas.microsoft.com/office/drawing/2014/main" val="1193368149"/>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Coordinates absent</a:t>
                      </a:r>
                    </a:p>
                  </a:txBody>
                  <a:tcPr marT="0" marB="0"/>
                </a:tc>
                <a:tc>
                  <a:txBody>
                    <a:bodyPr/>
                    <a:lstStyle/>
                    <a:p>
                      <a:r>
                        <a:rPr lang="en-US" sz="1100" dirty="0"/>
                        <a:t>Grid nonspatial test</a:t>
                      </a:r>
                    </a:p>
                  </a:txBody>
                  <a:tcPr marT="0" marB="0"/>
                </a:tc>
                <a:tc>
                  <a:txBody>
                    <a:bodyPr/>
                    <a:lstStyle/>
                    <a:p>
                      <a:r>
                        <a:rPr lang="en-US" sz="1100" dirty="0"/>
                        <a:t>4</a:t>
                      </a:r>
                    </a:p>
                  </a:txBody>
                  <a:tcPr marT="0" marB="0"/>
                </a:tc>
                <a:extLst>
                  <a:ext uri="{0D108BD9-81ED-4DB2-BD59-A6C34878D82A}">
                    <a16:rowId xmlns:a16="http://schemas.microsoft.com/office/drawing/2014/main" val="214290753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Point spatial test</a:t>
                      </a:r>
                    </a:p>
                  </a:txBody>
                  <a:tcPr marT="0" marB="0"/>
                </a:tc>
                <a:tc>
                  <a:txBody>
                    <a:bodyPr/>
                    <a:lstStyle/>
                    <a:p>
                      <a:r>
                        <a:rPr lang="en-US" sz="1100" dirty="0"/>
                        <a:t>Test</a:t>
                      </a:r>
                    </a:p>
                  </a:txBody>
                  <a:tcPr marT="0" marB="0"/>
                </a:tc>
                <a:tc>
                  <a:txBody>
                    <a:bodyPr/>
                    <a:lstStyle/>
                    <a:p>
                      <a:r>
                        <a:rPr lang="en-US" sz="1100" dirty="0"/>
                        <a:t>148</a:t>
                      </a:r>
                    </a:p>
                  </a:txBody>
                  <a:tcPr marT="0" marB="0"/>
                </a:tc>
                <a:extLst>
                  <a:ext uri="{0D108BD9-81ED-4DB2-BD59-A6C34878D82A}">
                    <a16:rowId xmlns:a16="http://schemas.microsoft.com/office/drawing/2014/main" val="120945747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Line spatial test </a:t>
                      </a:r>
                    </a:p>
                  </a:txBody>
                  <a:tcPr marT="0" marB="0"/>
                </a:tc>
                <a:tc>
                  <a:txBody>
                    <a:bodyPr/>
                    <a:lstStyle/>
                    <a:p>
                      <a:r>
                        <a:rPr lang="en-US" sz="1100" dirty="0"/>
                        <a:t>Test</a:t>
                      </a:r>
                    </a:p>
                  </a:txBody>
                  <a:tcPr marT="0" marB="0"/>
                </a:tc>
                <a:tc>
                  <a:txBody>
                    <a:bodyPr/>
                    <a:lstStyle/>
                    <a:p>
                      <a:r>
                        <a:rPr lang="en-US" sz="1100" dirty="0"/>
                        <a:t>23</a:t>
                      </a:r>
                    </a:p>
                  </a:txBody>
                  <a:tcPr marT="0" marB="0"/>
                </a:tc>
                <a:extLst>
                  <a:ext uri="{0D108BD9-81ED-4DB2-BD59-A6C34878D82A}">
                    <a16:rowId xmlns:a16="http://schemas.microsoft.com/office/drawing/2014/main" val="2562957046"/>
                  </a:ext>
                </a:extLst>
              </a:tr>
              <a:tr h="182880">
                <a:tc>
                  <a:txBody>
                    <a:bodyPr/>
                    <a:lstStyle/>
                    <a:p>
                      <a:r>
                        <a:rPr lang="en-US" sz="1100" dirty="0"/>
                        <a:t>Grid spatial test</a:t>
                      </a:r>
                    </a:p>
                  </a:txBody>
                  <a:tcPr marT="0" marB="0"/>
                </a:tc>
                <a:tc>
                  <a:txBody>
                    <a:bodyPr/>
                    <a:lstStyle/>
                    <a:p>
                      <a:r>
                        <a:rPr lang="en-US" sz="1100" dirty="0"/>
                        <a:t>Test</a:t>
                      </a:r>
                    </a:p>
                  </a:txBody>
                  <a:tcPr marT="0" marB="0"/>
                </a:tc>
                <a:tc>
                  <a:txBody>
                    <a:bodyPr/>
                    <a:lstStyle/>
                    <a:p>
                      <a:r>
                        <a:rPr lang="en-US" sz="1100" dirty="0"/>
                        <a:t>8</a:t>
                      </a:r>
                    </a:p>
                  </a:txBody>
                  <a:tcPr marT="0" marB="0"/>
                </a:tc>
                <a:extLst>
                  <a:ext uri="{0D108BD9-81ED-4DB2-BD59-A6C34878D82A}">
                    <a16:rowId xmlns:a16="http://schemas.microsoft.com/office/drawing/2014/main" val="3668144395"/>
                  </a:ext>
                </a:extLst>
              </a:tr>
              <a:tr h="182880">
                <a:tc>
                  <a:txBody>
                    <a:bodyPr/>
                    <a:lstStyle/>
                    <a:p>
                      <a:r>
                        <a:rPr lang="en-US" sz="1100" dirty="0"/>
                        <a:t>Point spatial large-scale</a:t>
                      </a:r>
                    </a:p>
                  </a:txBody>
                  <a:tcPr marT="0" marB="0"/>
                </a:tc>
                <a:tc>
                  <a:txBody>
                    <a:bodyPr/>
                    <a:lstStyle/>
                    <a:p>
                      <a:r>
                        <a:rPr lang="en-US" sz="1100" dirty="0"/>
                        <a:t>Large-scale</a:t>
                      </a:r>
                    </a:p>
                  </a:txBody>
                  <a:tcPr marT="0" marB="0"/>
                </a:tc>
                <a:tc>
                  <a:txBody>
                    <a:bodyPr/>
                    <a:lstStyle/>
                    <a:p>
                      <a:r>
                        <a:rPr lang="en-US" sz="1100" dirty="0"/>
                        <a:t>1</a:t>
                      </a:r>
                    </a:p>
                  </a:txBody>
                  <a:tcPr marT="0" marB="0"/>
                </a:tc>
                <a:extLst>
                  <a:ext uri="{0D108BD9-81ED-4DB2-BD59-A6C34878D82A}">
                    <a16:rowId xmlns:a16="http://schemas.microsoft.com/office/drawing/2014/main" val="3190301201"/>
                  </a:ext>
                </a:extLst>
              </a:tr>
              <a:tr h="182880">
                <a:tc>
                  <a:txBody>
                    <a:bodyPr/>
                    <a:lstStyle/>
                    <a:p>
                      <a:r>
                        <a:rPr lang="en-US" sz="1100" dirty="0"/>
                        <a:t>Line spatial large-scale</a:t>
                      </a:r>
                    </a:p>
                  </a:txBody>
                  <a:tcPr marT="0" marB="0"/>
                </a:tc>
                <a:tc>
                  <a:txBody>
                    <a:bodyPr/>
                    <a:lstStyle/>
                    <a:p>
                      <a:r>
                        <a:rPr lang="en-US" sz="1100" dirty="0"/>
                        <a:t>Large-scale</a:t>
                      </a:r>
                    </a:p>
                  </a:txBody>
                  <a:tcPr marT="0" marB="0"/>
                </a:tc>
                <a:tc>
                  <a:txBody>
                    <a:bodyPr/>
                    <a:lstStyle/>
                    <a:p>
                      <a:r>
                        <a:rPr lang="en-US" sz="1100" dirty="0"/>
                        <a:t>10</a:t>
                      </a:r>
                    </a:p>
                  </a:txBody>
                  <a:tcPr marT="0" marB="0"/>
                </a:tc>
                <a:extLst>
                  <a:ext uri="{0D108BD9-81ED-4DB2-BD59-A6C34878D82A}">
                    <a16:rowId xmlns:a16="http://schemas.microsoft.com/office/drawing/2014/main" val="4118719904"/>
                  </a:ext>
                </a:extLst>
              </a:tr>
              <a:tr h="182880">
                <a:tc>
                  <a:txBody>
                    <a:bodyPr/>
                    <a:lstStyle/>
                    <a:p>
                      <a:r>
                        <a:rPr lang="en-US" sz="1100" dirty="0"/>
                        <a:t>Polygon spatial large-scale</a:t>
                      </a:r>
                    </a:p>
                  </a:txBody>
                  <a:tcPr marT="0" marB="0"/>
                </a:tc>
                <a:tc>
                  <a:txBody>
                    <a:bodyPr/>
                    <a:lstStyle/>
                    <a:p>
                      <a:r>
                        <a:rPr lang="en-US" sz="1100" dirty="0"/>
                        <a:t>Large-scale</a:t>
                      </a:r>
                    </a:p>
                  </a:txBody>
                  <a:tcPr marT="0" marB="0"/>
                </a:tc>
                <a:tc>
                  <a:txBody>
                    <a:bodyPr/>
                    <a:lstStyle/>
                    <a:p>
                      <a:r>
                        <a:rPr lang="en-US" sz="1100" dirty="0"/>
                        <a:t>14</a:t>
                      </a:r>
                    </a:p>
                  </a:txBody>
                  <a:tcPr marT="0" marB="0"/>
                </a:tc>
                <a:extLst>
                  <a:ext uri="{0D108BD9-81ED-4DB2-BD59-A6C34878D82A}">
                    <a16:rowId xmlns:a16="http://schemas.microsoft.com/office/drawing/2014/main" val="2769935858"/>
                  </a:ext>
                </a:extLst>
              </a:tr>
              <a:tr h="87552">
                <a:tc>
                  <a:txBody>
                    <a:bodyPr/>
                    <a:lstStyle/>
                    <a:p>
                      <a:r>
                        <a:rPr lang="en-US" sz="1100" dirty="0"/>
                        <a:t>Point nonspatial test</a:t>
                      </a:r>
                    </a:p>
                  </a:txBody>
                  <a:tcPr marT="0" marB="0"/>
                </a:tc>
                <a:tc>
                  <a:txBody>
                    <a:bodyPr/>
                    <a:lstStyle/>
                    <a:p>
                      <a:r>
                        <a:rPr lang="en-US" sz="1100" dirty="0"/>
                        <a:t>Test</a:t>
                      </a:r>
                    </a:p>
                  </a:txBody>
                  <a:tcPr marT="0" marB="0"/>
                </a:tc>
                <a:tc>
                  <a:txBody>
                    <a:bodyPr/>
                    <a:lstStyle/>
                    <a:p>
                      <a:r>
                        <a:rPr lang="en-US" sz="1100" dirty="0"/>
                        <a:t>19</a:t>
                      </a:r>
                    </a:p>
                  </a:txBody>
                  <a:tcPr marT="0" marB="0"/>
                </a:tc>
                <a:extLst>
                  <a:ext uri="{0D108BD9-81ED-4DB2-BD59-A6C34878D82A}">
                    <a16:rowId xmlns:a16="http://schemas.microsoft.com/office/drawing/2014/main" val="3608089027"/>
                  </a:ext>
                </a:extLst>
              </a:tr>
              <a:tr h="87552">
                <a:tc>
                  <a:txBody>
                    <a:bodyPr/>
                    <a:lstStyle/>
                    <a:p>
                      <a:r>
                        <a:rPr lang="en-US" sz="1100" dirty="0"/>
                        <a:t>Grid nonspatial test</a:t>
                      </a:r>
                    </a:p>
                  </a:txBody>
                  <a:tcPr marT="0" marB="0"/>
                </a:tc>
                <a:tc>
                  <a:txBody>
                    <a:bodyPr/>
                    <a:lstStyle/>
                    <a:p>
                      <a:r>
                        <a:rPr lang="en-US" sz="1100" dirty="0"/>
                        <a:t>Test</a:t>
                      </a:r>
                    </a:p>
                  </a:txBody>
                  <a:tcPr marT="0" marB="0"/>
                </a:tc>
                <a:tc>
                  <a:txBody>
                    <a:bodyPr/>
                    <a:lstStyle/>
                    <a:p>
                      <a:r>
                        <a:rPr lang="en-US" sz="1100" dirty="0"/>
                        <a:t>4</a:t>
                      </a:r>
                    </a:p>
                  </a:txBody>
                  <a:tcPr marT="0" marB="0"/>
                </a:tc>
                <a:extLst>
                  <a:ext uri="{0D108BD9-81ED-4DB2-BD59-A6C34878D82A}">
                    <a16:rowId xmlns:a16="http://schemas.microsoft.com/office/drawing/2014/main" val="1063525651"/>
                  </a:ext>
                </a:extLst>
              </a:tr>
              <a:tr h="87552">
                <a:tc>
                  <a:txBody>
                    <a:bodyPr/>
                    <a:lstStyle/>
                    <a:p>
                      <a:endParaRPr lang="en-US" sz="1100" dirty="0"/>
                    </a:p>
                  </a:txBody>
                  <a:tcPr marT="0" marB="0"/>
                </a:tc>
                <a:tc>
                  <a:txBody>
                    <a:bodyPr/>
                    <a:lstStyle/>
                    <a:p>
                      <a:endParaRPr lang="en-US" sz="1100" dirty="0"/>
                    </a:p>
                  </a:txBody>
                  <a:tcPr marT="0" marB="0"/>
                </a:tc>
                <a:tc>
                  <a:txBody>
                    <a:bodyPr/>
                    <a:lstStyle/>
                    <a:p>
                      <a:endParaRPr lang="en-US" sz="1100" dirty="0"/>
                    </a:p>
                  </a:txBody>
                  <a:tcPr marT="0" marB="0"/>
                </a:tc>
                <a:extLst>
                  <a:ext uri="{0D108BD9-81ED-4DB2-BD59-A6C34878D82A}">
                    <a16:rowId xmlns:a16="http://schemas.microsoft.com/office/drawing/2014/main" val="2362331191"/>
                  </a:ext>
                </a:extLst>
              </a:tr>
              <a:tr h="87552">
                <a:tc>
                  <a:txBody>
                    <a:bodyPr/>
                    <a:lstStyle/>
                    <a:p>
                      <a:endParaRPr lang="en-US" sz="1100" dirty="0"/>
                    </a:p>
                  </a:txBody>
                  <a:tcPr marT="0" marB="0"/>
                </a:tc>
                <a:tc>
                  <a:txBody>
                    <a:bodyPr/>
                    <a:lstStyle/>
                    <a:p>
                      <a:endParaRPr lang="en-US" sz="1100" dirty="0"/>
                    </a:p>
                  </a:txBody>
                  <a:tcPr marT="0" marB="0"/>
                </a:tc>
                <a:tc>
                  <a:txBody>
                    <a:bodyPr/>
                    <a:lstStyle/>
                    <a:p>
                      <a:endParaRPr lang="en-US" sz="1100" dirty="0"/>
                    </a:p>
                  </a:txBody>
                  <a:tcPr marT="0" marB="0"/>
                </a:tc>
                <a:extLst>
                  <a:ext uri="{0D108BD9-81ED-4DB2-BD59-A6C34878D82A}">
                    <a16:rowId xmlns:a16="http://schemas.microsoft.com/office/drawing/2014/main" val="4222773392"/>
                  </a:ext>
                </a:extLst>
              </a:tr>
            </a:tbl>
          </a:graphicData>
        </a:graphic>
      </p:graphicFrame>
      <p:sp>
        <p:nvSpPr>
          <p:cNvPr id="3" name="TextBox 2">
            <a:extLst>
              <a:ext uri="{FF2B5EF4-FFF2-40B4-BE49-F238E27FC236}">
                <a16:creationId xmlns:a16="http://schemas.microsoft.com/office/drawing/2014/main" id="{DE75D83F-9E23-FC8E-498C-37EC655C90A9}"/>
              </a:ext>
            </a:extLst>
          </p:cNvPr>
          <p:cNvSpPr txBox="1"/>
          <p:nvPr/>
        </p:nvSpPr>
        <p:spPr>
          <a:xfrm>
            <a:off x="9897626" y="433177"/>
            <a:ext cx="1728317" cy="369332"/>
          </a:xfrm>
          <a:prstGeom prst="rect">
            <a:avLst/>
          </a:prstGeom>
          <a:noFill/>
        </p:spPr>
        <p:txBody>
          <a:bodyPr wrap="square" rtlCol="0">
            <a:spAutoFit/>
          </a:bodyPr>
          <a:lstStyle/>
          <a:p>
            <a:r>
              <a:rPr lang="en-US" dirty="0"/>
              <a:t>Sankey data</a:t>
            </a:r>
          </a:p>
        </p:txBody>
      </p:sp>
      <p:graphicFrame>
        <p:nvGraphicFramePr>
          <p:cNvPr id="4" name="Table 3">
            <a:extLst>
              <a:ext uri="{FF2B5EF4-FFF2-40B4-BE49-F238E27FC236}">
                <a16:creationId xmlns:a16="http://schemas.microsoft.com/office/drawing/2014/main" id="{5793BA27-B151-99C8-EDEF-AED9F5CC2BF6}"/>
              </a:ext>
            </a:extLst>
          </p:cNvPr>
          <p:cNvGraphicFramePr>
            <a:graphicFrameLocks noGrp="1"/>
          </p:cNvGraphicFramePr>
          <p:nvPr>
            <p:extLst>
              <p:ext uri="{D42A27DB-BD31-4B8C-83A1-F6EECF244321}">
                <p14:modId xmlns:p14="http://schemas.microsoft.com/office/powerpoint/2010/main" val="3309346540"/>
              </p:ext>
            </p:extLst>
          </p:nvPr>
        </p:nvGraphicFramePr>
        <p:xfrm>
          <a:off x="6221158" y="1027611"/>
          <a:ext cx="4895334" cy="3108960"/>
        </p:xfrm>
        <a:graphic>
          <a:graphicData uri="http://schemas.openxmlformats.org/drawingml/2006/table">
            <a:tbl>
              <a:tblPr firstRow="1" bandRow="1">
                <a:tableStyleId>{5C22544A-7EE6-4342-B048-85BDC9FD1C3A}</a:tableStyleId>
              </a:tblPr>
              <a:tblGrid>
                <a:gridCol w="963413">
                  <a:extLst>
                    <a:ext uri="{9D8B030D-6E8A-4147-A177-3AD203B41FA5}">
                      <a16:colId xmlns:a16="http://schemas.microsoft.com/office/drawing/2014/main" val="3649242174"/>
                    </a:ext>
                  </a:extLst>
                </a:gridCol>
                <a:gridCol w="1593669">
                  <a:extLst>
                    <a:ext uri="{9D8B030D-6E8A-4147-A177-3AD203B41FA5}">
                      <a16:colId xmlns:a16="http://schemas.microsoft.com/office/drawing/2014/main" val="739757501"/>
                    </a:ext>
                  </a:extLst>
                </a:gridCol>
                <a:gridCol w="1036320">
                  <a:extLst>
                    <a:ext uri="{9D8B030D-6E8A-4147-A177-3AD203B41FA5}">
                      <a16:colId xmlns:a16="http://schemas.microsoft.com/office/drawing/2014/main" val="986307581"/>
                    </a:ext>
                  </a:extLst>
                </a:gridCol>
                <a:gridCol w="1301932">
                  <a:extLst>
                    <a:ext uri="{9D8B030D-6E8A-4147-A177-3AD203B41FA5}">
                      <a16:colId xmlns:a16="http://schemas.microsoft.com/office/drawing/2014/main" val="2952959664"/>
                    </a:ext>
                  </a:extLst>
                </a:gridCol>
              </a:tblGrid>
              <a:tr h="125808">
                <a:tc>
                  <a:txBody>
                    <a:bodyPr/>
                    <a:lstStyle/>
                    <a:p>
                      <a:r>
                        <a:rPr lang="en-US" sz="1100" dirty="0"/>
                        <a:t>geometry</a:t>
                      </a:r>
                    </a:p>
                  </a:txBody>
                  <a:tcPr/>
                </a:tc>
                <a:tc>
                  <a:txBody>
                    <a:bodyPr/>
                    <a:lstStyle/>
                    <a:p>
                      <a:r>
                        <a:rPr lang="en-US" sz="1100" dirty="0"/>
                        <a:t>Spatial / non-spatial</a:t>
                      </a:r>
                    </a:p>
                  </a:txBody>
                  <a:tcPr/>
                </a:tc>
                <a:tc>
                  <a:txBody>
                    <a:bodyPr/>
                    <a:lstStyle/>
                    <a:p>
                      <a:r>
                        <a:rPr lang="en-US" sz="1100" dirty="0"/>
                        <a:t>Test count</a:t>
                      </a:r>
                    </a:p>
                  </a:txBody>
                  <a:tcPr/>
                </a:tc>
                <a:tc>
                  <a:txBody>
                    <a:bodyPr/>
                    <a:lstStyle/>
                    <a:p>
                      <a:r>
                        <a:rPr lang="en-US" sz="1100" dirty="0"/>
                        <a:t>Large count</a:t>
                      </a:r>
                    </a:p>
                  </a:txBody>
                  <a:tcPr/>
                </a:tc>
                <a:extLst>
                  <a:ext uri="{0D108BD9-81ED-4DB2-BD59-A6C34878D82A}">
                    <a16:rowId xmlns:a16="http://schemas.microsoft.com/office/drawing/2014/main" val="1149644690"/>
                  </a:ext>
                </a:extLst>
              </a:tr>
              <a:tr h="182880">
                <a:tc>
                  <a:txBody>
                    <a:bodyPr/>
                    <a:lstStyle/>
                    <a:p>
                      <a:r>
                        <a:rPr lang="en-US" sz="1100" dirty="0"/>
                        <a:t>point</a:t>
                      </a:r>
                    </a:p>
                  </a:txBody>
                  <a:tcPr/>
                </a:tc>
                <a:tc>
                  <a:txBody>
                    <a:bodyPr/>
                    <a:lstStyle/>
                    <a:p>
                      <a:r>
                        <a:rPr lang="en-US" sz="1100" dirty="0"/>
                        <a:t>spatial</a:t>
                      </a:r>
                    </a:p>
                  </a:txBody>
                  <a:tcPr/>
                </a:tc>
                <a:tc>
                  <a:txBody>
                    <a:bodyPr/>
                    <a:lstStyle/>
                    <a:p>
                      <a:r>
                        <a:rPr lang="en-US" sz="1100" dirty="0"/>
                        <a:t>148</a:t>
                      </a:r>
                    </a:p>
                  </a:txBody>
                  <a:tcPr/>
                </a:tc>
                <a:tc>
                  <a:txBody>
                    <a:bodyPr/>
                    <a:lstStyle/>
                    <a:p>
                      <a:r>
                        <a:rPr lang="en-US" sz="1100" dirty="0"/>
                        <a:t>1</a:t>
                      </a:r>
                    </a:p>
                  </a:txBody>
                  <a:tcPr/>
                </a:tc>
                <a:extLst>
                  <a:ext uri="{0D108BD9-81ED-4DB2-BD59-A6C34878D82A}">
                    <a16:rowId xmlns:a16="http://schemas.microsoft.com/office/drawing/2014/main" val="4118719904"/>
                  </a:ext>
                </a:extLst>
              </a:tr>
              <a:tr h="182880">
                <a:tc>
                  <a:txBody>
                    <a:bodyPr/>
                    <a:lstStyle/>
                    <a:p>
                      <a:r>
                        <a:rPr lang="en-US" sz="1100" dirty="0"/>
                        <a:t>line</a:t>
                      </a:r>
                    </a:p>
                  </a:txBody>
                  <a:tcPr/>
                </a:tc>
                <a:tc>
                  <a:txBody>
                    <a:bodyPr/>
                    <a:lstStyle/>
                    <a:p>
                      <a:r>
                        <a:rPr lang="en-US" sz="1100" dirty="0"/>
                        <a:t>spatial</a:t>
                      </a:r>
                    </a:p>
                  </a:txBody>
                  <a:tcPr/>
                </a:tc>
                <a:tc>
                  <a:txBody>
                    <a:bodyPr/>
                    <a:lstStyle/>
                    <a:p>
                      <a:r>
                        <a:rPr lang="en-US" sz="1100" dirty="0"/>
                        <a:t>23</a:t>
                      </a:r>
                    </a:p>
                  </a:txBody>
                  <a:tcPr/>
                </a:tc>
                <a:tc>
                  <a:txBody>
                    <a:bodyPr/>
                    <a:lstStyle/>
                    <a:p>
                      <a:r>
                        <a:rPr lang="en-US" sz="1100" dirty="0"/>
                        <a:t>10</a:t>
                      </a:r>
                    </a:p>
                  </a:txBody>
                  <a:tcPr/>
                </a:tc>
                <a:extLst>
                  <a:ext uri="{0D108BD9-81ED-4DB2-BD59-A6C34878D82A}">
                    <a16:rowId xmlns:a16="http://schemas.microsoft.com/office/drawing/2014/main" val="2769935858"/>
                  </a:ext>
                </a:extLst>
              </a:tr>
              <a:tr h="182880">
                <a:tc>
                  <a:txBody>
                    <a:bodyPr/>
                    <a:lstStyle/>
                    <a:p>
                      <a:r>
                        <a:rPr lang="en-US" sz="1100" dirty="0"/>
                        <a:t>poly</a:t>
                      </a:r>
                    </a:p>
                  </a:txBody>
                  <a:tcPr/>
                </a:tc>
                <a:tc>
                  <a:txBody>
                    <a:bodyPr/>
                    <a:lstStyle/>
                    <a:p>
                      <a:r>
                        <a:rPr lang="en-US" sz="1100" dirty="0"/>
                        <a:t>spatial</a:t>
                      </a:r>
                    </a:p>
                  </a:txBody>
                  <a:tcPr/>
                </a:tc>
                <a:tc>
                  <a:txBody>
                    <a:bodyPr/>
                    <a:lstStyle/>
                    <a:p>
                      <a:r>
                        <a:rPr lang="en-US" sz="1100" dirty="0"/>
                        <a:t>0</a:t>
                      </a:r>
                    </a:p>
                  </a:txBody>
                  <a:tcPr/>
                </a:tc>
                <a:tc>
                  <a:txBody>
                    <a:bodyPr/>
                    <a:lstStyle/>
                    <a:p>
                      <a:r>
                        <a:rPr lang="en-US" sz="1100" dirty="0"/>
                        <a:t>14</a:t>
                      </a:r>
                    </a:p>
                  </a:txBody>
                  <a:tcPr/>
                </a:tc>
                <a:extLst>
                  <a:ext uri="{0D108BD9-81ED-4DB2-BD59-A6C34878D82A}">
                    <a16:rowId xmlns:a16="http://schemas.microsoft.com/office/drawing/2014/main" val="3608089027"/>
                  </a:ext>
                </a:extLst>
              </a:tr>
              <a:tr h="182880">
                <a:tc>
                  <a:txBody>
                    <a:bodyPr/>
                    <a:lstStyle/>
                    <a:p>
                      <a:r>
                        <a:rPr lang="en-US" sz="1100" dirty="0"/>
                        <a:t>grid</a:t>
                      </a:r>
                    </a:p>
                  </a:txBody>
                  <a:tcPr/>
                </a:tc>
                <a:tc>
                  <a:txBody>
                    <a:bodyPr/>
                    <a:lstStyle/>
                    <a:p>
                      <a:r>
                        <a:rPr lang="en-US" sz="1100" dirty="0"/>
                        <a:t>spatial</a:t>
                      </a:r>
                    </a:p>
                  </a:txBody>
                  <a:tcPr/>
                </a:tc>
                <a:tc>
                  <a:txBody>
                    <a:bodyPr/>
                    <a:lstStyle/>
                    <a:p>
                      <a:r>
                        <a:rPr lang="en-US" sz="1100" dirty="0"/>
                        <a:t>8</a:t>
                      </a:r>
                    </a:p>
                  </a:txBody>
                  <a:tcPr/>
                </a:tc>
                <a:tc>
                  <a:txBody>
                    <a:bodyPr/>
                    <a:lstStyle/>
                    <a:p>
                      <a:r>
                        <a:rPr lang="en-US" sz="1100" dirty="0"/>
                        <a:t>0</a:t>
                      </a:r>
                    </a:p>
                  </a:txBody>
                  <a:tcPr/>
                </a:tc>
                <a:extLst>
                  <a:ext uri="{0D108BD9-81ED-4DB2-BD59-A6C34878D82A}">
                    <a16:rowId xmlns:a16="http://schemas.microsoft.com/office/drawing/2014/main" val="2647654379"/>
                  </a:ext>
                </a:extLst>
              </a:tr>
              <a:tr h="182880">
                <a:tc>
                  <a:txBody>
                    <a:bodyPr/>
                    <a:lstStyle/>
                    <a:p>
                      <a:r>
                        <a:rPr lang="en-US" sz="1100" dirty="0"/>
                        <a:t>point</a:t>
                      </a:r>
                    </a:p>
                  </a:txBody>
                  <a:tcPr/>
                </a:tc>
                <a:tc>
                  <a:txBody>
                    <a:bodyPr/>
                    <a:lstStyle/>
                    <a:p>
                      <a:r>
                        <a:rPr lang="en-US" sz="1100" dirty="0"/>
                        <a:t>nonspatial</a:t>
                      </a:r>
                    </a:p>
                  </a:txBody>
                  <a:tcPr/>
                </a:tc>
                <a:tc>
                  <a:txBody>
                    <a:bodyPr/>
                    <a:lstStyle/>
                    <a:p>
                      <a:r>
                        <a:rPr lang="en-US" sz="1100" dirty="0"/>
                        <a:t>19</a:t>
                      </a:r>
                    </a:p>
                  </a:txBody>
                  <a:tcPr/>
                </a:tc>
                <a:tc>
                  <a:txBody>
                    <a:bodyPr/>
                    <a:lstStyle/>
                    <a:p>
                      <a:r>
                        <a:rPr lang="en-US" sz="1100" dirty="0"/>
                        <a:t>0</a:t>
                      </a:r>
                    </a:p>
                  </a:txBody>
                  <a:tcPr/>
                </a:tc>
                <a:extLst>
                  <a:ext uri="{0D108BD9-81ED-4DB2-BD59-A6C34878D82A}">
                    <a16:rowId xmlns:a16="http://schemas.microsoft.com/office/drawing/2014/main" val="3067034426"/>
                  </a:ext>
                </a:extLst>
              </a:tr>
              <a:tr h="182880">
                <a:tc>
                  <a:txBody>
                    <a:bodyPr/>
                    <a:lstStyle/>
                    <a:p>
                      <a:r>
                        <a:rPr lang="en-US" sz="1100" dirty="0"/>
                        <a:t>grid</a:t>
                      </a:r>
                    </a:p>
                  </a:txBody>
                  <a:tcPr/>
                </a:tc>
                <a:tc>
                  <a:txBody>
                    <a:bodyPr/>
                    <a:lstStyle/>
                    <a:p>
                      <a:r>
                        <a:rPr lang="en-US" sz="1100" dirty="0"/>
                        <a:t>nonspatial</a:t>
                      </a:r>
                    </a:p>
                  </a:txBody>
                  <a:tcPr/>
                </a:tc>
                <a:tc>
                  <a:txBody>
                    <a:bodyPr/>
                    <a:lstStyle/>
                    <a:p>
                      <a:r>
                        <a:rPr lang="en-US" sz="1100" dirty="0"/>
                        <a:t>4</a:t>
                      </a:r>
                    </a:p>
                  </a:txBody>
                  <a:tcPr/>
                </a:tc>
                <a:tc>
                  <a:txBody>
                    <a:bodyPr/>
                    <a:lstStyle/>
                    <a:p>
                      <a:r>
                        <a:rPr lang="en-US" sz="1100" dirty="0"/>
                        <a:t>0</a:t>
                      </a:r>
                    </a:p>
                  </a:txBody>
                  <a:tcPr/>
                </a:tc>
                <a:extLst>
                  <a:ext uri="{0D108BD9-81ED-4DB2-BD59-A6C34878D82A}">
                    <a16:rowId xmlns:a16="http://schemas.microsoft.com/office/drawing/2014/main" val="4091669165"/>
                  </a:ext>
                </a:extLst>
              </a:tr>
              <a:tr h="18288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1848608164"/>
                  </a:ext>
                </a:extLst>
              </a:tr>
              <a:tr h="18288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266875000"/>
                  </a:ext>
                </a:extLst>
              </a:tr>
              <a:tr h="18288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3691677810"/>
                  </a:ext>
                </a:extLst>
              </a:tr>
              <a:tr h="18288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4202566363"/>
                  </a:ext>
                </a:extLst>
              </a:tr>
              <a:tr h="182880">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2317315272"/>
                  </a:ext>
                </a:extLst>
              </a:tr>
            </a:tbl>
          </a:graphicData>
        </a:graphic>
      </p:graphicFrame>
    </p:spTree>
    <p:extLst>
      <p:ext uri="{BB962C8B-B14F-4D97-AF65-F5344CB8AC3E}">
        <p14:creationId xmlns:p14="http://schemas.microsoft.com/office/powerpoint/2010/main" val="1255089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6F5571-E5B9-C98B-CADF-E9CCBD939F10}"/>
              </a:ext>
            </a:extLst>
          </p:cNvPr>
          <p:cNvSpPr txBox="1"/>
          <p:nvPr/>
        </p:nvSpPr>
        <p:spPr>
          <a:xfrm>
            <a:off x="1376625" y="160774"/>
            <a:ext cx="8259745" cy="400110"/>
          </a:xfrm>
          <a:prstGeom prst="rect">
            <a:avLst/>
          </a:prstGeom>
          <a:noFill/>
        </p:spPr>
        <p:txBody>
          <a:bodyPr wrap="square" rtlCol="0">
            <a:spAutoFit/>
          </a:bodyPr>
          <a:lstStyle/>
          <a:p>
            <a:pPr algn="ctr"/>
            <a:r>
              <a:rPr lang="en-US" sz="2000" dirty="0"/>
              <a:t>Clarifying BESE plantings</a:t>
            </a:r>
          </a:p>
        </p:txBody>
      </p:sp>
      <p:graphicFrame>
        <p:nvGraphicFramePr>
          <p:cNvPr id="5" name="Table 4">
            <a:extLst>
              <a:ext uri="{FF2B5EF4-FFF2-40B4-BE49-F238E27FC236}">
                <a16:creationId xmlns:a16="http://schemas.microsoft.com/office/drawing/2014/main" id="{904B5B3E-67B0-284D-AF71-1DCE4F27D2DA}"/>
              </a:ext>
            </a:extLst>
          </p:cNvPr>
          <p:cNvGraphicFramePr>
            <a:graphicFrameLocks noGrp="1"/>
          </p:cNvGraphicFramePr>
          <p:nvPr>
            <p:extLst>
              <p:ext uri="{D42A27DB-BD31-4B8C-83A1-F6EECF244321}">
                <p14:modId xmlns:p14="http://schemas.microsoft.com/office/powerpoint/2010/main" val="2650434304"/>
              </p:ext>
            </p:extLst>
          </p:nvPr>
        </p:nvGraphicFramePr>
        <p:xfrm>
          <a:off x="5074417" y="900536"/>
          <a:ext cx="6792686" cy="2199640"/>
        </p:xfrm>
        <a:graphic>
          <a:graphicData uri="http://schemas.openxmlformats.org/drawingml/2006/table">
            <a:tbl>
              <a:tblPr firstRow="1" bandRow="1">
                <a:tableStyleId>{5C22544A-7EE6-4342-B048-85BDC9FD1C3A}</a:tableStyleId>
              </a:tblPr>
              <a:tblGrid>
                <a:gridCol w="1380931">
                  <a:extLst>
                    <a:ext uri="{9D8B030D-6E8A-4147-A177-3AD203B41FA5}">
                      <a16:colId xmlns:a16="http://schemas.microsoft.com/office/drawing/2014/main" val="1571365253"/>
                    </a:ext>
                  </a:extLst>
                </a:gridCol>
                <a:gridCol w="1443135">
                  <a:extLst>
                    <a:ext uri="{9D8B030D-6E8A-4147-A177-3AD203B41FA5}">
                      <a16:colId xmlns:a16="http://schemas.microsoft.com/office/drawing/2014/main" val="3176150717"/>
                    </a:ext>
                  </a:extLst>
                </a:gridCol>
                <a:gridCol w="3968620">
                  <a:extLst>
                    <a:ext uri="{9D8B030D-6E8A-4147-A177-3AD203B41FA5}">
                      <a16:colId xmlns:a16="http://schemas.microsoft.com/office/drawing/2014/main" val="1712476073"/>
                    </a:ext>
                  </a:extLst>
                </a:gridCol>
              </a:tblGrid>
              <a:tr h="370840">
                <a:tc>
                  <a:txBody>
                    <a:bodyPr/>
                    <a:lstStyle/>
                    <a:p>
                      <a:r>
                        <a:rPr lang="en-US" sz="1200" dirty="0"/>
                        <a:t>Donor site</a:t>
                      </a:r>
                    </a:p>
                  </a:txBody>
                  <a:tcPr/>
                </a:tc>
                <a:tc>
                  <a:txBody>
                    <a:bodyPr/>
                    <a:lstStyle/>
                    <a:p>
                      <a:r>
                        <a:rPr lang="en-US" sz="1200" dirty="0" err="1"/>
                        <a:t>Planting_date</a:t>
                      </a:r>
                      <a:endParaRPr lang="en-US" sz="1200" dirty="0"/>
                    </a:p>
                  </a:txBody>
                  <a:tcPr/>
                </a:tc>
                <a:tc>
                  <a:txBody>
                    <a:bodyPr/>
                    <a:lstStyle/>
                    <a:p>
                      <a:r>
                        <a:rPr lang="en-US" sz="1200" dirty="0"/>
                        <a:t>Notes</a:t>
                      </a:r>
                    </a:p>
                  </a:txBody>
                  <a:tcPr/>
                </a:tc>
                <a:extLst>
                  <a:ext uri="{0D108BD9-81ED-4DB2-BD59-A6C34878D82A}">
                    <a16:rowId xmlns:a16="http://schemas.microsoft.com/office/drawing/2014/main" val="1133153653"/>
                  </a:ext>
                </a:extLst>
              </a:tr>
              <a:tr h="370840">
                <a:tc>
                  <a:txBody>
                    <a:bodyPr/>
                    <a:lstStyle/>
                    <a:p>
                      <a:r>
                        <a:rPr lang="en-US" sz="1200" dirty="0"/>
                        <a:t>Dupont Wharf</a:t>
                      </a:r>
                    </a:p>
                  </a:txBody>
                  <a:tcPr anchor="ctr"/>
                </a:tc>
                <a:tc>
                  <a:txBody>
                    <a:bodyPr/>
                    <a:lstStyle/>
                    <a:p>
                      <a:r>
                        <a:rPr lang="en-US" sz="1200" dirty="0"/>
                        <a:t>5/25/2017</a:t>
                      </a:r>
                    </a:p>
                  </a:txBody>
                  <a:tcPr anchor="ctr"/>
                </a:tc>
                <a:tc>
                  <a:txBody>
                    <a:bodyPr/>
                    <a:lstStyle/>
                    <a:p>
                      <a:r>
                        <a:rPr lang="en-US" sz="1200" dirty="0"/>
                        <a:t>Biodegradable ecosystem engineering elements (BESE) for Marjolijn </a:t>
                      </a:r>
                      <a:r>
                        <a:rPr lang="en-US" sz="1200" dirty="0" err="1"/>
                        <a:t>Christianen</a:t>
                      </a:r>
                      <a:r>
                        <a:rPr lang="en-US" sz="1200" dirty="0"/>
                        <a:t>, Wageningen University &amp; Research, Netherlands. Overall area was 1 m2. Actual was 0.1 m2 (10 x 10 cm area in center of BESE. 3 planting units with 4 shoots each. DuPont Wharf shoots.</a:t>
                      </a:r>
                    </a:p>
                  </a:txBody>
                  <a:tcPr anchor="ctr"/>
                </a:tc>
                <a:extLst>
                  <a:ext uri="{0D108BD9-81ED-4DB2-BD59-A6C34878D82A}">
                    <a16:rowId xmlns:a16="http://schemas.microsoft.com/office/drawing/2014/main" val="3042089195"/>
                  </a:ext>
                </a:extLst>
              </a:tr>
              <a:tr h="370840">
                <a:tc>
                  <a:txBody>
                    <a:bodyPr/>
                    <a:lstStyle/>
                    <a:p>
                      <a:r>
                        <a:rPr lang="en-US" sz="1200" dirty="0"/>
                        <a:t>Dumas Bay</a:t>
                      </a:r>
                    </a:p>
                  </a:txBody>
                  <a:tcPr anchor="ctr"/>
                </a:tc>
                <a:tc>
                  <a:txBody>
                    <a:bodyPr/>
                    <a:lstStyle/>
                    <a:p>
                      <a:r>
                        <a:rPr lang="en-US" sz="1200" dirty="0"/>
                        <a:t>4/29/2017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BESE setup version 1 - setup was incorrect. Rather than removing all the eelgrass, it was left in place and new BESEs set just westward. 3 planting units with 4 shoots each. Dumas Bay shoots.</a:t>
                      </a:r>
                    </a:p>
                  </a:txBody>
                  <a:tcPr anchor="ctr"/>
                </a:tc>
                <a:extLst>
                  <a:ext uri="{0D108BD9-81ED-4DB2-BD59-A6C34878D82A}">
                    <a16:rowId xmlns:a16="http://schemas.microsoft.com/office/drawing/2014/main" val="4107403776"/>
                  </a:ext>
                </a:extLst>
              </a:tr>
            </a:tbl>
          </a:graphicData>
        </a:graphic>
      </p:graphicFrame>
      <p:sp>
        <p:nvSpPr>
          <p:cNvPr id="8" name="TextBox 7">
            <a:extLst>
              <a:ext uri="{FF2B5EF4-FFF2-40B4-BE49-F238E27FC236}">
                <a16:creationId xmlns:a16="http://schemas.microsoft.com/office/drawing/2014/main" id="{E508DF13-6642-CFE7-AFA0-0FB0CE862869}"/>
              </a:ext>
            </a:extLst>
          </p:cNvPr>
          <p:cNvSpPr txBox="1"/>
          <p:nvPr/>
        </p:nvSpPr>
        <p:spPr>
          <a:xfrm>
            <a:off x="5325627" y="3439828"/>
            <a:ext cx="6471138" cy="1015663"/>
          </a:xfrm>
          <a:prstGeom prst="rect">
            <a:avLst/>
          </a:prstGeom>
          <a:noFill/>
        </p:spPr>
        <p:txBody>
          <a:bodyPr wrap="square" rtlCol="0">
            <a:spAutoFit/>
          </a:bodyPr>
          <a:lstStyle/>
          <a:p>
            <a:pPr marL="171450" indent="-171450">
              <a:buFont typeface="Arial" panose="020B0604020202020204" pitchFamily="34" charset="0"/>
              <a:buChar char="•"/>
            </a:pPr>
            <a:r>
              <a:rPr lang="en-US" sz="1600" dirty="0"/>
              <a:t>Monitoring data in Matrix spreadsheet only for plantings on 5/25/2017</a:t>
            </a:r>
          </a:p>
          <a:p>
            <a:pPr marL="231775" indent="-231775">
              <a:buFont typeface="Arial" panose="020B0604020202020204" pitchFamily="34" charset="0"/>
              <a:buChar char="•"/>
            </a:pPr>
            <a:r>
              <a:rPr lang="en-US" sz="1600" dirty="0"/>
              <a:t>Notes from last meeting:  </a:t>
            </a:r>
          </a:p>
          <a:p>
            <a:pPr marL="633413" lvl="1" indent="-176213">
              <a:buFont typeface="Arial" panose="020B0604020202020204" pitchFamily="34" charset="0"/>
              <a:buChar char="•"/>
            </a:pPr>
            <a:r>
              <a:rPr lang="en-US" sz="1400" dirty="0"/>
              <a:t>Dumas Bay successful</a:t>
            </a:r>
          </a:p>
          <a:p>
            <a:pPr marL="633413" lvl="1" indent="-176213">
              <a:buFont typeface="Arial" panose="020B0604020202020204" pitchFamily="34" charset="0"/>
              <a:buChar char="•"/>
            </a:pPr>
            <a:r>
              <a:rPr lang="en-US" sz="1400" dirty="0"/>
              <a:t>Dupont Wharf failed</a:t>
            </a:r>
          </a:p>
        </p:txBody>
      </p:sp>
      <p:pic>
        <p:nvPicPr>
          <p:cNvPr id="10" name="Picture 9">
            <a:extLst>
              <a:ext uri="{FF2B5EF4-FFF2-40B4-BE49-F238E27FC236}">
                <a16:creationId xmlns:a16="http://schemas.microsoft.com/office/drawing/2014/main" id="{96158B42-AAD1-E7E2-2A75-A05B009D11A7}"/>
              </a:ext>
            </a:extLst>
          </p:cNvPr>
          <p:cNvPicPr>
            <a:picLocks noChangeAspect="1"/>
          </p:cNvPicPr>
          <p:nvPr/>
        </p:nvPicPr>
        <p:blipFill>
          <a:blip r:embed="rId2">
            <a:extLst>
              <a:ext uri="{28A0092B-C50C-407E-A947-70E740481C1C}">
                <a14:useLocalDpi xmlns:a14="http://schemas.microsoft.com/office/drawing/2010/main" val="0"/>
              </a:ext>
            </a:extLst>
          </a:blip>
          <a:srcRect r="26794"/>
          <a:stretch>
            <a:fillRect/>
          </a:stretch>
        </p:blipFill>
        <p:spPr>
          <a:xfrm>
            <a:off x="66621" y="631220"/>
            <a:ext cx="4750596" cy="6163251"/>
          </a:xfrm>
          <a:prstGeom prst="rect">
            <a:avLst/>
          </a:prstGeom>
        </p:spPr>
      </p:pic>
      <p:sp>
        <p:nvSpPr>
          <p:cNvPr id="11" name="TextBox 10">
            <a:extLst>
              <a:ext uri="{FF2B5EF4-FFF2-40B4-BE49-F238E27FC236}">
                <a16:creationId xmlns:a16="http://schemas.microsoft.com/office/drawing/2014/main" id="{09737129-3696-4CCC-A0DE-FFAC6CA3349D}"/>
              </a:ext>
            </a:extLst>
          </p:cNvPr>
          <p:cNvSpPr txBox="1"/>
          <p:nvPr/>
        </p:nvSpPr>
        <p:spPr>
          <a:xfrm>
            <a:off x="5144755" y="4795143"/>
            <a:ext cx="6652010" cy="1815882"/>
          </a:xfrm>
          <a:prstGeom prst="rect">
            <a:avLst/>
          </a:prstGeom>
          <a:noFill/>
        </p:spPr>
        <p:txBody>
          <a:bodyPr wrap="square" rtlCol="0">
            <a:spAutoFit/>
          </a:bodyPr>
          <a:lstStyle/>
          <a:p>
            <a:r>
              <a:rPr lang="en-US" sz="1600" b="1" dirty="0">
                <a:solidFill>
                  <a:srgbClr val="C00000"/>
                </a:solidFill>
              </a:rPr>
              <a:t>Q1</a:t>
            </a:r>
            <a:r>
              <a:rPr lang="en-US" sz="1600" dirty="0"/>
              <a:t>: If Dumas Bay plantings successful, the monitoring data should presumably track the 4/29 plantings, not 5/25. Is that right?</a:t>
            </a:r>
          </a:p>
          <a:p>
            <a:endParaRPr lang="en-US" sz="1600" dirty="0"/>
          </a:p>
          <a:p>
            <a:r>
              <a:rPr lang="en-US" sz="1600" b="1" dirty="0">
                <a:solidFill>
                  <a:srgbClr val="C00000"/>
                </a:solidFill>
              </a:rPr>
              <a:t>Q2</a:t>
            </a:r>
            <a:r>
              <a:rPr lang="en-US" sz="1600" dirty="0"/>
              <a:t>: The 4/29 “setup was incorrect” plantings were </a:t>
            </a:r>
            <a:r>
              <a:rPr lang="en-US" sz="1600" dirty="0" err="1"/>
              <a:t>superceded</a:t>
            </a:r>
            <a:r>
              <a:rPr lang="en-US" sz="1600" dirty="0"/>
              <a:t> by “just westward” plantings.  Can we associate same GPS coords with the westward plantings?  If Dumas plantings were successful, this refers to the westward plantings – is that right?</a:t>
            </a:r>
          </a:p>
        </p:txBody>
      </p:sp>
    </p:spTree>
    <p:extLst>
      <p:ext uri="{BB962C8B-B14F-4D97-AF65-F5344CB8AC3E}">
        <p14:creationId xmlns:p14="http://schemas.microsoft.com/office/powerpoint/2010/main" val="2525021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A54837-28AA-E28E-65F9-F9B0F931106F}"/>
              </a:ext>
            </a:extLst>
          </p:cNvPr>
          <p:cNvPicPr>
            <a:picLocks noChangeAspect="1"/>
          </p:cNvPicPr>
          <p:nvPr/>
        </p:nvPicPr>
        <p:blipFill>
          <a:blip r:embed="rId2"/>
          <a:stretch>
            <a:fillRect/>
          </a:stretch>
        </p:blipFill>
        <p:spPr>
          <a:xfrm>
            <a:off x="5371354" y="324396"/>
            <a:ext cx="6192114" cy="6430272"/>
          </a:xfrm>
          <a:prstGeom prst="rect">
            <a:avLst/>
          </a:prstGeom>
        </p:spPr>
      </p:pic>
      <p:pic>
        <p:nvPicPr>
          <p:cNvPr id="5" name="Picture 4">
            <a:extLst>
              <a:ext uri="{FF2B5EF4-FFF2-40B4-BE49-F238E27FC236}">
                <a16:creationId xmlns:a16="http://schemas.microsoft.com/office/drawing/2014/main" id="{5D455169-28E4-3A0B-FED3-005B554FD779}"/>
              </a:ext>
            </a:extLst>
          </p:cNvPr>
          <p:cNvPicPr>
            <a:picLocks noChangeAspect="1"/>
          </p:cNvPicPr>
          <p:nvPr/>
        </p:nvPicPr>
        <p:blipFill>
          <a:blip r:embed="rId3"/>
          <a:stretch>
            <a:fillRect/>
          </a:stretch>
        </p:blipFill>
        <p:spPr>
          <a:xfrm>
            <a:off x="4500469" y="4209534"/>
            <a:ext cx="2272119" cy="2218568"/>
          </a:xfrm>
          <a:prstGeom prst="rect">
            <a:avLst/>
          </a:prstGeom>
        </p:spPr>
      </p:pic>
      <p:sp>
        <p:nvSpPr>
          <p:cNvPr id="6" name="TextBox 5">
            <a:extLst>
              <a:ext uri="{FF2B5EF4-FFF2-40B4-BE49-F238E27FC236}">
                <a16:creationId xmlns:a16="http://schemas.microsoft.com/office/drawing/2014/main" id="{0B1F8D14-3F8F-AE2B-5B09-ABE9243E9AB9}"/>
              </a:ext>
            </a:extLst>
          </p:cNvPr>
          <p:cNvSpPr txBox="1"/>
          <p:nvPr/>
        </p:nvSpPr>
        <p:spPr>
          <a:xfrm>
            <a:off x="6923315" y="824067"/>
            <a:ext cx="1436914" cy="276999"/>
          </a:xfrm>
          <a:prstGeom prst="rect">
            <a:avLst/>
          </a:prstGeom>
          <a:noFill/>
        </p:spPr>
        <p:txBody>
          <a:bodyPr wrap="square" rtlCol="0">
            <a:spAutoFit/>
          </a:bodyPr>
          <a:lstStyle/>
          <a:p>
            <a:r>
              <a:rPr lang="en-US" sz="1200" dirty="0">
                <a:solidFill>
                  <a:schemeClr val="bg1"/>
                </a:solidFill>
              </a:rPr>
              <a:t>JSP_north_P1</a:t>
            </a:r>
          </a:p>
        </p:txBody>
      </p:sp>
      <p:sp>
        <p:nvSpPr>
          <p:cNvPr id="7" name="TextBox 6">
            <a:extLst>
              <a:ext uri="{FF2B5EF4-FFF2-40B4-BE49-F238E27FC236}">
                <a16:creationId xmlns:a16="http://schemas.microsoft.com/office/drawing/2014/main" id="{30D99108-2299-8E8B-29CB-BB55535A1882}"/>
              </a:ext>
            </a:extLst>
          </p:cNvPr>
          <p:cNvSpPr txBox="1"/>
          <p:nvPr/>
        </p:nvSpPr>
        <p:spPr>
          <a:xfrm>
            <a:off x="8581292" y="3531996"/>
            <a:ext cx="1436914" cy="276999"/>
          </a:xfrm>
          <a:prstGeom prst="rect">
            <a:avLst/>
          </a:prstGeom>
          <a:noFill/>
        </p:spPr>
        <p:txBody>
          <a:bodyPr wrap="square" rtlCol="0">
            <a:spAutoFit/>
          </a:bodyPr>
          <a:lstStyle/>
          <a:p>
            <a:r>
              <a:rPr lang="en-US" sz="1200" dirty="0">
                <a:solidFill>
                  <a:schemeClr val="bg1"/>
                </a:solidFill>
              </a:rPr>
              <a:t>JSP_mid_P1</a:t>
            </a:r>
          </a:p>
        </p:txBody>
      </p:sp>
      <p:sp>
        <p:nvSpPr>
          <p:cNvPr id="8" name="TextBox 7">
            <a:extLst>
              <a:ext uri="{FF2B5EF4-FFF2-40B4-BE49-F238E27FC236}">
                <a16:creationId xmlns:a16="http://schemas.microsoft.com/office/drawing/2014/main" id="{858D0A05-EA3E-775B-C2E4-E1B44CD37A07}"/>
              </a:ext>
            </a:extLst>
          </p:cNvPr>
          <p:cNvSpPr txBox="1"/>
          <p:nvPr/>
        </p:nvSpPr>
        <p:spPr>
          <a:xfrm>
            <a:off x="9056914" y="4779297"/>
            <a:ext cx="1436914" cy="276999"/>
          </a:xfrm>
          <a:prstGeom prst="rect">
            <a:avLst/>
          </a:prstGeom>
          <a:noFill/>
        </p:spPr>
        <p:txBody>
          <a:bodyPr wrap="square" rtlCol="0">
            <a:spAutoFit/>
          </a:bodyPr>
          <a:lstStyle/>
          <a:p>
            <a:r>
              <a:rPr lang="en-US" sz="1200" dirty="0">
                <a:solidFill>
                  <a:schemeClr val="bg1"/>
                </a:solidFill>
              </a:rPr>
              <a:t>JSP_south_P1</a:t>
            </a:r>
          </a:p>
        </p:txBody>
      </p:sp>
      <p:cxnSp>
        <p:nvCxnSpPr>
          <p:cNvPr id="10" name="Straight Arrow Connector 9">
            <a:extLst>
              <a:ext uri="{FF2B5EF4-FFF2-40B4-BE49-F238E27FC236}">
                <a16:creationId xmlns:a16="http://schemas.microsoft.com/office/drawing/2014/main" id="{5E7D201D-BAF5-4673-199C-0B097D00E83E}"/>
              </a:ext>
            </a:extLst>
          </p:cNvPr>
          <p:cNvCxnSpPr>
            <a:cxnSpLocks/>
          </p:cNvCxnSpPr>
          <p:nvPr/>
        </p:nvCxnSpPr>
        <p:spPr>
          <a:xfrm flipH="1" flipV="1">
            <a:off x="7084088" y="5056296"/>
            <a:ext cx="1748413" cy="94274"/>
          </a:xfrm>
          <a:prstGeom prst="straightConnector1">
            <a:avLst/>
          </a:prstGeom>
          <a:ln>
            <a:solidFill>
              <a:schemeClr val="tx2">
                <a:lumMod val="10000"/>
                <a:lumOff val="9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2772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3E45ECAF-D297-E336-4032-FC34E6533AC7}"/>
                  </a:ext>
                </a:extLst>
              </p14:cNvPr>
              <p14:cNvContentPartPr/>
              <p14:nvPr/>
            </p14:nvContentPartPr>
            <p14:xfrm>
              <a:off x="827383" y="1461061"/>
              <a:ext cx="943560" cy="937080"/>
            </p14:xfrm>
          </p:contentPart>
        </mc:Choice>
        <mc:Fallback xmlns="">
          <p:pic>
            <p:nvPicPr>
              <p:cNvPr id="6" name="Ink 5">
                <a:extLst>
                  <a:ext uri="{FF2B5EF4-FFF2-40B4-BE49-F238E27FC236}">
                    <a16:creationId xmlns:a16="http://schemas.microsoft.com/office/drawing/2014/main" id="{3E45ECAF-D297-E336-4032-FC34E6533AC7}"/>
                  </a:ext>
                </a:extLst>
              </p:cNvPr>
              <p:cNvPicPr/>
              <p:nvPr/>
            </p:nvPicPr>
            <p:blipFill>
              <a:blip r:embed="rId3"/>
              <a:stretch>
                <a:fillRect/>
              </a:stretch>
            </p:blipFill>
            <p:spPr>
              <a:xfrm>
                <a:off x="816583" y="1450621"/>
                <a:ext cx="964800" cy="958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6A209CF0-A15E-5188-40D0-03D51A3D842C}"/>
                  </a:ext>
                </a:extLst>
              </p14:cNvPr>
              <p14:cNvContentPartPr/>
              <p14:nvPr/>
            </p14:nvContentPartPr>
            <p14:xfrm>
              <a:off x="953023" y="1807021"/>
              <a:ext cx="547200" cy="390240"/>
            </p14:xfrm>
          </p:contentPart>
        </mc:Choice>
        <mc:Fallback xmlns="">
          <p:pic>
            <p:nvPicPr>
              <p:cNvPr id="14" name="Ink 13">
                <a:extLst>
                  <a:ext uri="{FF2B5EF4-FFF2-40B4-BE49-F238E27FC236}">
                    <a16:creationId xmlns:a16="http://schemas.microsoft.com/office/drawing/2014/main" id="{6A209CF0-A15E-5188-40D0-03D51A3D842C}"/>
                  </a:ext>
                </a:extLst>
              </p:cNvPr>
              <p:cNvPicPr/>
              <p:nvPr/>
            </p:nvPicPr>
            <p:blipFill>
              <a:blip r:embed="rId5"/>
              <a:stretch>
                <a:fillRect/>
              </a:stretch>
            </p:blipFill>
            <p:spPr>
              <a:xfrm>
                <a:off x="938623" y="1796221"/>
                <a:ext cx="57204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8C988041-8F26-ABD4-6016-14EEEE604AE9}"/>
                  </a:ext>
                </a:extLst>
              </p14:cNvPr>
              <p14:cNvContentPartPr/>
              <p14:nvPr/>
            </p14:nvContentPartPr>
            <p14:xfrm>
              <a:off x="814783" y="2573821"/>
              <a:ext cx="949680" cy="622800"/>
            </p14:xfrm>
          </p:contentPart>
        </mc:Choice>
        <mc:Fallback xmlns="">
          <p:pic>
            <p:nvPicPr>
              <p:cNvPr id="25" name="Ink 24">
                <a:extLst>
                  <a:ext uri="{FF2B5EF4-FFF2-40B4-BE49-F238E27FC236}">
                    <a16:creationId xmlns:a16="http://schemas.microsoft.com/office/drawing/2014/main" id="{8C988041-8F26-ABD4-6016-14EEEE604AE9}"/>
                  </a:ext>
                </a:extLst>
              </p:cNvPr>
              <p:cNvPicPr/>
              <p:nvPr/>
            </p:nvPicPr>
            <p:blipFill>
              <a:blip r:embed="rId7"/>
              <a:stretch>
                <a:fillRect/>
              </a:stretch>
            </p:blipFill>
            <p:spPr>
              <a:xfrm>
                <a:off x="803983" y="2563381"/>
                <a:ext cx="970920" cy="64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1" name="Ink 40">
                <a:extLst>
                  <a:ext uri="{FF2B5EF4-FFF2-40B4-BE49-F238E27FC236}">
                    <a16:creationId xmlns:a16="http://schemas.microsoft.com/office/drawing/2014/main" id="{C83BD2D0-3B4E-B6A4-CB18-A3A020C7AF07}"/>
                  </a:ext>
                </a:extLst>
              </p14:cNvPr>
              <p14:cNvContentPartPr/>
              <p14:nvPr/>
            </p14:nvContentPartPr>
            <p14:xfrm>
              <a:off x="3128143" y="1479781"/>
              <a:ext cx="1069200" cy="736200"/>
            </p14:xfrm>
          </p:contentPart>
        </mc:Choice>
        <mc:Fallback xmlns="">
          <p:pic>
            <p:nvPicPr>
              <p:cNvPr id="41" name="Ink 40">
                <a:extLst>
                  <a:ext uri="{FF2B5EF4-FFF2-40B4-BE49-F238E27FC236}">
                    <a16:creationId xmlns:a16="http://schemas.microsoft.com/office/drawing/2014/main" id="{C83BD2D0-3B4E-B6A4-CB18-A3A020C7AF07}"/>
                  </a:ext>
                </a:extLst>
              </p:cNvPr>
              <p:cNvPicPr/>
              <p:nvPr/>
            </p:nvPicPr>
            <p:blipFill>
              <a:blip r:embed="rId9"/>
              <a:stretch>
                <a:fillRect/>
              </a:stretch>
            </p:blipFill>
            <p:spPr>
              <a:xfrm>
                <a:off x="3117703" y="1469336"/>
                <a:ext cx="1090440" cy="75745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1" name="Ink 60">
                <a:extLst>
                  <a:ext uri="{FF2B5EF4-FFF2-40B4-BE49-F238E27FC236}">
                    <a16:creationId xmlns:a16="http://schemas.microsoft.com/office/drawing/2014/main" id="{7084B383-EE66-44A7-3C71-A750EDE5C490}"/>
                  </a:ext>
                </a:extLst>
              </p14:cNvPr>
              <p14:cNvContentPartPr/>
              <p14:nvPr/>
            </p14:nvContentPartPr>
            <p14:xfrm>
              <a:off x="3140743" y="2209141"/>
              <a:ext cx="1446480" cy="490320"/>
            </p14:xfrm>
          </p:contentPart>
        </mc:Choice>
        <mc:Fallback xmlns="">
          <p:pic>
            <p:nvPicPr>
              <p:cNvPr id="61" name="Ink 60">
                <a:extLst>
                  <a:ext uri="{FF2B5EF4-FFF2-40B4-BE49-F238E27FC236}">
                    <a16:creationId xmlns:a16="http://schemas.microsoft.com/office/drawing/2014/main" id="{7084B383-EE66-44A7-3C71-A750EDE5C490}"/>
                  </a:ext>
                </a:extLst>
              </p:cNvPr>
              <p:cNvPicPr/>
              <p:nvPr/>
            </p:nvPicPr>
            <p:blipFill>
              <a:blip r:embed="rId11"/>
              <a:stretch>
                <a:fillRect/>
              </a:stretch>
            </p:blipFill>
            <p:spPr>
              <a:xfrm>
                <a:off x="3130303" y="2198693"/>
                <a:ext cx="1467720" cy="51157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6" name="Ink 65">
                <a:extLst>
                  <a:ext uri="{FF2B5EF4-FFF2-40B4-BE49-F238E27FC236}">
                    <a16:creationId xmlns:a16="http://schemas.microsoft.com/office/drawing/2014/main" id="{29C24BA8-B261-895F-85D0-52F732A71830}"/>
                  </a:ext>
                </a:extLst>
              </p14:cNvPr>
              <p14:cNvContentPartPr/>
              <p14:nvPr/>
            </p14:nvContentPartPr>
            <p14:xfrm>
              <a:off x="5895463" y="1827181"/>
              <a:ext cx="640800" cy="362880"/>
            </p14:xfrm>
          </p:contentPart>
        </mc:Choice>
        <mc:Fallback xmlns="">
          <p:pic>
            <p:nvPicPr>
              <p:cNvPr id="66" name="Ink 65">
                <a:extLst>
                  <a:ext uri="{FF2B5EF4-FFF2-40B4-BE49-F238E27FC236}">
                    <a16:creationId xmlns:a16="http://schemas.microsoft.com/office/drawing/2014/main" id="{29C24BA8-B261-895F-85D0-52F732A71830}"/>
                  </a:ext>
                </a:extLst>
              </p:cNvPr>
              <p:cNvPicPr/>
              <p:nvPr/>
            </p:nvPicPr>
            <p:blipFill>
              <a:blip r:embed="rId13"/>
              <a:stretch>
                <a:fillRect/>
              </a:stretch>
            </p:blipFill>
            <p:spPr>
              <a:xfrm>
                <a:off x="5884663" y="1816381"/>
                <a:ext cx="66204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4" name="Ink 73">
                <a:extLst>
                  <a:ext uri="{FF2B5EF4-FFF2-40B4-BE49-F238E27FC236}">
                    <a16:creationId xmlns:a16="http://schemas.microsoft.com/office/drawing/2014/main" id="{6B2C744B-16F8-5917-4A7E-C83C0840A66F}"/>
                  </a:ext>
                </a:extLst>
              </p14:cNvPr>
              <p14:cNvContentPartPr/>
              <p14:nvPr/>
            </p14:nvContentPartPr>
            <p14:xfrm>
              <a:off x="5888263" y="2680741"/>
              <a:ext cx="824040" cy="264600"/>
            </p14:xfrm>
          </p:contentPart>
        </mc:Choice>
        <mc:Fallback xmlns="">
          <p:pic>
            <p:nvPicPr>
              <p:cNvPr id="74" name="Ink 73">
                <a:extLst>
                  <a:ext uri="{FF2B5EF4-FFF2-40B4-BE49-F238E27FC236}">
                    <a16:creationId xmlns:a16="http://schemas.microsoft.com/office/drawing/2014/main" id="{6B2C744B-16F8-5917-4A7E-C83C0840A66F}"/>
                  </a:ext>
                </a:extLst>
              </p:cNvPr>
              <p:cNvPicPr/>
              <p:nvPr/>
            </p:nvPicPr>
            <p:blipFill>
              <a:blip r:embed="rId15"/>
              <a:stretch>
                <a:fillRect/>
              </a:stretch>
            </p:blipFill>
            <p:spPr>
              <a:xfrm>
                <a:off x="5877823" y="2670287"/>
                <a:ext cx="845280" cy="28586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5" name="Ink 74">
                <a:extLst>
                  <a:ext uri="{FF2B5EF4-FFF2-40B4-BE49-F238E27FC236}">
                    <a16:creationId xmlns:a16="http://schemas.microsoft.com/office/drawing/2014/main" id="{2E728620-C96E-744D-9E7B-3D1868C934D3}"/>
                  </a:ext>
                </a:extLst>
              </p14:cNvPr>
              <p14:cNvContentPartPr/>
              <p14:nvPr/>
            </p14:nvContentPartPr>
            <p14:xfrm>
              <a:off x="6102823" y="2391661"/>
              <a:ext cx="257400" cy="182520"/>
            </p14:xfrm>
          </p:contentPart>
        </mc:Choice>
        <mc:Fallback xmlns="">
          <p:pic>
            <p:nvPicPr>
              <p:cNvPr id="75" name="Ink 74">
                <a:extLst>
                  <a:ext uri="{FF2B5EF4-FFF2-40B4-BE49-F238E27FC236}">
                    <a16:creationId xmlns:a16="http://schemas.microsoft.com/office/drawing/2014/main" id="{2E728620-C96E-744D-9E7B-3D1868C934D3}"/>
                  </a:ext>
                </a:extLst>
              </p:cNvPr>
              <p:cNvPicPr/>
              <p:nvPr/>
            </p:nvPicPr>
            <p:blipFill>
              <a:blip r:embed="rId17"/>
              <a:stretch>
                <a:fillRect/>
              </a:stretch>
            </p:blipFill>
            <p:spPr>
              <a:xfrm>
                <a:off x="6092023" y="2380861"/>
                <a:ext cx="2786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6" name="Ink 95">
                <a:extLst>
                  <a:ext uri="{FF2B5EF4-FFF2-40B4-BE49-F238E27FC236}">
                    <a16:creationId xmlns:a16="http://schemas.microsoft.com/office/drawing/2014/main" id="{8D468827-A763-5277-4B64-E100C6453308}"/>
                  </a:ext>
                </a:extLst>
              </p14:cNvPr>
              <p14:cNvContentPartPr/>
              <p14:nvPr/>
            </p14:nvContentPartPr>
            <p14:xfrm>
              <a:off x="7932343" y="1498861"/>
              <a:ext cx="1426680" cy="968400"/>
            </p14:xfrm>
          </p:contentPart>
        </mc:Choice>
        <mc:Fallback xmlns="">
          <p:pic>
            <p:nvPicPr>
              <p:cNvPr id="96" name="Ink 95">
                <a:extLst>
                  <a:ext uri="{FF2B5EF4-FFF2-40B4-BE49-F238E27FC236}">
                    <a16:creationId xmlns:a16="http://schemas.microsoft.com/office/drawing/2014/main" id="{8D468827-A763-5277-4B64-E100C6453308}"/>
                  </a:ext>
                </a:extLst>
              </p:cNvPr>
              <p:cNvPicPr/>
              <p:nvPr/>
            </p:nvPicPr>
            <p:blipFill>
              <a:blip r:embed="rId19"/>
              <a:stretch>
                <a:fillRect/>
              </a:stretch>
            </p:blipFill>
            <p:spPr>
              <a:xfrm>
                <a:off x="7921903" y="1488061"/>
                <a:ext cx="1447920" cy="989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6" name="Ink 105">
                <a:extLst>
                  <a:ext uri="{FF2B5EF4-FFF2-40B4-BE49-F238E27FC236}">
                    <a16:creationId xmlns:a16="http://schemas.microsoft.com/office/drawing/2014/main" id="{129F43B9-3037-E7AB-104E-8142ACC6B1C7}"/>
                  </a:ext>
                </a:extLst>
              </p14:cNvPr>
              <p14:cNvContentPartPr/>
              <p14:nvPr/>
            </p14:nvContentPartPr>
            <p14:xfrm>
              <a:off x="8132863" y="2177821"/>
              <a:ext cx="1037160" cy="587880"/>
            </p14:xfrm>
          </p:contentPart>
        </mc:Choice>
        <mc:Fallback xmlns="">
          <p:pic>
            <p:nvPicPr>
              <p:cNvPr id="106" name="Ink 105">
                <a:extLst>
                  <a:ext uri="{FF2B5EF4-FFF2-40B4-BE49-F238E27FC236}">
                    <a16:creationId xmlns:a16="http://schemas.microsoft.com/office/drawing/2014/main" id="{129F43B9-3037-E7AB-104E-8142ACC6B1C7}"/>
                  </a:ext>
                </a:extLst>
              </p:cNvPr>
              <p:cNvPicPr/>
              <p:nvPr/>
            </p:nvPicPr>
            <p:blipFill>
              <a:blip r:embed="rId21"/>
              <a:stretch>
                <a:fillRect/>
              </a:stretch>
            </p:blipFill>
            <p:spPr>
              <a:xfrm>
                <a:off x="8122063" y="2167021"/>
                <a:ext cx="1058400" cy="609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8" name="Ink 117">
                <a:extLst>
                  <a:ext uri="{FF2B5EF4-FFF2-40B4-BE49-F238E27FC236}">
                    <a16:creationId xmlns:a16="http://schemas.microsoft.com/office/drawing/2014/main" id="{913A0CB6-2837-A152-56C3-BD05A81EF636}"/>
                  </a:ext>
                </a:extLst>
              </p14:cNvPr>
              <p14:cNvContentPartPr/>
              <p14:nvPr/>
            </p14:nvContentPartPr>
            <p14:xfrm>
              <a:off x="10402663" y="1772101"/>
              <a:ext cx="1446480" cy="1020600"/>
            </p14:xfrm>
          </p:contentPart>
        </mc:Choice>
        <mc:Fallback xmlns="">
          <p:pic>
            <p:nvPicPr>
              <p:cNvPr id="118" name="Ink 117">
                <a:extLst>
                  <a:ext uri="{FF2B5EF4-FFF2-40B4-BE49-F238E27FC236}">
                    <a16:creationId xmlns:a16="http://schemas.microsoft.com/office/drawing/2014/main" id="{913A0CB6-2837-A152-56C3-BD05A81EF636}"/>
                  </a:ext>
                </a:extLst>
              </p:cNvPr>
              <p:cNvPicPr/>
              <p:nvPr/>
            </p:nvPicPr>
            <p:blipFill>
              <a:blip r:embed="rId23"/>
              <a:stretch>
                <a:fillRect/>
              </a:stretch>
            </p:blipFill>
            <p:spPr>
              <a:xfrm>
                <a:off x="10391863" y="1761305"/>
                <a:ext cx="1467720" cy="1041833"/>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4" name="Ink 123">
                <a:extLst>
                  <a:ext uri="{FF2B5EF4-FFF2-40B4-BE49-F238E27FC236}">
                    <a16:creationId xmlns:a16="http://schemas.microsoft.com/office/drawing/2014/main" id="{32492DC6-DFCA-FA5A-21E1-F23167928241}"/>
                  </a:ext>
                </a:extLst>
              </p14:cNvPr>
              <p14:cNvContentPartPr/>
              <p14:nvPr/>
            </p14:nvContentPartPr>
            <p14:xfrm>
              <a:off x="10380703" y="316981"/>
              <a:ext cx="405720" cy="753840"/>
            </p14:xfrm>
          </p:contentPart>
        </mc:Choice>
        <mc:Fallback xmlns="">
          <p:pic>
            <p:nvPicPr>
              <p:cNvPr id="124" name="Ink 123">
                <a:extLst>
                  <a:ext uri="{FF2B5EF4-FFF2-40B4-BE49-F238E27FC236}">
                    <a16:creationId xmlns:a16="http://schemas.microsoft.com/office/drawing/2014/main" id="{32492DC6-DFCA-FA5A-21E1-F23167928241}"/>
                  </a:ext>
                </a:extLst>
              </p:cNvPr>
              <p:cNvPicPr/>
              <p:nvPr/>
            </p:nvPicPr>
            <p:blipFill>
              <a:blip r:embed="rId25"/>
              <a:stretch>
                <a:fillRect/>
              </a:stretch>
            </p:blipFill>
            <p:spPr>
              <a:xfrm>
                <a:off x="10366651" y="302588"/>
                <a:ext cx="430582" cy="77866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6" name="Ink 135">
                <a:extLst>
                  <a:ext uri="{FF2B5EF4-FFF2-40B4-BE49-F238E27FC236}">
                    <a16:creationId xmlns:a16="http://schemas.microsoft.com/office/drawing/2014/main" id="{30BFFC1F-DDF3-42F5-48F4-F48CCE2503A8}"/>
                  </a:ext>
                </a:extLst>
              </p14:cNvPr>
              <p14:cNvContentPartPr/>
              <p14:nvPr/>
            </p14:nvContentPartPr>
            <p14:xfrm>
              <a:off x="8183263" y="4038661"/>
              <a:ext cx="874440" cy="439920"/>
            </p14:xfrm>
          </p:contentPart>
        </mc:Choice>
        <mc:Fallback xmlns="">
          <p:pic>
            <p:nvPicPr>
              <p:cNvPr id="136" name="Ink 135">
                <a:extLst>
                  <a:ext uri="{FF2B5EF4-FFF2-40B4-BE49-F238E27FC236}">
                    <a16:creationId xmlns:a16="http://schemas.microsoft.com/office/drawing/2014/main" id="{30BFFC1F-DDF3-42F5-48F4-F48CCE2503A8}"/>
                  </a:ext>
                </a:extLst>
              </p:cNvPr>
              <p:cNvPicPr/>
              <p:nvPr/>
            </p:nvPicPr>
            <p:blipFill>
              <a:blip r:embed="rId27"/>
              <a:stretch>
                <a:fillRect/>
              </a:stretch>
            </p:blipFill>
            <p:spPr>
              <a:xfrm>
                <a:off x="8172463" y="4028221"/>
                <a:ext cx="89568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1" name="Ink 140">
                <a:extLst>
                  <a:ext uri="{FF2B5EF4-FFF2-40B4-BE49-F238E27FC236}">
                    <a16:creationId xmlns:a16="http://schemas.microsoft.com/office/drawing/2014/main" id="{5B96F380-503D-A12B-3DE0-14BD69B0D8D5}"/>
                  </a:ext>
                </a:extLst>
              </p14:cNvPr>
              <p14:cNvContentPartPr/>
              <p14:nvPr/>
            </p14:nvContentPartPr>
            <p14:xfrm>
              <a:off x="8071303" y="4606021"/>
              <a:ext cx="363600" cy="362160"/>
            </p14:xfrm>
          </p:contentPart>
        </mc:Choice>
        <mc:Fallback xmlns="">
          <p:pic>
            <p:nvPicPr>
              <p:cNvPr id="141" name="Ink 140">
                <a:extLst>
                  <a:ext uri="{FF2B5EF4-FFF2-40B4-BE49-F238E27FC236}">
                    <a16:creationId xmlns:a16="http://schemas.microsoft.com/office/drawing/2014/main" id="{5B96F380-503D-A12B-3DE0-14BD69B0D8D5}"/>
                  </a:ext>
                </a:extLst>
              </p:cNvPr>
              <p:cNvPicPr/>
              <p:nvPr/>
            </p:nvPicPr>
            <p:blipFill>
              <a:blip r:embed="rId29"/>
              <a:stretch>
                <a:fillRect/>
              </a:stretch>
            </p:blipFill>
            <p:spPr>
              <a:xfrm>
                <a:off x="8060863" y="4595581"/>
                <a:ext cx="38484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6" name="Ink 145">
                <a:extLst>
                  <a:ext uri="{FF2B5EF4-FFF2-40B4-BE49-F238E27FC236}">
                    <a16:creationId xmlns:a16="http://schemas.microsoft.com/office/drawing/2014/main" id="{F304D7DA-872C-BF31-DA43-B68FD3527CD7}"/>
                  </a:ext>
                </a:extLst>
              </p14:cNvPr>
              <p14:cNvContentPartPr/>
              <p14:nvPr/>
            </p14:nvContentPartPr>
            <p14:xfrm>
              <a:off x="8484943" y="4620061"/>
              <a:ext cx="584280" cy="324360"/>
            </p14:xfrm>
          </p:contentPart>
        </mc:Choice>
        <mc:Fallback xmlns="">
          <p:pic>
            <p:nvPicPr>
              <p:cNvPr id="146" name="Ink 145">
                <a:extLst>
                  <a:ext uri="{FF2B5EF4-FFF2-40B4-BE49-F238E27FC236}">
                    <a16:creationId xmlns:a16="http://schemas.microsoft.com/office/drawing/2014/main" id="{F304D7DA-872C-BF31-DA43-B68FD3527CD7}"/>
                  </a:ext>
                </a:extLst>
              </p:cNvPr>
              <p:cNvPicPr/>
              <p:nvPr/>
            </p:nvPicPr>
            <p:blipFill>
              <a:blip r:embed="rId31"/>
              <a:stretch>
                <a:fillRect/>
              </a:stretch>
            </p:blipFill>
            <p:spPr>
              <a:xfrm>
                <a:off x="8474143" y="4609261"/>
                <a:ext cx="6055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9" name="Ink 148">
                <a:extLst>
                  <a:ext uri="{FF2B5EF4-FFF2-40B4-BE49-F238E27FC236}">
                    <a16:creationId xmlns:a16="http://schemas.microsoft.com/office/drawing/2014/main" id="{E89E862E-8492-D32C-20A7-E57B66EBB44B}"/>
                  </a:ext>
                </a:extLst>
              </p14:cNvPr>
              <p14:cNvContentPartPr/>
              <p14:nvPr/>
            </p14:nvContentPartPr>
            <p14:xfrm>
              <a:off x="8060143" y="5029381"/>
              <a:ext cx="205200" cy="342000"/>
            </p14:xfrm>
          </p:contentPart>
        </mc:Choice>
        <mc:Fallback xmlns="">
          <p:pic>
            <p:nvPicPr>
              <p:cNvPr id="149" name="Ink 148">
                <a:extLst>
                  <a:ext uri="{FF2B5EF4-FFF2-40B4-BE49-F238E27FC236}">
                    <a16:creationId xmlns:a16="http://schemas.microsoft.com/office/drawing/2014/main" id="{E89E862E-8492-D32C-20A7-E57B66EBB44B}"/>
                  </a:ext>
                </a:extLst>
              </p:cNvPr>
              <p:cNvPicPr/>
              <p:nvPr/>
            </p:nvPicPr>
            <p:blipFill>
              <a:blip r:embed="rId33"/>
              <a:stretch>
                <a:fillRect/>
              </a:stretch>
            </p:blipFill>
            <p:spPr>
              <a:xfrm>
                <a:off x="8049703" y="5018581"/>
                <a:ext cx="22644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0" name="Ink 159">
                <a:extLst>
                  <a:ext uri="{FF2B5EF4-FFF2-40B4-BE49-F238E27FC236}">
                    <a16:creationId xmlns:a16="http://schemas.microsoft.com/office/drawing/2014/main" id="{86BD869D-BB1C-3C92-F12E-5EDC6C4BD1DD}"/>
                  </a:ext>
                </a:extLst>
              </p14:cNvPr>
              <p14:cNvContentPartPr/>
              <p14:nvPr/>
            </p14:nvContentPartPr>
            <p14:xfrm>
              <a:off x="8742703" y="4981861"/>
              <a:ext cx="665640" cy="383760"/>
            </p14:xfrm>
          </p:contentPart>
        </mc:Choice>
        <mc:Fallback xmlns="">
          <p:pic>
            <p:nvPicPr>
              <p:cNvPr id="160" name="Ink 159">
                <a:extLst>
                  <a:ext uri="{FF2B5EF4-FFF2-40B4-BE49-F238E27FC236}">
                    <a16:creationId xmlns:a16="http://schemas.microsoft.com/office/drawing/2014/main" id="{86BD869D-BB1C-3C92-F12E-5EDC6C4BD1DD}"/>
                  </a:ext>
                </a:extLst>
              </p:cNvPr>
              <p:cNvPicPr/>
              <p:nvPr/>
            </p:nvPicPr>
            <p:blipFill>
              <a:blip r:embed="rId35"/>
              <a:stretch>
                <a:fillRect/>
              </a:stretch>
            </p:blipFill>
            <p:spPr>
              <a:xfrm>
                <a:off x="8731897" y="4971421"/>
                <a:ext cx="686891"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1" name="Ink 160">
                <a:extLst>
                  <a:ext uri="{FF2B5EF4-FFF2-40B4-BE49-F238E27FC236}">
                    <a16:creationId xmlns:a16="http://schemas.microsoft.com/office/drawing/2014/main" id="{A926382B-40C8-B30A-9763-D14289099E60}"/>
                  </a:ext>
                </a:extLst>
              </p14:cNvPr>
              <p14:cNvContentPartPr/>
              <p14:nvPr/>
            </p14:nvContentPartPr>
            <p14:xfrm>
              <a:off x="8283703" y="5094901"/>
              <a:ext cx="252000" cy="264600"/>
            </p14:xfrm>
          </p:contentPart>
        </mc:Choice>
        <mc:Fallback xmlns="">
          <p:pic>
            <p:nvPicPr>
              <p:cNvPr id="161" name="Ink 160">
                <a:extLst>
                  <a:ext uri="{FF2B5EF4-FFF2-40B4-BE49-F238E27FC236}">
                    <a16:creationId xmlns:a16="http://schemas.microsoft.com/office/drawing/2014/main" id="{A926382B-40C8-B30A-9763-D14289099E60}"/>
                  </a:ext>
                </a:extLst>
              </p:cNvPr>
              <p:cNvPicPr/>
              <p:nvPr/>
            </p:nvPicPr>
            <p:blipFill>
              <a:blip r:embed="rId37"/>
              <a:stretch>
                <a:fillRect/>
              </a:stretch>
            </p:blipFill>
            <p:spPr>
              <a:xfrm>
                <a:off x="8273263" y="5084447"/>
                <a:ext cx="273240" cy="285869"/>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6" name="Ink 185">
                <a:extLst>
                  <a:ext uri="{FF2B5EF4-FFF2-40B4-BE49-F238E27FC236}">
                    <a16:creationId xmlns:a16="http://schemas.microsoft.com/office/drawing/2014/main" id="{0E9976A9-3A8B-214F-F276-3D3A5CA7E0F0}"/>
                  </a:ext>
                </a:extLst>
              </p14:cNvPr>
              <p14:cNvContentPartPr/>
              <p14:nvPr/>
            </p14:nvContentPartPr>
            <p14:xfrm>
              <a:off x="5844343" y="4019941"/>
              <a:ext cx="1396080" cy="1281600"/>
            </p14:xfrm>
          </p:contentPart>
        </mc:Choice>
        <mc:Fallback xmlns="">
          <p:pic>
            <p:nvPicPr>
              <p:cNvPr id="186" name="Ink 185">
                <a:extLst>
                  <a:ext uri="{FF2B5EF4-FFF2-40B4-BE49-F238E27FC236}">
                    <a16:creationId xmlns:a16="http://schemas.microsoft.com/office/drawing/2014/main" id="{0E9976A9-3A8B-214F-F276-3D3A5CA7E0F0}"/>
                  </a:ext>
                </a:extLst>
              </p:cNvPr>
              <p:cNvPicPr/>
              <p:nvPr/>
            </p:nvPicPr>
            <p:blipFill>
              <a:blip r:embed="rId39"/>
              <a:stretch>
                <a:fillRect/>
              </a:stretch>
            </p:blipFill>
            <p:spPr>
              <a:xfrm>
                <a:off x="5833543" y="4009141"/>
                <a:ext cx="1417320" cy="1302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0" name="Ink 189">
                <a:extLst>
                  <a:ext uri="{FF2B5EF4-FFF2-40B4-BE49-F238E27FC236}">
                    <a16:creationId xmlns:a16="http://schemas.microsoft.com/office/drawing/2014/main" id="{BB05F9E9-7585-2F7F-0781-0D289FD4D303}"/>
                  </a:ext>
                </a:extLst>
              </p14:cNvPr>
              <p14:cNvContentPartPr/>
              <p14:nvPr/>
            </p14:nvContentPartPr>
            <p14:xfrm>
              <a:off x="2694343" y="1297621"/>
              <a:ext cx="4439160" cy="1842480"/>
            </p14:xfrm>
          </p:contentPart>
        </mc:Choice>
        <mc:Fallback xmlns="">
          <p:pic>
            <p:nvPicPr>
              <p:cNvPr id="190" name="Ink 189">
                <a:extLst>
                  <a:ext uri="{FF2B5EF4-FFF2-40B4-BE49-F238E27FC236}">
                    <a16:creationId xmlns:a16="http://schemas.microsoft.com/office/drawing/2014/main" id="{BB05F9E9-7585-2F7F-0781-0D289FD4D303}"/>
                  </a:ext>
                </a:extLst>
              </p:cNvPr>
              <p:cNvPicPr/>
              <p:nvPr/>
            </p:nvPicPr>
            <p:blipFill>
              <a:blip r:embed="rId41"/>
              <a:stretch>
                <a:fillRect/>
              </a:stretch>
            </p:blipFill>
            <p:spPr>
              <a:xfrm>
                <a:off x="2680303" y="1283221"/>
                <a:ext cx="4467600" cy="1870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1" name="Ink 190">
                <a:extLst>
                  <a:ext uri="{FF2B5EF4-FFF2-40B4-BE49-F238E27FC236}">
                    <a16:creationId xmlns:a16="http://schemas.microsoft.com/office/drawing/2014/main" id="{1C828298-AB44-416B-29B9-17F5CC6B8C46}"/>
                  </a:ext>
                </a:extLst>
              </p14:cNvPr>
              <p14:cNvContentPartPr/>
              <p14:nvPr/>
            </p14:nvContentPartPr>
            <p14:xfrm>
              <a:off x="7629943" y="1316341"/>
              <a:ext cx="1899000" cy="1691640"/>
            </p14:xfrm>
          </p:contentPart>
        </mc:Choice>
        <mc:Fallback xmlns="">
          <p:pic>
            <p:nvPicPr>
              <p:cNvPr id="191" name="Ink 190">
                <a:extLst>
                  <a:ext uri="{FF2B5EF4-FFF2-40B4-BE49-F238E27FC236}">
                    <a16:creationId xmlns:a16="http://schemas.microsoft.com/office/drawing/2014/main" id="{1C828298-AB44-416B-29B9-17F5CC6B8C46}"/>
                  </a:ext>
                </a:extLst>
              </p:cNvPr>
              <p:cNvPicPr/>
              <p:nvPr/>
            </p:nvPicPr>
            <p:blipFill>
              <a:blip r:embed="rId43"/>
              <a:stretch>
                <a:fillRect/>
              </a:stretch>
            </p:blipFill>
            <p:spPr>
              <a:xfrm>
                <a:off x="7615543" y="1302301"/>
                <a:ext cx="1927440" cy="1720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92" name="Ink 191">
                <a:extLst>
                  <a:ext uri="{FF2B5EF4-FFF2-40B4-BE49-F238E27FC236}">
                    <a16:creationId xmlns:a16="http://schemas.microsoft.com/office/drawing/2014/main" id="{A580BC21-EA6C-58C6-9617-0BB38F8098CF}"/>
                  </a:ext>
                </a:extLst>
              </p14:cNvPr>
              <p14:cNvContentPartPr/>
              <p14:nvPr/>
            </p14:nvContentPartPr>
            <p14:xfrm>
              <a:off x="10194943" y="1655821"/>
              <a:ext cx="1798560" cy="1257840"/>
            </p14:xfrm>
          </p:contentPart>
        </mc:Choice>
        <mc:Fallback xmlns="">
          <p:pic>
            <p:nvPicPr>
              <p:cNvPr id="192" name="Ink 191">
                <a:extLst>
                  <a:ext uri="{FF2B5EF4-FFF2-40B4-BE49-F238E27FC236}">
                    <a16:creationId xmlns:a16="http://schemas.microsoft.com/office/drawing/2014/main" id="{A580BC21-EA6C-58C6-9617-0BB38F8098CF}"/>
                  </a:ext>
                </a:extLst>
              </p:cNvPr>
              <p:cNvPicPr/>
              <p:nvPr/>
            </p:nvPicPr>
            <p:blipFill>
              <a:blip r:embed="rId45"/>
              <a:stretch>
                <a:fillRect/>
              </a:stretch>
            </p:blipFill>
            <p:spPr>
              <a:xfrm>
                <a:off x="10180903" y="1641781"/>
                <a:ext cx="1827000" cy="1286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95" name="Ink 194">
                <a:extLst>
                  <a:ext uri="{FF2B5EF4-FFF2-40B4-BE49-F238E27FC236}">
                    <a16:creationId xmlns:a16="http://schemas.microsoft.com/office/drawing/2014/main" id="{D6070226-3B60-0F98-63ED-88B425FD7C77}"/>
                  </a:ext>
                </a:extLst>
              </p14:cNvPr>
              <p14:cNvContentPartPr/>
              <p14:nvPr/>
            </p14:nvContentPartPr>
            <p14:xfrm>
              <a:off x="5523583" y="3818701"/>
              <a:ext cx="4187520" cy="1779840"/>
            </p14:xfrm>
          </p:contentPart>
        </mc:Choice>
        <mc:Fallback xmlns="">
          <p:pic>
            <p:nvPicPr>
              <p:cNvPr id="195" name="Ink 194">
                <a:extLst>
                  <a:ext uri="{FF2B5EF4-FFF2-40B4-BE49-F238E27FC236}">
                    <a16:creationId xmlns:a16="http://schemas.microsoft.com/office/drawing/2014/main" id="{D6070226-3B60-0F98-63ED-88B425FD7C77}"/>
                  </a:ext>
                </a:extLst>
              </p:cNvPr>
              <p:cNvPicPr/>
              <p:nvPr/>
            </p:nvPicPr>
            <p:blipFill>
              <a:blip r:embed="rId47"/>
              <a:stretch>
                <a:fillRect/>
              </a:stretch>
            </p:blipFill>
            <p:spPr>
              <a:xfrm>
                <a:off x="5509543" y="3804658"/>
                <a:ext cx="4215960" cy="1808286"/>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98" name="Ink 197">
                <a:extLst>
                  <a:ext uri="{FF2B5EF4-FFF2-40B4-BE49-F238E27FC236}">
                    <a16:creationId xmlns:a16="http://schemas.microsoft.com/office/drawing/2014/main" id="{6A9E5E60-446F-DB4D-0651-34F20346CE5A}"/>
                  </a:ext>
                </a:extLst>
              </p14:cNvPr>
              <p14:cNvContentPartPr/>
              <p14:nvPr/>
            </p14:nvContentPartPr>
            <p14:xfrm>
              <a:off x="1859143" y="2045701"/>
              <a:ext cx="556920" cy="170280"/>
            </p14:xfrm>
          </p:contentPart>
        </mc:Choice>
        <mc:Fallback xmlns="">
          <p:pic>
            <p:nvPicPr>
              <p:cNvPr id="198" name="Ink 197">
                <a:extLst>
                  <a:ext uri="{FF2B5EF4-FFF2-40B4-BE49-F238E27FC236}">
                    <a16:creationId xmlns:a16="http://schemas.microsoft.com/office/drawing/2014/main" id="{6A9E5E60-446F-DB4D-0651-34F20346CE5A}"/>
                  </a:ext>
                </a:extLst>
              </p:cNvPr>
              <p:cNvPicPr/>
              <p:nvPr/>
            </p:nvPicPr>
            <p:blipFill>
              <a:blip r:embed="rId49"/>
              <a:stretch>
                <a:fillRect/>
              </a:stretch>
            </p:blipFill>
            <p:spPr>
              <a:xfrm>
                <a:off x="1848350" y="2035261"/>
                <a:ext cx="578146"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01" name="Ink 200">
                <a:extLst>
                  <a:ext uri="{FF2B5EF4-FFF2-40B4-BE49-F238E27FC236}">
                    <a16:creationId xmlns:a16="http://schemas.microsoft.com/office/drawing/2014/main" id="{BCC6A8A1-E62A-3E6A-ACFF-516B6D25185E}"/>
                  </a:ext>
                </a:extLst>
              </p14:cNvPr>
              <p14:cNvContentPartPr/>
              <p14:nvPr/>
            </p14:nvContentPartPr>
            <p14:xfrm>
              <a:off x="4886023" y="2221741"/>
              <a:ext cx="487080" cy="220320"/>
            </p14:xfrm>
          </p:contentPart>
        </mc:Choice>
        <mc:Fallback xmlns="">
          <p:pic>
            <p:nvPicPr>
              <p:cNvPr id="201" name="Ink 200">
                <a:extLst>
                  <a:ext uri="{FF2B5EF4-FFF2-40B4-BE49-F238E27FC236}">
                    <a16:creationId xmlns:a16="http://schemas.microsoft.com/office/drawing/2014/main" id="{BCC6A8A1-E62A-3E6A-ACFF-516B6D25185E}"/>
                  </a:ext>
                </a:extLst>
              </p:cNvPr>
              <p:cNvPicPr/>
              <p:nvPr/>
            </p:nvPicPr>
            <p:blipFill>
              <a:blip r:embed="rId51"/>
              <a:stretch>
                <a:fillRect/>
              </a:stretch>
            </p:blipFill>
            <p:spPr>
              <a:xfrm>
                <a:off x="4875231" y="2211301"/>
                <a:ext cx="508304"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04" name="Ink 203">
                <a:extLst>
                  <a:ext uri="{FF2B5EF4-FFF2-40B4-BE49-F238E27FC236}">
                    <a16:creationId xmlns:a16="http://schemas.microsoft.com/office/drawing/2014/main" id="{C8B5BC04-09FA-C404-294F-39C422A8574A}"/>
                  </a:ext>
                </a:extLst>
              </p14:cNvPr>
              <p14:cNvContentPartPr/>
              <p14:nvPr/>
            </p14:nvContentPartPr>
            <p14:xfrm>
              <a:off x="7107943" y="2265661"/>
              <a:ext cx="509760" cy="195120"/>
            </p14:xfrm>
          </p:contentPart>
        </mc:Choice>
        <mc:Fallback xmlns="">
          <p:pic>
            <p:nvPicPr>
              <p:cNvPr id="204" name="Ink 203">
                <a:extLst>
                  <a:ext uri="{FF2B5EF4-FFF2-40B4-BE49-F238E27FC236}">
                    <a16:creationId xmlns:a16="http://schemas.microsoft.com/office/drawing/2014/main" id="{C8B5BC04-09FA-C404-294F-39C422A8574A}"/>
                  </a:ext>
                </a:extLst>
              </p:cNvPr>
              <p:cNvPicPr/>
              <p:nvPr/>
            </p:nvPicPr>
            <p:blipFill>
              <a:blip r:embed="rId53"/>
              <a:stretch>
                <a:fillRect/>
              </a:stretch>
            </p:blipFill>
            <p:spPr>
              <a:xfrm>
                <a:off x="7097503" y="2251621"/>
                <a:ext cx="5346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08" name="Ink 207">
                <a:extLst>
                  <a:ext uri="{FF2B5EF4-FFF2-40B4-BE49-F238E27FC236}">
                    <a16:creationId xmlns:a16="http://schemas.microsoft.com/office/drawing/2014/main" id="{23127AB8-B9E0-188A-1663-E118A7C48870}"/>
                  </a:ext>
                </a:extLst>
              </p14:cNvPr>
              <p14:cNvContentPartPr/>
              <p14:nvPr/>
            </p14:nvContentPartPr>
            <p14:xfrm>
              <a:off x="9538303" y="2221741"/>
              <a:ext cx="691200" cy="176400"/>
            </p14:xfrm>
          </p:contentPart>
        </mc:Choice>
        <mc:Fallback xmlns="">
          <p:pic>
            <p:nvPicPr>
              <p:cNvPr id="208" name="Ink 207">
                <a:extLst>
                  <a:ext uri="{FF2B5EF4-FFF2-40B4-BE49-F238E27FC236}">
                    <a16:creationId xmlns:a16="http://schemas.microsoft.com/office/drawing/2014/main" id="{23127AB8-B9E0-188A-1663-E118A7C48870}"/>
                  </a:ext>
                </a:extLst>
              </p:cNvPr>
              <p:cNvPicPr/>
              <p:nvPr/>
            </p:nvPicPr>
            <p:blipFill>
              <a:blip r:embed="rId55"/>
              <a:stretch>
                <a:fillRect/>
              </a:stretch>
            </p:blipFill>
            <p:spPr>
              <a:xfrm>
                <a:off x="9527863" y="2211301"/>
                <a:ext cx="7124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12" name="Ink 211">
                <a:extLst>
                  <a:ext uri="{FF2B5EF4-FFF2-40B4-BE49-F238E27FC236}">
                    <a16:creationId xmlns:a16="http://schemas.microsoft.com/office/drawing/2014/main" id="{71B8F817-C88D-6BAB-00EB-89F0D7FDD75E}"/>
                  </a:ext>
                </a:extLst>
              </p14:cNvPr>
              <p14:cNvContentPartPr/>
              <p14:nvPr/>
            </p14:nvContentPartPr>
            <p14:xfrm>
              <a:off x="10496263" y="1241101"/>
              <a:ext cx="359280" cy="383760"/>
            </p14:xfrm>
          </p:contentPart>
        </mc:Choice>
        <mc:Fallback xmlns="">
          <p:pic>
            <p:nvPicPr>
              <p:cNvPr id="212" name="Ink 211">
                <a:extLst>
                  <a:ext uri="{FF2B5EF4-FFF2-40B4-BE49-F238E27FC236}">
                    <a16:creationId xmlns:a16="http://schemas.microsoft.com/office/drawing/2014/main" id="{71B8F817-C88D-6BAB-00EB-89F0D7FDD75E}"/>
                  </a:ext>
                </a:extLst>
              </p:cNvPr>
              <p:cNvPicPr/>
              <p:nvPr/>
            </p:nvPicPr>
            <p:blipFill>
              <a:blip r:embed="rId57"/>
              <a:stretch>
                <a:fillRect/>
              </a:stretch>
            </p:blipFill>
            <p:spPr>
              <a:xfrm>
                <a:off x="10485463" y="1230301"/>
                <a:ext cx="38052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16" name="Ink 215">
                <a:extLst>
                  <a:ext uri="{FF2B5EF4-FFF2-40B4-BE49-F238E27FC236}">
                    <a16:creationId xmlns:a16="http://schemas.microsoft.com/office/drawing/2014/main" id="{C3B40FDC-0DAF-2BBF-72DB-EAD20FE83493}"/>
                  </a:ext>
                </a:extLst>
              </p14:cNvPr>
              <p14:cNvContentPartPr/>
              <p14:nvPr/>
            </p14:nvContentPartPr>
            <p14:xfrm>
              <a:off x="8510143" y="3101941"/>
              <a:ext cx="169920" cy="648000"/>
            </p14:xfrm>
          </p:contentPart>
        </mc:Choice>
        <mc:Fallback xmlns="">
          <p:pic>
            <p:nvPicPr>
              <p:cNvPr id="216" name="Ink 215">
                <a:extLst>
                  <a:ext uri="{FF2B5EF4-FFF2-40B4-BE49-F238E27FC236}">
                    <a16:creationId xmlns:a16="http://schemas.microsoft.com/office/drawing/2014/main" id="{C3B40FDC-0DAF-2BBF-72DB-EAD20FE83493}"/>
                  </a:ext>
                </a:extLst>
              </p:cNvPr>
              <p:cNvPicPr/>
              <p:nvPr/>
            </p:nvPicPr>
            <p:blipFill>
              <a:blip r:embed="rId59"/>
              <a:stretch>
                <a:fillRect/>
              </a:stretch>
            </p:blipFill>
            <p:spPr>
              <a:xfrm>
                <a:off x="8499366" y="3091501"/>
                <a:ext cx="191115" cy="669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9" name="Ink 218">
                <a:extLst>
                  <a:ext uri="{FF2B5EF4-FFF2-40B4-BE49-F238E27FC236}">
                    <a16:creationId xmlns:a16="http://schemas.microsoft.com/office/drawing/2014/main" id="{C38C5829-B56E-4DEE-525B-32EA069C82CB}"/>
                  </a:ext>
                </a:extLst>
              </p14:cNvPr>
              <p14:cNvContentPartPr/>
              <p14:nvPr/>
            </p14:nvContentPartPr>
            <p14:xfrm>
              <a:off x="7246543" y="4381021"/>
              <a:ext cx="565920" cy="324720"/>
            </p14:xfrm>
          </p:contentPart>
        </mc:Choice>
        <mc:Fallback xmlns="">
          <p:pic>
            <p:nvPicPr>
              <p:cNvPr id="219" name="Ink 218">
                <a:extLst>
                  <a:ext uri="{FF2B5EF4-FFF2-40B4-BE49-F238E27FC236}">
                    <a16:creationId xmlns:a16="http://schemas.microsoft.com/office/drawing/2014/main" id="{C38C5829-B56E-4DEE-525B-32EA069C82CB}"/>
                  </a:ext>
                </a:extLst>
              </p:cNvPr>
              <p:cNvPicPr/>
              <p:nvPr/>
            </p:nvPicPr>
            <p:blipFill>
              <a:blip r:embed="rId61"/>
              <a:stretch>
                <a:fillRect/>
              </a:stretch>
            </p:blipFill>
            <p:spPr>
              <a:xfrm>
                <a:off x="7235750" y="4370569"/>
                <a:ext cx="587146" cy="345984"/>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38" name="Ink 237">
                <a:extLst>
                  <a:ext uri="{FF2B5EF4-FFF2-40B4-BE49-F238E27FC236}">
                    <a16:creationId xmlns:a16="http://schemas.microsoft.com/office/drawing/2014/main" id="{36F18949-A5CA-F5D2-B5EC-85223CD94D13}"/>
                  </a:ext>
                </a:extLst>
              </p14:cNvPr>
              <p14:cNvContentPartPr/>
              <p14:nvPr/>
            </p14:nvContentPartPr>
            <p14:xfrm>
              <a:off x="9899383" y="4491541"/>
              <a:ext cx="685800" cy="613800"/>
            </p14:xfrm>
          </p:contentPart>
        </mc:Choice>
        <mc:Fallback xmlns="">
          <p:pic>
            <p:nvPicPr>
              <p:cNvPr id="238" name="Ink 237">
                <a:extLst>
                  <a:ext uri="{FF2B5EF4-FFF2-40B4-BE49-F238E27FC236}">
                    <a16:creationId xmlns:a16="http://schemas.microsoft.com/office/drawing/2014/main" id="{36F18949-A5CA-F5D2-B5EC-85223CD94D13}"/>
                  </a:ext>
                </a:extLst>
              </p:cNvPr>
              <p:cNvPicPr/>
              <p:nvPr/>
            </p:nvPicPr>
            <p:blipFill>
              <a:blip r:embed="rId69"/>
              <a:stretch>
                <a:fillRect/>
              </a:stretch>
            </p:blipFill>
            <p:spPr>
              <a:xfrm>
                <a:off x="9888943" y="4480741"/>
                <a:ext cx="707040" cy="635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53" name="Ink 252">
                <a:extLst>
                  <a:ext uri="{FF2B5EF4-FFF2-40B4-BE49-F238E27FC236}">
                    <a16:creationId xmlns:a16="http://schemas.microsoft.com/office/drawing/2014/main" id="{A9E517DA-3D32-8F4F-8311-4E856DC71C75}"/>
                  </a:ext>
                </a:extLst>
              </p14:cNvPr>
              <p14:cNvContentPartPr/>
              <p14:nvPr/>
            </p14:nvContentPartPr>
            <p14:xfrm>
              <a:off x="5404063" y="5704741"/>
              <a:ext cx="2131200" cy="678600"/>
            </p14:xfrm>
          </p:contentPart>
        </mc:Choice>
        <mc:Fallback xmlns="">
          <p:pic>
            <p:nvPicPr>
              <p:cNvPr id="253" name="Ink 252">
                <a:extLst>
                  <a:ext uri="{FF2B5EF4-FFF2-40B4-BE49-F238E27FC236}">
                    <a16:creationId xmlns:a16="http://schemas.microsoft.com/office/drawing/2014/main" id="{A9E517DA-3D32-8F4F-8311-4E856DC71C75}"/>
                  </a:ext>
                </a:extLst>
              </p:cNvPr>
              <p:cNvPicPr/>
              <p:nvPr/>
            </p:nvPicPr>
            <p:blipFill>
              <a:blip r:embed="rId71"/>
              <a:stretch>
                <a:fillRect/>
              </a:stretch>
            </p:blipFill>
            <p:spPr>
              <a:xfrm>
                <a:off x="5393621" y="5694301"/>
                <a:ext cx="2152444" cy="6998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 name="Ink 7">
                <a:extLst>
                  <a:ext uri="{FF2B5EF4-FFF2-40B4-BE49-F238E27FC236}">
                    <a16:creationId xmlns:a16="http://schemas.microsoft.com/office/drawing/2014/main" id="{DBD9BECE-90DE-C7A4-B0B6-D773999736B7}"/>
                  </a:ext>
                </a:extLst>
              </p14:cNvPr>
              <p14:cNvContentPartPr/>
              <p14:nvPr/>
            </p14:nvContentPartPr>
            <p14:xfrm>
              <a:off x="508063" y="3611341"/>
              <a:ext cx="1132920" cy="446760"/>
            </p14:xfrm>
          </p:contentPart>
        </mc:Choice>
        <mc:Fallback xmlns="">
          <p:pic>
            <p:nvPicPr>
              <p:cNvPr id="8" name="Ink 7">
                <a:extLst>
                  <a:ext uri="{FF2B5EF4-FFF2-40B4-BE49-F238E27FC236}">
                    <a16:creationId xmlns:a16="http://schemas.microsoft.com/office/drawing/2014/main" id="{DBD9BECE-90DE-C7A4-B0B6-D773999736B7}"/>
                  </a:ext>
                </a:extLst>
              </p:cNvPr>
              <p:cNvPicPr/>
              <p:nvPr/>
            </p:nvPicPr>
            <p:blipFill>
              <a:blip r:embed="rId73"/>
              <a:stretch>
                <a:fillRect/>
              </a:stretch>
            </p:blipFill>
            <p:spPr>
              <a:xfrm>
                <a:off x="497263" y="3600541"/>
                <a:ext cx="115416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 name="Ink 10">
                <a:extLst>
                  <a:ext uri="{FF2B5EF4-FFF2-40B4-BE49-F238E27FC236}">
                    <a16:creationId xmlns:a16="http://schemas.microsoft.com/office/drawing/2014/main" id="{C30C4B37-C594-339C-8986-F55300357640}"/>
                  </a:ext>
                </a:extLst>
              </p14:cNvPr>
              <p14:cNvContentPartPr/>
              <p14:nvPr/>
            </p14:nvContentPartPr>
            <p14:xfrm>
              <a:off x="355783" y="4195981"/>
              <a:ext cx="151200" cy="365040"/>
            </p14:xfrm>
          </p:contentPart>
        </mc:Choice>
        <mc:Fallback xmlns="">
          <p:pic>
            <p:nvPicPr>
              <p:cNvPr id="11" name="Ink 10">
                <a:extLst>
                  <a:ext uri="{FF2B5EF4-FFF2-40B4-BE49-F238E27FC236}">
                    <a16:creationId xmlns:a16="http://schemas.microsoft.com/office/drawing/2014/main" id="{C30C4B37-C594-339C-8986-F55300357640}"/>
                  </a:ext>
                </a:extLst>
              </p:cNvPr>
              <p:cNvPicPr/>
              <p:nvPr/>
            </p:nvPicPr>
            <p:blipFill>
              <a:blip r:embed="rId75"/>
              <a:stretch>
                <a:fillRect/>
              </a:stretch>
            </p:blipFill>
            <p:spPr>
              <a:xfrm>
                <a:off x="344983" y="4185181"/>
                <a:ext cx="1724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5" name="Ink 14">
                <a:extLst>
                  <a:ext uri="{FF2B5EF4-FFF2-40B4-BE49-F238E27FC236}">
                    <a16:creationId xmlns:a16="http://schemas.microsoft.com/office/drawing/2014/main" id="{EA92ED4C-8639-A7E8-361E-E1EF206F65F1}"/>
                  </a:ext>
                </a:extLst>
              </p14:cNvPr>
              <p14:cNvContentPartPr/>
              <p14:nvPr/>
            </p14:nvContentPartPr>
            <p14:xfrm>
              <a:off x="726583" y="4170781"/>
              <a:ext cx="132120" cy="321120"/>
            </p14:xfrm>
          </p:contentPart>
        </mc:Choice>
        <mc:Fallback xmlns="">
          <p:pic>
            <p:nvPicPr>
              <p:cNvPr id="15" name="Ink 14">
                <a:extLst>
                  <a:ext uri="{FF2B5EF4-FFF2-40B4-BE49-F238E27FC236}">
                    <a16:creationId xmlns:a16="http://schemas.microsoft.com/office/drawing/2014/main" id="{EA92ED4C-8639-A7E8-361E-E1EF206F65F1}"/>
                  </a:ext>
                </a:extLst>
              </p:cNvPr>
              <p:cNvPicPr/>
              <p:nvPr/>
            </p:nvPicPr>
            <p:blipFill>
              <a:blip r:embed="rId77"/>
              <a:stretch>
                <a:fillRect/>
              </a:stretch>
            </p:blipFill>
            <p:spPr>
              <a:xfrm>
                <a:off x="716171" y="4160341"/>
                <a:ext cx="153302"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0" name="Ink 19">
                <a:extLst>
                  <a:ext uri="{FF2B5EF4-FFF2-40B4-BE49-F238E27FC236}">
                    <a16:creationId xmlns:a16="http://schemas.microsoft.com/office/drawing/2014/main" id="{8E58E9E5-B80E-E2EA-452B-32146BE92CD4}"/>
                  </a:ext>
                </a:extLst>
              </p14:cNvPr>
              <p14:cNvContentPartPr/>
              <p14:nvPr/>
            </p14:nvContentPartPr>
            <p14:xfrm>
              <a:off x="877423" y="4177261"/>
              <a:ext cx="503640" cy="394920"/>
            </p14:xfrm>
          </p:contentPart>
        </mc:Choice>
        <mc:Fallback xmlns="">
          <p:pic>
            <p:nvPicPr>
              <p:cNvPr id="20" name="Ink 19">
                <a:extLst>
                  <a:ext uri="{FF2B5EF4-FFF2-40B4-BE49-F238E27FC236}">
                    <a16:creationId xmlns:a16="http://schemas.microsoft.com/office/drawing/2014/main" id="{8E58E9E5-B80E-E2EA-452B-32146BE92CD4}"/>
                  </a:ext>
                </a:extLst>
              </p:cNvPr>
              <p:cNvPicPr/>
              <p:nvPr/>
            </p:nvPicPr>
            <p:blipFill>
              <a:blip r:embed="rId79"/>
              <a:stretch>
                <a:fillRect/>
              </a:stretch>
            </p:blipFill>
            <p:spPr>
              <a:xfrm>
                <a:off x="866976" y="4166461"/>
                <a:ext cx="524895"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4" name="Ink 33">
                <a:extLst>
                  <a:ext uri="{FF2B5EF4-FFF2-40B4-BE49-F238E27FC236}">
                    <a16:creationId xmlns:a16="http://schemas.microsoft.com/office/drawing/2014/main" id="{BD1C94B5-33AE-AC9C-DA05-BBFCCE1F8125}"/>
                  </a:ext>
                </a:extLst>
              </p14:cNvPr>
              <p14:cNvContentPartPr/>
              <p14:nvPr/>
            </p14:nvContentPartPr>
            <p14:xfrm>
              <a:off x="1631983" y="4170781"/>
              <a:ext cx="1427400" cy="471960"/>
            </p14:xfrm>
          </p:contentPart>
        </mc:Choice>
        <mc:Fallback xmlns="">
          <p:pic>
            <p:nvPicPr>
              <p:cNvPr id="34" name="Ink 33">
                <a:extLst>
                  <a:ext uri="{FF2B5EF4-FFF2-40B4-BE49-F238E27FC236}">
                    <a16:creationId xmlns:a16="http://schemas.microsoft.com/office/drawing/2014/main" id="{BD1C94B5-33AE-AC9C-DA05-BBFCCE1F8125}"/>
                  </a:ext>
                </a:extLst>
              </p:cNvPr>
              <p:cNvPicPr/>
              <p:nvPr/>
            </p:nvPicPr>
            <p:blipFill>
              <a:blip r:embed="rId81"/>
              <a:stretch>
                <a:fillRect/>
              </a:stretch>
            </p:blipFill>
            <p:spPr>
              <a:xfrm>
                <a:off x="1621183" y="4160341"/>
                <a:ext cx="1448640" cy="493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7" name="Ink 36">
                <a:extLst>
                  <a:ext uri="{FF2B5EF4-FFF2-40B4-BE49-F238E27FC236}">
                    <a16:creationId xmlns:a16="http://schemas.microsoft.com/office/drawing/2014/main" id="{224C92DF-9363-F7CB-7973-7628C2CD2583}"/>
                  </a:ext>
                </a:extLst>
              </p14:cNvPr>
              <p14:cNvContentPartPr/>
              <p14:nvPr/>
            </p14:nvContentPartPr>
            <p14:xfrm>
              <a:off x="368383" y="4837141"/>
              <a:ext cx="220320" cy="415440"/>
            </p14:xfrm>
          </p:contentPart>
        </mc:Choice>
        <mc:Fallback xmlns="">
          <p:pic>
            <p:nvPicPr>
              <p:cNvPr id="37" name="Ink 36">
                <a:extLst>
                  <a:ext uri="{FF2B5EF4-FFF2-40B4-BE49-F238E27FC236}">
                    <a16:creationId xmlns:a16="http://schemas.microsoft.com/office/drawing/2014/main" id="{224C92DF-9363-F7CB-7973-7628C2CD2583}"/>
                  </a:ext>
                </a:extLst>
              </p:cNvPr>
              <p:cNvPicPr/>
              <p:nvPr/>
            </p:nvPicPr>
            <p:blipFill>
              <a:blip r:embed="rId83"/>
              <a:stretch>
                <a:fillRect/>
              </a:stretch>
            </p:blipFill>
            <p:spPr>
              <a:xfrm>
                <a:off x="357583" y="4826701"/>
                <a:ext cx="24156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AFFEB3F2-2FDA-E123-5C04-D0CDB8F92EEE}"/>
                  </a:ext>
                </a:extLst>
              </p14:cNvPr>
              <p14:cNvContentPartPr/>
              <p14:nvPr/>
            </p14:nvContentPartPr>
            <p14:xfrm>
              <a:off x="1880023" y="4706461"/>
              <a:ext cx="1349280" cy="483120"/>
            </p14:xfrm>
          </p:contentPart>
        </mc:Choice>
        <mc:Fallback xmlns="">
          <p:pic>
            <p:nvPicPr>
              <p:cNvPr id="52" name="Ink 51">
                <a:extLst>
                  <a:ext uri="{FF2B5EF4-FFF2-40B4-BE49-F238E27FC236}">
                    <a16:creationId xmlns:a16="http://schemas.microsoft.com/office/drawing/2014/main" id="{AFFEB3F2-2FDA-E123-5C04-D0CDB8F92EEE}"/>
                  </a:ext>
                </a:extLst>
              </p:cNvPr>
              <p:cNvPicPr/>
              <p:nvPr/>
            </p:nvPicPr>
            <p:blipFill>
              <a:blip r:embed="rId85"/>
              <a:stretch>
                <a:fillRect/>
              </a:stretch>
            </p:blipFill>
            <p:spPr>
              <a:xfrm>
                <a:off x="1869223" y="4696021"/>
                <a:ext cx="137052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2C6E5C9E-2F97-0C33-931A-C88BF0F8B14F}"/>
                  </a:ext>
                </a:extLst>
              </p14:cNvPr>
              <p14:cNvContentPartPr/>
              <p14:nvPr/>
            </p14:nvContentPartPr>
            <p14:xfrm>
              <a:off x="846103" y="4907701"/>
              <a:ext cx="704520" cy="300960"/>
            </p14:xfrm>
          </p:contentPart>
        </mc:Choice>
        <mc:Fallback xmlns="">
          <p:pic>
            <p:nvPicPr>
              <p:cNvPr id="53" name="Ink 52">
                <a:extLst>
                  <a:ext uri="{FF2B5EF4-FFF2-40B4-BE49-F238E27FC236}">
                    <a16:creationId xmlns:a16="http://schemas.microsoft.com/office/drawing/2014/main" id="{2C6E5C9E-2F97-0C33-931A-C88BF0F8B14F}"/>
                  </a:ext>
                </a:extLst>
              </p:cNvPr>
              <p:cNvPicPr/>
              <p:nvPr/>
            </p:nvPicPr>
            <p:blipFill>
              <a:blip r:embed="rId87"/>
              <a:stretch>
                <a:fillRect/>
              </a:stretch>
            </p:blipFill>
            <p:spPr>
              <a:xfrm>
                <a:off x="835303" y="4897248"/>
                <a:ext cx="725760" cy="322225"/>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5" name="Ink 64">
                <a:extLst>
                  <a:ext uri="{FF2B5EF4-FFF2-40B4-BE49-F238E27FC236}">
                    <a16:creationId xmlns:a16="http://schemas.microsoft.com/office/drawing/2014/main" id="{61EFD9C4-80DB-12DF-97A2-887B70530A76}"/>
                  </a:ext>
                </a:extLst>
              </p14:cNvPr>
              <p14:cNvContentPartPr/>
              <p14:nvPr/>
            </p14:nvContentPartPr>
            <p14:xfrm>
              <a:off x="1116463" y="5264821"/>
              <a:ext cx="1666080" cy="395640"/>
            </p14:xfrm>
          </p:contentPart>
        </mc:Choice>
        <mc:Fallback xmlns="">
          <p:pic>
            <p:nvPicPr>
              <p:cNvPr id="65" name="Ink 64">
                <a:extLst>
                  <a:ext uri="{FF2B5EF4-FFF2-40B4-BE49-F238E27FC236}">
                    <a16:creationId xmlns:a16="http://schemas.microsoft.com/office/drawing/2014/main" id="{61EFD9C4-80DB-12DF-97A2-887B70530A76}"/>
                  </a:ext>
                </a:extLst>
              </p:cNvPr>
              <p:cNvPicPr/>
              <p:nvPr/>
            </p:nvPicPr>
            <p:blipFill>
              <a:blip r:embed="rId89"/>
              <a:stretch>
                <a:fillRect/>
              </a:stretch>
            </p:blipFill>
            <p:spPr>
              <a:xfrm>
                <a:off x="1105665" y="5254021"/>
                <a:ext cx="1687315"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7" name="Ink 66">
                <a:extLst>
                  <a:ext uri="{FF2B5EF4-FFF2-40B4-BE49-F238E27FC236}">
                    <a16:creationId xmlns:a16="http://schemas.microsoft.com/office/drawing/2014/main" id="{86B82D17-6888-14B4-A3D5-5CCEAB7B9D5F}"/>
                  </a:ext>
                </a:extLst>
              </p14:cNvPr>
              <p14:cNvContentPartPr/>
              <p14:nvPr/>
            </p14:nvContentPartPr>
            <p14:xfrm>
              <a:off x="1059943" y="5968981"/>
              <a:ext cx="163800" cy="25560"/>
            </p14:xfrm>
          </p:contentPart>
        </mc:Choice>
        <mc:Fallback xmlns="">
          <p:pic>
            <p:nvPicPr>
              <p:cNvPr id="67" name="Ink 66">
                <a:extLst>
                  <a:ext uri="{FF2B5EF4-FFF2-40B4-BE49-F238E27FC236}">
                    <a16:creationId xmlns:a16="http://schemas.microsoft.com/office/drawing/2014/main" id="{86B82D17-6888-14B4-A3D5-5CCEAB7B9D5F}"/>
                  </a:ext>
                </a:extLst>
              </p:cNvPr>
              <p:cNvPicPr/>
              <p:nvPr/>
            </p:nvPicPr>
            <p:blipFill>
              <a:blip r:embed="rId91"/>
              <a:stretch>
                <a:fillRect/>
              </a:stretch>
            </p:blipFill>
            <p:spPr>
              <a:xfrm>
                <a:off x="1049143" y="5958181"/>
                <a:ext cx="1850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Ink 67">
                <a:extLst>
                  <a:ext uri="{FF2B5EF4-FFF2-40B4-BE49-F238E27FC236}">
                    <a16:creationId xmlns:a16="http://schemas.microsoft.com/office/drawing/2014/main" id="{64CB0F0A-5D44-D126-DA10-EE14D66B5806}"/>
                  </a:ext>
                </a:extLst>
              </p14:cNvPr>
              <p14:cNvContentPartPr/>
              <p14:nvPr/>
            </p14:nvContentPartPr>
            <p14:xfrm>
              <a:off x="1380343" y="5880781"/>
              <a:ext cx="138600" cy="145080"/>
            </p14:xfrm>
          </p:contentPart>
        </mc:Choice>
        <mc:Fallback xmlns="">
          <p:pic>
            <p:nvPicPr>
              <p:cNvPr id="68" name="Ink 67">
                <a:extLst>
                  <a:ext uri="{FF2B5EF4-FFF2-40B4-BE49-F238E27FC236}">
                    <a16:creationId xmlns:a16="http://schemas.microsoft.com/office/drawing/2014/main" id="{64CB0F0A-5D44-D126-DA10-EE14D66B5806}"/>
                  </a:ext>
                </a:extLst>
              </p:cNvPr>
              <p:cNvPicPr/>
              <p:nvPr/>
            </p:nvPicPr>
            <p:blipFill>
              <a:blip r:embed="rId93"/>
              <a:stretch>
                <a:fillRect/>
              </a:stretch>
            </p:blipFill>
            <p:spPr>
              <a:xfrm>
                <a:off x="1369903" y="5870341"/>
                <a:ext cx="1598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9" name="Ink 68">
                <a:extLst>
                  <a:ext uri="{FF2B5EF4-FFF2-40B4-BE49-F238E27FC236}">
                    <a16:creationId xmlns:a16="http://schemas.microsoft.com/office/drawing/2014/main" id="{6CD0B97C-B566-FE0E-B3EA-908175532DF4}"/>
                  </a:ext>
                </a:extLst>
              </p14:cNvPr>
              <p14:cNvContentPartPr/>
              <p14:nvPr/>
            </p14:nvContentPartPr>
            <p14:xfrm>
              <a:off x="1543783" y="5956381"/>
              <a:ext cx="82080" cy="82080"/>
            </p14:xfrm>
          </p:contentPart>
        </mc:Choice>
        <mc:Fallback xmlns="">
          <p:pic>
            <p:nvPicPr>
              <p:cNvPr id="69" name="Ink 68">
                <a:extLst>
                  <a:ext uri="{FF2B5EF4-FFF2-40B4-BE49-F238E27FC236}">
                    <a16:creationId xmlns:a16="http://schemas.microsoft.com/office/drawing/2014/main" id="{6CD0B97C-B566-FE0E-B3EA-908175532DF4}"/>
                  </a:ext>
                </a:extLst>
              </p:cNvPr>
              <p:cNvPicPr/>
              <p:nvPr/>
            </p:nvPicPr>
            <p:blipFill>
              <a:blip r:embed="rId95"/>
              <a:stretch>
                <a:fillRect/>
              </a:stretch>
            </p:blipFill>
            <p:spPr>
              <a:xfrm>
                <a:off x="1533343" y="5945581"/>
                <a:ext cx="1033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0" name="Ink 69">
                <a:extLst>
                  <a:ext uri="{FF2B5EF4-FFF2-40B4-BE49-F238E27FC236}">
                    <a16:creationId xmlns:a16="http://schemas.microsoft.com/office/drawing/2014/main" id="{4033EC04-837E-1939-7013-4B020F87F83B}"/>
                  </a:ext>
                </a:extLst>
              </p14:cNvPr>
              <p14:cNvContentPartPr/>
              <p14:nvPr/>
            </p14:nvContentPartPr>
            <p14:xfrm>
              <a:off x="1694983" y="5947381"/>
              <a:ext cx="201600" cy="100080"/>
            </p14:xfrm>
          </p:contentPart>
        </mc:Choice>
        <mc:Fallback xmlns="">
          <p:pic>
            <p:nvPicPr>
              <p:cNvPr id="70" name="Ink 69">
                <a:extLst>
                  <a:ext uri="{FF2B5EF4-FFF2-40B4-BE49-F238E27FC236}">
                    <a16:creationId xmlns:a16="http://schemas.microsoft.com/office/drawing/2014/main" id="{4033EC04-837E-1939-7013-4B020F87F83B}"/>
                  </a:ext>
                </a:extLst>
              </p:cNvPr>
              <p:cNvPicPr/>
              <p:nvPr/>
            </p:nvPicPr>
            <p:blipFill>
              <a:blip r:embed="rId97"/>
              <a:stretch>
                <a:fillRect/>
              </a:stretch>
            </p:blipFill>
            <p:spPr>
              <a:xfrm>
                <a:off x="1684183" y="5936581"/>
                <a:ext cx="2228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1" name="Ink 70">
                <a:extLst>
                  <a:ext uri="{FF2B5EF4-FFF2-40B4-BE49-F238E27FC236}">
                    <a16:creationId xmlns:a16="http://schemas.microsoft.com/office/drawing/2014/main" id="{D2A9569D-E015-2D77-0A5D-2E0C091A6F11}"/>
                  </a:ext>
                </a:extLst>
              </p14:cNvPr>
              <p14:cNvContentPartPr/>
              <p14:nvPr/>
            </p14:nvContentPartPr>
            <p14:xfrm>
              <a:off x="1940143" y="5937661"/>
              <a:ext cx="207720" cy="100080"/>
            </p14:xfrm>
          </p:contentPart>
        </mc:Choice>
        <mc:Fallback xmlns="">
          <p:pic>
            <p:nvPicPr>
              <p:cNvPr id="71" name="Ink 70">
                <a:extLst>
                  <a:ext uri="{FF2B5EF4-FFF2-40B4-BE49-F238E27FC236}">
                    <a16:creationId xmlns:a16="http://schemas.microsoft.com/office/drawing/2014/main" id="{D2A9569D-E015-2D77-0A5D-2E0C091A6F11}"/>
                  </a:ext>
                </a:extLst>
              </p:cNvPr>
              <p:cNvPicPr/>
              <p:nvPr/>
            </p:nvPicPr>
            <p:blipFill>
              <a:blip r:embed="rId99"/>
              <a:stretch>
                <a:fillRect/>
              </a:stretch>
            </p:blipFill>
            <p:spPr>
              <a:xfrm>
                <a:off x="1929343" y="5926861"/>
                <a:ext cx="22896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2" name="Ink 71">
                <a:extLst>
                  <a:ext uri="{FF2B5EF4-FFF2-40B4-BE49-F238E27FC236}">
                    <a16:creationId xmlns:a16="http://schemas.microsoft.com/office/drawing/2014/main" id="{D13B3703-04C8-0CE2-B01B-5B0C4D4401F7}"/>
                  </a:ext>
                </a:extLst>
              </p14:cNvPr>
              <p14:cNvContentPartPr/>
              <p14:nvPr/>
            </p14:nvContentPartPr>
            <p14:xfrm>
              <a:off x="2147503" y="5928301"/>
              <a:ext cx="112680" cy="91080"/>
            </p14:xfrm>
          </p:contentPart>
        </mc:Choice>
        <mc:Fallback xmlns="">
          <p:pic>
            <p:nvPicPr>
              <p:cNvPr id="72" name="Ink 71">
                <a:extLst>
                  <a:ext uri="{FF2B5EF4-FFF2-40B4-BE49-F238E27FC236}">
                    <a16:creationId xmlns:a16="http://schemas.microsoft.com/office/drawing/2014/main" id="{D13B3703-04C8-0CE2-B01B-5B0C4D4401F7}"/>
                  </a:ext>
                </a:extLst>
              </p:cNvPr>
              <p:cNvPicPr/>
              <p:nvPr/>
            </p:nvPicPr>
            <p:blipFill>
              <a:blip r:embed="rId101"/>
              <a:stretch>
                <a:fillRect/>
              </a:stretch>
            </p:blipFill>
            <p:spPr>
              <a:xfrm>
                <a:off x="2136703" y="5917861"/>
                <a:ext cx="1339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3" name="Ink 72">
                <a:extLst>
                  <a:ext uri="{FF2B5EF4-FFF2-40B4-BE49-F238E27FC236}">
                    <a16:creationId xmlns:a16="http://schemas.microsoft.com/office/drawing/2014/main" id="{13247AFF-6604-A615-3729-536F32F6B95F}"/>
                  </a:ext>
                </a:extLst>
              </p14:cNvPr>
              <p14:cNvContentPartPr/>
              <p14:nvPr/>
            </p14:nvContentPartPr>
            <p14:xfrm>
              <a:off x="2310943" y="5937661"/>
              <a:ext cx="107280" cy="88560"/>
            </p14:xfrm>
          </p:contentPart>
        </mc:Choice>
        <mc:Fallback xmlns="">
          <p:pic>
            <p:nvPicPr>
              <p:cNvPr id="73" name="Ink 72">
                <a:extLst>
                  <a:ext uri="{FF2B5EF4-FFF2-40B4-BE49-F238E27FC236}">
                    <a16:creationId xmlns:a16="http://schemas.microsoft.com/office/drawing/2014/main" id="{13247AFF-6604-A615-3729-536F32F6B95F}"/>
                  </a:ext>
                </a:extLst>
              </p:cNvPr>
              <p:cNvPicPr/>
              <p:nvPr/>
            </p:nvPicPr>
            <p:blipFill>
              <a:blip r:embed="rId103"/>
              <a:stretch>
                <a:fillRect/>
              </a:stretch>
            </p:blipFill>
            <p:spPr>
              <a:xfrm>
                <a:off x="2300503" y="5926861"/>
                <a:ext cx="1285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6" name="Ink 75">
                <a:extLst>
                  <a:ext uri="{FF2B5EF4-FFF2-40B4-BE49-F238E27FC236}">
                    <a16:creationId xmlns:a16="http://schemas.microsoft.com/office/drawing/2014/main" id="{FE2001F5-21D8-54C2-D271-CA39A45D3B78}"/>
                  </a:ext>
                </a:extLst>
              </p14:cNvPr>
              <p14:cNvContentPartPr/>
              <p14:nvPr/>
            </p14:nvContentPartPr>
            <p14:xfrm>
              <a:off x="2468263" y="5742541"/>
              <a:ext cx="113400" cy="304920"/>
            </p14:xfrm>
          </p:contentPart>
        </mc:Choice>
        <mc:Fallback xmlns="">
          <p:pic>
            <p:nvPicPr>
              <p:cNvPr id="76" name="Ink 75">
                <a:extLst>
                  <a:ext uri="{FF2B5EF4-FFF2-40B4-BE49-F238E27FC236}">
                    <a16:creationId xmlns:a16="http://schemas.microsoft.com/office/drawing/2014/main" id="{FE2001F5-21D8-54C2-D271-CA39A45D3B78}"/>
                  </a:ext>
                </a:extLst>
              </p:cNvPr>
              <p:cNvPicPr/>
              <p:nvPr/>
            </p:nvPicPr>
            <p:blipFill>
              <a:blip r:embed="rId105"/>
              <a:stretch>
                <a:fillRect/>
              </a:stretch>
            </p:blipFill>
            <p:spPr>
              <a:xfrm>
                <a:off x="2457463" y="5732101"/>
                <a:ext cx="1346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D9332C8B-78E0-A6A4-4ABC-E8F85B641824}"/>
                  </a:ext>
                </a:extLst>
              </p14:cNvPr>
              <p14:cNvContentPartPr/>
              <p14:nvPr/>
            </p14:nvContentPartPr>
            <p14:xfrm>
              <a:off x="2851663" y="5736421"/>
              <a:ext cx="94680" cy="252000"/>
            </p14:xfrm>
          </p:contentPart>
        </mc:Choice>
        <mc:Fallback xmlns="">
          <p:pic>
            <p:nvPicPr>
              <p:cNvPr id="77" name="Ink 76">
                <a:extLst>
                  <a:ext uri="{FF2B5EF4-FFF2-40B4-BE49-F238E27FC236}">
                    <a16:creationId xmlns:a16="http://schemas.microsoft.com/office/drawing/2014/main" id="{D9332C8B-78E0-A6A4-4ABC-E8F85B641824}"/>
                  </a:ext>
                </a:extLst>
              </p:cNvPr>
              <p:cNvPicPr/>
              <p:nvPr/>
            </p:nvPicPr>
            <p:blipFill>
              <a:blip r:embed="rId107"/>
              <a:stretch>
                <a:fillRect/>
              </a:stretch>
            </p:blipFill>
            <p:spPr>
              <a:xfrm>
                <a:off x="2840863" y="5725621"/>
                <a:ext cx="11592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8" name="Ink 77">
                <a:extLst>
                  <a:ext uri="{FF2B5EF4-FFF2-40B4-BE49-F238E27FC236}">
                    <a16:creationId xmlns:a16="http://schemas.microsoft.com/office/drawing/2014/main" id="{A19E49DB-7993-27B3-0004-6EA41198623E}"/>
                  </a:ext>
                </a:extLst>
              </p14:cNvPr>
              <p14:cNvContentPartPr/>
              <p14:nvPr/>
            </p14:nvContentPartPr>
            <p14:xfrm>
              <a:off x="2936983" y="5862061"/>
              <a:ext cx="41040" cy="107280"/>
            </p14:xfrm>
          </p:contentPart>
        </mc:Choice>
        <mc:Fallback xmlns="">
          <p:pic>
            <p:nvPicPr>
              <p:cNvPr id="78" name="Ink 77">
                <a:extLst>
                  <a:ext uri="{FF2B5EF4-FFF2-40B4-BE49-F238E27FC236}">
                    <a16:creationId xmlns:a16="http://schemas.microsoft.com/office/drawing/2014/main" id="{A19E49DB-7993-27B3-0004-6EA41198623E}"/>
                  </a:ext>
                </a:extLst>
              </p:cNvPr>
              <p:cNvPicPr/>
              <p:nvPr/>
            </p:nvPicPr>
            <p:blipFill>
              <a:blip r:embed="rId109"/>
              <a:stretch>
                <a:fillRect/>
              </a:stretch>
            </p:blipFill>
            <p:spPr>
              <a:xfrm>
                <a:off x="2926183" y="5851621"/>
                <a:ext cx="622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9" name="Ink 78">
                <a:extLst>
                  <a:ext uri="{FF2B5EF4-FFF2-40B4-BE49-F238E27FC236}">
                    <a16:creationId xmlns:a16="http://schemas.microsoft.com/office/drawing/2014/main" id="{4B34B608-2603-D85C-7956-A7661D035ACC}"/>
                  </a:ext>
                </a:extLst>
              </p14:cNvPr>
              <p14:cNvContentPartPr/>
              <p14:nvPr/>
            </p14:nvContentPartPr>
            <p14:xfrm>
              <a:off x="3071623" y="5849461"/>
              <a:ext cx="176400" cy="97560"/>
            </p14:xfrm>
          </p:contentPart>
        </mc:Choice>
        <mc:Fallback xmlns="">
          <p:pic>
            <p:nvPicPr>
              <p:cNvPr id="79" name="Ink 78">
                <a:extLst>
                  <a:ext uri="{FF2B5EF4-FFF2-40B4-BE49-F238E27FC236}">
                    <a16:creationId xmlns:a16="http://schemas.microsoft.com/office/drawing/2014/main" id="{4B34B608-2603-D85C-7956-A7661D035ACC}"/>
                  </a:ext>
                </a:extLst>
              </p:cNvPr>
              <p:cNvPicPr/>
              <p:nvPr/>
            </p:nvPicPr>
            <p:blipFill>
              <a:blip r:embed="rId111"/>
              <a:stretch>
                <a:fillRect/>
              </a:stretch>
            </p:blipFill>
            <p:spPr>
              <a:xfrm>
                <a:off x="3061183" y="5839021"/>
                <a:ext cx="1976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0" name="Ink 79">
                <a:extLst>
                  <a:ext uri="{FF2B5EF4-FFF2-40B4-BE49-F238E27FC236}">
                    <a16:creationId xmlns:a16="http://schemas.microsoft.com/office/drawing/2014/main" id="{A936665B-1B19-2DBC-99D4-BDE478BE4AFA}"/>
                  </a:ext>
                </a:extLst>
              </p14:cNvPr>
              <p14:cNvContentPartPr/>
              <p14:nvPr/>
            </p14:nvContentPartPr>
            <p14:xfrm>
              <a:off x="2964703" y="5767741"/>
              <a:ext cx="138600" cy="19080"/>
            </p14:xfrm>
          </p:contentPart>
        </mc:Choice>
        <mc:Fallback xmlns="">
          <p:pic>
            <p:nvPicPr>
              <p:cNvPr id="80" name="Ink 79">
                <a:extLst>
                  <a:ext uri="{FF2B5EF4-FFF2-40B4-BE49-F238E27FC236}">
                    <a16:creationId xmlns:a16="http://schemas.microsoft.com/office/drawing/2014/main" id="{A936665B-1B19-2DBC-99D4-BDE478BE4AFA}"/>
                  </a:ext>
                </a:extLst>
              </p:cNvPr>
              <p:cNvPicPr/>
              <p:nvPr/>
            </p:nvPicPr>
            <p:blipFill>
              <a:blip r:embed="rId113"/>
              <a:stretch>
                <a:fillRect/>
              </a:stretch>
            </p:blipFill>
            <p:spPr>
              <a:xfrm>
                <a:off x="2954263" y="5757301"/>
                <a:ext cx="1598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1" name="Ink 80">
                <a:extLst>
                  <a:ext uri="{FF2B5EF4-FFF2-40B4-BE49-F238E27FC236}">
                    <a16:creationId xmlns:a16="http://schemas.microsoft.com/office/drawing/2014/main" id="{F3B7817C-CCFB-B77E-E0D6-74A3D74C38D0}"/>
                  </a:ext>
                </a:extLst>
              </p14:cNvPr>
              <p14:cNvContentPartPr/>
              <p14:nvPr/>
            </p14:nvContentPartPr>
            <p14:xfrm>
              <a:off x="3436303" y="5786461"/>
              <a:ext cx="145080" cy="113400"/>
            </p14:xfrm>
          </p:contentPart>
        </mc:Choice>
        <mc:Fallback xmlns="">
          <p:pic>
            <p:nvPicPr>
              <p:cNvPr id="81" name="Ink 80">
                <a:extLst>
                  <a:ext uri="{FF2B5EF4-FFF2-40B4-BE49-F238E27FC236}">
                    <a16:creationId xmlns:a16="http://schemas.microsoft.com/office/drawing/2014/main" id="{F3B7817C-CCFB-B77E-E0D6-74A3D74C38D0}"/>
                  </a:ext>
                </a:extLst>
              </p:cNvPr>
              <p:cNvPicPr/>
              <p:nvPr/>
            </p:nvPicPr>
            <p:blipFill>
              <a:blip r:embed="rId115"/>
              <a:stretch>
                <a:fillRect/>
              </a:stretch>
            </p:blipFill>
            <p:spPr>
              <a:xfrm>
                <a:off x="3425863" y="5776021"/>
                <a:ext cx="1663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2" name="Ink 81">
                <a:extLst>
                  <a:ext uri="{FF2B5EF4-FFF2-40B4-BE49-F238E27FC236}">
                    <a16:creationId xmlns:a16="http://schemas.microsoft.com/office/drawing/2014/main" id="{A12A6ADE-E4CD-D64E-DD03-42D7658E285A}"/>
                  </a:ext>
                </a:extLst>
              </p14:cNvPr>
              <p14:cNvContentPartPr/>
              <p14:nvPr/>
            </p14:nvContentPartPr>
            <p14:xfrm>
              <a:off x="3656263" y="5767741"/>
              <a:ext cx="258120" cy="151200"/>
            </p14:xfrm>
          </p:contentPart>
        </mc:Choice>
        <mc:Fallback xmlns="">
          <p:pic>
            <p:nvPicPr>
              <p:cNvPr id="82" name="Ink 81">
                <a:extLst>
                  <a:ext uri="{FF2B5EF4-FFF2-40B4-BE49-F238E27FC236}">
                    <a16:creationId xmlns:a16="http://schemas.microsoft.com/office/drawing/2014/main" id="{A12A6ADE-E4CD-D64E-DD03-42D7658E285A}"/>
                  </a:ext>
                </a:extLst>
              </p:cNvPr>
              <p:cNvPicPr/>
              <p:nvPr/>
            </p:nvPicPr>
            <p:blipFill>
              <a:blip r:embed="rId117"/>
              <a:stretch>
                <a:fillRect/>
              </a:stretch>
            </p:blipFill>
            <p:spPr>
              <a:xfrm>
                <a:off x="3645823" y="5757301"/>
                <a:ext cx="2793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3" name="Ink 82">
                <a:extLst>
                  <a:ext uri="{FF2B5EF4-FFF2-40B4-BE49-F238E27FC236}">
                    <a16:creationId xmlns:a16="http://schemas.microsoft.com/office/drawing/2014/main" id="{CB805DC5-DD03-B19B-645D-21C91FC84949}"/>
                  </a:ext>
                </a:extLst>
              </p14:cNvPr>
              <p14:cNvContentPartPr/>
              <p14:nvPr/>
            </p14:nvContentPartPr>
            <p14:xfrm>
              <a:off x="1808023" y="6214141"/>
              <a:ext cx="117000" cy="113400"/>
            </p14:xfrm>
          </p:contentPart>
        </mc:Choice>
        <mc:Fallback xmlns="">
          <p:pic>
            <p:nvPicPr>
              <p:cNvPr id="83" name="Ink 82">
                <a:extLst>
                  <a:ext uri="{FF2B5EF4-FFF2-40B4-BE49-F238E27FC236}">
                    <a16:creationId xmlns:a16="http://schemas.microsoft.com/office/drawing/2014/main" id="{CB805DC5-DD03-B19B-645D-21C91FC84949}"/>
                  </a:ext>
                </a:extLst>
              </p:cNvPr>
              <p:cNvPicPr/>
              <p:nvPr/>
            </p:nvPicPr>
            <p:blipFill>
              <a:blip r:embed="rId119"/>
              <a:stretch>
                <a:fillRect/>
              </a:stretch>
            </p:blipFill>
            <p:spPr>
              <a:xfrm>
                <a:off x="1797223" y="6203701"/>
                <a:ext cx="1382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65345E2A-57AA-D3A7-383F-071BA7FD7085}"/>
                  </a:ext>
                </a:extLst>
              </p14:cNvPr>
              <p14:cNvContentPartPr/>
              <p14:nvPr/>
            </p14:nvContentPartPr>
            <p14:xfrm>
              <a:off x="1977583" y="6082021"/>
              <a:ext cx="69480" cy="276840"/>
            </p14:xfrm>
          </p:contentPart>
        </mc:Choice>
        <mc:Fallback xmlns="">
          <p:pic>
            <p:nvPicPr>
              <p:cNvPr id="84" name="Ink 83">
                <a:extLst>
                  <a:ext uri="{FF2B5EF4-FFF2-40B4-BE49-F238E27FC236}">
                    <a16:creationId xmlns:a16="http://schemas.microsoft.com/office/drawing/2014/main" id="{65345E2A-57AA-D3A7-383F-071BA7FD7085}"/>
                  </a:ext>
                </a:extLst>
              </p:cNvPr>
              <p:cNvPicPr/>
              <p:nvPr/>
            </p:nvPicPr>
            <p:blipFill>
              <a:blip r:embed="rId121"/>
              <a:stretch>
                <a:fillRect/>
              </a:stretch>
            </p:blipFill>
            <p:spPr>
              <a:xfrm>
                <a:off x="1967143" y="6071581"/>
                <a:ext cx="907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5" name="Ink 84">
                <a:extLst>
                  <a:ext uri="{FF2B5EF4-FFF2-40B4-BE49-F238E27FC236}">
                    <a16:creationId xmlns:a16="http://schemas.microsoft.com/office/drawing/2014/main" id="{FA7CAE7D-015C-361F-A38A-3EB7F8168E3A}"/>
                  </a:ext>
                </a:extLst>
              </p14:cNvPr>
              <p14:cNvContentPartPr/>
              <p14:nvPr/>
            </p14:nvContentPartPr>
            <p14:xfrm>
              <a:off x="1952743" y="6188941"/>
              <a:ext cx="264240" cy="119880"/>
            </p14:xfrm>
          </p:contentPart>
        </mc:Choice>
        <mc:Fallback xmlns="">
          <p:pic>
            <p:nvPicPr>
              <p:cNvPr id="85" name="Ink 84">
                <a:extLst>
                  <a:ext uri="{FF2B5EF4-FFF2-40B4-BE49-F238E27FC236}">
                    <a16:creationId xmlns:a16="http://schemas.microsoft.com/office/drawing/2014/main" id="{FA7CAE7D-015C-361F-A38A-3EB7F8168E3A}"/>
                  </a:ext>
                </a:extLst>
              </p:cNvPr>
              <p:cNvPicPr/>
              <p:nvPr/>
            </p:nvPicPr>
            <p:blipFill>
              <a:blip r:embed="rId123"/>
              <a:stretch>
                <a:fillRect/>
              </a:stretch>
            </p:blipFill>
            <p:spPr>
              <a:xfrm>
                <a:off x="1941943" y="6178501"/>
                <a:ext cx="2854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6" name="Ink 85">
                <a:extLst>
                  <a:ext uri="{FF2B5EF4-FFF2-40B4-BE49-F238E27FC236}">
                    <a16:creationId xmlns:a16="http://schemas.microsoft.com/office/drawing/2014/main" id="{4A9E60E4-3028-F39E-D75D-271BB784C8E8}"/>
                  </a:ext>
                </a:extLst>
              </p14:cNvPr>
              <p14:cNvContentPartPr/>
              <p14:nvPr/>
            </p14:nvContentPartPr>
            <p14:xfrm>
              <a:off x="2292223" y="6196141"/>
              <a:ext cx="112680" cy="162360"/>
            </p14:xfrm>
          </p:contentPart>
        </mc:Choice>
        <mc:Fallback xmlns="">
          <p:pic>
            <p:nvPicPr>
              <p:cNvPr id="86" name="Ink 85">
                <a:extLst>
                  <a:ext uri="{FF2B5EF4-FFF2-40B4-BE49-F238E27FC236}">
                    <a16:creationId xmlns:a16="http://schemas.microsoft.com/office/drawing/2014/main" id="{4A9E60E4-3028-F39E-D75D-271BB784C8E8}"/>
                  </a:ext>
                </a:extLst>
              </p:cNvPr>
              <p:cNvPicPr/>
              <p:nvPr/>
            </p:nvPicPr>
            <p:blipFill>
              <a:blip r:embed="rId125"/>
              <a:stretch>
                <a:fillRect/>
              </a:stretch>
            </p:blipFill>
            <p:spPr>
              <a:xfrm>
                <a:off x="2281423" y="6185341"/>
                <a:ext cx="1339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7" name="Ink 86">
                <a:extLst>
                  <a:ext uri="{FF2B5EF4-FFF2-40B4-BE49-F238E27FC236}">
                    <a16:creationId xmlns:a16="http://schemas.microsoft.com/office/drawing/2014/main" id="{A5FF78B9-0A09-3B19-68A6-63B350AFBF61}"/>
                  </a:ext>
                </a:extLst>
              </p14:cNvPr>
              <p14:cNvContentPartPr/>
              <p14:nvPr/>
            </p14:nvContentPartPr>
            <p14:xfrm>
              <a:off x="2449903" y="6245461"/>
              <a:ext cx="144360" cy="69480"/>
            </p14:xfrm>
          </p:contentPart>
        </mc:Choice>
        <mc:Fallback xmlns="">
          <p:pic>
            <p:nvPicPr>
              <p:cNvPr id="87" name="Ink 86">
                <a:extLst>
                  <a:ext uri="{FF2B5EF4-FFF2-40B4-BE49-F238E27FC236}">
                    <a16:creationId xmlns:a16="http://schemas.microsoft.com/office/drawing/2014/main" id="{A5FF78B9-0A09-3B19-68A6-63B350AFBF61}"/>
                  </a:ext>
                </a:extLst>
              </p:cNvPr>
              <p:cNvPicPr/>
              <p:nvPr/>
            </p:nvPicPr>
            <p:blipFill>
              <a:blip r:embed="rId127"/>
              <a:stretch>
                <a:fillRect/>
              </a:stretch>
            </p:blipFill>
            <p:spPr>
              <a:xfrm>
                <a:off x="2439463" y="6235021"/>
                <a:ext cx="1656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8" name="Ink 87">
                <a:extLst>
                  <a:ext uri="{FF2B5EF4-FFF2-40B4-BE49-F238E27FC236}">
                    <a16:creationId xmlns:a16="http://schemas.microsoft.com/office/drawing/2014/main" id="{124A0F15-7C84-D2A1-BDD0-89DEBF3DF51F}"/>
                  </a:ext>
                </a:extLst>
              </p14:cNvPr>
              <p14:cNvContentPartPr/>
              <p14:nvPr/>
            </p14:nvContentPartPr>
            <p14:xfrm>
              <a:off x="2606503" y="6188941"/>
              <a:ext cx="163800" cy="144360"/>
            </p14:xfrm>
          </p:contentPart>
        </mc:Choice>
        <mc:Fallback xmlns="">
          <p:pic>
            <p:nvPicPr>
              <p:cNvPr id="88" name="Ink 87">
                <a:extLst>
                  <a:ext uri="{FF2B5EF4-FFF2-40B4-BE49-F238E27FC236}">
                    <a16:creationId xmlns:a16="http://schemas.microsoft.com/office/drawing/2014/main" id="{124A0F15-7C84-D2A1-BDD0-89DEBF3DF51F}"/>
                  </a:ext>
                </a:extLst>
              </p:cNvPr>
              <p:cNvPicPr/>
              <p:nvPr/>
            </p:nvPicPr>
            <p:blipFill>
              <a:blip r:embed="rId129"/>
              <a:stretch>
                <a:fillRect/>
              </a:stretch>
            </p:blipFill>
            <p:spPr>
              <a:xfrm>
                <a:off x="2595703" y="6178501"/>
                <a:ext cx="1850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9" name="Ink 88">
                <a:extLst>
                  <a:ext uri="{FF2B5EF4-FFF2-40B4-BE49-F238E27FC236}">
                    <a16:creationId xmlns:a16="http://schemas.microsoft.com/office/drawing/2014/main" id="{47336761-0F11-A8B3-930A-3F69FB27DCF5}"/>
                  </a:ext>
                </a:extLst>
              </p14:cNvPr>
              <p14:cNvContentPartPr/>
              <p14:nvPr/>
            </p14:nvContentPartPr>
            <p14:xfrm>
              <a:off x="2832943" y="6232861"/>
              <a:ext cx="25560" cy="100800"/>
            </p14:xfrm>
          </p:contentPart>
        </mc:Choice>
        <mc:Fallback xmlns="">
          <p:pic>
            <p:nvPicPr>
              <p:cNvPr id="89" name="Ink 88">
                <a:extLst>
                  <a:ext uri="{FF2B5EF4-FFF2-40B4-BE49-F238E27FC236}">
                    <a16:creationId xmlns:a16="http://schemas.microsoft.com/office/drawing/2014/main" id="{47336761-0F11-A8B3-930A-3F69FB27DCF5}"/>
                  </a:ext>
                </a:extLst>
              </p:cNvPr>
              <p:cNvPicPr/>
              <p:nvPr/>
            </p:nvPicPr>
            <p:blipFill>
              <a:blip r:embed="rId131"/>
              <a:stretch>
                <a:fillRect/>
              </a:stretch>
            </p:blipFill>
            <p:spPr>
              <a:xfrm>
                <a:off x="2822143" y="6222421"/>
                <a:ext cx="468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0" name="Ink 89">
                <a:extLst>
                  <a:ext uri="{FF2B5EF4-FFF2-40B4-BE49-F238E27FC236}">
                    <a16:creationId xmlns:a16="http://schemas.microsoft.com/office/drawing/2014/main" id="{22FB338F-2EEF-5306-5402-8BD3C4CACE8C}"/>
                  </a:ext>
                </a:extLst>
              </p14:cNvPr>
              <p14:cNvContentPartPr/>
              <p14:nvPr/>
            </p14:nvContentPartPr>
            <p14:xfrm>
              <a:off x="2920783" y="6193981"/>
              <a:ext cx="100800" cy="293760"/>
            </p14:xfrm>
          </p:contentPart>
        </mc:Choice>
        <mc:Fallback xmlns="">
          <p:pic>
            <p:nvPicPr>
              <p:cNvPr id="90" name="Ink 89">
                <a:extLst>
                  <a:ext uri="{FF2B5EF4-FFF2-40B4-BE49-F238E27FC236}">
                    <a16:creationId xmlns:a16="http://schemas.microsoft.com/office/drawing/2014/main" id="{22FB338F-2EEF-5306-5402-8BD3C4CACE8C}"/>
                  </a:ext>
                </a:extLst>
              </p:cNvPr>
              <p:cNvPicPr/>
              <p:nvPr/>
            </p:nvPicPr>
            <p:blipFill>
              <a:blip r:embed="rId133"/>
              <a:stretch>
                <a:fillRect/>
              </a:stretch>
            </p:blipFill>
            <p:spPr>
              <a:xfrm>
                <a:off x="2910343" y="6183181"/>
                <a:ext cx="1220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1" name="Ink 90">
                <a:extLst>
                  <a:ext uri="{FF2B5EF4-FFF2-40B4-BE49-F238E27FC236}">
                    <a16:creationId xmlns:a16="http://schemas.microsoft.com/office/drawing/2014/main" id="{36CCC482-C2FA-011B-096F-B888C119FC44}"/>
                  </a:ext>
                </a:extLst>
              </p14:cNvPr>
              <p14:cNvContentPartPr/>
              <p14:nvPr/>
            </p14:nvContentPartPr>
            <p14:xfrm>
              <a:off x="3046423" y="6038101"/>
              <a:ext cx="31680" cy="307800"/>
            </p14:xfrm>
          </p:contentPart>
        </mc:Choice>
        <mc:Fallback xmlns="">
          <p:pic>
            <p:nvPicPr>
              <p:cNvPr id="91" name="Ink 90">
                <a:extLst>
                  <a:ext uri="{FF2B5EF4-FFF2-40B4-BE49-F238E27FC236}">
                    <a16:creationId xmlns:a16="http://schemas.microsoft.com/office/drawing/2014/main" id="{36CCC482-C2FA-011B-096F-B888C119FC44}"/>
                  </a:ext>
                </a:extLst>
              </p:cNvPr>
              <p:cNvPicPr/>
              <p:nvPr/>
            </p:nvPicPr>
            <p:blipFill>
              <a:blip r:embed="rId135"/>
              <a:stretch>
                <a:fillRect/>
              </a:stretch>
            </p:blipFill>
            <p:spPr>
              <a:xfrm>
                <a:off x="3035983" y="6027661"/>
                <a:ext cx="5292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 name="Ink 91">
                <a:extLst>
                  <a:ext uri="{FF2B5EF4-FFF2-40B4-BE49-F238E27FC236}">
                    <a16:creationId xmlns:a16="http://schemas.microsoft.com/office/drawing/2014/main" id="{5870317C-D450-B4CA-3396-B6ABBB612848}"/>
                  </a:ext>
                </a:extLst>
              </p14:cNvPr>
              <p14:cNvContentPartPr/>
              <p14:nvPr/>
            </p14:nvContentPartPr>
            <p14:xfrm>
              <a:off x="3178543" y="6182821"/>
              <a:ext cx="82080" cy="138600"/>
            </p14:xfrm>
          </p:contentPart>
        </mc:Choice>
        <mc:Fallback xmlns="">
          <p:pic>
            <p:nvPicPr>
              <p:cNvPr id="92" name="Ink 91">
                <a:extLst>
                  <a:ext uri="{FF2B5EF4-FFF2-40B4-BE49-F238E27FC236}">
                    <a16:creationId xmlns:a16="http://schemas.microsoft.com/office/drawing/2014/main" id="{5870317C-D450-B4CA-3396-B6ABBB612848}"/>
                  </a:ext>
                </a:extLst>
              </p:cNvPr>
              <p:cNvPicPr/>
              <p:nvPr/>
            </p:nvPicPr>
            <p:blipFill>
              <a:blip r:embed="rId137"/>
              <a:stretch>
                <a:fillRect/>
              </a:stretch>
            </p:blipFill>
            <p:spPr>
              <a:xfrm>
                <a:off x="3168103" y="6172021"/>
                <a:ext cx="1033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3" name="Ink 92">
                <a:extLst>
                  <a:ext uri="{FF2B5EF4-FFF2-40B4-BE49-F238E27FC236}">
                    <a16:creationId xmlns:a16="http://schemas.microsoft.com/office/drawing/2014/main" id="{B4FB88D1-2699-9190-3561-DC80F802D923}"/>
                  </a:ext>
                </a:extLst>
              </p14:cNvPr>
              <p14:cNvContentPartPr/>
              <p14:nvPr/>
            </p14:nvContentPartPr>
            <p14:xfrm>
              <a:off x="2769943" y="6126301"/>
              <a:ext cx="94680" cy="38160"/>
            </p14:xfrm>
          </p:contentPart>
        </mc:Choice>
        <mc:Fallback xmlns="">
          <p:pic>
            <p:nvPicPr>
              <p:cNvPr id="93" name="Ink 92">
                <a:extLst>
                  <a:ext uri="{FF2B5EF4-FFF2-40B4-BE49-F238E27FC236}">
                    <a16:creationId xmlns:a16="http://schemas.microsoft.com/office/drawing/2014/main" id="{B4FB88D1-2699-9190-3561-DC80F802D923}"/>
                  </a:ext>
                </a:extLst>
              </p:cNvPr>
              <p:cNvPicPr/>
              <p:nvPr/>
            </p:nvPicPr>
            <p:blipFill>
              <a:blip r:embed="rId139"/>
              <a:stretch>
                <a:fillRect/>
              </a:stretch>
            </p:blipFill>
            <p:spPr>
              <a:xfrm>
                <a:off x="2759143" y="6115501"/>
                <a:ext cx="1159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4" name="Ink 93">
                <a:extLst>
                  <a:ext uri="{FF2B5EF4-FFF2-40B4-BE49-F238E27FC236}">
                    <a16:creationId xmlns:a16="http://schemas.microsoft.com/office/drawing/2014/main" id="{B021D0DA-DA0A-A9A9-35FF-9556B1D05850}"/>
                  </a:ext>
                </a:extLst>
              </p14:cNvPr>
              <p14:cNvContentPartPr/>
              <p14:nvPr/>
            </p14:nvContentPartPr>
            <p14:xfrm>
              <a:off x="3518023" y="6188941"/>
              <a:ext cx="56880" cy="119880"/>
            </p14:xfrm>
          </p:contentPart>
        </mc:Choice>
        <mc:Fallback xmlns="">
          <p:pic>
            <p:nvPicPr>
              <p:cNvPr id="94" name="Ink 93">
                <a:extLst>
                  <a:ext uri="{FF2B5EF4-FFF2-40B4-BE49-F238E27FC236}">
                    <a16:creationId xmlns:a16="http://schemas.microsoft.com/office/drawing/2014/main" id="{B021D0DA-DA0A-A9A9-35FF-9556B1D05850}"/>
                  </a:ext>
                </a:extLst>
              </p:cNvPr>
              <p:cNvPicPr/>
              <p:nvPr/>
            </p:nvPicPr>
            <p:blipFill>
              <a:blip r:embed="rId141"/>
              <a:stretch>
                <a:fillRect/>
              </a:stretch>
            </p:blipFill>
            <p:spPr>
              <a:xfrm>
                <a:off x="3507583" y="6178501"/>
                <a:ext cx="781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5" name="Ink 94">
                <a:extLst>
                  <a:ext uri="{FF2B5EF4-FFF2-40B4-BE49-F238E27FC236}">
                    <a16:creationId xmlns:a16="http://schemas.microsoft.com/office/drawing/2014/main" id="{57EE8761-EDD9-A768-A0CF-7EE6BBEA2EA2}"/>
                  </a:ext>
                </a:extLst>
              </p14:cNvPr>
              <p14:cNvContentPartPr/>
              <p14:nvPr/>
            </p14:nvContentPartPr>
            <p14:xfrm>
              <a:off x="3518743" y="6220261"/>
              <a:ext cx="115560" cy="113400"/>
            </p14:xfrm>
          </p:contentPart>
        </mc:Choice>
        <mc:Fallback xmlns="">
          <p:pic>
            <p:nvPicPr>
              <p:cNvPr id="95" name="Ink 94">
                <a:extLst>
                  <a:ext uri="{FF2B5EF4-FFF2-40B4-BE49-F238E27FC236}">
                    <a16:creationId xmlns:a16="http://schemas.microsoft.com/office/drawing/2014/main" id="{57EE8761-EDD9-A768-A0CF-7EE6BBEA2EA2}"/>
                  </a:ext>
                </a:extLst>
              </p:cNvPr>
              <p:cNvPicPr/>
              <p:nvPr/>
            </p:nvPicPr>
            <p:blipFill>
              <a:blip r:embed="rId143"/>
              <a:stretch>
                <a:fillRect/>
              </a:stretch>
            </p:blipFill>
            <p:spPr>
              <a:xfrm>
                <a:off x="3508303" y="6209821"/>
                <a:ext cx="1368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7" name="Ink 96">
                <a:extLst>
                  <a:ext uri="{FF2B5EF4-FFF2-40B4-BE49-F238E27FC236}">
                    <a16:creationId xmlns:a16="http://schemas.microsoft.com/office/drawing/2014/main" id="{7292F387-992F-E634-4E75-7923BF1C58C9}"/>
                  </a:ext>
                </a:extLst>
              </p14:cNvPr>
              <p14:cNvContentPartPr/>
              <p14:nvPr/>
            </p14:nvContentPartPr>
            <p14:xfrm>
              <a:off x="3870103" y="5975101"/>
              <a:ext cx="69480" cy="321120"/>
            </p14:xfrm>
          </p:contentPart>
        </mc:Choice>
        <mc:Fallback xmlns="">
          <p:pic>
            <p:nvPicPr>
              <p:cNvPr id="97" name="Ink 96">
                <a:extLst>
                  <a:ext uri="{FF2B5EF4-FFF2-40B4-BE49-F238E27FC236}">
                    <a16:creationId xmlns:a16="http://schemas.microsoft.com/office/drawing/2014/main" id="{7292F387-992F-E634-4E75-7923BF1C58C9}"/>
                  </a:ext>
                </a:extLst>
              </p:cNvPr>
              <p:cNvPicPr/>
              <p:nvPr/>
            </p:nvPicPr>
            <p:blipFill>
              <a:blip r:embed="rId145"/>
              <a:stretch>
                <a:fillRect/>
              </a:stretch>
            </p:blipFill>
            <p:spPr>
              <a:xfrm>
                <a:off x="3859663" y="5964661"/>
                <a:ext cx="9072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8" name="Ink 97">
                <a:extLst>
                  <a:ext uri="{FF2B5EF4-FFF2-40B4-BE49-F238E27FC236}">
                    <a16:creationId xmlns:a16="http://schemas.microsoft.com/office/drawing/2014/main" id="{A3E4018F-B461-8121-FD2D-07E1BFC0B130}"/>
                  </a:ext>
                </a:extLst>
              </p14:cNvPr>
              <p14:cNvContentPartPr/>
              <p14:nvPr/>
            </p14:nvContentPartPr>
            <p14:xfrm>
              <a:off x="3870103" y="6163741"/>
              <a:ext cx="214200" cy="68040"/>
            </p14:xfrm>
          </p:contentPart>
        </mc:Choice>
        <mc:Fallback xmlns="">
          <p:pic>
            <p:nvPicPr>
              <p:cNvPr id="98" name="Ink 97">
                <a:extLst>
                  <a:ext uri="{FF2B5EF4-FFF2-40B4-BE49-F238E27FC236}">
                    <a16:creationId xmlns:a16="http://schemas.microsoft.com/office/drawing/2014/main" id="{A3E4018F-B461-8121-FD2D-07E1BFC0B130}"/>
                  </a:ext>
                </a:extLst>
              </p:cNvPr>
              <p:cNvPicPr/>
              <p:nvPr/>
            </p:nvPicPr>
            <p:blipFill>
              <a:blip r:embed="rId147"/>
              <a:stretch>
                <a:fillRect/>
              </a:stretch>
            </p:blipFill>
            <p:spPr>
              <a:xfrm>
                <a:off x="3859663" y="6153301"/>
                <a:ext cx="2354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9" name="Ink 98">
                <a:extLst>
                  <a:ext uri="{FF2B5EF4-FFF2-40B4-BE49-F238E27FC236}">
                    <a16:creationId xmlns:a16="http://schemas.microsoft.com/office/drawing/2014/main" id="{7B81A31B-51BE-6EE6-44AD-5274EC45C1B4}"/>
                  </a:ext>
                </a:extLst>
              </p14:cNvPr>
              <p14:cNvContentPartPr/>
              <p14:nvPr/>
            </p14:nvContentPartPr>
            <p14:xfrm>
              <a:off x="4102663" y="6139981"/>
              <a:ext cx="176400" cy="118440"/>
            </p14:xfrm>
          </p:contentPart>
        </mc:Choice>
        <mc:Fallback xmlns="">
          <p:pic>
            <p:nvPicPr>
              <p:cNvPr id="99" name="Ink 98">
                <a:extLst>
                  <a:ext uri="{FF2B5EF4-FFF2-40B4-BE49-F238E27FC236}">
                    <a16:creationId xmlns:a16="http://schemas.microsoft.com/office/drawing/2014/main" id="{7B81A31B-51BE-6EE6-44AD-5274EC45C1B4}"/>
                  </a:ext>
                </a:extLst>
              </p:cNvPr>
              <p:cNvPicPr/>
              <p:nvPr/>
            </p:nvPicPr>
            <p:blipFill>
              <a:blip r:embed="rId149"/>
              <a:stretch>
                <a:fillRect/>
              </a:stretch>
            </p:blipFill>
            <p:spPr>
              <a:xfrm>
                <a:off x="4092223" y="6129541"/>
                <a:ext cx="1976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0" name="Ink 99">
                <a:extLst>
                  <a:ext uri="{FF2B5EF4-FFF2-40B4-BE49-F238E27FC236}">
                    <a16:creationId xmlns:a16="http://schemas.microsoft.com/office/drawing/2014/main" id="{07926E94-9166-CD5E-F006-F4A2C397F180}"/>
                  </a:ext>
                </a:extLst>
              </p14:cNvPr>
              <p14:cNvContentPartPr/>
              <p14:nvPr/>
            </p14:nvContentPartPr>
            <p14:xfrm>
              <a:off x="4241263" y="6195421"/>
              <a:ext cx="126000" cy="69480"/>
            </p14:xfrm>
          </p:contentPart>
        </mc:Choice>
        <mc:Fallback xmlns="">
          <p:pic>
            <p:nvPicPr>
              <p:cNvPr id="100" name="Ink 99">
                <a:extLst>
                  <a:ext uri="{FF2B5EF4-FFF2-40B4-BE49-F238E27FC236}">
                    <a16:creationId xmlns:a16="http://schemas.microsoft.com/office/drawing/2014/main" id="{07926E94-9166-CD5E-F006-F4A2C397F180}"/>
                  </a:ext>
                </a:extLst>
              </p:cNvPr>
              <p:cNvPicPr/>
              <p:nvPr/>
            </p:nvPicPr>
            <p:blipFill>
              <a:blip r:embed="rId151"/>
              <a:stretch>
                <a:fillRect/>
              </a:stretch>
            </p:blipFill>
            <p:spPr>
              <a:xfrm>
                <a:off x="4230463" y="6184621"/>
                <a:ext cx="1472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1" name="Ink 100">
                <a:extLst>
                  <a:ext uri="{FF2B5EF4-FFF2-40B4-BE49-F238E27FC236}">
                    <a16:creationId xmlns:a16="http://schemas.microsoft.com/office/drawing/2014/main" id="{AA9FE0C5-ACA8-9336-6A9B-07E10728B9F1}"/>
                  </a:ext>
                </a:extLst>
              </p14:cNvPr>
              <p14:cNvContentPartPr/>
              <p14:nvPr/>
            </p14:nvContentPartPr>
            <p14:xfrm>
              <a:off x="4347823" y="5968981"/>
              <a:ext cx="38160" cy="313920"/>
            </p14:xfrm>
          </p:contentPart>
        </mc:Choice>
        <mc:Fallback xmlns="">
          <p:pic>
            <p:nvPicPr>
              <p:cNvPr id="101" name="Ink 100">
                <a:extLst>
                  <a:ext uri="{FF2B5EF4-FFF2-40B4-BE49-F238E27FC236}">
                    <a16:creationId xmlns:a16="http://schemas.microsoft.com/office/drawing/2014/main" id="{AA9FE0C5-ACA8-9336-6A9B-07E10728B9F1}"/>
                  </a:ext>
                </a:extLst>
              </p:cNvPr>
              <p:cNvPicPr/>
              <p:nvPr/>
            </p:nvPicPr>
            <p:blipFill>
              <a:blip r:embed="rId153"/>
              <a:stretch>
                <a:fillRect/>
              </a:stretch>
            </p:blipFill>
            <p:spPr>
              <a:xfrm>
                <a:off x="4337383" y="5958181"/>
                <a:ext cx="594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2" name="Ink 101">
                <a:extLst>
                  <a:ext uri="{FF2B5EF4-FFF2-40B4-BE49-F238E27FC236}">
                    <a16:creationId xmlns:a16="http://schemas.microsoft.com/office/drawing/2014/main" id="{E7F03A22-8119-F0E7-4BFB-631039F621C5}"/>
                  </a:ext>
                </a:extLst>
              </p14:cNvPr>
              <p14:cNvContentPartPr/>
              <p14:nvPr/>
            </p14:nvContentPartPr>
            <p14:xfrm>
              <a:off x="4316503" y="6075901"/>
              <a:ext cx="390240" cy="192600"/>
            </p14:xfrm>
          </p:contentPart>
        </mc:Choice>
        <mc:Fallback xmlns="">
          <p:pic>
            <p:nvPicPr>
              <p:cNvPr id="102" name="Ink 101">
                <a:extLst>
                  <a:ext uri="{FF2B5EF4-FFF2-40B4-BE49-F238E27FC236}">
                    <a16:creationId xmlns:a16="http://schemas.microsoft.com/office/drawing/2014/main" id="{E7F03A22-8119-F0E7-4BFB-631039F621C5}"/>
                  </a:ext>
                </a:extLst>
              </p:cNvPr>
              <p:cNvPicPr/>
              <p:nvPr/>
            </p:nvPicPr>
            <p:blipFill>
              <a:blip r:embed="rId155"/>
              <a:stretch>
                <a:fillRect/>
              </a:stretch>
            </p:blipFill>
            <p:spPr>
              <a:xfrm>
                <a:off x="4306063" y="6065101"/>
                <a:ext cx="4114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3" name="Ink 102">
                <a:extLst>
                  <a:ext uri="{FF2B5EF4-FFF2-40B4-BE49-F238E27FC236}">
                    <a16:creationId xmlns:a16="http://schemas.microsoft.com/office/drawing/2014/main" id="{07AA8B14-1087-6402-96D0-9FA54615041D}"/>
                  </a:ext>
                </a:extLst>
              </p14:cNvPr>
              <p14:cNvContentPartPr/>
              <p14:nvPr/>
            </p14:nvContentPartPr>
            <p14:xfrm>
              <a:off x="4737703" y="6126301"/>
              <a:ext cx="87840" cy="138600"/>
            </p14:xfrm>
          </p:contentPart>
        </mc:Choice>
        <mc:Fallback xmlns="">
          <p:pic>
            <p:nvPicPr>
              <p:cNvPr id="103" name="Ink 102">
                <a:extLst>
                  <a:ext uri="{FF2B5EF4-FFF2-40B4-BE49-F238E27FC236}">
                    <a16:creationId xmlns:a16="http://schemas.microsoft.com/office/drawing/2014/main" id="{07AA8B14-1087-6402-96D0-9FA54615041D}"/>
                  </a:ext>
                </a:extLst>
              </p:cNvPr>
              <p:cNvPicPr/>
              <p:nvPr/>
            </p:nvPicPr>
            <p:blipFill>
              <a:blip r:embed="rId157"/>
              <a:stretch>
                <a:fillRect/>
              </a:stretch>
            </p:blipFill>
            <p:spPr>
              <a:xfrm>
                <a:off x="4727263" y="6115501"/>
                <a:ext cx="109080" cy="159840"/>
              </a:xfrm>
              <a:prstGeom prst="rect">
                <a:avLst/>
              </a:prstGeom>
            </p:spPr>
          </p:pic>
        </mc:Fallback>
      </mc:AlternateContent>
      <p:pic>
        <p:nvPicPr>
          <p:cNvPr id="7" name="Picture 6">
            <a:extLst>
              <a:ext uri="{FF2B5EF4-FFF2-40B4-BE49-F238E27FC236}">
                <a16:creationId xmlns:a16="http://schemas.microsoft.com/office/drawing/2014/main" id="{552B19C7-F20A-D9F7-38D4-13232A7614EC}"/>
              </a:ext>
            </a:extLst>
          </p:cNvPr>
          <p:cNvPicPr>
            <a:picLocks noChangeAspect="1"/>
          </p:cNvPicPr>
          <p:nvPr/>
        </p:nvPicPr>
        <p:blipFill>
          <a:blip r:embed="rId158"/>
          <a:stretch>
            <a:fillRect/>
          </a:stretch>
        </p:blipFill>
        <p:spPr>
          <a:xfrm>
            <a:off x="7818055" y="3196621"/>
            <a:ext cx="568608" cy="444115"/>
          </a:xfrm>
          <a:prstGeom prst="rect">
            <a:avLst/>
          </a:prstGeom>
        </p:spPr>
      </p:pic>
      <mc:AlternateContent xmlns:mc="http://schemas.openxmlformats.org/markup-compatibility/2006" xmlns:p14="http://schemas.microsoft.com/office/powerpoint/2010/main">
        <mc:Choice Requires="p14">
          <p:contentPart p14:bwMode="auto" r:id="rId159">
            <p14:nvContentPartPr>
              <p14:cNvPr id="27" name="Ink 26">
                <a:extLst>
                  <a:ext uri="{FF2B5EF4-FFF2-40B4-BE49-F238E27FC236}">
                    <a16:creationId xmlns:a16="http://schemas.microsoft.com/office/drawing/2014/main" id="{AA72EBA0-3B45-6B46-A889-A57021861809}"/>
                  </a:ext>
                </a:extLst>
              </p14:cNvPr>
              <p14:cNvContentPartPr/>
              <p14:nvPr/>
            </p14:nvContentPartPr>
            <p14:xfrm>
              <a:off x="8814909" y="3308995"/>
              <a:ext cx="579240" cy="259200"/>
            </p14:xfrm>
          </p:contentPart>
        </mc:Choice>
        <mc:Fallback xmlns="">
          <p:pic>
            <p:nvPicPr>
              <p:cNvPr id="27" name="Ink 26">
                <a:extLst>
                  <a:ext uri="{FF2B5EF4-FFF2-40B4-BE49-F238E27FC236}">
                    <a16:creationId xmlns:a16="http://schemas.microsoft.com/office/drawing/2014/main" id="{AA72EBA0-3B45-6B46-A889-A57021861809}"/>
                  </a:ext>
                </a:extLst>
              </p:cNvPr>
              <p:cNvPicPr/>
              <p:nvPr/>
            </p:nvPicPr>
            <p:blipFill>
              <a:blip r:embed="rId160"/>
              <a:stretch>
                <a:fillRect/>
              </a:stretch>
            </p:blipFill>
            <p:spPr>
              <a:xfrm>
                <a:off x="8804109" y="3298555"/>
                <a:ext cx="60048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40" name="Ink 39">
                <a:extLst>
                  <a:ext uri="{FF2B5EF4-FFF2-40B4-BE49-F238E27FC236}">
                    <a16:creationId xmlns:a16="http://schemas.microsoft.com/office/drawing/2014/main" id="{21C64038-0E8D-82B4-782F-2E9C567BC47E}"/>
                  </a:ext>
                </a:extLst>
              </p14:cNvPr>
              <p14:cNvContentPartPr/>
              <p14:nvPr/>
            </p14:nvContentPartPr>
            <p14:xfrm>
              <a:off x="7294550" y="3926913"/>
              <a:ext cx="158760" cy="203760"/>
            </p14:xfrm>
          </p:contentPart>
        </mc:Choice>
        <mc:Fallback xmlns="">
          <p:pic>
            <p:nvPicPr>
              <p:cNvPr id="40" name="Ink 39">
                <a:extLst>
                  <a:ext uri="{FF2B5EF4-FFF2-40B4-BE49-F238E27FC236}">
                    <a16:creationId xmlns:a16="http://schemas.microsoft.com/office/drawing/2014/main" id="{21C64038-0E8D-82B4-782F-2E9C567BC47E}"/>
                  </a:ext>
                </a:extLst>
              </p:cNvPr>
              <p:cNvPicPr/>
              <p:nvPr/>
            </p:nvPicPr>
            <p:blipFill>
              <a:blip r:embed="rId162"/>
              <a:stretch>
                <a:fillRect/>
              </a:stretch>
            </p:blipFill>
            <p:spPr>
              <a:xfrm>
                <a:off x="7283750" y="3916473"/>
                <a:ext cx="1800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42" name="Ink 41">
                <a:extLst>
                  <a:ext uri="{FF2B5EF4-FFF2-40B4-BE49-F238E27FC236}">
                    <a16:creationId xmlns:a16="http://schemas.microsoft.com/office/drawing/2014/main" id="{2175D4D0-9CC7-962B-DA43-A4070670A264}"/>
                  </a:ext>
                </a:extLst>
              </p14:cNvPr>
              <p14:cNvContentPartPr/>
              <p14:nvPr/>
            </p14:nvContentPartPr>
            <p14:xfrm>
              <a:off x="6925550" y="3943113"/>
              <a:ext cx="246240" cy="197640"/>
            </p14:xfrm>
          </p:contentPart>
        </mc:Choice>
        <mc:Fallback xmlns="">
          <p:pic>
            <p:nvPicPr>
              <p:cNvPr id="42" name="Ink 41">
                <a:extLst>
                  <a:ext uri="{FF2B5EF4-FFF2-40B4-BE49-F238E27FC236}">
                    <a16:creationId xmlns:a16="http://schemas.microsoft.com/office/drawing/2014/main" id="{2175D4D0-9CC7-962B-DA43-A4070670A264}"/>
                  </a:ext>
                </a:extLst>
              </p:cNvPr>
              <p:cNvPicPr/>
              <p:nvPr/>
            </p:nvPicPr>
            <p:blipFill>
              <a:blip r:embed="rId164"/>
              <a:stretch>
                <a:fillRect/>
              </a:stretch>
            </p:blipFill>
            <p:spPr>
              <a:xfrm>
                <a:off x="6915110" y="3932313"/>
                <a:ext cx="2674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46" name="Ink 45">
                <a:extLst>
                  <a:ext uri="{FF2B5EF4-FFF2-40B4-BE49-F238E27FC236}">
                    <a16:creationId xmlns:a16="http://schemas.microsoft.com/office/drawing/2014/main" id="{F01E9B7F-8547-7535-EE01-6E179BD7BEE5}"/>
                  </a:ext>
                </a:extLst>
              </p14:cNvPr>
              <p14:cNvContentPartPr/>
              <p14:nvPr/>
            </p14:nvContentPartPr>
            <p14:xfrm>
              <a:off x="7543670" y="3900993"/>
              <a:ext cx="142560" cy="218160"/>
            </p14:xfrm>
          </p:contentPart>
        </mc:Choice>
        <mc:Fallback xmlns="">
          <p:pic>
            <p:nvPicPr>
              <p:cNvPr id="46" name="Ink 45">
                <a:extLst>
                  <a:ext uri="{FF2B5EF4-FFF2-40B4-BE49-F238E27FC236}">
                    <a16:creationId xmlns:a16="http://schemas.microsoft.com/office/drawing/2014/main" id="{F01E9B7F-8547-7535-EE01-6E179BD7BEE5}"/>
                  </a:ext>
                </a:extLst>
              </p:cNvPr>
              <p:cNvPicPr/>
              <p:nvPr/>
            </p:nvPicPr>
            <p:blipFill>
              <a:blip r:embed="rId166"/>
              <a:stretch>
                <a:fillRect/>
              </a:stretch>
            </p:blipFill>
            <p:spPr>
              <a:xfrm>
                <a:off x="7532870" y="3890553"/>
                <a:ext cx="1638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55" name="Ink 54">
                <a:extLst>
                  <a:ext uri="{FF2B5EF4-FFF2-40B4-BE49-F238E27FC236}">
                    <a16:creationId xmlns:a16="http://schemas.microsoft.com/office/drawing/2014/main" id="{D0298BF5-6731-71F2-5048-131647439CA1}"/>
                  </a:ext>
                </a:extLst>
              </p14:cNvPr>
              <p14:cNvContentPartPr/>
              <p14:nvPr/>
            </p14:nvContentPartPr>
            <p14:xfrm>
              <a:off x="7672910" y="3854193"/>
              <a:ext cx="333720" cy="345600"/>
            </p14:xfrm>
          </p:contentPart>
        </mc:Choice>
        <mc:Fallback xmlns="">
          <p:pic>
            <p:nvPicPr>
              <p:cNvPr id="55" name="Ink 54">
                <a:extLst>
                  <a:ext uri="{FF2B5EF4-FFF2-40B4-BE49-F238E27FC236}">
                    <a16:creationId xmlns:a16="http://schemas.microsoft.com/office/drawing/2014/main" id="{D0298BF5-6731-71F2-5048-131647439CA1}"/>
                  </a:ext>
                </a:extLst>
              </p:cNvPr>
              <p:cNvPicPr/>
              <p:nvPr/>
            </p:nvPicPr>
            <p:blipFill>
              <a:blip r:embed="rId168"/>
              <a:stretch>
                <a:fillRect/>
              </a:stretch>
            </p:blipFill>
            <p:spPr>
              <a:xfrm>
                <a:off x="7662110" y="3843753"/>
                <a:ext cx="354960" cy="366840"/>
              </a:xfrm>
              <a:prstGeom prst="rect">
                <a:avLst/>
              </a:prstGeom>
            </p:spPr>
          </p:pic>
        </mc:Fallback>
      </mc:AlternateContent>
    </p:spTree>
    <p:extLst>
      <p:ext uri="{BB962C8B-B14F-4D97-AF65-F5344CB8AC3E}">
        <p14:creationId xmlns:p14="http://schemas.microsoft.com/office/powerpoint/2010/main" val="22051230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30CF8BF2-0ABE-E081-757A-D971C752C9F4}"/>
                  </a:ext>
                </a:extLst>
              </p14:cNvPr>
              <p14:cNvContentPartPr/>
              <p14:nvPr/>
            </p14:nvContentPartPr>
            <p14:xfrm>
              <a:off x="2298343" y="995941"/>
              <a:ext cx="1387800" cy="2150640"/>
            </p14:xfrm>
          </p:contentPart>
        </mc:Choice>
        <mc:Fallback xmlns="">
          <p:pic>
            <p:nvPicPr>
              <p:cNvPr id="11" name="Ink 10">
                <a:extLst>
                  <a:ext uri="{FF2B5EF4-FFF2-40B4-BE49-F238E27FC236}">
                    <a16:creationId xmlns:a16="http://schemas.microsoft.com/office/drawing/2014/main" id="{30CF8BF2-0ABE-E081-757A-D971C752C9F4}"/>
                  </a:ext>
                </a:extLst>
              </p:cNvPr>
              <p:cNvPicPr/>
              <p:nvPr/>
            </p:nvPicPr>
            <p:blipFill>
              <a:blip r:embed="rId3"/>
              <a:stretch>
                <a:fillRect/>
              </a:stretch>
            </p:blipFill>
            <p:spPr>
              <a:xfrm>
                <a:off x="2290783" y="988381"/>
                <a:ext cx="1402920" cy="2165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DA511140-A217-1CDF-42CD-390EA931F198}"/>
                  </a:ext>
                </a:extLst>
              </p14:cNvPr>
              <p14:cNvContentPartPr/>
              <p14:nvPr/>
            </p14:nvContentPartPr>
            <p14:xfrm>
              <a:off x="3486703" y="1253701"/>
              <a:ext cx="145080" cy="1832760"/>
            </p14:xfrm>
          </p:contentPart>
        </mc:Choice>
        <mc:Fallback xmlns="">
          <p:pic>
            <p:nvPicPr>
              <p:cNvPr id="12" name="Ink 11">
                <a:extLst>
                  <a:ext uri="{FF2B5EF4-FFF2-40B4-BE49-F238E27FC236}">
                    <a16:creationId xmlns:a16="http://schemas.microsoft.com/office/drawing/2014/main" id="{DA511140-A217-1CDF-42CD-390EA931F198}"/>
                  </a:ext>
                </a:extLst>
              </p:cNvPr>
              <p:cNvPicPr/>
              <p:nvPr/>
            </p:nvPicPr>
            <p:blipFill>
              <a:blip r:embed="rId5"/>
              <a:stretch>
                <a:fillRect/>
              </a:stretch>
            </p:blipFill>
            <p:spPr>
              <a:xfrm>
                <a:off x="3479143" y="1246141"/>
                <a:ext cx="160200" cy="1847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4ED0F692-B284-12B3-D6E4-53EC2C16C50B}"/>
                  </a:ext>
                </a:extLst>
              </p14:cNvPr>
              <p14:cNvContentPartPr/>
              <p14:nvPr/>
            </p14:nvContentPartPr>
            <p14:xfrm>
              <a:off x="3914023" y="1945261"/>
              <a:ext cx="1524960" cy="314640"/>
            </p14:xfrm>
          </p:contentPart>
        </mc:Choice>
        <mc:Fallback xmlns="">
          <p:pic>
            <p:nvPicPr>
              <p:cNvPr id="16" name="Ink 15">
                <a:extLst>
                  <a:ext uri="{FF2B5EF4-FFF2-40B4-BE49-F238E27FC236}">
                    <a16:creationId xmlns:a16="http://schemas.microsoft.com/office/drawing/2014/main" id="{4ED0F692-B284-12B3-D6E4-53EC2C16C50B}"/>
                  </a:ext>
                </a:extLst>
              </p:cNvPr>
              <p:cNvPicPr/>
              <p:nvPr/>
            </p:nvPicPr>
            <p:blipFill>
              <a:blip r:embed="rId7"/>
              <a:stretch>
                <a:fillRect/>
              </a:stretch>
            </p:blipFill>
            <p:spPr>
              <a:xfrm>
                <a:off x="3903941" y="1935181"/>
                <a:ext cx="1545125"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97CBBBB3-7BBD-D325-0689-1CD494DAB3E8}"/>
                  </a:ext>
                </a:extLst>
              </p14:cNvPr>
              <p14:cNvContentPartPr/>
              <p14:nvPr/>
            </p14:nvContentPartPr>
            <p14:xfrm>
              <a:off x="5813023" y="1819261"/>
              <a:ext cx="496800" cy="434160"/>
            </p14:xfrm>
          </p:contentPart>
        </mc:Choice>
        <mc:Fallback xmlns="">
          <p:pic>
            <p:nvPicPr>
              <p:cNvPr id="19" name="Ink 18">
                <a:extLst>
                  <a:ext uri="{FF2B5EF4-FFF2-40B4-BE49-F238E27FC236}">
                    <a16:creationId xmlns:a16="http://schemas.microsoft.com/office/drawing/2014/main" id="{97CBBBB3-7BBD-D325-0689-1CD494DAB3E8}"/>
                  </a:ext>
                </a:extLst>
              </p:cNvPr>
              <p:cNvPicPr/>
              <p:nvPr/>
            </p:nvPicPr>
            <p:blipFill>
              <a:blip r:embed="rId9"/>
              <a:stretch>
                <a:fillRect/>
              </a:stretch>
            </p:blipFill>
            <p:spPr>
              <a:xfrm>
                <a:off x="5802950" y="1809181"/>
                <a:ext cx="514427"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0" name="Ink 29">
                <a:extLst>
                  <a:ext uri="{FF2B5EF4-FFF2-40B4-BE49-F238E27FC236}">
                    <a16:creationId xmlns:a16="http://schemas.microsoft.com/office/drawing/2014/main" id="{29F57093-D438-453B-E34D-EA7C9CB2051F}"/>
                  </a:ext>
                </a:extLst>
              </p14:cNvPr>
              <p14:cNvContentPartPr/>
              <p14:nvPr/>
            </p14:nvContentPartPr>
            <p14:xfrm>
              <a:off x="5655703" y="2316061"/>
              <a:ext cx="1735560" cy="452160"/>
            </p14:xfrm>
          </p:contentPart>
        </mc:Choice>
        <mc:Fallback xmlns="">
          <p:pic>
            <p:nvPicPr>
              <p:cNvPr id="30" name="Ink 29">
                <a:extLst>
                  <a:ext uri="{FF2B5EF4-FFF2-40B4-BE49-F238E27FC236}">
                    <a16:creationId xmlns:a16="http://schemas.microsoft.com/office/drawing/2014/main" id="{29F57093-D438-453B-E34D-EA7C9CB2051F}"/>
                  </a:ext>
                </a:extLst>
              </p:cNvPr>
              <p:cNvPicPr/>
              <p:nvPr/>
            </p:nvPicPr>
            <p:blipFill>
              <a:blip r:embed="rId11"/>
              <a:stretch>
                <a:fillRect/>
              </a:stretch>
            </p:blipFill>
            <p:spPr>
              <a:xfrm>
                <a:off x="5645623" y="2308501"/>
                <a:ext cx="175320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4" name="Ink 33">
                <a:extLst>
                  <a:ext uri="{FF2B5EF4-FFF2-40B4-BE49-F238E27FC236}">
                    <a16:creationId xmlns:a16="http://schemas.microsoft.com/office/drawing/2014/main" id="{333339CB-C45D-901D-D130-D0FB6ADEE87A}"/>
                  </a:ext>
                </a:extLst>
              </p14:cNvPr>
              <p14:cNvContentPartPr/>
              <p14:nvPr/>
            </p14:nvContentPartPr>
            <p14:xfrm>
              <a:off x="7756303" y="1920061"/>
              <a:ext cx="967320" cy="295920"/>
            </p14:xfrm>
          </p:contentPart>
        </mc:Choice>
        <mc:Fallback xmlns="">
          <p:pic>
            <p:nvPicPr>
              <p:cNvPr id="34" name="Ink 33">
                <a:extLst>
                  <a:ext uri="{FF2B5EF4-FFF2-40B4-BE49-F238E27FC236}">
                    <a16:creationId xmlns:a16="http://schemas.microsoft.com/office/drawing/2014/main" id="{333339CB-C45D-901D-D130-D0FB6ADEE87A}"/>
                  </a:ext>
                </a:extLst>
              </p:cNvPr>
              <p:cNvPicPr/>
              <p:nvPr/>
            </p:nvPicPr>
            <p:blipFill>
              <a:blip r:embed="rId13"/>
              <a:stretch>
                <a:fillRect/>
              </a:stretch>
            </p:blipFill>
            <p:spPr>
              <a:xfrm>
                <a:off x="7748743" y="1912501"/>
                <a:ext cx="9820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0" name="Ink 39">
                <a:extLst>
                  <a:ext uri="{FF2B5EF4-FFF2-40B4-BE49-F238E27FC236}">
                    <a16:creationId xmlns:a16="http://schemas.microsoft.com/office/drawing/2014/main" id="{AA9B8FA3-B923-6491-D1E6-1AF30C08F4C4}"/>
                  </a:ext>
                </a:extLst>
              </p14:cNvPr>
              <p14:cNvContentPartPr/>
              <p14:nvPr/>
            </p14:nvContentPartPr>
            <p14:xfrm>
              <a:off x="8969143" y="1750141"/>
              <a:ext cx="1159920" cy="452520"/>
            </p14:xfrm>
          </p:contentPart>
        </mc:Choice>
        <mc:Fallback xmlns="">
          <p:pic>
            <p:nvPicPr>
              <p:cNvPr id="40" name="Ink 39">
                <a:extLst>
                  <a:ext uri="{FF2B5EF4-FFF2-40B4-BE49-F238E27FC236}">
                    <a16:creationId xmlns:a16="http://schemas.microsoft.com/office/drawing/2014/main" id="{AA9B8FA3-B923-6491-D1E6-1AF30C08F4C4}"/>
                  </a:ext>
                </a:extLst>
              </p:cNvPr>
              <p:cNvPicPr/>
              <p:nvPr/>
            </p:nvPicPr>
            <p:blipFill>
              <a:blip r:embed="rId15"/>
              <a:stretch>
                <a:fillRect/>
              </a:stretch>
            </p:blipFill>
            <p:spPr>
              <a:xfrm>
                <a:off x="8961583" y="1742575"/>
                <a:ext cx="1175040" cy="467652"/>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8" name="Ink 47">
                <a:extLst>
                  <a:ext uri="{FF2B5EF4-FFF2-40B4-BE49-F238E27FC236}">
                    <a16:creationId xmlns:a16="http://schemas.microsoft.com/office/drawing/2014/main" id="{9BB2D1A7-2673-DCAA-E94E-65E4E352D7DB}"/>
                  </a:ext>
                </a:extLst>
              </p14:cNvPr>
              <p14:cNvContentPartPr/>
              <p14:nvPr/>
            </p14:nvContentPartPr>
            <p14:xfrm>
              <a:off x="9171463" y="2737261"/>
              <a:ext cx="577080" cy="578160"/>
            </p14:xfrm>
          </p:contentPart>
        </mc:Choice>
        <mc:Fallback xmlns="">
          <p:pic>
            <p:nvPicPr>
              <p:cNvPr id="48" name="Ink 47">
                <a:extLst>
                  <a:ext uri="{FF2B5EF4-FFF2-40B4-BE49-F238E27FC236}">
                    <a16:creationId xmlns:a16="http://schemas.microsoft.com/office/drawing/2014/main" id="{9BB2D1A7-2673-DCAA-E94E-65E4E352D7DB}"/>
                  </a:ext>
                </a:extLst>
              </p:cNvPr>
              <p:cNvPicPr/>
              <p:nvPr/>
            </p:nvPicPr>
            <p:blipFill>
              <a:blip r:embed="rId17"/>
              <a:stretch>
                <a:fillRect/>
              </a:stretch>
            </p:blipFill>
            <p:spPr>
              <a:xfrm>
                <a:off x="9164259" y="2729701"/>
                <a:ext cx="592209" cy="593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134778ED-E540-06D8-C3B7-29F25409EBF5}"/>
                  </a:ext>
                </a:extLst>
              </p14:cNvPr>
              <p14:cNvContentPartPr/>
              <p14:nvPr/>
            </p14:nvContentPartPr>
            <p14:xfrm>
              <a:off x="9383863" y="2367181"/>
              <a:ext cx="239400" cy="357120"/>
            </p14:xfrm>
          </p:contentPart>
        </mc:Choice>
        <mc:Fallback xmlns="">
          <p:pic>
            <p:nvPicPr>
              <p:cNvPr id="51" name="Ink 50">
                <a:extLst>
                  <a:ext uri="{FF2B5EF4-FFF2-40B4-BE49-F238E27FC236}">
                    <a16:creationId xmlns:a16="http://schemas.microsoft.com/office/drawing/2014/main" id="{134778ED-E540-06D8-C3B7-29F25409EBF5}"/>
                  </a:ext>
                </a:extLst>
              </p:cNvPr>
              <p:cNvPicPr/>
              <p:nvPr/>
            </p:nvPicPr>
            <p:blipFill>
              <a:blip r:embed="rId19"/>
              <a:stretch>
                <a:fillRect/>
              </a:stretch>
            </p:blipFill>
            <p:spPr>
              <a:xfrm>
                <a:off x="9376303" y="2359629"/>
                <a:ext cx="254160" cy="37186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8" name="Ink 67">
                <a:extLst>
                  <a:ext uri="{FF2B5EF4-FFF2-40B4-BE49-F238E27FC236}">
                    <a16:creationId xmlns:a16="http://schemas.microsoft.com/office/drawing/2014/main" id="{B2B0FAC2-F6EC-F66E-8E9D-03F3CB70E323}"/>
                  </a:ext>
                </a:extLst>
              </p14:cNvPr>
              <p14:cNvContentPartPr/>
              <p14:nvPr/>
            </p14:nvContentPartPr>
            <p14:xfrm>
              <a:off x="6542383" y="3619621"/>
              <a:ext cx="1232280" cy="607320"/>
            </p14:xfrm>
          </p:contentPart>
        </mc:Choice>
        <mc:Fallback xmlns="">
          <p:pic>
            <p:nvPicPr>
              <p:cNvPr id="68" name="Ink 67">
                <a:extLst>
                  <a:ext uri="{FF2B5EF4-FFF2-40B4-BE49-F238E27FC236}">
                    <a16:creationId xmlns:a16="http://schemas.microsoft.com/office/drawing/2014/main" id="{B2B0FAC2-F6EC-F66E-8E9D-03F3CB70E323}"/>
                  </a:ext>
                </a:extLst>
              </p:cNvPr>
              <p:cNvPicPr/>
              <p:nvPr/>
            </p:nvPicPr>
            <p:blipFill>
              <a:blip r:embed="rId21"/>
              <a:stretch>
                <a:fillRect/>
              </a:stretch>
            </p:blipFill>
            <p:spPr>
              <a:xfrm>
                <a:off x="6531586" y="3609181"/>
                <a:ext cx="1253514" cy="628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1" name="Ink 70">
                <a:extLst>
                  <a:ext uri="{FF2B5EF4-FFF2-40B4-BE49-F238E27FC236}">
                    <a16:creationId xmlns:a16="http://schemas.microsoft.com/office/drawing/2014/main" id="{1831B2CC-942E-1F96-5DA7-5B61FFC8573F}"/>
                  </a:ext>
                </a:extLst>
              </p14:cNvPr>
              <p14:cNvContentPartPr/>
              <p14:nvPr/>
            </p14:nvContentPartPr>
            <p14:xfrm>
              <a:off x="7963663" y="3579661"/>
              <a:ext cx="748080" cy="365040"/>
            </p14:xfrm>
          </p:contentPart>
        </mc:Choice>
        <mc:Fallback xmlns="">
          <p:pic>
            <p:nvPicPr>
              <p:cNvPr id="71" name="Ink 70">
                <a:extLst>
                  <a:ext uri="{FF2B5EF4-FFF2-40B4-BE49-F238E27FC236}">
                    <a16:creationId xmlns:a16="http://schemas.microsoft.com/office/drawing/2014/main" id="{1831B2CC-942E-1F96-5DA7-5B61FFC8573F}"/>
                  </a:ext>
                </a:extLst>
              </p:cNvPr>
              <p:cNvPicPr/>
              <p:nvPr/>
            </p:nvPicPr>
            <p:blipFill>
              <a:blip r:embed="rId23"/>
              <a:stretch>
                <a:fillRect/>
              </a:stretch>
            </p:blipFill>
            <p:spPr>
              <a:xfrm>
                <a:off x="7953218" y="3569221"/>
                <a:ext cx="76933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5" name="Ink 84">
                <a:extLst>
                  <a:ext uri="{FF2B5EF4-FFF2-40B4-BE49-F238E27FC236}">
                    <a16:creationId xmlns:a16="http://schemas.microsoft.com/office/drawing/2014/main" id="{03603D00-9FC6-6B46-6930-52DACFC62965}"/>
                  </a:ext>
                </a:extLst>
              </p14:cNvPr>
              <p14:cNvContentPartPr/>
              <p14:nvPr/>
            </p14:nvContentPartPr>
            <p14:xfrm>
              <a:off x="7925503" y="4070341"/>
              <a:ext cx="924480" cy="484200"/>
            </p14:xfrm>
          </p:contentPart>
        </mc:Choice>
        <mc:Fallback xmlns="">
          <p:pic>
            <p:nvPicPr>
              <p:cNvPr id="85" name="Ink 84">
                <a:extLst>
                  <a:ext uri="{FF2B5EF4-FFF2-40B4-BE49-F238E27FC236}">
                    <a16:creationId xmlns:a16="http://schemas.microsoft.com/office/drawing/2014/main" id="{03603D00-9FC6-6B46-6930-52DACFC62965}"/>
                  </a:ext>
                </a:extLst>
              </p:cNvPr>
              <p:cNvPicPr/>
              <p:nvPr/>
            </p:nvPicPr>
            <p:blipFill>
              <a:blip r:embed="rId25"/>
              <a:stretch>
                <a:fillRect/>
              </a:stretch>
            </p:blipFill>
            <p:spPr>
              <a:xfrm>
                <a:off x="7914703" y="4059549"/>
                <a:ext cx="945720" cy="505424"/>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6" name="Ink 85">
                <a:extLst>
                  <a:ext uri="{FF2B5EF4-FFF2-40B4-BE49-F238E27FC236}">
                    <a16:creationId xmlns:a16="http://schemas.microsoft.com/office/drawing/2014/main" id="{8FE414E4-AA1B-2E0C-4765-E377BF7547BA}"/>
                  </a:ext>
                </a:extLst>
              </p14:cNvPr>
              <p14:cNvContentPartPr/>
              <p14:nvPr/>
            </p14:nvContentPartPr>
            <p14:xfrm>
              <a:off x="7014343" y="4189861"/>
              <a:ext cx="641160" cy="245520"/>
            </p14:xfrm>
          </p:contentPart>
        </mc:Choice>
        <mc:Fallback xmlns="">
          <p:pic>
            <p:nvPicPr>
              <p:cNvPr id="86" name="Ink 85">
                <a:extLst>
                  <a:ext uri="{FF2B5EF4-FFF2-40B4-BE49-F238E27FC236}">
                    <a16:creationId xmlns:a16="http://schemas.microsoft.com/office/drawing/2014/main" id="{8FE414E4-AA1B-2E0C-4765-E377BF7547BA}"/>
                  </a:ext>
                </a:extLst>
              </p:cNvPr>
              <p:cNvPicPr/>
              <p:nvPr/>
            </p:nvPicPr>
            <p:blipFill>
              <a:blip r:embed="rId27"/>
              <a:stretch>
                <a:fillRect/>
              </a:stretch>
            </p:blipFill>
            <p:spPr>
              <a:xfrm>
                <a:off x="7003897" y="4179061"/>
                <a:ext cx="662412"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0" name="Ink 99">
                <a:extLst>
                  <a:ext uri="{FF2B5EF4-FFF2-40B4-BE49-F238E27FC236}">
                    <a16:creationId xmlns:a16="http://schemas.microsoft.com/office/drawing/2014/main" id="{81F26B26-2B9C-81A8-37BC-75E4B252AB83}"/>
                  </a:ext>
                </a:extLst>
              </p14:cNvPr>
              <p14:cNvContentPartPr/>
              <p14:nvPr/>
            </p14:nvContentPartPr>
            <p14:xfrm>
              <a:off x="6995623" y="4617181"/>
              <a:ext cx="1156320" cy="703800"/>
            </p14:xfrm>
          </p:contentPart>
        </mc:Choice>
        <mc:Fallback xmlns="">
          <p:pic>
            <p:nvPicPr>
              <p:cNvPr id="100" name="Ink 99">
                <a:extLst>
                  <a:ext uri="{FF2B5EF4-FFF2-40B4-BE49-F238E27FC236}">
                    <a16:creationId xmlns:a16="http://schemas.microsoft.com/office/drawing/2014/main" id="{81F26B26-2B9C-81A8-37BC-75E4B252AB83}"/>
                  </a:ext>
                </a:extLst>
              </p:cNvPr>
              <p:cNvPicPr/>
              <p:nvPr/>
            </p:nvPicPr>
            <p:blipFill>
              <a:blip r:embed="rId29"/>
              <a:stretch>
                <a:fillRect/>
              </a:stretch>
            </p:blipFill>
            <p:spPr>
              <a:xfrm>
                <a:off x="6984823" y="4606741"/>
                <a:ext cx="1177560" cy="725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7" name="Ink 116">
                <a:extLst>
                  <a:ext uri="{FF2B5EF4-FFF2-40B4-BE49-F238E27FC236}">
                    <a16:creationId xmlns:a16="http://schemas.microsoft.com/office/drawing/2014/main" id="{D12EEFCE-A589-EB4F-21D9-7EA5E9A053A2}"/>
                  </a:ext>
                </a:extLst>
              </p14:cNvPr>
              <p14:cNvContentPartPr/>
              <p14:nvPr/>
            </p14:nvContentPartPr>
            <p14:xfrm>
              <a:off x="7038823" y="5132701"/>
              <a:ext cx="1804680" cy="993240"/>
            </p14:xfrm>
          </p:contentPart>
        </mc:Choice>
        <mc:Fallback xmlns="">
          <p:pic>
            <p:nvPicPr>
              <p:cNvPr id="117" name="Ink 116">
                <a:extLst>
                  <a:ext uri="{FF2B5EF4-FFF2-40B4-BE49-F238E27FC236}">
                    <a16:creationId xmlns:a16="http://schemas.microsoft.com/office/drawing/2014/main" id="{D12EEFCE-A589-EB4F-21D9-7EA5E9A053A2}"/>
                  </a:ext>
                </a:extLst>
              </p:cNvPr>
              <p:cNvPicPr/>
              <p:nvPr/>
            </p:nvPicPr>
            <p:blipFill>
              <a:blip r:embed="rId31"/>
              <a:stretch>
                <a:fillRect/>
              </a:stretch>
            </p:blipFill>
            <p:spPr>
              <a:xfrm>
                <a:off x="7028383" y="5122257"/>
                <a:ext cx="1825920" cy="1014488"/>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1" name="Ink 120">
                <a:extLst>
                  <a:ext uri="{FF2B5EF4-FFF2-40B4-BE49-F238E27FC236}">
                    <a16:creationId xmlns:a16="http://schemas.microsoft.com/office/drawing/2014/main" id="{8162034D-158F-4A96-0710-BEE2CB19C348}"/>
                  </a:ext>
                </a:extLst>
              </p14:cNvPr>
              <p14:cNvContentPartPr/>
              <p14:nvPr/>
            </p14:nvContentPartPr>
            <p14:xfrm>
              <a:off x="7589263" y="2876221"/>
              <a:ext cx="1021680" cy="615960"/>
            </p14:xfrm>
          </p:contentPart>
        </mc:Choice>
        <mc:Fallback xmlns="">
          <p:pic>
            <p:nvPicPr>
              <p:cNvPr id="121" name="Ink 120">
                <a:extLst>
                  <a:ext uri="{FF2B5EF4-FFF2-40B4-BE49-F238E27FC236}">
                    <a16:creationId xmlns:a16="http://schemas.microsoft.com/office/drawing/2014/main" id="{8162034D-158F-4A96-0710-BEE2CB19C348}"/>
                  </a:ext>
                </a:extLst>
              </p:cNvPr>
              <p:cNvPicPr/>
              <p:nvPr/>
            </p:nvPicPr>
            <p:blipFill>
              <a:blip r:embed="rId33"/>
              <a:stretch>
                <a:fillRect/>
              </a:stretch>
            </p:blipFill>
            <p:spPr>
              <a:xfrm>
                <a:off x="7578823" y="2865781"/>
                <a:ext cx="1042920" cy="637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4" name="Ink 123">
                <a:extLst>
                  <a:ext uri="{FF2B5EF4-FFF2-40B4-BE49-F238E27FC236}">
                    <a16:creationId xmlns:a16="http://schemas.microsoft.com/office/drawing/2014/main" id="{1C012A81-E1DD-AA74-C1D3-06C5F1DB1136}"/>
                  </a:ext>
                </a:extLst>
              </p14:cNvPr>
              <p14:cNvContentPartPr/>
              <p14:nvPr/>
            </p14:nvContentPartPr>
            <p14:xfrm>
              <a:off x="7925503" y="2416861"/>
              <a:ext cx="176400" cy="515160"/>
            </p14:xfrm>
          </p:contentPart>
        </mc:Choice>
        <mc:Fallback xmlns="">
          <p:pic>
            <p:nvPicPr>
              <p:cNvPr id="124" name="Ink 123">
                <a:extLst>
                  <a:ext uri="{FF2B5EF4-FFF2-40B4-BE49-F238E27FC236}">
                    <a16:creationId xmlns:a16="http://schemas.microsoft.com/office/drawing/2014/main" id="{1C012A81-E1DD-AA74-C1D3-06C5F1DB1136}"/>
                  </a:ext>
                </a:extLst>
              </p:cNvPr>
              <p:cNvPicPr/>
              <p:nvPr/>
            </p:nvPicPr>
            <p:blipFill>
              <a:blip r:embed="rId35"/>
              <a:stretch>
                <a:fillRect/>
              </a:stretch>
            </p:blipFill>
            <p:spPr>
              <a:xfrm>
                <a:off x="7914703" y="2406061"/>
                <a:ext cx="19764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8" name="Ink 137">
                <a:extLst>
                  <a:ext uri="{FF2B5EF4-FFF2-40B4-BE49-F238E27FC236}">
                    <a16:creationId xmlns:a16="http://schemas.microsoft.com/office/drawing/2014/main" id="{A34B33DF-4FDD-FA74-BD9A-1A3939FB6C8B}"/>
                  </a:ext>
                </a:extLst>
              </p14:cNvPr>
              <p14:cNvContentPartPr/>
              <p14:nvPr/>
            </p14:nvContentPartPr>
            <p14:xfrm>
              <a:off x="9937183" y="3517021"/>
              <a:ext cx="1773720" cy="798840"/>
            </p14:xfrm>
          </p:contentPart>
        </mc:Choice>
        <mc:Fallback xmlns="">
          <p:pic>
            <p:nvPicPr>
              <p:cNvPr id="138" name="Ink 137">
                <a:extLst>
                  <a:ext uri="{FF2B5EF4-FFF2-40B4-BE49-F238E27FC236}">
                    <a16:creationId xmlns:a16="http://schemas.microsoft.com/office/drawing/2014/main" id="{A34B33DF-4FDD-FA74-BD9A-1A3939FB6C8B}"/>
                  </a:ext>
                </a:extLst>
              </p:cNvPr>
              <p:cNvPicPr/>
              <p:nvPr/>
            </p:nvPicPr>
            <p:blipFill>
              <a:blip r:embed="rId37"/>
              <a:stretch>
                <a:fillRect/>
              </a:stretch>
            </p:blipFill>
            <p:spPr>
              <a:xfrm>
                <a:off x="9926741" y="3506221"/>
                <a:ext cx="1794964" cy="820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0" name="Ink 149">
                <a:extLst>
                  <a:ext uri="{FF2B5EF4-FFF2-40B4-BE49-F238E27FC236}">
                    <a16:creationId xmlns:a16="http://schemas.microsoft.com/office/drawing/2014/main" id="{D5198E27-CEEF-8E53-4B92-F3E08F28B0F2}"/>
                  </a:ext>
                </a:extLst>
              </p14:cNvPr>
              <p14:cNvContentPartPr/>
              <p14:nvPr/>
            </p14:nvContentPartPr>
            <p14:xfrm>
              <a:off x="3279343" y="3958381"/>
              <a:ext cx="421200" cy="332280"/>
            </p14:xfrm>
          </p:contentPart>
        </mc:Choice>
        <mc:Fallback xmlns="">
          <p:pic>
            <p:nvPicPr>
              <p:cNvPr id="150" name="Ink 149">
                <a:extLst>
                  <a:ext uri="{FF2B5EF4-FFF2-40B4-BE49-F238E27FC236}">
                    <a16:creationId xmlns:a16="http://schemas.microsoft.com/office/drawing/2014/main" id="{D5198E27-CEEF-8E53-4B92-F3E08F28B0F2}"/>
                  </a:ext>
                </a:extLst>
              </p:cNvPr>
              <p:cNvPicPr/>
              <p:nvPr/>
            </p:nvPicPr>
            <p:blipFill>
              <a:blip r:embed="rId39"/>
              <a:stretch>
                <a:fillRect/>
              </a:stretch>
            </p:blipFill>
            <p:spPr>
              <a:xfrm>
                <a:off x="3268552" y="3947941"/>
                <a:ext cx="442422"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1" name="Ink 150">
                <a:extLst>
                  <a:ext uri="{FF2B5EF4-FFF2-40B4-BE49-F238E27FC236}">
                    <a16:creationId xmlns:a16="http://schemas.microsoft.com/office/drawing/2014/main" id="{D42D5DBE-7FA6-4F73-AABA-91E38A218B6A}"/>
                  </a:ext>
                </a:extLst>
              </p14:cNvPr>
              <p14:cNvContentPartPr/>
              <p14:nvPr/>
            </p14:nvContentPartPr>
            <p14:xfrm>
              <a:off x="2128783" y="3968101"/>
              <a:ext cx="691920" cy="391680"/>
            </p14:xfrm>
          </p:contentPart>
        </mc:Choice>
        <mc:Fallback xmlns="">
          <p:pic>
            <p:nvPicPr>
              <p:cNvPr id="151" name="Ink 150">
                <a:extLst>
                  <a:ext uri="{FF2B5EF4-FFF2-40B4-BE49-F238E27FC236}">
                    <a16:creationId xmlns:a16="http://schemas.microsoft.com/office/drawing/2014/main" id="{D42D5DBE-7FA6-4F73-AABA-91E38A218B6A}"/>
                  </a:ext>
                </a:extLst>
              </p:cNvPr>
              <p:cNvPicPr/>
              <p:nvPr/>
            </p:nvPicPr>
            <p:blipFill>
              <a:blip r:embed="rId41"/>
              <a:stretch>
                <a:fillRect/>
              </a:stretch>
            </p:blipFill>
            <p:spPr>
              <a:xfrm>
                <a:off x="2117983" y="3957661"/>
                <a:ext cx="71316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2" name="Ink 151">
                <a:extLst>
                  <a:ext uri="{FF2B5EF4-FFF2-40B4-BE49-F238E27FC236}">
                    <a16:creationId xmlns:a16="http://schemas.microsoft.com/office/drawing/2014/main" id="{D7EC7089-D766-15C2-5571-0ADDEBDAF289}"/>
                  </a:ext>
                </a:extLst>
              </p14:cNvPr>
              <p14:cNvContentPartPr/>
              <p14:nvPr/>
            </p14:nvContentPartPr>
            <p14:xfrm>
              <a:off x="764383" y="4139461"/>
              <a:ext cx="1018800" cy="408240"/>
            </p14:xfrm>
          </p:contentPart>
        </mc:Choice>
        <mc:Fallback xmlns="">
          <p:pic>
            <p:nvPicPr>
              <p:cNvPr id="152" name="Ink 151">
                <a:extLst>
                  <a:ext uri="{FF2B5EF4-FFF2-40B4-BE49-F238E27FC236}">
                    <a16:creationId xmlns:a16="http://schemas.microsoft.com/office/drawing/2014/main" id="{D7EC7089-D766-15C2-5571-0ADDEBDAF289}"/>
                  </a:ext>
                </a:extLst>
              </p:cNvPr>
              <p:cNvPicPr/>
              <p:nvPr/>
            </p:nvPicPr>
            <p:blipFill>
              <a:blip r:embed="rId43"/>
              <a:stretch>
                <a:fillRect/>
              </a:stretch>
            </p:blipFill>
            <p:spPr>
              <a:xfrm>
                <a:off x="753583" y="4128661"/>
                <a:ext cx="104004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61" name="Ink 160">
                <a:extLst>
                  <a:ext uri="{FF2B5EF4-FFF2-40B4-BE49-F238E27FC236}">
                    <a16:creationId xmlns:a16="http://schemas.microsoft.com/office/drawing/2014/main" id="{B4709935-33CF-BEED-3C3F-BA646DF898C0}"/>
                  </a:ext>
                </a:extLst>
              </p14:cNvPr>
              <p14:cNvContentPartPr/>
              <p14:nvPr/>
            </p14:nvContentPartPr>
            <p14:xfrm>
              <a:off x="3782263" y="3925621"/>
              <a:ext cx="968400" cy="491400"/>
            </p14:xfrm>
          </p:contentPart>
        </mc:Choice>
        <mc:Fallback xmlns="">
          <p:pic>
            <p:nvPicPr>
              <p:cNvPr id="161" name="Ink 160">
                <a:extLst>
                  <a:ext uri="{FF2B5EF4-FFF2-40B4-BE49-F238E27FC236}">
                    <a16:creationId xmlns:a16="http://schemas.microsoft.com/office/drawing/2014/main" id="{B4709935-33CF-BEED-3C3F-BA646DF898C0}"/>
                  </a:ext>
                </a:extLst>
              </p:cNvPr>
              <p:cNvPicPr/>
              <p:nvPr/>
            </p:nvPicPr>
            <p:blipFill>
              <a:blip r:embed="rId45"/>
              <a:stretch>
                <a:fillRect/>
              </a:stretch>
            </p:blipFill>
            <p:spPr>
              <a:xfrm>
                <a:off x="3771463" y="3915181"/>
                <a:ext cx="989640" cy="512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6" name="Ink 165">
                <a:extLst>
                  <a:ext uri="{FF2B5EF4-FFF2-40B4-BE49-F238E27FC236}">
                    <a16:creationId xmlns:a16="http://schemas.microsoft.com/office/drawing/2014/main" id="{43E2586B-B591-33F8-2D3D-E172C8F27CC9}"/>
                  </a:ext>
                </a:extLst>
              </p14:cNvPr>
              <p14:cNvContentPartPr/>
              <p14:nvPr/>
            </p14:nvContentPartPr>
            <p14:xfrm>
              <a:off x="1166863" y="4698901"/>
              <a:ext cx="823680" cy="264600"/>
            </p14:xfrm>
          </p:contentPart>
        </mc:Choice>
        <mc:Fallback xmlns="">
          <p:pic>
            <p:nvPicPr>
              <p:cNvPr id="166" name="Ink 165">
                <a:extLst>
                  <a:ext uri="{FF2B5EF4-FFF2-40B4-BE49-F238E27FC236}">
                    <a16:creationId xmlns:a16="http://schemas.microsoft.com/office/drawing/2014/main" id="{43E2586B-B591-33F8-2D3D-E172C8F27CC9}"/>
                  </a:ext>
                </a:extLst>
              </p:cNvPr>
              <p:cNvPicPr/>
              <p:nvPr/>
            </p:nvPicPr>
            <p:blipFill>
              <a:blip r:embed="rId47"/>
              <a:stretch>
                <a:fillRect/>
              </a:stretch>
            </p:blipFill>
            <p:spPr>
              <a:xfrm>
                <a:off x="1156068" y="4688447"/>
                <a:ext cx="844911" cy="285869"/>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9" name="Ink 178">
                <a:extLst>
                  <a:ext uri="{FF2B5EF4-FFF2-40B4-BE49-F238E27FC236}">
                    <a16:creationId xmlns:a16="http://schemas.microsoft.com/office/drawing/2014/main" id="{FF12E7E7-6AC8-6D4E-E46D-02A35423567D}"/>
                  </a:ext>
                </a:extLst>
              </p14:cNvPr>
              <p14:cNvContentPartPr/>
              <p14:nvPr/>
            </p14:nvContentPartPr>
            <p14:xfrm>
              <a:off x="3335863" y="4511701"/>
              <a:ext cx="678960" cy="627840"/>
            </p14:xfrm>
          </p:contentPart>
        </mc:Choice>
        <mc:Fallback xmlns="">
          <p:pic>
            <p:nvPicPr>
              <p:cNvPr id="179" name="Ink 178">
                <a:extLst>
                  <a:ext uri="{FF2B5EF4-FFF2-40B4-BE49-F238E27FC236}">
                    <a16:creationId xmlns:a16="http://schemas.microsoft.com/office/drawing/2014/main" id="{FF12E7E7-6AC8-6D4E-E46D-02A35423567D}"/>
                  </a:ext>
                </a:extLst>
              </p:cNvPr>
              <p:cNvPicPr/>
              <p:nvPr/>
            </p:nvPicPr>
            <p:blipFill>
              <a:blip r:embed="rId49"/>
              <a:stretch>
                <a:fillRect/>
              </a:stretch>
            </p:blipFill>
            <p:spPr>
              <a:xfrm>
                <a:off x="3325069" y="4501261"/>
                <a:ext cx="700189" cy="649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0" name="Ink 179">
                <a:extLst>
                  <a:ext uri="{FF2B5EF4-FFF2-40B4-BE49-F238E27FC236}">
                    <a16:creationId xmlns:a16="http://schemas.microsoft.com/office/drawing/2014/main" id="{3CFA16F3-5C09-E30F-32E1-31B5DE537820}"/>
                  </a:ext>
                </a:extLst>
              </p14:cNvPr>
              <p14:cNvContentPartPr/>
              <p14:nvPr/>
            </p14:nvContentPartPr>
            <p14:xfrm>
              <a:off x="2417863" y="4504141"/>
              <a:ext cx="591120" cy="432000"/>
            </p14:xfrm>
          </p:contentPart>
        </mc:Choice>
        <mc:Fallback xmlns="">
          <p:pic>
            <p:nvPicPr>
              <p:cNvPr id="180" name="Ink 179">
                <a:extLst>
                  <a:ext uri="{FF2B5EF4-FFF2-40B4-BE49-F238E27FC236}">
                    <a16:creationId xmlns:a16="http://schemas.microsoft.com/office/drawing/2014/main" id="{3CFA16F3-5C09-E30F-32E1-31B5DE537820}"/>
                  </a:ext>
                </a:extLst>
              </p:cNvPr>
              <p:cNvPicPr/>
              <p:nvPr/>
            </p:nvPicPr>
            <p:blipFill>
              <a:blip r:embed="rId51"/>
              <a:stretch>
                <a:fillRect/>
              </a:stretch>
            </p:blipFill>
            <p:spPr>
              <a:xfrm>
                <a:off x="2407070" y="4493341"/>
                <a:ext cx="612347"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83" name="Ink 182">
                <a:extLst>
                  <a:ext uri="{FF2B5EF4-FFF2-40B4-BE49-F238E27FC236}">
                    <a16:creationId xmlns:a16="http://schemas.microsoft.com/office/drawing/2014/main" id="{CA0780EB-2F31-3BD8-BD20-1BDC50F8F616}"/>
                  </a:ext>
                </a:extLst>
              </p14:cNvPr>
              <p14:cNvContentPartPr/>
              <p14:nvPr/>
            </p14:nvContentPartPr>
            <p14:xfrm>
              <a:off x="4190863" y="4448701"/>
              <a:ext cx="145080" cy="464400"/>
            </p14:xfrm>
          </p:contentPart>
        </mc:Choice>
        <mc:Fallback xmlns="">
          <p:pic>
            <p:nvPicPr>
              <p:cNvPr id="183" name="Ink 182">
                <a:extLst>
                  <a:ext uri="{FF2B5EF4-FFF2-40B4-BE49-F238E27FC236}">
                    <a16:creationId xmlns:a16="http://schemas.microsoft.com/office/drawing/2014/main" id="{CA0780EB-2F31-3BD8-BD20-1BDC50F8F616}"/>
                  </a:ext>
                </a:extLst>
              </p:cNvPr>
              <p:cNvPicPr/>
              <p:nvPr/>
            </p:nvPicPr>
            <p:blipFill>
              <a:blip r:embed="rId53"/>
              <a:stretch>
                <a:fillRect/>
              </a:stretch>
            </p:blipFill>
            <p:spPr>
              <a:xfrm>
                <a:off x="4180063" y="4438253"/>
                <a:ext cx="166320" cy="485656"/>
              </a:xfrm>
              <a:prstGeom prst="rect">
                <a:avLst/>
              </a:prstGeom>
            </p:spPr>
          </p:pic>
        </mc:Fallback>
      </mc:AlternateContent>
      <p:grpSp>
        <p:nvGrpSpPr>
          <p:cNvPr id="4" name="Group 3">
            <a:extLst>
              <a:ext uri="{FF2B5EF4-FFF2-40B4-BE49-F238E27FC236}">
                <a16:creationId xmlns:a16="http://schemas.microsoft.com/office/drawing/2014/main" id="{FAFAB3BB-2D01-8FC7-2EAA-637A9961B42D}"/>
              </a:ext>
            </a:extLst>
          </p:cNvPr>
          <p:cNvGrpSpPr/>
          <p:nvPr/>
        </p:nvGrpSpPr>
        <p:grpSpPr>
          <a:xfrm>
            <a:off x="732971" y="1052285"/>
            <a:ext cx="1204686" cy="2376715"/>
            <a:chOff x="732971" y="1052285"/>
            <a:chExt cx="1204686" cy="2376715"/>
          </a:xfrm>
        </p:grpSpPr>
        <p:sp>
          <p:nvSpPr>
            <p:cNvPr id="14" name="Rectangle 13">
              <a:extLst>
                <a:ext uri="{FF2B5EF4-FFF2-40B4-BE49-F238E27FC236}">
                  <a16:creationId xmlns:a16="http://schemas.microsoft.com/office/drawing/2014/main" id="{CCA93CED-0F03-0B9B-2569-7665BE2CCC19}"/>
                </a:ext>
              </a:extLst>
            </p:cNvPr>
            <p:cNvSpPr/>
            <p:nvPr/>
          </p:nvSpPr>
          <p:spPr>
            <a:xfrm>
              <a:off x="732971" y="1052285"/>
              <a:ext cx="1204686" cy="2376715"/>
            </a:xfrm>
            <a:prstGeom prst="rect">
              <a:avLst/>
            </a:prstGeom>
            <a:solidFill>
              <a:srgbClr val="DCEE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CE6F953-5E9C-33DA-3663-021D659896AF}"/>
                </a:ext>
              </a:extLst>
            </p:cNvPr>
            <p:cNvSpPr/>
            <p:nvPr/>
          </p:nvSpPr>
          <p:spPr>
            <a:xfrm>
              <a:off x="834571" y="1153887"/>
              <a:ext cx="10160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t>planting_GPS_pts</a:t>
              </a:r>
              <a:endParaRPr lang="en-US" sz="800" dirty="0"/>
            </a:p>
          </p:txBody>
        </p:sp>
        <p:sp>
          <p:nvSpPr>
            <p:cNvPr id="5" name="Rectangle 4">
              <a:extLst>
                <a:ext uri="{FF2B5EF4-FFF2-40B4-BE49-F238E27FC236}">
                  <a16:creationId xmlns:a16="http://schemas.microsoft.com/office/drawing/2014/main" id="{4A2AD7E4-8992-1E6F-E4ED-8CF4F4DFC817}"/>
                </a:ext>
              </a:extLst>
            </p:cNvPr>
            <p:cNvSpPr/>
            <p:nvPr/>
          </p:nvSpPr>
          <p:spPr>
            <a:xfrm>
              <a:off x="834571" y="1603830"/>
              <a:ext cx="10160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plantings</a:t>
              </a:r>
            </a:p>
          </p:txBody>
        </p:sp>
        <p:sp>
          <p:nvSpPr>
            <p:cNvPr id="6" name="Rectangle 5">
              <a:extLst>
                <a:ext uri="{FF2B5EF4-FFF2-40B4-BE49-F238E27FC236}">
                  <a16:creationId xmlns:a16="http://schemas.microsoft.com/office/drawing/2014/main" id="{36A9E3BB-A8C6-35A6-5AD8-B5B675E1D17F}"/>
                </a:ext>
              </a:extLst>
            </p:cNvPr>
            <p:cNvSpPr/>
            <p:nvPr/>
          </p:nvSpPr>
          <p:spPr>
            <a:xfrm>
              <a:off x="834571" y="2503716"/>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accent3"/>
                  </a:solidFill>
                  <a:effectLst/>
                </a:rPr>
                <a:t>assessments</a:t>
              </a:r>
            </a:p>
          </p:txBody>
        </p:sp>
        <p:sp>
          <p:nvSpPr>
            <p:cNvPr id="7" name="Rectangle 6">
              <a:extLst>
                <a:ext uri="{FF2B5EF4-FFF2-40B4-BE49-F238E27FC236}">
                  <a16:creationId xmlns:a16="http://schemas.microsoft.com/office/drawing/2014/main" id="{B6C44C80-D9FA-6F10-000C-F488864D1C56}"/>
                </a:ext>
              </a:extLst>
            </p:cNvPr>
            <p:cNvSpPr/>
            <p:nvPr/>
          </p:nvSpPr>
          <p:spPr>
            <a:xfrm>
              <a:off x="834571" y="2053773"/>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accent3"/>
                  </a:solidFill>
                  <a:effectLst/>
                </a:rPr>
                <a:t>monitoring_events</a:t>
              </a:r>
              <a:endParaRPr lang="en-US" sz="800" dirty="0">
                <a:solidFill>
                  <a:schemeClr val="accent3"/>
                </a:solidFill>
                <a:effectLst/>
              </a:endParaRPr>
            </a:p>
          </p:txBody>
        </p:sp>
        <p:sp>
          <p:nvSpPr>
            <p:cNvPr id="3" name="Rectangle 2">
              <a:extLst>
                <a:ext uri="{FF2B5EF4-FFF2-40B4-BE49-F238E27FC236}">
                  <a16:creationId xmlns:a16="http://schemas.microsoft.com/office/drawing/2014/main" id="{4A016C0E-7C45-29DC-2CFD-6C8F9BD79227}"/>
                </a:ext>
              </a:extLst>
            </p:cNvPr>
            <p:cNvSpPr/>
            <p:nvPr/>
          </p:nvSpPr>
          <p:spPr>
            <a:xfrm>
              <a:off x="838925" y="2953659"/>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accent3"/>
                  </a:solidFill>
                  <a:effectLst/>
                </a:rPr>
                <a:t>donor_sites</a:t>
              </a:r>
              <a:endParaRPr lang="en-US" sz="800" dirty="0">
                <a:solidFill>
                  <a:schemeClr val="accent3"/>
                </a:solidFill>
                <a:effectLst/>
              </a:endParaRPr>
            </a:p>
          </p:txBody>
        </p:sp>
      </p:grpSp>
    </p:spTree>
    <p:extLst>
      <p:ext uri="{BB962C8B-B14F-4D97-AF65-F5344CB8AC3E}">
        <p14:creationId xmlns:p14="http://schemas.microsoft.com/office/powerpoint/2010/main" val="4190235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 name="Freeform: Shape 1073">
            <a:extLst>
              <a:ext uri="{FF2B5EF4-FFF2-40B4-BE49-F238E27FC236}">
                <a16:creationId xmlns:a16="http://schemas.microsoft.com/office/drawing/2014/main" id="{41929B6D-1C25-CF04-5C9F-8CE353286651}"/>
              </a:ext>
            </a:extLst>
          </p:cNvPr>
          <p:cNvSpPr/>
          <p:nvPr/>
        </p:nvSpPr>
        <p:spPr>
          <a:xfrm>
            <a:off x="2287386" y="837359"/>
            <a:ext cx="7455242" cy="4530055"/>
          </a:xfrm>
          <a:custGeom>
            <a:avLst/>
            <a:gdLst>
              <a:gd name="csX0" fmla="*/ 4485694 w 7786749"/>
              <a:gd name="csY0" fmla="*/ 305871 h 4440834"/>
              <a:gd name="csX1" fmla="*/ 2547564 w 7786749"/>
              <a:gd name="csY1" fmla="*/ 256176 h 4440834"/>
              <a:gd name="csX2" fmla="*/ 808216 w 7786749"/>
              <a:gd name="csY2" fmla="*/ 1399176 h 4440834"/>
              <a:gd name="csX3" fmla="*/ 32964 w 7786749"/>
              <a:gd name="csY3" fmla="*/ 2313576 h 4440834"/>
              <a:gd name="csX4" fmla="*/ 1831947 w 7786749"/>
              <a:gd name="csY4" fmla="*/ 2840349 h 4440834"/>
              <a:gd name="csX5" fmla="*/ 4843503 w 7786749"/>
              <a:gd name="csY5" fmla="*/ 3615602 h 4440834"/>
              <a:gd name="csX6" fmla="*/ 6642486 w 7786749"/>
              <a:gd name="csY6" fmla="*/ 4440549 h 4440834"/>
              <a:gd name="csX7" fmla="*/ 7705973 w 7786749"/>
              <a:gd name="csY7" fmla="*/ 3526149 h 4440834"/>
              <a:gd name="csX8" fmla="*/ 4485694 w 7786749"/>
              <a:gd name="csY8" fmla="*/ 305871 h 4440834"/>
              <a:gd name="csX0" fmla="*/ 4483162 w 7784217"/>
              <a:gd name="csY0" fmla="*/ 475413 h 4610376"/>
              <a:gd name="csX1" fmla="*/ 2187223 w 7784217"/>
              <a:gd name="csY1" fmla="*/ 127544 h 4610376"/>
              <a:gd name="csX2" fmla="*/ 805684 w 7784217"/>
              <a:gd name="csY2" fmla="*/ 1568718 h 4610376"/>
              <a:gd name="csX3" fmla="*/ 30432 w 7784217"/>
              <a:gd name="csY3" fmla="*/ 2483118 h 4610376"/>
              <a:gd name="csX4" fmla="*/ 1829415 w 7784217"/>
              <a:gd name="csY4" fmla="*/ 3009891 h 4610376"/>
              <a:gd name="csX5" fmla="*/ 4840971 w 7784217"/>
              <a:gd name="csY5" fmla="*/ 3785144 h 4610376"/>
              <a:gd name="csX6" fmla="*/ 6639954 w 7784217"/>
              <a:gd name="csY6" fmla="*/ 4610091 h 4610376"/>
              <a:gd name="csX7" fmla="*/ 7703441 w 7784217"/>
              <a:gd name="csY7" fmla="*/ 3695691 h 4610376"/>
              <a:gd name="csX8" fmla="*/ 4483162 w 7784217"/>
              <a:gd name="csY8" fmla="*/ 475413 h 4610376"/>
              <a:gd name="csX0" fmla="*/ 4582554 w 7777691"/>
              <a:gd name="csY0" fmla="*/ 437802 h 4642339"/>
              <a:gd name="csX1" fmla="*/ 2187223 w 7777691"/>
              <a:gd name="csY1" fmla="*/ 159507 h 4642339"/>
              <a:gd name="csX2" fmla="*/ 805684 w 7777691"/>
              <a:gd name="csY2" fmla="*/ 1600681 h 4642339"/>
              <a:gd name="csX3" fmla="*/ 30432 w 7777691"/>
              <a:gd name="csY3" fmla="*/ 2515081 h 4642339"/>
              <a:gd name="csX4" fmla="*/ 1829415 w 7777691"/>
              <a:gd name="csY4" fmla="*/ 3041854 h 4642339"/>
              <a:gd name="csX5" fmla="*/ 4840971 w 7777691"/>
              <a:gd name="csY5" fmla="*/ 3817107 h 4642339"/>
              <a:gd name="csX6" fmla="*/ 6639954 w 7777691"/>
              <a:gd name="csY6" fmla="*/ 4642054 h 4642339"/>
              <a:gd name="csX7" fmla="*/ 7703441 w 7777691"/>
              <a:gd name="csY7" fmla="*/ 3727654 h 4642339"/>
              <a:gd name="csX8" fmla="*/ 4582554 w 7777691"/>
              <a:gd name="csY8" fmla="*/ 437802 h 4642339"/>
              <a:gd name="csX0" fmla="*/ 4582554 w 7476496"/>
              <a:gd name="csY0" fmla="*/ 419154 h 4623691"/>
              <a:gd name="csX1" fmla="*/ 2187223 w 7476496"/>
              <a:gd name="csY1" fmla="*/ 140859 h 4623691"/>
              <a:gd name="csX2" fmla="*/ 805684 w 7476496"/>
              <a:gd name="csY2" fmla="*/ 1582033 h 4623691"/>
              <a:gd name="csX3" fmla="*/ 30432 w 7476496"/>
              <a:gd name="csY3" fmla="*/ 2496433 h 4623691"/>
              <a:gd name="csX4" fmla="*/ 1829415 w 7476496"/>
              <a:gd name="csY4" fmla="*/ 3023206 h 4623691"/>
              <a:gd name="csX5" fmla="*/ 4840971 w 7476496"/>
              <a:gd name="csY5" fmla="*/ 3798459 h 4623691"/>
              <a:gd name="csX6" fmla="*/ 6639954 w 7476496"/>
              <a:gd name="csY6" fmla="*/ 4623406 h 4623691"/>
              <a:gd name="csX7" fmla="*/ 7375450 w 7476496"/>
              <a:gd name="csY7" fmla="*/ 3361137 h 4623691"/>
              <a:gd name="csX8" fmla="*/ 4582554 w 7476496"/>
              <a:gd name="csY8" fmla="*/ 419154 h 4623691"/>
              <a:gd name="csX0" fmla="*/ 4582554 w 7476496"/>
              <a:gd name="csY0" fmla="*/ 419154 h 4623691"/>
              <a:gd name="csX1" fmla="*/ 2187223 w 7476496"/>
              <a:gd name="csY1" fmla="*/ 140859 h 4623691"/>
              <a:gd name="csX2" fmla="*/ 805684 w 7476496"/>
              <a:gd name="csY2" fmla="*/ 1582033 h 4623691"/>
              <a:gd name="csX3" fmla="*/ 30432 w 7476496"/>
              <a:gd name="csY3" fmla="*/ 2605763 h 4623691"/>
              <a:gd name="csX4" fmla="*/ 1829415 w 7476496"/>
              <a:gd name="csY4" fmla="*/ 3023206 h 4623691"/>
              <a:gd name="csX5" fmla="*/ 4840971 w 7476496"/>
              <a:gd name="csY5" fmla="*/ 3798459 h 4623691"/>
              <a:gd name="csX6" fmla="*/ 6639954 w 7476496"/>
              <a:gd name="csY6" fmla="*/ 4623406 h 4623691"/>
              <a:gd name="csX7" fmla="*/ 7375450 w 7476496"/>
              <a:gd name="csY7" fmla="*/ 3361137 h 4623691"/>
              <a:gd name="csX8" fmla="*/ 4582554 w 7476496"/>
              <a:gd name="csY8" fmla="*/ 419154 h 4623691"/>
              <a:gd name="csX0" fmla="*/ 4575468 w 7469410"/>
              <a:gd name="csY0" fmla="*/ 421955 h 4626492"/>
              <a:gd name="csX1" fmla="*/ 2180137 w 7469410"/>
              <a:gd name="csY1" fmla="*/ 143660 h 4626492"/>
              <a:gd name="csX2" fmla="*/ 888050 w 7469410"/>
              <a:gd name="csY2" fmla="*/ 1624590 h 4626492"/>
              <a:gd name="csX3" fmla="*/ 23346 w 7469410"/>
              <a:gd name="csY3" fmla="*/ 2608564 h 4626492"/>
              <a:gd name="csX4" fmla="*/ 1822329 w 7469410"/>
              <a:gd name="csY4" fmla="*/ 3026007 h 4626492"/>
              <a:gd name="csX5" fmla="*/ 4833885 w 7469410"/>
              <a:gd name="csY5" fmla="*/ 3801260 h 4626492"/>
              <a:gd name="csX6" fmla="*/ 6632868 w 7469410"/>
              <a:gd name="csY6" fmla="*/ 4626207 h 4626492"/>
              <a:gd name="csX7" fmla="*/ 7368364 w 7469410"/>
              <a:gd name="csY7" fmla="*/ 3363938 h 4626492"/>
              <a:gd name="csX8" fmla="*/ 4575468 w 7469410"/>
              <a:gd name="csY8" fmla="*/ 421955 h 4626492"/>
              <a:gd name="csX0" fmla="*/ 5539563 w 7410401"/>
              <a:gd name="csY0" fmla="*/ 456258 h 4601160"/>
              <a:gd name="csX1" fmla="*/ 2180137 w 7410401"/>
              <a:gd name="csY1" fmla="*/ 118328 h 4601160"/>
              <a:gd name="csX2" fmla="*/ 888050 w 7410401"/>
              <a:gd name="csY2" fmla="*/ 1599258 h 4601160"/>
              <a:gd name="csX3" fmla="*/ 23346 w 7410401"/>
              <a:gd name="csY3" fmla="*/ 2583232 h 4601160"/>
              <a:gd name="csX4" fmla="*/ 1822329 w 7410401"/>
              <a:gd name="csY4" fmla="*/ 3000675 h 4601160"/>
              <a:gd name="csX5" fmla="*/ 4833885 w 7410401"/>
              <a:gd name="csY5" fmla="*/ 3775928 h 4601160"/>
              <a:gd name="csX6" fmla="*/ 6632868 w 7410401"/>
              <a:gd name="csY6" fmla="*/ 4600875 h 4601160"/>
              <a:gd name="csX7" fmla="*/ 7368364 w 7410401"/>
              <a:gd name="csY7" fmla="*/ 3338606 h 4601160"/>
              <a:gd name="csX8" fmla="*/ 5539563 w 7410401"/>
              <a:gd name="csY8" fmla="*/ 456258 h 4601160"/>
              <a:gd name="csX0" fmla="*/ 5584404 w 7455242"/>
              <a:gd name="csY0" fmla="*/ 385153 h 4530055"/>
              <a:gd name="csX1" fmla="*/ 2224978 w 7455242"/>
              <a:gd name="csY1" fmla="*/ 47223 h 4530055"/>
              <a:gd name="csX2" fmla="*/ 555204 w 7455242"/>
              <a:gd name="csY2" fmla="*/ 544179 h 4530055"/>
              <a:gd name="csX3" fmla="*/ 68187 w 7455242"/>
              <a:gd name="csY3" fmla="*/ 2512127 h 4530055"/>
              <a:gd name="csX4" fmla="*/ 1867170 w 7455242"/>
              <a:gd name="csY4" fmla="*/ 2929570 h 4530055"/>
              <a:gd name="csX5" fmla="*/ 4878726 w 7455242"/>
              <a:gd name="csY5" fmla="*/ 3704823 h 4530055"/>
              <a:gd name="csX6" fmla="*/ 6677709 w 7455242"/>
              <a:gd name="csY6" fmla="*/ 4529770 h 4530055"/>
              <a:gd name="csX7" fmla="*/ 7413205 w 7455242"/>
              <a:gd name="csY7" fmla="*/ 3267501 h 4530055"/>
              <a:gd name="csX8" fmla="*/ 5584404 w 7455242"/>
              <a:gd name="csY8" fmla="*/ 385153 h 45300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455242" h="4530055">
                <a:moveTo>
                  <a:pt x="5584404" y="385153"/>
                </a:moveTo>
                <a:cubicBezTo>
                  <a:pt x="4719700" y="-151560"/>
                  <a:pt x="3063178" y="20719"/>
                  <a:pt x="2224978" y="47223"/>
                </a:cubicBezTo>
                <a:cubicBezTo>
                  <a:pt x="1386778" y="73727"/>
                  <a:pt x="914669" y="133362"/>
                  <a:pt x="555204" y="544179"/>
                </a:cubicBezTo>
                <a:cubicBezTo>
                  <a:pt x="195739" y="954996"/>
                  <a:pt x="-150474" y="2114562"/>
                  <a:pt x="68187" y="2512127"/>
                </a:cubicBezTo>
                <a:cubicBezTo>
                  <a:pt x="286848" y="2909692"/>
                  <a:pt x="1065414" y="2730787"/>
                  <a:pt x="1867170" y="2929570"/>
                </a:cubicBezTo>
                <a:cubicBezTo>
                  <a:pt x="2668926" y="3128353"/>
                  <a:pt x="4076970" y="3438123"/>
                  <a:pt x="4878726" y="3704823"/>
                </a:cubicBezTo>
                <a:cubicBezTo>
                  <a:pt x="5680482" y="3971523"/>
                  <a:pt x="6200631" y="4544679"/>
                  <a:pt x="6677709" y="4529770"/>
                </a:cubicBezTo>
                <a:cubicBezTo>
                  <a:pt x="7154787" y="4514861"/>
                  <a:pt x="7595422" y="3958270"/>
                  <a:pt x="7413205" y="3267501"/>
                </a:cubicBezTo>
                <a:cubicBezTo>
                  <a:pt x="7230988" y="2576732"/>
                  <a:pt x="6449108" y="921866"/>
                  <a:pt x="5584404" y="385153"/>
                </a:cubicBezTo>
                <a:close/>
              </a:path>
            </a:pathLst>
          </a:custGeom>
          <a:solidFill>
            <a:srgbClr val="FCED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A7E897C-50B5-DFB7-2E65-2BEF1A55DAC8}"/>
              </a:ext>
            </a:extLst>
          </p:cNvPr>
          <p:cNvSpPr txBox="1"/>
          <p:nvPr/>
        </p:nvSpPr>
        <p:spPr>
          <a:xfrm>
            <a:off x="2674350" y="4881507"/>
            <a:ext cx="706846" cy="307777"/>
          </a:xfrm>
          <a:prstGeom prst="rect">
            <a:avLst/>
          </a:prstGeom>
          <a:noFill/>
        </p:spPr>
        <p:txBody>
          <a:bodyPr wrap="square" rtlCol="0">
            <a:spAutoFit/>
          </a:bodyPr>
          <a:lstStyle/>
          <a:p>
            <a:pPr algn="ctr"/>
            <a:r>
              <a:rPr lang="en-US" sz="1400" dirty="0"/>
              <a:t>Matrix</a:t>
            </a:r>
          </a:p>
        </p:txBody>
      </p:sp>
      <p:pic>
        <p:nvPicPr>
          <p:cNvPr id="1026" name="Picture 2">
            <a:extLst>
              <a:ext uri="{FF2B5EF4-FFF2-40B4-BE49-F238E27FC236}">
                <a16:creationId xmlns:a16="http://schemas.microsoft.com/office/drawing/2014/main" id="{A2C34979-199B-C92C-6C6B-1C3ECE348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634" y="4599746"/>
            <a:ext cx="320041" cy="298033"/>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7A34DD89-F43C-8DE2-F6A2-94439C5922CD}"/>
              </a:ext>
            </a:extLst>
          </p:cNvPr>
          <p:cNvGrpSpPr/>
          <p:nvPr/>
        </p:nvGrpSpPr>
        <p:grpSpPr>
          <a:xfrm>
            <a:off x="419056" y="1886272"/>
            <a:ext cx="1352005" cy="2376715"/>
            <a:chOff x="430347" y="568048"/>
            <a:chExt cx="1352005" cy="2376715"/>
          </a:xfrm>
        </p:grpSpPr>
        <p:grpSp>
          <p:nvGrpSpPr>
            <p:cNvPr id="2" name="Group 1">
              <a:extLst>
                <a:ext uri="{FF2B5EF4-FFF2-40B4-BE49-F238E27FC236}">
                  <a16:creationId xmlns:a16="http://schemas.microsoft.com/office/drawing/2014/main" id="{8D4C5C10-8A7A-A9BC-A6BC-2FDEEB97C289}"/>
                </a:ext>
              </a:extLst>
            </p:cNvPr>
            <p:cNvGrpSpPr/>
            <p:nvPr/>
          </p:nvGrpSpPr>
          <p:grpSpPr>
            <a:xfrm>
              <a:off x="430347" y="568048"/>
              <a:ext cx="1204686" cy="2376715"/>
              <a:chOff x="732971" y="1052285"/>
              <a:chExt cx="1204686" cy="2376715"/>
            </a:xfrm>
          </p:grpSpPr>
          <p:sp>
            <p:nvSpPr>
              <p:cNvPr id="3" name="Rectangle 2">
                <a:extLst>
                  <a:ext uri="{FF2B5EF4-FFF2-40B4-BE49-F238E27FC236}">
                    <a16:creationId xmlns:a16="http://schemas.microsoft.com/office/drawing/2014/main" id="{BE835C0A-13E3-70CE-A0C4-2969E5E11EF3}"/>
                  </a:ext>
                </a:extLst>
              </p:cNvPr>
              <p:cNvSpPr/>
              <p:nvPr/>
            </p:nvSpPr>
            <p:spPr>
              <a:xfrm>
                <a:off x="732971" y="1052285"/>
                <a:ext cx="1204686" cy="2376715"/>
              </a:xfrm>
              <a:prstGeom prst="rect">
                <a:avLst/>
              </a:prstGeom>
              <a:solidFill>
                <a:srgbClr val="DCEE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FED8661-4FC9-7E69-CC2A-5ACD3061D4F7}"/>
                  </a:ext>
                </a:extLst>
              </p:cNvPr>
              <p:cNvSpPr/>
              <p:nvPr/>
            </p:nvSpPr>
            <p:spPr>
              <a:xfrm>
                <a:off x="834571" y="1153887"/>
                <a:ext cx="10160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t>planting_GPS_pts</a:t>
                </a:r>
                <a:endParaRPr lang="en-US" sz="800" dirty="0"/>
              </a:p>
            </p:txBody>
          </p:sp>
          <p:sp>
            <p:nvSpPr>
              <p:cNvPr id="5" name="Rectangle 4">
                <a:extLst>
                  <a:ext uri="{FF2B5EF4-FFF2-40B4-BE49-F238E27FC236}">
                    <a16:creationId xmlns:a16="http://schemas.microsoft.com/office/drawing/2014/main" id="{4415567E-78E0-195F-659D-8E6A197AB05B}"/>
                  </a:ext>
                </a:extLst>
              </p:cNvPr>
              <p:cNvSpPr/>
              <p:nvPr/>
            </p:nvSpPr>
            <p:spPr>
              <a:xfrm>
                <a:off x="834571" y="1603830"/>
                <a:ext cx="10160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plantings</a:t>
                </a:r>
              </a:p>
            </p:txBody>
          </p:sp>
          <p:sp>
            <p:nvSpPr>
              <p:cNvPr id="6" name="Rectangle 5">
                <a:extLst>
                  <a:ext uri="{FF2B5EF4-FFF2-40B4-BE49-F238E27FC236}">
                    <a16:creationId xmlns:a16="http://schemas.microsoft.com/office/drawing/2014/main" id="{5679CFDC-470A-3EB5-01FA-6E92294B0021}"/>
                  </a:ext>
                </a:extLst>
              </p:cNvPr>
              <p:cNvSpPr/>
              <p:nvPr/>
            </p:nvSpPr>
            <p:spPr>
              <a:xfrm>
                <a:off x="834571" y="2503716"/>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accent3"/>
                    </a:solidFill>
                    <a:effectLst/>
                  </a:rPr>
                  <a:t>assessments</a:t>
                </a:r>
              </a:p>
            </p:txBody>
          </p:sp>
          <p:sp>
            <p:nvSpPr>
              <p:cNvPr id="7" name="Rectangle 6">
                <a:extLst>
                  <a:ext uri="{FF2B5EF4-FFF2-40B4-BE49-F238E27FC236}">
                    <a16:creationId xmlns:a16="http://schemas.microsoft.com/office/drawing/2014/main" id="{488EC302-CECA-6EA3-B6AB-E0229581D95A}"/>
                  </a:ext>
                </a:extLst>
              </p:cNvPr>
              <p:cNvSpPr/>
              <p:nvPr/>
            </p:nvSpPr>
            <p:spPr>
              <a:xfrm>
                <a:off x="834571" y="2053773"/>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accent3"/>
                    </a:solidFill>
                    <a:effectLst/>
                  </a:rPr>
                  <a:t>monitoring_events</a:t>
                </a:r>
                <a:endParaRPr lang="en-US" sz="800" dirty="0">
                  <a:solidFill>
                    <a:schemeClr val="accent3"/>
                  </a:solidFill>
                  <a:effectLst/>
                </a:endParaRPr>
              </a:p>
            </p:txBody>
          </p:sp>
          <p:sp>
            <p:nvSpPr>
              <p:cNvPr id="8" name="Rectangle 7">
                <a:extLst>
                  <a:ext uri="{FF2B5EF4-FFF2-40B4-BE49-F238E27FC236}">
                    <a16:creationId xmlns:a16="http://schemas.microsoft.com/office/drawing/2014/main" id="{057F445B-EA0C-2C28-6AF4-C90687BBDAB0}"/>
                  </a:ext>
                </a:extLst>
              </p:cNvPr>
              <p:cNvSpPr/>
              <p:nvPr/>
            </p:nvSpPr>
            <p:spPr>
              <a:xfrm>
                <a:off x="838925" y="2953659"/>
                <a:ext cx="1016000" cy="304800"/>
              </a:xfrm>
              <a:prstGeom prst="rect">
                <a:avLst/>
              </a:prstGeom>
              <a:solidFill>
                <a:schemeClr val="accent1">
                  <a:lumMod val="20000"/>
                  <a:lumOff val="80000"/>
                </a:schemeClr>
              </a:solid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accent3"/>
                    </a:solidFill>
                    <a:effectLst/>
                  </a:rPr>
                  <a:t>donor_sites</a:t>
                </a:r>
                <a:endParaRPr lang="en-US" sz="800" dirty="0">
                  <a:solidFill>
                    <a:schemeClr val="accent3"/>
                  </a:solidFill>
                  <a:effectLst/>
                </a:endParaRPr>
              </a:p>
            </p:txBody>
          </p:sp>
        </p:grpSp>
        <p:sp>
          <p:nvSpPr>
            <p:cNvPr id="20" name="Right Bracket 19">
              <a:extLst>
                <a:ext uri="{FF2B5EF4-FFF2-40B4-BE49-F238E27FC236}">
                  <a16:creationId xmlns:a16="http://schemas.microsoft.com/office/drawing/2014/main" id="{26C9A800-39C4-4C7B-FA55-66D0CF6BDCB4}"/>
                </a:ext>
              </a:extLst>
            </p:cNvPr>
            <p:cNvSpPr/>
            <p:nvPr/>
          </p:nvSpPr>
          <p:spPr>
            <a:xfrm>
              <a:off x="1736633" y="669649"/>
              <a:ext cx="45719" cy="754741"/>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9" name="Rectangle: Rounded Corners 28">
            <a:extLst>
              <a:ext uri="{FF2B5EF4-FFF2-40B4-BE49-F238E27FC236}">
                <a16:creationId xmlns:a16="http://schemas.microsoft.com/office/drawing/2014/main" id="{D91E16B9-3184-0C15-E9A3-9E80FDEAEFD7}"/>
              </a:ext>
            </a:extLst>
          </p:cNvPr>
          <p:cNvSpPr/>
          <p:nvPr/>
        </p:nvSpPr>
        <p:spPr>
          <a:xfrm>
            <a:off x="4055039" y="1561713"/>
            <a:ext cx="846817" cy="449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QA &amp;</a:t>
            </a:r>
          </a:p>
          <a:p>
            <a:pPr algn="ctr"/>
            <a:r>
              <a:rPr lang="en-US" sz="1200" dirty="0"/>
              <a:t>clean</a:t>
            </a:r>
          </a:p>
        </p:txBody>
      </p:sp>
      <p:sp>
        <p:nvSpPr>
          <p:cNvPr id="30" name="Rectangle: Rounded Corners 29">
            <a:extLst>
              <a:ext uri="{FF2B5EF4-FFF2-40B4-BE49-F238E27FC236}">
                <a16:creationId xmlns:a16="http://schemas.microsoft.com/office/drawing/2014/main" id="{568CB913-8784-D75E-9B28-2AB1469EABCC}"/>
              </a:ext>
            </a:extLst>
          </p:cNvPr>
          <p:cNvSpPr/>
          <p:nvPr/>
        </p:nvSpPr>
        <p:spPr>
          <a:xfrm>
            <a:off x="5645328" y="1476452"/>
            <a:ext cx="980678" cy="6204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Construct geometry tables</a:t>
            </a:r>
          </a:p>
        </p:txBody>
      </p:sp>
      <p:sp>
        <p:nvSpPr>
          <p:cNvPr id="31" name="Rectangle: Rounded Corners 30">
            <a:extLst>
              <a:ext uri="{FF2B5EF4-FFF2-40B4-BE49-F238E27FC236}">
                <a16:creationId xmlns:a16="http://schemas.microsoft.com/office/drawing/2014/main" id="{9303A282-5E56-F847-D372-19C5D290BDBF}"/>
              </a:ext>
            </a:extLst>
          </p:cNvPr>
          <p:cNvSpPr/>
          <p:nvPr/>
        </p:nvSpPr>
        <p:spPr>
          <a:xfrm>
            <a:off x="7220237" y="2604119"/>
            <a:ext cx="944725" cy="449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summary</a:t>
            </a:r>
          </a:p>
        </p:txBody>
      </p:sp>
      <p:pic>
        <p:nvPicPr>
          <p:cNvPr id="33" name="Picture 8" descr="Working with geographic data | ArcGIS Resource Center">
            <a:extLst>
              <a:ext uri="{FF2B5EF4-FFF2-40B4-BE49-F238E27FC236}">
                <a16:creationId xmlns:a16="http://schemas.microsoft.com/office/drawing/2014/main" id="{6FC7D899-60E6-15EC-8CE2-9323A895C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5328" y="4460096"/>
            <a:ext cx="980678" cy="652151"/>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33">
            <a:extLst>
              <a:ext uri="{FF2B5EF4-FFF2-40B4-BE49-F238E27FC236}">
                <a16:creationId xmlns:a16="http://schemas.microsoft.com/office/drawing/2014/main" id="{4AB31841-A31F-9E73-2B7C-4CFC356570F6}"/>
              </a:ext>
            </a:extLst>
          </p:cNvPr>
          <p:cNvSpPr/>
          <p:nvPr/>
        </p:nvSpPr>
        <p:spPr>
          <a:xfrm>
            <a:off x="8280169" y="4561201"/>
            <a:ext cx="1206201" cy="449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Update AGOL feature layer</a:t>
            </a:r>
          </a:p>
        </p:txBody>
      </p:sp>
      <p:cxnSp>
        <p:nvCxnSpPr>
          <p:cNvPr id="36" name="Straight Connector 35">
            <a:extLst>
              <a:ext uri="{FF2B5EF4-FFF2-40B4-BE49-F238E27FC236}">
                <a16:creationId xmlns:a16="http://schemas.microsoft.com/office/drawing/2014/main" id="{9F55FE71-A342-B9D2-5C23-E3B101FF0B92}"/>
              </a:ext>
            </a:extLst>
          </p:cNvPr>
          <p:cNvCxnSpPr>
            <a:cxnSpLocks/>
          </p:cNvCxnSpPr>
          <p:nvPr/>
        </p:nvCxnSpPr>
        <p:spPr>
          <a:xfrm>
            <a:off x="2271078" y="3787646"/>
            <a:ext cx="5799496" cy="0"/>
          </a:xfrm>
          <a:prstGeom prst="line">
            <a:avLst/>
          </a:prstGeom>
          <a:ln>
            <a:solidFill>
              <a:schemeClr val="accent1">
                <a:lumMod val="40000"/>
                <a:lumOff val="60000"/>
              </a:schemeClr>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FD37DDC-C44F-1BE3-BFF9-96C6993A7219}"/>
              </a:ext>
            </a:extLst>
          </p:cNvPr>
          <p:cNvSpPr txBox="1"/>
          <p:nvPr/>
        </p:nvSpPr>
        <p:spPr>
          <a:xfrm>
            <a:off x="2253849" y="3470626"/>
            <a:ext cx="918377" cy="276999"/>
          </a:xfrm>
          <a:prstGeom prst="rect">
            <a:avLst/>
          </a:prstGeom>
          <a:noFill/>
        </p:spPr>
        <p:txBody>
          <a:bodyPr wrap="square" rtlCol="0">
            <a:spAutoFit/>
          </a:bodyPr>
          <a:lstStyle/>
          <a:p>
            <a:r>
              <a:rPr lang="en-US" sz="1200" dirty="0"/>
              <a:t>memory</a:t>
            </a:r>
          </a:p>
        </p:txBody>
      </p:sp>
      <p:sp>
        <p:nvSpPr>
          <p:cNvPr id="39" name="TextBox 38">
            <a:extLst>
              <a:ext uri="{FF2B5EF4-FFF2-40B4-BE49-F238E27FC236}">
                <a16:creationId xmlns:a16="http://schemas.microsoft.com/office/drawing/2014/main" id="{7142B33B-8B90-FB83-EC5D-7F542E788317}"/>
              </a:ext>
            </a:extLst>
          </p:cNvPr>
          <p:cNvSpPr txBox="1"/>
          <p:nvPr/>
        </p:nvSpPr>
        <p:spPr>
          <a:xfrm>
            <a:off x="2256949" y="3815447"/>
            <a:ext cx="636768" cy="276999"/>
          </a:xfrm>
          <a:prstGeom prst="rect">
            <a:avLst/>
          </a:prstGeom>
          <a:noFill/>
        </p:spPr>
        <p:txBody>
          <a:bodyPr wrap="square" rtlCol="0">
            <a:spAutoFit/>
          </a:bodyPr>
          <a:lstStyle/>
          <a:p>
            <a:r>
              <a:rPr lang="en-US" sz="1200" dirty="0"/>
              <a:t>disk</a:t>
            </a:r>
          </a:p>
        </p:txBody>
      </p:sp>
      <p:sp>
        <p:nvSpPr>
          <p:cNvPr id="40" name="TextBox 39">
            <a:extLst>
              <a:ext uri="{FF2B5EF4-FFF2-40B4-BE49-F238E27FC236}">
                <a16:creationId xmlns:a16="http://schemas.microsoft.com/office/drawing/2014/main" id="{4690728C-3F64-D36F-3838-057ACFEBCF07}"/>
              </a:ext>
            </a:extLst>
          </p:cNvPr>
          <p:cNvSpPr txBox="1"/>
          <p:nvPr/>
        </p:nvSpPr>
        <p:spPr>
          <a:xfrm>
            <a:off x="10690291" y="3393221"/>
            <a:ext cx="642098" cy="276999"/>
          </a:xfrm>
          <a:prstGeom prst="rect">
            <a:avLst/>
          </a:prstGeom>
          <a:noFill/>
        </p:spPr>
        <p:txBody>
          <a:bodyPr wrap="square" rtlCol="0">
            <a:spAutoFit/>
          </a:bodyPr>
          <a:lstStyle/>
          <a:p>
            <a:r>
              <a:rPr lang="en-US" sz="1200" dirty="0"/>
              <a:t>cloud</a:t>
            </a:r>
          </a:p>
        </p:txBody>
      </p:sp>
      <p:pic>
        <p:nvPicPr>
          <p:cNvPr id="1034" name="Picture 10" descr="Feature layers—ArcGIS Pro | Documentation">
            <a:extLst>
              <a:ext uri="{FF2B5EF4-FFF2-40B4-BE49-F238E27FC236}">
                <a16:creationId xmlns:a16="http://schemas.microsoft.com/office/drawing/2014/main" id="{CCD58905-9AC5-C6E5-34E1-9881C93FFB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572" t="52316" r="39850" b="12823"/>
          <a:stretch>
            <a:fillRect/>
          </a:stretch>
        </p:blipFill>
        <p:spPr bwMode="auto">
          <a:xfrm>
            <a:off x="10807780" y="4474918"/>
            <a:ext cx="653522" cy="62250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AE03EE9-146D-16D5-DA90-9F13A9A90D91}"/>
              </a:ext>
            </a:extLst>
          </p:cNvPr>
          <p:cNvCxnSpPr>
            <a:cxnSpLocks/>
          </p:cNvCxnSpPr>
          <p:nvPr/>
        </p:nvCxnSpPr>
        <p:spPr>
          <a:xfrm flipV="1">
            <a:off x="3478216" y="1780896"/>
            <a:ext cx="457200" cy="11574"/>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FE8A5CA-46A2-FBF0-12C7-09036E9AFDDF}"/>
              </a:ext>
            </a:extLst>
          </p:cNvPr>
          <p:cNvCxnSpPr>
            <a:cxnSpLocks/>
          </p:cNvCxnSpPr>
          <p:nvPr/>
        </p:nvCxnSpPr>
        <p:spPr>
          <a:xfrm>
            <a:off x="5002682" y="1786683"/>
            <a:ext cx="634319"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93711DC-18E2-9702-B9EA-2A77954327FF}"/>
              </a:ext>
            </a:extLst>
          </p:cNvPr>
          <p:cNvCxnSpPr>
            <a:cxnSpLocks/>
          </p:cNvCxnSpPr>
          <p:nvPr/>
        </p:nvCxnSpPr>
        <p:spPr>
          <a:xfrm>
            <a:off x="6707646" y="2829089"/>
            <a:ext cx="418711"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7F52DDF-0F30-67F6-854A-3E2FDB7E113E}"/>
              </a:ext>
            </a:extLst>
          </p:cNvPr>
          <p:cNvCxnSpPr>
            <a:cxnSpLocks/>
          </p:cNvCxnSpPr>
          <p:nvPr/>
        </p:nvCxnSpPr>
        <p:spPr>
          <a:xfrm>
            <a:off x="6135667" y="3642503"/>
            <a:ext cx="0" cy="752746"/>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20A011C-F7E9-A119-423E-1C5A6D0722DB}"/>
              </a:ext>
            </a:extLst>
          </p:cNvPr>
          <p:cNvCxnSpPr>
            <a:cxnSpLocks/>
          </p:cNvCxnSpPr>
          <p:nvPr/>
        </p:nvCxnSpPr>
        <p:spPr>
          <a:xfrm>
            <a:off x="6598316" y="4786171"/>
            <a:ext cx="1566646"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194DE4E9-6CF8-0936-304A-4F1442818791}"/>
              </a:ext>
            </a:extLst>
          </p:cNvPr>
          <p:cNvCxnSpPr/>
          <p:nvPr/>
        </p:nvCxnSpPr>
        <p:spPr>
          <a:xfrm>
            <a:off x="9659188" y="4786171"/>
            <a:ext cx="883920"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059" name="Group 1058">
            <a:extLst>
              <a:ext uri="{FF2B5EF4-FFF2-40B4-BE49-F238E27FC236}">
                <a16:creationId xmlns:a16="http://schemas.microsoft.com/office/drawing/2014/main" id="{FE51ECCE-414D-DA07-B31F-FF269B2155A7}"/>
              </a:ext>
            </a:extLst>
          </p:cNvPr>
          <p:cNvGrpSpPr/>
          <p:nvPr/>
        </p:nvGrpSpPr>
        <p:grpSpPr>
          <a:xfrm>
            <a:off x="2863713" y="1406324"/>
            <a:ext cx="494880" cy="760719"/>
            <a:chOff x="2887803" y="2451719"/>
            <a:chExt cx="494880" cy="760719"/>
          </a:xfrm>
        </p:grpSpPr>
        <p:pic>
          <p:nvPicPr>
            <p:cNvPr id="27" name="Picture 2" descr="15,400+ Data Table Icon Stock Illustrations, Royalty-Free ...">
              <a:extLst>
                <a:ext uri="{FF2B5EF4-FFF2-40B4-BE49-F238E27FC236}">
                  <a16:creationId xmlns:a16="http://schemas.microsoft.com/office/drawing/2014/main" id="{C3C4F6BB-1301-53EF-1024-8325D356D5D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246" r="17101"/>
            <a:stretch>
              <a:fillRect/>
            </a:stretch>
          </p:blipFill>
          <p:spPr bwMode="auto">
            <a:xfrm>
              <a:off x="2887803" y="2457695"/>
              <a:ext cx="417445" cy="3592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15,400+ Data Table Icon Stock Illustrations, Royalty-Free ...">
              <a:extLst>
                <a:ext uri="{FF2B5EF4-FFF2-40B4-BE49-F238E27FC236}">
                  <a16:creationId xmlns:a16="http://schemas.microsoft.com/office/drawing/2014/main" id="{4B8D5033-1580-38C5-EA16-D709101FD8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246" r="17101"/>
            <a:stretch>
              <a:fillRect/>
            </a:stretch>
          </p:blipFill>
          <p:spPr bwMode="auto">
            <a:xfrm>
              <a:off x="2887803" y="2853186"/>
              <a:ext cx="417445" cy="359252"/>
            </a:xfrm>
            <a:prstGeom prst="rect">
              <a:avLst/>
            </a:prstGeom>
            <a:noFill/>
            <a:extLst>
              <a:ext uri="{909E8E84-426E-40DD-AFC4-6F175D3DCCD1}">
                <a14:hiddenFill xmlns:a14="http://schemas.microsoft.com/office/drawing/2010/main">
                  <a:solidFill>
                    <a:srgbClr val="FFFFFF"/>
                  </a:solidFill>
                </a14:hiddenFill>
              </a:ext>
            </a:extLst>
          </p:spPr>
        </p:pic>
        <p:sp>
          <p:nvSpPr>
            <p:cNvPr id="41" name="Right Bracket 40">
              <a:extLst>
                <a:ext uri="{FF2B5EF4-FFF2-40B4-BE49-F238E27FC236}">
                  <a16:creationId xmlns:a16="http://schemas.microsoft.com/office/drawing/2014/main" id="{F19D8B65-00E1-F9E8-3013-8DE54F0DFA06}"/>
                </a:ext>
              </a:extLst>
            </p:cNvPr>
            <p:cNvSpPr/>
            <p:nvPr/>
          </p:nvSpPr>
          <p:spPr>
            <a:xfrm>
              <a:off x="3336964" y="2451719"/>
              <a:ext cx="45719" cy="754741"/>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046" name="TextBox 1045">
            <a:extLst>
              <a:ext uri="{FF2B5EF4-FFF2-40B4-BE49-F238E27FC236}">
                <a16:creationId xmlns:a16="http://schemas.microsoft.com/office/drawing/2014/main" id="{73CC390A-CE94-B7F3-D87D-C6F08DF1AE32}"/>
              </a:ext>
            </a:extLst>
          </p:cNvPr>
          <p:cNvSpPr txBox="1"/>
          <p:nvPr/>
        </p:nvSpPr>
        <p:spPr>
          <a:xfrm>
            <a:off x="5121744" y="4758884"/>
            <a:ext cx="1176937" cy="461665"/>
          </a:xfrm>
          <a:prstGeom prst="rect">
            <a:avLst/>
          </a:prstGeom>
          <a:noFill/>
        </p:spPr>
        <p:txBody>
          <a:bodyPr wrap="square" rtlCol="0">
            <a:spAutoFit/>
          </a:bodyPr>
          <a:lstStyle/>
          <a:p>
            <a:r>
              <a:rPr lang="en-US" sz="1200" i="1" dirty="0">
                <a:solidFill>
                  <a:srgbClr val="FF8585"/>
                </a:solidFill>
              </a:rPr>
              <a:t>Version management?</a:t>
            </a:r>
            <a:endParaRPr lang="en-US" sz="1200" dirty="0">
              <a:solidFill>
                <a:srgbClr val="FF8585"/>
              </a:solidFill>
            </a:endParaRPr>
          </a:p>
        </p:txBody>
      </p:sp>
      <p:sp>
        <p:nvSpPr>
          <p:cNvPr id="1047" name="Rectangle: Rounded Corners 1046">
            <a:extLst>
              <a:ext uri="{FF2B5EF4-FFF2-40B4-BE49-F238E27FC236}">
                <a16:creationId xmlns:a16="http://schemas.microsoft.com/office/drawing/2014/main" id="{09263FF5-0710-615B-3F38-9D481361C456}"/>
              </a:ext>
            </a:extLst>
          </p:cNvPr>
          <p:cNvSpPr/>
          <p:nvPr/>
        </p:nvSpPr>
        <p:spPr>
          <a:xfrm>
            <a:off x="5593752" y="3246673"/>
            <a:ext cx="1083830" cy="3624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Write to </a:t>
            </a:r>
            <a:r>
              <a:rPr lang="en-US" sz="1200" dirty="0" err="1"/>
              <a:t>fgdb</a:t>
            </a:r>
            <a:endParaRPr lang="en-US" sz="1200" dirty="0"/>
          </a:p>
        </p:txBody>
      </p:sp>
      <p:sp>
        <p:nvSpPr>
          <p:cNvPr id="1049" name="Freeform: Shape 1048">
            <a:extLst>
              <a:ext uri="{FF2B5EF4-FFF2-40B4-BE49-F238E27FC236}">
                <a16:creationId xmlns:a16="http://schemas.microsoft.com/office/drawing/2014/main" id="{5A54A71B-25B1-E319-8369-80B2D967722A}"/>
              </a:ext>
            </a:extLst>
          </p:cNvPr>
          <p:cNvSpPr/>
          <p:nvPr/>
        </p:nvSpPr>
        <p:spPr>
          <a:xfrm>
            <a:off x="9382539" y="2176670"/>
            <a:ext cx="2007704" cy="4442791"/>
          </a:xfrm>
          <a:custGeom>
            <a:avLst/>
            <a:gdLst>
              <a:gd name="csX0" fmla="*/ 2007704 w 2007704"/>
              <a:gd name="csY0" fmla="*/ 0 h 4442791"/>
              <a:gd name="csX1" fmla="*/ 646044 w 2007704"/>
              <a:gd name="csY1" fmla="*/ 2454965 h 4442791"/>
              <a:gd name="csX2" fmla="*/ 0 w 2007704"/>
              <a:gd name="csY2" fmla="*/ 4442791 h 4442791"/>
            </a:gdLst>
            <a:ahLst/>
            <a:cxnLst>
              <a:cxn ang="0">
                <a:pos x="csX0" y="csY0"/>
              </a:cxn>
              <a:cxn ang="0">
                <a:pos x="csX1" y="csY1"/>
              </a:cxn>
              <a:cxn ang="0">
                <a:pos x="csX2" y="csY2"/>
              </a:cxn>
            </a:cxnLst>
            <a:rect l="l" t="t" r="r" b="b"/>
            <a:pathLst>
              <a:path w="2007704" h="4442791">
                <a:moveTo>
                  <a:pt x="2007704" y="0"/>
                </a:moveTo>
                <a:cubicBezTo>
                  <a:pt x="1494182" y="857250"/>
                  <a:pt x="980661" y="1714500"/>
                  <a:pt x="646044" y="2454965"/>
                </a:cubicBezTo>
                <a:cubicBezTo>
                  <a:pt x="311427" y="3195430"/>
                  <a:pt x="155713" y="3819110"/>
                  <a:pt x="0" y="4442791"/>
                </a:cubicBezTo>
              </a:path>
            </a:pathLst>
          </a:custGeom>
          <a:noFill/>
          <a:ln>
            <a:solidFill>
              <a:schemeClr val="accent1">
                <a:lumMod val="40000"/>
                <a:lumOff val="6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Rounded Corners 1050">
            <a:extLst>
              <a:ext uri="{FF2B5EF4-FFF2-40B4-BE49-F238E27FC236}">
                <a16:creationId xmlns:a16="http://schemas.microsoft.com/office/drawing/2014/main" id="{8CD8E6BD-F0AA-25C9-7270-EA85DF6620AB}"/>
              </a:ext>
            </a:extLst>
          </p:cNvPr>
          <p:cNvSpPr/>
          <p:nvPr/>
        </p:nvSpPr>
        <p:spPr>
          <a:xfrm>
            <a:off x="5645328" y="2433255"/>
            <a:ext cx="980678" cy="6204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Construct spatial layers</a:t>
            </a:r>
          </a:p>
        </p:txBody>
      </p:sp>
      <p:cxnSp>
        <p:nvCxnSpPr>
          <p:cNvPr id="1057" name="Straight Arrow Connector 1056">
            <a:extLst>
              <a:ext uri="{FF2B5EF4-FFF2-40B4-BE49-F238E27FC236}">
                <a16:creationId xmlns:a16="http://schemas.microsoft.com/office/drawing/2014/main" id="{58043208-7013-1D94-EA83-D5AA2F023724}"/>
              </a:ext>
            </a:extLst>
          </p:cNvPr>
          <p:cNvCxnSpPr>
            <a:cxnSpLocks/>
          </p:cNvCxnSpPr>
          <p:nvPr/>
        </p:nvCxnSpPr>
        <p:spPr>
          <a:xfrm>
            <a:off x="6135667" y="2135636"/>
            <a:ext cx="0" cy="27432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58" name="Straight Arrow Connector 1057">
            <a:extLst>
              <a:ext uri="{FF2B5EF4-FFF2-40B4-BE49-F238E27FC236}">
                <a16:creationId xmlns:a16="http://schemas.microsoft.com/office/drawing/2014/main" id="{37457829-4F8A-D73E-2C60-0740FB3847C4}"/>
              </a:ext>
            </a:extLst>
          </p:cNvPr>
          <p:cNvCxnSpPr>
            <a:cxnSpLocks/>
          </p:cNvCxnSpPr>
          <p:nvPr/>
        </p:nvCxnSpPr>
        <p:spPr>
          <a:xfrm>
            <a:off x="6135667" y="3074629"/>
            <a:ext cx="0" cy="18288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61" name="Straight Arrow Connector 1060">
            <a:extLst>
              <a:ext uri="{FF2B5EF4-FFF2-40B4-BE49-F238E27FC236}">
                <a16:creationId xmlns:a16="http://schemas.microsoft.com/office/drawing/2014/main" id="{FFACBD74-2A6B-9E2D-7212-E2219C8D0975}"/>
              </a:ext>
            </a:extLst>
          </p:cNvPr>
          <p:cNvCxnSpPr>
            <a:cxnSpLocks/>
          </p:cNvCxnSpPr>
          <p:nvPr/>
        </p:nvCxnSpPr>
        <p:spPr>
          <a:xfrm flipV="1">
            <a:off x="3066461" y="2365243"/>
            <a:ext cx="0" cy="2125892"/>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73" name="Rectangle: Rounded Corners 1072">
            <a:extLst>
              <a:ext uri="{FF2B5EF4-FFF2-40B4-BE49-F238E27FC236}">
                <a16:creationId xmlns:a16="http://schemas.microsoft.com/office/drawing/2014/main" id="{8D8DAFAB-0DE8-F1BF-F5F2-B7ADD453129B}"/>
              </a:ext>
            </a:extLst>
          </p:cNvPr>
          <p:cNvSpPr/>
          <p:nvPr/>
        </p:nvSpPr>
        <p:spPr>
          <a:xfrm>
            <a:off x="2617239" y="2909504"/>
            <a:ext cx="961027" cy="449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Read from Excel</a:t>
            </a:r>
          </a:p>
        </p:txBody>
      </p:sp>
      <p:cxnSp>
        <p:nvCxnSpPr>
          <p:cNvPr id="1077" name="Straight Connector 1076">
            <a:extLst>
              <a:ext uri="{FF2B5EF4-FFF2-40B4-BE49-F238E27FC236}">
                <a16:creationId xmlns:a16="http://schemas.microsoft.com/office/drawing/2014/main" id="{9179AD18-DF33-D30E-6D25-E8ACC1C55AE3}"/>
              </a:ext>
            </a:extLst>
          </p:cNvPr>
          <p:cNvCxnSpPr>
            <a:cxnSpLocks/>
          </p:cNvCxnSpPr>
          <p:nvPr/>
        </p:nvCxnSpPr>
        <p:spPr>
          <a:xfrm flipH="1">
            <a:off x="8759191" y="1682502"/>
            <a:ext cx="441059" cy="494168"/>
          </a:xfrm>
          <a:prstGeom prst="line">
            <a:avLst/>
          </a:prstGeom>
          <a:ln>
            <a:solidFill>
              <a:srgbClr val="F9DAC7"/>
            </a:solidFill>
          </a:ln>
        </p:spPr>
        <p:style>
          <a:lnRef idx="2">
            <a:schemeClr val="accent1"/>
          </a:lnRef>
          <a:fillRef idx="0">
            <a:schemeClr val="accent1"/>
          </a:fillRef>
          <a:effectRef idx="1">
            <a:schemeClr val="accent1"/>
          </a:effectRef>
          <a:fontRef idx="minor">
            <a:schemeClr val="tx1"/>
          </a:fontRef>
        </p:style>
      </p:cxnSp>
      <p:grpSp>
        <p:nvGrpSpPr>
          <p:cNvPr id="1086" name="Group 1085">
            <a:extLst>
              <a:ext uri="{FF2B5EF4-FFF2-40B4-BE49-F238E27FC236}">
                <a16:creationId xmlns:a16="http://schemas.microsoft.com/office/drawing/2014/main" id="{B37B5E50-060A-FF64-23F0-D2112CA10FB8}"/>
              </a:ext>
            </a:extLst>
          </p:cNvPr>
          <p:cNvGrpSpPr/>
          <p:nvPr/>
        </p:nvGrpSpPr>
        <p:grpSpPr>
          <a:xfrm>
            <a:off x="6734503" y="851311"/>
            <a:ext cx="689914" cy="555013"/>
            <a:chOff x="9144000" y="394154"/>
            <a:chExt cx="689914" cy="555013"/>
          </a:xfrm>
        </p:grpSpPr>
        <p:sp>
          <p:nvSpPr>
            <p:cNvPr id="1080" name="Rectangle: Rounded Corners 1079">
              <a:extLst>
                <a:ext uri="{FF2B5EF4-FFF2-40B4-BE49-F238E27FC236}">
                  <a16:creationId xmlns:a16="http://schemas.microsoft.com/office/drawing/2014/main" id="{AE6E3845-BFA7-9555-8C78-88AFFDDBD450}"/>
                </a:ext>
              </a:extLst>
            </p:cNvPr>
            <p:cNvSpPr/>
            <p:nvPr/>
          </p:nvSpPr>
          <p:spPr>
            <a:xfrm>
              <a:off x="9144000" y="490230"/>
              <a:ext cx="598628" cy="382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2" name="Straight Connector 1081">
              <a:extLst>
                <a:ext uri="{FF2B5EF4-FFF2-40B4-BE49-F238E27FC236}">
                  <a16:creationId xmlns:a16="http://schemas.microsoft.com/office/drawing/2014/main" id="{E1B4E432-05EE-D04B-2246-44CE98376AD4}"/>
                </a:ext>
              </a:extLst>
            </p:cNvPr>
            <p:cNvCxnSpPr/>
            <p:nvPr/>
          </p:nvCxnSpPr>
          <p:spPr>
            <a:xfrm>
              <a:off x="9144000" y="796189"/>
              <a:ext cx="59862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84" name="Freeform: Shape 1083">
              <a:extLst>
                <a:ext uri="{FF2B5EF4-FFF2-40B4-BE49-F238E27FC236}">
                  <a16:creationId xmlns:a16="http://schemas.microsoft.com/office/drawing/2014/main" id="{4ECFC7DB-9ADB-F691-1BAA-9888C6E4B8DD}"/>
                </a:ext>
              </a:extLst>
            </p:cNvPr>
            <p:cNvSpPr/>
            <p:nvPr/>
          </p:nvSpPr>
          <p:spPr>
            <a:xfrm>
              <a:off x="9373999" y="872677"/>
              <a:ext cx="166887" cy="76490"/>
            </a:xfrm>
            <a:custGeom>
              <a:avLst/>
              <a:gdLst>
                <a:gd name="csX0" fmla="*/ 34769 w 166887"/>
                <a:gd name="csY0" fmla="*/ 0 h 76490"/>
                <a:gd name="csX1" fmla="*/ 0 w 166887"/>
                <a:gd name="csY1" fmla="*/ 76490 h 76490"/>
                <a:gd name="csX2" fmla="*/ 166887 w 166887"/>
                <a:gd name="csY2" fmla="*/ 76490 h 76490"/>
                <a:gd name="csX3" fmla="*/ 125165 w 166887"/>
                <a:gd name="csY3" fmla="*/ 3477 h 76490"/>
                <a:gd name="csX4" fmla="*/ 34769 w 166887"/>
                <a:gd name="csY4" fmla="*/ 0 h 76490"/>
              </a:gdLst>
              <a:ahLst/>
              <a:cxnLst>
                <a:cxn ang="0">
                  <a:pos x="csX0" y="csY0"/>
                </a:cxn>
                <a:cxn ang="0">
                  <a:pos x="csX1" y="csY1"/>
                </a:cxn>
                <a:cxn ang="0">
                  <a:pos x="csX2" y="csY2"/>
                </a:cxn>
                <a:cxn ang="0">
                  <a:pos x="csX3" y="csY3"/>
                </a:cxn>
                <a:cxn ang="0">
                  <a:pos x="csX4" y="csY4"/>
                </a:cxn>
              </a:cxnLst>
              <a:rect l="l" t="t" r="r" b="b"/>
              <a:pathLst>
                <a:path w="166887" h="76490">
                  <a:moveTo>
                    <a:pt x="34769" y="0"/>
                  </a:moveTo>
                  <a:lnTo>
                    <a:pt x="0" y="76490"/>
                  </a:lnTo>
                  <a:lnTo>
                    <a:pt x="166887" y="76490"/>
                  </a:lnTo>
                  <a:lnTo>
                    <a:pt x="125165" y="3477"/>
                  </a:lnTo>
                  <a:lnTo>
                    <a:pt x="34769" y="0"/>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TextBox 1084">
              <a:extLst>
                <a:ext uri="{FF2B5EF4-FFF2-40B4-BE49-F238E27FC236}">
                  <a16:creationId xmlns:a16="http://schemas.microsoft.com/office/drawing/2014/main" id="{A77DF5E9-8DF3-3FAF-71B0-2E4D09837A43}"/>
                </a:ext>
              </a:extLst>
            </p:cNvPr>
            <p:cNvSpPr txBox="1"/>
            <p:nvPr/>
          </p:nvSpPr>
          <p:spPr>
            <a:xfrm>
              <a:off x="9203524" y="394154"/>
              <a:ext cx="630390" cy="461665"/>
            </a:xfrm>
            <a:prstGeom prst="rect">
              <a:avLst/>
            </a:prstGeom>
            <a:noFill/>
          </p:spPr>
          <p:txBody>
            <a:bodyPr wrap="square" rtlCol="0">
              <a:spAutoFit/>
            </a:bodyPr>
            <a:lstStyle/>
            <a:p>
              <a:r>
                <a:rPr lang="en-US" sz="2400" b="1" dirty="0"/>
                <a:t>&gt;_</a:t>
              </a:r>
            </a:p>
          </p:txBody>
        </p:sp>
      </p:grpSp>
      <p:sp>
        <p:nvSpPr>
          <p:cNvPr id="11" name="Freeform: Shape 10">
            <a:extLst>
              <a:ext uri="{FF2B5EF4-FFF2-40B4-BE49-F238E27FC236}">
                <a16:creationId xmlns:a16="http://schemas.microsoft.com/office/drawing/2014/main" id="{0A2FE1E5-7253-7777-BD4D-D4C853DC6ACD}"/>
              </a:ext>
            </a:extLst>
          </p:cNvPr>
          <p:cNvSpPr/>
          <p:nvPr/>
        </p:nvSpPr>
        <p:spPr>
          <a:xfrm>
            <a:off x="7384774" y="1470991"/>
            <a:ext cx="318052" cy="1013792"/>
          </a:xfrm>
          <a:custGeom>
            <a:avLst/>
            <a:gdLst>
              <a:gd name="csX0" fmla="*/ 318052 w 318052"/>
              <a:gd name="csY0" fmla="*/ 1013792 h 1013792"/>
              <a:gd name="csX1" fmla="*/ 0 w 318052"/>
              <a:gd name="csY1" fmla="*/ 0 h 1013792"/>
              <a:gd name="csX0" fmla="*/ 318052 w 318052"/>
              <a:gd name="csY0" fmla="*/ 1013792 h 1013792"/>
              <a:gd name="csX1" fmla="*/ 0 w 318052"/>
              <a:gd name="csY1" fmla="*/ 0 h 1013792"/>
              <a:gd name="csX0" fmla="*/ 318052 w 318052"/>
              <a:gd name="csY0" fmla="*/ 1013792 h 1013792"/>
              <a:gd name="csX1" fmla="*/ 0 w 318052"/>
              <a:gd name="csY1" fmla="*/ 0 h 1013792"/>
            </a:gdLst>
            <a:ahLst/>
            <a:cxnLst>
              <a:cxn ang="0">
                <a:pos x="csX0" y="csY0"/>
              </a:cxn>
              <a:cxn ang="0">
                <a:pos x="csX1" y="csY1"/>
              </a:cxn>
            </a:cxnLst>
            <a:rect l="l" t="t" r="r" b="b"/>
            <a:pathLst>
              <a:path w="318052" h="1013792">
                <a:moveTo>
                  <a:pt x="318052" y="1013792"/>
                </a:moveTo>
                <a:cubicBezTo>
                  <a:pt x="301487" y="546652"/>
                  <a:pt x="245165" y="337931"/>
                  <a:pt x="0" y="0"/>
                </a:cubicBezTo>
              </a:path>
            </a:pathLst>
          </a:custGeom>
          <a:noFill/>
          <a:ln>
            <a:solidFill>
              <a:schemeClr val="accent6">
                <a:lumMod val="7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950F627-3BC0-55A8-BCB8-3BBACF451A25}"/>
              </a:ext>
            </a:extLst>
          </p:cNvPr>
          <p:cNvSpPr/>
          <p:nvPr/>
        </p:nvSpPr>
        <p:spPr>
          <a:xfrm>
            <a:off x="4830418" y="1133000"/>
            <a:ext cx="1789043" cy="357869"/>
          </a:xfrm>
          <a:custGeom>
            <a:avLst/>
            <a:gdLst>
              <a:gd name="csX0" fmla="*/ 0 w 1798983"/>
              <a:gd name="csY0" fmla="*/ 347869 h 347869"/>
              <a:gd name="csX1" fmla="*/ 1798983 w 1798983"/>
              <a:gd name="csY1" fmla="*/ 0 h 347869"/>
              <a:gd name="csX0" fmla="*/ 0 w 1798983"/>
              <a:gd name="csY0" fmla="*/ 347903 h 347903"/>
              <a:gd name="csX1" fmla="*/ 1798983 w 1798983"/>
              <a:gd name="csY1" fmla="*/ 34 h 347903"/>
              <a:gd name="csX0" fmla="*/ 0 w 1769165"/>
              <a:gd name="csY0" fmla="*/ 318091 h 318091"/>
              <a:gd name="csX1" fmla="*/ 1769165 w 1769165"/>
              <a:gd name="csY1" fmla="*/ 39 h 318091"/>
              <a:gd name="csX0" fmla="*/ 0 w 1769165"/>
              <a:gd name="csY0" fmla="*/ 318134 h 318134"/>
              <a:gd name="csX1" fmla="*/ 1769165 w 1769165"/>
              <a:gd name="csY1" fmla="*/ 82 h 318134"/>
              <a:gd name="csX0" fmla="*/ 0 w 1789043"/>
              <a:gd name="csY0" fmla="*/ 357869 h 357869"/>
              <a:gd name="csX1" fmla="*/ 1789043 w 1789043"/>
              <a:gd name="csY1" fmla="*/ 60 h 357869"/>
            </a:gdLst>
            <a:ahLst/>
            <a:cxnLst>
              <a:cxn ang="0">
                <a:pos x="csX0" y="csY0"/>
              </a:cxn>
              <a:cxn ang="0">
                <a:pos x="csX1" y="csY1"/>
              </a:cxn>
            </a:cxnLst>
            <a:rect l="l" t="t" r="r" b="b"/>
            <a:pathLst>
              <a:path w="1789043" h="357869">
                <a:moveTo>
                  <a:pt x="0" y="357869"/>
                </a:moveTo>
                <a:cubicBezTo>
                  <a:pt x="609600" y="132583"/>
                  <a:pt x="1189382" y="-3253"/>
                  <a:pt x="1789043" y="60"/>
                </a:cubicBezTo>
              </a:path>
            </a:pathLst>
          </a:custGeom>
          <a:noFill/>
          <a:ln>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CD4D11C-0C04-8C77-5413-16554F35E126}"/>
              </a:ext>
            </a:extLst>
          </p:cNvPr>
          <p:cNvSpPr txBox="1"/>
          <p:nvPr/>
        </p:nvSpPr>
        <p:spPr>
          <a:xfrm>
            <a:off x="267888" y="1442909"/>
            <a:ext cx="1493179" cy="430887"/>
          </a:xfrm>
          <a:prstGeom prst="rect">
            <a:avLst/>
          </a:prstGeom>
          <a:noFill/>
        </p:spPr>
        <p:txBody>
          <a:bodyPr wrap="square" rtlCol="0">
            <a:spAutoFit/>
          </a:bodyPr>
          <a:lstStyle/>
          <a:p>
            <a:pPr algn="ctr"/>
            <a:r>
              <a:rPr lang="en-US" sz="1100" dirty="0">
                <a:solidFill>
                  <a:schemeClr val="tx1">
                    <a:lumMod val="65000"/>
                    <a:lumOff val="35000"/>
                  </a:schemeClr>
                </a:solidFill>
              </a:rPr>
              <a:t>Spreadsheet tables (sheets)</a:t>
            </a:r>
          </a:p>
        </p:txBody>
      </p:sp>
      <p:sp>
        <p:nvSpPr>
          <p:cNvPr id="37" name="TextBox 36">
            <a:extLst>
              <a:ext uri="{FF2B5EF4-FFF2-40B4-BE49-F238E27FC236}">
                <a16:creationId xmlns:a16="http://schemas.microsoft.com/office/drawing/2014/main" id="{02FC8E19-2AB1-A32D-8E99-B083EF2DE67B}"/>
              </a:ext>
            </a:extLst>
          </p:cNvPr>
          <p:cNvSpPr txBox="1"/>
          <p:nvPr/>
        </p:nvSpPr>
        <p:spPr>
          <a:xfrm>
            <a:off x="290747" y="404205"/>
            <a:ext cx="7169673" cy="646331"/>
          </a:xfrm>
          <a:prstGeom prst="rect">
            <a:avLst/>
          </a:prstGeom>
          <a:noFill/>
        </p:spPr>
        <p:txBody>
          <a:bodyPr wrap="square" rtlCol="0">
            <a:spAutoFit/>
          </a:bodyPr>
          <a:lstStyle/>
          <a:p>
            <a:r>
              <a:rPr lang="en-US" dirty="0"/>
              <a:t>A tool to update ArcGIS Online feature layer from Excel source data</a:t>
            </a:r>
          </a:p>
          <a:p>
            <a:r>
              <a:rPr lang="en-US" dirty="0"/>
              <a:t>Data flow &amp; components</a:t>
            </a:r>
          </a:p>
        </p:txBody>
      </p:sp>
      <p:sp>
        <p:nvSpPr>
          <p:cNvPr id="42" name="TextBox 41">
            <a:extLst>
              <a:ext uri="{FF2B5EF4-FFF2-40B4-BE49-F238E27FC236}">
                <a16:creationId xmlns:a16="http://schemas.microsoft.com/office/drawing/2014/main" id="{88A1BFAE-CFC3-F93E-8C78-ACA611B88DB8}"/>
              </a:ext>
            </a:extLst>
          </p:cNvPr>
          <p:cNvSpPr txBox="1"/>
          <p:nvPr/>
        </p:nvSpPr>
        <p:spPr>
          <a:xfrm>
            <a:off x="309631" y="82253"/>
            <a:ext cx="3044986" cy="307777"/>
          </a:xfrm>
          <a:prstGeom prst="rect">
            <a:avLst/>
          </a:prstGeom>
          <a:noFill/>
        </p:spPr>
        <p:txBody>
          <a:bodyPr wrap="square" rtlCol="0">
            <a:spAutoFit/>
          </a:bodyPr>
          <a:lstStyle/>
          <a:p>
            <a:r>
              <a:rPr lang="en-US" sz="1400" dirty="0">
                <a:solidFill>
                  <a:schemeClr val="tx1">
                    <a:lumMod val="50000"/>
                    <a:lumOff val="50000"/>
                  </a:schemeClr>
                </a:solidFill>
              </a:rPr>
              <a:t>Seagrass Restoration web service</a:t>
            </a:r>
          </a:p>
        </p:txBody>
      </p:sp>
      <p:sp>
        <p:nvSpPr>
          <p:cNvPr id="43" name="Freeform: Shape 42">
            <a:extLst>
              <a:ext uri="{FF2B5EF4-FFF2-40B4-BE49-F238E27FC236}">
                <a16:creationId xmlns:a16="http://schemas.microsoft.com/office/drawing/2014/main" id="{1FF437FC-3978-9719-B11D-D6DB14DFDB4A}"/>
              </a:ext>
            </a:extLst>
          </p:cNvPr>
          <p:cNvSpPr/>
          <p:nvPr/>
        </p:nvSpPr>
        <p:spPr>
          <a:xfrm>
            <a:off x="3381196" y="1323700"/>
            <a:ext cx="5124886" cy="4289546"/>
          </a:xfrm>
          <a:custGeom>
            <a:avLst/>
            <a:gdLst>
              <a:gd name="csX0" fmla="*/ 7445691 w 8723810"/>
              <a:gd name="csY0" fmla="*/ 0 h 5291050"/>
              <a:gd name="csX1" fmla="*/ 8621348 w 8723810"/>
              <a:gd name="csY1" fmla="*/ 1785257 h 5291050"/>
              <a:gd name="csX2" fmla="*/ 5120502 w 8723810"/>
              <a:gd name="csY2" fmla="*/ 4850674 h 5291050"/>
              <a:gd name="csX3" fmla="*/ 487542 w 8723810"/>
              <a:gd name="csY3" fmla="*/ 5199017 h 5291050"/>
              <a:gd name="csX4" fmla="*/ 365622 w 8723810"/>
              <a:gd name="csY4" fmla="*/ 4145280 h 5291050"/>
              <a:gd name="csX0" fmla="*/ 7445691 w 8714031"/>
              <a:gd name="csY0" fmla="*/ 0 h 5291050"/>
              <a:gd name="csX1" fmla="*/ 8621348 w 8714031"/>
              <a:gd name="csY1" fmla="*/ 1785257 h 5291050"/>
              <a:gd name="csX2" fmla="*/ 5120502 w 8714031"/>
              <a:gd name="csY2" fmla="*/ 4850674 h 5291050"/>
              <a:gd name="csX3" fmla="*/ 487542 w 8714031"/>
              <a:gd name="csY3" fmla="*/ 5199017 h 5291050"/>
              <a:gd name="csX4" fmla="*/ 365622 w 8714031"/>
              <a:gd name="csY4" fmla="*/ 4145280 h 5291050"/>
              <a:gd name="csX0" fmla="*/ 7445691 w 8538784"/>
              <a:gd name="csY0" fmla="*/ 0 h 5273779"/>
              <a:gd name="csX1" fmla="*/ 8429759 w 8538784"/>
              <a:gd name="csY1" fmla="*/ 2168434 h 5273779"/>
              <a:gd name="csX2" fmla="*/ 5120502 w 8538784"/>
              <a:gd name="csY2" fmla="*/ 4850674 h 5273779"/>
              <a:gd name="csX3" fmla="*/ 487542 w 8538784"/>
              <a:gd name="csY3" fmla="*/ 5199017 h 5273779"/>
              <a:gd name="csX4" fmla="*/ 365622 w 8538784"/>
              <a:gd name="csY4" fmla="*/ 4145280 h 5273779"/>
              <a:gd name="csX0" fmla="*/ 7445691 w 8445659"/>
              <a:gd name="csY0" fmla="*/ 0 h 5278619"/>
              <a:gd name="csX1" fmla="*/ 8325256 w 8445659"/>
              <a:gd name="csY1" fmla="*/ 2055222 h 5278619"/>
              <a:gd name="csX2" fmla="*/ 5120502 w 8445659"/>
              <a:gd name="csY2" fmla="*/ 4850674 h 5278619"/>
              <a:gd name="csX3" fmla="*/ 487542 w 8445659"/>
              <a:gd name="csY3" fmla="*/ 5199017 h 5278619"/>
              <a:gd name="csX4" fmla="*/ 365622 w 8445659"/>
              <a:gd name="csY4" fmla="*/ 4145280 h 5278619"/>
              <a:gd name="csX0" fmla="*/ 7485224 w 8485192"/>
              <a:gd name="csY0" fmla="*/ 0 h 5278619"/>
              <a:gd name="csX1" fmla="*/ 8364789 w 8485192"/>
              <a:gd name="csY1" fmla="*/ 2055222 h 5278619"/>
              <a:gd name="csX2" fmla="*/ 5160035 w 8485192"/>
              <a:gd name="csY2" fmla="*/ 4850674 h 5278619"/>
              <a:gd name="csX3" fmla="*/ 527075 w 8485192"/>
              <a:gd name="csY3" fmla="*/ 5199017 h 5278619"/>
              <a:gd name="csX4" fmla="*/ 405155 w 8485192"/>
              <a:gd name="csY4" fmla="*/ 4145280 h 5278619"/>
              <a:gd name="csX0" fmla="*/ 7139009 w 8138977"/>
              <a:gd name="csY0" fmla="*/ 0 h 4985384"/>
              <a:gd name="csX1" fmla="*/ 8018574 w 8138977"/>
              <a:gd name="csY1" fmla="*/ 2055222 h 4985384"/>
              <a:gd name="csX2" fmla="*/ 4813820 w 8138977"/>
              <a:gd name="csY2" fmla="*/ 4850674 h 4985384"/>
              <a:gd name="csX3" fmla="*/ 2635826 w 8138977"/>
              <a:gd name="csY3" fmla="*/ 4503278 h 4985384"/>
              <a:gd name="csX4" fmla="*/ 58940 w 8138977"/>
              <a:gd name="csY4" fmla="*/ 4145280 h 4985384"/>
              <a:gd name="csX0" fmla="*/ 7129296 w 8129264"/>
              <a:gd name="csY0" fmla="*/ 0 h 4985384"/>
              <a:gd name="csX1" fmla="*/ 8008861 w 8129264"/>
              <a:gd name="csY1" fmla="*/ 2055222 h 4985384"/>
              <a:gd name="csX2" fmla="*/ 4804107 w 8129264"/>
              <a:gd name="csY2" fmla="*/ 4850674 h 4985384"/>
              <a:gd name="csX3" fmla="*/ 2626113 w 8129264"/>
              <a:gd name="csY3" fmla="*/ 4503278 h 4985384"/>
              <a:gd name="csX4" fmla="*/ 59167 w 8129264"/>
              <a:gd name="csY4" fmla="*/ 4204914 h 4985384"/>
              <a:gd name="csX0" fmla="*/ 5034961 w 6034929"/>
              <a:gd name="csY0" fmla="*/ 0 h 4985384"/>
              <a:gd name="csX1" fmla="*/ 5914526 w 6034929"/>
              <a:gd name="csY1" fmla="*/ 2055222 h 4985384"/>
              <a:gd name="csX2" fmla="*/ 2709772 w 6034929"/>
              <a:gd name="csY2" fmla="*/ 4850674 h 4985384"/>
              <a:gd name="csX3" fmla="*/ 531778 w 6034929"/>
              <a:gd name="csY3" fmla="*/ 4503278 h 4985384"/>
              <a:gd name="csX4" fmla="*/ 399919 w 6034929"/>
              <a:gd name="csY4" fmla="*/ 3886862 h 4985384"/>
              <a:gd name="csX0" fmla="*/ 4861401 w 5861369"/>
              <a:gd name="csY0" fmla="*/ 0 h 4985384"/>
              <a:gd name="csX1" fmla="*/ 5740966 w 5861369"/>
              <a:gd name="csY1" fmla="*/ 2055222 h 4985384"/>
              <a:gd name="csX2" fmla="*/ 2536212 w 5861369"/>
              <a:gd name="csY2" fmla="*/ 4850674 h 4985384"/>
              <a:gd name="csX3" fmla="*/ 358218 w 5861369"/>
              <a:gd name="csY3" fmla="*/ 4503278 h 4985384"/>
              <a:gd name="csX4" fmla="*/ 226359 w 5861369"/>
              <a:gd name="csY4" fmla="*/ 3886862 h 4985384"/>
              <a:gd name="csX0" fmla="*/ 4635042 w 5635010"/>
              <a:gd name="csY0" fmla="*/ 0 h 5067944"/>
              <a:gd name="csX1" fmla="*/ 5514607 w 5635010"/>
              <a:gd name="csY1" fmla="*/ 2055222 h 5067944"/>
              <a:gd name="csX2" fmla="*/ 2309853 w 5635010"/>
              <a:gd name="csY2" fmla="*/ 4850674 h 5067944"/>
              <a:gd name="csX3" fmla="*/ 837537 w 5635010"/>
              <a:gd name="csY3" fmla="*/ 4801452 h 5067944"/>
              <a:gd name="csX4" fmla="*/ 0 w 5635010"/>
              <a:gd name="csY4" fmla="*/ 3886862 h 5067944"/>
              <a:gd name="csX0" fmla="*/ 4635042 w 5633693"/>
              <a:gd name="csY0" fmla="*/ 0 h 4922764"/>
              <a:gd name="csX1" fmla="*/ 5514607 w 5633693"/>
              <a:gd name="csY1" fmla="*/ 2055222 h 4922764"/>
              <a:gd name="csX2" fmla="*/ 2329731 w 5633693"/>
              <a:gd name="csY2" fmla="*/ 4612134 h 4922764"/>
              <a:gd name="csX3" fmla="*/ 837537 w 5633693"/>
              <a:gd name="csY3" fmla="*/ 4801452 h 4922764"/>
              <a:gd name="csX4" fmla="*/ 0 w 5633693"/>
              <a:gd name="csY4" fmla="*/ 3886862 h 4922764"/>
              <a:gd name="csX0" fmla="*/ 4635042 w 5633693"/>
              <a:gd name="csY0" fmla="*/ 0 h 4898665"/>
              <a:gd name="csX1" fmla="*/ 5514607 w 5633693"/>
              <a:gd name="csY1" fmla="*/ 2055222 h 4898665"/>
              <a:gd name="csX2" fmla="*/ 2329731 w 5633693"/>
              <a:gd name="csY2" fmla="*/ 4612134 h 4898665"/>
              <a:gd name="csX3" fmla="*/ 837537 w 5633693"/>
              <a:gd name="csY3" fmla="*/ 4801452 h 4898665"/>
              <a:gd name="csX4" fmla="*/ 0 w 5633693"/>
              <a:gd name="csY4" fmla="*/ 3886862 h 4898665"/>
              <a:gd name="csX0" fmla="*/ 4635042 w 5633693"/>
              <a:gd name="csY0" fmla="*/ 0 h 4906893"/>
              <a:gd name="csX1" fmla="*/ 5514607 w 5633693"/>
              <a:gd name="csY1" fmla="*/ 2055222 h 4906893"/>
              <a:gd name="csX2" fmla="*/ 2329731 w 5633693"/>
              <a:gd name="csY2" fmla="*/ 4612134 h 4906893"/>
              <a:gd name="csX3" fmla="*/ 837537 w 5633693"/>
              <a:gd name="csY3" fmla="*/ 4801452 h 4906893"/>
              <a:gd name="csX4" fmla="*/ 0 w 5633693"/>
              <a:gd name="csY4" fmla="*/ 3886862 h 4906893"/>
              <a:gd name="csX0" fmla="*/ 4635042 w 5633693"/>
              <a:gd name="csY0" fmla="*/ 0 h 4906893"/>
              <a:gd name="csX1" fmla="*/ 5514607 w 5633693"/>
              <a:gd name="csY1" fmla="*/ 2055222 h 4906893"/>
              <a:gd name="csX2" fmla="*/ 2329731 w 5633693"/>
              <a:gd name="csY2" fmla="*/ 4612134 h 4906893"/>
              <a:gd name="csX3" fmla="*/ 837537 w 5633693"/>
              <a:gd name="csY3" fmla="*/ 4801452 h 4906893"/>
              <a:gd name="csX4" fmla="*/ 0 w 5633693"/>
              <a:gd name="csY4" fmla="*/ 3886862 h 4906893"/>
              <a:gd name="csX0" fmla="*/ 4505834 w 5504485"/>
              <a:gd name="csY0" fmla="*/ 0 h 4906893"/>
              <a:gd name="csX1" fmla="*/ 5385399 w 5504485"/>
              <a:gd name="csY1" fmla="*/ 2055222 h 4906893"/>
              <a:gd name="csX2" fmla="*/ 2200523 w 5504485"/>
              <a:gd name="csY2" fmla="*/ 4612134 h 4906893"/>
              <a:gd name="csX3" fmla="*/ 708329 w 5504485"/>
              <a:gd name="csY3" fmla="*/ 4801452 h 4906893"/>
              <a:gd name="csX4" fmla="*/ 0 w 5504485"/>
              <a:gd name="csY4" fmla="*/ 3896801 h 4906893"/>
              <a:gd name="csX0" fmla="*/ 4505834 w 5495964"/>
              <a:gd name="csY0" fmla="*/ 0 h 4847628"/>
              <a:gd name="csX1" fmla="*/ 5385399 w 5495964"/>
              <a:gd name="csY1" fmla="*/ 2055222 h 4847628"/>
              <a:gd name="csX2" fmla="*/ 2329732 w 5495964"/>
              <a:gd name="csY2" fmla="*/ 4373595 h 4847628"/>
              <a:gd name="csX3" fmla="*/ 708329 w 5495964"/>
              <a:gd name="csY3" fmla="*/ 4801452 h 4847628"/>
              <a:gd name="csX4" fmla="*/ 0 w 5495964"/>
              <a:gd name="csY4" fmla="*/ 3896801 h 4847628"/>
              <a:gd name="csX0" fmla="*/ 4505834 w 5495964"/>
              <a:gd name="csY0" fmla="*/ 0 h 4845343"/>
              <a:gd name="csX1" fmla="*/ 5385399 w 5495964"/>
              <a:gd name="csY1" fmla="*/ 2055222 h 4845343"/>
              <a:gd name="csX2" fmla="*/ 2329732 w 5495964"/>
              <a:gd name="csY2" fmla="*/ 4373595 h 4845343"/>
              <a:gd name="csX3" fmla="*/ 708329 w 5495964"/>
              <a:gd name="csY3" fmla="*/ 4801452 h 4845343"/>
              <a:gd name="csX4" fmla="*/ 0 w 5495964"/>
              <a:gd name="csY4" fmla="*/ 3896801 h 4845343"/>
              <a:gd name="csX0" fmla="*/ 4505834 w 5495964"/>
              <a:gd name="csY0" fmla="*/ 0 h 4576189"/>
              <a:gd name="csX1" fmla="*/ 5385399 w 5495964"/>
              <a:gd name="csY1" fmla="*/ 2055222 h 4576189"/>
              <a:gd name="csX2" fmla="*/ 2329732 w 5495964"/>
              <a:gd name="csY2" fmla="*/ 4373595 h 4576189"/>
              <a:gd name="csX3" fmla="*/ 1066137 w 5495964"/>
              <a:gd name="csY3" fmla="*/ 4364131 h 4576189"/>
              <a:gd name="csX4" fmla="*/ 0 w 5495964"/>
              <a:gd name="csY4" fmla="*/ 3896801 h 4576189"/>
              <a:gd name="csX0" fmla="*/ 4297112 w 5287242"/>
              <a:gd name="csY0" fmla="*/ 0 h 4576189"/>
              <a:gd name="csX1" fmla="*/ 5176677 w 5287242"/>
              <a:gd name="csY1" fmla="*/ 2055222 h 4576189"/>
              <a:gd name="csX2" fmla="*/ 2121010 w 5287242"/>
              <a:gd name="csY2" fmla="*/ 4373595 h 4576189"/>
              <a:gd name="csX3" fmla="*/ 857415 w 5287242"/>
              <a:gd name="csY3" fmla="*/ 4364131 h 4576189"/>
              <a:gd name="csX4" fmla="*/ 0 w 5287242"/>
              <a:gd name="csY4" fmla="*/ 3837166 h 4576189"/>
              <a:gd name="csX0" fmla="*/ 4297112 w 5287242"/>
              <a:gd name="csY0" fmla="*/ 0 h 4576189"/>
              <a:gd name="csX1" fmla="*/ 5176677 w 5287242"/>
              <a:gd name="csY1" fmla="*/ 2055222 h 4576189"/>
              <a:gd name="csX2" fmla="*/ 2121010 w 5287242"/>
              <a:gd name="csY2" fmla="*/ 4373595 h 4576189"/>
              <a:gd name="csX3" fmla="*/ 857415 w 5287242"/>
              <a:gd name="csY3" fmla="*/ 4364131 h 4576189"/>
              <a:gd name="csX4" fmla="*/ 0 w 5287242"/>
              <a:gd name="csY4" fmla="*/ 3837166 h 4576189"/>
              <a:gd name="csX0" fmla="*/ 4297112 w 5287242"/>
              <a:gd name="csY0" fmla="*/ 0 h 4444749"/>
              <a:gd name="csX1" fmla="*/ 5176677 w 5287242"/>
              <a:gd name="csY1" fmla="*/ 2055222 h 4444749"/>
              <a:gd name="csX2" fmla="*/ 2121010 w 5287242"/>
              <a:gd name="csY2" fmla="*/ 4373595 h 4444749"/>
              <a:gd name="csX3" fmla="*/ 0 w 5287242"/>
              <a:gd name="csY3" fmla="*/ 3837166 h 4444749"/>
              <a:gd name="csX0" fmla="*/ 4177843 w 5167973"/>
              <a:gd name="csY0" fmla="*/ 0 h 4439617"/>
              <a:gd name="csX1" fmla="*/ 5057408 w 5167973"/>
              <a:gd name="csY1" fmla="*/ 2055222 h 4439617"/>
              <a:gd name="csX2" fmla="*/ 2001741 w 5167973"/>
              <a:gd name="csY2" fmla="*/ 4373595 h 4439617"/>
              <a:gd name="csX3" fmla="*/ 0 w 5167973"/>
              <a:gd name="csY3" fmla="*/ 3797410 h 4439617"/>
              <a:gd name="csX0" fmla="*/ 4177843 w 5167973"/>
              <a:gd name="csY0" fmla="*/ 0 h 4448955"/>
              <a:gd name="csX1" fmla="*/ 5057408 w 5167973"/>
              <a:gd name="csY1" fmla="*/ 2055222 h 4448955"/>
              <a:gd name="csX2" fmla="*/ 2001741 w 5167973"/>
              <a:gd name="csY2" fmla="*/ 4373595 h 4448955"/>
              <a:gd name="csX3" fmla="*/ 0 w 5167973"/>
              <a:gd name="csY3" fmla="*/ 3797410 h 4448955"/>
              <a:gd name="csX0" fmla="*/ 4177843 w 5124886"/>
              <a:gd name="csY0" fmla="*/ 0 h 4289546"/>
              <a:gd name="csX1" fmla="*/ 5057408 w 5124886"/>
              <a:gd name="csY1" fmla="*/ 2055222 h 4289546"/>
              <a:gd name="csX2" fmla="*/ 2677602 w 5124886"/>
              <a:gd name="csY2" fmla="*/ 4194691 h 4289546"/>
              <a:gd name="csX3" fmla="*/ 0 w 5124886"/>
              <a:gd name="csY3" fmla="*/ 3797410 h 4289546"/>
            </a:gdLst>
            <a:ahLst/>
            <a:cxnLst>
              <a:cxn ang="0">
                <a:pos x="csX0" y="csY0"/>
              </a:cxn>
              <a:cxn ang="0">
                <a:pos x="csX1" y="csY1"/>
              </a:cxn>
              <a:cxn ang="0">
                <a:pos x="csX2" y="csY2"/>
              </a:cxn>
              <a:cxn ang="0">
                <a:pos x="csX3" y="csY3"/>
              </a:cxn>
            </a:cxnLst>
            <a:rect l="l" t="t" r="r" b="b"/>
            <a:pathLst>
              <a:path w="5124886" h="4289546">
                <a:moveTo>
                  <a:pt x="4177843" y="0"/>
                </a:moveTo>
                <a:cubicBezTo>
                  <a:pt x="4828809" y="679994"/>
                  <a:pt x="5307448" y="1356107"/>
                  <a:pt x="5057408" y="2055222"/>
                </a:cubicBezTo>
                <a:cubicBezTo>
                  <a:pt x="4807368" y="2754337"/>
                  <a:pt x="3520503" y="3904326"/>
                  <a:pt x="2677602" y="4194691"/>
                </a:cubicBezTo>
                <a:cubicBezTo>
                  <a:pt x="1834701" y="4485056"/>
                  <a:pt x="412060" y="4038375"/>
                  <a:pt x="0" y="3797410"/>
                </a:cubicBezTo>
              </a:path>
            </a:pathLst>
          </a:custGeom>
          <a:noFill/>
          <a:ln>
            <a:solidFill>
              <a:srgbClr val="FF8585"/>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0C620E7-FCCC-385C-D864-D6319DC5534B}"/>
              </a:ext>
            </a:extLst>
          </p:cNvPr>
          <p:cNvSpPr txBox="1"/>
          <p:nvPr/>
        </p:nvSpPr>
        <p:spPr>
          <a:xfrm>
            <a:off x="3578266" y="6184195"/>
            <a:ext cx="5262514" cy="507831"/>
          </a:xfrm>
          <a:prstGeom prst="rect">
            <a:avLst/>
          </a:prstGeom>
          <a:solidFill>
            <a:schemeClr val="accent6">
              <a:lumMod val="20000"/>
              <a:lumOff val="80000"/>
              <a:alpha val="80000"/>
            </a:schemeClr>
          </a:solidFill>
          <a:ln>
            <a:solidFill>
              <a:schemeClr val="accent6">
                <a:lumMod val="50000"/>
              </a:schemeClr>
            </a:solidFill>
          </a:ln>
        </p:spPr>
        <p:txBody>
          <a:bodyPr wrap="square" rtlCol="0">
            <a:spAutoFit/>
          </a:bodyPr>
          <a:lstStyle/>
          <a:p>
            <a:pPr>
              <a:spcAft>
                <a:spcPts val="600"/>
              </a:spcAft>
            </a:pPr>
            <a:r>
              <a:rPr lang="en-US" sz="1100" dirty="0">
                <a:solidFill>
                  <a:schemeClr val="accent3"/>
                </a:solidFill>
              </a:rPr>
              <a:t>Is writing to </a:t>
            </a:r>
            <a:r>
              <a:rPr lang="en-US" sz="1100" dirty="0" err="1">
                <a:solidFill>
                  <a:schemeClr val="accent3"/>
                </a:solidFill>
              </a:rPr>
              <a:t>fgdb</a:t>
            </a:r>
            <a:r>
              <a:rPr lang="en-US" sz="1100" dirty="0">
                <a:solidFill>
                  <a:schemeClr val="accent3"/>
                </a:solidFill>
              </a:rPr>
              <a:t> on disk necessary? (network GIS restoration dataset; where?)</a:t>
            </a:r>
          </a:p>
          <a:p>
            <a:r>
              <a:rPr lang="en-US" sz="1100" dirty="0">
                <a:solidFill>
                  <a:schemeClr val="accent3"/>
                </a:solidFill>
              </a:rPr>
              <a:t>Can the API for Python update an AGOL feature layer from data in memory?</a:t>
            </a:r>
          </a:p>
        </p:txBody>
      </p:sp>
      <p:grpSp>
        <p:nvGrpSpPr>
          <p:cNvPr id="22" name="Group 21">
            <a:extLst>
              <a:ext uri="{FF2B5EF4-FFF2-40B4-BE49-F238E27FC236}">
                <a16:creationId xmlns:a16="http://schemas.microsoft.com/office/drawing/2014/main" id="{7BCE863A-FA90-9105-9EEE-046D891B468E}"/>
              </a:ext>
            </a:extLst>
          </p:cNvPr>
          <p:cNvGrpSpPr/>
          <p:nvPr/>
        </p:nvGrpSpPr>
        <p:grpSpPr>
          <a:xfrm>
            <a:off x="9016457" y="1147505"/>
            <a:ext cx="2882523" cy="812588"/>
            <a:chOff x="4654738" y="1608614"/>
            <a:chExt cx="2882523" cy="812588"/>
          </a:xfrm>
        </p:grpSpPr>
        <p:grpSp>
          <p:nvGrpSpPr>
            <p:cNvPr id="24" name="Group 23">
              <a:extLst>
                <a:ext uri="{FF2B5EF4-FFF2-40B4-BE49-F238E27FC236}">
                  <a16:creationId xmlns:a16="http://schemas.microsoft.com/office/drawing/2014/main" id="{4085F68B-1D93-B12F-51EC-EC789262C36A}"/>
                </a:ext>
              </a:extLst>
            </p:cNvPr>
            <p:cNvGrpSpPr/>
            <p:nvPr/>
          </p:nvGrpSpPr>
          <p:grpSpPr>
            <a:xfrm>
              <a:off x="4654738" y="1608614"/>
              <a:ext cx="660137" cy="535589"/>
              <a:chOff x="2078729" y="875768"/>
              <a:chExt cx="660137" cy="535589"/>
            </a:xfrm>
          </p:grpSpPr>
          <p:pic>
            <p:nvPicPr>
              <p:cNvPr id="52" name="Picture 2" descr="Change Icon for Python scripts in Toolbox - Esri Community">
                <a:extLst>
                  <a:ext uri="{FF2B5EF4-FFF2-40B4-BE49-F238E27FC236}">
                    <a16:creationId xmlns:a16="http://schemas.microsoft.com/office/drawing/2014/main" id="{0A74E7C0-C756-5F84-3DBE-D020D2C2E8D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84870" b="83302"/>
              <a:stretch>
                <a:fillRect/>
              </a:stretch>
            </p:blipFill>
            <p:spPr bwMode="auto">
              <a:xfrm>
                <a:off x="2078729" y="888102"/>
                <a:ext cx="575019" cy="523255"/>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52">
                <a:extLst>
                  <a:ext uri="{FF2B5EF4-FFF2-40B4-BE49-F238E27FC236}">
                    <a16:creationId xmlns:a16="http://schemas.microsoft.com/office/drawing/2014/main" id="{6B8C0D54-B5FA-A430-5AE0-3DB9D781D80A}"/>
                  </a:ext>
                </a:extLst>
              </p:cNvPr>
              <p:cNvSpPr/>
              <p:nvPr/>
            </p:nvSpPr>
            <p:spPr>
              <a:xfrm>
                <a:off x="2464905" y="875768"/>
                <a:ext cx="273961" cy="2739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E26E9827-7AB1-416B-037A-4675A175C9BC}"/>
                </a:ext>
              </a:extLst>
            </p:cNvPr>
            <p:cNvSpPr txBox="1"/>
            <p:nvPr/>
          </p:nvSpPr>
          <p:spPr>
            <a:xfrm>
              <a:off x="4980196" y="1611009"/>
              <a:ext cx="2445026" cy="276999"/>
            </a:xfrm>
            <a:prstGeom prst="rect">
              <a:avLst/>
            </a:prstGeom>
            <a:noFill/>
          </p:spPr>
          <p:txBody>
            <a:bodyPr wrap="square" rtlCol="0">
              <a:spAutoFit/>
            </a:bodyPr>
            <a:lstStyle/>
            <a:p>
              <a:r>
                <a:rPr lang="en-US" sz="1200" dirty="0" err="1">
                  <a:solidFill>
                    <a:schemeClr val="tx1">
                      <a:lumMod val="65000"/>
                      <a:lumOff val="35000"/>
                    </a:schemeClr>
                  </a:solidFill>
                </a:rPr>
                <a:t>SeagrassRestorationTools</a:t>
              </a:r>
              <a:endParaRPr lang="en-US" sz="1200" dirty="0">
                <a:solidFill>
                  <a:schemeClr val="tx1">
                    <a:lumMod val="65000"/>
                    <a:lumOff val="35000"/>
                  </a:schemeClr>
                </a:solidFill>
              </a:endParaRPr>
            </a:p>
          </p:txBody>
        </p:sp>
        <p:sp>
          <p:nvSpPr>
            <p:cNvPr id="47" name="TextBox 46">
              <a:extLst>
                <a:ext uri="{FF2B5EF4-FFF2-40B4-BE49-F238E27FC236}">
                  <a16:creationId xmlns:a16="http://schemas.microsoft.com/office/drawing/2014/main" id="{636FBBDB-4B10-652F-810E-8C5ADCCFABCE}"/>
                </a:ext>
              </a:extLst>
            </p:cNvPr>
            <p:cNvSpPr txBox="1"/>
            <p:nvPr/>
          </p:nvSpPr>
          <p:spPr>
            <a:xfrm>
              <a:off x="5092235" y="1858699"/>
              <a:ext cx="2445026" cy="276999"/>
            </a:xfrm>
            <a:prstGeom prst="rect">
              <a:avLst/>
            </a:prstGeom>
            <a:noFill/>
          </p:spPr>
          <p:txBody>
            <a:bodyPr wrap="square" rtlCol="0">
              <a:spAutoFit/>
            </a:bodyPr>
            <a:lstStyle/>
            <a:p>
              <a:r>
                <a:rPr lang="en-US" sz="1200" dirty="0">
                  <a:solidFill>
                    <a:schemeClr val="tx1">
                      <a:lumMod val="65000"/>
                      <a:lumOff val="35000"/>
                    </a:schemeClr>
                  </a:solidFill>
                </a:rPr>
                <a:t>Update Planting Web Layers</a:t>
              </a:r>
            </a:p>
          </p:txBody>
        </p:sp>
        <p:pic>
          <p:nvPicPr>
            <p:cNvPr id="50" name="Picture 2" descr="Change Icon for Python scripts in Toolbox - Esri Community">
              <a:extLst>
                <a:ext uri="{FF2B5EF4-FFF2-40B4-BE49-F238E27FC236}">
                  <a16:creationId xmlns:a16="http://schemas.microsoft.com/office/drawing/2014/main" id="{F75EFFE0-0705-9803-FA3D-03516F25BAB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293" t="8422" r="86249" b="84774"/>
            <a:stretch>
              <a:fillRect/>
            </a:stretch>
          </p:blipFill>
          <p:spPr bwMode="auto">
            <a:xfrm>
              <a:off x="4923721" y="2171638"/>
              <a:ext cx="245441" cy="2132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7BE745E4-E698-AC25-C8E2-01CAD83024C0}"/>
                </a:ext>
              </a:extLst>
            </p:cNvPr>
            <p:cNvSpPr txBox="1"/>
            <p:nvPr/>
          </p:nvSpPr>
          <p:spPr>
            <a:xfrm>
              <a:off x="5092235" y="2144203"/>
              <a:ext cx="2445026" cy="276999"/>
            </a:xfrm>
            <a:prstGeom prst="rect">
              <a:avLst/>
            </a:prstGeom>
            <a:noFill/>
          </p:spPr>
          <p:txBody>
            <a:bodyPr wrap="square" rtlCol="0">
              <a:spAutoFit/>
            </a:bodyPr>
            <a:lstStyle/>
            <a:p>
              <a:r>
                <a:rPr lang="en-US" sz="1200" dirty="0">
                  <a:solidFill>
                    <a:schemeClr val="tx1">
                      <a:lumMod val="65000"/>
                      <a:lumOff val="35000"/>
                    </a:schemeClr>
                  </a:solidFill>
                </a:rPr>
                <a:t>Validate Planting Tables</a:t>
              </a:r>
            </a:p>
          </p:txBody>
        </p:sp>
      </p:grpSp>
    </p:spTree>
    <p:extLst>
      <p:ext uri="{BB962C8B-B14F-4D97-AF65-F5344CB8AC3E}">
        <p14:creationId xmlns:p14="http://schemas.microsoft.com/office/powerpoint/2010/main" val="7334432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B28E45-ED1E-CB56-601A-EF7DC9908E4D}"/>
              </a:ext>
            </a:extLst>
          </p:cNvPr>
          <p:cNvSpPr txBox="1"/>
          <p:nvPr/>
        </p:nvSpPr>
        <p:spPr>
          <a:xfrm>
            <a:off x="4349888" y="5383634"/>
            <a:ext cx="883920" cy="261610"/>
          </a:xfrm>
          <a:prstGeom prst="rect">
            <a:avLst/>
          </a:prstGeom>
          <a:noFill/>
        </p:spPr>
        <p:txBody>
          <a:bodyPr wrap="square" rtlCol="0">
            <a:spAutoFit/>
          </a:bodyPr>
          <a:lstStyle/>
          <a:p>
            <a:pPr algn="ctr"/>
            <a:r>
              <a:rPr lang="en-US" sz="1100" dirty="0">
                <a:solidFill>
                  <a:schemeClr val="tx1">
                    <a:lumMod val="65000"/>
                    <a:lumOff val="35000"/>
                  </a:schemeClr>
                </a:solidFill>
              </a:rPr>
              <a:t>working</a:t>
            </a:r>
          </a:p>
        </p:txBody>
      </p:sp>
      <p:cxnSp>
        <p:nvCxnSpPr>
          <p:cNvPr id="6" name="Straight Arrow Connector 5">
            <a:extLst>
              <a:ext uri="{FF2B5EF4-FFF2-40B4-BE49-F238E27FC236}">
                <a16:creationId xmlns:a16="http://schemas.microsoft.com/office/drawing/2014/main" id="{B782131F-DCA4-5898-3D1A-16D8FB0A4636}"/>
              </a:ext>
            </a:extLst>
          </p:cNvPr>
          <p:cNvCxnSpPr>
            <a:cxnSpLocks/>
          </p:cNvCxnSpPr>
          <p:nvPr/>
        </p:nvCxnSpPr>
        <p:spPr>
          <a:xfrm flipV="1">
            <a:off x="5171477" y="4713797"/>
            <a:ext cx="687531" cy="557690"/>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9690723-8DDB-3DF3-1445-351B9CA98573}"/>
              </a:ext>
            </a:extLst>
          </p:cNvPr>
          <p:cNvSpPr txBox="1"/>
          <p:nvPr/>
        </p:nvSpPr>
        <p:spPr>
          <a:xfrm>
            <a:off x="6242258" y="4425289"/>
            <a:ext cx="1458282" cy="261610"/>
          </a:xfrm>
          <a:prstGeom prst="rect">
            <a:avLst/>
          </a:prstGeom>
          <a:noFill/>
        </p:spPr>
        <p:txBody>
          <a:bodyPr wrap="square" rtlCol="0">
            <a:spAutoFit/>
          </a:bodyPr>
          <a:lstStyle/>
          <a:p>
            <a:r>
              <a:rPr lang="en-US" sz="1100" dirty="0">
                <a:solidFill>
                  <a:schemeClr val="tx1">
                    <a:lumMod val="65000"/>
                    <a:lumOff val="35000"/>
                  </a:schemeClr>
                </a:solidFill>
              </a:rPr>
              <a:t>snapshot_20240101</a:t>
            </a:r>
          </a:p>
        </p:txBody>
      </p:sp>
      <p:sp>
        <p:nvSpPr>
          <p:cNvPr id="9" name="TextBox 8">
            <a:extLst>
              <a:ext uri="{FF2B5EF4-FFF2-40B4-BE49-F238E27FC236}">
                <a16:creationId xmlns:a16="http://schemas.microsoft.com/office/drawing/2014/main" id="{92A683C7-611C-A050-74B1-D090D3305833}"/>
              </a:ext>
            </a:extLst>
          </p:cNvPr>
          <p:cNvSpPr txBox="1"/>
          <p:nvPr/>
        </p:nvSpPr>
        <p:spPr>
          <a:xfrm>
            <a:off x="6344052" y="5184369"/>
            <a:ext cx="1420489" cy="261610"/>
          </a:xfrm>
          <a:prstGeom prst="rect">
            <a:avLst/>
          </a:prstGeom>
          <a:noFill/>
        </p:spPr>
        <p:txBody>
          <a:bodyPr wrap="square" rtlCol="0">
            <a:spAutoFit/>
          </a:bodyPr>
          <a:lstStyle/>
          <a:p>
            <a:r>
              <a:rPr lang="en-US" sz="1100" dirty="0">
                <a:solidFill>
                  <a:schemeClr val="tx1">
                    <a:lumMod val="65000"/>
                    <a:lumOff val="35000"/>
                  </a:schemeClr>
                </a:solidFill>
              </a:rPr>
              <a:t>snapshot_20250301</a:t>
            </a:r>
          </a:p>
        </p:txBody>
      </p:sp>
      <p:sp>
        <p:nvSpPr>
          <p:cNvPr id="10" name="TextBox 9">
            <a:extLst>
              <a:ext uri="{FF2B5EF4-FFF2-40B4-BE49-F238E27FC236}">
                <a16:creationId xmlns:a16="http://schemas.microsoft.com/office/drawing/2014/main" id="{22E198A9-715F-E9D1-3D6F-3A943029725C}"/>
              </a:ext>
            </a:extLst>
          </p:cNvPr>
          <p:cNvSpPr txBox="1"/>
          <p:nvPr/>
        </p:nvSpPr>
        <p:spPr>
          <a:xfrm>
            <a:off x="6242258" y="5943449"/>
            <a:ext cx="1420489" cy="261610"/>
          </a:xfrm>
          <a:prstGeom prst="rect">
            <a:avLst/>
          </a:prstGeom>
          <a:noFill/>
        </p:spPr>
        <p:txBody>
          <a:bodyPr wrap="square" rtlCol="0">
            <a:spAutoFit/>
          </a:bodyPr>
          <a:lstStyle/>
          <a:p>
            <a:r>
              <a:rPr lang="en-US" sz="1100" dirty="0">
                <a:solidFill>
                  <a:schemeClr val="tx1">
                    <a:lumMod val="65000"/>
                    <a:lumOff val="35000"/>
                  </a:schemeClr>
                </a:solidFill>
              </a:rPr>
              <a:t>snapshot_20260501</a:t>
            </a:r>
          </a:p>
        </p:txBody>
      </p:sp>
      <p:cxnSp>
        <p:nvCxnSpPr>
          <p:cNvPr id="11" name="Straight Arrow Connector 10">
            <a:extLst>
              <a:ext uri="{FF2B5EF4-FFF2-40B4-BE49-F238E27FC236}">
                <a16:creationId xmlns:a16="http://schemas.microsoft.com/office/drawing/2014/main" id="{DBF27A2F-BB31-1D6D-6D9B-F59A4503452C}"/>
              </a:ext>
            </a:extLst>
          </p:cNvPr>
          <p:cNvCxnSpPr>
            <a:cxnSpLocks/>
          </p:cNvCxnSpPr>
          <p:nvPr/>
        </p:nvCxnSpPr>
        <p:spPr>
          <a:xfrm>
            <a:off x="5171250" y="5316013"/>
            <a:ext cx="750316" cy="8348"/>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E9E0714-F059-607E-21B9-F0AE28A94323}"/>
              </a:ext>
            </a:extLst>
          </p:cNvPr>
          <p:cNvCxnSpPr>
            <a:cxnSpLocks/>
          </p:cNvCxnSpPr>
          <p:nvPr/>
        </p:nvCxnSpPr>
        <p:spPr>
          <a:xfrm>
            <a:off x="5173421" y="5364385"/>
            <a:ext cx="685587" cy="558224"/>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4" name="Picture 2">
            <a:extLst>
              <a:ext uri="{FF2B5EF4-FFF2-40B4-BE49-F238E27FC236}">
                <a16:creationId xmlns:a16="http://schemas.microsoft.com/office/drawing/2014/main" id="{C57731B0-2019-FE7F-4E80-2BCD971D7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8854" y="5140441"/>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B435E118-8638-569A-8894-8A850CDF8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9791" y="4415764"/>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9FDE59DF-5CD3-AAE3-B66D-0C6A37467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3921" y="5166996"/>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9C22D138-9535-5005-614E-4D7662F30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1053" y="5922609"/>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0D925BF7-5225-6CCF-FA24-CA67B704E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421" y="1727393"/>
            <a:ext cx="320041" cy="29803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1B093C4-DE48-47A6-C669-066B2879FF57}"/>
              </a:ext>
            </a:extLst>
          </p:cNvPr>
          <p:cNvSpPr txBox="1"/>
          <p:nvPr/>
        </p:nvSpPr>
        <p:spPr>
          <a:xfrm>
            <a:off x="2409018" y="2025426"/>
            <a:ext cx="706846" cy="261610"/>
          </a:xfrm>
          <a:prstGeom prst="rect">
            <a:avLst/>
          </a:prstGeom>
          <a:noFill/>
        </p:spPr>
        <p:txBody>
          <a:bodyPr wrap="square" rtlCol="0">
            <a:spAutoFit/>
          </a:bodyPr>
          <a:lstStyle/>
          <a:p>
            <a:pPr algn="ctr"/>
            <a:r>
              <a:rPr lang="en-US" sz="1100" dirty="0">
                <a:solidFill>
                  <a:schemeClr val="tx1">
                    <a:lumMod val="65000"/>
                    <a:lumOff val="35000"/>
                  </a:schemeClr>
                </a:solidFill>
              </a:rPr>
              <a:t>working</a:t>
            </a:r>
          </a:p>
        </p:txBody>
      </p:sp>
      <p:pic>
        <p:nvPicPr>
          <p:cNvPr id="21" name="Picture 2">
            <a:extLst>
              <a:ext uri="{FF2B5EF4-FFF2-40B4-BE49-F238E27FC236}">
                <a16:creationId xmlns:a16="http://schemas.microsoft.com/office/drawing/2014/main" id="{738611FC-B58D-DA64-652D-8D630BDD14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155" y="2343230"/>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007AABF5-7FE7-FEE3-B96B-DC3FB8A12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212" y="2807024"/>
            <a:ext cx="320041" cy="29803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55D208A6-6311-FDAB-A2CF-177D99BB6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633" y="3130967"/>
            <a:ext cx="320041" cy="298033"/>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A6667120-40F2-03A7-4C5F-A555366F62EF}"/>
              </a:ext>
            </a:extLst>
          </p:cNvPr>
          <p:cNvSpPr txBox="1"/>
          <p:nvPr/>
        </p:nvSpPr>
        <p:spPr>
          <a:xfrm>
            <a:off x="1861817" y="3411285"/>
            <a:ext cx="994526" cy="261610"/>
          </a:xfrm>
          <a:prstGeom prst="rect">
            <a:avLst/>
          </a:prstGeom>
          <a:noFill/>
        </p:spPr>
        <p:txBody>
          <a:bodyPr wrap="square" rtlCol="0">
            <a:spAutoFit/>
          </a:bodyPr>
          <a:lstStyle/>
          <a:p>
            <a:pPr algn="ctr"/>
            <a:r>
              <a:rPr lang="en-US" sz="1100" dirty="0">
                <a:solidFill>
                  <a:schemeClr val="tx1">
                    <a:lumMod val="65000"/>
                    <a:lumOff val="35000"/>
                  </a:schemeClr>
                </a:solidFill>
              </a:rPr>
              <a:t>archive2026</a:t>
            </a:r>
          </a:p>
        </p:txBody>
      </p:sp>
      <p:sp>
        <p:nvSpPr>
          <p:cNvPr id="25" name="TextBox 24">
            <a:extLst>
              <a:ext uri="{FF2B5EF4-FFF2-40B4-BE49-F238E27FC236}">
                <a16:creationId xmlns:a16="http://schemas.microsoft.com/office/drawing/2014/main" id="{220BC110-2D45-B988-041F-8C7FAE11C9D0}"/>
              </a:ext>
            </a:extLst>
          </p:cNvPr>
          <p:cNvSpPr txBox="1"/>
          <p:nvPr/>
        </p:nvSpPr>
        <p:spPr>
          <a:xfrm>
            <a:off x="1146830" y="3043752"/>
            <a:ext cx="1012803" cy="261610"/>
          </a:xfrm>
          <a:prstGeom prst="rect">
            <a:avLst/>
          </a:prstGeom>
          <a:noFill/>
        </p:spPr>
        <p:txBody>
          <a:bodyPr wrap="square" rtlCol="0">
            <a:spAutoFit/>
          </a:bodyPr>
          <a:lstStyle/>
          <a:p>
            <a:pPr algn="ctr"/>
            <a:r>
              <a:rPr lang="en-US" sz="1100" dirty="0">
                <a:solidFill>
                  <a:schemeClr val="tx1">
                    <a:lumMod val="65000"/>
                    <a:lumOff val="35000"/>
                  </a:schemeClr>
                </a:solidFill>
              </a:rPr>
              <a:t>archive2025</a:t>
            </a:r>
          </a:p>
        </p:txBody>
      </p:sp>
      <p:sp>
        <p:nvSpPr>
          <p:cNvPr id="26" name="TextBox 25">
            <a:extLst>
              <a:ext uri="{FF2B5EF4-FFF2-40B4-BE49-F238E27FC236}">
                <a16:creationId xmlns:a16="http://schemas.microsoft.com/office/drawing/2014/main" id="{57B62DB2-A46B-9A21-0921-7E0736E876F8}"/>
              </a:ext>
            </a:extLst>
          </p:cNvPr>
          <p:cNvSpPr txBox="1"/>
          <p:nvPr/>
        </p:nvSpPr>
        <p:spPr>
          <a:xfrm>
            <a:off x="436639" y="2616381"/>
            <a:ext cx="983071" cy="261610"/>
          </a:xfrm>
          <a:prstGeom prst="rect">
            <a:avLst/>
          </a:prstGeom>
          <a:noFill/>
        </p:spPr>
        <p:txBody>
          <a:bodyPr wrap="square" rtlCol="0">
            <a:spAutoFit/>
          </a:bodyPr>
          <a:lstStyle/>
          <a:p>
            <a:pPr algn="ctr"/>
            <a:r>
              <a:rPr lang="en-US" sz="1100" dirty="0">
                <a:solidFill>
                  <a:schemeClr val="tx1">
                    <a:lumMod val="65000"/>
                    <a:lumOff val="35000"/>
                  </a:schemeClr>
                </a:solidFill>
              </a:rPr>
              <a:t>archive2024</a:t>
            </a:r>
          </a:p>
        </p:txBody>
      </p:sp>
      <p:cxnSp>
        <p:nvCxnSpPr>
          <p:cNvPr id="45" name="Straight Arrow Connector 44">
            <a:extLst>
              <a:ext uri="{FF2B5EF4-FFF2-40B4-BE49-F238E27FC236}">
                <a16:creationId xmlns:a16="http://schemas.microsoft.com/office/drawing/2014/main" id="{2CE8C877-FF3C-8E56-3646-55826D969E66}"/>
              </a:ext>
            </a:extLst>
          </p:cNvPr>
          <p:cNvCxnSpPr>
            <a:cxnSpLocks/>
            <a:stCxn id="8" idx="3"/>
          </p:cNvCxnSpPr>
          <p:nvPr/>
        </p:nvCxnSpPr>
        <p:spPr>
          <a:xfrm>
            <a:off x="7700540" y="4556094"/>
            <a:ext cx="1188029" cy="395205"/>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685BE788-EEA5-5134-8A13-C6F9498DAA00}"/>
              </a:ext>
            </a:extLst>
          </p:cNvPr>
          <p:cNvCxnSpPr>
            <a:cxnSpLocks/>
            <a:stCxn id="9" idx="3"/>
          </p:cNvCxnSpPr>
          <p:nvPr/>
        </p:nvCxnSpPr>
        <p:spPr>
          <a:xfrm flipV="1">
            <a:off x="7764541" y="5283956"/>
            <a:ext cx="1124028" cy="31218"/>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8BD728DA-414B-0916-7407-4ADCA8565403}"/>
              </a:ext>
            </a:extLst>
          </p:cNvPr>
          <p:cNvCxnSpPr>
            <a:cxnSpLocks/>
            <a:stCxn id="10" idx="3"/>
          </p:cNvCxnSpPr>
          <p:nvPr/>
        </p:nvCxnSpPr>
        <p:spPr>
          <a:xfrm flipV="1">
            <a:off x="7662747" y="5564616"/>
            <a:ext cx="1315739" cy="509638"/>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1D76B17-4171-3D24-AA0D-78DD5E20BC16}"/>
              </a:ext>
            </a:extLst>
          </p:cNvPr>
          <p:cNvCxnSpPr>
            <a:cxnSpLocks/>
            <a:stCxn id="20" idx="1"/>
          </p:cNvCxnSpPr>
          <p:nvPr/>
        </p:nvCxnSpPr>
        <p:spPr>
          <a:xfrm flipH="1">
            <a:off x="1279168" y="2156231"/>
            <a:ext cx="1129850" cy="345430"/>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4BADBE6-685E-8FAD-4E2F-9EA07F4C4481}"/>
              </a:ext>
            </a:extLst>
          </p:cNvPr>
          <p:cNvCxnSpPr/>
          <p:nvPr/>
        </p:nvCxnSpPr>
        <p:spPr>
          <a:xfrm flipH="1">
            <a:off x="1916871" y="2287036"/>
            <a:ext cx="658146" cy="493824"/>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50549410-DFA4-5C96-B96D-97EFB18C4E43}"/>
              </a:ext>
            </a:extLst>
          </p:cNvPr>
          <p:cNvCxnSpPr>
            <a:stCxn id="20" idx="2"/>
          </p:cNvCxnSpPr>
          <p:nvPr/>
        </p:nvCxnSpPr>
        <p:spPr>
          <a:xfrm flipH="1">
            <a:off x="2409018" y="2287036"/>
            <a:ext cx="353423" cy="755434"/>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88793DCC-4AF1-5BB4-9CC5-2F327926F83D}"/>
              </a:ext>
            </a:extLst>
          </p:cNvPr>
          <p:cNvCxnSpPr/>
          <p:nvPr/>
        </p:nvCxnSpPr>
        <p:spPr>
          <a:xfrm>
            <a:off x="3183696" y="1858699"/>
            <a:ext cx="1304925" cy="0"/>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374A8E34-E66D-09E2-A7ED-8FA61A5A8587}"/>
              </a:ext>
            </a:extLst>
          </p:cNvPr>
          <p:cNvSpPr txBox="1"/>
          <p:nvPr/>
        </p:nvSpPr>
        <p:spPr>
          <a:xfrm>
            <a:off x="852235" y="374305"/>
            <a:ext cx="10435151" cy="461665"/>
          </a:xfrm>
          <a:prstGeom prst="rect">
            <a:avLst/>
          </a:prstGeom>
          <a:noFill/>
        </p:spPr>
        <p:txBody>
          <a:bodyPr wrap="square" rtlCol="0">
            <a:spAutoFit/>
          </a:bodyPr>
          <a:lstStyle/>
          <a:p>
            <a:pPr algn="ctr"/>
            <a:r>
              <a:rPr lang="en-US" sz="2400" dirty="0"/>
              <a:t>Matrix  Workflow  --  Versioning / Archiving</a:t>
            </a:r>
          </a:p>
        </p:txBody>
      </p:sp>
      <p:grpSp>
        <p:nvGrpSpPr>
          <p:cNvPr id="67" name="Group 66">
            <a:extLst>
              <a:ext uri="{FF2B5EF4-FFF2-40B4-BE49-F238E27FC236}">
                <a16:creationId xmlns:a16="http://schemas.microsoft.com/office/drawing/2014/main" id="{D1671243-3179-0F34-2E55-8FACBD5C2650}"/>
              </a:ext>
            </a:extLst>
          </p:cNvPr>
          <p:cNvGrpSpPr/>
          <p:nvPr/>
        </p:nvGrpSpPr>
        <p:grpSpPr>
          <a:xfrm>
            <a:off x="4575239" y="1399430"/>
            <a:ext cx="2882523" cy="812588"/>
            <a:chOff x="4654738" y="1608614"/>
            <a:chExt cx="2882523" cy="812588"/>
          </a:xfrm>
        </p:grpSpPr>
        <p:grpSp>
          <p:nvGrpSpPr>
            <p:cNvPr id="68" name="Group 67">
              <a:extLst>
                <a:ext uri="{FF2B5EF4-FFF2-40B4-BE49-F238E27FC236}">
                  <a16:creationId xmlns:a16="http://schemas.microsoft.com/office/drawing/2014/main" id="{979F110A-07A9-0E1F-62CC-C437CCA7BC2A}"/>
                </a:ext>
              </a:extLst>
            </p:cNvPr>
            <p:cNvGrpSpPr/>
            <p:nvPr/>
          </p:nvGrpSpPr>
          <p:grpSpPr>
            <a:xfrm>
              <a:off x="4654738" y="1608614"/>
              <a:ext cx="660137" cy="535589"/>
              <a:chOff x="2078729" y="875768"/>
              <a:chExt cx="660137" cy="535589"/>
            </a:xfrm>
          </p:grpSpPr>
          <p:pic>
            <p:nvPicPr>
              <p:cNvPr id="73" name="Picture 2" descr="Change Icon for Python scripts in Toolbox - Esri Community">
                <a:extLst>
                  <a:ext uri="{FF2B5EF4-FFF2-40B4-BE49-F238E27FC236}">
                    <a16:creationId xmlns:a16="http://schemas.microsoft.com/office/drawing/2014/main" id="{E35CDA01-C278-DEB6-4745-677F55D965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4870" b="83302"/>
              <a:stretch>
                <a:fillRect/>
              </a:stretch>
            </p:blipFill>
            <p:spPr bwMode="auto">
              <a:xfrm>
                <a:off x="2078729" y="888102"/>
                <a:ext cx="575019" cy="523255"/>
              </a:xfrm>
              <a:prstGeom prst="rect">
                <a:avLst/>
              </a:prstGeom>
              <a:noFill/>
              <a:extLst>
                <a:ext uri="{909E8E84-426E-40DD-AFC4-6F175D3DCCD1}">
                  <a14:hiddenFill xmlns:a14="http://schemas.microsoft.com/office/drawing/2010/main">
                    <a:solidFill>
                      <a:srgbClr val="FFFFFF"/>
                    </a:solidFill>
                  </a14:hiddenFill>
                </a:ext>
              </a:extLst>
            </p:spPr>
          </p:pic>
          <p:sp>
            <p:nvSpPr>
              <p:cNvPr id="74" name="Rectangle 73">
                <a:extLst>
                  <a:ext uri="{FF2B5EF4-FFF2-40B4-BE49-F238E27FC236}">
                    <a16:creationId xmlns:a16="http://schemas.microsoft.com/office/drawing/2014/main" id="{4E35EC16-7517-4A3D-381A-8DF82F2D9658}"/>
                  </a:ext>
                </a:extLst>
              </p:cNvPr>
              <p:cNvSpPr/>
              <p:nvPr/>
            </p:nvSpPr>
            <p:spPr>
              <a:xfrm>
                <a:off x="2464905" y="875768"/>
                <a:ext cx="273961" cy="2739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TextBox 68">
              <a:extLst>
                <a:ext uri="{FF2B5EF4-FFF2-40B4-BE49-F238E27FC236}">
                  <a16:creationId xmlns:a16="http://schemas.microsoft.com/office/drawing/2014/main" id="{4EFB6E9B-42FF-6426-F81B-DF8942B2DC30}"/>
                </a:ext>
              </a:extLst>
            </p:cNvPr>
            <p:cNvSpPr txBox="1"/>
            <p:nvPr/>
          </p:nvSpPr>
          <p:spPr>
            <a:xfrm>
              <a:off x="4980196" y="1611009"/>
              <a:ext cx="2445026" cy="276999"/>
            </a:xfrm>
            <a:prstGeom prst="rect">
              <a:avLst/>
            </a:prstGeom>
            <a:noFill/>
          </p:spPr>
          <p:txBody>
            <a:bodyPr wrap="square" rtlCol="0">
              <a:spAutoFit/>
            </a:bodyPr>
            <a:lstStyle/>
            <a:p>
              <a:r>
                <a:rPr lang="en-US" sz="1200" dirty="0" err="1">
                  <a:solidFill>
                    <a:schemeClr val="tx1">
                      <a:lumMod val="65000"/>
                      <a:lumOff val="35000"/>
                    </a:schemeClr>
                  </a:solidFill>
                </a:rPr>
                <a:t>SeagrassRestorationTools</a:t>
              </a:r>
              <a:endParaRPr lang="en-US" sz="1200" dirty="0">
                <a:solidFill>
                  <a:schemeClr val="tx1">
                    <a:lumMod val="65000"/>
                    <a:lumOff val="35000"/>
                  </a:schemeClr>
                </a:solidFill>
              </a:endParaRPr>
            </a:p>
          </p:txBody>
        </p:sp>
        <p:sp>
          <p:nvSpPr>
            <p:cNvPr id="70" name="TextBox 69">
              <a:extLst>
                <a:ext uri="{FF2B5EF4-FFF2-40B4-BE49-F238E27FC236}">
                  <a16:creationId xmlns:a16="http://schemas.microsoft.com/office/drawing/2014/main" id="{BF6C6A0E-AF71-57C4-3E72-12BEA4FEF3EC}"/>
                </a:ext>
              </a:extLst>
            </p:cNvPr>
            <p:cNvSpPr txBox="1"/>
            <p:nvPr/>
          </p:nvSpPr>
          <p:spPr>
            <a:xfrm>
              <a:off x="5092235" y="1858699"/>
              <a:ext cx="2445026" cy="276999"/>
            </a:xfrm>
            <a:prstGeom prst="rect">
              <a:avLst/>
            </a:prstGeom>
            <a:noFill/>
          </p:spPr>
          <p:txBody>
            <a:bodyPr wrap="square" rtlCol="0">
              <a:spAutoFit/>
            </a:bodyPr>
            <a:lstStyle/>
            <a:p>
              <a:r>
                <a:rPr lang="en-US" sz="1200" dirty="0">
                  <a:solidFill>
                    <a:schemeClr val="tx1">
                      <a:lumMod val="65000"/>
                      <a:lumOff val="35000"/>
                    </a:schemeClr>
                  </a:solidFill>
                </a:rPr>
                <a:t>Update Planting Web Layers</a:t>
              </a:r>
            </a:p>
          </p:txBody>
        </p:sp>
        <p:pic>
          <p:nvPicPr>
            <p:cNvPr id="71" name="Picture 2" descr="Change Icon for Python scripts in Toolbox - Esri Community">
              <a:extLst>
                <a:ext uri="{FF2B5EF4-FFF2-40B4-BE49-F238E27FC236}">
                  <a16:creationId xmlns:a16="http://schemas.microsoft.com/office/drawing/2014/main" id="{D4F3DF61-A7E9-8C90-FCCA-35C1D50B95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93" t="8422" r="86249" b="84774"/>
            <a:stretch>
              <a:fillRect/>
            </a:stretch>
          </p:blipFill>
          <p:spPr bwMode="auto">
            <a:xfrm>
              <a:off x="4923721" y="2171638"/>
              <a:ext cx="245441" cy="2132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48C5773E-1E14-E696-42E8-15ABAEF3FCB7}"/>
                </a:ext>
              </a:extLst>
            </p:cNvPr>
            <p:cNvSpPr txBox="1"/>
            <p:nvPr/>
          </p:nvSpPr>
          <p:spPr>
            <a:xfrm>
              <a:off x="5092235" y="2144203"/>
              <a:ext cx="2445026" cy="276999"/>
            </a:xfrm>
            <a:prstGeom prst="rect">
              <a:avLst/>
            </a:prstGeom>
            <a:noFill/>
          </p:spPr>
          <p:txBody>
            <a:bodyPr wrap="square" rtlCol="0">
              <a:spAutoFit/>
            </a:bodyPr>
            <a:lstStyle/>
            <a:p>
              <a:r>
                <a:rPr lang="en-US" sz="1200" dirty="0">
                  <a:solidFill>
                    <a:schemeClr val="tx1">
                      <a:lumMod val="65000"/>
                      <a:lumOff val="35000"/>
                    </a:schemeClr>
                  </a:solidFill>
                </a:rPr>
                <a:t>Validate Planting Tables</a:t>
              </a:r>
            </a:p>
          </p:txBody>
        </p:sp>
      </p:grpSp>
      <p:grpSp>
        <p:nvGrpSpPr>
          <p:cNvPr id="75" name="Group 74">
            <a:extLst>
              <a:ext uri="{FF2B5EF4-FFF2-40B4-BE49-F238E27FC236}">
                <a16:creationId xmlns:a16="http://schemas.microsoft.com/office/drawing/2014/main" id="{EA83AC06-8FF4-6577-6FEA-7C1FA193D614}"/>
              </a:ext>
            </a:extLst>
          </p:cNvPr>
          <p:cNvGrpSpPr/>
          <p:nvPr/>
        </p:nvGrpSpPr>
        <p:grpSpPr>
          <a:xfrm>
            <a:off x="8978486" y="4734147"/>
            <a:ext cx="2882523" cy="812588"/>
            <a:chOff x="4654738" y="1608614"/>
            <a:chExt cx="2882523" cy="812588"/>
          </a:xfrm>
        </p:grpSpPr>
        <p:grpSp>
          <p:nvGrpSpPr>
            <p:cNvPr id="76" name="Group 75">
              <a:extLst>
                <a:ext uri="{FF2B5EF4-FFF2-40B4-BE49-F238E27FC236}">
                  <a16:creationId xmlns:a16="http://schemas.microsoft.com/office/drawing/2014/main" id="{7DCFC281-01F7-3F85-8BF4-875F7DE53D58}"/>
                </a:ext>
              </a:extLst>
            </p:cNvPr>
            <p:cNvGrpSpPr/>
            <p:nvPr/>
          </p:nvGrpSpPr>
          <p:grpSpPr>
            <a:xfrm>
              <a:off x="4654738" y="1608614"/>
              <a:ext cx="660137" cy="535589"/>
              <a:chOff x="2078729" y="875768"/>
              <a:chExt cx="660137" cy="535589"/>
            </a:xfrm>
          </p:grpSpPr>
          <p:pic>
            <p:nvPicPr>
              <p:cNvPr id="81" name="Picture 2" descr="Change Icon for Python scripts in Toolbox - Esri Community">
                <a:extLst>
                  <a:ext uri="{FF2B5EF4-FFF2-40B4-BE49-F238E27FC236}">
                    <a16:creationId xmlns:a16="http://schemas.microsoft.com/office/drawing/2014/main" id="{475ED051-652A-A87C-D6EA-71FEF85ED3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4870" b="83302"/>
              <a:stretch>
                <a:fillRect/>
              </a:stretch>
            </p:blipFill>
            <p:spPr bwMode="auto">
              <a:xfrm>
                <a:off x="2078729" y="888102"/>
                <a:ext cx="575019" cy="523255"/>
              </a:xfrm>
              <a:prstGeom prst="rect">
                <a:avLst/>
              </a:prstGeom>
              <a:noFill/>
              <a:extLst>
                <a:ext uri="{909E8E84-426E-40DD-AFC4-6F175D3DCCD1}">
                  <a14:hiddenFill xmlns:a14="http://schemas.microsoft.com/office/drawing/2010/main">
                    <a:solidFill>
                      <a:srgbClr val="FFFFFF"/>
                    </a:solidFill>
                  </a14:hiddenFill>
                </a:ext>
              </a:extLst>
            </p:spPr>
          </p:pic>
          <p:sp>
            <p:nvSpPr>
              <p:cNvPr id="82" name="Rectangle 81">
                <a:extLst>
                  <a:ext uri="{FF2B5EF4-FFF2-40B4-BE49-F238E27FC236}">
                    <a16:creationId xmlns:a16="http://schemas.microsoft.com/office/drawing/2014/main" id="{7B1C1560-13BF-6AB0-8FB3-E3C5E9AF747A}"/>
                  </a:ext>
                </a:extLst>
              </p:cNvPr>
              <p:cNvSpPr/>
              <p:nvPr/>
            </p:nvSpPr>
            <p:spPr>
              <a:xfrm>
                <a:off x="2464905" y="875768"/>
                <a:ext cx="273961" cy="2739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TextBox 76">
              <a:extLst>
                <a:ext uri="{FF2B5EF4-FFF2-40B4-BE49-F238E27FC236}">
                  <a16:creationId xmlns:a16="http://schemas.microsoft.com/office/drawing/2014/main" id="{8A642EEE-3C26-75DE-97B8-ABF257751D07}"/>
                </a:ext>
              </a:extLst>
            </p:cNvPr>
            <p:cNvSpPr txBox="1"/>
            <p:nvPr/>
          </p:nvSpPr>
          <p:spPr>
            <a:xfrm>
              <a:off x="4980196" y="1611009"/>
              <a:ext cx="2445026" cy="276999"/>
            </a:xfrm>
            <a:prstGeom prst="rect">
              <a:avLst/>
            </a:prstGeom>
            <a:noFill/>
          </p:spPr>
          <p:txBody>
            <a:bodyPr wrap="square" rtlCol="0">
              <a:spAutoFit/>
            </a:bodyPr>
            <a:lstStyle/>
            <a:p>
              <a:r>
                <a:rPr lang="en-US" sz="1200" dirty="0" err="1">
                  <a:solidFill>
                    <a:schemeClr val="tx1">
                      <a:lumMod val="65000"/>
                      <a:lumOff val="35000"/>
                    </a:schemeClr>
                  </a:solidFill>
                </a:rPr>
                <a:t>SeagrassRestorationTools</a:t>
              </a:r>
              <a:endParaRPr lang="en-US" sz="1200" dirty="0">
                <a:solidFill>
                  <a:schemeClr val="tx1">
                    <a:lumMod val="65000"/>
                    <a:lumOff val="35000"/>
                  </a:schemeClr>
                </a:solidFill>
              </a:endParaRPr>
            </a:p>
          </p:txBody>
        </p:sp>
        <p:sp>
          <p:nvSpPr>
            <p:cNvPr id="78" name="TextBox 77">
              <a:extLst>
                <a:ext uri="{FF2B5EF4-FFF2-40B4-BE49-F238E27FC236}">
                  <a16:creationId xmlns:a16="http://schemas.microsoft.com/office/drawing/2014/main" id="{F1DBB29A-C9C9-C5D1-DDF0-D3FFA7137D83}"/>
                </a:ext>
              </a:extLst>
            </p:cNvPr>
            <p:cNvSpPr txBox="1"/>
            <p:nvPr/>
          </p:nvSpPr>
          <p:spPr>
            <a:xfrm>
              <a:off x="5092235" y="1858699"/>
              <a:ext cx="2445026" cy="276999"/>
            </a:xfrm>
            <a:prstGeom prst="rect">
              <a:avLst/>
            </a:prstGeom>
            <a:noFill/>
          </p:spPr>
          <p:txBody>
            <a:bodyPr wrap="square" rtlCol="0">
              <a:spAutoFit/>
            </a:bodyPr>
            <a:lstStyle/>
            <a:p>
              <a:r>
                <a:rPr lang="en-US" sz="1200" dirty="0">
                  <a:solidFill>
                    <a:schemeClr val="tx1">
                      <a:lumMod val="65000"/>
                      <a:lumOff val="35000"/>
                    </a:schemeClr>
                  </a:solidFill>
                </a:rPr>
                <a:t>Update Planting Web Layers</a:t>
              </a:r>
            </a:p>
          </p:txBody>
        </p:sp>
        <p:pic>
          <p:nvPicPr>
            <p:cNvPr id="79" name="Picture 2" descr="Change Icon for Python scripts in Toolbox - Esri Community">
              <a:extLst>
                <a:ext uri="{FF2B5EF4-FFF2-40B4-BE49-F238E27FC236}">
                  <a16:creationId xmlns:a16="http://schemas.microsoft.com/office/drawing/2014/main" id="{5CD434B4-DB80-56FD-F9E0-7ACA73E397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93" t="8422" r="86249" b="84774"/>
            <a:stretch>
              <a:fillRect/>
            </a:stretch>
          </p:blipFill>
          <p:spPr bwMode="auto">
            <a:xfrm>
              <a:off x="4923721" y="2171638"/>
              <a:ext cx="245441" cy="2132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F94D34EB-8D61-85CA-4EA8-B8BD42444D3F}"/>
                </a:ext>
              </a:extLst>
            </p:cNvPr>
            <p:cNvSpPr txBox="1"/>
            <p:nvPr/>
          </p:nvSpPr>
          <p:spPr>
            <a:xfrm>
              <a:off x="5092235" y="2144203"/>
              <a:ext cx="2445026" cy="276999"/>
            </a:xfrm>
            <a:prstGeom prst="rect">
              <a:avLst/>
            </a:prstGeom>
            <a:noFill/>
          </p:spPr>
          <p:txBody>
            <a:bodyPr wrap="square" rtlCol="0">
              <a:spAutoFit/>
            </a:bodyPr>
            <a:lstStyle/>
            <a:p>
              <a:r>
                <a:rPr lang="en-US" sz="1200" dirty="0">
                  <a:solidFill>
                    <a:schemeClr val="tx1">
                      <a:lumMod val="65000"/>
                      <a:lumOff val="35000"/>
                    </a:schemeClr>
                  </a:solidFill>
                </a:rPr>
                <a:t>Validate Planting Tables</a:t>
              </a:r>
            </a:p>
          </p:txBody>
        </p:sp>
      </p:grpSp>
      <p:pic>
        <p:nvPicPr>
          <p:cNvPr id="2" name="Picture 2">
            <a:extLst>
              <a:ext uri="{FF2B5EF4-FFF2-40B4-BE49-F238E27FC236}">
                <a16:creationId xmlns:a16="http://schemas.microsoft.com/office/drawing/2014/main" id="{14861F05-BD9D-C9DF-5327-F0F9CF960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9754" y="2508991"/>
            <a:ext cx="320041" cy="29803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330967CA-7E16-8A49-6F5C-F64BFD581A03}"/>
              </a:ext>
            </a:extLst>
          </p:cNvPr>
          <p:cNvGrpSpPr/>
          <p:nvPr/>
        </p:nvGrpSpPr>
        <p:grpSpPr>
          <a:xfrm>
            <a:off x="9573502" y="1944405"/>
            <a:ext cx="2882523" cy="812588"/>
            <a:chOff x="4654738" y="1608614"/>
            <a:chExt cx="2882523" cy="812588"/>
          </a:xfrm>
        </p:grpSpPr>
        <p:grpSp>
          <p:nvGrpSpPr>
            <p:cNvPr id="4" name="Group 3">
              <a:extLst>
                <a:ext uri="{FF2B5EF4-FFF2-40B4-BE49-F238E27FC236}">
                  <a16:creationId xmlns:a16="http://schemas.microsoft.com/office/drawing/2014/main" id="{4D698CCE-6AF6-AE28-21CF-CC94C2A98148}"/>
                </a:ext>
              </a:extLst>
            </p:cNvPr>
            <p:cNvGrpSpPr/>
            <p:nvPr/>
          </p:nvGrpSpPr>
          <p:grpSpPr>
            <a:xfrm>
              <a:off x="4654738" y="1608614"/>
              <a:ext cx="660137" cy="535589"/>
              <a:chOff x="2078729" y="875768"/>
              <a:chExt cx="660137" cy="535589"/>
            </a:xfrm>
          </p:grpSpPr>
          <p:pic>
            <p:nvPicPr>
              <p:cNvPr id="28" name="Picture 2" descr="Change Icon for Python scripts in Toolbox - Esri Community">
                <a:extLst>
                  <a:ext uri="{FF2B5EF4-FFF2-40B4-BE49-F238E27FC236}">
                    <a16:creationId xmlns:a16="http://schemas.microsoft.com/office/drawing/2014/main" id="{66295238-4088-779A-5218-8D078AB3B2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4870" b="83302"/>
              <a:stretch>
                <a:fillRect/>
              </a:stretch>
            </p:blipFill>
            <p:spPr bwMode="auto">
              <a:xfrm>
                <a:off x="2078729" y="888102"/>
                <a:ext cx="575019" cy="523255"/>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CE4BF05E-8BE9-9AA5-5A5D-47F438E0AD52}"/>
                  </a:ext>
                </a:extLst>
              </p:cNvPr>
              <p:cNvSpPr/>
              <p:nvPr/>
            </p:nvSpPr>
            <p:spPr>
              <a:xfrm>
                <a:off x="2464905" y="875768"/>
                <a:ext cx="273961" cy="2739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C8CB4609-941D-7D78-511E-7E246B3A61E7}"/>
                </a:ext>
              </a:extLst>
            </p:cNvPr>
            <p:cNvSpPr txBox="1"/>
            <p:nvPr/>
          </p:nvSpPr>
          <p:spPr>
            <a:xfrm>
              <a:off x="4980196" y="1611009"/>
              <a:ext cx="2445026" cy="276999"/>
            </a:xfrm>
            <a:prstGeom prst="rect">
              <a:avLst/>
            </a:prstGeom>
            <a:noFill/>
          </p:spPr>
          <p:txBody>
            <a:bodyPr wrap="square" rtlCol="0">
              <a:spAutoFit/>
            </a:bodyPr>
            <a:lstStyle/>
            <a:p>
              <a:r>
                <a:rPr lang="en-US" sz="1200" dirty="0" err="1">
                  <a:solidFill>
                    <a:schemeClr val="tx1">
                      <a:lumMod val="65000"/>
                      <a:lumOff val="35000"/>
                    </a:schemeClr>
                  </a:solidFill>
                </a:rPr>
                <a:t>SeagrassRestorationTools</a:t>
              </a:r>
              <a:endParaRPr lang="en-US" sz="1200" dirty="0">
                <a:solidFill>
                  <a:schemeClr val="tx1">
                    <a:lumMod val="65000"/>
                    <a:lumOff val="35000"/>
                  </a:schemeClr>
                </a:solidFill>
              </a:endParaRPr>
            </a:p>
          </p:txBody>
        </p:sp>
        <p:sp>
          <p:nvSpPr>
            <p:cNvPr id="13" name="TextBox 12">
              <a:extLst>
                <a:ext uri="{FF2B5EF4-FFF2-40B4-BE49-F238E27FC236}">
                  <a16:creationId xmlns:a16="http://schemas.microsoft.com/office/drawing/2014/main" id="{9CA464A6-DF16-CE1B-6980-4114A9A42690}"/>
                </a:ext>
              </a:extLst>
            </p:cNvPr>
            <p:cNvSpPr txBox="1"/>
            <p:nvPr/>
          </p:nvSpPr>
          <p:spPr>
            <a:xfrm>
              <a:off x="5092235" y="1858699"/>
              <a:ext cx="2445026" cy="276999"/>
            </a:xfrm>
            <a:prstGeom prst="rect">
              <a:avLst/>
            </a:prstGeom>
            <a:noFill/>
          </p:spPr>
          <p:txBody>
            <a:bodyPr wrap="square" rtlCol="0">
              <a:spAutoFit/>
            </a:bodyPr>
            <a:lstStyle/>
            <a:p>
              <a:r>
                <a:rPr lang="en-US" sz="1200" dirty="0">
                  <a:solidFill>
                    <a:schemeClr val="tx1">
                      <a:lumMod val="65000"/>
                      <a:lumOff val="35000"/>
                    </a:schemeClr>
                  </a:solidFill>
                </a:rPr>
                <a:t>Update Planting Web Layers</a:t>
              </a:r>
            </a:p>
          </p:txBody>
        </p:sp>
        <p:pic>
          <p:nvPicPr>
            <p:cNvPr id="18" name="Picture 2" descr="Change Icon for Python scripts in Toolbox - Esri Community">
              <a:extLst>
                <a:ext uri="{FF2B5EF4-FFF2-40B4-BE49-F238E27FC236}">
                  <a16:creationId xmlns:a16="http://schemas.microsoft.com/office/drawing/2014/main" id="{6296BD64-68EE-5BDA-A0BB-A65FA95CF1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93" t="8422" r="86249" b="84774"/>
            <a:stretch>
              <a:fillRect/>
            </a:stretch>
          </p:blipFill>
          <p:spPr bwMode="auto">
            <a:xfrm>
              <a:off x="4923721" y="2171638"/>
              <a:ext cx="245441" cy="21320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BBCD81B4-ADE7-3191-3B5C-A4690F25C7FA}"/>
                </a:ext>
              </a:extLst>
            </p:cNvPr>
            <p:cNvSpPr txBox="1"/>
            <p:nvPr/>
          </p:nvSpPr>
          <p:spPr>
            <a:xfrm>
              <a:off x="5092235" y="2144203"/>
              <a:ext cx="2445026" cy="276999"/>
            </a:xfrm>
            <a:prstGeom prst="rect">
              <a:avLst/>
            </a:prstGeom>
            <a:noFill/>
          </p:spPr>
          <p:txBody>
            <a:bodyPr wrap="square" rtlCol="0">
              <a:spAutoFit/>
            </a:bodyPr>
            <a:lstStyle/>
            <a:p>
              <a:r>
                <a:rPr lang="en-US" sz="1200" dirty="0">
                  <a:solidFill>
                    <a:schemeClr val="tx1">
                      <a:lumMod val="65000"/>
                      <a:lumOff val="35000"/>
                    </a:schemeClr>
                  </a:solidFill>
                </a:rPr>
                <a:t>Validate Planting Tables</a:t>
              </a:r>
            </a:p>
          </p:txBody>
        </p:sp>
      </p:grpSp>
      <p:cxnSp>
        <p:nvCxnSpPr>
          <p:cNvPr id="30" name="Straight Arrow Connector 29">
            <a:extLst>
              <a:ext uri="{FF2B5EF4-FFF2-40B4-BE49-F238E27FC236}">
                <a16:creationId xmlns:a16="http://schemas.microsoft.com/office/drawing/2014/main" id="{718E45EB-EEB6-10DB-1124-E92F83ECFC25}"/>
              </a:ext>
            </a:extLst>
          </p:cNvPr>
          <p:cNvCxnSpPr>
            <a:cxnSpLocks/>
          </p:cNvCxnSpPr>
          <p:nvPr/>
        </p:nvCxnSpPr>
        <p:spPr>
          <a:xfrm flipV="1">
            <a:off x="8903118" y="2352668"/>
            <a:ext cx="751943" cy="288595"/>
          </a:xfrm>
          <a:prstGeom prst="straightConnector1">
            <a:avLst/>
          </a:prstGeom>
          <a:ln>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51987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0A574CD9-14D8-21FA-7334-02ACEBF07280}"/>
              </a:ext>
            </a:extLst>
          </p:cNvPr>
          <p:cNvGraphicFramePr>
            <a:graphicFrameLocks noGrp="1"/>
          </p:cNvGraphicFramePr>
          <p:nvPr>
            <p:extLst>
              <p:ext uri="{D42A27DB-BD31-4B8C-83A1-F6EECF244321}">
                <p14:modId xmlns:p14="http://schemas.microsoft.com/office/powerpoint/2010/main" val="1861303951"/>
              </p:ext>
            </p:extLst>
          </p:nvPr>
        </p:nvGraphicFramePr>
        <p:xfrm>
          <a:off x="7789827" y="158491"/>
          <a:ext cx="3565871" cy="6541017"/>
        </p:xfrm>
        <a:graphic>
          <a:graphicData uri="http://schemas.openxmlformats.org/drawingml/2006/table">
            <a:tbl>
              <a:tblPr firstRow="1" firstCol="1" bandRow="1">
                <a:tableStyleId>{5C22544A-7EE6-4342-B048-85BDC9FD1C3A}</a:tableStyleId>
              </a:tblPr>
              <a:tblGrid>
                <a:gridCol w="1674264">
                  <a:extLst>
                    <a:ext uri="{9D8B030D-6E8A-4147-A177-3AD203B41FA5}">
                      <a16:colId xmlns:a16="http://schemas.microsoft.com/office/drawing/2014/main" val="3897256377"/>
                    </a:ext>
                  </a:extLst>
                </a:gridCol>
                <a:gridCol w="1891607">
                  <a:extLst>
                    <a:ext uri="{9D8B030D-6E8A-4147-A177-3AD203B41FA5}">
                      <a16:colId xmlns:a16="http://schemas.microsoft.com/office/drawing/2014/main" val="2108363403"/>
                    </a:ext>
                  </a:extLst>
                </a:gridCol>
              </a:tblGrid>
              <a:tr h="224437">
                <a:tc gridSpan="2">
                  <a:txBody>
                    <a:bodyPr/>
                    <a:lstStyle/>
                    <a:p>
                      <a:pPr marL="0" marR="0" algn="ctr">
                        <a:lnSpc>
                          <a:spcPct val="115000"/>
                        </a:lnSpc>
                        <a:spcBef>
                          <a:spcPts val="600"/>
                        </a:spcBef>
                        <a:spcAft>
                          <a:spcPts val="600"/>
                        </a:spcAft>
                        <a:buNone/>
                      </a:pPr>
                      <a:r>
                        <a:rPr lang="en-US" sz="1200" kern="0" dirty="0" err="1">
                          <a:solidFill>
                            <a:schemeClr val="tx1"/>
                          </a:solidFill>
                          <a:effectLst/>
                        </a:rPr>
                        <a:t>planting_GPS_points</a:t>
                      </a:r>
                      <a:endParaRPr lang="en-US" sz="11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ctr">
                    <a:lnT w="19050" cap="flat" cmpd="sng" algn="ctr">
                      <a:solidFill>
                        <a:schemeClr val="tx1">
                          <a:lumMod val="50000"/>
                          <a:lumOff val="50000"/>
                        </a:schemeClr>
                      </a:solidFill>
                      <a:prstDash val="solid"/>
                      <a:round/>
                      <a:headEnd type="none" w="med" len="med"/>
                      <a:tailEnd type="none" w="med" len="med"/>
                    </a:lnT>
                    <a:solidFill>
                      <a:srgbClr val="FFC000"/>
                    </a:solidFill>
                  </a:tcPr>
                </a:tc>
                <a:tc hMerge="1">
                  <a:txBody>
                    <a:bodyPr/>
                    <a:lstStyle/>
                    <a:p>
                      <a:endParaRPr lang="en-US"/>
                    </a:p>
                  </a:txBody>
                  <a:tcPr/>
                </a:tc>
                <a:extLst>
                  <a:ext uri="{0D108BD9-81ED-4DB2-BD59-A6C34878D82A}">
                    <a16:rowId xmlns:a16="http://schemas.microsoft.com/office/drawing/2014/main" val="1050748067"/>
                  </a:ext>
                </a:extLst>
              </a:tr>
              <a:tr h="171750">
                <a:tc>
                  <a:txBody>
                    <a:bodyPr/>
                    <a:lstStyle/>
                    <a:p>
                      <a:pPr marL="0" marR="0">
                        <a:lnSpc>
                          <a:spcPct val="115000"/>
                        </a:lnSpc>
                        <a:spcAft>
                          <a:spcPts val="800"/>
                        </a:spcAft>
                        <a:buNone/>
                      </a:pPr>
                      <a:r>
                        <a:rPr lang="en-US" sz="1000" kern="0" dirty="0">
                          <a:solidFill>
                            <a:schemeClr val="tx1"/>
                          </a:solidFill>
                          <a:effectLst/>
                        </a:rPr>
                        <a:t>Original</a:t>
                      </a:r>
                      <a:endParaRPr lang="en-US" sz="105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2700" cap="flat" cmpd="sng" algn="ctr">
                      <a:solidFill>
                        <a:schemeClr val="tx1">
                          <a:lumMod val="50000"/>
                          <a:lumOff val="50000"/>
                        </a:schemeClr>
                      </a:solidFill>
                      <a:prstDash val="solid"/>
                      <a:round/>
                      <a:headEnd type="none" w="med" len="med"/>
                      <a:tailEnd type="none" w="med" len="med"/>
                    </a:lnB>
                    <a:solidFill>
                      <a:srgbClr val="FFC000"/>
                    </a:solidFill>
                  </a:tcPr>
                </a:tc>
                <a:tc>
                  <a:txBody>
                    <a:bodyPr/>
                    <a:lstStyle/>
                    <a:p>
                      <a:pPr marL="0" marR="0">
                        <a:lnSpc>
                          <a:spcPct val="115000"/>
                        </a:lnSpc>
                        <a:spcAft>
                          <a:spcPts val="800"/>
                        </a:spcAft>
                        <a:buNone/>
                      </a:pPr>
                      <a:r>
                        <a:rPr lang="en-US" sz="1000" b="1" kern="0" dirty="0">
                          <a:solidFill>
                            <a:schemeClr val="tx1"/>
                          </a:solidFill>
                          <a:effectLst/>
                        </a:rPr>
                        <a:t>Revised</a:t>
                      </a:r>
                      <a:endParaRPr lang="en-US" sz="105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2700" cap="flat" cmpd="sng" algn="ctr">
                      <a:solidFill>
                        <a:schemeClr val="tx1">
                          <a:lumMod val="50000"/>
                          <a:lumOff val="50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1819756337"/>
                  </a:ext>
                </a:extLst>
              </a:tr>
              <a:tr h="161568">
                <a:tc>
                  <a:txBody>
                    <a:bodyPr/>
                    <a:lstStyle/>
                    <a:p>
                      <a:pPr marL="0" marR="0">
                        <a:lnSpc>
                          <a:spcPct val="115000"/>
                        </a:lnSpc>
                        <a:spcAft>
                          <a:spcPts val="800"/>
                        </a:spcAft>
                        <a:buNone/>
                      </a:pPr>
                      <a:r>
                        <a:rPr lang="en-US" sz="800" kern="0" dirty="0">
                          <a:solidFill>
                            <a:schemeClr val="tx1"/>
                          </a:solidFill>
                          <a:effectLst/>
                        </a:rPr>
                        <a:t>SITE LOCATION</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2700" cap="flat" cmpd="sng" algn="ctr">
                      <a:solidFill>
                        <a:schemeClr val="tx1">
                          <a:lumMod val="50000"/>
                          <a:lumOff val="50000"/>
                        </a:schemeClr>
                      </a:solidFill>
                      <a:prstDash val="solid"/>
                      <a:round/>
                      <a:headEnd type="none" w="med" len="med"/>
                      <a:tailEnd type="none" w="med" len="med"/>
                    </a:lnT>
                    <a:noFill/>
                  </a:tcPr>
                </a:tc>
                <a:tc>
                  <a:txBody>
                    <a:bodyPr/>
                    <a:lstStyle/>
                    <a:p>
                      <a:pPr marL="0" marR="0">
                        <a:lnSpc>
                          <a:spcPct val="115000"/>
                        </a:lnSpc>
                        <a:spcAft>
                          <a:spcPts val="800"/>
                        </a:spcAft>
                        <a:buNone/>
                      </a:pPr>
                      <a:r>
                        <a:rPr lang="en-US" sz="800" kern="0" dirty="0" err="1">
                          <a:solidFill>
                            <a:schemeClr val="tx1"/>
                          </a:solidFill>
                          <a:effectLst/>
                        </a:rPr>
                        <a:t>site_location</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270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2717735351"/>
                  </a:ext>
                </a:extLst>
              </a:tr>
              <a:tr h="161568">
                <a:tc>
                  <a:txBody>
                    <a:bodyPr/>
                    <a:lstStyle/>
                    <a:p>
                      <a:pPr marL="0" marR="0">
                        <a:lnSpc>
                          <a:spcPct val="115000"/>
                        </a:lnSpc>
                        <a:spcAft>
                          <a:spcPts val="800"/>
                        </a:spcAft>
                        <a:buNone/>
                      </a:pPr>
                      <a:r>
                        <a:rPr lang="en-US" sz="800" kern="0">
                          <a:solidFill>
                            <a:schemeClr val="tx1"/>
                          </a:solidFill>
                          <a:effectLst/>
                        </a:rPr>
                        <a:t>SITE NAME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site_name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372106854"/>
                  </a:ext>
                </a:extLst>
              </a:tr>
              <a:tr h="161568">
                <a:tc>
                  <a:txBody>
                    <a:bodyPr/>
                    <a:lstStyle/>
                    <a:p>
                      <a:pPr marL="0" marR="0">
                        <a:lnSpc>
                          <a:spcPct val="115000"/>
                        </a:lnSpc>
                        <a:spcAft>
                          <a:spcPts val="800"/>
                        </a:spcAft>
                        <a:buNone/>
                      </a:pPr>
                      <a:r>
                        <a:rPr lang="en-US" sz="800" kern="0">
                          <a:solidFill>
                            <a:schemeClr val="tx1"/>
                          </a:solidFill>
                          <a:effectLst/>
                        </a:rPr>
                        <a:t>planting_location_code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planting_location_code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1129956710"/>
                  </a:ext>
                </a:extLst>
              </a:tr>
              <a:tr h="161568">
                <a:tc>
                  <a:txBody>
                    <a:bodyPr/>
                    <a:lstStyle/>
                    <a:p>
                      <a:pPr marL="0" marR="0">
                        <a:lnSpc>
                          <a:spcPct val="115000"/>
                        </a:lnSpc>
                        <a:spcAft>
                          <a:spcPts val="800"/>
                        </a:spcAft>
                        <a:buNone/>
                      </a:pPr>
                      <a:r>
                        <a:rPr lang="en-US" sz="800" kern="0" dirty="0" err="1">
                          <a:solidFill>
                            <a:schemeClr val="tx1"/>
                          </a:solidFill>
                          <a:effectLst/>
                        </a:rPr>
                        <a:t>planting_relationships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planting_relationships</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2290353114"/>
                  </a:ext>
                </a:extLst>
              </a:tr>
              <a:tr h="161568">
                <a:tc>
                  <a:txBody>
                    <a:bodyPr/>
                    <a:lstStyle/>
                    <a:p>
                      <a:pPr marL="0" marR="0">
                        <a:lnSpc>
                          <a:spcPct val="115000"/>
                        </a:lnSpc>
                        <a:spcAft>
                          <a:spcPts val="800"/>
                        </a:spcAft>
                        <a:buNone/>
                      </a:pPr>
                      <a:r>
                        <a:rPr lang="en-US" sz="800" kern="0" dirty="0">
                          <a:solidFill>
                            <a:schemeClr val="tx1"/>
                          </a:solidFill>
                          <a:effectLst/>
                        </a:rPr>
                        <a:t>YEAR</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800" kern="0">
                          <a:solidFill>
                            <a:schemeClr val="tx1"/>
                          </a:solidFill>
                          <a:effectLst/>
                        </a:rPr>
                        <a:t>year</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365177"/>
                  </a:ext>
                </a:extLst>
              </a:tr>
              <a:tr h="161568">
                <a:tc>
                  <a:txBody>
                    <a:bodyPr/>
                    <a:lstStyle/>
                    <a:p>
                      <a:pPr marL="0" marR="0">
                        <a:lnSpc>
                          <a:spcPct val="115000"/>
                        </a:lnSpc>
                        <a:spcAft>
                          <a:spcPts val="800"/>
                        </a:spcAft>
                        <a:buNone/>
                      </a:pPr>
                      <a:r>
                        <a:rPr lang="en-US" sz="800" kern="0" dirty="0">
                          <a:solidFill>
                            <a:schemeClr val="tx1"/>
                          </a:solidFill>
                          <a:effectLst/>
                        </a:rPr>
                        <a:t>HISTORICAL PRESENCE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tc>
                  <a:txBody>
                    <a:bodyPr/>
                    <a:lstStyle/>
                    <a:p>
                      <a:pPr marL="0" marR="0">
                        <a:lnSpc>
                          <a:spcPct val="115000"/>
                        </a:lnSpc>
                        <a:spcAft>
                          <a:spcPts val="800"/>
                        </a:spcAft>
                        <a:buNone/>
                      </a:pPr>
                      <a:r>
                        <a:rPr lang="en-US" sz="800" kern="0" dirty="0" err="1">
                          <a:solidFill>
                            <a:schemeClr val="tx1"/>
                          </a:solidFill>
                          <a:effectLst/>
                        </a:rPr>
                        <a:t>historical_presence_source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extLst>
                  <a:ext uri="{0D108BD9-81ED-4DB2-BD59-A6C34878D82A}">
                    <a16:rowId xmlns:a16="http://schemas.microsoft.com/office/drawing/2014/main" val="751359330"/>
                  </a:ext>
                </a:extLst>
              </a:tr>
              <a:tr h="161568">
                <a:tc>
                  <a:txBody>
                    <a:bodyPr/>
                    <a:lstStyle/>
                    <a:p>
                      <a:pPr marL="0" marR="0">
                        <a:lnSpc>
                          <a:spcPct val="115000"/>
                        </a:lnSpc>
                        <a:spcAft>
                          <a:spcPts val="800"/>
                        </a:spcAft>
                        <a:buNone/>
                      </a:pPr>
                      <a:r>
                        <a:rPr lang="en-US" sz="800" kern="0" dirty="0">
                          <a:solidFill>
                            <a:schemeClr val="tx1"/>
                          </a:solidFill>
                          <a:effectLst/>
                        </a:rPr>
                        <a:t>DATA TYPE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planting_geometry</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3111893155"/>
                  </a:ext>
                </a:extLst>
              </a:tr>
              <a:tr h="161568">
                <a:tc>
                  <a:txBody>
                    <a:bodyPr/>
                    <a:lstStyle/>
                    <a:p>
                      <a:pPr marL="0" marR="0">
                        <a:lnSpc>
                          <a:spcPct val="115000"/>
                        </a:lnSpc>
                        <a:spcAft>
                          <a:spcPts val="800"/>
                        </a:spcAft>
                        <a:buNone/>
                      </a:pPr>
                      <a:r>
                        <a:rPr lang="en-US" sz="800" kern="0">
                          <a:solidFill>
                            <a:schemeClr val="tx1"/>
                          </a:solidFill>
                          <a:effectLst/>
                        </a:rPr>
                        <a:t>WATER BODY</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water_body</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2917549142"/>
                  </a:ext>
                </a:extLst>
              </a:tr>
              <a:tr h="161568">
                <a:tc>
                  <a:txBody>
                    <a:bodyPr/>
                    <a:lstStyle/>
                    <a:p>
                      <a:pPr marL="0" marR="0">
                        <a:lnSpc>
                          <a:spcPct val="115000"/>
                        </a:lnSpc>
                        <a:spcAft>
                          <a:spcPts val="800"/>
                        </a:spcAft>
                        <a:buNone/>
                      </a:pPr>
                      <a:r>
                        <a:rPr lang="en-US" sz="800" kern="0">
                          <a:solidFill>
                            <a:schemeClr val="tx1"/>
                          </a:solidFill>
                          <a:effectLst/>
                        </a:rPr>
                        <a:t>SVMP REGION</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svmp_region</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710646475"/>
                  </a:ext>
                </a:extLst>
              </a:tr>
              <a:tr h="161568">
                <a:tc>
                  <a:txBody>
                    <a:bodyPr/>
                    <a:lstStyle/>
                    <a:p>
                      <a:pPr marL="0" marR="0">
                        <a:lnSpc>
                          <a:spcPct val="115000"/>
                        </a:lnSpc>
                        <a:spcAft>
                          <a:spcPts val="800"/>
                        </a:spcAft>
                        <a:buNone/>
                      </a:pPr>
                      <a:r>
                        <a:rPr lang="en-US" sz="800" kern="0" dirty="0">
                          <a:solidFill>
                            <a:schemeClr val="tx1"/>
                          </a:solidFill>
                          <a:effectLst/>
                        </a:rPr>
                        <a:t>PROJECT NAME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800" kern="0">
                          <a:solidFill>
                            <a:schemeClr val="tx1"/>
                          </a:solidFill>
                          <a:effectLst/>
                        </a:rPr>
                        <a:t>project_name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50688641"/>
                  </a:ext>
                </a:extLst>
              </a:tr>
              <a:tr h="161568">
                <a:tc>
                  <a:txBody>
                    <a:bodyPr/>
                    <a:lstStyle/>
                    <a:p>
                      <a:pPr marL="0" marR="0">
                        <a:lnSpc>
                          <a:spcPct val="115000"/>
                        </a:lnSpc>
                        <a:spcAft>
                          <a:spcPts val="800"/>
                        </a:spcAft>
                        <a:buNone/>
                      </a:pPr>
                      <a:r>
                        <a:rPr lang="en-US" sz="800" kern="0">
                          <a:solidFill>
                            <a:schemeClr val="tx1"/>
                          </a:solidFill>
                          <a:effectLst/>
                        </a:rPr>
                        <a:t>FUNDING SOURCE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noFill/>
                  </a:tcPr>
                </a:tc>
                <a:tc>
                  <a:txBody>
                    <a:bodyPr/>
                    <a:lstStyle/>
                    <a:p>
                      <a:pPr marL="0" marR="0">
                        <a:lnSpc>
                          <a:spcPct val="115000"/>
                        </a:lnSpc>
                        <a:spcAft>
                          <a:spcPts val="800"/>
                        </a:spcAft>
                        <a:buNone/>
                      </a:pPr>
                      <a:r>
                        <a:rPr lang="en-US" sz="800" kern="0">
                          <a:solidFill>
                            <a:schemeClr val="tx1"/>
                          </a:solidFill>
                          <a:effectLst/>
                        </a:rPr>
                        <a:t>funding_source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541395085"/>
                  </a:ext>
                </a:extLst>
              </a:tr>
              <a:tr h="161568">
                <a:tc>
                  <a:txBody>
                    <a:bodyPr/>
                    <a:lstStyle/>
                    <a:p>
                      <a:pPr marL="0" marR="0">
                        <a:lnSpc>
                          <a:spcPct val="115000"/>
                        </a:lnSpc>
                        <a:spcAft>
                          <a:spcPts val="800"/>
                        </a:spcAft>
                        <a:buNone/>
                      </a:pPr>
                      <a:r>
                        <a:rPr lang="en-US" sz="800" kern="0">
                          <a:solidFill>
                            <a:schemeClr val="tx1"/>
                          </a:solidFill>
                          <a:effectLst/>
                        </a:rPr>
                        <a:t>FUNDING SOURCE PROGRAM</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funding_source_program</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4167583274"/>
                  </a:ext>
                </a:extLst>
              </a:tr>
              <a:tr h="161568">
                <a:tc>
                  <a:txBody>
                    <a:bodyPr/>
                    <a:lstStyle/>
                    <a:p>
                      <a:pPr marL="0" marR="0">
                        <a:lnSpc>
                          <a:spcPct val="115000"/>
                        </a:lnSpc>
                        <a:spcAft>
                          <a:spcPts val="800"/>
                        </a:spcAft>
                        <a:buNone/>
                      </a:pPr>
                      <a:r>
                        <a:rPr lang="en-US" sz="800" kern="0" dirty="0">
                          <a:solidFill>
                            <a:schemeClr val="tx1"/>
                          </a:solidFill>
                          <a:effectLst/>
                        </a:rPr>
                        <a:t>CONTRACT 1</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a:solidFill>
                            <a:schemeClr val="tx1"/>
                          </a:solidFill>
                          <a:effectLst/>
                        </a:rPr>
                        <a:t>sponsor_contract_number</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2408455987"/>
                  </a:ext>
                </a:extLst>
              </a:tr>
              <a:tr h="161568">
                <a:tc>
                  <a:txBody>
                    <a:bodyPr/>
                    <a:lstStyle/>
                    <a:p>
                      <a:pPr marL="0" marR="0">
                        <a:lnSpc>
                          <a:spcPct val="115000"/>
                        </a:lnSpc>
                        <a:spcAft>
                          <a:spcPts val="800"/>
                        </a:spcAft>
                        <a:buNone/>
                      </a:pPr>
                      <a:r>
                        <a:rPr lang="en-US" sz="800" kern="0" dirty="0">
                          <a:solidFill>
                            <a:schemeClr val="tx1"/>
                          </a:solidFill>
                          <a:effectLst/>
                        </a:rPr>
                        <a:t>CONTRACT 1</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sponsor_contract_dnr_number</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141795215"/>
                  </a:ext>
                </a:extLst>
              </a:tr>
              <a:tr h="161568">
                <a:tc>
                  <a:txBody>
                    <a:bodyPr/>
                    <a:lstStyle/>
                    <a:p>
                      <a:pPr marL="0" marR="0">
                        <a:lnSpc>
                          <a:spcPct val="115000"/>
                        </a:lnSpc>
                        <a:spcAft>
                          <a:spcPts val="800"/>
                        </a:spcAft>
                        <a:buNone/>
                      </a:pPr>
                      <a:r>
                        <a:rPr lang="en-US" sz="800" kern="0" dirty="0">
                          <a:solidFill>
                            <a:schemeClr val="tx1"/>
                          </a:solidFill>
                          <a:effectLst/>
                        </a:rPr>
                        <a:t>CONTRACT 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tc>
                  <a:txBody>
                    <a:bodyPr/>
                    <a:lstStyle/>
                    <a:p>
                      <a:pPr marL="0" marR="0">
                        <a:lnSpc>
                          <a:spcPct val="115000"/>
                        </a:lnSpc>
                        <a:spcAft>
                          <a:spcPts val="800"/>
                        </a:spcAft>
                        <a:buNone/>
                      </a:pPr>
                      <a:r>
                        <a:rPr lang="en-US" sz="800" kern="0" dirty="0">
                          <a:solidFill>
                            <a:schemeClr val="tx1"/>
                          </a:solidFill>
                          <a:effectLst/>
                        </a:rPr>
                        <a:t>contractor</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extLst>
                  <a:ext uri="{0D108BD9-81ED-4DB2-BD59-A6C34878D82A}">
                    <a16:rowId xmlns:a16="http://schemas.microsoft.com/office/drawing/2014/main" val="1519249183"/>
                  </a:ext>
                </a:extLst>
              </a:tr>
              <a:tr h="161568">
                <a:tc>
                  <a:txBody>
                    <a:bodyPr/>
                    <a:lstStyle/>
                    <a:p>
                      <a:pPr marL="0" marR="0">
                        <a:lnSpc>
                          <a:spcPct val="115000"/>
                        </a:lnSpc>
                        <a:spcAft>
                          <a:spcPts val="800"/>
                        </a:spcAft>
                        <a:buNone/>
                      </a:pPr>
                      <a:r>
                        <a:rPr lang="en-US" sz="800" kern="0" dirty="0">
                          <a:solidFill>
                            <a:schemeClr val="tx1"/>
                          </a:solidFill>
                          <a:effectLst/>
                        </a:rPr>
                        <a:t>CONTRACT 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tc>
                  <a:txBody>
                    <a:bodyPr/>
                    <a:lstStyle/>
                    <a:p>
                      <a:pPr marL="0" marR="0">
                        <a:lnSpc>
                          <a:spcPct val="115000"/>
                        </a:lnSpc>
                        <a:spcAft>
                          <a:spcPts val="800"/>
                        </a:spcAft>
                        <a:buNone/>
                      </a:pPr>
                      <a:r>
                        <a:rPr lang="en-US" sz="800" kern="0" dirty="0" err="1">
                          <a:solidFill>
                            <a:schemeClr val="tx1"/>
                          </a:solidFill>
                          <a:effectLst/>
                        </a:rPr>
                        <a:t>contract_dnr_number</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extLst>
                  <a:ext uri="{0D108BD9-81ED-4DB2-BD59-A6C34878D82A}">
                    <a16:rowId xmlns:a16="http://schemas.microsoft.com/office/drawing/2014/main" val="3373604360"/>
                  </a:ext>
                </a:extLst>
              </a:tr>
              <a:tr h="161568">
                <a:tc>
                  <a:txBody>
                    <a:bodyPr/>
                    <a:lstStyle/>
                    <a:p>
                      <a:pPr marL="0" marR="0">
                        <a:lnSpc>
                          <a:spcPct val="115000"/>
                        </a:lnSpc>
                        <a:spcAft>
                          <a:spcPts val="800"/>
                        </a:spcAft>
                        <a:buNone/>
                      </a:pPr>
                      <a:r>
                        <a:rPr lang="en-US" sz="800" kern="0">
                          <a:solidFill>
                            <a:schemeClr val="tx1"/>
                          </a:solidFill>
                          <a:effectLst/>
                        </a:rPr>
                        <a:t>CITATION</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dirty="0">
                          <a:solidFill>
                            <a:schemeClr val="tx1"/>
                          </a:solidFill>
                          <a:effectLst/>
                        </a:rPr>
                        <a:t>citation</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1675083629"/>
                  </a:ext>
                </a:extLst>
              </a:tr>
              <a:tr h="161568">
                <a:tc>
                  <a:txBody>
                    <a:bodyPr/>
                    <a:lstStyle/>
                    <a:p>
                      <a:pPr marL="0" marR="0">
                        <a:lnSpc>
                          <a:spcPct val="115000"/>
                        </a:lnSpc>
                        <a:spcAft>
                          <a:spcPts val="800"/>
                        </a:spcAft>
                        <a:buNone/>
                      </a:pPr>
                      <a:r>
                        <a:rPr lang="en-US" sz="800" kern="0" dirty="0">
                          <a:solidFill>
                            <a:schemeClr val="tx1"/>
                          </a:solidFill>
                          <a:effectLst/>
                        </a:rPr>
                        <a:t>ACTIVITY TYPE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activity_type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2931125715"/>
                  </a:ext>
                </a:extLst>
              </a:tr>
              <a:tr h="161568">
                <a:tc>
                  <a:txBody>
                    <a:bodyPr/>
                    <a:lstStyle/>
                    <a:p>
                      <a:pPr marL="0" marR="0">
                        <a:lnSpc>
                          <a:spcPct val="115000"/>
                        </a:lnSpc>
                        <a:spcAft>
                          <a:spcPts val="800"/>
                        </a:spcAft>
                        <a:buNone/>
                      </a:pPr>
                      <a:r>
                        <a:rPr lang="en-US" sz="800" kern="0" dirty="0">
                          <a:solidFill>
                            <a:schemeClr val="tx1"/>
                          </a:solidFill>
                          <a:effectLst/>
                        </a:rPr>
                        <a:t>ACTIVITY FILTER</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activity_filter</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1130624473"/>
                  </a:ext>
                </a:extLst>
              </a:tr>
              <a:tr h="161568">
                <a:tc>
                  <a:txBody>
                    <a:bodyPr/>
                    <a:lstStyle/>
                    <a:p>
                      <a:pPr marL="0" marR="0">
                        <a:lnSpc>
                          <a:spcPct val="115000"/>
                        </a:lnSpc>
                        <a:spcAft>
                          <a:spcPts val="800"/>
                        </a:spcAft>
                        <a:buNone/>
                      </a:pPr>
                      <a:r>
                        <a:rPr lang="en-US" sz="800" kern="0" dirty="0">
                          <a:solidFill>
                            <a:schemeClr val="tx1"/>
                          </a:solidFill>
                          <a:effectLst/>
                        </a:rPr>
                        <a:t>PLANTING DATE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800" kern="0">
                          <a:solidFill>
                            <a:schemeClr val="tx1"/>
                          </a:solidFill>
                          <a:effectLst/>
                        </a:rPr>
                        <a:t>planting_date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56694584"/>
                  </a:ext>
                </a:extLst>
              </a:tr>
              <a:tr h="161568">
                <a:tc>
                  <a:txBody>
                    <a:bodyPr/>
                    <a:lstStyle/>
                    <a:p>
                      <a:pPr marL="0" marR="0">
                        <a:lnSpc>
                          <a:spcPct val="115000"/>
                        </a:lnSpc>
                        <a:spcAft>
                          <a:spcPts val="800"/>
                        </a:spcAft>
                        <a:buNone/>
                      </a:pPr>
                      <a:r>
                        <a:rPr lang="en-US" sz="800" kern="0" dirty="0">
                          <a:solidFill>
                            <a:schemeClr val="tx1"/>
                          </a:solidFill>
                          <a:effectLst/>
                        </a:rPr>
                        <a:t>LATITUDE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noFill/>
                  </a:tcPr>
                </a:tc>
                <a:tc>
                  <a:txBody>
                    <a:bodyPr/>
                    <a:lstStyle/>
                    <a:p>
                      <a:pPr marL="0" marR="0">
                        <a:lnSpc>
                          <a:spcPct val="115000"/>
                        </a:lnSpc>
                        <a:spcAft>
                          <a:spcPts val="800"/>
                        </a:spcAft>
                        <a:buNone/>
                      </a:pPr>
                      <a:r>
                        <a:rPr lang="en-US" sz="800" kern="0">
                          <a:solidFill>
                            <a:schemeClr val="tx1"/>
                          </a:solidFill>
                          <a:effectLst/>
                        </a:rPr>
                        <a:t>latitude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643377806"/>
                  </a:ext>
                </a:extLst>
              </a:tr>
              <a:tr h="161568">
                <a:tc>
                  <a:txBody>
                    <a:bodyPr/>
                    <a:lstStyle/>
                    <a:p>
                      <a:pPr marL="0" marR="0">
                        <a:lnSpc>
                          <a:spcPct val="115000"/>
                        </a:lnSpc>
                        <a:spcAft>
                          <a:spcPts val="800"/>
                        </a:spcAft>
                        <a:buNone/>
                      </a:pPr>
                      <a:r>
                        <a:rPr lang="en-US" sz="800" kern="0" dirty="0">
                          <a:solidFill>
                            <a:schemeClr val="tx1"/>
                          </a:solidFill>
                          <a:effectLst/>
                        </a:rPr>
                        <a:t>LONGITUDE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longitude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3046406831"/>
                  </a:ext>
                </a:extLst>
              </a:tr>
              <a:tr h="161568">
                <a:tc>
                  <a:txBody>
                    <a:bodyPr/>
                    <a:lstStyle/>
                    <a:p>
                      <a:pPr marL="0" marR="0">
                        <a:lnSpc>
                          <a:spcPct val="115000"/>
                        </a:lnSpc>
                        <a:spcAft>
                          <a:spcPts val="800"/>
                        </a:spcAft>
                        <a:buNone/>
                      </a:pPr>
                      <a:r>
                        <a:rPr lang="en-US" sz="800" kern="0" dirty="0" err="1">
                          <a:solidFill>
                            <a:schemeClr val="tx1"/>
                          </a:solidFill>
                          <a:effectLst/>
                        </a:rPr>
                        <a:t>data_type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planting_geometry</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205663710"/>
                  </a:ext>
                </a:extLst>
              </a:tr>
              <a:tr h="161568">
                <a:tc>
                  <a:txBody>
                    <a:bodyPr/>
                    <a:lstStyle/>
                    <a:p>
                      <a:pPr marL="0" marR="0">
                        <a:lnSpc>
                          <a:spcPct val="115000"/>
                        </a:lnSpc>
                        <a:spcAft>
                          <a:spcPts val="800"/>
                        </a:spcAft>
                        <a:buNone/>
                      </a:pPr>
                      <a:r>
                        <a:rPr lang="en-US" sz="800" kern="0" dirty="0" err="1">
                          <a:solidFill>
                            <a:schemeClr val="tx1"/>
                          </a:solidFill>
                          <a:effectLst/>
                        </a:rPr>
                        <a:t>retain_drop</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dirty="0" err="1">
                          <a:solidFill>
                            <a:schemeClr val="tx1"/>
                          </a:solidFill>
                          <a:effectLst/>
                        </a:rPr>
                        <a:t>retain_drop</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3994048119"/>
                  </a:ext>
                </a:extLst>
              </a:tr>
              <a:tr h="161568">
                <a:tc>
                  <a:txBody>
                    <a:bodyPr/>
                    <a:lstStyle/>
                    <a:p>
                      <a:pPr marL="0" marR="0">
                        <a:lnSpc>
                          <a:spcPct val="115000"/>
                        </a:lnSpc>
                        <a:spcAft>
                          <a:spcPts val="800"/>
                        </a:spcAft>
                        <a:buNone/>
                      </a:pPr>
                      <a:r>
                        <a:rPr lang="en-US" sz="800" kern="0" dirty="0">
                          <a:solidFill>
                            <a:schemeClr val="tx1"/>
                          </a:solidFill>
                          <a:effectLst/>
                        </a:rPr>
                        <a:t>DATUM</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800" kern="0">
                          <a:solidFill>
                            <a:schemeClr val="tx1"/>
                          </a:solidFill>
                          <a:effectLst/>
                        </a:rPr>
                        <a:t>datum</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638022"/>
                  </a:ext>
                </a:extLst>
              </a:tr>
              <a:tr h="161568">
                <a:tc>
                  <a:txBody>
                    <a:bodyPr/>
                    <a:lstStyle/>
                    <a:p>
                      <a:pPr marL="0" marR="0">
                        <a:lnSpc>
                          <a:spcPct val="115000"/>
                        </a:lnSpc>
                        <a:spcAft>
                          <a:spcPts val="800"/>
                        </a:spcAft>
                        <a:buNone/>
                      </a:pPr>
                      <a:r>
                        <a:rPr lang="en-US" sz="800" kern="0" dirty="0">
                          <a:solidFill>
                            <a:schemeClr val="tx1"/>
                          </a:solidFill>
                          <a:effectLst/>
                        </a:rPr>
                        <a:t>ELEVATION</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tc>
                  <a:txBody>
                    <a:bodyPr/>
                    <a:lstStyle/>
                    <a:p>
                      <a:pPr marL="0" marR="0">
                        <a:lnSpc>
                          <a:spcPct val="115000"/>
                        </a:lnSpc>
                        <a:spcAft>
                          <a:spcPts val="800"/>
                        </a:spcAft>
                        <a:buNone/>
                      </a:pPr>
                      <a:r>
                        <a:rPr lang="en-US" sz="800" kern="0" dirty="0" err="1">
                          <a:solidFill>
                            <a:schemeClr val="tx1"/>
                          </a:solidFill>
                          <a:effectLst/>
                        </a:rPr>
                        <a:t>elevation_m_mllw</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extLst>
                  <a:ext uri="{0D108BD9-81ED-4DB2-BD59-A6C34878D82A}">
                    <a16:rowId xmlns:a16="http://schemas.microsoft.com/office/drawing/2014/main" val="1509370689"/>
                  </a:ext>
                </a:extLst>
              </a:tr>
              <a:tr h="161568">
                <a:tc>
                  <a:txBody>
                    <a:bodyPr/>
                    <a:lstStyle/>
                    <a:p>
                      <a:pPr marL="0" marR="0">
                        <a:lnSpc>
                          <a:spcPct val="115000"/>
                        </a:lnSpc>
                        <a:spcAft>
                          <a:spcPts val="800"/>
                        </a:spcAft>
                        <a:buNone/>
                      </a:pPr>
                      <a:r>
                        <a:rPr lang="en-US" sz="800" kern="0" dirty="0">
                          <a:solidFill>
                            <a:schemeClr val="tx1"/>
                          </a:solidFill>
                          <a:effectLst/>
                        </a:rPr>
                        <a:t>PLANTING METHOD</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a:solidFill>
                            <a:schemeClr val="tx1"/>
                          </a:solidFill>
                          <a:effectLst/>
                        </a:rPr>
                        <a:t>planting_method</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1991679884"/>
                  </a:ext>
                </a:extLst>
              </a:tr>
              <a:tr h="161568">
                <a:tc>
                  <a:txBody>
                    <a:bodyPr/>
                    <a:lstStyle/>
                    <a:p>
                      <a:pPr marL="0" marR="0">
                        <a:lnSpc>
                          <a:spcPct val="115000"/>
                        </a:lnSpc>
                        <a:spcAft>
                          <a:spcPts val="800"/>
                        </a:spcAft>
                        <a:buNone/>
                      </a:pPr>
                      <a:r>
                        <a:rPr lang="en-US" sz="800" kern="0" dirty="0">
                          <a:solidFill>
                            <a:schemeClr val="tx1"/>
                          </a:solidFill>
                          <a:effectLst/>
                        </a:rPr>
                        <a:t>PARALLEL SIDE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parallel_length_m</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2285112623"/>
                  </a:ext>
                </a:extLst>
              </a:tr>
              <a:tr h="161568">
                <a:tc>
                  <a:txBody>
                    <a:bodyPr/>
                    <a:lstStyle/>
                    <a:p>
                      <a:pPr marL="0" marR="0">
                        <a:lnSpc>
                          <a:spcPct val="115000"/>
                        </a:lnSpc>
                        <a:spcAft>
                          <a:spcPts val="800"/>
                        </a:spcAft>
                        <a:buNone/>
                      </a:pPr>
                      <a:r>
                        <a:rPr lang="en-US" sz="800" kern="0" dirty="0">
                          <a:solidFill>
                            <a:schemeClr val="tx1"/>
                          </a:solidFill>
                          <a:effectLst/>
                        </a:rPr>
                        <a:t>PERPENDICULAR SIDE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perpendicular_length_m</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2404821274"/>
                  </a:ext>
                </a:extLst>
              </a:tr>
              <a:tr h="161568">
                <a:tc>
                  <a:txBody>
                    <a:bodyPr/>
                    <a:lstStyle/>
                    <a:p>
                      <a:pPr marL="0" marR="0">
                        <a:lnSpc>
                          <a:spcPct val="115000"/>
                        </a:lnSpc>
                        <a:spcAft>
                          <a:spcPts val="800"/>
                        </a:spcAft>
                        <a:buNone/>
                      </a:pPr>
                      <a:r>
                        <a:rPr lang="en-US" sz="800" kern="0" dirty="0">
                          <a:solidFill>
                            <a:schemeClr val="tx1"/>
                          </a:solidFill>
                          <a:effectLst/>
                        </a:rPr>
                        <a:t>PLOT AREA</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tc>
                  <a:txBody>
                    <a:bodyPr/>
                    <a:lstStyle/>
                    <a:p>
                      <a:pPr marL="0" marR="0">
                        <a:lnSpc>
                          <a:spcPct val="115000"/>
                        </a:lnSpc>
                        <a:spcAft>
                          <a:spcPts val="800"/>
                        </a:spcAft>
                        <a:buNone/>
                      </a:pPr>
                      <a:r>
                        <a:rPr lang="en-US" sz="800" kern="0" dirty="0">
                          <a:solidFill>
                            <a:schemeClr val="tx1"/>
                          </a:solidFill>
                          <a:effectLst/>
                        </a:rPr>
                        <a:t>plot_area_m2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extLst>
                  <a:ext uri="{0D108BD9-81ED-4DB2-BD59-A6C34878D82A}">
                    <a16:rowId xmlns:a16="http://schemas.microsoft.com/office/drawing/2014/main" val="1758008758"/>
                  </a:ext>
                </a:extLst>
              </a:tr>
              <a:tr h="161568">
                <a:tc>
                  <a:txBody>
                    <a:bodyPr/>
                    <a:lstStyle/>
                    <a:p>
                      <a:pPr marL="0" marR="0">
                        <a:lnSpc>
                          <a:spcPct val="115000"/>
                        </a:lnSpc>
                        <a:spcAft>
                          <a:spcPts val="800"/>
                        </a:spcAft>
                        <a:buNone/>
                      </a:pPr>
                      <a:r>
                        <a:rPr lang="en-US" sz="800" kern="0" dirty="0">
                          <a:solidFill>
                            <a:schemeClr val="tx1"/>
                          </a:solidFill>
                          <a:effectLst/>
                        </a:rPr>
                        <a:t>PLANTED AREA</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tc>
                  <a:txBody>
                    <a:bodyPr/>
                    <a:lstStyle/>
                    <a:p>
                      <a:pPr marL="0" marR="0">
                        <a:lnSpc>
                          <a:spcPct val="115000"/>
                        </a:lnSpc>
                        <a:spcAft>
                          <a:spcPts val="800"/>
                        </a:spcAft>
                        <a:buNone/>
                      </a:pPr>
                      <a:r>
                        <a:rPr lang="en-US" sz="800" kern="0" dirty="0">
                          <a:solidFill>
                            <a:schemeClr val="tx1"/>
                          </a:solidFill>
                          <a:effectLst/>
                        </a:rPr>
                        <a:t>planted_area_m2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extLst>
                  <a:ext uri="{0D108BD9-81ED-4DB2-BD59-A6C34878D82A}">
                    <a16:rowId xmlns:a16="http://schemas.microsoft.com/office/drawing/2014/main" val="1443817483"/>
                  </a:ext>
                </a:extLst>
              </a:tr>
              <a:tr h="161568">
                <a:tc>
                  <a:txBody>
                    <a:bodyPr/>
                    <a:lstStyle/>
                    <a:p>
                      <a:pPr marL="0" marR="0">
                        <a:lnSpc>
                          <a:spcPct val="115000"/>
                        </a:lnSpc>
                        <a:spcAft>
                          <a:spcPts val="800"/>
                        </a:spcAft>
                        <a:buNone/>
                      </a:pPr>
                      <a:r>
                        <a:rPr lang="en-US" sz="800" kern="0" dirty="0">
                          <a:solidFill>
                            <a:schemeClr val="tx1"/>
                          </a:solidFill>
                          <a:effectLst/>
                        </a:rPr>
                        <a:t>EFFECTIVE AREA PLANTED</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a:solidFill>
                            <a:schemeClr val="tx1"/>
                          </a:solidFill>
                          <a:effectLst/>
                        </a:rPr>
                        <a:t>effective_area_planted_m2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2465214861"/>
                  </a:ext>
                </a:extLst>
              </a:tr>
              <a:tr h="161568">
                <a:tc>
                  <a:txBody>
                    <a:bodyPr/>
                    <a:lstStyle/>
                    <a:p>
                      <a:pPr marL="0" marR="0">
                        <a:lnSpc>
                          <a:spcPct val="115000"/>
                        </a:lnSpc>
                        <a:spcAft>
                          <a:spcPts val="800"/>
                        </a:spcAft>
                        <a:buNone/>
                      </a:pPr>
                      <a:r>
                        <a:rPr lang="en-US" sz="800" kern="0" dirty="0">
                          <a:solidFill>
                            <a:schemeClr val="tx1"/>
                          </a:solidFill>
                          <a:effectLst/>
                        </a:rPr>
                        <a:t># OF PLANTING UNITS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number_planting_units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1600708538"/>
                  </a:ext>
                </a:extLst>
              </a:tr>
              <a:tr h="161568">
                <a:tc>
                  <a:txBody>
                    <a:bodyPr/>
                    <a:lstStyle/>
                    <a:p>
                      <a:pPr marL="0" marR="0">
                        <a:lnSpc>
                          <a:spcPct val="115000"/>
                        </a:lnSpc>
                        <a:spcAft>
                          <a:spcPts val="800"/>
                        </a:spcAft>
                        <a:buNone/>
                      </a:pPr>
                      <a:r>
                        <a:rPr lang="en-US" sz="800" kern="0" dirty="0">
                          <a:solidFill>
                            <a:schemeClr val="tx1"/>
                          </a:solidFill>
                          <a:effectLst/>
                        </a:rPr>
                        <a:t># OF SHOOTS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tc>
                  <a:txBody>
                    <a:bodyPr/>
                    <a:lstStyle/>
                    <a:p>
                      <a:pPr marL="0" marR="0">
                        <a:lnSpc>
                          <a:spcPct val="115000"/>
                        </a:lnSpc>
                        <a:spcAft>
                          <a:spcPts val="800"/>
                        </a:spcAft>
                        <a:buNone/>
                      </a:pPr>
                      <a:r>
                        <a:rPr lang="en-US" sz="800" kern="0" dirty="0" err="1">
                          <a:solidFill>
                            <a:schemeClr val="tx1"/>
                          </a:solidFill>
                          <a:effectLst/>
                        </a:rPr>
                        <a:t>number_shoots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solidFill>
                      <a:srgbClr val="F9DAC7"/>
                    </a:solidFill>
                  </a:tcPr>
                </a:tc>
                <a:extLst>
                  <a:ext uri="{0D108BD9-81ED-4DB2-BD59-A6C34878D82A}">
                    <a16:rowId xmlns:a16="http://schemas.microsoft.com/office/drawing/2014/main" val="329369866"/>
                  </a:ext>
                </a:extLst>
              </a:tr>
              <a:tr h="161568">
                <a:tc>
                  <a:txBody>
                    <a:bodyPr/>
                    <a:lstStyle/>
                    <a:p>
                      <a:pPr marL="0" marR="0">
                        <a:lnSpc>
                          <a:spcPct val="115000"/>
                        </a:lnSpc>
                        <a:spcAft>
                          <a:spcPts val="800"/>
                        </a:spcAft>
                        <a:buNone/>
                      </a:pPr>
                      <a:r>
                        <a:rPr lang="en-US" sz="800" kern="0" dirty="0">
                          <a:solidFill>
                            <a:schemeClr val="tx1"/>
                          </a:solidFill>
                          <a:effectLst/>
                        </a:rPr>
                        <a:t>PLOT SHOOT DENSITY </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tc>
                  <a:txBody>
                    <a:bodyPr/>
                    <a:lstStyle/>
                    <a:p>
                      <a:pPr marL="0" marR="0">
                        <a:lnSpc>
                          <a:spcPct val="115000"/>
                        </a:lnSpc>
                        <a:spcAft>
                          <a:spcPts val="800"/>
                        </a:spcAft>
                        <a:buNone/>
                      </a:pPr>
                      <a:r>
                        <a:rPr lang="en-US" sz="800" kern="0" dirty="0">
                          <a:solidFill>
                            <a:schemeClr val="tx1"/>
                          </a:solidFill>
                          <a:effectLst/>
                        </a:rPr>
                        <a:t>plot_shoot_density_m2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solidFill>
                      <a:srgbClr val="F9DAC7"/>
                    </a:solidFill>
                  </a:tcPr>
                </a:tc>
                <a:extLst>
                  <a:ext uri="{0D108BD9-81ED-4DB2-BD59-A6C34878D82A}">
                    <a16:rowId xmlns:a16="http://schemas.microsoft.com/office/drawing/2014/main" val="2690025919"/>
                  </a:ext>
                </a:extLst>
              </a:tr>
              <a:tr h="161568">
                <a:tc>
                  <a:txBody>
                    <a:bodyPr/>
                    <a:lstStyle/>
                    <a:p>
                      <a:pPr marL="0" marR="0">
                        <a:lnSpc>
                          <a:spcPct val="115000"/>
                        </a:lnSpc>
                        <a:spcAft>
                          <a:spcPts val="800"/>
                        </a:spcAft>
                        <a:buNone/>
                      </a:pPr>
                      <a:r>
                        <a:rPr lang="en-US" sz="800" kern="0" dirty="0">
                          <a:solidFill>
                            <a:schemeClr val="tx1"/>
                          </a:solidFill>
                          <a:effectLst/>
                        </a:rPr>
                        <a:t>PLANTED SHOOT DENSITY </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tc>
                  <a:txBody>
                    <a:bodyPr/>
                    <a:lstStyle/>
                    <a:p>
                      <a:pPr marL="0" marR="0">
                        <a:lnSpc>
                          <a:spcPct val="115000"/>
                        </a:lnSpc>
                        <a:spcAft>
                          <a:spcPts val="800"/>
                        </a:spcAft>
                        <a:buNone/>
                      </a:pPr>
                      <a:r>
                        <a:rPr lang="en-US" sz="800" kern="0" dirty="0">
                          <a:solidFill>
                            <a:schemeClr val="tx1"/>
                          </a:solidFill>
                          <a:effectLst/>
                        </a:rPr>
                        <a:t>planted_area_shoot_density_m2</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T w="19050" cap="flat" cmpd="sng" algn="ctr">
                      <a:solidFill>
                        <a:schemeClr val="tx1">
                          <a:lumMod val="50000"/>
                          <a:lumOff val="50000"/>
                        </a:schemeClr>
                      </a:solidFill>
                      <a:prstDash val="solid"/>
                      <a:round/>
                      <a:headEnd type="none" w="med" len="med"/>
                      <a:tailEnd type="none" w="med" len="med"/>
                    </a:lnT>
                    <a:solidFill>
                      <a:srgbClr val="F9DAC7"/>
                    </a:solidFill>
                  </a:tcPr>
                </a:tc>
                <a:extLst>
                  <a:ext uri="{0D108BD9-81ED-4DB2-BD59-A6C34878D82A}">
                    <a16:rowId xmlns:a16="http://schemas.microsoft.com/office/drawing/2014/main" val="3725487093"/>
                  </a:ext>
                </a:extLst>
              </a:tr>
              <a:tr h="161568">
                <a:tc>
                  <a:txBody>
                    <a:bodyPr/>
                    <a:lstStyle/>
                    <a:p>
                      <a:pPr marL="0" marR="0">
                        <a:lnSpc>
                          <a:spcPct val="115000"/>
                        </a:lnSpc>
                        <a:spcAft>
                          <a:spcPts val="800"/>
                        </a:spcAft>
                        <a:buNone/>
                      </a:pPr>
                      <a:r>
                        <a:rPr lang="en-US" sz="800" kern="0">
                          <a:solidFill>
                            <a:schemeClr val="tx1"/>
                          </a:solidFill>
                          <a:effectLst/>
                        </a:rPr>
                        <a:t>DONOR SITE NAME</a:t>
                      </a:r>
                      <a:endParaRPr lang="en-US" sz="9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tc>
                  <a:txBody>
                    <a:bodyPr/>
                    <a:lstStyle/>
                    <a:p>
                      <a:pPr marL="0" marR="0">
                        <a:lnSpc>
                          <a:spcPct val="115000"/>
                        </a:lnSpc>
                        <a:spcAft>
                          <a:spcPts val="800"/>
                        </a:spcAft>
                        <a:buNone/>
                      </a:pPr>
                      <a:r>
                        <a:rPr lang="en-US" sz="800" kern="0" dirty="0" err="1">
                          <a:solidFill>
                            <a:schemeClr val="tx1"/>
                          </a:solidFill>
                          <a:effectLst/>
                        </a:rPr>
                        <a:t>donor_site_name</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noFill/>
                  </a:tcPr>
                </a:tc>
                <a:extLst>
                  <a:ext uri="{0D108BD9-81ED-4DB2-BD59-A6C34878D82A}">
                    <a16:rowId xmlns:a16="http://schemas.microsoft.com/office/drawing/2014/main" val="3000383927"/>
                  </a:ext>
                </a:extLst>
              </a:tr>
              <a:tr h="161568">
                <a:tc>
                  <a:txBody>
                    <a:bodyPr/>
                    <a:lstStyle/>
                    <a:p>
                      <a:pPr marL="0" marR="0">
                        <a:lnSpc>
                          <a:spcPct val="115000"/>
                        </a:lnSpc>
                        <a:spcAft>
                          <a:spcPts val="800"/>
                        </a:spcAft>
                        <a:buNone/>
                      </a:pPr>
                      <a:r>
                        <a:rPr lang="en-US" sz="800" kern="0" dirty="0">
                          <a:solidFill>
                            <a:schemeClr val="tx1"/>
                          </a:solidFill>
                          <a:effectLst/>
                        </a:rPr>
                        <a:t>NOTES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800" kern="0" dirty="0">
                          <a:solidFill>
                            <a:schemeClr val="tx1"/>
                          </a:solidFill>
                          <a:effectLst/>
                        </a:rPr>
                        <a:t>notes</a:t>
                      </a:r>
                      <a:endParaRPr lang="en-US" sz="9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005" marR="40005" marT="5186" marB="5186" anchor="b">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767514204"/>
                  </a:ext>
                </a:extLst>
              </a:tr>
            </a:tbl>
          </a:graphicData>
        </a:graphic>
      </p:graphicFrame>
      <p:graphicFrame>
        <p:nvGraphicFramePr>
          <p:cNvPr id="16" name="Table 15">
            <a:extLst>
              <a:ext uri="{FF2B5EF4-FFF2-40B4-BE49-F238E27FC236}">
                <a16:creationId xmlns:a16="http://schemas.microsoft.com/office/drawing/2014/main" id="{5E547730-0566-D640-5147-07B5E0FC636A}"/>
              </a:ext>
            </a:extLst>
          </p:cNvPr>
          <p:cNvGraphicFramePr>
            <a:graphicFrameLocks noGrp="1"/>
          </p:cNvGraphicFramePr>
          <p:nvPr>
            <p:extLst>
              <p:ext uri="{D42A27DB-BD31-4B8C-83A1-F6EECF244321}">
                <p14:modId xmlns:p14="http://schemas.microsoft.com/office/powerpoint/2010/main" val="2119703364"/>
              </p:ext>
            </p:extLst>
          </p:nvPr>
        </p:nvGraphicFramePr>
        <p:xfrm>
          <a:off x="1265274" y="2647619"/>
          <a:ext cx="3136900" cy="1367790"/>
        </p:xfrm>
        <a:graphic>
          <a:graphicData uri="http://schemas.openxmlformats.org/drawingml/2006/table">
            <a:tbl>
              <a:tblPr>
                <a:tableStyleId>{5C22544A-7EE6-4342-B048-85BDC9FD1C3A}</a:tableStyleId>
              </a:tblPr>
              <a:tblGrid>
                <a:gridCol w="1585895">
                  <a:extLst>
                    <a:ext uri="{9D8B030D-6E8A-4147-A177-3AD203B41FA5}">
                      <a16:colId xmlns:a16="http://schemas.microsoft.com/office/drawing/2014/main" val="3890212527"/>
                    </a:ext>
                  </a:extLst>
                </a:gridCol>
                <a:gridCol w="1551005">
                  <a:extLst>
                    <a:ext uri="{9D8B030D-6E8A-4147-A177-3AD203B41FA5}">
                      <a16:colId xmlns:a16="http://schemas.microsoft.com/office/drawing/2014/main" val="3052938626"/>
                    </a:ext>
                  </a:extLst>
                </a:gridCol>
              </a:tblGrid>
              <a:tr h="200025">
                <a:tc gridSpan="2">
                  <a:txBody>
                    <a:bodyPr/>
                    <a:lstStyle/>
                    <a:p>
                      <a:pPr algn="ctr" fontAlgn="b">
                        <a:buNone/>
                      </a:pPr>
                      <a:r>
                        <a:rPr lang="en-US" sz="1400" b="1" u="none" strike="noStrike" dirty="0">
                          <a:effectLst/>
                        </a:rPr>
                        <a:t>plantings</a:t>
                      </a:r>
                    </a:p>
                  </a:txBody>
                  <a:tcPr marL="9525" marR="9525" marT="9525" marB="0" anchor="b">
                    <a:lnL w="12700" cmpd="sng">
                      <a:noFill/>
                    </a:lnL>
                    <a:lnR w="12700" cmpd="sng">
                      <a:noFill/>
                    </a:lnR>
                    <a:lnT w="1905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dirty="0"/>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68759923"/>
                  </a:ext>
                </a:extLst>
              </a:tr>
              <a:tr h="190500">
                <a:tc>
                  <a:txBody>
                    <a:bodyPr/>
                    <a:lstStyle/>
                    <a:p>
                      <a:pPr algn="l" fontAlgn="b">
                        <a:buNone/>
                      </a:pPr>
                      <a:r>
                        <a:rPr lang="en-US" sz="1200" b="1" i="0" u="none" strike="noStrike" dirty="0">
                          <a:solidFill>
                            <a:srgbClr val="000000"/>
                          </a:solidFill>
                          <a:effectLst/>
                          <a:latin typeface="Aptos Narrow" panose="020B0004020202020204" pitchFamily="34" charset="0"/>
                        </a:rPr>
                        <a:t>Original</a:t>
                      </a:r>
                    </a:p>
                  </a:txBody>
                  <a:tcPr marL="9525" marR="9525" marT="9525" marB="0" anchor="b">
                    <a:lnL w="12700" cmpd="sng">
                      <a:noFill/>
                    </a:lnL>
                    <a:lnR w="12700" cmpd="sng">
                      <a:noFill/>
                    </a:lnR>
                    <a:lnT w="12700" cmpd="sng">
                      <a:noFill/>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l" fontAlgn="b">
                        <a:buNone/>
                      </a:pPr>
                      <a:r>
                        <a:rPr lang="en-US" sz="1200" b="1" i="0" u="none" strike="noStrike" dirty="0">
                          <a:solidFill>
                            <a:srgbClr val="000000"/>
                          </a:solidFill>
                          <a:effectLst/>
                          <a:latin typeface="Aptos Narrow" panose="020B0004020202020204" pitchFamily="34" charset="0"/>
                        </a:rPr>
                        <a:t>Revised</a:t>
                      </a:r>
                    </a:p>
                  </a:txBody>
                  <a:tcPr marL="9525" marR="9525" marT="9525" marB="0" anchor="b">
                    <a:lnL w="12700" cmpd="sng">
                      <a:noFill/>
                    </a:lnL>
                    <a:lnR w="12700" cmpd="sng">
                      <a:noFill/>
                    </a:lnR>
                    <a:lnT w="12700" cmpd="sng">
                      <a:noFill/>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68552441"/>
                  </a:ext>
                </a:extLst>
              </a:tr>
              <a:tr h="190500">
                <a:tc>
                  <a:txBody>
                    <a:bodyPr/>
                    <a:lstStyle/>
                    <a:p>
                      <a:pPr algn="l" fontAlgn="b">
                        <a:buNone/>
                      </a:pPr>
                      <a:r>
                        <a:rPr lang="en-US" sz="1100" u="none" strike="noStrike" dirty="0">
                          <a:effectLst/>
                        </a:rPr>
                        <a:t>SITE NAME</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905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r>
                        <a:rPr lang="en-US" sz="1100" u="none" strike="noStrike" dirty="0" err="1">
                          <a:effectLst/>
                        </a:rPr>
                        <a:t>site_name</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905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0991681"/>
                  </a:ext>
                </a:extLst>
              </a:tr>
              <a:tr h="190500">
                <a:tc>
                  <a:txBody>
                    <a:bodyPr/>
                    <a:lstStyle/>
                    <a:p>
                      <a:pPr algn="l" fontAlgn="b">
                        <a:buNone/>
                      </a:pPr>
                      <a:r>
                        <a:rPr lang="en-US" sz="1100" u="none" strike="noStrike">
                          <a:effectLst/>
                        </a:rPr>
                        <a:t>planting_location_code</a:t>
                      </a:r>
                      <a:endParaRPr lang="en-US" sz="11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US" sz="1100" u="none" strike="noStrike">
                          <a:effectLst/>
                        </a:rPr>
                        <a:t>planting_location_code</a:t>
                      </a:r>
                      <a:endParaRPr lang="en-US" sz="11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5400869"/>
                  </a:ext>
                </a:extLst>
              </a:tr>
              <a:tr h="190500">
                <a:tc>
                  <a:txBody>
                    <a:bodyPr/>
                    <a:lstStyle/>
                    <a:p>
                      <a:pPr algn="l" fontAlgn="b">
                        <a:buNone/>
                      </a:pPr>
                      <a:r>
                        <a:rPr lang="en-US" sz="1100" u="none" strike="noStrike">
                          <a:effectLst/>
                        </a:rPr>
                        <a:t>planting_relationships</a:t>
                      </a:r>
                      <a:endParaRPr lang="en-US" sz="1100" b="0" i="0" u="none" strike="noStrike">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US" sz="1100" u="none" strike="noStrike" dirty="0" err="1">
                          <a:effectLst/>
                        </a:rPr>
                        <a:t>planting_relationships</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7982793"/>
                  </a:ext>
                </a:extLst>
              </a:tr>
              <a:tr h="190500">
                <a:tc>
                  <a:txBody>
                    <a:bodyPr/>
                    <a:lstStyle/>
                    <a:p>
                      <a:pPr algn="l" fontAlgn="b">
                        <a:buNone/>
                      </a:pPr>
                      <a:r>
                        <a:rPr lang="en-US" sz="1100" u="none" strike="noStrike" dirty="0" err="1">
                          <a:effectLst/>
                        </a:rPr>
                        <a:t>data_type</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9DAC7"/>
                    </a:solidFill>
                  </a:tcPr>
                </a:tc>
                <a:tc>
                  <a:txBody>
                    <a:bodyPr/>
                    <a:lstStyle/>
                    <a:p>
                      <a:pPr algn="l" fontAlgn="b">
                        <a:buNone/>
                      </a:pPr>
                      <a:r>
                        <a:rPr lang="en-US" sz="1100" u="none" strike="noStrike" dirty="0" err="1">
                          <a:effectLst/>
                        </a:rPr>
                        <a:t>planting_geometry</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9DAC7"/>
                    </a:solidFill>
                  </a:tcPr>
                </a:tc>
                <a:extLst>
                  <a:ext uri="{0D108BD9-81ED-4DB2-BD59-A6C34878D82A}">
                    <a16:rowId xmlns:a16="http://schemas.microsoft.com/office/drawing/2014/main" val="1384183599"/>
                  </a:ext>
                </a:extLst>
              </a:tr>
              <a:tr h="190500">
                <a:tc>
                  <a:txBody>
                    <a:bodyPr/>
                    <a:lstStyle/>
                    <a:p>
                      <a:pPr algn="l" fontAlgn="b">
                        <a:buNone/>
                      </a:pPr>
                      <a:r>
                        <a:rPr lang="en-US" sz="1100" u="none" strike="noStrike" dirty="0" err="1">
                          <a:effectLst/>
                        </a:rPr>
                        <a:t>retain_drop</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US" sz="1100" u="none" strike="noStrike" dirty="0" err="1">
                          <a:effectLst/>
                        </a:rPr>
                        <a:t>retain_drop</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mpd="sng">
                      <a:noFill/>
                    </a:lnL>
                    <a:lnR w="12700" cmpd="sng">
                      <a:noFill/>
                    </a:lnR>
                    <a:lnT w="12700" cmpd="sng">
                      <a:noFill/>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9729313"/>
                  </a:ext>
                </a:extLst>
              </a:tr>
            </a:tbl>
          </a:graphicData>
        </a:graphic>
      </p:graphicFrame>
      <p:sp>
        <p:nvSpPr>
          <p:cNvPr id="18" name="TextBox 17">
            <a:extLst>
              <a:ext uri="{FF2B5EF4-FFF2-40B4-BE49-F238E27FC236}">
                <a16:creationId xmlns:a16="http://schemas.microsoft.com/office/drawing/2014/main" id="{5A54094F-735A-C90A-1475-EEE2D35CC4A8}"/>
              </a:ext>
            </a:extLst>
          </p:cNvPr>
          <p:cNvSpPr txBox="1"/>
          <p:nvPr/>
        </p:nvSpPr>
        <p:spPr>
          <a:xfrm>
            <a:off x="934279" y="785191"/>
            <a:ext cx="5088834" cy="461665"/>
          </a:xfrm>
          <a:prstGeom prst="rect">
            <a:avLst/>
          </a:prstGeom>
          <a:noFill/>
        </p:spPr>
        <p:txBody>
          <a:bodyPr wrap="square" rtlCol="0">
            <a:spAutoFit/>
          </a:bodyPr>
          <a:lstStyle/>
          <a:p>
            <a:r>
              <a:rPr lang="en-US" sz="2400" dirty="0"/>
              <a:t>Changes to Matrix Column Names</a:t>
            </a:r>
          </a:p>
        </p:txBody>
      </p:sp>
      <p:sp>
        <p:nvSpPr>
          <p:cNvPr id="19" name="Left Bracket 18">
            <a:extLst>
              <a:ext uri="{FF2B5EF4-FFF2-40B4-BE49-F238E27FC236}">
                <a16:creationId xmlns:a16="http://schemas.microsoft.com/office/drawing/2014/main" id="{B3BD9A96-2C4C-14C1-CBE5-BE4476B342FF}"/>
              </a:ext>
            </a:extLst>
          </p:cNvPr>
          <p:cNvSpPr/>
          <p:nvPr/>
        </p:nvSpPr>
        <p:spPr>
          <a:xfrm>
            <a:off x="7489413" y="4126644"/>
            <a:ext cx="99391" cy="2535012"/>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Left Bracket 19">
            <a:extLst>
              <a:ext uri="{FF2B5EF4-FFF2-40B4-BE49-F238E27FC236}">
                <a16:creationId xmlns:a16="http://schemas.microsoft.com/office/drawing/2014/main" id="{15AACC24-4456-1853-FD6B-2733D3543C09}"/>
              </a:ext>
            </a:extLst>
          </p:cNvPr>
          <p:cNvSpPr/>
          <p:nvPr/>
        </p:nvSpPr>
        <p:spPr>
          <a:xfrm>
            <a:off x="7439717" y="785191"/>
            <a:ext cx="149087" cy="2965670"/>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2C9B8DD6-03D9-4FA9-BB5A-012B68FA556F}"/>
              </a:ext>
            </a:extLst>
          </p:cNvPr>
          <p:cNvSpPr txBox="1"/>
          <p:nvPr/>
        </p:nvSpPr>
        <p:spPr>
          <a:xfrm>
            <a:off x="755374" y="4959626"/>
            <a:ext cx="5340626" cy="646331"/>
          </a:xfrm>
          <a:prstGeom prst="rect">
            <a:avLst/>
          </a:prstGeom>
          <a:noFill/>
        </p:spPr>
        <p:txBody>
          <a:bodyPr wrap="square" rtlCol="0">
            <a:spAutoFit/>
          </a:bodyPr>
          <a:lstStyle/>
          <a:p>
            <a:r>
              <a:rPr lang="en-US" dirty="0"/>
              <a:t>Are there ever cases of multiple donor sites utilized for a single planting?</a:t>
            </a:r>
          </a:p>
        </p:txBody>
      </p:sp>
      <p:sp>
        <p:nvSpPr>
          <p:cNvPr id="2" name="TextBox 1">
            <a:extLst>
              <a:ext uri="{FF2B5EF4-FFF2-40B4-BE49-F238E27FC236}">
                <a16:creationId xmlns:a16="http://schemas.microsoft.com/office/drawing/2014/main" id="{353E3CC2-47FB-A7D4-8584-4BEC0FB02CE6}"/>
              </a:ext>
            </a:extLst>
          </p:cNvPr>
          <p:cNvSpPr txBox="1"/>
          <p:nvPr/>
        </p:nvSpPr>
        <p:spPr>
          <a:xfrm>
            <a:off x="5958786" y="1424017"/>
            <a:ext cx="1480931" cy="523220"/>
          </a:xfrm>
          <a:prstGeom prst="rect">
            <a:avLst/>
          </a:prstGeom>
          <a:noFill/>
        </p:spPr>
        <p:txBody>
          <a:bodyPr wrap="square" rtlCol="0">
            <a:spAutoFit/>
          </a:bodyPr>
          <a:lstStyle/>
          <a:p>
            <a:pPr algn="r"/>
            <a:r>
              <a:rPr lang="en-US" sz="1400" i="1" dirty="0">
                <a:solidFill>
                  <a:srgbClr val="C00000"/>
                </a:solidFill>
              </a:rPr>
              <a:t>Attributes of plantings</a:t>
            </a:r>
          </a:p>
        </p:txBody>
      </p:sp>
      <p:sp>
        <p:nvSpPr>
          <p:cNvPr id="3" name="TextBox 2">
            <a:extLst>
              <a:ext uri="{FF2B5EF4-FFF2-40B4-BE49-F238E27FC236}">
                <a16:creationId xmlns:a16="http://schemas.microsoft.com/office/drawing/2014/main" id="{F07E9354-02D5-1A65-CA99-E4C3FB48FE6B}"/>
              </a:ext>
            </a:extLst>
          </p:cNvPr>
          <p:cNvSpPr txBox="1"/>
          <p:nvPr/>
        </p:nvSpPr>
        <p:spPr>
          <a:xfrm>
            <a:off x="5958786" y="4959626"/>
            <a:ext cx="1480931" cy="523220"/>
          </a:xfrm>
          <a:prstGeom prst="rect">
            <a:avLst/>
          </a:prstGeom>
          <a:noFill/>
        </p:spPr>
        <p:txBody>
          <a:bodyPr wrap="square" rtlCol="0">
            <a:spAutoFit/>
          </a:bodyPr>
          <a:lstStyle/>
          <a:p>
            <a:pPr algn="r"/>
            <a:r>
              <a:rPr lang="en-US" sz="1400" i="1" dirty="0">
                <a:solidFill>
                  <a:srgbClr val="C00000"/>
                </a:solidFill>
              </a:rPr>
              <a:t>Attributes of plantings</a:t>
            </a:r>
          </a:p>
        </p:txBody>
      </p:sp>
    </p:spTree>
    <p:extLst>
      <p:ext uri="{BB962C8B-B14F-4D97-AF65-F5344CB8AC3E}">
        <p14:creationId xmlns:p14="http://schemas.microsoft.com/office/powerpoint/2010/main" val="19983120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7545F6-1101-40DD-A720-70B7975B4011}"/>
              </a:ext>
            </a:extLst>
          </p:cNvPr>
          <p:cNvPicPr>
            <a:picLocks noChangeAspect="1"/>
          </p:cNvPicPr>
          <p:nvPr/>
        </p:nvPicPr>
        <p:blipFill>
          <a:blip r:embed="rId2"/>
          <a:srcRect r="58486"/>
          <a:stretch>
            <a:fillRect/>
          </a:stretch>
        </p:blipFill>
        <p:spPr>
          <a:xfrm>
            <a:off x="6203382" y="0"/>
            <a:ext cx="2398670" cy="6858000"/>
          </a:xfrm>
          <a:prstGeom prst="rect">
            <a:avLst/>
          </a:prstGeom>
        </p:spPr>
      </p:pic>
      <p:pic>
        <p:nvPicPr>
          <p:cNvPr id="5" name="Picture 4">
            <a:extLst>
              <a:ext uri="{FF2B5EF4-FFF2-40B4-BE49-F238E27FC236}">
                <a16:creationId xmlns:a16="http://schemas.microsoft.com/office/drawing/2014/main" id="{2FC2EE17-90A1-C14C-5410-A14A8E9B9225}"/>
              </a:ext>
            </a:extLst>
          </p:cNvPr>
          <p:cNvPicPr>
            <a:picLocks noChangeAspect="1"/>
          </p:cNvPicPr>
          <p:nvPr/>
        </p:nvPicPr>
        <p:blipFill>
          <a:blip r:embed="rId3"/>
          <a:stretch>
            <a:fillRect/>
          </a:stretch>
        </p:blipFill>
        <p:spPr>
          <a:xfrm>
            <a:off x="3221246" y="1193169"/>
            <a:ext cx="2553056" cy="4001058"/>
          </a:xfrm>
          <a:prstGeom prst="rect">
            <a:avLst/>
          </a:prstGeom>
        </p:spPr>
      </p:pic>
      <p:sp>
        <p:nvSpPr>
          <p:cNvPr id="6" name="TextBox 5">
            <a:extLst>
              <a:ext uri="{FF2B5EF4-FFF2-40B4-BE49-F238E27FC236}">
                <a16:creationId xmlns:a16="http://schemas.microsoft.com/office/drawing/2014/main" id="{5E909609-B131-A709-3B02-41B3F365C3B8}"/>
              </a:ext>
            </a:extLst>
          </p:cNvPr>
          <p:cNvSpPr txBox="1"/>
          <p:nvPr/>
        </p:nvSpPr>
        <p:spPr>
          <a:xfrm>
            <a:off x="327136" y="2610674"/>
            <a:ext cx="2792896" cy="307777"/>
          </a:xfrm>
          <a:prstGeom prst="rect">
            <a:avLst/>
          </a:prstGeom>
          <a:noFill/>
        </p:spPr>
        <p:txBody>
          <a:bodyPr wrap="square" rtlCol="0">
            <a:spAutoFit/>
          </a:bodyPr>
          <a:lstStyle/>
          <a:p>
            <a:r>
              <a:rPr lang="en-US" sz="1400" dirty="0"/>
              <a:t>K:\projects\Eelgrass_Restoration</a:t>
            </a:r>
          </a:p>
        </p:txBody>
      </p:sp>
      <p:sp>
        <p:nvSpPr>
          <p:cNvPr id="7" name="Left Bracket 6">
            <a:extLst>
              <a:ext uri="{FF2B5EF4-FFF2-40B4-BE49-F238E27FC236}">
                <a16:creationId xmlns:a16="http://schemas.microsoft.com/office/drawing/2014/main" id="{A71C1801-2508-A92A-804B-82446CD02153}"/>
              </a:ext>
            </a:extLst>
          </p:cNvPr>
          <p:cNvSpPr/>
          <p:nvPr/>
        </p:nvSpPr>
        <p:spPr>
          <a:xfrm>
            <a:off x="5976730" y="182142"/>
            <a:ext cx="119270" cy="6559826"/>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EB057D-6D6B-2572-1BA4-B756A215AC52}"/>
              </a:ext>
            </a:extLst>
          </p:cNvPr>
          <p:cNvCxnSpPr/>
          <p:nvPr/>
        </p:nvCxnSpPr>
        <p:spPr>
          <a:xfrm flipV="1">
            <a:off x="3802009" y="3462055"/>
            <a:ext cx="2067339" cy="308113"/>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160C72B-4407-6F43-2B69-255498D16671}"/>
              </a:ext>
            </a:extLst>
          </p:cNvPr>
          <p:cNvPicPr>
            <a:picLocks noChangeAspect="1"/>
          </p:cNvPicPr>
          <p:nvPr/>
        </p:nvPicPr>
        <p:blipFill>
          <a:blip r:embed="rId4"/>
          <a:stretch>
            <a:fillRect/>
          </a:stretch>
        </p:blipFill>
        <p:spPr>
          <a:xfrm>
            <a:off x="10041824" y="3429000"/>
            <a:ext cx="1543265" cy="1238423"/>
          </a:xfrm>
          <a:prstGeom prst="rect">
            <a:avLst/>
          </a:prstGeom>
        </p:spPr>
      </p:pic>
      <p:pic>
        <p:nvPicPr>
          <p:cNvPr id="13" name="Picture 12">
            <a:extLst>
              <a:ext uri="{FF2B5EF4-FFF2-40B4-BE49-F238E27FC236}">
                <a16:creationId xmlns:a16="http://schemas.microsoft.com/office/drawing/2014/main" id="{87997E8A-C748-1350-A585-800E92568AB2}"/>
              </a:ext>
            </a:extLst>
          </p:cNvPr>
          <p:cNvPicPr>
            <a:picLocks noChangeAspect="1"/>
          </p:cNvPicPr>
          <p:nvPr/>
        </p:nvPicPr>
        <p:blipFill>
          <a:blip r:embed="rId5"/>
          <a:stretch>
            <a:fillRect/>
          </a:stretch>
        </p:blipFill>
        <p:spPr>
          <a:xfrm>
            <a:off x="10089455" y="5066270"/>
            <a:ext cx="1495634" cy="895475"/>
          </a:xfrm>
          <a:prstGeom prst="rect">
            <a:avLst/>
          </a:prstGeom>
        </p:spPr>
      </p:pic>
      <p:sp>
        <p:nvSpPr>
          <p:cNvPr id="14" name="Left Bracket 13">
            <a:extLst>
              <a:ext uri="{FF2B5EF4-FFF2-40B4-BE49-F238E27FC236}">
                <a16:creationId xmlns:a16="http://schemas.microsoft.com/office/drawing/2014/main" id="{5CDD4866-F221-9BBE-E69D-34A77C2A5191}"/>
              </a:ext>
            </a:extLst>
          </p:cNvPr>
          <p:cNvSpPr/>
          <p:nvPr/>
        </p:nvSpPr>
        <p:spPr>
          <a:xfrm>
            <a:off x="9959008" y="3379304"/>
            <a:ext cx="102362" cy="2582441"/>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9C857A35-0025-D19D-2409-80CD01A41084}"/>
              </a:ext>
            </a:extLst>
          </p:cNvPr>
          <p:cNvCxnSpPr/>
          <p:nvPr/>
        </p:nvCxnSpPr>
        <p:spPr>
          <a:xfrm>
            <a:off x="10187609" y="4830417"/>
            <a:ext cx="1212574" cy="0"/>
          </a:xfrm>
          <a:prstGeom prst="line">
            <a:avLst/>
          </a:prstGeom>
          <a:ln>
            <a:solidFill>
              <a:srgbClr val="F9DAC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D967D15-650B-1BE2-9D64-8DBB4771A19A}"/>
              </a:ext>
            </a:extLst>
          </p:cNvPr>
          <p:cNvCxnSpPr/>
          <p:nvPr/>
        </p:nvCxnSpPr>
        <p:spPr>
          <a:xfrm flipV="1">
            <a:off x="8602052" y="4750904"/>
            <a:ext cx="1267505" cy="188844"/>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177135F8-D0A7-3649-1D48-7EAFD1873598}"/>
              </a:ext>
            </a:extLst>
          </p:cNvPr>
          <p:cNvSpPr txBox="1"/>
          <p:nvPr/>
        </p:nvSpPr>
        <p:spPr>
          <a:xfrm>
            <a:off x="8709435" y="397566"/>
            <a:ext cx="3482566" cy="1600438"/>
          </a:xfrm>
          <a:prstGeom prst="rect">
            <a:avLst/>
          </a:prstGeom>
          <a:noFill/>
        </p:spPr>
        <p:txBody>
          <a:bodyPr wrap="square" rtlCol="0">
            <a:spAutoFit/>
          </a:bodyPr>
          <a:lstStyle/>
          <a:p>
            <a:r>
              <a:rPr lang="en-US" sz="1400" dirty="0">
                <a:solidFill>
                  <a:srgbClr val="C00000"/>
                </a:solidFill>
              </a:rPr>
              <a:t>Two roles for restoration GIS dataset:</a:t>
            </a:r>
          </a:p>
          <a:p>
            <a:pPr marL="168275" indent="-168275">
              <a:buFont typeface="Arial" panose="020B0604020202020204" pitchFamily="34" charset="0"/>
              <a:buChar char="•"/>
            </a:pPr>
            <a:r>
              <a:rPr lang="en-US" sz="1400" dirty="0">
                <a:solidFill>
                  <a:srgbClr val="C00000"/>
                </a:solidFill>
              </a:rPr>
              <a:t>Authoritative GIS data in </a:t>
            </a:r>
            <a:r>
              <a:rPr lang="en-US" sz="1400">
                <a:solidFill>
                  <a:srgbClr val="C00000"/>
                </a:solidFill>
              </a:rPr>
              <a:t>central location </a:t>
            </a:r>
            <a:r>
              <a:rPr lang="en-US" sz="1400" dirty="0">
                <a:solidFill>
                  <a:srgbClr val="C00000"/>
                </a:solidFill>
              </a:rPr>
              <a:t>for internal users (“production”)</a:t>
            </a:r>
          </a:p>
          <a:p>
            <a:pPr marL="168275" indent="-168275">
              <a:buFont typeface="Arial" panose="020B0604020202020204" pitchFamily="34" charset="0"/>
              <a:buChar char="•"/>
            </a:pPr>
            <a:r>
              <a:rPr lang="en-US" sz="1400" dirty="0">
                <a:solidFill>
                  <a:srgbClr val="C00000"/>
                </a:solidFill>
              </a:rPr>
              <a:t>Location for ArcGIS tool to write GIS data updates. Ideal workflow would write to non-production dataset to allow for review before replacing production copy.</a:t>
            </a:r>
          </a:p>
        </p:txBody>
      </p:sp>
    </p:spTree>
    <p:extLst>
      <p:ext uri="{BB962C8B-B14F-4D97-AF65-F5344CB8AC3E}">
        <p14:creationId xmlns:p14="http://schemas.microsoft.com/office/powerpoint/2010/main" val="9859718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630D93-CE31-47A9-C87D-1E84647A2892}"/>
              </a:ext>
            </a:extLst>
          </p:cNvPr>
          <p:cNvPicPr>
            <a:picLocks noChangeAspect="1"/>
          </p:cNvPicPr>
          <p:nvPr/>
        </p:nvPicPr>
        <p:blipFill>
          <a:blip r:embed="rId2"/>
          <a:stretch>
            <a:fillRect/>
          </a:stretch>
        </p:blipFill>
        <p:spPr>
          <a:xfrm>
            <a:off x="2245998" y="1673393"/>
            <a:ext cx="6487430" cy="4525006"/>
          </a:xfrm>
          <a:prstGeom prst="rect">
            <a:avLst/>
          </a:prstGeom>
        </p:spPr>
      </p:pic>
      <p:sp>
        <p:nvSpPr>
          <p:cNvPr id="4" name="TextBox 3">
            <a:extLst>
              <a:ext uri="{FF2B5EF4-FFF2-40B4-BE49-F238E27FC236}">
                <a16:creationId xmlns:a16="http://schemas.microsoft.com/office/drawing/2014/main" id="{5A2E842E-FF02-4FE2-3C0D-662E665B67DF}"/>
              </a:ext>
            </a:extLst>
          </p:cNvPr>
          <p:cNvSpPr txBox="1"/>
          <p:nvPr/>
        </p:nvSpPr>
        <p:spPr>
          <a:xfrm>
            <a:off x="1162878" y="327991"/>
            <a:ext cx="8865705" cy="738664"/>
          </a:xfrm>
          <a:prstGeom prst="rect">
            <a:avLst/>
          </a:prstGeom>
          <a:noFill/>
        </p:spPr>
        <p:txBody>
          <a:bodyPr wrap="square" rtlCol="0">
            <a:spAutoFit/>
          </a:bodyPr>
          <a:lstStyle/>
          <a:p>
            <a:r>
              <a:rPr lang="en-US" sz="2400" dirty="0"/>
              <a:t>Data entry into multiple related tables</a:t>
            </a:r>
          </a:p>
          <a:p>
            <a:r>
              <a:rPr lang="en-US" dirty="0">
                <a:solidFill>
                  <a:schemeClr val="tx1">
                    <a:lumMod val="50000"/>
                    <a:lumOff val="50000"/>
                  </a:schemeClr>
                </a:solidFill>
              </a:rPr>
              <a:t>Using Access forms and </a:t>
            </a:r>
            <a:r>
              <a:rPr lang="en-US" dirty="0" err="1">
                <a:solidFill>
                  <a:schemeClr val="tx1">
                    <a:lumMod val="50000"/>
                    <a:lumOff val="50000"/>
                  </a:schemeClr>
                </a:solidFill>
              </a:rPr>
              <a:t>subforms</a:t>
            </a:r>
            <a:endParaRPr lang="en-US" dirty="0">
              <a:solidFill>
                <a:schemeClr val="tx1">
                  <a:lumMod val="50000"/>
                  <a:lumOff val="50000"/>
                </a:schemeClr>
              </a:solidFill>
            </a:endParaRPr>
          </a:p>
        </p:txBody>
      </p:sp>
    </p:spTree>
    <p:extLst>
      <p:ext uri="{BB962C8B-B14F-4D97-AF65-F5344CB8AC3E}">
        <p14:creationId xmlns:p14="http://schemas.microsoft.com/office/powerpoint/2010/main" val="4434449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8554781-7146-3FBD-C631-395AD202DE35}"/>
              </a:ext>
            </a:extLst>
          </p:cNvPr>
          <p:cNvSpPr/>
          <p:nvPr/>
        </p:nvSpPr>
        <p:spPr>
          <a:xfrm>
            <a:off x="751438" y="1186005"/>
            <a:ext cx="1176951" cy="5432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Matrix</a:t>
            </a:r>
          </a:p>
          <a:p>
            <a:pPr algn="ctr"/>
            <a:r>
              <a:rPr lang="en-US" sz="1200" dirty="0"/>
              <a:t>spreadsheet</a:t>
            </a:r>
          </a:p>
        </p:txBody>
      </p:sp>
      <p:sp>
        <p:nvSpPr>
          <p:cNvPr id="5" name="Rounded Rectangle 4">
            <a:extLst>
              <a:ext uri="{FF2B5EF4-FFF2-40B4-BE49-F238E27FC236}">
                <a16:creationId xmlns:a16="http://schemas.microsoft.com/office/drawing/2014/main" id="{183181E8-04BE-28E0-B12E-209296751C20}"/>
              </a:ext>
            </a:extLst>
          </p:cNvPr>
          <p:cNvSpPr/>
          <p:nvPr/>
        </p:nvSpPr>
        <p:spPr>
          <a:xfrm>
            <a:off x="4087637" y="1030588"/>
            <a:ext cx="1860488" cy="4270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planting_event_gps_pts</a:t>
            </a:r>
            <a:endParaRPr lang="en-US" sz="1200" dirty="0"/>
          </a:p>
        </p:txBody>
      </p:sp>
      <p:sp>
        <p:nvSpPr>
          <p:cNvPr id="6" name="Rounded Rectangle 5">
            <a:extLst>
              <a:ext uri="{FF2B5EF4-FFF2-40B4-BE49-F238E27FC236}">
                <a16:creationId xmlns:a16="http://schemas.microsoft.com/office/drawing/2014/main" id="{32D56595-57A0-BAA2-ABA8-F7505ED2B3FE}"/>
              </a:ext>
            </a:extLst>
          </p:cNvPr>
          <p:cNvSpPr/>
          <p:nvPr/>
        </p:nvSpPr>
        <p:spPr>
          <a:xfrm>
            <a:off x="4078583" y="1652259"/>
            <a:ext cx="1878595" cy="347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plantings</a:t>
            </a:r>
          </a:p>
        </p:txBody>
      </p:sp>
      <p:pic>
        <p:nvPicPr>
          <p:cNvPr id="1026" name="Picture 2" descr="code file Icon - Free PNG &amp; SVG 2035030 ...">
            <a:extLst>
              <a:ext uri="{FF2B5EF4-FFF2-40B4-BE49-F238E27FC236}">
                <a16:creationId xmlns:a16="http://schemas.microsoft.com/office/drawing/2014/main" id="{5CCA4190-8D06-D72F-BA09-500343669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141" y="1186004"/>
            <a:ext cx="624690" cy="624690"/>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6">
            <a:extLst>
              <a:ext uri="{FF2B5EF4-FFF2-40B4-BE49-F238E27FC236}">
                <a16:creationId xmlns:a16="http://schemas.microsoft.com/office/drawing/2014/main" id="{6095444E-453C-5651-4B6B-3006488F1930}"/>
              </a:ext>
            </a:extLst>
          </p:cNvPr>
          <p:cNvSpPr/>
          <p:nvPr/>
        </p:nvSpPr>
        <p:spPr>
          <a:xfrm>
            <a:off x="7496644" y="849517"/>
            <a:ext cx="1860488" cy="3364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planting_locations</a:t>
            </a:r>
            <a:endParaRPr lang="en-US" sz="1200" dirty="0"/>
          </a:p>
        </p:txBody>
      </p:sp>
      <p:sp>
        <p:nvSpPr>
          <p:cNvPr id="8" name="Rounded Rectangle 7">
            <a:extLst>
              <a:ext uri="{FF2B5EF4-FFF2-40B4-BE49-F238E27FC236}">
                <a16:creationId xmlns:a16="http://schemas.microsoft.com/office/drawing/2014/main" id="{C6819BCA-D562-7E65-C00F-BAE695A5FD6D}"/>
              </a:ext>
            </a:extLst>
          </p:cNvPr>
          <p:cNvSpPr/>
          <p:nvPr/>
        </p:nvSpPr>
        <p:spPr>
          <a:xfrm>
            <a:off x="4096690" y="2194715"/>
            <a:ext cx="1860488" cy="347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donor_sites</a:t>
            </a:r>
            <a:endParaRPr lang="en-US" sz="1200" dirty="0"/>
          </a:p>
        </p:txBody>
      </p:sp>
      <p:pic>
        <p:nvPicPr>
          <p:cNvPr id="10" name="Picture 2" descr="code file Icon - Free PNG &amp; SVG 2035030 ...">
            <a:extLst>
              <a:ext uri="{FF2B5EF4-FFF2-40B4-BE49-F238E27FC236}">
                <a16:creationId xmlns:a16="http://schemas.microsoft.com/office/drawing/2014/main" id="{6AC8A02A-07B3-CABD-35C6-55995B070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256" y="1515325"/>
            <a:ext cx="624690" cy="624690"/>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a:extLst>
              <a:ext uri="{FF2B5EF4-FFF2-40B4-BE49-F238E27FC236}">
                <a16:creationId xmlns:a16="http://schemas.microsoft.com/office/drawing/2014/main" id="{825BF6AC-C48F-7048-9604-B7785155C5EB}"/>
              </a:ext>
            </a:extLst>
          </p:cNvPr>
          <p:cNvSpPr/>
          <p:nvPr/>
        </p:nvSpPr>
        <p:spPr>
          <a:xfrm>
            <a:off x="2087958" y="1394234"/>
            <a:ext cx="502464" cy="208230"/>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72615A92-0A2C-05A2-D21E-4CE02707C184}"/>
              </a:ext>
            </a:extLst>
          </p:cNvPr>
          <p:cNvSpPr/>
          <p:nvPr/>
        </p:nvSpPr>
        <p:spPr>
          <a:xfrm>
            <a:off x="3320360" y="1383886"/>
            <a:ext cx="502464" cy="208230"/>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5BA6CF23-621E-D03B-BFD2-D9658FB7C073}"/>
              </a:ext>
            </a:extLst>
          </p:cNvPr>
          <p:cNvSpPr/>
          <p:nvPr/>
        </p:nvSpPr>
        <p:spPr>
          <a:xfrm>
            <a:off x="6243877" y="1718650"/>
            <a:ext cx="502464" cy="208230"/>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18AFA60A-5001-E306-052D-D2905AFC6388}"/>
              </a:ext>
            </a:extLst>
          </p:cNvPr>
          <p:cNvSpPr/>
          <p:nvPr/>
        </p:nvSpPr>
        <p:spPr>
          <a:xfrm rot="19186699">
            <a:off x="7198272" y="1290686"/>
            <a:ext cx="379149" cy="242557"/>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2B9F1ED8-E4FF-C09E-B257-0F422EF43C9F}"/>
              </a:ext>
            </a:extLst>
          </p:cNvPr>
          <p:cNvSpPr/>
          <p:nvPr/>
        </p:nvSpPr>
        <p:spPr>
          <a:xfrm rot="2452790">
            <a:off x="7221763" y="2260222"/>
            <a:ext cx="778296" cy="238763"/>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eft Bracket 17">
            <a:extLst>
              <a:ext uri="{FF2B5EF4-FFF2-40B4-BE49-F238E27FC236}">
                <a16:creationId xmlns:a16="http://schemas.microsoft.com/office/drawing/2014/main" id="{D6B5CF9A-3105-1396-52BA-2A151975A167}"/>
              </a:ext>
            </a:extLst>
          </p:cNvPr>
          <p:cNvSpPr/>
          <p:nvPr/>
        </p:nvSpPr>
        <p:spPr>
          <a:xfrm>
            <a:off x="3930884" y="1030588"/>
            <a:ext cx="58846" cy="1526269"/>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Right Bracket 18">
            <a:extLst>
              <a:ext uri="{FF2B5EF4-FFF2-40B4-BE49-F238E27FC236}">
                <a16:creationId xmlns:a16="http://schemas.microsoft.com/office/drawing/2014/main" id="{D4853DC4-07C8-B0FC-FE29-D9AAE6580569}"/>
              </a:ext>
            </a:extLst>
          </p:cNvPr>
          <p:cNvSpPr/>
          <p:nvPr/>
        </p:nvSpPr>
        <p:spPr>
          <a:xfrm>
            <a:off x="6020554" y="1030588"/>
            <a:ext cx="45719" cy="1511933"/>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9CC2D1AC-BB19-2C3B-84F8-AE8A7DD4F3A7}"/>
              </a:ext>
            </a:extLst>
          </p:cNvPr>
          <p:cNvSpPr/>
          <p:nvPr/>
        </p:nvSpPr>
        <p:spPr>
          <a:xfrm>
            <a:off x="4672040" y="4272417"/>
            <a:ext cx="2788465" cy="3364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planting_event_gps_pts_newrecs</a:t>
            </a:r>
            <a:endParaRPr lang="en-US" sz="1200" dirty="0"/>
          </a:p>
        </p:txBody>
      </p:sp>
      <p:sp>
        <p:nvSpPr>
          <p:cNvPr id="21" name="Rounded Rectangle 20">
            <a:extLst>
              <a:ext uri="{FF2B5EF4-FFF2-40B4-BE49-F238E27FC236}">
                <a16:creationId xmlns:a16="http://schemas.microsoft.com/office/drawing/2014/main" id="{5570C2F4-EDB5-17A0-44B0-A28D05786AF1}"/>
              </a:ext>
            </a:extLst>
          </p:cNvPr>
          <p:cNvSpPr/>
          <p:nvPr/>
        </p:nvSpPr>
        <p:spPr>
          <a:xfrm>
            <a:off x="4660720" y="4826182"/>
            <a:ext cx="2788464" cy="3364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t>planting_newrecs</a:t>
            </a:r>
            <a:endParaRPr lang="en-US" sz="1200" dirty="0"/>
          </a:p>
        </p:txBody>
      </p:sp>
      <p:sp>
        <p:nvSpPr>
          <p:cNvPr id="23" name="TextBox 22">
            <a:extLst>
              <a:ext uri="{FF2B5EF4-FFF2-40B4-BE49-F238E27FC236}">
                <a16:creationId xmlns:a16="http://schemas.microsoft.com/office/drawing/2014/main" id="{4CE69C70-655B-D189-03E3-5153CC3D7C77}"/>
              </a:ext>
            </a:extLst>
          </p:cNvPr>
          <p:cNvSpPr txBox="1"/>
          <p:nvPr/>
        </p:nvSpPr>
        <p:spPr>
          <a:xfrm>
            <a:off x="409366" y="4114158"/>
            <a:ext cx="1176951" cy="923330"/>
          </a:xfrm>
          <a:prstGeom prst="rect">
            <a:avLst/>
          </a:prstGeom>
          <a:noFill/>
        </p:spPr>
        <p:txBody>
          <a:bodyPr wrap="square" rtlCol="0">
            <a:spAutoFit/>
          </a:bodyPr>
          <a:lstStyle/>
          <a:p>
            <a:pPr algn="ctr"/>
            <a:r>
              <a:rPr lang="en-US" dirty="0"/>
              <a:t>new</a:t>
            </a:r>
          </a:p>
          <a:p>
            <a:pPr algn="ctr"/>
            <a:r>
              <a:rPr lang="en-US" dirty="0"/>
              <a:t>planting</a:t>
            </a:r>
          </a:p>
          <a:p>
            <a:pPr algn="ctr"/>
            <a:r>
              <a:rPr lang="en-US" dirty="0"/>
              <a:t>data</a:t>
            </a:r>
          </a:p>
        </p:txBody>
      </p:sp>
      <p:sp>
        <p:nvSpPr>
          <p:cNvPr id="24" name="Rounded Rectangle 23">
            <a:extLst>
              <a:ext uri="{FF2B5EF4-FFF2-40B4-BE49-F238E27FC236}">
                <a16:creationId xmlns:a16="http://schemas.microsoft.com/office/drawing/2014/main" id="{E40243CE-BA31-CAD5-8277-9CA87B36848A}"/>
              </a:ext>
            </a:extLst>
          </p:cNvPr>
          <p:cNvSpPr/>
          <p:nvPr/>
        </p:nvSpPr>
        <p:spPr>
          <a:xfrm>
            <a:off x="2322508" y="4407579"/>
            <a:ext cx="1469632" cy="3364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Survey 1-2-3</a:t>
            </a:r>
          </a:p>
        </p:txBody>
      </p:sp>
      <p:pic>
        <p:nvPicPr>
          <p:cNvPr id="25" name="Picture 2" descr="code file Icon - Free PNG &amp; SVG 2035030 ...">
            <a:extLst>
              <a:ext uri="{FF2B5EF4-FFF2-40B4-BE49-F238E27FC236}">
                <a16:creationId xmlns:a16="http://schemas.microsoft.com/office/drawing/2014/main" id="{5F02DEBB-EF03-25D6-AFE4-790F8FA08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4543" y="4369735"/>
            <a:ext cx="624690" cy="624690"/>
          </a:xfrm>
          <a:prstGeom prst="rect">
            <a:avLst/>
          </a:prstGeom>
          <a:noFill/>
          <a:extLst>
            <a:ext uri="{909E8E84-426E-40DD-AFC4-6F175D3DCCD1}">
              <a14:hiddenFill xmlns:a14="http://schemas.microsoft.com/office/drawing/2010/main">
                <a:solidFill>
                  <a:srgbClr val="FFFFFF"/>
                </a:solidFill>
              </a14:hiddenFill>
            </a:ext>
          </a:extLst>
        </p:spPr>
      </p:pic>
      <p:sp>
        <p:nvSpPr>
          <p:cNvPr id="26" name="Right Arrow 25">
            <a:extLst>
              <a:ext uri="{FF2B5EF4-FFF2-40B4-BE49-F238E27FC236}">
                <a16:creationId xmlns:a16="http://schemas.microsoft.com/office/drawing/2014/main" id="{0A14186E-3E82-DC2C-D2AC-753A17DBE4E1}"/>
              </a:ext>
            </a:extLst>
          </p:cNvPr>
          <p:cNvSpPr/>
          <p:nvPr/>
        </p:nvSpPr>
        <p:spPr>
          <a:xfrm>
            <a:off x="1666815" y="4466991"/>
            <a:ext cx="502464" cy="20823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D43D8BCC-936B-48BC-25F5-4234FC43D1E5}"/>
              </a:ext>
            </a:extLst>
          </p:cNvPr>
          <p:cNvSpPr/>
          <p:nvPr/>
        </p:nvSpPr>
        <p:spPr>
          <a:xfrm>
            <a:off x="3930884" y="4505466"/>
            <a:ext cx="502464" cy="20823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a:extLst>
              <a:ext uri="{FF2B5EF4-FFF2-40B4-BE49-F238E27FC236}">
                <a16:creationId xmlns:a16="http://schemas.microsoft.com/office/drawing/2014/main" id="{FB6FA205-0B1C-C49B-D576-1EDA38C121DB}"/>
              </a:ext>
            </a:extLst>
          </p:cNvPr>
          <p:cNvSpPr/>
          <p:nvPr/>
        </p:nvSpPr>
        <p:spPr>
          <a:xfrm>
            <a:off x="7639272" y="4619391"/>
            <a:ext cx="502464" cy="20823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06EC57D8-4C2C-D202-983F-8E839C85F658}"/>
              </a:ext>
            </a:extLst>
          </p:cNvPr>
          <p:cNvSpPr/>
          <p:nvPr/>
        </p:nvSpPr>
        <p:spPr>
          <a:xfrm>
            <a:off x="8808752" y="4617952"/>
            <a:ext cx="502464" cy="20823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 Bracket 29">
            <a:extLst>
              <a:ext uri="{FF2B5EF4-FFF2-40B4-BE49-F238E27FC236}">
                <a16:creationId xmlns:a16="http://schemas.microsoft.com/office/drawing/2014/main" id="{E4297898-CF35-BF35-43B3-5EF1DFBCC917}"/>
              </a:ext>
            </a:extLst>
          </p:cNvPr>
          <p:cNvSpPr/>
          <p:nvPr/>
        </p:nvSpPr>
        <p:spPr>
          <a:xfrm>
            <a:off x="4572092" y="4231290"/>
            <a:ext cx="58846" cy="974451"/>
          </a:xfrm>
          <a:prstGeom prst="lef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Right Bracket 30">
            <a:extLst>
              <a:ext uri="{FF2B5EF4-FFF2-40B4-BE49-F238E27FC236}">
                <a16:creationId xmlns:a16="http://schemas.microsoft.com/office/drawing/2014/main" id="{29177661-9295-C434-4376-7B6BFBD71D44}"/>
              </a:ext>
            </a:extLst>
          </p:cNvPr>
          <p:cNvSpPr/>
          <p:nvPr/>
        </p:nvSpPr>
        <p:spPr>
          <a:xfrm>
            <a:off x="7483714" y="4238458"/>
            <a:ext cx="58846" cy="924211"/>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0AC69045-D7AD-703D-6D9C-742377DE46F6}"/>
              </a:ext>
            </a:extLst>
          </p:cNvPr>
          <p:cNvSpPr txBox="1"/>
          <p:nvPr/>
        </p:nvSpPr>
        <p:spPr>
          <a:xfrm>
            <a:off x="8114543" y="2556857"/>
            <a:ext cx="2132393" cy="954107"/>
          </a:xfrm>
          <a:prstGeom prst="rect">
            <a:avLst/>
          </a:prstGeom>
          <a:noFill/>
        </p:spPr>
        <p:txBody>
          <a:bodyPr wrap="square" rtlCol="0">
            <a:spAutoFit/>
          </a:bodyPr>
          <a:lstStyle/>
          <a:p>
            <a:r>
              <a:rPr lang="en-US" sz="1400" u="sng" dirty="0"/>
              <a:t>feature layers</a:t>
            </a:r>
          </a:p>
          <a:p>
            <a:r>
              <a:rPr lang="en-US" sz="1400" dirty="0" err="1"/>
              <a:t>pt_plantings</a:t>
            </a:r>
            <a:endParaRPr lang="en-US" sz="1400" dirty="0"/>
          </a:p>
          <a:p>
            <a:r>
              <a:rPr lang="en-US" sz="1400" dirty="0" err="1"/>
              <a:t>ln_plantings</a:t>
            </a:r>
            <a:endParaRPr lang="en-US" sz="1400" dirty="0"/>
          </a:p>
          <a:p>
            <a:r>
              <a:rPr lang="en-US" sz="1400" dirty="0" err="1"/>
              <a:t>py_plantings</a:t>
            </a:r>
            <a:endParaRPr lang="en-US" sz="1400" dirty="0"/>
          </a:p>
        </p:txBody>
      </p:sp>
      <p:sp>
        <p:nvSpPr>
          <p:cNvPr id="33" name="TextBox 32">
            <a:extLst>
              <a:ext uri="{FF2B5EF4-FFF2-40B4-BE49-F238E27FC236}">
                <a16:creationId xmlns:a16="http://schemas.microsoft.com/office/drawing/2014/main" id="{77176579-A631-783C-2A3F-B2078F267EDF}"/>
              </a:ext>
            </a:extLst>
          </p:cNvPr>
          <p:cNvSpPr txBox="1"/>
          <p:nvPr/>
        </p:nvSpPr>
        <p:spPr>
          <a:xfrm>
            <a:off x="9357132" y="2571009"/>
            <a:ext cx="2132393" cy="954107"/>
          </a:xfrm>
          <a:prstGeom prst="rect">
            <a:avLst/>
          </a:prstGeom>
          <a:noFill/>
        </p:spPr>
        <p:txBody>
          <a:bodyPr wrap="square" rtlCol="0">
            <a:spAutoFit/>
          </a:bodyPr>
          <a:lstStyle/>
          <a:p>
            <a:r>
              <a:rPr lang="en-US" sz="1400" u="sng" dirty="0"/>
              <a:t>feature layers</a:t>
            </a:r>
          </a:p>
          <a:p>
            <a:r>
              <a:rPr lang="en-US" sz="1400" dirty="0" err="1"/>
              <a:t>planting_regions</a:t>
            </a:r>
            <a:endParaRPr lang="en-US" sz="1400" dirty="0"/>
          </a:p>
          <a:p>
            <a:r>
              <a:rPr lang="en-US" sz="1400" dirty="0" err="1"/>
              <a:t>planting_all_pts</a:t>
            </a:r>
            <a:endParaRPr lang="en-US" sz="1400" dirty="0"/>
          </a:p>
          <a:p>
            <a:r>
              <a:rPr lang="en-US" sz="1400" dirty="0" err="1"/>
              <a:t>py_plantings</a:t>
            </a:r>
            <a:endParaRPr lang="en-US" sz="1400" dirty="0"/>
          </a:p>
        </p:txBody>
      </p:sp>
    </p:spTree>
    <p:extLst>
      <p:ext uri="{BB962C8B-B14F-4D97-AF65-F5344CB8AC3E}">
        <p14:creationId xmlns:p14="http://schemas.microsoft.com/office/powerpoint/2010/main" val="35651971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64562A6-BF0D-C425-2B40-D9E50005AD47}"/>
              </a:ext>
            </a:extLst>
          </p:cNvPr>
          <p:cNvGrpSpPr/>
          <p:nvPr/>
        </p:nvGrpSpPr>
        <p:grpSpPr>
          <a:xfrm>
            <a:off x="348287" y="401816"/>
            <a:ext cx="8599771" cy="6054367"/>
            <a:chOff x="348287" y="401816"/>
            <a:chExt cx="8599771" cy="6054367"/>
          </a:xfrm>
        </p:grpSpPr>
        <p:pic>
          <p:nvPicPr>
            <p:cNvPr id="3" name="Picture 2">
              <a:extLst>
                <a:ext uri="{FF2B5EF4-FFF2-40B4-BE49-F238E27FC236}">
                  <a16:creationId xmlns:a16="http://schemas.microsoft.com/office/drawing/2014/main" id="{9A59EAD9-89B3-8485-4FD2-E29CA62D2FD3}"/>
                </a:ext>
              </a:extLst>
            </p:cNvPr>
            <p:cNvPicPr>
              <a:picLocks noChangeAspect="1"/>
            </p:cNvPicPr>
            <p:nvPr/>
          </p:nvPicPr>
          <p:blipFill>
            <a:blip r:embed="rId2"/>
            <a:stretch>
              <a:fillRect/>
            </a:stretch>
          </p:blipFill>
          <p:spPr>
            <a:xfrm>
              <a:off x="348287" y="401816"/>
              <a:ext cx="8599771" cy="6054367"/>
            </a:xfrm>
            <a:prstGeom prst="rect">
              <a:avLst/>
            </a:prstGeom>
          </p:spPr>
        </p:pic>
        <p:sp>
          <p:nvSpPr>
            <p:cNvPr id="4" name="Rectangle 3">
              <a:extLst>
                <a:ext uri="{FF2B5EF4-FFF2-40B4-BE49-F238E27FC236}">
                  <a16:creationId xmlns:a16="http://schemas.microsoft.com/office/drawing/2014/main" id="{674778BA-45CD-6FD5-B46A-2D22B5080FAF}"/>
                </a:ext>
              </a:extLst>
            </p:cNvPr>
            <p:cNvSpPr/>
            <p:nvPr/>
          </p:nvSpPr>
          <p:spPr>
            <a:xfrm>
              <a:off x="6596743" y="1754155"/>
              <a:ext cx="1847461" cy="33963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C6421496-73F8-4A23-3076-7006878DA3C7}"/>
              </a:ext>
            </a:extLst>
          </p:cNvPr>
          <p:cNvSpPr txBox="1"/>
          <p:nvPr/>
        </p:nvSpPr>
        <p:spPr>
          <a:xfrm>
            <a:off x="9119174" y="2477478"/>
            <a:ext cx="2724539" cy="646331"/>
          </a:xfrm>
          <a:prstGeom prst="rect">
            <a:avLst/>
          </a:prstGeom>
          <a:noFill/>
        </p:spPr>
        <p:txBody>
          <a:bodyPr wrap="square" rtlCol="0">
            <a:spAutoFit/>
          </a:bodyPr>
          <a:lstStyle/>
          <a:p>
            <a:r>
              <a:rPr lang="en-US" sz="1200" dirty="0"/>
              <a:t>“point” and “retain” added for these records in the snapshot “Plantings” sheet.</a:t>
            </a:r>
          </a:p>
        </p:txBody>
      </p:sp>
    </p:spTree>
    <p:extLst>
      <p:ext uri="{BB962C8B-B14F-4D97-AF65-F5344CB8AC3E}">
        <p14:creationId xmlns:p14="http://schemas.microsoft.com/office/powerpoint/2010/main" val="1739400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D92CC13-9C62-16E9-137A-EF70D8CA5E12}"/>
              </a:ext>
            </a:extLst>
          </p:cNvPr>
          <p:cNvSpPr/>
          <p:nvPr/>
        </p:nvSpPr>
        <p:spPr>
          <a:xfrm>
            <a:off x="2584174" y="997225"/>
            <a:ext cx="1143000" cy="3279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project</a:t>
            </a:r>
          </a:p>
        </p:txBody>
      </p:sp>
      <p:sp>
        <p:nvSpPr>
          <p:cNvPr id="4" name="Rectangle: Rounded Corners 3">
            <a:extLst>
              <a:ext uri="{FF2B5EF4-FFF2-40B4-BE49-F238E27FC236}">
                <a16:creationId xmlns:a16="http://schemas.microsoft.com/office/drawing/2014/main" id="{B4EA0266-F5A4-C6B5-F58C-6CE0022D438D}"/>
              </a:ext>
            </a:extLst>
          </p:cNvPr>
          <p:cNvSpPr/>
          <p:nvPr/>
        </p:nvSpPr>
        <p:spPr>
          <a:xfrm>
            <a:off x="1136373" y="2032551"/>
            <a:ext cx="1447801"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Sponsored project</a:t>
            </a:r>
          </a:p>
        </p:txBody>
      </p:sp>
      <p:sp>
        <p:nvSpPr>
          <p:cNvPr id="5" name="Rectangle: Rounded Corners 4">
            <a:extLst>
              <a:ext uri="{FF2B5EF4-FFF2-40B4-BE49-F238E27FC236}">
                <a16:creationId xmlns:a16="http://schemas.microsoft.com/office/drawing/2014/main" id="{8DC1CDCA-103F-D6F5-0018-037BD7DF294B}"/>
              </a:ext>
            </a:extLst>
          </p:cNvPr>
          <p:cNvSpPr/>
          <p:nvPr/>
        </p:nvSpPr>
        <p:spPr>
          <a:xfrm>
            <a:off x="3806688" y="2032551"/>
            <a:ext cx="156044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Sponsored project</a:t>
            </a:r>
          </a:p>
        </p:txBody>
      </p:sp>
      <p:sp>
        <p:nvSpPr>
          <p:cNvPr id="6" name="Rectangle: Rounded Corners 5">
            <a:extLst>
              <a:ext uri="{FF2B5EF4-FFF2-40B4-BE49-F238E27FC236}">
                <a16:creationId xmlns:a16="http://schemas.microsoft.com/office/drawing/2014/main" id="{BFF8BF73-88E4-9CCA-E66D-0D57E29CDBAF}"/>
              </a:ext>
            </a:extLst>
          </p:cNvPr>
          <p:cNvSpPr/>
          <p:nvPr/>
        </p:nvSpPr>
        <p:spPr>
          <a:xfrm>
            <a:off x="564873" y="3105979"/>
            <a:ext cx="1143000"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contractor</a:t>
            </a:r>
          </a:p>
        </p:txBody>
      </p:sp>
      <p:sp>
        <p:nvSpPr>
          <p:cNvPr id="7" name="Rectangle: Rounded Corners 6">
            <a:extLst>
              <a:ext uri="{FF2B5EF4-FFF2-40B4-BE49-F238E27FC236}">
                <a16:creationId xmlns:a16="http://schemas.microsoft.com/office/drawing/2014/main" id="{3094EDB7-C115-D4B5-6482-9FFA05AEDFCB}"/>
              </a:ext>
            </a:extLst>
          </p:cNvPr>
          <p:cNvSpPr/>
          <p:nvPr/>
        </p:nvSpPr>
        <p:spPr>
          <a:xfrm>
            <a:off x="1817205" y="3105979"/>
            <a:ext cx="1143000"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contractor</a:t>
            </a:r>
          </a:p>
        </p:txBody>
      </p:sp>
      <p:sp>
        <p:nvSpPr>
          <p:cNvPr id="8" name="Rectangle: Rounded Corners 7">
            <a:extLst>
              <a:ext uri="{FF2B5EF4-FFF2-40B4-BE49-F238E27FC236}">
                <a16:creationId xmlns:a16="http://schemas.microsoft.com/office/drawing/2014/main" id="{B0A21191-6810-D837-5EE9-73E511CA2AB3}"/>
              </a:ext>
            </a:extLst>
          </p:cNvPr>
          <p:cNvSpPr/>
          <p:nvPr/>
        </p:nvSpPr>
        <p:spPr>
          <a:xfrm>
            <a:off x="4714462" y="3105979"/>
            <a:ext cx="1143000"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contractor</a:t>
            </a:r>
          </a:p>
        </p:txBody>
      </p:sp>
      <p:sp>
        <p:nvSpPr>
          <p:cNvPr id="9" name="Rectangle: Rounded Corners 8">
            <a:extLst>
              <a:ext uri="{FF2B5EF4-FFF2-40B4-BE49-F238E27FC236}">
                <a16:creationId xmlns:a16="http://schemas.microsoft.com/office/drawing/2014/main" id="{8B73D961-6BC5-32CB-E5AD-32759891CCF7}"/>
              </a:ext>
            </a:extLst>
          </p:cNvPr>
          <p:cNvSpPr/>
          <p:nvPr/>
        </p:nvSpPr>
        <p:spPr>
          <a:xfrm>
            <a:off x="3462130" y="3105979"/>
            <a:ext cx="1143000"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contractor</a:t>
            </a:r>
          </a:p>
        </p:txBody>
      </p:sp>
      <p:sp>
        <p:nvSpPr>
          <p:cNvPr id="10" name="Rectangle: Rounded Corners 9">
            <a:extLst>
              <a:ext uri="{FF2B5EF4-FFF2-40B4-BE49-F238E27FC236}">
                <a16:creationId xmlns:a16="http://schemas.microsoft.com/office/drawing/2014/main" id="{5B383483-DE76-BCA5-2DC5-4883BAF60DA1}"/>
              </a:ext>
            </a:extLst>
          </p:cNvPr>
          <p:cNvSpPr/>
          <p:nvPr/>
        </p:nvSpPr>
        <p:spPr>
          <a:xfrm>
            <a:off x="4807227"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sp>
        <p:nvSpPr>
          <p:cNvPr id="11" name="Rectangle: Rounded Corners 10">
            <a:extLst>
              <a:ext uri="{FF2B5EF4-FFF2-40B4-BE49-F238E27FC236}">
                <a16:creationId xmlns:a16="http://schemas.microsoft.com/office/drawing/2014/main" id="{D9CE025E-7C19-1883-8D82-13F4B634B8FB}"/>
              </a:ext>
            </a:extLst>
          </p:cNvPr>
          <p:cNvSpPr/>
          <p:nvPr/>
        </p:nvSpPr>
        <p:spPr>
          <a:xfrm>
            <a:off x="5781262"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sp>
        <p:nvSpPr>
          <p:cNvPr id="12" name="Rectangle: Rounded Corners 11">
            <a:extLst>
              <a:ext uri="{FF2B5EF4-FFF2-40B4-BE49-F238E27FC236}">
                <a16:creationId xmlns:a16="http://schemas.microsoft.com/office/drawing/2014/main" id="{2F2B0846-82AF-6545-D722-06C96B904302}"/>
              </a:ext>
            </a:extLst>
          </p:cNvPr>
          <p:cNvSpPr/>
          <p:nvPr/>
        </p:nvSpPr>
        <p:spPr>
          <a:xfrm>
            <a:off x="53009"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sp>
        <p:nvSpPr>
          <p:cNvPr id="13" name="Rectangle: Rounded Corners 12">
            <a:extLst>
              <a:ext uri="{FF2B5EF4-FFF2-40B4-BE49-F238E27FC236}">
                <a16:creationId xmlns:a16="http://schemas.microsoft.com/office/drawing/2014/main" id="{C80ED318-8F1D-6E02-9F62-36E0191D66C1}"/>
              </a:ext>
            </a:extLst>
          </p:cNvPr>
          <p:cNvSpPr/>
          <p:nvPr/>
        </p:nvSpPr>
        <p:spPr>
          <a:xfrm>
            <a:off x="919369"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sp>
        <p:nvSpPr>
          <p:cNvPr id="14" name="Rectangle: Rounded Corners 13">
            <a:extLst>
              <a:ext uri="{FF2B5EF4-FFF2-40B4-BE49-F238E27FC236}">
                <a16:creationId xmlns:a16="http://schemas.microsoft.com/office/drawing/2014/main" id="{C8754544-96C2-4E77-9E88-61EFC301BE61}"/>
              </a:ext>
            </a:extLst>
          </p:cNvPr>
          <p:cNvSpPr/>
          <p:nvPr/>
        </p:nvSpPr>
        <p:spPr>
          <a:xfrm>
            <a:off x="2054916"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sp>
        <p:nvSpPr>
          <p:cNvPr id="15" name="Rectangle: Rounded Corners 14">
            <a:extLst>
              <a:ext uri="{FF2B5EF4-FFF2-40B4-BE49-F238E27FC236}">
                <a16:creationId xmlns:a16="http://schemas.microsoft.com/office/drawing/2014/main" id="{A5F216EB-580C-477A-46C9-5AE9088122AF}"/>
              </a:ext>
            </a:extLst>
          </p:cNvPr>
          <p:cNvSpPr/>
          <p:nvPr/>
        </p:nvSpPr>
        <p:spPr>
          <a:xfrm>
            <a:off x="3671680" y="4017068"/>
            <a:ext cx="808382" cy="3279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contract</a:t>
            </a:r>
          </a:p>
        </p:txBody>
      </p:sp>
      <p:cxnSp>
        <p:nvCxnSpPr>
          <p:cNvPr id="17" name="Straight Connector 16">
            <a:extLst>
              <a:ext uri="{FF2B5EF4-FFF2-40B4-BE49-F238E27FC236}">
                <a16:creationId xmlns:a16="http://schemas.microsoft.com/office/drawing/2014/main" id="{506FBCB0-FBE7-4DDC-4FA4-D36F87A9AD01}"/>
              </a:ext>
            </a:extLst>
          </p:cNvPr>
          <p:cNvCxnSpPr>
            <a:cxnSpLocks/>
            <a:stCxn id="2" idx="2"/>
            <a:endCxn id="4" idx="0"/>
          </p:cNvCxnSpPr>
          <p:nvPr/>
        </p:nvCxnSpPr>
        <p:spPr>
          <a:xfrm flipH="1">
            <a:off x="1860274" y="1325216"/>
            <a:ext cx="1295400" cy="7073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38B90F9-69DB-F4A0-03E2-2E2B118BDA4D}"/>
              </a:ext>
            </a:extLst>
          </p:cNvPr>
          <p:cNvCxnSpPr>
            <a:cxnSpLocks/>
            <a:stCxn id="2" idx="2"/>
            <a:endCxn id="5" idx="0"/>
          </p:cNvCxnSpPr>
          <p:nvPr/>
        </p:nvCxnSpPr>
        <p:spPr>
          <a:xfrm>
            <a:off x="3155674" y="1325216"/>
            <a:ext cx="1431235" cy="7073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FA0261E-34C9-7E01-EA0C-19137789F846}"/>
              </a:ext>
            </a:extLst>
          </p:cNvPr>
          <p:cNvCxnSpPr>
            <a:cxnSpLocks/>
            <a:stCxn id="4" idx="2"/>
            <a:endCxn id="6" idx="0"/>
          </p:cNvCxnSpPr>
          <p:nvPr/>
        </p:nvCxnSpPr>
        <p:spPr>
          <a:xfrm flipH="1">
            <a:off x="1136373" y="2360542"/>
            <a:ext cx="723901" cy="745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A41DE6A-1B90-8CA3-0604-4AB1FFB7D19B}"/>
              </a:ext>
            </a:extLst>
          </p:cNvPr>
          <p:cNvCxnSpPr>
            <a:cxnSpLocks/>
            <a:stCxn id="4" idx="2"/>
            <a:endCxn id="7" idx="0"/>
          </p:cNvCxnSpPr>
          <p:nvPr/>
        </p:nvCxnSpPr>
        <p:spPr>
          <a:xfrm>
            <a:off x="1860274" y="2360542"/>
            <a:ext cx="528431" cy="745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B59C51B-D08C-099F-6C27-FB290CF434F3}"/>
              </a:ext>
            </a:extLst>
          </p:cNvPr>
          <p:cNvCxnSpPr>
            <a:cxnSpLocks/>
            <a:stCxn id="5" idx="2"/>
            <a:endCxn id="9" idx="0"/>
          </p:cNvCxnSpPr>
          <p:nvPr/>
        </p:nvCxnSpPr>
        <p:spPr>
          <a:xfrm flipH="1">
            <a:off x="4033630" y="2360542"/>
            <a:ext cx="553279" cy="745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718E57E-4B97-2238-3D2D-3525B88AE71E}"/>
              </a:ext>
            </a:extLst>
          </p:cNvPr>
          <p:cNvCxnSpPr>
            <a:cxnSpLocks/>
            <a:stCxn id="5" idx="2"/>
            <a:endCxn id="8" idx="0"/>
          </p:cNvCxnSpPr>
          <p:nvPr/>
        </p:nvCxnSpPr>
        <p:spPr>
          <a:xfrm>
            <a:off x="4586909" y="2360542"/>
            <a:ext cx="699053" cy="745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A1A7E7D-32D1-F84D-A0A3-A8592CDE2933}"/>
              </a:ext>
            </a:extLst>
          </p:cNvPr>
          <p:cNvCxnSpPr>
            <a:stCxn id="6" idx="2"/>
            <a:endCxn id="12" idx="0"/>
          </p:cNvCxnSpPr>
          <p:nvPr/>
        </p:nvCxnSpPr>
        <p:spPr>
          <a:xfrm flipH="1">
            <a:off x="457200" y="3433970"/>
            <a:ext cx="679173" cy="5830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9C7ACA9-FD0D-1E44-E6FC-96EDDE859A17}"/>
              </a:ext>
            </a:extLst>
          </p:cNvPr>
          <p:cNvCxnSpPr>
            <a:stCxn id="6" idx="2"/>
            <a:endCxn id="13" idx="0"/>
          </p:cNvCxnSpPr>
          <p:nvPr/>
        </p:nvCxnSpPr>
        <p:spPr>
          <a:xfrm>
            <a:off x="1136373" y="3433970"/>
            <a:ext cx="187187" cy="5830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3F91401-6753-9D78-39FA-B44EBAA5EC74}"/>
              </a:ext>
            </a:extLst>
          </p:cNvPr>
          <p:cNvCxnSpPr>
            <a:stCxn id="7" idx="2"/>
            <a:endCxn id="14" idx="0"/>
          </p:cNvCxnSpPr>
          <p:nvPr/>
        </p:nvCxnSpPr>
        <p:spPr>
          <a:xfrm>
            <a:off x="2388705" y="3433970"/>
            <a:ext cx="70402" cy="5830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95F89A37-6750-858D-B588-672F091D407A}"/>
              </a:ext>
            </a:extLst>
          </p:cNvPr>
          <p:cNvCxnSpPr>
            <a:stCxn id="9" idx="2"/>
            <a:endCxn id="15" idx="0"/>
          </p:cNvCxnSpPr>
          <p:nvPr/>
        </p:nvCxnSpPr>
        <p:spPr>
          <a:xfrm>
            <a:off x="4033630" y="3433970"/>
            <a:ext cx="42241" cy="5830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C0D0169-DFB8-E0E5-AA54-FD4AA4DB5242}"/>
              </a:ext>
            </a:extLst>
          </p:cNvPr>
          <p:cNvCxnSpPr>
            <a:stCxn id="8" idx="2"/>
            <a:endCxn id="10" idx="0"/>
          </p:cNvCxnSpPr>
          <p:nvPr/>
        </p:nvCxnSpPr>
        <p:spPr>
          <a:xfrm flipH="1">
            <a:off x="5211418" y="3433970"/>
            <a:ext cx="74544" cy="58309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7C7F328C-39C8-A473-3888-1809661CFDF8}"/>
              </a:ext>
            </a:extLst>
          </p:cNvPr>
          <p:cNvCxnSpPr>
            <a:stCxn id="8" idx="2"/>
            <a:endCxn id="11" idx="0"/>
          </p:cNvCxnSpPr>
          <p:nvPr/>
        </p:nvCxnSpPr>
        <p:spPr>
          <a:xfrm>
            <a:off x="5285962" y="3433970"/>
            <a:ext cx="899491" cy="583098"/>
          </a:xfrm>
          <a:prstGeom prst="line">
            <a:avLst/>
          </a:prstGeom>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5245486D-E629-5FE8-C145-549443A65ED8}"/>
              </a:ext>
            </a:extLst>
          </p:cNvPr>
          <p:cNvPicPr>
            <a:picLocks noChangeAspect="1"/>
          </p:cNvPicPr>
          <p:nvPr/>
        </p:nvPicPr>
        <p:blipFill>
          <a:blip r:embed="rId2"/>
          <a:stretch>
            <a:fillRect/>
          </a:stretch>
        </p:blipFill>
        <p:spPr>
          <a:xfrm>
            <a:off x="7132012" y="1128614"/>
            <a:ext cx="4951628" cy="2547209"/>
          </a:xfrm>
          <a:prstGeom prst="rect">
            <a:avLst/>
          </a:prstGeom>
        </p:spPr>
      </p:pic>
      <p:sp>
        <p:nvSpPr>
          <p:cNvPr id="16" name="TextBox 15">
            <a:extLst>
              <a:ext uri="{FF2B5EF4-FFF2-40B4-BE49-F238E27FC236}">
                <a16:creationId xmlns:a16="http://schemas.microsoft.com/office/drawing/2014/main" id="{36573C9A-28BB-0DDB-C716-B47D29694DD0}"/>
              </a:ext>
            </a:extLst>
          </p:cNvPr>
          <p:cNvSpPr txBox="1"/>
          <p:nvPr/>
        </p:nvSpPr>
        <p:spPr>
          <a:xfrm>
            <a:off x="1323560" y="4983061"/>
            <a:ext cx="7140932" cy="369332"/>
          </a:xfrm>
          <a:prstGeom prst="rect">
            <a:avLst/>
          </a:prstGeom>
          <a:noFill/>
        </p:spPr>
        <p:txBody>
          <a:bodyPr wrap="square" rtlCol="0">
            <a:spAutoFit/>
          </a:bodyPr>
          <a:lstStyle/>
          <a:p>
            <a:r>
              <a:rPr lang="en-US" dirty="0"/>
              <a:t>sub-project code = </a:t>
            </a:r>
            <a:r>
              <a:rPr lang="en-US" dirty="0" err="1"/>
              <a:t>project_code</a:t>
            </a:r>
            <a:r>
              <a:rPr lang="en-US" dirty="0"/>
              <a:t> + funding source + contractor</a:t>
            </a:r>
          </a:p>
        </p:txBody>
      </p:sp>
    </p:spTree>
    <p:extLst>
      <p:ext uri="{BB962C8B-B14F-4D97-AF65-F5344CB8AC3E}">
        <p14:creationId xmlns:p14="http://schemas.microsoft.com/office/powerpoint/2010/main" val="16046168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551766-061D-F38B-A3FA-4E9797D648E4}"/>
              </a:ext>
            </a:extLst>
          </p:cNvPr>
          <p:cNvSpPr txBox="1"/>
          <p:nvPr/>
        </p:nvSpPr>
        <p:spPr>
          <a:xfrm>
            <a:off x="1400961" y="899814"/>
            <a:ext cx="1635854" cy="646331"/>
          </a:xfrm>
          <a:prstGeom prst="rect">
            <a:avLst/>
          </a:prstGeom>
          <a:noFill/>
        </p:spPr>
        <p:txBody>
          <a:bodyPr wrap="square" rtlCol="0">
            <a:spAutoFit/>
          </a:bodyPr>
          <a:lstStyle/>
          <a:p>
            <a:r>
              <a:rPr lang="en-US" dirty="0"/>
              <a:t>sub-project code</a:t>
            </a:r>
          </a:p>
        </p:txBody>
      </p:sp>
      <p:sp>
        <p:nvSpPr>
          <p:cNvPr id="3" name="TextBox 2">
            <a:extLst>
              <a:ext uri="{FF2B5EF4-FFF2-40B4-BE49-F238E27FC236}">
                <a16:creationId xmlns:a16="http://schemas.microsoft.com/office/drawing/2014/main" id="{2C1190B1-B0AC-0746-2F1B-931C131DBD69}"/>
              </a:ext>
            </a:extLst>
          </p:cNvPr>
          <p:cNvSpPr txBox="1"/>
          <p:nvPr/>
        </p:nvSpPr>
        <p:spPr>
          <a:xfrm>
            <a:off x="3347208" y="1038313"/>
            <a:ext cx="604007" cy="369332"/>
          </a:xfrm>
          <a:prstGeom prst="rect">
            <a:avLst/>
          </a:prstGeom>
          <a:noFill/>
        </p:spPr>
        <p:txBody>
          <a:bodyPr wrap="square" rtlCol="0">
            <a:spAutoFit/>
          </a:bodyPr>
          <a:lstStyle/>
          <a:p>
            <a:r>
              <a:rPr lang="en-US" dirty="0"/>
              <a:t>=</a:t>
            </a:r>
          </a:p>
        </p:txBody>
      </p:sp>
      <p:sp>
        <p:nvSpPr>
          <p:cNvPr id="4" name="TextBox 3">
            <a:extLst>
              <a:ext uri="{FF2B5EF4-FFF2-40B4-BE49-F238E27FC236}">
                <a16:creationId xmlns:a16="http://schemas.microsoft.com/office/drawing/2014/main" id="{751979ED-82FB-6490-8EF8-205E6D67810F}"/>
              </a:ext>
            </a:extLst>
          </p:cNvPr>
          <p:cNvSpPr txBox="1"/>
          <p:nvPr/>
        </p:nvSpPr>
        <p:spPr>
          <a:xfrm>
            <a:off x="4261608" y="1038313"/>
            <a:ext cx="1635854" cy="369332"/>
          </a:xfrm>
          <a:prstGeom prst="rect">
            <a:avLst/>
          </a:prstGeom>
          <a:noFill/>
        </p:spPr>
        <p:txBody>
          <a:bodyPr wrap="square" rtlCol="0">
            <a:spAutoFit/>
          </a:bodyPr>
          <a:lstStyle/>
          <a:p>
            <a:r>
              <a:rPr lang="en-US" dirty="0"/>
              <a:t>project code</a:t>
            </a:r>
          </a:p>
        </p:txBody>
      </p:sp>
      <p:sp>
        <p:nvSpPr>
          <p:cNvPr id="5" name="TextBox 4">
            <a:extLst>
              <a:ext uri="{FF2B5EF4-FFF2-40B4-BE49-F238E27FC236}">
                <a16:creationId xmlns:a16="http://schemas.microsoft.com/office/drawing/2014/main" id="{02C8192B-0CEF-C4EF-B1E5-317ED9B00448}"/>
              </a:ext>
            </a:extLst>
          </p:cNvPr>
          <p:cNvSpPr txBox="1"/>
          <p:nvPr/>
        </p:nvSpPr>
        <p:spPr>
          <a:xfrm>
            <a:off x="7116660" y="899814"/>
            <a:ext cx="1635854" cy="646331"/>
          </a:xfrm>
          <a:prstGeom prst="rect">
            <a:avLst/>
          </a:prstGeom>
          <a:noFill/>
        </p:spPr>
        <p:txBody>
          <a:bodyPr wrap="square" rtlCol="0">
            <a:spAutoFit/>
          </a:bodyPr>
          <a:lstStyle/>
          <a:p>
            <a:r>
              <a:rPr lang="en-US" dirty="0"/>
              <a:t>funding source</a:t>
            </a:r>
          </a:p>
        </p:txBody>
      </p:sp>
      <p:sp>
        <p:nvSpPr>
          <p:cNvPr id="6" name="TextBox 5">
            <a:extLst>
              <a:ext uri="{FF2B5EF4-FFF2-40B4-BE49-F238E27FC236}">
                <a16:creationId xmlns:a16="http://schemas.microsoft.com/office/drawing/2014/main" id="{52EB91D0-A3EA-2E82-67AD-D04B19FFF579}"/>
              </a:ext>
            </a:extLst>
          </p:cNvPr>
          <p:cNvSpPr txBox="1"/>
          <p:nvPr/>
        </p:nvSpPr>
        <p:spPr>
          <a:xfrm>
            <a:off x="9666914" y="1038313"/>
            <a:ext cx="1635854" cy="369332"/>
          </a:xfrm>
          <a:prstGeom prst="rect">
            <a:avLst/>
          </a:prstGeom>
          <a:noFill/>
        </p:spPr>
        <p:txBody>
          <a:bodyPr wrap="square" rtlCol="0">
            <a:spAutoFit/>
          </a:bodyPr>
          <a:lstStyle/>
          <a:p>
            <a:r>
              <a:rPr lang="en-US" dirty="0"/>
              <a:t>contractor</a:t>
            </a:r>
          </a:p>
        </p:txBody>
      </p:sp>
      <p:sp>
        <p:nvSpPr>
          <p:cNvPr id="7" name="TextBox 6">
            <a:extLst>
              <a:ext uri="{FF2B5EF4-FFF2-40B4-BE49-F238E27FC236}">
                <a16:creationId xmlns:a16="http://schemas.microsoft.com/office/drawing/2014/main" id="{1A09CA6C-8844-32C1-EEFD-AB3527FF5CEA}"/>
              </a:ext>
            </a:extLst>
          </p:cNvPr>
          <p:cNvSpPr txBox="1"/>
          <p:nvPr/>
        </p:nvSpPr>
        <p:spPr>
          <a:xfrm>
            <a:off x="6199466" y="1038313"/>
            <a:ext cx="604007" cy="369332"/>
          </a:xfrm>
          <a:prstGeom prst="rect">
            <a:avLst/>
          </a:prstGeom>
          <a:noFill/>
        </p:spPr>
        <p:txBody>
          <a:bodyPr wrap="square" rtlCol="0">
            <a:spAutoFit/>
          </a:bodyPr>
          <a:lstStyle/>
          <a:p>
            <a:r>
              <a:rPr lang="en-US" dirty="0"/>
              <a:t>+</a:t>
            </a:r>
          </a:p>
        </p:txBody>
      </p:sp>
      <p:sp>
        <p:nvSpPr>
          <p:cNvPr id="8" name="TextBox 7">
            <a:extLst>
              <a:ext uri="{FF2B5EF4-FFF2-40B4-BE49-F238E27FC236}">
                <a16:creationId xmlns:a16="http://schemas.microsoft.com/office/drawing/2014/main" id="{E3B3FEF7-E09A-3BC3-D5EC-7A94DB32F801}"/>
              </a:ext>
            </a:extLst>
          </p:cNvPr>
          <p:cNvSpPr txBox="1"/>
          <p:nvPr/>
        </p:nvSpPr>
        <p:spPr>
          <a:xfrm>
            <a:off x="8760903" y="1038313"/>
            <a:ext cx="604007" cy="369332"/>
          </a:xfrm>
          <a:prstGeom prst="rect">
            <a:avLst/>
          </a:prstGeom>
          <a:noFill/>
        </p:spPr>
        <p:txBody>
          <a:bodyPr wrap="square" rtlCol="0">
            <a:spAutoFit/>
          </a:bodyPr>
          <a:lstStyle/>
          <a:p>
            <a:r>
              <a:rPr lang="en-US" dirty="0"/>
              <a:t>+</a:t>
            </a:r>
          </a:p>
        </p:txBody>
      </p:sp>
      <p:pic>
        <p:nvPicPr>
          <p:cNvPr id="9" name="Picture 8">
            <a:extLst>
              <a:ext uri="{FF2B5EF4-FFF2-40B4-BE49-F238E27FC236}">
                <a16:creationId xmlns:a16="http://schemas.microsoft.com/office/drawing/2014/main" id="{65810E41-C934-9949-135B-4F3A3FD869F0}"/>
              </a:ext>
            </a:extLst>
          </p:cNvPr>
          <p:cNvPicPr>
            <a:picLocks noChangeAspect="1"/>
          </p:cNvPicPr>
          <p:nvPr/>
        </p:nvPicPr>
        <p:blipFill>
          <a:blip r:embed="rId2"/>
          <a:stretch>
            <a:fillRect/>
          </a:stretch>
        </p:blipFill>
        <p:spPr>
          <a:xfrm>
            <a:off x="3951215" y="2156611"/>
            <a:ext cx="1993900" cy="3517900"/>
          </a:xfrm>
          <a:prstGeom prst="rect">
            <a:avLst/>
          </a:prstGeom>
        </p:spPr>
      </p:pic>
      <p:pic>
        <p:nvPicPr>
          <p:cNvPr id="10" name="Picture 9">
            <a:extLst>
              <a:ext uri="{FF2B5EF4-FFF2-40B4-BE49-F238E27FC236}">
                <a16:creationId xmlns:a16="http://schemas.microsoft.com/office/drawing/2014/main" id="{7299B9E5-4F37-7B34-FB41-67C274D32675}"/>
              </a:ext>
            </a:extLst>
          </p:cNvPr>
          <p:cNvPicPr>
            <a:picLocks noChangeAspect="1"/>
          </p:cNvPicPr>
          <p:nvPr/>
        </p:nvPicPr>
        <p:blipFill>
          <a:blip r:embed="rId3"/>
          <a:stretch>
            <a:fillRect/>
          </a:stretch>
        </p:blipFill>
        <p:spPr>
          <a:xfrm>
            <a:off x="6869652" y="2156611"/>
            <a:ext cx="1422400" cy="2374900"/>
          </a:xfrm>
          <a:prstGeom prst="rect">
            <a:avLst/>
          </a:prstGeom>
        </p:spPr>
      </p:pic>
      <p:pic>
        <p:nvPicPr>
          <p:cNvPr id="11" name="Picture 10">
            <a:extLst>
              <a:ext uri="{FF2B5EF4-FFF2-40B4-BE49-F238E27FC236}">
                <a16:creationId xmlns:a16="http://schemas.microsoft.com/office/drawing/2014/main" id="{26212B06-B6A1-2F94-A84F-EDE1E35EF20F}"/>
              </a:ext>
            </a:extLst>
          </p:cNvPr>
          <p:cNvPicPr>
            <a:picLocks noChangeAspect="1"/>
          </p:cNvPicPr>
          <p:nvPr/>
        </p:nvPicPr>
        <p:blipFill>
          <a:blip r:embed="rId4"/>
          <a:stretch>
            <a:fillRect/>
          </a:stretch>
        </p:blipFill>
        <p:spPr>
          <a:xfrm>
            <a:off x="9432139" y="2156611"/>
            <a:ext cx="1498600" cy="1181100"/>
          </a:xfrm>
          <a:prstGeom prst="rect">
            <a:avLst/>
          </a:prstGeom>
        </p:spPr>
      </p:pic>
    </p:spTree>
    <p:extLst>
      <p:ext uri="{BB962C8B-B14F-4D97-AF65-F5344CB8AC3E}">
        <p14:creationId xmlns:p14="http://schemas.microsoft.com/office/powerpoint/2010/main" val="19991112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7862C1C9-3F15-F75A-DDDB-9A7B6048278A}"/>
              </a:ext>
            </a:extLst>
          </p:cNvPr>
          <p:cNvGrpSpPr/>
          <p:nvPr/>
        </p:nvGrpSpPr>
        <p:grpSpPr>
          <a:xfrm>
            <a:off x="274562" y="5467575"/>
            <a:ext cx="3399183" cy="544254"/>
            <a:chOff x="350348" y="5467575"/>
            <a:chExt cx="3399183" cy="544254"/>
          </a:xfrm>
        </p:grpSpPr>
        <p:pic>
          <p:nvPicPr>
            <p:cNvPr id="2" name="Picture 2">
              <a:extLst>
                <a:ext uri="{FF2B5EF4-FFF2-40B4-BE49-F238E27FC236}">
                  <a16:creationId xmlns:a16="http://schemas.microsoft.com/office/drawing/2014/main" id="{A07FF208-DDEF-A6B7-A0FD-7FB72D39B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919" y="5467575"/>
              <a:ext cx="320041" cy="2980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4C02837-1207-9C54-752D-89C93B2A0D56}"/>
                </a:ext>
              </a:extLst>
            </p:cNvPr>
            <p:cNvSpPr txBox="1"/>
            <p:nvPr/>
          </p:nvSpPr>
          <p:spPr>
            <a:xfrm>
              <a:off x="350348" y="5765608"/>
              <a:ext cx="3399183" cy="246221"/>
            </a:xfrm>
            <a:prstGeom prst="rect">
              <a:avLst/>
            </a:prstGeom>
            <a:noFill/>
          </p:spPr>
          <p:txBody>
            <a:bodyPr wrap="square">
              <a:spAutoFit/>
            </a:bodyPr>
            <a:lstStyle/>
            <a:p>
              <a:r>
                <a:rPr lang="en-US" sz="1000" dirty="0"/>
                <a:t>Eelgrass Restoration Matrix_2021_0113abb_jg_pd_v1.xlsx</a:t>
              </a:r>
            </a:p>
          </p:txBody>
        </p:sp>
      </p:grpSp>
      <p:grpSp>
        <p:nvGrpSpPr>
          <p:cNvPr id="16" name="Group 15">
            <a:extLst>
              <a:ext uri="{FF2B5EF4-FFF2-40B4-BE49-F238E27FC236}">
                <a16:creationId xmlns:a16="http://schemas.microsoft.com/office/drawing/2014/main" id="{ECC29CCB-D8D6-5B07-8977-FEB8AA9794F8}"/>
              </a:ext>
            </a:extLst>
          </p:cNvPr>
          <p:cNvGrpSpPr/>
          <p:nvPr/>
        </p:nvGrpSpPr>
        <p:grpSpPr>
          <a:xfrm>
            <a:off x="198775" y="3046395"/>
            <a:ext cx="3550755" cy="536536"/>
            <a:chOff x="198776" y="3561531"/>
            <a:chExt cx="3550755" cy="536536"/>
          </a:xfrm>
        </p:grpSpPr>
        <p:pic>
          <p:nvPicPr>
            <p:cNvPr id="5" name="Picture 2">
              <a:extLst>
                <a:ext uri="{FF2B5EF4-FFF2-40B4-BE49-F238E27FC236}">
                  <a16:creationId xmlns:a16="http://schemas.microsoft.com/office/drawing/2014/main" id="{BFA34DF5-8765-BFE7-1B6C-395C06E141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133" y="3561531"/>
              <a:ext cx="320041" cy="2980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255F56E-0210-3EFA-5AA9-76E4A8319F12}"/>
                </a:ext>
              </a:extLst>
            </p:cNvPr>
            <p:cNvSpPr txBox="1"/>
            <p:nvPr/>
          </p:nvSpPr>
          <p:spPr>
            <a:xfrm>
              <a:off x="198776" y="3851846"/>
              <a:ext cx="3550755" cy="246221"/>
            </a:xfrm>
            <a:prstGeom prst="rect">
              <a:avLst/>
            </a:prstGeom>
            <a:noFill/>
          </p:spPr>
          <p:txBody>
            <a:bodyPr wrap="square">
              <a:spAutoFit/>
            </a:bodyPr>
            <a:lstStyle/>
            <a:p>
              <a:r>
                <a:rPr lang="en-US" sz="1000" dirty="0"/>
                <a:t>Eelgrass Restoration Matrix_2021_0113abb_jg_pd_v1_pd.xlsx</a:t>
              </a:r>
            </a:p>
          </p:txBody>
        </p:sp>
      </p:grpSp>
      <p:grpSp>
        <p:nvGrpSpPr>
          <p:cNvPr id="18" name="Group 17">
            <a:extLst>
              <a:ext uri="{FF2B5EF4-FFF2-40B4-BE49-F238E27FC236}">
                <a16:creationId xmlns:a16="http://schemas.microsoft.com/office/drawing/2014/main" id="{BB10E9AB-E517-413E-5410-555C879EEE67}"/>
              </a:ext>
            </a:extLst>
          </p:cNvPr>
          <p:cNvGrpSpPr/>
          <p:nvPr/>
        </p:nvGrpSpPr>
        <p:grpSpPr>
          <a:xfrm>
            <a:off x="362068" y="6063641"/>
            <a:ext cx="3695783" cy="646332"/>
            <a:chOff x="5003642" y="4327987"/>
            <a:chExt cx="3695783" cy="646332"/>
          </a:xfrm>
        </p:grpSpPr>
        <p:sp>
          <p:nvSpPr>
            <p:cNvPr id="12" name="TextBox 11">
              <a:extLst>
                <a:ext uri="{FF2B5EF4-FFF2-40B4-BE49-F238E27FC236}">
                  <a16:creationId xmlns:a16="http://schemas.microsoft.com/office/drawing/2014/main" id="{5584A75C-E852-6BD6-7A57-9ED3AB292239}"/>
                </a:ext>
              </a:extLst>
            </p:cNvPr>
            <p:cNvSpPr txBox="1"/>
            <p:nvPr/>
          </p:nvSpPr>
          <p:spPr>
            <a:xfrm>
              <a:off x="5003642" y="4327988"/>
              <a:ext cx="1431235" cy="646331"/>
            </a:xfrm>
            <a:prstGeom prst="rect">
              <a:avLst/>
            </a:prstGeom>
            <a:noFill/>
          </p:spPr>
          <p:txBody>
            <a:bodyPr wrap="square" rtlCol="0">
              <a:spAutoFit/>
            </a:bodyPr>
            <a:lstStyle/>
            <a:p>
              <a:pPr marL="119063" indent="-119063">
                <a:buFont typeface="Arial" panose="020B0604020202020204" pitchFamily="34" charset="0"/>
                <a:buChar char="•"/>
              </a:pPr>
              <a:r>
                <a:rPr lang="en-US" sz="900" dirty="0">
                  <a:solidFill>
                    <a:schemeClr val="tx1">
                      <a:lumMod val="50000"/>
                      <a:lumOff val="50000"/>
                    </a:schemeClr>
                  </a:solidFill>
                </a:rPr>
                <a:t>README</a:t>
              </a:r>
            </a:p>
            <a:p>
              <a:pPr marL="119063" indent="-119063">
                <a:buFont typeface="Arial" panose="020B0604020202020204" pitchFamily="34" charset="0"/>
                <a:buChar char="•"/>
              </a:pPr>
              <a:r>
                <a:rPr lang="en-US" sz="900" dirty="0" err="1">
                  <a:solidFill>
                    <a:schemeClr val="tx1">
                      <a:lumMod val="50000"/>
                      <a:lumOff val="50000"/>
                    </a:schemeClr>
                  </a:solidFill>
                </a:rPr>
                <a:t>Data_dictionary</a:t>
              </a:r>
              <a:endParaRPr lang="en-US" sz="900" dirty="0">
                <a:solidFill>
                  <a:schemeClr val="tx1">
                    <a:lumMod val="50000"/>
                    <a:lumOff val="50000"/>
                  </a:schemeClr>
                </a:solidFill>
              </a:endParaRPr>
            </a:p>
            <a:p>
              <a:pPr marL="119063" indent="-119063">
                <a:buFont typeface="Arial" panose="020B0604020202020204" pitchFamily="34" charset="0"/>
                <a:buChar char="•"/>
              </a:pPr>
              <a:r>
                <a:rPr lang="en-US" sz="900" dirty="0">
                  <a:solidFill>
                    <a:schemeClr val="tx1">
                      <a:lumMod val="50000"/>
                      <a:lumOff val="50000"/>
                    </a:schemeClr>
                  </a:solidFill>
                </a:rPr>
                <a:t>Assessments</a:t>
              </a:r>
            </a:p>
            <a:p>
              <a:pPr marL="119063" indent="-119063">
                <a:buFont typeface="Arial" panose="020B0604020202020204" pitchFamily="34" charset="0"/>
                <a:buChar char="•"/>
              </a:pPr>
              <a:r>
                <a:rPr lang="en-US" sz="900" dirty="0">
                  <a:solidFill>
                    <a:schemeClr val="tx1">
                      <a:lumMod val="50000"/>
                      <a:lumOff val="50000"/>
                    </a:schemeClr>
                  </a:solidFill>
                </a:rPr>
                <a:t>Planting GPS Points</a:t>
              </a:r>
            </a:p>
          </p:txBody>
        </p:sp>
        <p:sp>
          <p:nvSpPr>
            <p:cNvPr id="13" name="TextBox 12">
              <a:extLst>
                <a:ext uri="{FF2B5EF4-FFF2-40B4-BE49-F238E27FC236}">
                  <a16:creationId xmlns:a16="http://schemas.microsoft.com/office/drawing/2014/main" id="{26AA8D6E-AB9D-9ED5-1C1A-6A75DF1BA1E2}"/>
                </a:ext>
              </a:extLst>
            </p:cNvPr>
            <p:cNvSpPr txBox="1"/>
            <p:nvPr/>
          </p:nvSpPr>
          <p:spPr>
            <a:xfrm>
              <a:off x="6224581" y="4327987"/>
              <a:ext cx="1033669" cy="646331"/>
            </a:xfrm>
            <a:prstGeom prst="rect">
              <a:avLst/>
            </a:prstGeom>
            <a:noFill/>
          </p:spPr>
          <p:txBody>
            <a:bodyPr wrap="square" rtlCol="0">
              <a:spAutoFit/>
            </a:bodyPr>
            <a:lstStyle/>
            <a:p>
              <a:pPr marL="119063" indent="-119063">
                <a:buFont typeface="Arial" panose="020B0604020202020204" pitchFamily="34" charset="0"/>
                <a:buChar char="•"/>
              </a:pPr>
              <a:r>
                <a:rPr lang="en-US" sz="900" dirty="0">
                  <a:solidFill>
                    <a:schemeClr val="tx1">
                      <a:lumMod val="50000"/>
                      <a:lumOff val="50000"/>
                    </a:schemeClr>
                  </a:solidFill>
                </a:rPr>
                <a:t>Plantings</a:t>
              </a:r>
            </a:p>
            <a:p>
              <a:pPr marL="119063" indent="-119063">
                <a:buFont typeface="Arial" panose="020B0604020202020204" pitchFamily="34" charset="0"/>
                <a:buChar char="•"/>
              </a:pPr>
              <a:r>
                <a:rPr lang="en-US" sz="900" dirty="0">
                  <a:solidFill>
                    <a:schemeClr val="tx1">
                      <a:lumMod val="50000"/>
                      <a:lumOff val="50000"/>
                    </a:schemeClr>
                  </a:solidFill>
                </a:rPr>
                <a:t>Monitoring</a:t>
              </a:r>
            </a:p>
            <a:p>
              <a:pPr marL="119063" indent="-119063">
                <a:buFont typeface="Arial" panose="020B0604020202020204" pitchFamily="34" charset="0"/>
                <a:buChar char="•"/>
              </a:pPr>
              <a:r>
                <a:rPr lang="en-US" sz="900" dirty="0">
                  <a:solidFill>
                    <a:schemeClr val="tx1">
                      <a:lumMod val="50000"/>
                      <a:lumOff val="50000"/>
                    </a:schemeClr>
                  </a:solidFill>
                </a:rPr>
                <a:t>Donor Sites</a:t>
              </a:r>
            </a:p>
            <a:p>
              <a:pPr marL="119063" indent="-119063">
                <a:buFont typeface="Arial" panose="020B0604020202020204" pitchFamily="34" charset="0"/>
                <a:buChar char="•"/>
              </a:pPr>
              <a:r>
                <a:rPr lang="en-US" sz="900" dirty="0">
                  <a:solidFill>
                    <a:schemeClr val="tx1">
                      <a:lumMod val="50000"/>
                      <a:lumOff val="50000"/>
                    </a:schemeClr>
                  </a:solidFill>
                </a:rPr>
                <a:t>Sensors</a:t>
              </a:r>
            </a:p>
          </p:txBody>
        </p:sp>
        <p:sp>
          <p:nvSpPr>
            <p:cNvPr id="14" name="TextBox 13">
              <a:extLst>
                <a:ext uri="{FF2B5EF4-FFF2-40B4-BE49-F238E27FC236}">
                  <a16:creationId xmlns:a16="http://schemas.microsoft.com/office/drawing/2014/main" id="{D3B25550-9519-CB7A-F204-7C1B778244E3}"/>
                </a:ext>
              </a:extLst>
            </p:cNvPr>
            <p:cNvSpPr txBox="1"/>
            <p:nvPr/>
          </p:nvSpPr>
          <p:spPr>
            <a:xfrm>
              <a:off x="7059468" y="4352330"/>
              <a:ext cx="1639957" cy="507831"/>
            </a:xfrm>
            <a:prstGeom prst="rect">
              <a:avLst/>
            </a:prstGeom>
            <a:noFill/>
          </p:spPr>
          <p:txBody>
            <a:bodyPr wrap="square" rtlCol="0">
              <a:spAutoFit/>
            </a:bodyPr>
            <a:lstStyle/>
            <a:p>
              <a:pPr marL="119063" indent="-119063">
                <a:buFont typeface="Arial" panose="020B0604020202020204" pitchFamily="34" charset="0"/>
                <a:buChar char="•"/>
              </a:pPr>
              <a:r>
                <a:rPr lang="en-US" sz="900" dirty="0">
                  <a:solidFill>
                    <a:schemeClr val="tx1">
                      <a:lumMod val="50000"/>
                      <a:lumOff val="50000"/>
                    </a:schemeClr>
                  </a:solidFill>
                </a:rPr>
                <a:t>Questions &amp; Follow-up</a:t>
              </a:r>
            </a:p>
            <a:p>
              <a:pPr marL="119063" indent="-119063">
                <a:buFont typeface="Arial" panose="020B0604020202020204" pitchFamily="34" charset="0"/>
                <a:buChar char="•"/>
              </a:pPr>
              <a:r>
                <a:rPr lang="en-US" sz="900" dirty="0">
                  <a:solidFill>
                    <a:schemeClr val="tx1">
                      <a:lumMod val="50000"/>
                      <a:lumOff val="50000"/>
                    </a:schemeClr>
                  </a:solidFill>
                </a:rPr>
                <a:t>Missing Data</a:t>
              </a:r>
            </a:p>
            <a:p>
              <a:pPr marL="119063" indent="-119063">
                <a:buFont typeface="Arial" panose="020B0604020202020204" pitchFamily="34" charset="0"/>
                <a:buChar char="•"/>
              </a:pPr>
              <a:r>
                <a:rPr lang="en-US" sz="900" dirty="0">
                  <a:solidFill>
                    <a:schemeClr val="tx1">
                      <a:lumMod val="50000"/>
                      <a:lumOff val="50000"/>
                    </a:schemeClr>
                  </a:solidFill>
                </a:rPr>
                <a:t>Success Rates</a:t>
              </a:r>
            </a:p>
          </p:txBody>
        </p:sp>
      </p:grpSp>
      <p:cxnSp>
        <p:nvCxnSpPr>
          <p:cNvPr id="20" name="Straight Arrow Connector 19">
            <a:extLst>
              <a:ext uri="{FF2B5EF4-FFF2-40B4-BE49-F238E27FC236}">
                <a16:creationId xmlns:a16="http://schemas.microsoft.com/office/drawing/2014/main" id="{A33A8FBD-343E-A917-6C86-B2C090DA631B}"/>
              </a:ext>
            </a:extLst>
          </p:cNvPr>
          <p:cNvCxnSpPr>
            <a:cxnSpLocks/>
            <a:endCxn id="8" idx="2"/>
          </p:cNvCxnSpPr>
          <p:nvPr/>
        </p:nvCxnSpPr>
        <p:spPr>
          <a:xfrm flipV="1">
            <a:off x="1974153" y="3582931"/>
            <a:ext cx="0" cy="166493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0C30625-00F4-F2DD-FAE6-5C08EFF025D0}"/>
              </a:ext>
            </a:extLst>
          </p:cNvPr>
          <p:cNvSpPr txBox="1"/>
          <p:nvPr/>
        </p:nvSpPr>
        <p:spPr>
          <a:xfrm>
            <a:off x="2238040" y="3880964"/>
            <a:ext cx="3476961" cy="1215717"/>
          </a:xfrm>
          <a:prstGeom prst="rect">
            <a:avLst/>
          </a:prstGeom>
          <a:noFill/>
        </p:spPr>
        <p:txBody>
          <a:bodyPr wrap="square" rtlCol="0">
            <a:spAutoFit/>
          </a:bodyPr>
          <a:lstStyle/>
          <a:p>
            <a:r>
              <a:rPr lang="en-US" sz="900" dirty="0">
                <a:solidFill>
                  <a:srgbClr val="C00000"/>
                </a:solidFill>
                <a:effectLst>
                  <a:glow rad="114300">
                    <a:schemeClr val="bg1"/>
                  </a:glow>
                </a:effectLst>
              </a:rPr>
              <a:t>Fixed funding source &amp; activity-type equations (Monitoring sheet)</a:t>
            </a:r>
          </a:p>
          <a:p>
            <a:pPr>
              <a:spcBef>
                <a:spcPts val="600"/>
              </a:spcBef>
            </a:pPr>
            <a:r>
              <a:rPr lang="en-US" sz="900" dirty="0">
                <a:solidFill>
                  <a:srgbClr val="C00000"/>
                </a:solidFill>
                <a:effectLst>
                  <a:glow rad="114300">
                    <a:schemeClr val="bg1"/>
                  </a:glow>
                </a:effectLst>
              </a:rPr>
              <a:t>Renamed tabs:</a:t>
            </a:r>
          </a:p>
          <a:p>
            <a:pPr marL="171450" lvl="1"/>
            <a:r>
              <a:rPr lang="en-US" sz="900" dirty="0">
                <a:solidFill>
                  <a:schemeClr val="tx1">
                    <a:lumMod val="50000"/>
                    <a:lumOff val="50000"/>
                  </a:schemeClr>
                </a:solidFill>
                <a:effectLst>
                  <a:glow rad="114300">
                    <a:schemeClr val="bg1"/>
                  </a:glow>
                </a:effectLst>
              </a:rPr>
              <a:t>Plantings </a:t>
            </a:r>
            <a:r>
              <a:rPr lang="en-US" sz="900" dirty="0">
                <a:solidFill>
                  <a:schemeClr val="tx1">
                    <a:lumMod val="50000"/>
                    <a:lumOff val="50000"/>
                  </a:schemeClr>
                </a:solidFill>
                <a:effectLst>
                  <a:glow rad="114300">
                    <a:schemeClr val="bg1"/>
                  </a:glow>
                </a:effectLst>
                <a:sym typeface="Wingdings" panose="05000000000000000000" pitchFamily="2" charset="2"/>
              </a:rPr>
              <a:t> </a:t>
            </a:r>
            <a:r>
              <a:rPr lang="en-US" sz="900" dirty="0" err="1">
                <a:solidFill>
                  <a:schemeClr val="tx1">
                    <a:lumMod val="50000"/>
                    <a:lumOff val="50000"/>
                  </a:schemeClr>
                </a:solidFill>
                <a:effectLst>
                  <a:glow rad="114300">
                    <a:schemeClr val="bg1"/>
                  </a:glow>
                </a:effectLst>
                <a:sym typeface="Wingdings" panose="05000000000000000000" pitchFamily="2" charset="2"/>
              </a:rPr>
              <a:t>Planting_GPS_Points</a:t>
            </a:r>
            <a:endParaRPr lang="en-US" sz="900" dirty="0">
              <a:solidFill>
                <a:schemeClr val="tx1">
                  <a:lumMod val="50000"/>
                  <a:lumOff val="50000"/>
                </a:schemeClr>
              </a:solidFill>
              <a:effectLst>
                <a:glow rad="114300">
                  <a:schemeClr val="bg1"/>
                </a:glow>
              </a:effectLst>
              <a:sym typeface="Wingdings" panose="05000000000000000000" pitchFamily="2" charset="2"/>
            </a:endParaRPr>
          </a:p>
          <a:p>
            <a:pPr marL="171450" lvl="1"/>
            <a:r>
              <a:rPr lang="en-US" sz="900" dirty="0" err="1">
                <a:solidFill>
                  <a:schemeClr val="tx1">
                    <a:lumMod val="50000"/>
                    <a:lumOff val="50000"/>
                  </a:schemeClr>
                </a:solidFill>
                <a:effectLst>
                  <a:glow rad="114300">
                    <a:schemeClr val="bg1"/>
                  </a:glow>
                </a:effectLst>
                <a:sym typeface="Wingdings" panose="05000000000000000000" pitchFamily="2" charset="2"/>
              </a:rPr>
              <a:t>lookup_table</a:t>
            </a:r>
            <a:r>
              <a:rPr lang="en-US" sz="900" dirty="0">
                <a:solidFill>
                  <a:schemeClr val="tx1">
                    <a:lumMod val="50000"/>
                    <a:lumOff val="50000"/>
                  </a:schemeClr>
                </a:solidFill>
                <a:effectLst>
                  <a:glow rad="114300">
                    <a:schemeClr val="bg1"/>
                  </a:glow>
                </a:effectLst>
                <a:sym typeface="Wingdings" panose="05000000000000000000" pitchFamily="2" charset="2"/>
              </a:rPr>
              <a:t>  Plantings</a:t>
            </a:r>
            <a:endParaRPr lang="en-US" sz="900" dirty="0">
              <a:solidFill>
                <a:schemeClr val="tx1">
                  <a:lumMod val="50000"/>
                  <a:lumOff val="50000"/>
                </a:schemeClr>
              </a:solidFill>
              <a:effectLst>
                <a:glow rad="114300">
                  <a:schemeClr val="bg1"/>
                </a:glow>
              </a:effectLst>
            </a:endParaRPr>
          </a:p>
          <a:p>
            <a:pPr>
              <a:spcBef>
                <a:spcPts val="600"/>
              </a:spcBef>
            </a:pPr>
            <a:r>
              <a:rPr lang="en-US" sz="900" dirty="0">
                <a:solidFill>
                  <a:srgbClr val="C00000"/>
                </a:solidFill>
                <a:effectLst>
                  <a:glow rad="114300">
                    <a:schemeClr val="bg1"/>
                  </a:glow>
                </a:effectLst>
              </a:rPr>
              <a:t>Modified header column names</a:t>
            </a:r>
          </a:p>
          <a:p>
            <a:pPr marL="171450" lvl="1"/>
            <a:r>
              <a:rPr lang="en-US" sz="900" dirty="0">
                <a:solidFill>
                  <a:schemeClr val="bg1">
                    <a:lumMod val="50000"/>
                  </a:schemeClr>
                </a:solidFill>
                <a:effectLst>
                  <a:glow rad="114300">
                    <a:schemeClr val="bg1"/>
                  </a:glow>
                </a:effectLst>
              </a:rPr>
              <a:t>Lower case, no spaces</a:t>
            </a:r>
          </a:p>
          <a:p>
            <a:pPr marL="171450" lvl="1"/>
            <a:r>
              <a:rPr lang="en-US" sz="900" dirty="0">
                <a:solidFill>
                  <a:schemeClr val="bg1">
                    <a:lumMod val="50000"/>
                  </a:schemeClr>
                </a:solidFill>
                <a:effectLst>
                  <a:glow rad="114300">
                    <a:schemeClr val="bg1"/>
                  </a:glow>
                </a:effectLst>
              </a:rPr>
              <a:t>Some new names</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4F24419F-99FF-BAA0-4743-0B1480B746CE}"/>
                  </a:ext>
                </a:extLst>
              </p14:cNvPr>
              <p14:cNvContentPartPr/>
              <p14:nvPr/>
            </p14:nvContentPartPr>
            <p14:xfrm>
              <a:off x="6128023" y="525061"/>
              <a:ext cx="370440" cy="375480"/>
            </p14:xfrm>
          </p:contentPart>
        </mc:Choice>
        <mc:Fallback xmlns="">
          <p:pic>
            <p:nvPicPr>
              <p:cNvPr id="7" name="Ink 6">
                <a:extLst>
                  <a:ext uri="{FF2B5EF4-FFF2-40B4-BE49-F238E27FC236}">
                    <a16:creationId xmlns:a16="http://schemas.microsoft.com/office/drawing/2014/main" id="{4F24419F-99FF-BAA0-4743-0B1480B746CE}"/>
                  </a:ext>
                </a:extLst>
              </p:cNvPr>
              <p:cNvPicPr/>
              <p:nvPr/>
            </p:nvPicPr>
            <p:blipFill>
              <a:blip r:embed="rId4"/>
              <a:stretch>
                <a:fillRect/>
              </a:stretch>
            </p:blipFill>
            <p:spPr>
              <a:xfrm>
                <a:off x="6117223" y="514261"/>
                <a:ext cx="39168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8" name="Ink 27">
                <a:extLst>
                  <a:ext uri="{FF2B5EF4-FFF2-40B4-BE49-F238E27FC236}">
                    <a16:creationId xmlns:a16="http://schemas.microsoft.com/office/drawing/2014/main" id="{1FDBEAEC-61CB-31C5-8CE7-35C92897820C}"/>
                  </a:ext>
                </a:extLst>
              </p14:cNvPr>
              <p14:cNvContentPartPr/>
              <p14:nvPr/>
            </p14:nvContentPartPr>
            <p14:xfrm>
              <a:off x="6686743" y="467821"/>
              <a:ext cx="1311480" cy="596880"/>
            </p14:xfrm>
          </p:contentPart>
        </mc:Choice>
        <mc:Fallback xmlns="">
          <p:pic>
            <p:nvPicPr>
              <p:cNvPr id="28" name="Ink 27">
                <a:extLst>
                  <a:ext uri="{FF2B5EF4-FFF2-40B4-BE49-F238E27FC236}">
                    <a16:creationId xmlns:a16="http://schemas.microsoft.com/office/drawing/2014/main" id="{1FDBEAEC-61CB-31C5-8CE7-35C92897820C}"/>
                  </a:ext>
                </a:extLst>
              </p:cNvPr>
              <p:cNvPicPr/>
              <p:nvPr/>
            </p:nvPicPr>
            <p:blipFill>
              <a:blip r:embed="rId6"/>
              <a:stretch>
                <a:fillRect/>
              </a:stretch>
            </p:blipFill>
            <p:spPr>
              <a:xfrm>
                <a:off x="6672703" y="453421"/>
                <a:ext cx="1336320" cy="621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0" name="Ink 39">
                <a:extLst>
                  <a:ext uri="{FF2B5EF4-FFF2-40B4-BE49-F238E27FC236}">
                    <a16:creationId xmlns:a16="http://schemas.microsoft.com/office/drawing/2014/main" id="{11DFC637-ACE6-2316-6C77-9AF8A83D5FDA}"/>
                  </a:ext>
                </a:extLst>
              </p14:cNvPr>
              <p14:cNvContentPartPr/>
              <p14:nvPr/>
            </p14:nvContentPartPr>
            <p14:xfrm>
              <a:off x="10697863" y="295021"/>
              <a:ext cx="692280" cy="493560"/>
            </p14:xfrm>
          </p:contentPart>
        </mc:Choice>
        <mc:Fallback xmlns="">
          <p:pic>
            <p:nvPicPr>
              <p:cNvPr id="40" name="Ink 39">
                <a:extLst>
                  <a:ext uri="{FF2B5EF4-FFF2-40B4-BE49-F238E27FC236}">
                    <a16:creationId xmlns:a16="http://schemas.microsoft.com/office/drawing/2014/main" id="{11DFC637-ACE6-2316-6C77-9AF8A83D5FDA}"/>
                  </a:ext>
                </a:extLst>
              </p:cNvPr>
              <p:cNvPicPr/>
              <p:nvPr/>
            </p:nvPicPr>
            <p:blipFill>
              <a:blip r:embed="rId8"/>
              <a:stretch>
                <a:fillRect/>
              </a:stretch>
            </p:blipFill>
            <p:spPr>
              <a:xfrm>
                <a:off x="10683816" y="280981"/>
                <a:ext cx="717133" cy="52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1" name="Ink 40">
                <a:extLst>
                  <a:ext uri="{FF2B5EF4-FFF2-40B4-BE49-F238E27FC236}">
                    <a16:creationId xmlns:a16="http://schemas.microsoft.com/office/drawing/2014/main" id="{51B72580-C9B1-A645-0CFA-CFE1D06B5B38}"/>
                  </a:ext>
                </a:extLst>
              </p14:cNvPr>
              <p14:cNvContentPartPr/>
              <p14:nvPr/>
            </p14:nvContentPartPr>
            <p14:xfrm>
              <a:off x="8912623" y="442621"/>
              <a:ext cx="1257840" cy="384120"/>
            </p14:xfrm>
          </p:contentPart>
        </mc:Choice>
        <mc:Fallback xmlns="">
          <p:pic>
            <p:nvPicPr>
              <p:cNvPr id="41" name="Ink 40">
                <a:extLst>
                  <a:ext uri="{FF2B5EF4-FFF2-40B4-BE49-F238E27FC236}">
                    <a16:creationId xmlns:a16="http://schemas.microsoft.com/office/drawing/2014/main" id="{51B72580-C9B1-A645-0CFA-CFE1D06B5B38}"/>
                  </a:ext>
                </a:extLst>
              </p:cNvPr>
              <p:cNvPicPr/>
              <p:nvPr/>
            </p:nvPicPr>
            <p:blipFill>
              <a:blip r:embed="rId10"/>
              <a:stretch>
                <a:fillRect/>
              </a:stretch>
            </p:blipFill>
            <p:spPr>
              <a:xfrm>
                <a:off x="8901823" y="428221"/>
                <a:ext cx="128268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2" name="Ink 41">
                <a:extLst>
                  <a:ext uri="{FF2B5EF4-FFF2-40B4-BE49-F238E27FC236}">
                    <a16:creationId xmlns:a16="http://schemas.microsoft.com/office/drawing/2014/main" id="{157AA5BC-56A9-5285-8B3D-31F1EAAA3209}"/>
                  </a:ext>
                </a:extLst>
              </p14:cNvPr>
              <p14:cNvContentPartPr/>
              <p14:nvPr/>
            </p14:nvContentPartPr>
            <p14:xfrm>
              <a:off x="8340223" y="643861"/>
              <a:ext cx="295920" cy="157680"/>
            </p14:xfrm>
          </p:contentPart>
        </mc:Choice>
        <mc:Fallback xmlns="">
          <p:pic>
            <p:nvPicPr>
              <p:cNvPr id="42" name="Ink 41">
                <a:extLst>
                  <a:ext uri="{FF2B5EF4-FFF2-40B4-BE49-F238E27FC236}">
                    <a16:creationId xmlns:a16="http://schemas.microsoft.com/office/drawing/2014/main" id="{157AA5BC-56A9-5285-8B3D-31F1EAAA3209}"/>
                  </a:ext>
                </a:extLst>
              </p:cNvPr>
              <p:cNvPicPr/>
              <p:nvPr/>
            </p:nvPicPr>
            <p:blipFill>
              <a:blip r:embed="rId12"/>
              <a:stretch>
                <a:fillRect/>
              </a:stretch>
            </p:blipFill>
            <p:spPr>
              <a:xfrm>
                <a:off x="8326183" y="629461"/>
                <a:ext cx="3243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6" name="Ink 55">
                <a:extLst>
                  <a:ext uri="{FF2B5EF4-FFF2-40B4-BE49-F238E27FC236}">
                    <a16:creationId xmlns:a16="http://schemas.microsoft.com/office/drawing/2014/main" id="{B1B65794-457C-5886-242F-AD5E38F14885}"/>
                  </a:ext>
                </a:extLst>
              </p14:cNvPr>
              <p14:cNvContentPartPr/>
              <p14:nvPr/>
            </p14:nvContentPartPr>
            <p14:xfrm>
              <a:off x="9837463" y="1103581"/>
              <a:ext cx="213120" cy="323640"/>
            </p14:xfrm>
          </p:contentPart>
        </mc:Choice>
        <mc:Fallback xmlns="">
          <p:pic>
            <p:nvPicPr>
              <p:cNvPr id="56" name="Ink 55">
                <a:extLst>
                  <a:ext uri="{FF2B5EF4-FFF2-40B4-BE49-F238E27FC236}">
                    <a16:creationId xmlns:a16="http://schemas.microsoft.com/office/drawing/2014/main" id="{B1B65794-457C-5886-242F-AD5E38F14885}"/>
                  </a:ext>
                </a:extLst>
              </p:cNvPr>
              <p:cNvPicPr/>
              <p:nvPr/>
            </p:nvPicPr>
            <p:blipFill>
              <a:blip r:embed="rId14"/>
              <a:stretch>
                <a:fillRect/>
              </a:stretch>
            </p:blipFill>
            <p:spPr>
              <a:xfrm>
                <a:off x="9823087" y="1089181"/>
                <a:ext cx="237918"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7" name="Ink 56">
                <a:extLst>
                  <a:ext uri="{FF2B5EF4-FFF2-40B4-BE49-F238E27FC236}">
                    <a16:creationId xmlns:a16="http://schemas.microsoft.com/office/drawing/2014/main" id="{F8513F4D-4AC1-ED41-466F-DFF83A7F91CD}"/>
                  </a:ext>
                </a:extLst>
              </p14:cNvPr>
              <p14:cNvContentPartPr/>
              <p14:nvPr/>
            </p14:nvContentPartPr>
            <p14:xfrm>
              <a:off x="9353263" y="1184581"/>
              <a:ext cx="200880" cy="169920"/>
            </p14:xfrm>
          </p:contentPart>
        </mc:Choice>
        <mc:Fallback xmlns="">
          <p:pic>
            <p:nvPicPr>
              <p:cNvPr id="57" name="Ink 56">
                <a:extLst>
                  <a:ext uri="{FF2B5EF4-FFF2-40B4-BE49-F238E27FC236}">
                    <a16:creationId xmlns:a16="http://schemas.microsoft.com/office/drawing/2014/main" id="{F8513F4D-4AC1-ED41-466F-DFF83A7F91CD}"/>
                  </a:ext>
                </a:extLst>
              </p:cNvPr>
              <p:cNvPicPr/>
              <p:nvPr/>
            </p:nvPicPr>
            <p:blipFill>
              <a:blip r:embed="rId16"/>
              <a:stretch>
                <a:fillRect/>
              </a:stretch>
            </p:blipFill>
            <p:spPr>
              <a:xfrm>
                <a:off x="9338863" y="1170211"/>
                <a:ext cx="229320" cy="1983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8" name="Ink 57">
                <a:extLst>
                  <a:ext uri="{FF2B5EF4-FFF2-40B4-BE49-F238E27FC236}">
                    <a16:creationId xmlns:a16="http://schemas.microsoft.com/office/drawing/2014/main" id="{AF06FAAE-FE0A-EADA-93E0-F3907E0A5ED9}"/>
                  </a:ext>
                </a:extLst>
              </p14:cNvPr>
              <p14:cNvContentPartPr/>
              <p14:nvPr/>
            </p14:nvContentPartPr>
            <p14:xfrm>
              <a:off x="8095063" y="1027261"/>
              <a:ext cx="1047600" cy="449640"/>
            </p14:xfrm>
          </p:contentPart>
        </mc:Choice>
        <mc:Fallback xmlns="">
          <p:pic>
            <p:nvPicPr>
              <p:cNvPr id="58" name="Ink 57">
                <a:extLst>
                  <a:ext uri="{FF2B5EF4-FFF2-40B4-BE49-F238E27FC236}">
                    <a16:creationId xmlns:a16="http://schemas.microsoft.com/office/drawing/2014/main" id="{AF06FAAE-FE0A-EADA-93E0-F3907E0A5ED9}"/>
                  </a:ext>
                </a:extLst>
              </p:cNvPr>
              <p:cNvPicPr/>
              <p:nvPr/>
            </p:nvPicPr>
            <p:blipFill>
              <a:blip r:embed="rId18"/>
              <a:stretch>
                <a:fillRect/>
              </a:stretch>
            </p:blipFill>
            <p:spPr>
              <a:xfrm>
                <a:off x="8081023" y="1016821"/>
                <a:ext cx="107604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9" name="Ink 58">
                <a:extLst>
                  <a:ext uri="{FF2B5EF4-FFF2-40B4-BE49-F238E27FC236}">
                    <a16:creationId xmlns:a16="http://schemas.microsoft.com/office/drawing/2014/main" id="{6F3690CE-5506-8D98-2A7E-CDCE7A62A6CC}"/>
                  </a:ext>
                </a:extLst>
              </p14:cNvPr>
              <p14:cNvContentPartPr/>
              <p14:nvPr/>
            </p14:nvContentPartPr>
            <p14:xfrm>
              <a:off x="6818863" y="1162621"/>
              <a:ext cx="780120" cy="217800"/>
            </p14:xfrm>
          </p:contentPart>
        </mc:Choice>
        <mc:Fallback xmlns="">
          <p:pic>
            <p:nvPicPr>
              <p:cNvPr id="59" name="Ink 58">
                <a:extLst>
                  <a:ext uri="{FF2B5EF4-FFF2-40B4-BE49-F238E27FC236}">
                    <a16:creationId xmlns:a16="http://schemas.microsoft.com/office/drawing/2014/main" id="{6F3690CE-5506-8D98-2A7E-CDCE7A62A6CC}"/>
                  </a:ext>
                </a:extLst>
              </p:cNvPr>
              <p:cNvPicPr/>
              <p:nvPr/>
            </p:nvPicPr>
            <p:blipFill>
              <a:blip r:embed="rId20"/>
              <a:stretch>
                <a:fillRect/>
              </a:stretch>
            </p:blipFill>
            <p:spPr>
              <a:xfrm>
                <a:off x="6808063" y="1152164"/>
                <a:ext cx="804960" cy="242681"/>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5" name="Ink 64">
                <a:extLst>
                  <a:ext uri="{FF2B5EF4-FFF2-40B4-BE49-F238E27FC236}">
                    <a16:creationId xmlns:a16="http://schemas.microsoft.com/office/drawing/2014/main" id="{5174A6E2-8081-3DB1-277F-45FB20238CA7}"/>
                  </a:ext>
                </a:extLst>
              </p14:cNvPr>
              <p14:cNvContentPartPr/>
              <p14:nvPr/>
            </p14:nvContentPartPr>
            <p14:xfrm>
              <a:off x="10490503" y="932941"/>
              <a:ext cx="679680" cy="421920"/>
            </p14:xfrm>
          </p:contentPart>
        </mc:Choice>
        <mc:Fallback xmlns="">
          <p:pic>
            <p:nvPicPr>
              <p:cNvPr id="65" name="Ink 64">
                <a:extLst>
                  <a:ext uri="{FF2B5EF4-FFF2-40B4-BE49-F238E27FC236}">
                    <a16:creationId xmlns:a16="http://schemas.microsoft.com/office/drawing/2014/main" id="{5174A6E2-8081-3DB1-277F-45FB20238CA7}"/>
                  </a:ext>
                </a:extLst>
              </p:cNvPr>
              <p:cNvPicPr/>
              <p:nvPr/>
            </p:nvPicPr>
            <p:blipFill>
              <a:blip r:embed="rId22"/>
              <a:stretch>
                <a:fillRect/>
              </a:stretch>
            </p:blipFill>
            <p:spPr>
              <a:xfrm>
                <a:off x="10480057" y="918889"/>
                <a:ext cx="704533" cy="446781"/>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6" name="Ink 65">
                <a:extLst>
                  <a:ext uri="{FF2B5EF4-FFF2-40B4-BE49-F238E27FC236}">
                    <a16:creationId xmlns:a16="http://schemas.microsoft.com/office/drawing/2014/main" id="{8254911E-5E1A-D5C9-373E-043EFEE75B9F}"/>
                  </a:ext>
                </a:extLst>
              </p14:cNvPr>
              <p14:cNvContentPartPr/>
              <p14:nvPr/>
            </p14:nvContentPartPr>
            <p14:xfrm>
              <a:off x="9943663" y="1235341"/>
              <a:ext cx="314640" cy="169560"/>
            </p14:xfrm>
          </p:contentPart>
        </mc:Choice>
        <mc:Fallback xmlns="">
          <p:pic>
            <p:nvPicPr>
              <p:cNvPr id="66" name="Ink 65">
                <a:extLst>
                  <a:ext uri="{FF2B5EF4-FFF2-40B4-BE49-F238E27FC236}">
                    <a16:creationId xmlns:a16="http://schemas.microsoft.com/office/drawing/2014/main" id="{8254911E-5E1A-D5C9-373E-043EFEE75B9F}"/>
                  </a:ext>
                </a:extLst>
              </p:cNvPr>
              <p:cNvPicPr/>
              <p:nvPr/>
            </p:nvPicPr>
            <p:blipFill>
              <a:blip r:embed="rId24"/>
              <a:stretch>
                <a:fillRect/>
              </a:stretch>
            </p:blipFill>
            <p:spPr>
              <a:xfrm>
                <a:off x="9929263" y="1224901"/>
                <a:ext cx="3394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 name="Ink 2">
                <a:extLst>
                  <a:ext uri="{FF2B5EF4-FFF2-40B4-BE49-F238E27FC236}">
                    <a16:creationId xmlns:a16="http://schemas.microsoft.com/office/drawing/2014/main" id="{D49AC986-2B2F-6978-EF58-070871EB5426}"/>
                  </a:ext>
                </a:extLst>
              </p14:cNvPr>
              <p14:cNvContentPartPr/>
              <p14:nvPr/>
            </p14:nvContentPartPr>
            <p14:xfrm>
              <a:off x="10056703" y="562141"/>
              <a:ext cx="107280" cy="25560"/>
            </p14:xfrm>
          </p:contentPart>
        </mc:Choice>
        <mc:Fallback xmlns="">
          <p:pic>
            <p:nvPicPr>
              <p:cNvPr id="3" name="Ink 2">
                <a:extLst>
                  <a:ext uri="{FF2B5EF4-FFF2-40B4-BE49-F238E27FC236}">
                    <a16:creationId xmlns:a16="http://schemas.microsoft.com/office/drawing/2014/main" id="{D49AC986-2B2F-6978-EF58-070871EB5426}"/>
                  </a:ext>
                </a:extLst>
              </p:cNvPr>
              <p:cNvPicPr/>
              <p:nvPr/>
            </p:nvPicPr>
            <p:blipFill>
              <a:blip r:embed="rId26"/>
              <a:stretch>
                <a:fillRect/>
              </a:stretch>
            </p:blipFill>
            <p:spPr>
              <a:xfrm>
                <a:off x="10046263" y="551341"/>
                <a:ext cx="1285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 name="Ink 5">
                <a:extLst>
                  <a:ext uri="{FF2B5EF4-FFF2-40B4-BE49-F238E27FC236}">
                    <a16:creationId xmlns:a16="http://schemas.microsoft.com/office/drawing/2014/main" id="{180FC9BA-25D0-6320-661C-80CD4C602A55}"/>
                  </a:ext>
                </a:extLst>
              </p14:cNvPr>
              <p14:cNvContentPartPr/>
              <p14:nvPr/>
            </p14:nvContentPartPr>
            <p14:xfrm>
              <a:off x="10163623" y="681301"/>
              <a:ext cx="170280" cy="195120"/>
            </p14:xfrm>
          </p:contentPart>
        </mc:Choice>
        <mc:Fallback xmlns="">
          <p:pic>
            <p:nvPicPr>
              <p:cNvPr id="6" name="Ink 5">
                <a:extLst>
                  <a:ext uri="{FF2B5EF4-FFF2-40B4-BE49-F238E27FC236}">
                    <a16:creationId xmlns:a16="http://schemas.microsoft.com/office/drawing/2014/main" id="{180FC9BA-25D0-6320-661C-80CD4C602A55}"/>
                  </a:ext>
                </a:extLst>
              </p:cNvPr>
              <p:cNvPicPr/>
              <p:nvPr/>
            </p:nvPicPr>
            <p:blipFill>
              <a:blip r:embed="rId28"/>
              <a:stretch>
                <a:fillRect/>
              </a:stretch>
            </p:blipFill>
            <p:spPr>
              <a:xfrm>
                <a:off x="10152823" y="670861"/>
                <a:ext cx="191520" cy="216360"/>
              </a:xfrm>
              <a:prstGeom prst="rect">
                <a:avLst/>
              </a:prstGeom>
            </p:spPr>
          </p:pic>
        </mc:Fallback>
      </mc:AlternateContent>
    </p:spTree>
    <p:extLst>
      <p:ext uri="{BB962C8B-B14F-4D97-AF65-F5344CB8AC3E}">
        <p14:creationId xmlns:p14="http://schemas.microsoft.com/office/powerpoint/2010/main" val="14867380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33D071-028B-2AAC-14C3-D334BF25A0A2}"/>
              </a:ext>
            </a:extLst>
          </p:cNvPr>
          <p:cNvSpPr txBox="1"/>
          <p:nvPr/>
        </p:nvSpPr>
        <p:spPr>
          <a:xfrm>
            <a:off x="2140299" y="2883877"/>
            <a:ext cx="8862646" cy="3323987"/>
          </a:xfrm>
          <a:prstGeom prst="rect">
            <a:avLst/>
          </a:prstGeom>
          <a:noFill/>
        </p:spPr>
        <p:txBody>
          <a:bodyPr wrap="square" rtlCol="0">
            <a:spAutoFit/>
          </a:bodyPr>
          <a:lstStyle/>
          <a:p>
            <a:pPr marL="342900" indent="-342900">
              <a:buAutoNum type="arabicPeriod"/>
            </a:pPr>
            <a:r>
              <a:rPr lang="en-US" dirty="0"/>
              <a:t>Online feature layer – made ER diagram</a:t>
            </a:r>
          </a:p>
          <a:p>
            <a:pPr marL="633413" lvl="1" indent="-176213">
              <a:buFont typeface="Arial" panose="020B0604020202020204" pitchFamily="34" charset="0"/>
              <a:buChar char="•"/>
            </a:pPr>
            <a:r>
              <a:rPr lang="en-US" sz="1600" dirty="0"/>
              <a:t>Made ER diagram (table relationships)</a:t>
            </a:r>
          </a:p>
          <a:p>
            <a:pPr lvl="2"/>
            <a:r>
              <a:rPr lang="en-US" sz="1400" dirty="0">
                <a:solidFill>
                  <a:schemeClr val="tx1">
                    <a:lumMod val="50000"/>
                    <a:lumOff val="50000"/>
                  </a:schemeClr>
                </a:solidFill>
              </a:rPr>
              <a:t>Update graphs?</a:t>
            </a:r>
          </a:p>
          <a:p>
            <a:pPr lvl="2"/>
            <a:r>
              <a:rPr lang="en-US" sz="1400" dirty="0">
                <a:solidFill>
                  <a:schemeClr val="tx1">
                    <a:lumMod val="50000"/>
                    <a:lumOff val="50000"/>
                  </a:schemeClr>
                </a:solidFill>
              </a:rPr>
              <a:t>Keep donor-planting links (line features)?</a:t>
            </a:r>
          </a:p>
          <a:p>
            <a:pPr lvl="2"/>
            <a:r>
              <a:rPr lang="en-US" sz="1400" dirty="0">
                <a:solidFill>
                  <a:schemeClr val="tx1">
                    <a:lumMod val="50000"/>
                    <a:lumOff val="50000"/>
                  </a:schemeClr>
                </a:solidFill>
              </a:rPr>
              <a:t>Any need for  line and polygon feature classes for plantings?</a:t>
            </a:r>
          </a:p>
          <a:p>
            <a:pPr lvl="1"/>
            <a:endParaRPr lang="en-US" dirty="0"/>
          </a:p>
          <a:p>
            <a:pPr marL="342900" indent="-342900">
              <a:buAutoNum type="arabicPeriod"/>
            </a:pPr>
            <a:r>
              <a:rPr lang="en-US" dirty="0"/>
              <a:t>Matrix spreadsheet</a:t>
            </a:r>
          </a:p>
          <a:p>
            <a:pPr marL="633413" lvl="1" indent="-176213">
              <a:buFont typeface="Arial" panose="020B0604020202020204" pitchFamily="34" charset="0"/>
              <a:buChar char="•"/>
            </a:pPr>
            <a:r>
              <a:rPr lang="en-US" sz="1600" dirty="0"/>
              <a:t>Suggested sheet name changes for clarity</a:t>
            </a:r>
          </a:p>
          <a:p>
            <a:pPr marL="633413" lvl="1" indent="-176213">
              <a:buFont typeface="Arial" panose="020B0604020202020204" pitchFamily="34" charset="0"/>
              <a:buChar char="•"/>
            </a:pPr>
            <a:r>
              <a:rPr lang="en-US" sz="1600" dirty="0"/>
              <a:t>Greater automation will require a ‘production’ tables (i.e. clean &amp; systematic)</a:t>
            </a:r>
          </a:p>
          <a:p>
            <a:pPr lvl="1"/>
            <a:endParaRPr lang="en-US" sz="1600" dirty="0"/>
          </a:p>
          <a:p>
            <a:pPr marL="342900" indent="-342900">
              <a:buAutoNum type="arabicPeriod"/>
            </a:pPr>
            <a:r>
              <a:rPr lang="en-US" dirty="0" err="1"/>
              <a:t>planting_relationship</a:t>
            </a:r>
            <a:r>
              <a:rPr lang="en-US" dirty="0"/>
              <a:t> attribute ??</a:t>
            </a:r>
          </a:p>
          <a:p>
            <a:pPr marL="682625" lvl="1" indent="-225425">
              <a:buFont typeface="Arial" panose="020B0604020202020204" pitchFamily="34" charset="0"/>
              <a:buChar char="•"/>
            </a:pPr>
            <a:r>
              <a:rPr lang="en-US" sz="1600" dirty="0"/>
              <a:t>Domain = {single, initial, repeat, collocated}</a:t>
            </a:r>
          </a:p>
          <a:p>
            <a:pPr marL="682625" lvl="1" indent="-225425">
              <a:buFont typeface="Arial" panose="020B0604020202020204" pitchFamily="34" charset="0"/>
              <a:buChar char="•"/>
            </a:pPr>
            <a:r>
              <a:rPr lang="en-US" sz="1600" dirty="0" err="1"/>
              <a:t>Retain_drop</a:t>
            </a:r>
            <a:r>
              <a:rPr lang="en-US" sz="1600" dirty="0"/>
              <a:t>   (shift to automated determination?)</a:t>
            </a:r>
            <a:endParaRPr lang="en-US" dirty="0"/>
          </a:p>
        </p:txBody>
      </p:sp>
      <p:sp>
        <p:nvSpPr>
          <p:cNvPr id="3" name="TextBox 2">
            <a:extLst>
              <a:ext uri="{FF2B5EF4-FFF2-40B4-BE49-F238E27FC236}">
                <a16:creationId xmlns:a16="http://schemas.microsoft.com/office/drawing/2014/main" id="{984AA87C-6D67-72AF-6F35-3818FF2E4A89}"/>
              </a:ext>
            </a:extLst>
          </p:cNvPr>
          <p:cNvSpPr txBox="1"/>
          <p:nvPr/>
        </p:nvSpPr>
        <p:spPr>
          <a:xfrm>
            <a:off x="1004834" y="482321"/>
            <a:ext cx="10761785" cy="1200329"/>
          </a:xfrm>
          <a:prstGeom prst="rect">
            <a:avLst/>
          </a:prstGeom>
          <a:noFill/>
        </p:spPr>
        <p:txBody>
          <a:bodyPr wrap="square" rtlCol="0">
            <a:spAutoFit/>
          </a:bodyPr>
          <a:lstStyle/>
          <a:p>
            <a:r>
              <a:rPr lang="en-US" sz="2400" dirty="0"/>
              <a:t>Need automated processing and publishing (will require development time)</a:t>
            </a:r>
          </a:p>
          <a:p>
            <a:endParaRPr lang="en-US" sz="2400" dirty="0"/>
          </a:p>
          <a:p>
            <a:r>
              <a:rPr lang="en-US" sz="2400" dirty="0"/>
              <a:t>Balancing expedient update with movement toward automation</a:t>
            </a:r>
          </a:p>
        </p:txBody>
      </p:sp>
    </p:spTree>
    <p:extLst>
      <p:ext uri="{BB962C8B-B14F-4D97-AF65-F5344CB8AC3E}">
        <p14:creationId xmlns:p14="http://schemas.microsoft.com/office/powerpoint/2010/main" val="37337623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A38B5BD-7A34-2964-5FA2-EAA8D5A42205}"/>
              </a:ext>
            </a:extLst>
          </p:cNvPr>
          <p:cNvPicPr>
            <a:picLocks noChangeAspect="1"/>
          </p:cNvPicPr>
          <p:nvPr/>
        </p:nvPicPr>
        <p:blipFill>
          <a:blip r:embed="rId2">
            <a:extLst>
              <a:ext uri="{28A0092B-C50C-407E-A947-70E740481C1C}">
                <a14:useLocalDpi xmlns:a14="http://schemas.microsoft.com/office/drawing/2010/main" val="0"/>
              </a:ext>
            </a:extLst>
          </a:blip>
          <a:srcRect t="11388" b="1945"/>
          <a:stretch>
            <a:fillRect/>
          </a:stretch>
        </p:blipFill>
        <p:spPr>
          <a:xfrm>
            <a:off x="0" y="0"/>
            <a:ext cx="9801074" cy="6858000"/>
          </a:xfrm>
          <a:prstGeom prst="rect">
            <a:avLst/>
          </a:prstGeom>
        </p:spPr>
      </p:pic>
      <p:sp>
        <p:nvSpPr>
          <p:cNvPr id="2" name="TextBox 1">
            <a:extLst>
              <a:ext uri="{FF2B5EF4-FFF2-40B4-BE49-F238E27FC236}">
                <a16:creationId xmlns:a16="http://schemas.microsoft.com/office/drawing/2014/main" id="{FC0FCA64-6127-481C-FDB0-B7576817A659}"/>
              </a:ext>
            </a:extLst>
          </p:cNvPr>
          <p:cNvSpPr txBox="1"/>
          <p:nvPr/>
        </p:nvSpPr>
        <p:spPr>
          <a:xfrm>
            <a:off x="7686674" y="3838775"/>
            <a:ext cx="4286251" cy="2408352"/>
          </a:xfrm>
          <a:prstGeom prst="rect">
            <a:avLst/>
          </a:prstGeom>
          <a:noFill/>
        </p:spPr>
        <p:txBody>
          <a:bodyPr wrap="square" rtlCol="0">
            <a:spAutoFit/>
          </a:bodyPr>
          <a:lstStyle/>
          <a:p>
            <a:r>
              <a:rPr lang="en-US" sz="2000" dirty="0"/>
              <a:t>Seagrass Restoration </a:t>
            </a:r>
          </a:p>
          <a:p>
            <a:pPr>
              <a:spcAft>
                <a:spcPts val="300"/>
              </a:spcAft>
            </a:pPr>
            <a:r>
              <a:rPr lang="en-US" sz="2000" dirty="0"/>
              <a:t>ArcGIS Online feature layer</a:t>
            </a:r>
          </a:p>
          <a:p>
            <a:pPr>
              <a:spcAft>
                <a:spcPts val="1200"/>
              </a:spcAft>
            </a:pPr>
            <a:r>
              <a:rPr lang="en-US" sz="1400" dirty="0"/>
              <a:t>Feb. 20</a:t>
            </a:r>
            <a:r>
              <a:rPr lang="en-US" sz="1400"/>
              <a:t>, 2026  </a:t>
            </a:r>
            <a:r>
              <a:rPr lang="en-US" sz="1400" dirty="0"/>
              <a:t>(prior </a:t>
            </a:r>
            <a:r>
              <a:rPr lang="en-US" sz="1400"/>
              <a:t>to update)</a:t>
            </a:r>
            <a:endParaRPr lang="en-US" sz="1400" dirty="0"/>
          </a:p>
          <a:p>
            <a:r>
              <a:rPr lang="en-US" sz="1400" dirty="0">
                <a:solidFill>
                  <a:schemeClr val="tx1">
                    <a:lumMod val="50000"/>
                    <a:lumOff val="50000"/>
                  </a:schemeClr>
                </a:solidFill>
              </a:rPr>
              <a:t>Contains five spatial sublayers – point (3), line (1) and polygon (1).</a:t>
            </a:r>
          </a:p>
          <a:p>
            <a:endParaRPr lang="en-US" sz="1400" dirty="0">
              <a:solidFill>
                <a:schemeClr val="tx1">
                  <a:lumMod val="50000"/>
                  <a:lumOff val="50000"/>
                </a:schemeClr>
              </a:solidFill>
            </a:endParaRPr>
          </a:p>
          <a:p>
            <a:r>
              <a:rPr lang="en-US" sz="1400" dirty="0">
                <a:solidFill>
                  <a:schemeClr val="tx1">
                    <a:lumMod val="50000"/>
                    <a:lumOff val="50000"/>
                  </a:schemeClr>
                </a:solidFill>
              </a:rPr>
              <a:t>Associated attribute tables shown here in an ER diagram (Entity-Relationship).</a:t>
            </a:r>
          </a:p>
          <a:p>
            <a:endParaRPr lang="en-US" sz="1400" dirty="0">
              <a:solidFill>
                <a:schemeClr val="tx1">
                  <a:lumMod val="50000"/>
                  <a:lumOff val="50000"/>
                </a:schemeClr>
              </a:solidFill>
            </a:endParaRPr>
          </a:p>
        </p:txBody>
      </p:sp>
    </p:spTree>
    <p:extLst>
      <p:ext uri="{BB962C8B-B14F-4D97-AF65-F5344CB8AC3E}">
        <p14:creationId xmlns:p14="http://schemas.microsoft.com/office/powerpoint/2010/main" val="2301972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03CF-DFFB-1ECC-036A-C566C03181B9}"/>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66B370E7-CE5F-158D-B15B-659FB655A565}"/>
              </a:ext>
            </a:extLst>
          </p:cNvPr>
          <p:cNvPicPr>
            <a:picLocks noChangeAspect="1"/>
          </p:cNvPicPr>
          <p:nvPr/>
        </p:nvPicPr>
        <p:blipFill>
          <a:blip r:embed="rId2">
            <a:extLst>
              <a:ext uri="{28A0092B-C50C-407E-A947-70E740481C1C}">
                <a14:useLocalDpi xmlns:a14="http://schemas.microsoft.com/office/drawing/2010/main" val="0"/>
              </a:ext>
            </a:extLst>
          </a:blip>
          <a:srcRect t="11388" b="1945"/>
          <a:stretch>
            <a:fillRect/>
          </a:stretch>
        </p:blipFill>
        <p:spPr>
          <a:xfrm>
            <a:off x="0" y="0"/>
            <a:ext cx="9801074" cy="6858000"/>
          </a:xfrm>
          <a:prstGeom prst="rect">
            <a:avLst/>
          </a:prstGeom>
        </p:spPr>
      </p:pic>
      <p:sp>
        <p:nvSpPr>
          <p:cNvPr id="31" name="Freeform: Shape 30">
            <a:extLst>
              <a:ext uri="{FF2B5EF4-FFF2-40B4-BE49-F238E27FC236}">
                <a16:creationId xmlns:a16="http://schemas.microsoft.com/office/drawing/2014/main" id="{DB9FDA14-E57A-62AE-35BF-5D03C4ADF91F}"/>
              </a:ext>
            </a:extLst>
          </p:cNvPr>
          <p:cNvSpPr/>
          <p:nvPr/>
        </p:nvSpPr>
        <p:spPr>
          <a:xfrm>
            <a:off x="7267575" y="2908809"/>
            <a:ext cx="4817840" cy="2959998"/>
          </a:xfrm>
          <a:custGeom>
            <a:avLst/>
            <a:gdLst>
              <a:gd name="csX0" fmla="*/ 559971 w 4817840"/>
              <a:gd name="csY0" fmla="*/ 137946 h 2959998"/>
              <a:gd name="csX1" fmla="*/ 198021 w 4817840"/>
              <a:gd name="csY1" fmla="*/ 2423946 h 2959998"/>
              <a:gd name="csX2" fmla="*/ 2684046 w 4817840"/>
              <a:gd name="csY2" fmla="*/ 2957346 h 2959998"/>
              <a:gd name="csX3" fmla="*/ 4779546 w 4817840"/>
              <a:gd name="csY3" fmla="*/ 2519196 h 2959998"/>
              <a:gd name="csX4" fmla="*/ 3769896 w 4817840"/>
              <a:gd name="csY4" fmla="*/ 499896 h 2959998"/>
              <a:gd name="csX5" fmla="*/ 559971 w 4817840"/>
              <a:gd name="csY5" fmla="*/ 137946 h 2959998"/>
            </a:gdLst>
            <a:ahLst/>
            <a:cxnLst>
              <a:cxn ang="0">
                <a:pos x="csX0" y="csY0"/>
              </a:cxn>
              <a:cxn ang="0">
                <a:pos x="csX1" y="csY1"/>
              </a:cxn>
              <a:cxn ang="0">
                <a:pos x="csX2" y="csY2"/>
              </a:cxn>
              <a:cxn ang="0">
                <a:pos x="csX3" y="csY3"/>
              </a:cxn>
              <a:cxn ang="0">
                <a:pos x="csX4" y="csY4"/>
              </a:cxn>
              <a:cxn ang="0">
                <a:pos x="csX5" y="csY5"/>
              </a:cxn>
            </a:cxnLst>
            <a:rect l="l" t="t" r="r" b="b"/>
            <a:pathLst>
              <a:path w="4817840" h="2959998">
                <a:moveTo>
                  <a:pt x="559971" y="137946"/>
                </a:moveTo>
                <a:cubicBezTo>
                  <a:pt x="-35342" y="458621"/>
                  <a:pt x="-155991" y="1954046"/>
                  <a:pt x="198021" y="2423946"/>
                </a:cubicBezTo>
                <a:cubicBezTo>
                  <a:pt x="552033" y="2893846"/>
                  <a:pt x="1920459" y="2941471"/>
                  <a:pt x="2684046" y="2957346"/>
                </a:cubicBezTo>
                <a:cubicBezTo>
                  <a:pt x="3447633" y="2973221"/>
                  <a:pt x="4598571" y="2928771"/>
                  <a:pt x="4779546" y="2519196"/>
                </a:cubicBezTo>
                <a:cubicBezTo>
                  <a:pt x="4960521" y="2109621"/>
                  <a:pt x="4479508" y="895183"/>
                  <a:pt x="3769896" y="499896"/>
                </a:cubicBezTo>
                <a:cubicBezTo>
                  <a:pt x="3060284" y="104609"/>
                  <a:pt x="1155284" y="-182729"/>
                  <a:pt x="559971" y="137946"/>
                </a:cubicBezTo>
                <a:close/>
              </a:path>
            </a:pathLst>
          </a:custGeom>
          <a:solidFill>
            <a:srgbClr val="DB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9C533870-4126-EE4D-4F1B-8FE499C80129}"/>
              </a:ext>
            </a:extLst>
          </p:cNvPr>
          <p:cNvSpPr txBox="1"/>
          <p:nvPr/>
        </p:nvSpPr>
        <p:spPr>
          <a:xfrm>
            <a:off x="2400300" y="5042951"/>
            <a:ext cx="962025" cy="276999"/>
          </a:xfrm>
          <a:prstGeom prst="rect">
            <a:avLst/>
          </a:prstGeom>
          <a:noFill/>
        </p:spPr>
        <p:txBody>
          <a:bodyPr wrap="square" rtlCol="0">
            <a:spAutoFit/>
          </a:bodyPr>
          <a:lstStyle/>
          <a:p>
            <a:r>
              <a:rPr lang="en-US" sz="1200" dirty="0">
                <a:solidFill>
                  <a:srgbClr val="C00000"/>
                </a:solidFill>
              </a:rPr>
              <a:t>Text (8000)</a:t>
            </a:r>
          </a:p>
        </p:txBody>
      </p:sp>
      <p:sp>
        <p:nvSpPr>
          <p:cNvPr id="3" name="TextBox 2">
            <a:extLst>
              <a:ext uri="{FF2B5EF4-FFF2-40B4-BE49-F238E27FC236}">
                <a16:creationId xmlns:a16="http://schemas.microsoft.com/office/drawing/2014/main" id="{D270E057-38F9-FD0A-C7FD-E7E866DDD09D}"/>
              </a:ext>
            </a:extLst>
          </p:cNvPr>
          <p:cNvSpPr txBox="1"/>
          <p:nvPr/>
        </p:nvSpPr>
        <p:spPr>
          <a:xfrm>
            <a:off x="2400300" y="5319950"/>
            <a:ext cx="962025" cy="461665"/>
          </a:xfrm>
          <a:prstGeom prst="rect">
            <a:avLst/>
          </a:prstGeom>
          <a:noFill/>
        </p:spPr>
        <p:txBody>
          <a:bodyPr wrap="square" rtlCol="0">
            <a:spAutoFit/>
          </a:bodyPr>
          <a:lstStyle/>
          <a:p>
            <a:r>
              <a:rPr lang="en-US" sz="1200" dirty="0">
                <a:solidFill>
                  <a:srgbClr val="C00000"/>
                </a:solidFill>
              </a:rPr>
              <a:t>“Planted Shoots”</a:t>
            </a:r>
          </a:p>
        </p:txBody>
      </p:sp>
      <p:cxnSp>
        <p:nvCxnSpPr>
          <p:cNvPr id="9" name="Straight Connector 8">
            <a:extLst>
              <a:ext uri="{FF2B5EF4-FFF2-40B4-BE49-F238E27FC236}">
                <a16:creationId xmlns:a16="http://schemas.microsoft.com/office/drawing/2014/main" id="{27AE2762-52BC-5167-B3C9-CC23CF51F964}"/>
              </a:ext>
            </a:extLst>
          </p:cNvPr>
          <p:cNvCxnSpPr>
            <a:cxnSpLocks/>
            <a:stCxn id="8" idx="1"/>
          </p:cNvCxnSpPr>
          <p:nvPr/>
        </p:nvCxnSpPr>
        <p:spPr>
          <a:xfrm flipH="1" flipV="1">
            <a:off x="1962150" y="4848225"/>
            <a:ext cx="438150" cy="33322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3C38437-1A42-0625-453B-7EF178F3DF50}"/>
              </a:ext>
            </a:extLst>
          </p:cNvPr>
          <p:cNvCxnSpPr>
            <a:stCxn id="3" idx="1"/>
          </p:cNvCxnSpPr>
          <p:nvPr/>
        </p:nvCxnSpPr>
        <p:spPr>
          <a:xfrm flipH="1" flipV="1">
            <a:off x="1343025" y="5042951"/>
            <a:ext cx="1057275" cy="50783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FA7F7D1B-01A3-FA8E-0EAE-9F043D98D976}"/>
              </a:ext>
            </a:extLst>
          </p:cNvPr>
          <p:cNvGrpSpPr/>
          <p:nvPr/>
        </p:nvGrpSpPr>
        <p:grpSpPr>
          <a:xfrm>
            <a:off x="7391399" y="3074179"/>
            <a:ext cx="4600577" cy="2566540"/>
            <a:chOff x="6838949" y="3209746"/>
            <a:chExt cx="4600577" cy="2566540"/>
          </a:xfrm>
        </p:grpSpPr>
        <p:sp>
          <p:nvSpPr>
            <p:cNvPr id="15" name="TextBox 14">
              <a:extLst>
                <a:ext uri="{FF2B5EF4-FFF2-40B4-BE49-F238E27FC236}">
                  <a16:creationId xmlns:a16="http://schemas.microsoft.com/office/drawing/2014/main" id="{DB594431-0B5D-A7C1-8A2D-EDFD5C3904FE}"/>
                </a:ext>
              </a:extLst>
            </p:cNvPr>
            <p:cNvSpPr txBox="1"/>
            <p:nvPr/>
          </p:nvSpPr>
          <p:spPr>
            <a:xfrm>
              <a:off x="6838949" y="5042951"/>
              <a:ext cx="1783381" cy="276999"/>
            </a:xfrm>
            <a:prstGeom prst="rect">
              <a:avLst/>
            </a:prstGeom>
            <a:noFill/>
          </p:spPr>
          <p:txBody>
            <a:bodyPr wrap="square" rtlCol="0">
              <a:spAutoFit/>
            </a:bodyPr>
            <a:lstStyle/>
            <a:p>
              <a:pPr algn="r"/>
              <a:r>
                <a:rPr lang="en-US" sz="1200" dirty="0" err="1"/>
                <a:t>planting_location_code</a:t>
              </a:r>
              <a:endParaRPr lang="en-US" sz="1200" dirty="0"/>
            </a:p>
          </p:txBody>
        </p:sp>
        <p:sp>
          <p:nvSpPr>
            <p:cNvPr id="18" name="TextBox 17">
              <a:extLst>
                <a:ext uri="{FF2B5EF4-FFF2-40B4-BE49-F238E27FC236}">
                  <a16:creationId xmlns:a16="http://schemas.microsoft.com/office/drawing/2014/main" id="{154373FA-E9B6-04BE-7CBD-309A41936A0D}"/>
                </a:ext>
              </a:extLst>
            </p:cNvPr>
            <p:cNvSpPr txBox="1"/>
            <p:nvPr/>
          </p:nvSpPr>
          <p:spPr>
            <a:xfrm>
              <a:off x="7359165" y="3209746"/>
              <a:ext cx="3362325" cy="1115690"/>
            </a:xfrm>
            <a:prstGeom prst="rect">
              <a:avLst/>
            </a:prstGeom>
            <a:noFill/>
          </p:spPr>
          <p:txBody>
            <a:bodyPr wrap="square" rtlCol="0">
              <a:spAutoFit/>
            </a:bodyPr>
            <a:lstStyle/>
            <a:p>
              <a:pPr>
                <a:spcAft>
                  <a:spcPts val="300"/>
                </a:spcAft>
              </a:pPr>
              <a:r>
                <a:rPr lang="en-US" sz="1600" b="1" u="sng" dirty="0" err="1">
                  <a:latin typeface="Courier New" panose="02070309020205020404" pitchFamily="49" charset="0"/>
                  <a:cs typeface="Courier New" panose="02070309020205020404" pitchFamily="49" charset="0"/>
                </a:rPr>
                <a:t>planting_code</a:t>
              </a:r>
              <a:endParaRPr lang="en-US" sz="1600" b="1" u="sng"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QMH_3D_20180601_rebar</a:t>
              </a:r>
            </a:p>
            <a:p>
              <a:r>
                <a:rPr lang="en-US" sz="1600" dirty="0">
                  <a:latin typeface="Courier New" panose="02070309020205020404" pitchFamily="49" charset="0"/>
                  <a:cs typeface="Courier New" panose="02070309020205020404" pitchFamily="49" charset="0"/>
                </a:rPr>
                <a:t>JSP_mid_1_20180714_rebar</a:t>
              </a:r>
            </a:p>
            <a:p>
              <a:r>
                <a:rPr lang="en-US" sz="1600" dirty="0">
                  <a:latin typeface="Courier New" panose="02070309020205020404" pitchFamily="49" charset="0"/>
                  <a:cs typeface="Courier New" panose="02070309020205020404" pitchFamily="49" charset="0"/>
                </a:rPr>
                <a:t>JSP_mid_1_20180714_pucks</a:t>
              </a:r>
            </a:p>
          </p:txBody>
        </p:sp>
        <p:sp>
          <p:nvSpPr>
            <p:cNvPr id="19" name="TextBox 18">
              <a:extLst>
                <a:ext uri="{FF2B5EF4-FFF2-40B4-BE49-F238E27FC236}">
                  <a16:creationId xmlns:a16="http://schemas.microsoft.com/office/drawing/2014/main" id="{E3007521-BD42-2812-94D3-0E7BCE25497A}"/>
                </a:ext>
              </a:extLst>
            </p:cNvPr>
            <p:cNvSpPr txBox="1"/>
            <p:nvPr/>
          </p:nvSpPr>
          <p:spPr>
            <a:xfrm>
              <a:off x="8568491" y="5499287"/>
              <a:ext cx="1169369" cy="276999"/>
            </a:xfrm>
            <a:prstGeom prst="rect">
              <a:avLst/>
            </a:prstGeom>
            <a:noFill/>
          </p:spPr>
          <p:txBody>
            <a:bodyPr wrap="square" rtlCol="0">
              <a:spAutoFit/>
            </a:bodyPr>
            <a:lstStyle/>
            <a:p>
              <a:pPr algn="r"/>
              <a:r>
                <a:rPr lang="en-US" sz="1200" dirty="0" err="1"/>
                <a:t>planting_date</a:t>
              </a:r>
              <a:endParaRPr lang="en-US" sz="1200" dirty="0"/>
            </a:p>
          </p:txBody>
        </p:sp>
        <p:sp>
          <p:nvSpPr>
            <p:cNvPr id="20" name="TextBox 19">
              <a:extLst>
                <a:ext uri="{FF2B5EF4-FFF2-40B4-BE49-F238E27FC236}">
                  <a16:creationId xmlns:a16="http://schemas.microsoft.com/office/drawing/2014/main" id="{3249755C-E13A-22A1-C5F0-185FC859E6E5}"/>
                </a:ext>
              </a:extLst>
            </p:cNvPr>
            <p:cNvSpPr txBox="1"/>
            <p:nvPr/>
          </p:nvSpPr>
          <p:spPr>
            <a:xfrm>
              <a:off x="9382126" y="5056851"/>
              <a:ext cx="2057400" cy="276999"/>
            </a:xfrm>
            <a:prstGeom prst="rect">
              <a:avLst/>
            </a:prstGeom>
            <a:noFill/>
          </p:spPr>
          <p:txBody>
            <a:bodyPr wrap="square" rtlCol="0">
              <a:spAutoFit/>
            </a:bodyPr>
            <a:lstStyle/>
            <a:p>
              <a:pPr algn="r"/>
              <a:r>
                <a:rPr lang="en-US" sz="1200" dirty="0" err="1"/>
                <a:t>planting_method</a:t>
              </a:r>
              <a:endParaRPr lang="en-US" sz="1200" dirty="0"/>
            </a:p>
          </p:txBody>
        </p:sp>
        <p:grpSp>
          <p:nvGrpSpPr>
            <p:cNvPr id="23" name="Group 22">
              <a:extLst>
                <a:ext uri="{FF2B5EF4-FFF2-40B4-BE49-F238E27FC236}">
                  <a16:creationId xmlns:a16="http://schemas.microsoft.com/office/drawing/2014/main" id="{773DF5AE-FA95-2F59-DE5D-4B8ED367FFC2}"/>
                </a:ext>
              </a:extLst>
            </p:cNvPr>
            <p:cNvGrpSpPr/>
            <p:nvPr/>
          </p:nvGrpSpPr>
          <p:grpSpPr>
            <a:xfrm>
              <a:off x="7469803" y="4367697"/>
              <a:ext cx="2912447" cy="45721"/>
              <a:chOff x="7469803" y="4462947"/>
              <a:chExt cx="2912447" cy="45721"/>
            </a:xfrm>
          </p:grpSpPr>
          <p:sp>
            <p:nvSpPr>
              <p:cNvPr id="17" name="Right Bracket 16">
                <a:extLst>
                  <a:ext uri="{FF2B5EF4-FFF2-40B4-BE49-F238E27FC236}">
                    <a16:creationId xmlns:a16="http://schemas.microsoft.com/office/drawing/2014/main" id="{70D61A28-8FE2-EF36-B23A-F1AB22C2AD6A}"/>
                  </a:ext>
                </a:extLst>
              </p:cNvPr>
              <p:cNvSpPr/>
              <p:nvPr/>
            </p:nvSpPr>
            <p:spPr>
              <a:xfrm rot="5400000">
                <a:off x="7996287" y="3936464"/>
                <a:ext cx="45719" cy="1098687"/>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Right Bracket 20">
                <a:extLst>
                  <a:ext uri="{FF2B5EF4-FFF2-40B4-BE49-F238E27FC236}">
                    <a16:creationId xmlns:a16="http://schemas.microsoft.com/office/drawing/2014/main" id="{03742269-2A47-2A88-2326-E02CB3D347D3}"/>
                  </a:ext>
                </a:extLst>
              </p:cNvPr>
              <p:cNvSpPr/>
              <p:nvPr/>
            </p:nvSpPr>
            <p:spPr>
              <a:xfrm rot="5400000">
                <a:off x="9160341" y="4048759"/>
                <a:ext cx="45720" cy="874097"/>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ight Bracket 21">
                <a:extLst>
                  <a:ext uri="{FF2B5EF4-FFF2-40B4-BE49-F238E27FC236}">
                    <a16:creationId xmlns:a16="http://schemas.microsoft.com/office/drawing/2014/main" id="{E57A6808-2EDB-7C05-10F5-12FDFD211571}"/>
                  </a:ext>
                </a:extLst>
              </p:cNvPr>
              <p:cNvSpPr/>
              <p:nvPr/>
            </p:nvSpPr>
            <p:spPr>
              <a:xfrm rot="5400000">
                <a:off x="10055968" y="4182385"/>
                <a:ext cx="45719" cy="606844"/>
              </a:xfrm>
              <a:prstGeom prst="rightBracket">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cxnSp>
          <p:nvCxnSpPr>
            <p:cNvPr id="25" name="Straight Connector 24">
              <a:extLst>
                <a:ext uri="{FF2B5EF4-FFF2-40B4-BE49-F238E27FC236}">
                  <a16:creationId xmlns:a16="http://schemas.microsoft.com/office/drawing/2014/main" id="{C33AF24D-A494-DEE8-A5E8-BC159E479506}"/>
                </a:ext>
              </a:extLst>
            </p:cNvPr>
            <p:cNvCxnSpPr>
              <a:endCxn id="15" idx="0"/>
            </p:cNvCxnSpPr>
            <p:nvPr/>
          </p:nvCxnSpPr>
          <p:spPr>
            <a:xfrm flipH="1">
              <a:off x="7730640" y="4524375"/>
              <a:ext cx="288506" cy="51857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32C5A00-74D0-BA29-0291-882781786718}"/>
                </a:ext>
              </a:extLst>
            </p:cNvPr>
            <p:cNvCxnSpPr>
              <a:endCxn id="19" idx="0"/>
            </p:cNvCxnSpPr>
            <p:nvPr/>
          </p:nvCxnSpPr>
          <p:spPr>
            <a:xfrm>
              <a:off x="9153175" y="4600575"/>
              <a:ext cx="1" cy="898712"/>
            </a:xfrm>
            <a:prstGeom prst="straightConnector1">
              <a:avLst/>
            </a:prstGeom>
            <a:ln>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D3981B7-BD8A-1BD8-807F-145DA8687CE0}"/>
                </a:ext>
              </a:extLst>
            </p:cNvPr>
            <p:cNvCxnSpPr/>
            <p:nvPr/>
          </p:nvCxnSpPr>
          <p:spPr>
            <a:xfrm>
              <a:off x="10078827" y="4524375"/>
              <a:ext cx="642663" cy="51857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sp>
        <p:nvSpPr>
          <p:cNvPr id="33" name="Freeform: Shape 32">
            <a:extLst>
              <a:ext uri="{FF2B5EF4-FFF2-40B4-BE49-F238E27FC236}">
                <a16:creationId xmlns:a16="http://schemas.microsoft.com/office/drawing/2014/main" id="{331B4A11-8D34-A4E6-4688-3103FFFA03FF}"/>
              </a:ext>
            </a:extLst>
          </p:cNvPr>
          <p:cNvSpPr/>
          <p:nvPr/>
        </p:nvSpPr>
        <p:spPr>
          <a:xfrm>
            <a:off x="4467225" y="695247"/>
            <a:ext cx="2924175" cy="2990928"/>
          </a:xfrm>
          <a:custGeom>
            <a:avLst/>
            <a:gdLst>
              <a:gd name="csX0" fmla="*/ 2800350 w 2800350"/>
              <a:gd name="csY0" fmla="*/ 2924175 h 2924175"/>
              <a:gd name="csX1" fmla="*/ 2047875 w 2800350"/>
              <a:gd name="csY1" fmla="*/ 771525 h 2924175"/>
              <a:gd name="csX2" fmla="*/ 0 w 2800350"/>
              <a:gd name="csY2" fmla="*/ 0 h 2924175"/>
              <a:gd name="csX0" fmla="*/ 2800350 w 2800350"/>
              <a:gd name="csY0" fmla="*/ 2924175 h 2924175"/>
              <a:gd name="csX1" fmla="*/ 2047875 w 2800350"/>
              <a:gd name="csY1" fmla="*/ 771525 h 2924175"/>
              <a:gd name="csX2" fmla="*/ 0 w 2800350"/>
              <a:gd name="csY2" fmla="*/ 0 h 2924175"/>
              <a:gd name="csX0" fmla="*/ 2800350 w 2800350"/>
              <a:gd name="csY0" fmla="*/ 2924437 h 2924437"/>
              <a:gd name="csX1" fmla="*/ 2047875 w 2800350"/>
              <a:gd name="csY1" fmla="*/ 771787 h 2924437"/>
              <a:gd name="csX2" fmla="*/ 0 w 2800350"/>
              <a:gd name="csY2" fmla="*/ 262 h 2924437"/>
              <a:gd name="csX0" fmla="*/ 2800350 w 2800350"/>
              <a:gd name="csY0" fmla="*/ 2924658 h 2924658"/>
              <a:gd name="csX1" fmla="*/ 2047875 w 2800350"/>
              <a:gd name="csY1" fmla="*/ 772008 h 2924658"/>
              <a:gd name="csX2" fmla="*/ 0 w 2800350"/>
              <a:gd name="csY2" fmla="*/ 483 h 2924658"/>
              <a:gd name="csX0" fmla="*/ 2800350 w 2800350"/>
              <a:gd name="csY0" fmla="*/ 2924658 h 2924658"/>
              <a:gd name="csX1" fmla="*/ 2047875 w 2800350"/>
              <a:gd name="csY1" fmla="*/ 772008 h 2924658"/>
              <a:gd name="csX2" fmla="*/ 0 w 2800350"/>
              <a:gd name="csY2" fmla="*/ 483 h 2924658"/>
              <a:gd name="csX0" fmla="*/ 2800350 w 2800350"/>
              <a:gd name="csY0" fmla="*/ 2924554 h 2924554"/>
              <a:gd name="csX1" fmla="*/ 2047875 w 2800350"/>
              <a:gd name="csY1" fmla="*/ 771904 h 2924554"/>
              <a:gd name="csX2" fmla="*/ 0 w 2800350"/>
              <a:gd name="csY2" fmla="*/ 379 h 2924554"/>
              <a:gd name="csX0" fmla="*/ 2800350 w 2800350"/>
              <a:gd name="csY0" fmla="*/ 2924320 h 2924320"/>
              <a:gd name="csX1" fmla="*/ 2152650 w 2800350"/>
              <a:gd name="csY1" fmla="*/ 1114570 h 2924320"/>
              <a:gd name="csX2" fmla="*/ 0 w 2800350"/>
              <a:gd name="csY2" fmla="*/ 145 h 2924320"/>
              <a:gd name="csX0" fmla="*/ 2800350 w 2800350"/>
              <a:gd name="csY0" fmla="*/ 2924361 h 2924361"/>
              <a:gd name="csX1" fmla="*/ 2152650 w 2800350"/>
              <a:gd name="csY1" fmla="*/ 1114611 h 2924361"/>
              <a:gd name="csX2" fmla="*/ 0 w 2800350"/>
              <a:gd name="csY2" fmla="*/ 186 h 2924361"/>
              <a:gd name="csX0" fmla="*/ 2800350 w 2800350"/>
              <a:gd name="csY0" fmla="*/ 2924361 h 2924361"/>
              <a:gd name="csX1" fmla="*/ 2152650 w 2800350"/>
              <a:gd name="csY1" fmla="*/ 1114611 h 2924361"/>
              <a:gd name="csX2" fmla="*/ 0 w 2800350"/>
              <a:gd name="csY2" fmla="*/ 186 h 2924361"/>
              <a:gd name="csX0" fmla="*/ 2924175 w 2924175"/>
              <a:gd name="csY0" fmla="*/ 2991036 h 2991036"/>
              <a:gd name="csX1" fmla="*/ 2152650 w 2924175"/>
              <a:gd name="csY1" fmla="*/ 1114611 h 2991036"/>
              <a:gd name="csX2" fmla="*/ 0 w 2924175"/>
              <a:gd name="csY2" fmla="*/ 186 h 2991036"/>
              <a:gd name="csX0" fmla="*/ 2924175 w 2924175"/>
              <a:gd name="csY0" fmla="*/ 2990928 h 2990928"/>
              <a:gd name="csX1" fmla="*/ 2085975 w 2924175"/>
              <a:gd name="csY1" fmla="*/ 1724103 h 2990928"/>
              <a:gd name="csX2" fmla="*/ 0 w 2924175"/>
              <a:gd name="csY2" fmla="*/ 78 h 2990928"/>
              <a:gd name="csX0" fmla="*/ 2924175 w 2924175"/>
              <a:gd name="csY0" fmla="*/ 2990928 h 2990928"/>
              <a:gd name="csX1" fmla="*/ 2085975 w 2924175"/>
              <a:gd name="csY1" fmla="*/ 1724103 h 2990928"/>
              <a:gd name="csX2" fmla="*/ 0 w 2924175"/>
              <a:gd name="csY2" fmla="*/ 78 h 2990928"/>
              <a:gd name="csX0" fmla="*/ 2924175 w 2924175"/>
              <a:gd name="csY0" fmla="*/ 2990928 h 2990928"/>
              <a:gd name="csX1" fmla="*/ 2085975 w 2924175"/>
              <a:gd name="csY1" fmla="*/ 1724103 h 2990928"/>
              <a:gd name="csX2" fmla="*/ 0 w 2924175"/>
              <a:gd name="csY2" fmla="*/ 78 h 2990928"/>
            </a:gdLst>
            <a:ahLst/>
            <a:cxnLst>
              <a:cxn ang="0">
                <a:pos x="csX0" y="csY0"/>
              </a:cxn>
              <a:cxn ang="0">
                <a:pos x="csX1" y="csY1"/>
              </a:cxn>
              <a:cxn ang="0">
                <a:pos x="csX2" y="csY2"/>
              </a:cxn>
            </a:cxnLst>
            <a:rect l="l" t="t" r="r" b="b"/>
            <a:pathLst>
              <a:path w="2924175" h="2990928">
                <a:moveTo>
                  <a:pt x="2924175" y="2990928"/>
                </a:moveTo>
                <a:cubicBezTo>
                  <a:pt x="2457450" y="2510709"/>
                  <a:pt x="2124075" y="2478165"/>
                  <a:pt x="2085975" y="1724103"/>
                </a:cubicBezTo>
                <a:cubicBezTo>
                  <a:pt x="2047875" y="1008140"/>
                  <a:pt x="2533650" y="-10241"/>
                  <a:pt x="0" y="78"/>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205E950B-3D74-86C9-1C8A-87417776C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2675" y="5321869"/>
            <a:ext cx="1905000" cy="1428750"/>
          </a:xfrm>
          <a:prstGeom prst="rect">
            <a:avLst/>
          </a:prstGeom>
          <a:noFill/>
          <a:ln>
            <a:solidFill>
              <a:schemeClr val="accent1"/>
            </a:solid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35" name="Straight Connector 34">
            <a:extLst>
              <a:ext uri="{FF2B5EF4-FFF2-40B4-BE49-F238E27FC236}">
                <a16:creationId xmlns:a16="http://schemas.microsoft.com/office/drawing/2014/main" id="{4C907188-7757-BADC-8DC6-7A7912A7C4BF}"/>
              </a:ext>
            </a:extLst>
          </p:cNvPr>
          <p:cNvCxnSpPr/>
          <p:nvPr/>
        </p:nvCxnSpPr>
        <p:spPr>
          <a:xfrm flipH="1" flipV="1">
            <a:off x="4276725" y="5600700"/>
            <a:ext cx="1885950" cy="180915"/>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3519A76-146C-517B-A4B6-75098258213B}"/>
              </a:ext>
            </a:extLst>
          </p:cNvPr>
          <p:cNvSpPr txBox="1"/>
          <p:nvPr/>
        </p:nvSpPr>
        <p:spPr>
          <a:xfrm>
            <a:off x="9972675" y="1217281"/>
            <a:ext cx="962025" cy="276999"/>
          </a:xfrm>
          <a:prstGeom prst="rect">
            <a:avLst/>
          </a:prstGeom>
          <a:noFill/>
        </p:spPr>
        <p:txBody>
          <a:bodyPr wrap="square" rtlCol="0">
            <a:spAutoFit/>
          </a:bodyPr>
          <a:lstStyle/>
          <a:p>
            <a:r>
              <a:rPr lang="en-US" sz="1200" dirty="0">
                <a:solidFill>
                  <a:srgbClr val="C00000"/>
                </a:solidFill>
              </a:rPr>
              <a:t>?  “point”</a:t>
            </a:r>
          </a:p>
        </p:txBody>
      </p:sp>
      <p:cxnSp>
        <p:nvCxnSpPr>
          <p:cNvPr id="38" name="Straight Connector 37">
            <a:extLst>
              <a:ext uri="{FF2B5EF4-FFF2-40B4-BE49-F238E27FC236}">
                <a16:creationId xmlns:a16="http://schemas.microsoft.com/office/drawing/2014/main" id="{7112636C-3EB9-8B90-8424-D265634585D6}"/>
              </a:ext>
            </a:extLst>
          </p:cNvPr>
          <p:cNvCxnSpPr>
            <a:stCxn id="36" idx="1"/>
          </p:cNvCxnSpPr>
          <p:nvPr/>
        </p:nvCxnSpPr>
        <p:spPr>
          <a:xfrm flipH="1" flipV="1">
            <a:off x="8353425" y="1333500"/>
            <a:ext cx="1619250" cy="2228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01934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9DC035-397D-F844-AF33-1C2DAE8D65A0}"/>
              </a:ext>
            </a:extLst>
          </p:cNvPr>
          <p:cNvSpPr txBox="1"/>
          <p:nvPr/>
        </p:nvSpPr>
        <p:spPr>
          <a:xfrm>
            <a:off x="1415996" y="2011495"/>
            <a:ext cx="1646300" cy="246221"/>
          </a:xfrm>
          <a:prstGeom prst="rect">
            <a:avLst/>
          </a:prstGeom>
          <a:noFill/>
        </p:spPr>
        <p:txBody>
          <a:bodyPr wrap="square" rtlCol="0">
            <a:spAutoFit/>
          </a:bodyPr>
          <a:lstStyle/>
          <a:p>
            <a:pPr>
              <a:spcAft>
                <a:spcPts val="600"/>
              </a:spcAft>
            </a:pPr>
            <a:r>
              <a:rPr lang="en-US" sz="1000" dirty="0">
                <a:solidFill>
                  <a:schemeClr val="tx1">
                    <a:lumMod val="65000"/>
                    <a:lumOff val="35000"/>
                  </a:schemeClr>
                </a:solidFill>
              </a:rPr>
              <a:t>entity</a:t>
            </a:r>
            <a:r>
              <a:rPr lang="en-US" sz="1000" dirty="0">
                <a:solidFill>
                  <a:schemeClr val="bg1">
                    <a:lumMod val="65000"/>
                  </a:schemeClr>
                </a:solidFill>
              </a:rPr>
              <a:t>:  planting GPS points</a:t>
            </a:r>
          </a:p>
        </p:txBody>
      </p:sp>
      <p:grpSp>
        <p:nvGrpSpPr>
          <p:cNvPr id="24" name="Group 23">
            <a:extLst>
              <a:ext uri="{FF2B5EF4-FFF2-40B4-BE49-F238E27FC236}">
                <a16:creationId xmlns:a16="http://schemas.microsoft.com/office/drawing/2014/main" id="{24E67E1D-9A95-D549-BEC5-F882CF43F3A0}"/>
              </a:ext>
            </a:extLst>
          </p:cNvPr>
          <p:cNvGrpSpPr/>
          <p:nvPr/>
        </p:nvGrpSpPr>
        <p:grpSpPr>
          <a:xfrm>
            <a:off x="1714523" y="2747743"/>
            <a:ext cx="1679719" cy="276999"/>
            <a:chOff x="1751374" y="2493077"/>
            <a:chExt cx="1679719" cy="276999"/>
          </a:xfrm>
        </p:grpSpPr>
        <p:sp>
          <p:nvSpPr>
            <p:cNvPr id="125" name="TextBox 124">
              <a:extLst>
                <a:ext uri="{FF2B5EF4-FFF2-40B4-BE49-F238E27FC236}">
                  <a16:creationId xmlns:a16="http://schemas.microsoft.com/office/drawing/2014/main" id="{AAD83CF8-E781-6846-A808-A68731FD004F}"/>
                </a:ext>
              </a:extLst>
            </p:cNvPr>
            <p:cNvSpPr txBox="1"/>
            <p:nvPr/>
          </p:nvSpPr>
          <p:spPr>
            <a:xfrm>
              <a:off x="1957711" y="2493077"/>
              <a:ext cx="1473382" cy="276999"/>
            </a:xfrm>
            <a:prstGeom prst="rect">
              <a:avLst/>
            </a:prstGeom>
            <a:noFill/>
          </p:spPr>
          <p:txBody>
            <a:bodyPr wrap="square" rtlCol="0">
              <a:spAutoFit/>
            </a:bodyPr>
            <a:lstStyle/>
            <a:p>
              <a:r>
                <a:rPr lang="en-US" sz="1200" dirty="0"/>
                <a:t>planting_v0.csv</a:t>
              </a:r>
            </a:p>
          </p:txBody>
        </p:sp>
        <p:pic>
          <p:nvPicPr>
            <p:cNvPr id="127" name="Picture 126">
              <a:extLst>
                <a:ext uri="{FF2B5EF4-FFF2-40B4-BE49-F238E27FC236}">
                  <a16:creationId xmlns:a16="http://schemas.microsoft.com/office/drawing/2014/main" id="{D7BEAF97-B7A6-DC4F-8807-5A7FFBE25E12}"/>
                </a:ext>
              </a:extLst>
            </p:cNvPr>
            <p:cNvPicPr>
              <a:picLocks noChangeAspect="1"/>
            </p:cNvPicPr>
            <p:nvPr/>
          </p:nvPicPr>
          <p:blipFill>
            <a:blip r:embed="rId2"/>
            <a:stretch>
              <a:fillRect/>
            </a:stretch>
          </p:blipFill>
          <p:spPr>
            <a:xfrm>
              <a:off x="1751374" y="2540394"/>
              <a:ext cx="198705" cy="198705"/>
            </a:xfrm>
            <a:prstGeom prst="rect">
              <a:avLst/>
            </a:prstGeom>
          </p:spPr>
        </p:pic>
      </p:grpSp>
      <p:grpSp>
        <p:nvGrpSpPr>
          <p:cNvPr id="22" name="Group 21">
            <a:extLst>
              <a:ext uri="{FF2B5EF4-FFF2-40B4-BE49-F238E27FC236}">
                <a16:creationId xmlns:a16="http://schemas.microsoft.com/office/drawing/2014/main" id="{C34D7CB9-C781-F84E-9DDC-FB9A6C94061B}"/>
              </a:ext>
            </a:extLst>
          </p:cNvPr>
          <p:cNvGrpSpPr/>
          <p:nvPr/>
        </p:nvGrpSpPr>
        <p:grpSpPr>
          <a:xfrm>
            <a:off x="1168197" y="1793609"/>
            <a:ext cx="1208576" cy="313593"/>
            <a:chOff x="515031" y="1489763"/>
            <a:chExt cx="1208576" cy="313593"/>
          </a:xfrm>
        </p:grpSpPr>
        <p:pic>
          <p:nvPicPr>
            <p:cNvPr id="21" name="Picture 20">
              <a:extLst>
                <a:ext uri="{FF2B5EF4-FFF2-40B4-BE49-F238E27FC236}">
                  <a16:creationId xmlns:a16="http://schemas.microsoft.com/office/drawing/2014/main" id="{F8551FBF-AF88-DC42-B47D-6C9F60BBD89A}"/>
                </a:ext>
              </a:extLst>
            </p:cNvPr>
            <p:cNvPicPr>
              <a:picLocks noChangeAspect="1"/>
            </p:cNvPicPr>
            <p:nvPr/>
          </p:nvPicPr>
          <p:blipFill>
            <a:blip r:embed="rId3"/>
            <a:stretch>
              <a:fillRect/>
            </a:stretch>
          </p:blipFill>
          <p:spPr>
            <a:xfrm>
              <a:off x="515031" y="1489763"/>
              <a:ext cx="313593" cy="313593"/>
            </a:xfrm>
            <a:prstGeom prst="rect">
              <a:avLst/>
            </a:prstGeom>
          </p:spPr>
        </p:pic>
        <p:sp>
          <p:nvSpPr>
            <p:cNvPr id="2" name="TextBox 1">
              <a:extLst>
                <a:ext uri="{FF2B5EF4-FFF2-40B4-BE49-F238E27FC236}">
                  <a16:creationId xmlns:a16="http://schemas.microsoft.com/office/drawing/2014/main" id="{8EB30357-DC69-5246-95B8-41A049960A70}"/>
                </a:ext>
              </a:extLst>
            </p:cNvPr>
            <p:cNvSpPr txBox="1"/>
            <p:nvPr/>
          </p:nvSpPr>
          <p:spPr>
            <a:xfrm>
              <a:off x="741504" y="1505518"/>
              <a:ext cx="982103" cy="276999"/>
            </a:xfrm>
            <a:prstGeom prst="rect">
              <a:avLst/>
            </a:prstGeom>
            <a:noFill/>
          </p:spPr>
          <p:txBody>
            <a:bodyPr wrap="square" rtlCol="0">
              <a:spAutoFit/>
            </a:bodyPr>
            <a:lstStyle/>
            <a:p>
              <a:r>
                <a:rPr lang="en-US" sz="1200" dirty="0"/>
                <a:t>Planting</a:t>
              </a:r>
            </a:p>
          </p:txBody>
        </p:sp>
      </p:grpSp>
      <p:grpSp>
        <p:nvGrpSpPr>
          <p:cNvPr id="19" name="Group 18">
            <a:extLst>
              <a:ext uri="{FF2B5EF4-FFF2-40B4-BE49-F238E27FC236}">
                <a16:creationId xmlns:a16="http://schemas.microsoft.com/office/drawing/2014/main" id="{C74E4A29-38E3-6446-A4BA-7CEF13C1C89F}"/>
              </a:ext>
            </a:extLst>
          </p:cNvPr>
          <p:cNvGrpSpPr/>
          <p:nvPr/>
        </p:nvGrpSpPr>
        <p:grpSpPr>
          <a:xfrm>
            <a:off x="1660200" y="2376946"/>
            <a:ext cx="1565273" cy="313593"/>
            <a:chOff x="947772" y="1731603"/>
            <a:chExt cx="1565273" cy="313593"/>
          </a:xfrm>
        </p:grpSpPr>
        <p:pic>
          <p:nvPicPr>
            <p:cNvPr id="130" name="Picture 129">
              <a:extLst>
                <a:ext uri="{FF2B5EF4-FFF2-40B4-BE49-F238E27FC236}">
                  <a16:creationId xmlns:a16="http://schemas.microsoft.com/office/drawing/2014/main" id="{DDDF15B7-BA0B-1840-A2E6-75513817C429}"/>
                </a:ext>
              </a:extLst>
            </p:cNvPr>
            <p:cNvPicPr>
              <a:picLocks noChangeAspect="1"/>
            </p:cNvPicPr>
            <p:nvPr/>
          </p:nvPicPr>
          <p:blipFill>
            <a:blip r:embed="rId3"/>
            <a:stretch>
              <a:fillRect/>
            </a:stretch>
          </p:blipFill>
          <p:spPr>
            <a:xfrm>
              <a:off x="947772" y="1731603"/>
              <a:ext cx="313593" cy="313593"/>
            </a:xfrm>
            <a:prstGeom prst="rect">
              <a:avLst/>
            </a:prstGeom>
          </p:spPr>
        </p:pic>
        <p:sp>
          <p:nvSpPr>
            <p:cNvPr id="131" name="TextBox 130">
              <a:extLst>
                <a:ext uri="{FF2B5EF4-FFF2-40B4-BE49-F238E27FC236}">
                  <a16:creationId xmlns:a16="http://schemas.microsoft.com/office/drawing/2014/main" id="{96CDDDFE-A0CE-1A4C-BE85-73617A9DB728}"/>
                </a:ext>
              </a:extLst>
            </p:cNvPr>
            <p:cNvSpPr txBox="1"/>
            <p:nvPr/>
          </p:nvSpPr>
          <p:spPr>
            <a:xfrm>
              <a:off x="1174245" y="1747358"/>
              <a:ext cx="1338800" cy="276999"/>
            </a:xfrm>
            <a:prstGeom prst="rect">
              <a:avLst/>
            </a:prstGeom>
            <a:noFill/>
          </p:spPr>
          <p:txBody>
            <a:bodyPr wrap="square" rtlCol="0">
              <a:spAutoFit/>
            </a:bodyPr>
            <a:lstStyle/>
            <a:p>
              <a:r>
                <a:rPr lang="en-US" sz="1200" dirty="0" err="1"/>
                <a:t>Planting_edit</a:t>
              </a:r>
              <a:endParaRPr lang="en-US" sz="1200" dirty="0"/>
            </a:p>
          </p:txBody>
        </p:sp>
      </p:grpSp>
      <p:grpSp>
        <p:nvGrpSpPr>
          <p:cNvPr id="144" name="Group 143">
            <a:extLst>
              <a:ext uri="{FF2B5EF4-FFF2-40B4-BE49-F238E27FC236}">
                <a16:creationId xmlns:a16="http://schemas.microsoft.com/office/drawing/2014/main" id="{68D8BF94-C7C9-4546-A56B-672578D0685C}"/>
              </a:ext>
            </a:extLst>
          </p:cNvPr>
          <p:cNvGrpSpPr/>
          <p:nvPr/>
        </p:nvGrpSpPr>
        <p:grpSpPr>
          <a:xfrm>
            <a:off x="2653827" y="3208751"/>
            <a:ext cx="2606516" cy="276999"/>
            <a:chOff x="1956248" y="347313"/>
            <a:chExt cx="2606516" cy="276999"/>
          </a:xfrm>
        </p:grpSpPr>
        <p:pic>
          <p:nvPicPr>
            <p:cNvPr id="153" name="Picture 152">
              <a:extLst>
                <a:ext uri="{FF2B5EF4-FFF2-40B4-BE49-F238E27FC236}">
                  <a16:creationId xmlns:a16="http://schemas.microsoft.com/office/drawing/2014/main" id="{DFBDE546-428D-A146-A4C4-F514AC941EB4}"/>
                </a:ext>
              </a:extLst>
            </p:cNvPr>
            <p:cNvPicPr>
              <a:picLocks noChangeAspect="1"/>
            </p:cNvPicPr>
            <p:nvPr/>
          </p:nvPicPr>
          <p:blipFill>
            <a:blip r:embed="rId2"/>
            <a:stretch>
              <a:fillRect/>
            </a:stretch>
          </p:blipFill>
          <p:spPr>
            <a:xfrm>
              <a:off x="1956248" y="398275"/>
              <a:ext cx="198705" cy="198705"/>
            </a:xfrm>
            <a:prstGeom prst="rect">
              <a:avLst/>
            </a:prstGeom>
          </p:spPr>
        </p:pic>
        <p:sp>
          <p:nvSpPr>
            <p:cNvPr id="154" name="TextBox 153">
              <a:extLst>
                <a:ext uri="{FF2B5EF4-FFF2-40B4-BE49-F238E27FC236}">
                  <a16:creationId xmlns:a16="http://schemas.microsoft.com/office/drawing/2014/main" id="{2B1E95C1-B333-6645-B6E0-55D577712F67}"/>
                </a:ext>
              </a:extLst>
            </p:cNvPr>
            <p:cNvSpPr txBox="1"/>
            <p:nvPr/>
          </p:nvSpPr>
          <p:spPr>
            <a:xfrm>
              <a:off x="2120200" y="347313"/>
              <a:ext cx="2442564" cy="276999"/>
            </a:xfrm>
            <a:prstGeom prst="rect">
              <a:avLst/>
            </a:prstGeom>
            <a:noFill/>
          </p:spPr>
          <p:txBody>
            <a:bodyPr wrap="square" rtlCol="0">
              <a:spAutoFit/>
            </a:bodyPr>
            <a:lstStyle/>
            <a:p>
              <a:r>
                <a:rPr lang="en-US" sz="1200" dirty="0" err="1"/>
                <a:t>planting_pt.csv</a:t>
              </a:r>
              <a:endParaRPr lang="en-US" sz="1200" dirty="0"/>
            </a:p>
          </p:txBody>
        </p:sp>
      </p:grpSp>
      <p:grpSp>
        <p:nvGrpSpPr>
          <p:cNvPr id="156" name="Group 155">
            <a:extLst>
              <a:ext uri="{FF2B5EF4-FFF2-40B4-BE49-F238E27FC236}">
                <a16:creationId xmlns:a16="http://schemas.microsoft.com/office/drawing/2014/main" id="{74499279-B3BB-8246-9728-263B26627CAB}"/>
              </a:ext>
            </a:extLst>
          </p:cNvPr>
          <p:cNvGrpSpPr/>
          <p:nvPr/>
        </p:nvGrpSpPr>
        <p:grpSpPr>
          <a:xfrm>
            <a:off x="2654624" y="4200134"/>
            <a:ext cx="2606516" cy="276999"/>
            <a:chOff x="1956248" y="347313"/>
            <a:chExt cx="2606516" cy="276999"/>
          </a:xfrm>
        </p:grpSpPr>
        <p:pic>
          <p:nvPicPr>
            <p:cNvPr id="158" name="Picture 157">
              <a:extLst>
                <a:ext uri="{FF2B5EF4-FFF2-40B4-BE49-F238E27FC236}">
                  <a16:creationId xmlns:a16="http://schemas.microsoft.com/office/drawing/2014/main" id="{E0389791-CE69-3C4C-AD12-25DCB438DA6E}"/>
                </a:ext>
              </a:extLst>
            </p:cNvPr>
            <p:cNvPicPr>
              <a:picLocks noChangeAspect="1"/>
            </p:cNvPicPr>
            <p:nvPr/>
          </p:nvPicPr>
          <p:blipFill>
            <a:blip r:embed="rId2"/>
            <a:stretch>
              <a:fillRect/>
            </a:stretch>
          </p:blipFill>
          <p:spPr>
            <a:xfrm>
              <a:off x="1956248" y="398275"/>
              <a:ext cx="198705" cy="198705"/>
            </a:xfrm>
            <a:prstGeom prst="rect">
              <a:avLst/>
            </a:prstGeom>
          </p:spPr>
        </p:pic>
        <p:sp>
          <p:nvSpPr>
            <p:cNvPr id="160" name="TextBox 159">
              <a:extLst>
                <a:ext uri="{FF2B5EF4-FFF2-40B4-BE49-F238E27FC236}">
                  <a16:creationId xmlns:a16="http://schemas.microsoft.com/office/drawing/2014/main" id="{5DEAD42F-FD33-4740-9266-3E944714F65A}"/>
                </a:ext>
              </a:extLst>
            </p:cNvPr>
            <p:cNvSpPr txBox="1"/>
            <p:nvPr/>
          </p:nvSpPr>
          <p:spPr>
            <a:xfrm>
              <a:off x="2120200" y="347313"/>
              <a:ext cx="2442564" cy="276999"/>
            </a:xfrm>
            <a:prstGeom prst="rect">
              <a:avLst/>
            </a:prstGeom>
            <a:noFill/>
          </p:spPr>
          <p:txBody>
            <a:bodyPr wrap="square" rtlCol="0">
              <a:spAutoFit/>
            </a:bodyPr>
            <a:lstStyle/>
            <a:p>
              <a:r>
                <a:rPr lang="en-US" sz="1200" dirty="0" err="1"/>
                <a:t>plantings_table.csv</a:t>
              </a:r>
              <a:endParaRPr lang="en-US" sz="1200" dirty="0"/>
            </a:p>
          </p:txBody>
        </p:sp>
      </p:grpSp>
      <p:cxnSp>
        <p:nvCxnSpPr>
          <p:cNvPr id="37" name="Straight Connector 36">
            <a:extLst>
              <a:ext uri="{FF2B5EF4-FFF2-40B4-BE49-F238E27FC236}">
                <a16:creationId xmlns:a16="http://schemas.microsoft.com/office/drawing/2014/main" id="{76DDF36F-3F3D-2F4C-BB83-26166C0D0DDD}"/>
              </a:ext>
            </a:extLst>
          </p:cNvPr>
          <p:cNvCxnSpPr>
            <a:cxnSpLocks/>
          </p:cNvCxnSpPr>
          <p:nvPr/>
        </p:nvCxnSpPr>
        <p:spPr>
          <a:xfrm flipH="1">
            <a:off x="1813874" y="3040421"/>
            <a:ext cx="2" cy="292765"/>
          </a:xfrm>
          <a:prstGeom prst="line">
            <a:avLst/>
          </a:prstGeom>
          <a:ln w="12700">
            <a:tailEnd type="triangle" w="sm" len="lg"/>
          </a:ln>
        </p:spPr>
        <p:style>
          <a:lnRef idx="1">
            <a:schemeClr val="accent1"/>
          </a:lnRef>
          <a:fillRef idx="0">
            <a:schemeClr val="accent1"/>
          </a:fillRef>
          <a:effectRef idx="0">
            <a:schemeClr val="accent1"/>
          </a:effectRef>
          <a:fontRef idx="minor">
            <a:schemeClr val="tx1"/>
          </a:fontRef>
        </p:style>
      </p:cxnSp>
      <p:pic>
        <p:nvPicPr>
          <p:cNvPr id="137" name="Picture 136">
            <a:extLst>
              <a:ext uri="{FF2B5EF4-FFF2-40B4-BE49-F238E27FC236}">
                <a16:creationId xmlns:a16="http://schemas.microsoft.com/office/drawing/2014/main" id="{A2A09EC4-0586-A94A-B123-DB6EB1E4DE37}"/>
              </a:ext>
            </a:extLst>
          </p:cNvPr>
          <p:cNvPicPr>
            <a:picLocks noChangeAspect="1"/>
          </p:cNvPicPr>
          <p:nvPr/>
        </p:nvPicPr>
        <p:blipFill>
          <a:blip r:embed="rId4"/>
          <a:stretch>
            <a:fillRect/>
          </a:stretch>
        </p:blipFill>
        <p:spPr>
          <a:xfrm>
            <a:off x="1657077" y="3356936"/>
            <a:ext cx="313593" cy="245955"/>
          </a:xfrm>
          <a:prstGeom prst="rect">
            <a:avLst/>
          </a:prstGeom>
        </p:spPr>
      </p:pic>
      <p:grpSp>
        <p:nvGrpSpPr>
          <p:cNvPr id="17" name="Group 16">
            <a:extLst>
              <a:ext uri="{FF2B5EF4-FFF2-40B4-BE49-F238E27FC236}">
                <a16:creationId xmlns:a16="http://schemas.microsoft.com/office/drawing/2014/main" id="{2F09FC9B-A18D-BC47-8A6C-58942C37C172}"/>
              </a:ext>
            </a:extLst>
          </p:cNvPr>
          <p:cNvGrpSpPr/>
          <p:nvPr/>
        </p:nvGrpSpPr>
        <p:grpSpPr>
          <a:xfrm>
            <a:off x="5875087" y="3253557"/>
            <a:ext cx="867704" cy="1591697"/>
            <a:chOff x="5628138" y="1148266"/>
            <a:chExt cx="760504" cy="1395051"/>
          </a:xfrm>
        </p:grpSpPr>
        <p:pic>
          <p:nvPicPr>
            <p:cNvPr id="162" name="Picture 161">
              <a:extLst>
                <a:ext uri="{FF2B5EF4-FFF2-40B4-BE49-F238E27FC236}">
                  <a16:creationId xmlns:a16="http://schemas.microsoft.com/office/drawing/2014/main" id="{8119397D-083F-B64A-B5D7-2B874CE757A8}"/>
                </a:ext>
              </a:extLst>
            </p:cNvPr>
            <p:cNvPicPr>
              <a:picLocks noChangeAspect="1"/>
            </p:cNvPicPr>
            <p:nvPr/>
          </p:nvPicPr>
          <p:blipFill>
            <a:blip r:embed="rId5"/>
            <a:stretch>
              <a:fillRect/>
            </a:stretch>
          </p:blipFill>
          <p:spPr>
            <a:xfrm>
              <a:off x="5680845" y="1148266"/>
              <a:ext cx="655090" cy="655090"/>
            </a:xfrm>
            <a:prstGeom prst="rect">
              <a:avLst/>
            </a:prstGeom>
          </p:spPr>
        </p:pic>
        <p:pic>
          <p:nvPicPr>
            <p:cNvPr id="164" name="Picture 163">
              <a:extLst>
                <a:ext uri="{FF2B5EF4-FFF2-40B4-BE49-F238E27FC236}">
                  <a16:creationId xmlns:a16="http://schemas.microsoft.com/office/drawing/2014/main" id="{7A05E179-C767-A448-8DCE-EE12FF813C2E}"/>
                </a:ext>
              </a:extLst>
            </p:cNvPr>
            <p:cNvPicPr>
              <a:picLocks noChangeAspect="1"/>
            </p:cNvPicPr>
            <p:nvPr/>
          </p:nvPicPr>
          <p:blipFill>
            <a:blip r:embed="rId6"/>
            <a:stretch>
              <a:fillRect/>
            </a:stretch>
          </p:blipFill>
          <p:spPr>
            <a:xfrm>
              <a:off x="5716498" y="1902627"/>
              <a:ext cx="585309" cy="511375"/>
            </a:xfrm>
            <a:prstGeom prst="rect">
              <a:avLst/>
            </a:prstGeom>
          </p:spPr>
        </p:pic>
        <p:sp>
          <p:nvSpPr>
            <p:cNvPr id="4" name="Rounded Rectangle 3">
              <a:extLst>
                <a:ext uri="{FF2B5EF4-FFF2-40B4-BE49-F238E27FC236}">
                  <a16:creationId xmlns:a16="http://schemas.microsoft.com/office/drawing/2014/main" id="{E99351A5-FA09-6B41-A43F-FAB5E9E715DE}"/>
                </a:ext>
              </a:extLst>
            </p:cNvPr>
            <p:cNvSpPr/>
            <p:nvPr/>
          </p:nvSpPr>
          <p:spPr>
            <a:xfrm>
              <a:off x="5628138" y="1177103"/>
              <a:ext cx="760504" cy="1366214"/>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6" name="Picture 165">
            <a:extLst>
              <a:ext uri="{FF2B5EF4-FFF2-40B4-BE49-F238E27FC236}">
                <a16:creationId xmlns:a16="http://schemas.microsoft.com/office/drawing/2014/main" id="{8063D843-11ED-7940-B7A2-BA4A99980687}"/>
              </a:ext>
            </a:extLst>
          </p:cNvPr>
          <p:cNvPicPr>
            <a:picLocks noChangeAspect="1"/>
          </p:cNvPicPr>
          <p:nvPr/>
        </p:nvPicPr>
        <p:blipFill>
          <a:blip r:embed="rId7"/>
          <a:stretch>
            <a:fillRect/>
          </a:stretch>
        </p:blipFill>
        <p:spPr>
          <a:xfrm>
            <a:off x="9268536" y="2166506"/>
            <a:ext cx="598389" cy="598389"/>
          </a:xfrm>
          <a:prstGeom prst="rect">
            <a:avLst/>
          </a:prstGeom>
        </p:spPr>
      </p:pic>
      <p:sp>
        <p:nvSpPr>
          <p:cNvPr id="168" name="TextBox 167">
            <a:extLst>
              <a:ext uri="{FF2B5EF4-FFF2-40B4-BE49-F238E27FC236}">
                <a16:creationId xmlns:a16="http://schemas.microsoft.com/office/drawing/2014/main" id="{2EDF7A1D-6C9C-AD45-8AAE-934D3E9A9658}"/>
              </a:ext>
            </a:extLst>
          </p:cNvPr>
          <p:cNvSpPr txBox="1"/>
          <p:nvPr/>
        </p:nvSpPr>
        <p:spPr>
          <a:xfrm>
            <a:off x="522907" y="2366570"/>
            <a:ext cx="805664" cy="577081"/>
          </a:xfrm>
          <a:prstGeom prst="rect">
            <a:avLst/>
          </a:prstGeom>
          <a:noFill/>
        </p:spPr>
        <p:txBody>
          <a:bodyPr wrap="square" rtlCol="0">
            <a:spAutoFit/>
          </a:bodyPr>
          <a:lstStyle/>
          <a:p>
            <a:pPr algn="r"/>
            <a:r>
              <a:rPr lang="en-US" sz="1050" i="1" dirty="0">
                <a:solidFill>
                  <a:schemeClr val="bg1">
                    <a:lumMod val="65000"/>
                  </a:schemeClr>
                </a:solidFill>
              </a:rPr>
              <a:t>unique </a:t>
            </a:r>
          </a:p>
          <a:p>
            <a:pPr algn="r"/>
            <a:r>
              <a:rPr lang="en-US" sz="1050" i="1" dirty="0">
                <a:solidFill>
                  <a:schemeClr val="bg1">
                    <a:lumMod val="65000"/>
                  </a:schemeClr>
                </a:solidFill>
              </a:rPr>
              <a:t>planting ID &amp; edits</a:t>
            </a:r>
          </a:p>
        </p:txBody>
      </p:sp>
      <p:sp>
        <p:nvSpPr>
          <p:cNvPr id="169" name="TextBox 168">
            <a:extLst>
              <a:ext uri="{FF2B5EF4-FFF2-40B4-BE49-F238E27FC236}">
                <a16:creationId xmlns:a16="http://schemas.microsoft.com/office/drawing/2014/main" id="{9446A0F2-F016-9145-B05C-3A915F557D8E}"/>
              </a:ext>
            </a:extLst>
          </p:cNvPr>
          <p:cNvSpPr txBox="1"/>
          <p:nvPr/>
        </p:nvSpPr>
        <p:spPr>
          <a:xfrm>
            <a:off x="373414" y="3429000"/>
            <a:ext cx="1239484" cy="577081"/>
          </a:xfrm>
          <a:prstGeom prst="rect">
            <a:avLst/>
          </a:prstGeom>
          <a:noFill/>
        </p:spPr>
        <p:txBody>
          <a:bodyPr wrap="square" rtlCol="0">
            <a:spAutoFit/>
          </a:bodyPr>
          <a:lstStyle/>
          <a:p>
            <a:pPr algn="r"/>
            <a:r>
              <a:rPr lang="en-US" sz="1050" i="1" dirty="0">
                <a:solidFill>
                  <a:schemeClr val="bg1">
                    <a:lumMod val="65000"/>
                  </a:schemeClr>
                </a:solidFill>
              </a:rPr>
              <a:t>edits &amp; split data, </a:t>
            </a:r>
          </a:p>
          <a:p>
            <a:pPr algn="r"/>
            <a:r>
              <a:rPr lang="en-US" sz="1050" i="1" dirty="0">
                <a:solidFill>
                  <a:schemeClr val="bg1">
                    <a:lumMod val="65000"/>
                  </a:schemeClr>
                </a:solidFill>
              </a:rPr>
              <a:t>create </a:t>
            </a:r>
          </a:p>
          <a:p>
            <a:pPr algn="r"/>
            <a:r>
              <a:rPr lang="en-US" sz="1050" i="1" dirty="0">
                <a:solidFill>
                  <a:schemeClr val="bg1">
                    <a:lumMod val="65000"/>
                  </a:schemeClr>
                </a:solidFill>
              </a:rPr>
              <a:t>”plantings” table</a:t>
            </a:r>
          </a:p>
        </p:txBody>
      </p:sp>
      <p:grpSp>
        <p:nvGrpSpPr>
          <p:cNvPr id="173" name="Group 172">
            <a:extLst>
              <a:ext uri="{FF2B5EF4-FFF2-40B4-BE49-F238E27FC236}">
                <a16:creationId xmlns:a16="http://schemas.microsoft.com/office/drawing/2014/main" id="{F4267ACD-45AA-B14F-8DCD-1FE1B6B327A8}"/>
              </a:ext>
            </a:extLst>
          </p:cNvPr>
          <p:cNvGrpSpPr/>
          <p:nvPr/>
        </p:nvGrpSpPr>
        <p:grpSpPr>
          <a:xfrm>
            <a:off x="2653827" y="3499405"/>
            <a:ext cx="2606516" cy="276999"/>
            <a:chOff x="1956248" y="347313"/>
            <a:chExt cx="2606516" cy="276999"/>
          </a:xfrm>
        </p:grpSpPr>
        <p:pic>
          <p:nvPicPr>
            <p:cNvPr id="174" name="Picture 173">
              <a:extLst>
                <a:ext uri="{FF2B5EF4-FFF2-40B4-BE49-F238E27FC236}">
                  <a16:creationId xmlns:a16="http://schemas.microsoft.com/office/drawing/2014/main" id="{539FF1DC-269E-1846-B5A5-93AA548C8CA2}"/>
                </a:ext>
              </a:extLst>
            </p:cNvPr>
            <p:cNvPicPr>
              <a:picLocks noChangeAspect="1"/>
            </p:cNvPicPr>
            <p:nvPr/>
          </p:nvPicPr>
          <p:blipFill>
            <a:blip r:embed="rId2"/>
            <a:stretch>
              <a:fillRect/>
            </a:stretch>
          </p:blipFill>
          <p:spPr>
            <a:xfrm>
              <a:off x="1956248" y="398275"/>
              <a:ext cx="198705" cy="198705"/>
            </a:xfrm>
            <a:prstGeom prst="rect">
              <a:avLst/>
            </a:prstGeom>
          </p:spPr>
        </p:pic>
        <p:sp>
          <p:nvSpPr>
            <p:cNvPr id="175" name="TextBox 174">
              <a:extLst>
                <a:ext uri="{FF2B5EF4-FFF2-40B4-BE49-F238E27FC236}">
                  <a16:creationId xmlns:a16="http://schemas.microsoft.com/office/drawing/2014/main" id="{A7271ADB-11B1-2D49-9D64-CF6123B330B8}"/>
                </a:ext>
              </a:extLst>
            </p:cNvPr>
            <p:cNvSpPr txBox="1"/>
            <p:nvPr/>
          </p:nvSpPr>
          <p:spPr>
            <a:xfrm>
              <a:off x="2120200" y="347313"/>
              <a:ext cx="2442564" cy="276999"/>
            </a:xfrm>
            <a:prstGeom prst="rect">
              <a:avLst/>
            </a:prstGeom>
            <a:noFill/>
          </p:spPr>
          <p:txBody>
            <a:bodyPr wrap="square" rtlCol="0">
              <a:spAutoFit/>
            </a:bodyPr>
            <a:lstStyle/>
            <a:p>
              <a:r>
                <a:rPr lang="en-US" sz="1200" dirty="0" err="1"/>
                <a:t>planting_ln.csv</a:t>
              </a:r>
              <a:endParaRPr lang="en-US" sz="1200" dirty="0"/>
            </a:p>
          </p:txBody>
        </p:sp>
      </p:grpSp>
      <p:grpSp>
        <p:nvGrpSpPr>
          <p:cNvPr id="176" name="Group 175">
            <a:extLst>
              <a:ext uri="{FF2B5EF4-FFF2-40B4-BE49-F238E27FC236}">
                <a16:creationId xmlns:a16="http://schemas.microsoft.com/office/drawing/2014/main" id="{81F051AB-17E2-124D-92CE-A0E9EB302B0A}"/>
              </a:ext>
            </a:extLst>
          </p:cNvPr>
          <p:cNvGrpSpPr/>
          <p:nvPr/>
        </p:nvGrpSpPr>
        <p:grpSpPr>
          <a:xfrm>
            <a:off x="2654624" y="3791181"/>
            <a:ext cx="2606516" cy="276999"/>
            <a:chOff x="1956248" y="347313"/>
            <a:chExt cx="2606516" cy="276999"/>
          </a:xfrm>
        </p:grpSpPr>
        <p:pic>
          <p:nvPicPr>
            <p:cNvPr id="177" name="Picture 176">
              <a:extLst>
                <a:ext uri="{FF2B5EF4-FFF2-40B4-BE49-F238E27FC236}">
                  <a16:creationId xmlns:a16="http://schemas.microsoft.com/office/drawing/2014/main" id="{D60F55B4-BA55-E642-8105-C55DEA32532E}"/>
                </a:ext>
              </a:extLst>
            </p:cNvPr>
            <p:cNvPicPr>
              <a:picLocks noChangeAspect="1"/>
            </p:cNvPicPr>
            <p:nvPr/>
          </p:nvPicPr>
          <p:blipFill>
            <a:blip r:embed="rId2"/>
            <a:stretch>
              <a:fillRect/>
            </a:stretch>
          </p:blipFill>
          <p:spPr>
            <a:xfrm>
              <a:off x="1956248" y="398275"/>
              <a:ext cx="198705" cy="198705"/>
            </a:xfrm>
            <a:prstGeom prst="rect">
              <a:avLst/>
            </a:prstGeom>
          </p:spPr>
        </p:pic>
        <p:sp>
          <p:nvSpPr>
            <p:cNvPr id="178" name="TextBox 177">
              <a:extLst>
                <a:ext uri="{FF2B5EF4-FFF2-40B4-BE49-F238E27FC236}">
                  <a16:creationId xmlns:a16="http://schemas.microsoft.com/office/drawing/2014/main" id="{B5DC6AAB-E9F0-C343-A04B-632B9754C4D1}"/>
                </a:ext>
              </a:extLst>
            </p:cNvPr>
            <p:cNvSpPr txBox="1"/>
            <p:nvPr/>
          </p:nvSpPr>
          <p:spPr>
            <a:xfrm>
              <a:off x="2120200" y="347313"/>
              <a:ext cx="2442564" cy="276999"/>
            </a:xfrm>
            <a:prstGeom prst="rect">
              <a:avLst/>
            </a:prstGeom>
            <a:noFill/>
          </p:spPr>
          <p:txBody>
            <a:bodyPr wrap="square" rtlCol="0">
              <a:spAutoFit/>
            </a:bodyPr>
            <a:lstStyle/>
            <a:p>
              <a:r>
                <a:rPr lang="en-US" sz="1200" dirty="0" err="1"/>
                <a:t>planting_poly.csv</a:t>
              </a:r>
              <a:endParaRPr lang="en-US" sz="1200" dirty="0"/>
            </a:p>
          </p:txBody>
        </p:sp>
      </p:grpSp>
      <p:sp>
        <p:nvSpPr>
          <p:cNvPr id="34" name="Left Bracket 33">
            <a:extLst>
              <a:ext uri="{FF2B5EF4-FFF2-40B4-BE49-F238E27FC236}">
                <a16:creationId xmlns:a16="http://schemas.microsoft.com/office/drawing/2014/main" id="{4834D5F9-9A50-9B40-A9BA-DF5783778496}"/>
              </a:ext>
            </a:extLst>
          </p:cNvPr>
          <p:cNvSpPr/>
          <p:nvPr/>
        </p:nvSpPr>
        <p:spPr>
          <a:xfrm>
            <a:off x="2501070" y="3205013"/>
            <a:ext cx="60212" cy="215744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a:extLst>
              <a:ext uri="{FF2B5EF4-FFF2-40B4-BE49-F238E27FC236}">
                <a16:creationId xmlns:a16="http://schemas.microsoft.com/office/drawing/2014/main" id="{98EC499B-CD0B-3B4A-981C-D48740CB7284}"/>
              </a:ext>
            </a:extLst>
          </p:cNvPr>
          <p:cNvSpPr/>
          <p:nvPr/>
        </p:nvSpPr>
        <p:spPr>
          <a:xfrm>
            <a:off x="1826956" y="3683984"/>
            <a:ext cx="599194" cy="454089"/>
          </a:xfrm>
          <a:custGeom>
            <a:avLst/>
            <a:gdLst>
              <a:gd name="connsiteX0" fmla="*/ 8294 w 605453"/>
              <a:gd name="connsiteY0" fmla="*/ 0 h 454089"/>
              <a:gd name="connsiteX1" fmla="*/ 82939 w 605453"/>
              <a:gd name="connsiteY1" fmla="*/ 354563 h 454089"/>
              <a:gd name="connsiteX2" fmla="*/ 605453 w 605453"/>
              <a:gd name="connsiteY2" fmla="*/ 454089 h 454089"/>
              <a:gd name="connsiteX0" fmla="*/ 2035 w 599194"/>
              <a:gd name="connsiteY0" fmla="*/ 0 h 454089"/>
              <a:gd name="connsiteX1" fmla="*/ 133830 w 599194"/>
              <a:gd name="connsiteY1" fmla="*/ 345038 h 454089"/>
              <a:gd name="connsiteX2" fmla="*/ 599194 w 599194"/>
              <a:gd name="connsiteY2" fmla="*/ 454089 h 454089"/>
            </a:gdLst>
            <a:ahLst/>
            <a:cxnLst>
              <a:cxn ang="0">
                <a:pos x="connsiteX0" y="connsiteY0"/>
              </a:cxn>
              <a:cxn ang="0">
                <a:pos x="connsiteX1" y="connsiteY1"/>
              </a:cxn>
              <a:cxn ang="0">
                <a:pos x="connsiteX2" y="connsiteY2"/>
              </a:cxn>
            </a:cxnLst>
            <a:rect l="l" t="t" r="r" b="b"/>
            <a:pathLst>
              <a:path w="599194" h="454089">
                <a:moveTo>
                  <a:pt x="2035" y="0"/>
                </a:moveTo>
                <a:cubicBezTo>
                  <a:pt x="-10406" y="139440"/>
                  <a:pt x="34303" y="269356"/>
                  <a:pt x="133830" y="345038"/>
                </a:cubicBezTo>
                <a:cubicBezTo>
                  <a:pt x="233357" y="420720"/>
                  <a:pt x="387700" y="442167"/>
                  <a:pt x="599194" y="454089"/>
                </a:cubicBezTo>
              </a:path>
            </a:pathLst>
          </a:custGeom>
          <a:noFill/>
          <a:ln>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TextBox 178">
            <a:extLst>
              <a:ext uri="{FF2B5EF4-FFF2-40B4-BE49-F238E27FC236}">
                <a16:creationId xmlns:a16="http://schemas.microsoft.com/office/drawing/2014/main" id="{9149BF7B-CDBD-F642-AFBB-4CBA779C1FD1}"/>
              </a:ext>
            </a:extLst>
          </p:cNvPr>
          <p:cNvSpPr txBox="1"/>
          <p:nvPr/>
        </p:nvSpPr>
        <p:spPr>
          <a:xfrm>
            <a:off x="5629833" y="2763905"/>
            <a:ext cx="1338800" cy="415498"/>
          </a:xfrm>
          <a:prstGeom prst="rect">
            <a:avLst/>
          </a:prstGeom>
          <a:noFill/>
        </p:spPr>
        <p:txBody>
          <a:bodyPr wrap="square" rtlCol="0">
            <a:spAutoFit/>
          </a:bodyPr>
          <a:lstStyle/>
          <a:p>
            <a:r>
              <a:rPr lang="en-US" sz="1050" i="1" dirty="0">
                <a:solidFill>
                  <a:schemeClr val="bg1">
                    <a:lumMod val="65000"/>
                  </a:schemeClr>
                </a:solidFill>
              </a:rPr>
              <a:t>import, project &amp; make lines/polys</a:t>
            </a:r>
          </a:p>
        </p:txBody>
      </p:sp>
      <p:sp>
        <p:nvSpPr>
          <p:cNvPr id="38" name="Right Bracket 37">
            <a:extLst>
              <a:ext uri="{FF2B5EF4-FFF2-40B4-BE49-F238E27FC236}">
                <a16:creationId xmlns:a16="http://schemas.microsoft.com/office/drawing/2014/main" id="{10EB8199-6576-F741-813F-6CBF1515E923}"/>
              </a:ext>
            </a:extLst>
          </p:cNvPr>
          <p:cNvSpPr/>
          <p:nvPr/>
        </p:nvSpPr>
        <p:spPr>
          <a:xfrm>
            <a:off x="4643467" y="3271092"/>
            <a:ext cx="81317" cy="122769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A4FF2C25-6949-9643-A88C-09E22F0A570D}"/>
              </a:ext>
            </a:extLst>
          </p:cNvPr>
          <p:cNvCxnSpPr/>
          <p:nvPr/>
        </p:nvCxnSpPr>
        <p:spPr>
          <a:xfrm>
            <a:off x="4741099" y="3865407"/>
            <a:ext cx="1133988" cy="0"/>
          </a:xfrm>
          <a:prstGeom prst="straightConnector1">
            <a:avLst/>
          </a:prstGeom>
          <a:ln w="12700">
            <a:tailEnd type="triangle" w="sm" len="lg"/>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49EFE23-D3B7-C049-9F9D-948BBAE2E758}"/>
              </a:ext>
            </a:extLst>
          </p:cNvPr>
          <p:cNvCxnSpPr>
            <a:cxnSpLocks/>
          </p:cNvCxnSpPr>
          <p:nvPr/>
        </p:nvCxnSpPr>
        <p:spPr>
          <a:xfrm>
            <a:off x="7935330" y="2832341"/>
            <a:ext cx="34660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129236AE-1C48-D34F-92E3-1A7906B93448}"/>
              </a:ext>
            </a:extLst>
          </p:cNvPr>
          <p:cNvSpPr txBox="1"/>
          <p:nvPr/>
        </p:nvSpPr>
        <p:spPr>
          <a:xfrm>
            <a:off x="94672" y="5251471"/>
            <a:ext cx="2144474" cy="900246"/>
          </a:xfrm>
          <a:prstGeom prst="rect">
            <a:avLst/>
          </a:prstGeom>
          <a:noFill/>
        </p:spPr>
        <p:txBody>
          <a:bodyPr wrap="square" rtlCol="0">
            <a:spAutoFit/>
          </a:bodyPr>
          <a:lstStyle/>
          <a:p>
            <a:pPr marL="171450" indent="-171450">
              <a:buFont typeface="Arial" panose="020B0604020202020204" pitchFamily="34" charset="0"/>
              <a:buChar char="•"/>
            </a:pPr>
            <a:r>
              <a:rPr lang="en-US" sz="1050" i="1" dirty="0">
                <a:solidFill>
                  <a:schemeClr val="bg1">
                    <a:lumMod val="65000"/>
                  </a:schemeClr>
                </a:solidFill>
              </a:rPr>
              <a:t>filter out second header row</a:t>
            </a:r>
          </a:p>
          <a:p>
            <a:pPr marL="171450" indent="-171450">
              <a:buFont typeface="Arial" panose="020B0604020202020204" pitchFamily="34" charset="0"/>
              <a:buChar char="•"/>
            </a:pPr>
            <a:r>
              <a:rPr lang="en-US" sz="1050" i="1" dirty="0">
                <a:solidFill>
                  <a:schemeClr val="bg1">
                    <a:lumMod val="65000"/>
                  </a:schemeClr>
                </a:solidFill>
              </a:rPr>
              <a:t>filter out rows missing </a:t>
            </a:r>
            <a:r>
              <a:rPr lang="en-US" sz="1050" i="1" dirty="0" err="1">
                <a:solidFill>
                  <a:schemeClr val="bg1">
                    <a:lumMod val="65000"/>
                  </a:schemeClr>
                </a:solidFill>
              </a:rPr>
              <a:t>lat</a:t>
            </a:r>
            <a:r>
              <a:rPr lang="en-US" sz="1050" i="1" dirty="0">
                <a:solidFill>
                  <a:schemeClr val="bg1">
                    <a:lumMod val="65000"/>
                  </a:schemeClr>
                </a:solidFill>
              </a:rPr>
              <a:t>/</a:t>
            </a:r>
            <a:r>
              <a:rPr lang="en-US" sz="1050" i="1" dirty="0" err="1">
                <a:solidFill>
                  <a:schemeClr val="bg1">
                    <a:lumMod val="65000"/>
                  </a:schemeClr>
                </a:solidFill>
              </a:rPr>
              <a:t>lon</a:t>
            </a:r>
            <a:r>
              <a:rPr lang="en-US" sz="1050" i="1" dirty="0">
                <a:solidFill>
                  <a:schemeClr val="bg1">
                    <a:lumMod val="65000"/>
                  </a:schemeClr>
                </a:solidFill>
              </a:rPr>
              <a:t> &amp; related rows (same planting)</a:t>
            </a:r>
          </a:p>
          <a:p>
            <a:pPr marL="171450" indent="-171450">
              <a:buFont typeface="Arial" panose="020B0604020202020204" pitchFamily="34" charset="0"/>
              <a:buChar char="•"/>
            </a:pPr>
            <a:r>
              <a:rPr lang="en-US" sz="1050" i="1" dirty="0">
                <a:solidFill>
                  <a:schemeClr val="bg1">
                    <a:lumMod val="65000"/>
                  </a:schemeClr>
                </a:solidFill>
              </a:rPr>
              <a:t>rename all columns</a:t>
            </a:r>
          </a:p>
          <a:p>
            <a:pPr marL="171450" indent="-171450">
              <a:buFont typeface="Arial" panose="020B0604020202020204" pitchFamily="34" charset="0"/>
              <a:buChar char="•"/>
            </a:pPr>
            <a:r>
              <a:rPr lang="en-US" sz="1050" i="1" dirty="0">
                <a:solidFill>
                  <a:schemeClr val="bg1">
                    <a:lumMod val="65000"/>
                  </a:schemeClr>
                </a:solidFill>
              </a:rPr>
              <a:t>summarize methods by location</a:t>
            </a:r>
          </a:p>
        </p:txBody>
      </p:sp>
      <p:grpSp>
        <p:nvGrpSpPr>
          <p:cNvPr id="136" name="Group 135">
            <a:extLst>
              <a:ext uri="{FF2B5EF4-FFF2-40B4-BE49-F238E27FC236}">
                <a16:creationId xmlns:a16="http://schemas.microsoft.com/office/drawing/2014/main" id="{6371E971-DF32-3C4B-9090-4841206F7EC9}"/>
              </a:ext>
            </a:extLst>
          </p:cNvPr>
          <p:cNvGrpSpPr/>
          <p:nvPr/>
        </p:nvGrpSpPr>
        <p:grpSpPr>
          <a:xfrm>
            <a:off x="2664625" y="4779128"/>
            <a:ext cx="1978842" cy="276999"/>
            <a:chOff x="1751374" y="2493077"/>
            <a:chExt cx="1679719" cy="276999"/>
          </a:xfrm>
        </p:grpSpPr>
        <p:sp>
          <p:nvSpPr>
            <p:cNvPr id="138" name="TextBox 137">
              <a:extLst>
                <a:ext uri="{FF2B5EF4-FFF2-40B4-BE49-F238E27FC236}">
                  <a16:creationId xmlns:a16="http://schemas.microsoft.com/office/drawing/2014/main" id="{D7EB3378-B500-AE4E-B9E1-85A0CF0A56F7}"/>
                </a:ext>
              </a:extLst>
            </p:cNvPr>
            <p:cNvSpPr txBox="1"/>
            <p:nvPr/>
          </p:nvSpPr>
          <p:spPr>
            <a:xfrm>
              <a:off x="1957711" y="2493077"/>
              <a:ext cx="1473382" cy="276999"/>
            </a:xfrm>
            <a:prstGeom prst="rect">
              <a:avLst/>
            </a:prstGeom>
            <a:noFill/>
          </p:spPr>
          <p:txBody>
            <a:bodyPr wrap="square" rtlCol="0">
              <a:spAutoFit/>
            </a:bodyPr>
            <a:lstStyle/>
            <a:p>
              <a:r>
                <a:rPr lang="en-US" sz="1200" dirty="0" err="1"/>
                <a:t>planting_pts_all.csv</a:t>
              </a:r>
              <a:endParaRPr lang="en-US" sz="1200" dirty="0"/>
            </a:p>
          </p:txBody>
        </p:sp>
        <p:pic>
          <p:nvPicPr>
            <p:cNvPr id="139" name="Picture 138">
              <a:extLst>
                <a:ext uri="{FF2B5EF4-FFF2-40B4-BE49-F238E27FC236}">
                  <a16:creationId xmlns:a16="http://schemas.microsoft.com/office/drawing/2014/main" id="{5349E0C2-1CC9-2947-9B45-60604DD7E30C}"/>
                </a:ext>
              </a:extLst>
            </p:cNvPr>
            <p:cNvPicPr>
              <a:picLocks noChangeAspect="1"/>
            </p:cNvPicPr>
            <p:nvPr/>
          </p:nvPicPr>
          <p:blipFill>
            <a:blip r:embed="rId2"/>
            <a:stretch>
              <a:fillRect/>
            </a:stretch>
          </p:blipFill>
          <p:spPr>
            <a:xfrm>
              <a:off x="1751374" y="2540394"/>
              <a:ext cx="198705" cy="198705"/>
            </a:xfrm>
            <a:prstGeom prst="rect">
              <a:avLst/>
            </a:prstGeom>
          </p:spPr>
        </p:pic>
      </p:grpSp>
      <p:grpSp>
        <p:nvGrpSpPr>
          <p:cNvPr id="140" name="Group 139">
            <a:extLst>
              <a:ext uri="{FF2B5EF4-FFF2-40B4-BE49-F238E27FC236}">
                <a16:creationId xmlns:a16="http://schemas.microsoft.com/office/drawing/2014/main" id="{677A020C-3450-B84E-B5F1-0B78DBFAA52E}"/>
              </a:ext>
            </a:extLst>
          </p:cNvPr>
          <p:cNvGrpSpPr/>
          <p:nvPr/>
        </p:nvGrpSpPr>
        <p:grpSpPr>
          <a:xfrm>
            <a:off x="6014786" y="4968910"/>
            <a:ext cx="650142" cy="1192606"/>
            <a:chOff x="5628138" y="1148266"/>
            <a:chExt cx="760504" cy="1395051"/>
          </a:xfrm>
        </p:grpSpPr>
        <p:pic>
          <p:nvPicPr>
            <p:cNvPr id="141" name="Picture 140">
              <a:extLst>
                <a:ext uri="{FF2B5EF4-FFF2-40B4-BE49-F238E27FC236}">
                  <a16:creationId xmlns:a16="http://schemas.microsoft.com/office/drawing/2014/main" id="{3B0F8B14-9AFF-A940-A373-40B47359A85D}"/>
                </a:ext>
              </a:extLst>
            </p:cNvPr>
            <p:cNvPicPr>
              <a:picLocks noChangeAspect="1"/>
            </p:cNvPicPr>
            <p:nvPr/>
          </p:nvPicPr>
          <p:blipFill>
            <a:blip r:embed="rId5"/>
            <a:stretch>
              <a:fillRect/>
            </a:stretch>
          </p:blipFill>
          <p:spPr>
            <a:xfrm>
              <a:off x="5680845" y="1148266"/>
              <a:ext cx="655090" cy="655090"/>
            </a:xfrm>
            <a:prstGeom prst="rect">
              <a:avLst/>
            </a:prstGeom>
          </p:spPr>
        </p:pic>
        <p:pic>
          <p:nvPicPr>
            <p:cNvPr id="142" name="Picture 141">
              <a:extLst>
                <a:ext uri="{FF2B5EF4-FFF2-40B4-BE49-F238E27FC236}">
                  <a16:creationId xmlns:a16="http://schemas.microsoft.com/office/drawing/2014/main" id="{0223C2EF-4A80-7649-A1C4-EF202C506AB5}"/>
                </a:ext>
              </a:extLst>
            </p:cNvPr>
            <p:cNvPicPr>
              <a:picLocks noChangeAspect="1"/>
            </p:cNvPicPr>
            <p:nvPr/>
          </p:nvPicPr>
          <p:blipFill>
            <a:blip r:embed="rId6"/>
            <a:stretch>
              <a:fillRect/>
            </a:stretch>
          </p:blipFill>
          <p:spPr>
            <a:xfrm>
              <a:off x="5716498" y="1902627"/>
              <a:ext cx="585309" cy="511375"/>
            </a:xfrm>
            <a:prstGeom prst="rect">
              <a:avLst/>
            </a:prstGeom>
          </p:spPr>
        </p:pic>
        <p:sp>
          <p:nvSpPr>
            <p:cNvPr id="143" name="Rounded Rectangle 142">
              <a:extLst>
                <a:ext uri="{FF2B5EF4-FFF2-40B4-BE49-F238E27FC236}">
                  <a16:creationId xmlns:a16="http://schemas.microsoft.com/office/drawing/2014/main" id="{4C25D8D9-86D5-6742-B9C8-C938C7AA863A}"/>
                </a:ext>
              </a:extLst>
            </p:cNvPr>
            <p:cNvSpPr/>
            <p:nvPr/>
          </p:nvSpPr>
          <p:spPr>
            <a:xfrm>
              <a:off x="5628138" y="1177103"/>
              <a:ext cx="760504" cy="1366214"/>
            </a:xfrm>
            <a:prstGeom prst="round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Right Bracket 145">
            <a:extLst>
              <a:ext uri="{FF2B5EF4-FFF2-40B4-BE49-F238E27FC236}">
                <a16:creationId xmlns:a16="http://schemas.microsoft.com/office/drawing/2014/main" id="{055EA198-0106-0F40-861E-67537BB485EA}"/>
              </a:ext>
            </a:extLst>
          </p:cNvPr>
          <p:cNvSpPr/>
          <p:nvPr/>
        </p:nvSpPr>
        <p:spPr>
          <a:xfrm>
            <a:off x="5013625" y="4235902"/>
            <a:ext cx="45719" cy="1095578"/>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 name="Group 5">
            <a:extLst>
              <a:ext uri="{FF2B5EF4-FFF2-40B4-BE49-F238E27FC236}">
                <a16:creationId xmlns:a16="http://schemas.microsoft.com/office/drawing/2014/main" id="{76DF2A84-CAFA-AE46-8AA2-2CD726C72000}"/>
              </a:ext>
            </a:extLst>
          </p:cNvPr>
          <p:cNvGrpSpPr/>
          <p:nvPr/>
        </p:nvGrpSpPr>
        <p:grpSpPr>
          <a:xfrm>
            <a:off x="7999709" y="5420006"/>
            <a:ext cx="2015148" cy="276999"/>
            <a:chOff x="7999709" y="5420006"/>
            <a:chExt cx="2015148" cy="276999"/>
          </a:xfrm>
        </p:grpSpPr>
        <p:grpSp>
          <p:nvGrpSpPr>
            <p:cNvPr id="150" name="Group 149">
              <a:extLst>
                <a:ext uri="{FF2B5EF4-FFF2-40B4-BE49-F238E27FC236}">
                  <a16:creationId xmlns:a16="http://schemas.microsoft.com/office/drawing/2014/main" id="{D4F5A19D-2ECA-804B-9EED-2DA81167D5CA}"/>
                </a:ext>
              </a:extLst>
            </p:cNvPr>
            <p:cNvGrpSpPr/>
            <p:nvPr/>
          </p:nvGrpSpPr>
          <p:grpSpPr>
            <a:xfrm>
              <a:off x="7999709" y="5469259"/>
              <a:ext cx="208494" cy="208494"/>
              <a:chOff x="8630706" y="3131735"/>
              <a:chExt cx="1397214" cy="1397214"/>
            </a:xfrm>
          </p:grpSpPr>
          <p:sp>
            <p:nvSpPr>
              <p:cNvPr id="157" name="Rounded Rectangle 156">
                <a:extLst>
                  <a:ext uri="{FF2B5EF4-FFF2-40B4-BE49-F238E27FC236}">
                    <a16:creationId xmlns:a16="http://schemas.microsoft.com/office/drawing/2014/main" id="{63EE9B34-DCF7-1641-BDA1-DC350860C3BE}"/>
                  </a:ext>
                </a:extLst>
              </p:cNvPr>
              <p:cNvSpPr/>
              <p:nvPr/>
            </p:nvSpPr>
            <p:spPr>
              <a:xfrm>
                <a:off x="8630706" y="3131735"/>
                <a:ext cx="1397214" cy="1397214"/>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158">
                <a:extLst>
                  <a:ext uri="{FF2B5EF4-FFF2-40B4-BE49-F238E27FC236}">
                    <a16:creationId xmlns:a16="http://schemas.microsoft.com/office/drawing/2014/main" id="{CF2AB1AA-1C55-1E40-8F67-E6AE8E32BF6B}"/>
                  </a:ext>
                </a:extLst>
              </p:cNvPr>
              <p:cNvSpPr/>
              <p:nvPr/>
            </p:nvSpPr>
            <p:spPr>
              <a:xfrm>
                <a:off x="8859520" y="3322320"/>
                <a:ext cx="955040" cy="975360"/>
              </a:xfrm>
              <a:custGeom>
                <a:avLst/>
                <a:gdLst>
                  <a:gd name="connsiteX0" fmla="*/ 132080 w 955040"/>
                  <a:gd name="connsiteY0" fmla="*/ 71120 h 975360"/>
                  <a:gd name="connsiteX1" fmla="*/ 0 w 955040"/>
                  <a:gd name="connsiteY1" fmla="*/ 386080 h 975360"/>
                  <a:gd name="connsiteX2" fmla="*/ 81280 w 955040"/>
                  <a:gd name="connsiteY2" fmla="*/ 833120 h 975360"/>
                  <a:gd name="connsiteX3" fmla="*/ 396240 w 955040"/>
                  <a:gd name="connsiteY3" fmla="*/ 955040 h 975360"/>
                  <a:gd name="connsiteX4" fmla="*/ 792480 w 955040"/>
                  <a:gd name="connsiteY4" fmla="*/ 975360 h 975360"/>
                  <a:gd name="connsiteX5" fmla="*/ 955040 w 955040"/>
                  <a:gd name="connsiteY5" fmla="*/ 701040 h 975360"/>
                  <a:gd name="connsiteX6" fmla="*/ 762000 w 955040"/>
                  <a:gd name="connsiteY6" fmla="*/ 426720 h 975360"/>
                  <a:gd name="connsiteX7" fmla="*/ 599440 w 955040"/>
                  <a:gd name="connsiteY7" fmla="*/ 121920 h 975360"/>
                  <a:gd name="connsiteX8" fmla="*/ 375920 w 955040"/>
                  <a:gd name="connsiteY8" fmla="*/ 0 h 975360"/>
                  <a:gd name="connsiteX9" fmla="*/ 132080 w 955040"/>
                  <a:gd name="connsiteY9" fmla="*/ 71120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040" h="975360">
                    <a:moveTo>
                      <a:pt x="132080" y="71120"/>
                    </a:moveTo>
                    <a:lnTo>
                      <a:pt x="0" y="386080"/>
                    </a:lnTo>
                    <a:lnTo>
                      <a:pt x="81280" y="833120"/>
                    </a:lnTo>
                    <a:lnTo>
                      <a:pt x="396240" y="955040"/>
                    </a:lnTo>
                    <a:lnTo>
                      <a:pt x="792480" y="975360"/>
                    </a:lnTo>
                    <a:lnTo>
                      <a:pt x="955040" y="701040"/>
                    </a:lnTo>
                    <a:lnTo>
                      <a:pt x="762000" y="426720"/>
                    </a:lnTo>
                    <a:lnTo>
                      <a:pt x="599440" y="121920"/>
                    </a:lnTo>
                    <a:lnTo>
                      <a:pt x="375920" y="0"/>
                    </a:lnTo>
                    <a:lnTo>
                      <a:pt x="132080" y="7112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5" name="TextBox 154">
              <a:extLst>
                <a:ext uri="{FF2B5EF4-FFF2-40B4-BE49-F238E27FC236}">
                  <a16:creationId xmlns:a16="http://schemas.microsoft.com/office/drawing/2014/main" id="{3A1CD8B3-27DA-5C41-BAF9-03725320FDAB}"/>
                </a:ext>
              </a:extLst>
            </p:cNvPr>
            <p:cNvSpPr txBox="1"/>
            <p:nvPr/>
          </p:nvSpPr>
          <p:spPr>
            <a:xfrm>
              <a:off x="8208341" y="5420006"/>
              <a:ext cx="1806516" cy="276999"/>
            </a:xfrm>
            <a:prstGeom prst="rect">
              <a:avLst/>
            </a:prstGeom>
            <a:noFill/>
          </p:spPr>
          <p:txBody>
            <a:bodyPr wrap="square" rtlCol="0">
              <a:spAutoFit/>
            </a:bodyPr>
            <a:lstStyle/>
            <a:p>
              <a:r>
                <a:rPr lang="en-US" sz="1200" dirty="0"/>
                <a:t>restoration area polygons</a:t>
              </a:r>
            </a:p>
          </p:txBody>
        </p:sp>
      </p:grpSp>
      <p:cxnSp>
        <p:nvCxnSpPr>
          <p:cNvPr id="25" name="Straight Arrow Connector 24">
            <a:extLst>
              <a:ext uri="{FF2B5EF4-FFF2-40B4-BE49-F238E27FC236}">
                <a16:creationId xmlns:a16="http://schemas.microsoft.com/office/drawing/2014/main" id="{32B78940-D7AE-A64A-B891-B4E80399E5D6}"/>
              </a:ext>
            </a:extLst>
          </p:cNvPr>
          <p:cNvCxnSpPr/>
          <p:nvPr/>
        </p:nvCxnSpPr>
        <p:spPr>
          <a:xfrm>
            <a:off x="6742791" y="5585827"/>
            <a:ext cx="1158917" cy="0"/>
          </a:xfrm>
          <a:prstGeom prst="straightConnector1">
            <a:avLst/>
          </a:prstGeom>
          <a:ln w="12700">
            <a:tailEnd type="triangle" w="sm" len="lg"/>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D7EB3378-B500-AE4E-B9E1-85A0CF0A56F7}"/>
              </a:ext>
            </a:extLst>
          </p:cNvPr>
          <p:cNvSpPr txBox="1"/>
          <p:nvPr/>
        </p:nvSpPr>
        <p:spPr>
          <a:xfrm>
            <a:off x="2870961" y="5085458"/>
            <a:ext cx="2255129" cy="276999"/>
          </a:xfrm>
          <a:prstGeom prst="rect">
            <a:avLst/>
          </a:prstGeom>
          <a:noFill/>
        </p:spPr>
        <p:txBody>
          <a:bodyPr wrap="square" rtlCol="0">
            <a:spAutoFit/>
          </a:bodyPr>
          <a:lstStyle/>
          <a:p>
            <a:r>
              <a:rPr lang="en-US" sz="1200" dirty="0" err="1"/>
              <a:t>area_method_join_table.csv</a:t>
            </a:r>
            <a:endParaRPr lang="en-US" sz="1200" dirty="0"/>
          </a:p>
        </p:txBody>
      </p:sp>
      <p:pic>
        <p:nvPicPr>
          <p:cNvPr id="147" name="Picture 146">
            <a:extLst>
              <a:ext uri="{FF2B5EF4-FFF2-40B4-BE49-F238E27FC236}">
                <a16:creationId xmlns:a16="http://schemas.microsoft.com/office/drawing/2014/main" id="{5349E0C2-1CC9-2947-9B45-60604DD7E30C}"/>
              </a:ext>
            </a:extLst>
          </p:cNvPr>
          <p:cNvPicPr>
            <a:picLocks noChangeAspect="1"/>
          </p:cNvPicPr>
          <p:nvPr/>
        </p:nvPicPr>
        <p:blipFill>
          <a:blip r:embed="rId2"/>
          <a:stretch>
            <a:fillRect/>
          </a:stretch>
        </p:blipFill>
        <p:spPr>
          <a:xfrm>
            <a:off x="2664625" y="5132775"/>
            <a:ext cx="198705" cy="198705"/>
          </a:xfrm>
          <a:prstGeom prst="rect">
            <a:avLst/>
          </a:prstGeom>
        </p:spPr>
      </p:pic>
      <p:sp>
        <p:nvSpPr>
          <p:cNvPr id="27" name="Freeform 26"/>
          <p:cNvSpPr/>
          <p:nvPr/>
        </p:nvSpPr>
        <p:spPr>
          <a:xfrm>
            <a:off x="1343025" y="2143125"/>
            <a:ext cx="295275" cy="400050"/>
          </a:xfrm>
          <a:custGeom>
            <a:avLst/>
            <a:gdLst>
              <a:gd name="connsiteX0" fmla="*/ 0 w 295275"/>
              <a:gd name="connsiteY0" fmla="*/ 0 h 400050"/>
              <a:gd name="connsiteX1" fmla="*/ 76200 w 295275"/>
              <a:gd name="connsiteY1" fmla="*/ 276225 h 400050"/>
              <a:gd name="connsiteX2" fmla="*/ 295275 w 295275"/>
              <a:gd name="connsiteY2" fmla="*/ 400050 h 400050"/>
            </a:gdLst>
            <a:ahLst/>
            <a:cxnLst>
              <a:cxn ang="0">
                <a:pos x="connsiteX0" y="connsiteY0"/>
              </a:cxn>
              <a:cxn ang="0">
                <a:pos x="connsiteX1" y="connsiteY1"/>
              </a:cxn>
              <a:cxn ang="0">
                <a:pos x="connsiteX2" y="connsiteY2"/>
              </a:cxn>
            </a:cxnLst>
            <a:rect l="l" t="t" r="r" b="b"/>
            <a:pathLst>
              <a:path w="295275" h="400050">
                <a:moveTo>
                  <a:pt x="0" y="0"/>
                </a:moveTo>
                <a:cubicBezTo>
                  <a:pt x="13494" y="104775"/>
                  <a:pt x="26988" y="209550"/>
                  <a:pt x="76200" y="276225"/>
                </a:cubicBezTo>
                <a:cubicBezTo>
                  <a:pt x="125413" y="342900"/>
                  <a:pt x="210344" y="371475"/>
                  <a:pt x="295275" y="400050"/>
                </a:cubicBezTo>
              </a:path>
            </a:pathLst>
          </a:custGeom>
          <a:noFill/>
          <a:ln>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36F400A6-ABB4-634C-AA40-9463AA90EA35}"/>
              </a:ext>
            </a:extLst>
          </p:cNvPr>
          <p:cNvGrpSpPr/>
          <p:nvPr/>
        </p:nvGrpSpPr>
        <p:grpSpPr>
          <a:xfrm>
            <a:off x="8007596" y="3201894"/>
            <a:ext cx="1803196" cy="276999"/>
            <a:chOff x="2869436" y="581278"/>
            <a:chExt cx="1803196" cy="276999"/>
          </a:xfrm>
        </p:grpSpPr>
        <p:sp>
          <p:nvSpPr>
            <p:cNvPr id="3" name="TextBox 2">
              <a:extLst>
                <a:ext uri="{FF2B5EF4-FFF2-40B4-BE49-F238E27FC236}">
                  <a16:creationId xmlns:a16="http://schemas.microsoft.com/office/drawing/2014/main" id="{35CF6C4B-5A6E-774E-9BD8-1EA6026AC64E}"/>
                </a:ext>
              </a:extLst>
            </p:cNvPr>
            <p:cNvSpPr txBox="1"/>
            <p:nvPr/>
          </p:nvSpPr>
          <p:spPr>
            <a:xfrm>
              <a:off x="3066972" y="581278"/>
              <a:ext cx="1605660" cy="276999"/>
            </a:xfrm>
            <a:prstGeom prst="rect">
              <a:avLst/>
            </a:prstGeom>
            <a:noFill/>
          </p:spPr>
          <p:txBody>
            <a:bodyPr wrap="square" rtlCol="0">
              <a:spAutoFit/>
            </a:bodyPr>
            <a:lstStyle/>
            <a:p>
              <a:r>
                <a:rPr lang="en-US" sz="1200" dirty="0" err="1"/>
                <a:t>planting_pt</a:t>
              </a:r>
              <a:endParaRPr lang="en-US" sz="1200" dirty="0"/>
            </a:p>
          </p:txBody>
        </p:sp>
        <p:grpSp>
          <p:nvGrpSpPr>
            <p:cNvPr id="15" name="Group 14">
              <a:extLst>
                <a:ext uri="{FF2B5EF4-FFF2-40B4-BE49-F238E27FC236}">
                  <a16:creationId xmlns:a16="http://schemas.microsoft.com/office/drawing/2014/main" id="{80950831-D03E-7F4E-A789-6A85DABBEADA}"/>
                </a:ext>
              </a:extLst>
            </p:cNvPr>
            <p:cNvGrpSpPr/>
            <p:nvPr/>
          </p:nvGrpSpPr>
          <p:grpSpPr>
            <a:xfrm>
              <a:off x="2869436" y="611514"/>
              <a:ext cx="197536" cy="197536"/>
              <a:chOff x="6497904" y="2014917"/>
              <a:chExt cx="1480842" cy="1480842"/>
            </a:xfrm>
          </p:grpSpPr>
          <p:sp>
            <p:nvSpPr>
              <p:cNvPr id="7" name="Rounded Rectangle 6">
                <a:extLst>
                  <a:ext uri="{FF2B5EF4-FFF2-40B4-BE49-F238E27FC236}">
                    <a16:creationId xmlns:a16="http://schemas.microsoft.com/office/drawing/2014/main" id="{94E5BAA3-4B5C-404E-B00F-68DED1D4E19E}"/>
                  </a:ext>
                </a:extLst>
              </p:cNvPr>
              <p:cNvSpPr/>
              <p:nvPr/>
            </p:nvSpPr>
            <p:spPr>
              <a:xfrm>
                <a:off x="6497904" y="2014917"/>
                <a:ext cx="1480842" cy="1480842"/>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DF611C4-167D-A040-871F-4AEFA6CF3D34}"/>
                  </a:ext>
                </a:extLst>
              </p:cNvPr>
              <p:cNvSpPr/>
              <p:nvPr/>
            </p:nvSpPr>
            <p:spPr>
              <a:xfrm>
                <a:off x="6721830" y="3098799"/>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F1CE992-8BA2-4D44-9E4A-7E7C13DC82D5}"/>
                  </a:ext>
                </a:extLst>
              </p:cNvPr>
              <p:cNvSpPr/>
              <p:nvPr/>
            </p:nvSpPr>
            <p:spPr>
              <a:xfrm>
                <a:off x="7573246" y="2891552"/>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A795CAA-BB6A-6C43-9C6E-692A20189581}"/>
                  </a:ext>
                </a:extLst>
              </p:cNvPr>
              <p:cNvSpPr/>
              <p:nvPr/>
            </p:nvSpPr>
            <p:spPr>
              <a:xfrm>
                <a:off x="7502127" y="2637464"/>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3F5B1DB-136A-BD4C-95B9-D22D70D69384}"/>
                  </a:ext>
                </a:extLst>
              </p:cNvPr>
              <p:cNvSpPr/>
              <p:nvPr/>
            </p:nvSpPr>
            <p:spPr>
              <a:xfrm>
                <a:off x="7260668" y="3218696"/>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9C2E0F6-DBB8-734E-9990-C2D5247FA08A}"/>
                  </a:ext>
                </a:extLst>
              </p:cNvPr>
              <p:cNvSpPr/>
              <p:nvPr/>
            </p:nvSpPr>
            <p:spPr>
              <a:xfrm>
                <a:off x="6847840" y="2696401"/>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23225C0-32E8-4E4A-94BE-39B91B4FD08B}"/>
                  </a:ext>
                </a:extLst>
              </p:cNvPr>
              <p:cNvSpPr/>
              <p:nvPr/>
            </p:nvSpPr>
            <p:spPr>
              <a:xfrm>
                <a:off x="6634437" y="2395915"/>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4E62F3-A44E-8344-8FA6-AB859B9A5949}"/>
                  </a:ext>
                </a:extLst>
              </p:cNvPr>
              <p:cNvSpPr/>
              <p:nvPr/>
            </p:nvSpPr>
            <p:spPr>
              <a:xfrm>
                <a:off x="6729967" y="2206428"/>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6" name="Group 35">
            <a:extLst>
              <a:ext uri="{FF2B5EF4-FFF2-40B4-BE49-F238E27FC236}">
                <a16:creationId xmlns:a16="http://schemas.microsoft.com/office/drawing/2014/main" id="{3D2FB9AA-83F5-F842-A99C-D803D451DE76}"/>
              </a:ext>
            </a:extLst>
          </p:cNvPr>
          <p:cNvGrpSpPr/>
          <p:nvPr/>
        </p:nvGrpSpPr>
        <p:grpSpPr>
          <a:xfrm>
            <a:off x="8007596" y="3503869"/>
            <a:ext cx="1859329" cy="276999"/>
            <a:chOff x="7823798" y="2744373"/>
            <a:chExt cx="1859329" cy="276999"/>
          </a:xfrm>
        </p:grpSpPr>
        <p:sp>
          <p:nvSpPr>
            <p:cNvPr id="18" name="TextBox 17">
              <a:extLst>
                <a:ext uri="{FF2B5EF4-FFF2-40B4-BE49-F238E27FC236}">
                  <a16:creationId xmlns:a16="http://schemas.microsoft.com/office/drawing/2014/main" id="{360DFE15-8559-6246-8BFB-F0F51065930A}"/>
                </a:ext>
              </a:extLst>
            </p:cNvPr>
            <p:cNvSpPr txBox="1"/>
            <p:nvPr/>
          </p:nvSpPr>
          <p:spPr>
            <a:xfrm>
              <a:off x="8036827" y="2744373"/>
              <a:ext cx="1646300" cy="276999"/>
            </a:xfrm>
            <a:prstGeom prst="rect">
              <a:avLst/>
            </a:prstGeom>
            <a:noFill/>
          </p:spPr>
          <p:txBody>
            <a:bodyPr wrap="square" rtlCol="0">
              <a:spAutoFit/>
            </a:bodyPr>
            <a:lstStyle/>
            <a:p>
              <a:r>
                <a:rPr lang="en-US" sz="1200" dirty="0" err="1"/>
                <a:t>planting_ln</a:t>
              </a:r>
              <a:endParaRPr lang="en-US" sz="1200" dirty="0"/>
            </a:p>
          </p:txBody>
        </p:sp>
        <p:grpSp>
          <p:nvGrpSpPr>
            <p:cNvPr id="33" name="Group 32">
              <a:extLst>
                <a:ext uri="{FF2B5EF4-FFF2-40B4-BE49-F238E27FC236}">
                  <a16:creationId xmlns:a16="http://schemas.microsoft.com/office/drawing/2014/main" id="{4DD31A82-78D8-894C-8CFA-0D9243062960}"/>
                </a:ext>
              </a:extLst>
            </p:cNvPr>
            <p:cNvGrpSpPr/>
            <p:nvPr/>
          </p:nvGrpSpPr>
          <p:grpSpPr>
            <a:xfrm>
              <a:off x="7823798" y="2801760"/>
              <a:ext cx="213029" cy="197536"/>
              <a:chOff x="4307683" y="2922218"/>
              <a:chExt cx="2689915" cy="2647444"/>
            </a:xfrm>
          </p:grpSpPr>
          <p:sp>
            <p:nvSpPr>
              <p:cNvPr id="20" name="Rounded Rectangle 19">
                <a:extLst>
                  <a:ext uri="{FF2B5EF4-FFF2-40B4-BE49-F238E27FC236}">
                    <a16:creationId xmlns:a16="http://schemas.microsoft.com/office/drawing/2014/main" id="{25EA64A0-0612-1A4D-96C7-277FF359013F}"/>
                  </a:ext>
                </a:extLst>
              </p:cNvPr>
              <p:cNvSpPr/>
              <p:nvPr/>
            </p:nvSpPr>
            <p:spPr>
              <a:xfrm>
                <a:off x="4350154" y="2922218"/>
                <a:ext cx="2647444" cy="2647444"/>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AE58344-F8DE-D946-B5A5-4FDAF489CAA4}"/>
                  </a:ext>
                </a:extLst>
              </p:cNvPr>
              <p:cNvSpPr/>
              <p:nvPr/>
            </p:nvSpPr>
            <p:spPr>
              <a:xfrm>
                <a:off x="4672632" y="3429000"/>
                <a:ext cx="20024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F4C0D90-4026-0B4B-86AA-82A0E496AC1C}"/>
                  </a:ext>
                </a:extLst>
              </p:cNvPr>
              <p:cNvSpPr/>
              <p:nvPr/>
            </p:nvSpPr>
            <p:spPr>
              <a:xfrm rot="20801475">
                <a:off x="4778828" y="3822438"/>
                <a:ext cx="20024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7CCAF01-4B45-2540-AAB2-37B63480C2E3}"/>
                  </a:ext>
                </a:extLst>
              </p:cNvPr>
              <p:cNvSpPr/>
              <p:nvPr/>
            </p:nvSpPr>
            <p:spPr>
              <a:xfrm rot="7376840">
                <a:off x="4722416" y="4119089"/>
                <a:ext cx="20024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38545DF-A976-1548-A035-E928D835E14E}"/>
                  </a:ext>
                </a:extLst>
              </p:cNvPr>
              <p:cNvSpPr/>
              <p:nvPr/>
            </p:nvSpPr>
            <p:spPr>
              <a:xfrm>
                <a:off x="4713272" y="4616519"/>
                <a:ext cx="20024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EFAD73-AF24-BF4C-BB22-23B64CA5DBE0}"/>
                  </a:ext>
                </a:extLst>
              </p:cNvPr>
              <p:cNvSpPr/>
              <p:nvPr/>
            </p:nvSpPr>
            <p:spPr>
              <a:xfrm rot="1807416">
                <a:off x="4307683" y="4850911"/>
                <a:ext cx="200248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49" name="Group 148">
            <a:extLst>
              <a:ext uri="{FF2B5EF4-FFF2-40B4-BE49-F238E27FC236}">
                <a16:creationId xmlns:a16="http://schemas.microsoft.com/office/drawing/2014/main" id="{4F8055CD-F6C9-E34C-AEE8-890171D5573D}"/>
              </a:ext>
            </a:extLst>
          </p:cNvPr>
          <p:cNvGrpSpPr/>
          <p:nvPr/>
        </p:nvGrpSpPr>
        <p:grpSpPr>
          <a:xfrm>
            <a:off x="8007596" y="3821788"/>
            <a:ext cx="1804002" cy="276999"/>
            <a:chOff x="3530877" y="4871878"/>
            <a:chExt cx="1804002" cy="276999"/>
          </a:xfrm>
        </p:grpSpPr>
        <p:grpSp>
          <p:nvGrpSpPr>
            <p:cNvPr id="135" name="Group 134">
              <a:extLst>
                <a:ext uri="{FF2B5EF4-FFF2-40B4-BE49-F238E27FC236}">
                  <a16:creationId xmlns:a16="http://schemas.microsoft.com/office/drawing/2014/main" id="{E671A12C-8C67-D941-9F8A-80FB120772E7}"/>
                </a:ext>
              </a:extLst>
            </p:cNvPr>
            <p:cNvGrpSpPr/>
            <p:nvPr/>
          </p:nvGrpSpPr>
          <p:grpSpPr>
            <a:xfrm>
              <a:off x="3530877" y="4921131"/>
              <a:ext cx="208494" cy="208494"/>
              <a:chOff x="8630706" y="3131735"/>
              <a:chExt cx="1397214" cy="1397214"/>
            </a:xfrm>
          </p:grpSpPr>
          <p:sp>
            <p:nvSpPr>
              <p:cNvPr id="126" name="Rounded Rectangle 125">
                <a:extLst>
                  <a:ext uri="{FF2B5EF4-FFF2-40B4-BE49-F238E27FC236}">
                    <a16:creationId xmlns:a16="http://schemas.microsoft.com/office/drawing/2014/main" id="{7F3690AB-B5A6-7946-8CCE-AA4F975574AF}"/>
                  </a:ext>
                </a:extLst>
              </p:cNvPr>
              <p:cNvSpPr/>
              <p:nvPr/>
            </p:nvSpPr>
            <p:spPr>
              <a:xfrm>
                <a:off x="8630706" y="3131735"/>
                <a:ext cx="1397214" cy="1397214"/>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133">
                <a:extLst>
                  <a:ext uri="{FF2B5EF4-FFF2-40B4-BE49-F238E27FC236}">
                    <a16:creationId xmlns:a16="http://schemas.microsoft.com/office/drawing/2014/main" id="{06389C51-1E9D-C346-BCCE-5CFD9822839E}"/>
                  </a:ext>
                </a:extLst>
              </p:cNvPr>
              <p:cNvSpPr/>
              <p:nvPr/>
            </p:nvSpPr>
            <p:spPr>
              <a:xfrm>
                <a:off x="8859520" y="3322320"/>
                <a:ext cx="955040" cy="975360"/>
              </a:xfrm>
              <a:custGeom>
                <a:avLst/>
                <a:gdLst>
                  <a:gd name="connsiteX0" fmla="*/ 132080 w 955040"/>
                  <a:gd name="connsiteY0" fmla="*/ 71120 h 975360"/>
                  <a:gd name="connsiteX1" fmla="*/ 0 w 955040"/>
                  <a:gd name="connsiteY1" fmla="*/ 386080 h 975360"/>
                  <a:gd name="connsiteX2" fmla="*/ 81280 w 955040"/>
                  <a:gd name="connsiteY2" fmla="*/ 833120 h 975360"/>
                  <a:gd name="connsiteX3" fmla="*/ 396240 w 955040"/>
                  <a:gd name="connsiteY3" fmla="*/ 955040 h 975360"/>
                  <a:gd name="connsiteX4" fmla="*/ 792480 w 955040"/>
                  <a:gd name="connsiteY4" fmla="*/ 975360 h 975360"/>
                  <a:gd name="connsiteX5" fmla="*/ 955040 w 955040"/>
                  <a:gd name="connsiteY5" fmla="*/ 701040 h 975360"/>
                  <a:gd name="connsiteX6" fmla="*/ 762000 w 955040"/>
                  <a:gd name="connsiteY6" fmla="*/ 426720 h 975360"/>
                  <a:gd name="connsiteX7" fmla="*/ 599440 w 955040"/>
                  <a:gd name="connsiteY7" fmla="*/ 121920 h 975360"/>
                  <a:gd name="connsiteX8" fmla="*/ 375920 w 955040"/>
                  <a:gd name="connsiteY8" fmla="*/ 0 h 975360"/>
                  <a:gd name="connsiteX9" fmla="*/ 132080 w 955040"/>
                  <a:gd name="connsiteY9" fmla="*/ 71120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040" h="975360">
                    <a:moveTo>
                      <a:pt x="132080" y="71120"/>
                    </a:moveTo>
                    <a:lnTo>
                      <a:pt x="0" y="386080"/>
                    </a:lnTo>
                    <a:lnTo>
                      <a:pt x="81280" y="833120"/>
                    </a:lnTo>
                    <a:lnTo>
                      <a:pt x="396240" y="955040"/>
                    </a:lnTo>
                    <a:lnTo>
                      <a:pt x="792480" y="975360"/>
                    </a:lnTo>
                    <a:lnTo>
                      <a:pt x="955040" y="701040"/>
                    </a:lnTo>
                    <a:lnTo>
                      <a:pt x="762000" y="426720"/>
                    </a:lnTo>
                    <a:lnTo>
                      <a:pt x="599440" y="121920"/>
                    </a:lnTo>
                    <a:lnTo>
                      <a:pt x="375920" y="0"/>
                    </a:lnTo>
                    <a:lnTo>
                      <a:pt x="132080" y="7112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5" name="TextBox 144">
              <a:extLst>
                <a:ext uri="{FF2B5EF4-FFF2-40B4-BE49-F238E27FC236}">
                  <a16:creationId xmlns:a16="http://schemas.microsoft.com/office/drawing/2014/main" id="{AF7174A2-0C92-7D41-AEF6-7CB1BD67FE97}"/>
                </a:ext>
              </a:extLst>
            </p:cNvPr>
            <p:cNvSpPr txBox="1"/>
            <p:nvPr/>
          </p:nvSpPr>
          <p:spPr>
            <a:xfrm>
              <a:off x="3739509" y="4871878"/>
              <a:ext cx="1595370" cy="276999"/>
            </a:xfrm>
            <a:prstGeom prst="rect">
              <a:avLst/>
            </a:prstGeom>
            <a:noFill/>
          </p:spPr>
          <p:txBody>
            <a:bodyPr wrap="square" rtlCol="0">
              <a:spAutoFit/>
            </a:bodyPr>
            <a:lstStyle/>
            <a:p>
              <a:r>
                <a:rPr lang="en-US" sz="1200" dirty="0"/>
                <a:t>planting polygons</a:t>
              </a:r>
            </a:p>
          </p:txBody>
        </p:sp>
      </p:grpSp>
      <p:sp>
        <p:nvSpPr>
          <p:cNvPr id="46" name="Freeform 45"/>
          <p:cNvSpPr/>
          <p:nvPr/>
        </p:nvSpPr>
        <p:spPr>
          <a:xfrm>
            <a:off x="5076825" y="4953000"/>
            <a:ext cx="923925" cy="666750"/>
          </a:xfrm>
          <a:custGeom>
            <a:avLst/>
            <a:gdLst>
              <a:gd name="connsiteX0" fmla="*/ 0 w 923925"/>
              <a:gd name="connsiteY0" fmla="*/ 0 h 666750"/>
              <a:gd name="connsiteX1" fmla="*/ 238125 w 923925"/>
              <a:gd name="connsiteY1" fmla="*/ 114300 h 666750"/>
              <a:gd name="connsiteX2" fmla="*/ 504825 w 923925"/>
              <a:gd name="connsiteY2" fmla="*/ 514350 h 666750"/>
              <a:gd name="connsiteX3" fmla="*/ 923925 w 923925"/>
              <a:gd name="connsiteY3" fmla="*/ 666750 h 666750"/>
            </a:gdLst>
            <a:ahLst/>
            <a:cxnLst>
              <a:cxn ang="0">
                <a:pos x="connsiteX0" y="connsiteY0"/>
              </a:cxn>
              <a:cxn ang="0">
                <a:pos x="connsiteX1" y="connsiteY1"/>
              </a:cxn>
              <a:cxn ang="0">
                <a:pos x="connsiteX2" y="connsiteY2"/>
              </a:cxn>
              <a:cxn ang="0">
                <a:pos x="connsiteX3" y="connsiteY3"/>
              </a:cxn>
            </a:cxnLst>
            <a:rect l="l" t="t" r="r" b="b"/>
            <a:pathLst>
              <a:path w="923925" h="666750">
                <a:moveTo>
                  <a:pt x="0" y="0"/>
                </a:moveTo>
                <a:cubicBezTo>
                  <a:pt x="76994" y="14287"/>
                  <a:pt x="153988" y="28575"/>
                  <a:pt x="238125" y="114300"/>
                </a:cubicBezTo>
                <a:cubicBezTo>
                  <a:pt x="322263" y="200025"/>
                  <a:pt x="390525" y="422275"/>
                  <a:pt x="504825" y="514350"/>
                </a:cubicBezTo>
                <a:cubicBezTo>
                  <a:pt x="619125" y="606425"/>
                  <a:pt x="771525" y="636587"/>
                  <a:pt x="923925" y="666750"/>
                </a:cubicBezTo>
              </a:path>
            </a:pathLst>
          </a:custGeom>
          <a:noFill/>
          <a:ln>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a:extLst>
              <a:ext uri="{FF2B5EF4-FFF2-40B4-BE49-F238E27FC236}">
                <a16:creationId xmlns:a16="http://schemas.microsoft.com/office/drawing/2014/main" id="{9128A344-4CB3-C749-BFB0-1698E9C3A9E4}"/>
              </a:ext>
            </a:extLst>
          </p:cNvPr>
          <p:cNvGrpSpPr/>
          <p:nvPr/>
        </p:nvGrpSpPr>
        <p:grpSpPr>
          <a:xfrm>
            <a:off x="9704998" y="3189056"/>
            <a:ext cx="1803196" cy="276999"/>
            <a:chOff x="2869436" y="581278"/>
            <a:chExt cx="1803196" cy="276999"/>
          </a:xfrm>
        </p:grpSpPr>
        <p:sp>
          <p:nvSpPr>
            <p:cNvPr id="99" name="TextBox 98">
              <a:extLst>
                <a:ext uri="{FF2B5EF4-FFF2-40B4-BE49-F238E27FC236}">
                  <a16:creationId xmlns:a16="http://schemas.microsoft.com/office/drawing/2014/main" id="{9D6484BF-BEE3-5945-BCE9-8110CC14A844}"/>
                </a:ext>
              </a:extLst>
            </p:cNvPr>
            <p:cNvSpPr txBox="1"/>
            <p:nvPr/>
          </p:nvSpPr>
          <p:spPr>
            <a:xfrm>
              <a:off x="3066972" y="581278"/>
              <a:ext cx="1605660" cy="276999"/>
            </a:xfrm>
            <a:prstGeom prst="rect">
              <a:avLst/>
            </a:prstGeom>
            <a:noFill/>
          </p:spPr>
          <p:txBody>
            <a:bodyPr wrap="square" rtlCol="0">
              <a:spAutoFit/>
            </a:bodyPr>
            <a:lstStyle/>
            <a:p>
              <a:r>
                <a:rPr lang="en-US" sz="1200" dirty="0" err="1"/>
                <a:t>planting_pt_all</a:t>
              </a:r>
              <a:endParaRPr lang="en-US" sz="1200" dirty="0"/>
            </a:p>
          </p:txBody>
        </p:sp>
        <p:grpSp>
          <p:nvGrpSpPr>
            <p:cNvPr id="100" name="Group 99">
              <a:extLst>
                <a:ext uri="{FF2B5EF4-FFF2-40B4-BE49-F238E27FC236}">
                  <a16:creationId xmlns:a16="http://schemas.microsoft.com/office/drawing/2014/main" id="{B9F3C060-6E75-DF41-8E28-27A6330AD19C}"/>
                </a:ext>
              </a:extLst>
            </p:cNvPr>
            <p:cNvGrpSpPr/>
            <p:nvPr/>
          </p:nvGrpSpPr>
          <p:grpSpPr>
            <a:xfrm>
              <a:off x="2869436" y="611514"/>
              <a:ext cx="197536" cy="197536"/>
              <a:chOff x="6497904" y="2014917"/>
              <a:chExt cx="1480842" cy="1480842"/>
            </a:xfrm>
          </p:grpSpPr>
          <p:sp>
            <p:nvSpPr>
              <p:cNvPr id="101" name="Rounded Rectangle 100">
                <a:extLst>
                  <a:ext uri="{FF2B5EF4-FFF2-40B4-BE49-F238E27FC236}">
                    <a16:creationId xmlns:a16="http://schemas.microsoft.com/office/drawing/2014/main" id="{F1C8ED82-3E18-ED46-BE21-34C128A6DF0F}"/>
                  </a:ext>
                </a:extLst>
              </p:cNvPr>
              <p:cNvSpPr/>
              <p:nvPr/>
            </p:nvSpPr>
            <p:spPr>
              <a:xfrm>
                <a:off x="6497904" y="2014917"/>
                <a:ext cx="1480842" cy="1480842"/>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166CF3C-5452-2F48-99BC-66D3CFF447E4}"/>
                  </a:ext>
                </a:extLst>
              </p:cNvPr>
              <p:cNvSpPr/>
              <p:nvPr/>
            </p:nvSpPr>
            <p:spPr>
              <a:xfrm>
                <a:off x="6721830" y="3098799"/>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491A871A-C7EE-7E43-A8A7-0F4753AF3330}"/>
                  </a:ext>
                </a:extLst>
              </p:cNvPr>
              <p:cNvSpPr/>
              <p:nvPr/>
            </p:nvSpPr>
            <p:spPr>
              <a:xfrm>
                <a:off x="7573246" y="2891552"/>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BF68755-6E33-6F44-A15B-DE49278D4F3D}"/>
                  </a:ext>
                </a:extLst>
              </p:cNvPr>
              <p:cNvSpPr/>
              <p:nvPr/>
            </p:nvSpPr>
            <p:spPr>
              <a:xfrm>
                <a:off x="7502127" y="2637464"/>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8E68855E-0BA9-7441-A453-39F0F153D68A}"/>
                  </a:ext>
                </a:extLst>
              </p:cNvPr>
              <p:cNvSpPr/>
              <p:nvPr/>
            </p:nvSpPr>
            <p:spPr>
              <a:xfrm>
                <a:off x="7260668" y="3218696"/>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CE635D1A-F252-1443-9F9C-B95981CCC36E}"/>
                  </a:ext>
                </a:extLst>
              </p:cNvPr>
              <p:cNvSpPr/>
              <p:nvPr/>
            </p:nvSpPr>
            <p:spPr>
              <a:xfrm>
                <a:off x="6847840" y="2696401"/>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8C0F6750-48EF-3141-AE03-DDB20BB8C3EB}"/>
                  </a:ext>
                </a:extLst>
              </p:cNvPr>
              <p:cNvSpPr/>
              <p:nvPr/>
            </p:nvSpPr>
            <p:spPr>
              <a:xfrm>
                <a:off x="6634437" y="2395915"/>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C03A8CEC-8851-8243-A683-DC025A7C6C3D}"/>
                  </a:ext>
                </a:extLst>
              </p:cNvPr>
              <p:cNvSpPr/>
              <p:nvPr/>
            </p:nvSpPr>
            <p:spPr>
              <a:xfrm>
                <a:off x="6729967" y="2206428"/>
                <a:ext cx="117873" cy="117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9" name="Group 38">
            <a:extLst>
              <a:ext uri="{FF2B5EF4-FFF2-40B4-BE49-F238E27FC236}">
                <a16:creationId xmlns:a16="http://schemas.microsoft.com/office/drawing/2014/main" id="{60FEB205-BC59-CE41-8A0F-1A31573C24AA}"/>
              </a:ext>
            </a:extLst>
          </p:cNvPr>
          <p:cNvGrpSpPr/>
          <p:nvPr/>
        </p:nvGrpSpPr>
        <p:grpSpPr>
          <a:xfrm>
            <a:off x="5703561" y="1025581"/>
            <a:ext cx="2249333" cy="276999"/>
            <a:chOff x="5095364" y="746690"/>
            <a:chExt cx="2249333" cy="276999"/>
          </a:xfrm>
        </p:grpSpPr>
        <p:sp>
          <p:nvSpPr>
            <p:cNvPr id="122" name="TextBox 121">
              <a:extLst>
                <a:ext uri="{FF2B5EF4-FFF2-40B4-BE49-F238E27FC236}">
                  <a16:creationId xmlns:a16="http://schemas.microsoft.com/office/drawing/2014/main" id="{563F0CA4-C9C7-AA4A-A710-39B4F0B9F9EE}"/>
                </a:ext>
              </a:extLst>
            </p:cNvPr>
            <p:cNvSpPr txBox="1"/>
            <p:nvPr/>
          </p:nvSpPr>
          <p:spPr>
            <a:xfrm>
              <a:off x="5301701" y="746690"/>
              <a:ext cx="2042996" cy="276999"/>
            </a:xfrm>
            <a:prstGeom prst="rect">
              <a:avLst/>
            </a:prstGeom>
            <a:noFill/>
          </p:spPr>
          <p:txBody>
            <a:bodyPr wrap="square" rtlCol="0">
              <a:spAutoFit/>
            </a:bodyPr>
            <a:lstStyle/>
            <a:p>
              <a:r>
                <a:rPr lang="en-US" sz="1200" dirty="0" err="1"/>
                <a:t>planting_centroids.csv</a:t>
              </a:r>
              <a:endParaRPr lang="en-US" sz="1200" dirty="0"/>
            </a:p>
          </p:txBody>
        </p:sp>
        <p:pic>
          <p:nvPicPr>
            <p:cNvPr id="123" name="Picture 122">
              <a:extLst>
                <a:ext uri="{FF2B5EF4-FFF2-40B4-BE49-F238E27FC236}">
                  <a16:creationId xmlns:a16="http://schemas.microsoft.com/office/drawing/2014/main" id="{6F4A1868-7DA5-EB4C-9CB6-6C4184CF0020}"/>
                </a:ext>
              </a:extLst>
            </p:cNvPr>
            <p:cNvPicPr>
              <a:picLocks noChangeAspect="1"/>
            </p:cNvPicPr>
            <p:nvPr/>
          </p:nvPicPr>
          <p:blipFill>
            <a:blip r:embed="rId2"/>
            <a:stretch>
              <a:fillRect/>
            </a:stretch>
          </p:blipFill>
          <p:spPr>
            <a:xfrm>
              <a:off x="5095364" y="794007"/>
              <a:ext cx="198705" cy="198705"/>
            </a:xfrm>
            <a:prstGeom prst="rect">
              <a:avLst/>
            </a:prstGeom>
          </p:spPr>
        </p:pic>
      </p:grpSp>
      <p:sp>
        <p:nvSpPr>
          <p:cNvPr id="45" name="Freeform 44">
            <a:extLst>
              <a:ext uri="{FF2B5EF4-FFF2-40B4-BE49-F238E27FC236}">
                <a16:creationId xmlns:a16="http://schemas.microsoft.com/office/drawing/2014/main" id="{CDE7DF25-289A-7F49-8E3C-8C101696552C}"/>
              </a:ext>
            </a:extLst>
          </p:cNvPr>
          <p:cNvSpPr/>
          <p:nvPr/>
        </p:nvSpPr>
        <p:spPr>
          <a:xfrm>
            <a:off x="6794090" y="1415845"/>
            <a:ext cx="521117" cy="1828800"/>
          </a:xfrm>
          <a:custGeom>
            <a:avLst/>
            <a:gdLst>
              <a:gd name="connsiteX0" fmla="*/ 9833 w 521117"/>
              <a:gd name="connsiteY0" fmla="*/ 1828800 h 1828800"/>
              <a:gd name="connsiteX1" fmla="*/ 521110 w 521117"/>
              <a:gd name="connsiteY1" fmla="*/ 924232 h 1828800"/>
              <a:gd name="connsiteX2" fmla="*/ 0 w 521117"/>
              <a:gd name="connsiteY2" fmla="*/ 0 h 1828800"/>
            </a:gdLst>
            <a:ahLst/>
            <a:cxnLst>
              <a:cxn ang="0">
                <a:pos x="connsiteX0" y="connsiteY0"/>
              </a:cxn>
              <a:cxn ang="0">
                <a:pos x="connsiteX1" y="connsiteY1"/>
              </a:cxn>
              <a:cxn ang="0">
                <a:pos x="connsiteX2" y="connsiteY2"/>
              </a:cxn>
            </a:cxnLst>
            <a:rect l="l" t="t" r="r" b="b"/>
            <a:pathLst>
              <a:path w="521117" h="1828800">
                <a:moveTo>
                  <a:pt x="9833" y="1828800"/>
                </a:moveTo>
                <a:cubicBezTo>
                  <a:pt x="266291" y="1528916"/>
                  <a:pt x="522749" y="1229032"/>
                  <a:pt x="521110" y="924232"/>
                </a:cubicBezTo>
                <a:cubicBezTo>
                  <a:pt x="519471" y="619432"/>
                  <a:pt x="259735" y="309716"/>
                  <a:pt x="0" y="0"/>
                </a:cubicBezTo>
              </a:path>
            </a:pathLst>
          </a:custGeom>
          <a:noFill/>
          <a:ln>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Left Bracket 39">
            <a:extLst>
              <a:ext uri="{FF2B5EF4-FFF2-40B4-BE49-F238E27FC236}">
                <a16:creationId xmlns:a16="http://schemas.microsoft.com/office/drawing/2014/main" id="{5BD26D53-FF83-FD41-85DE-16678476BF12}"/>
              </a:ext>
            </a:extLst>
          </p:cNvPr>
          <p:cNvSpPr/>
          <p:nvPr/>
        </p:nvSpPr>
        <p:spPr>
          <a:xfrm>
            <a:off x="7830382" y="3143758"/>
            <a:ext cx="45719" cy="1032532"/>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52">
            <a:extLst>
              <a:ext uri="{FF2B5EF4-FFF2-40B4-BE49-F238E27FC236}">
                <a16:creationId xmlns:a16="http://schemas.microsoft.com/office/drawing/2014/main" id="{6609BA28-8E91-0A49-9253-DAE5D2DA79E3}"/>
              </a:ext>
            </a:extLst>
          </p:cNvPr>
          <p:cNvSpPr/>
          <p:nvPr/>
        </p:nvSpPr>
        <p:spPr>
          <a:xfrm>
            <a:off x="6853084" y="3572746"/>
            <a:ext cx="953729" cy="271667"/>
          </a:xfrm>
          <a:custGeom>
            <a:avLst/>
            <a:gdLst>
              <a:gd name="connsiteX0" fmla="*/ 0 w 953729"/>
              <a:gd name="connsiteY0" fmla="*/ 271667 h 271667"/>
              <a:gd name="connsiteX1" fmla="*/ 334297 w 953729"/>
              <a:gd name="connsiteY1" fmla="*/ 212673 h 271667"/>
              <a:gd name="connsiteX2" fmla="*/ 737419 w 953729"/>
              <a:gd name="connsiteY2" fmla="*/ 25860 h 271667"/>
              <a:gd name="connsiteX3" fmla="*/ 953729 w 953729"/>
              <a:gd name="connsiteY3" fmla="*/ 6196 h 271667"/>
            </a:gdLst>
            <a:ahLst/>
            <a:cxnLst>
              <a:cxn ang="0">
                <a:pos x="connsiteX0" y="connsiteY0"/>
              </a:cxn>
              <a:cxn ang="0">
                <a:pos x="connsiteX1" y="connsiteY1"/>
              </a:cxn>
              <a:cxn ang="0">
                <a:pos x="connsiteX2" y="connsiteY2"/>
              </a:cxn>
              <a:cxn ang="0">
                <a:pos x="connsiteX3" y="connsiteY3"/>
              </a:cxn>
            </a:cxnLst>
            <a:rect l="l" t="t" r="r" b="b"/>
            <a:pathLst>
              <a:path w="953729" h="271667">
                <a:moveTo>
                  <a:pt x="0" y="271667"/>
                </a:moveTo>
                <a:cubicBezTo>
                  <a:pt x="105697" y="262654"/>
                  <a:pt x="211394" y="253641"/>
                  <a:pt x="334297" y="212673"/>
                </a:cubicBezTo>
                <a:cubicBezTo>
                  <a:pt x="457200" y="171705"/>
                  <a:pt x="634180" y="60273"/>
                  <a:pt x="737419" y="25860"/>
                </a:cubicBezTo>
                <a:cubicBezTo>
                  <a:pt x="840658" y="-8553"/>
                  <a:pt x="897193" y="-1179"/>
                  <a:pt x="953729" y="6196"/>
                </a:cubicBezTo>
              </a:path>
            </a:pathLst>
          </a:custGeom>
          <a:noFill/>
          <a:ln>
            <a:tailEnd type="triangle" w="sm"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92068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3042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7380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0A7069-7684-A667-1799-461D8FC5A5EE}"/>
              </a:ext>
            </a:extLst>
          </p:cNvPr>
          <p:cNvPicPr>
            <a:picLocks noChangeAspect="1"/>
          </p:cNvPicPr>
          <p:nvPr/>
        </p:nvPicPr>
        <p:blipFill>
          <a:blip r:embed="rId2"/>
          <a:stretch>
            <a:fillRect/>
          </a:stretch>
        </p:blipFill>
        <p:spPr>
          <a:xfrm>
            <a:off x="267178" y="275979"/>
            <a:ext cx="1786925" cy="2676771"/>
          </a:xfrm>
          <a:prstGeom prst="rect">
            <a:avLst/>
          </a:prstGeom>
        </p:spPr>
      </p:pic>
      <p:grpSp>
        <p:nvGrpSpPr>
          <p:cNvPr id="7" name="Group 6">
            <a:extLst>
              <a:ext uri="{FF2B5EF4-FFF2-40B4-BE49-F238E27FC236}">
                <a16:creationId xmlns:a16="http://schemas.microsoft.com/office/drawing/2014/main" id="{54DF6857-41C7-B73B-21F0-9FBDC3C926A5}"/>
              </a:ext>
            </a:extLst>
          </p:cNvPr>
          <p:cNvGrpSpPr/>
          <p:nvPr/>
        </p:nvGrpSpPr>
        <p:grpSpPr>
          <a:xfrm>
            <a:off x="3197136" y="2521724"/>
            <a:ext cx="2015148" cy="4029321"/>
            <a:chOff x="6395427" y="904035"/>
            <a:chExt cx="2167549" cy="4249830"/>
          </a:xfrm>
        </p:grpSpPr>
        <p:pic>
          <p:nvPicPr>
            <p:cNvPr id="5" name="Picture 4">
              <a:extLst>
                <a:ext uri="{FF2B5EF4-FFF2-40B4-BE49-F238E27FC236}">
                  <a16:creationId xmlns:a16="http://schemas.microsoft.com/office/drawing/2014/main" id="{487C86E1-57B6-1D33-0639-EE362D06DB2F}"/>
                </a:ext>
              </a:extLst>
            </p:cNvPr>
            <p:cNvPicPr>
              <a:picLocks noChangeAspect="1"/>
            </p:cNvPicPr>
            <p:nvPr/>
          </p:nvPicPr>
          <p:blipFill>
            <a:blip r:embed="rId3"/>
            <a:srcRect r="80203"/>
            <a:stretch>
              <a:fillRect/>
            </a:stretch>
          </p:blipFill>
          <p:spPr>
            <a:xfrm>
              <a:off x="6395427" y="904035"/>
              <a:ext cx="1253148" cy="4249830"/>
            </a:xfrm>
            <a:prstGeom prst="rect">
              <a:avLst/>
            </a:prstGeom>
          </p:spPr>
        </p:pic>
        <p:pic>
          <p:nvPicPr>
            <p:cNvPr id="6" name="Picture 5">
              <a:extLst>
                <a:ext uri="{FF2B5EF4-FFF2-40B4-BE49-F238E27FC236}">
                  <a16:creationId xmlns:a16="http://schemas.microsoft.com/office/drawing/2014/main" id="{75DD3F66-BDA3-3668-4D1B-A1E5927AC211}"/>
                </a:ext>
              </a:extLst>
            </p:cNvPr>
            <p:cNvPicPr>
              <a:picLocks noChangeAspect="1"/>
            </p:cNvPicPr>
            <p:nvPr/>
          </p:nvPicPr>
          <p:blipFill>
            <a:blip r:embed="rId3"/>
            <a:srcRect l="85554"/>
            <a:stretch>
              <a:fillRect/>
            </a:stretch>
          </p:blipFill>
          <p:spPr>
            <a:xfrm>
              <a:off x="7648575" y="904035"/>
              <a:ext cx="914401" cy="4249830"/>
            </a:xfrm>
            <a:prstGeom prst="rect">
              <a:avLst/>
            </a:prstGeom>
          </p:spPr>
        </p:pic>
      </p:grpSp>
      <p:sp>
        <p:nvSpPr>
          <p:cNvPr id="8" name="TextBox 7">
            <a:extLst>
              <a:ext uri="{FF2B5EF4-FFF2-40B4-BE49-F238E27FC236}">
                <a16:creationId xmlns:a16="http://schemas.microsoft.com/office/drawing/2014/main" id="{1AAEEBE2-CF02-8763-6789-BA0581120FE9}"/>
              </a:ext>
            </a:extLst>
          </p:cNvPr>
          <p:cNvSpPr txBox="1"/>
          <p:nvPr/>
        </p:nvSpPr>
        <p:spPr>
          <a:xfrm>
            <a:off x="2673911" y="275979"/>
            <a:ext cx="7351224" cy="338554"/>
          </a:xfrm>
          <a:prstGeom prst="rect">
            <a:avLst/>
          </a:prstGeom>
          <a:noFill/>
        </p:spPr>
        <p:txBody>
          <a:bodyPr wrap="square" rtlCol="0">
            <a:spAutoFit/>
          </a:bodyPr>
          <a:lstStyle/>
          <a:p>
            <a:r>
              <a:rPr lang="en-US" sz="1600" dirty="0">
                <a:solidFill>
                  <a:srgbClr val="C00000"/>
                </a:solidFill>
              </a:rPr>
              <a:t>Seagrass restoration </a:t>
            </a:r>
            <a:r>
              <a:rPr lang="en-US" sz="1600" dirty="0" err="1">
                <a:solidFill>
                  <a:srgbClr val="C00000"/>
                </a:solidFill>
              </a:rPr>
              <a:t>storymap</a:t>
            </a:r>
            <a:r>
              <a:rPr lang="en-US" sz="1600" dirty="0">
                <a:solidFill>
                  <a:srgbClr val="C00000"/>
                </a:solidFill>
              </a:rPr>
              <a:t> supported by 1 feature layer with 5 sub-layers</a:t>
            </a:r>
          </a:p>
        </p:txBody>
      </p:sp>
      <p:pic>
        <p:nvPicPr>
          <p:cNvPr id="10" name="Picture 9">
            <a:extLst>
              <a:ext uri="{FF2B5EF4-FFF2-40B4-BE49-F238E27FC236}">
                <a16:creationId xmlns:a16="http://schemas.microsoft.com/office/drawing/2014/main" id="{5CAE7253-820D-92E1-6914-840461EFD323}"/>
              </a:ext>
            </a:extLst>
          </p:cNvPr>
          <p:cNvPicPr>
            <a:picLocks noChangeAspect="1"/>
          </p:cNvPicPr>
          <p:nvPr/>
        </p:nvPicPr>
        <p:blipFill>
          <a:blip r:embed="rId4"/>
          <a:stretch>
            <a:fillRect/>
          </a:stretch>
        </p:blipFill>
        <p:spPr>
          <a:xfrm>
            <a:off x="2673911" y="859139"/>
            <a:ext cx="3664331" cy="886003"/>
          </a:xfrm>
          <a:prstGeom prst="rect">
            <a:avLst/>
          </a:prstGeom>
        </p:spPr>
      </p:pic>
      <p:grpSp>
        <p:nvGrpSpPr>
          <p:cNvPr id="18" name="Group 17">
            <a:extLst>
              <a:ext uri="{FF2B5EF4-FFF2-40B4-BE49-F238E27FC236}">
                <a16:creationId xmlns:a16="http://schemas.microsoft.com/office/drawing/2014/main" id="{FCB6E0DC-A08B-4C3F-8DDF-50EBF1647BF1}"/>
              </a:ext>
            </a:extLst>
          </p:cNvPr>
          <p:cNvGrpSpPr/>
          <p:nvPr/>
        </p:nvGrpSpPr>
        <p:grpSpPr>
          <a:xfrm>
            <a:off x="7062264" y="1549326"/>
            <a:ext cx="1927040" cy="4340429"/>
            <a:chOff x="4773667" y="1907530"/>
            <a:chExt cx="1927040" cy="4340429"/>
          </a:xfrm>
        </p:grpSpPr>
        <p:pic>
          <p:nvPicPr>
            <p:cNvPr id="12" name="Picture 11">
              <a:extLst>
                <a:ext uri="{FF2B5EF4-FFF2-40B4-BE49-F238E27FC236}">
                  <a16:creationId xmlns:a16="http://schemas.microsoft.com/office/drawing/2014/main" id="{4BC21498-0EF1-A0B5-4DF5-C0FA88584A79}"/>
                </a:ext>
              </a:extLst>
            </p:cNvPr>
            <p:cNvPicPr>
              <a:picLocks noChangeAspect="1"/>
            </p:cNvPicPr>
            <p:nvPr/>
          </p:nvPicPr>
          <p:blipFill>
            <a:blip r:embed="rId5"/>
            <a:srcRect l="6567" r="67580"/>
            <a:stretch>
              <a:fillRect/>
            </a:stretch>
          </p:blipFill>
          <p:spPr>
            <a:xfrm>
              <a:off x="4773667" y="1907530"/>
              <a:ext cx="1165039" cy="4340429"/>
            </a:xfrm>
            <a:prstGeom prst="rect">
              <a:avLst/>
            </a:prstGeom>
          </p:spPr>
        </p:pic>
        <p:pic>
          <p:nvPicPr>
            <p:cNvPr id="15" name="Picture 14">
              <a:extLst>
                <a:ext uri="{FF2B5EF4-FFF2-40B4-BE49-F238E27FC236}">
                  <a16:creationId xmlns:a16="http://schemas.microsoft.com/office/drawing/2014/main" id="{E68F64E0-AF3C-13B5-68CD-101EA812FF43}"/>
                </a:ext>
              </a:extLst>
            </p:cNvPr>
            <p:cNvPicPr>
              <a:picLocks noChangeAspect="1"/>
            </p:cNvPicPr>
            <p:nvPr/>
          </p:nvPicPr>
          <p:blipFill>
            <a:blip r:embed="rId5"/>
            <a:srcRect l="76358" r="6732"/>
            <a:stretch>
              <a:fillRect/>
            </a:stretch>
          </p:blipFill>
          <p:spPr>
            <a:xfrm>
              <a:off x="5938707" y="1907530"/>
              <a:ext cx="762000" cy="4340429"/>
            </a:xfrm>
            <a:prstGeom prst="rect">
              <a:avLst/>
            </a:prstGeom>
          </p:spPr>
        </p:pic>
      </p:grpSp>
      <p:grpSp>
        <p:nvGrpSpPr>
          <p:cNvPr id="19" name="Group 18">
            <a:extLst>
              <a:ext uri="{FF2B5EF4-FFF2-40B4-BE49-F238E27FC236}">
                <a16:creationId xmlns:a16="http://schemas.microsoft.com/office/drawing/2014/main" id="{E7B31FA3-7CA6-76D2-97E1-4EFAF8DEB766}"/>
              </a:ext>
            </a:extLst>
          </p:cNvPr>
          <p:cNvGrpSpPr/>
          <p:nvPr/>
        </p:nvGrpSpPr>
        <p:grpSpPr>
          <a:xfrm>
            <a:off x="8750203" y="3598160"/>
            <a:ext cx="1927701" cy="2997349"/>
            <a:chOff x="8387874" y="2609847"/>
            <a:chExt cx="2222975" cy="3340252"/>
          </a:xfrm>
        </p:grpSpPr>
        <p:pic>
          <p:nvPicPr>
            <p:cNvPr id="14" name="Picture 13">
              <a:extLst>
                <a:ext uri="{FF2B5EF4-FFF2-40B4-BE49-F238E27FC236}">
                  <a16:creationId xmlns:a16="http://schemas.microsoft.com/office/drawing/2014/main" id="{C7767871-D788-4179-BB1F-B3DC38FA3420}"/>
                </a:ext>
              </a:extLst>
            </p:cNvPr>
            <p:cNvPicPr>
              <a:picLocks noChangeAspect="1"/>
            </p:cNvPicPr>
            <p:nvPr/>
          </p:nvPicPr>
          <p:blipFill>
            <a:blip r:embed="rId6"/>
            <a:srcRect l="7074" r="61220"/>
            <a:stretch>
              <a:fillRect/>
            </a:stretch>
          </p:blipFill>
          <p:spPr>
            <a:xfrm>
              <a:off x="8387874" y="2609848"/>
              <a:ext cx="1460974" cy="3340251"/>
            </a:xfrm>
            <a:prstGeom prst="rect">
              <a:avLst/>
            </a:prstGeom>
          </p:spPr>
        </p:pic>
        <p:pic>
          <p:nvPicPr>
            <p:cNvPr id="17" name="Picture 16">
              <a:extLst>
                <a:ext uri="{FF2B5EF4-FFF2-40B4-BE49-F238E27FC236}">
                  <a16:creationId xmlns:a16="http://schemas.microsoft.com/office/drawing/2014/main" id="{95F9396D-26BA-AA40-4D3A-FBC9421946D9}"/>
                </a:ext>
              </a:extLst>
            </p:cNvPr>
            <p:cNvPicPr>
              <a:picLocks noChangeAspect="1"/>
            </p:cNvPicPr>
            <p:nvPr/>
          </p:nvPicPr>
          <p:blipFill>
            <a:blip r:embed="rId6"/>
            <a:srcRect l="76111" r="7353"/>
            <a:stretch>
              <a:fillRect/>
            </a:stretch>
          </p:blipFill>
          <p:spPr>
            <a:xfrm>
              <a:off x="9848848" y="2609847"/>
              <a:ext cx="762001" cy="3340251"/>
            </a:xfrm>
            <a:prstGeom prst="rect">
              <a:avLst/>
            </a:prstGeom>
          </p:spPr>
        </p:pic>
      </p:grpSp>
      <p:sp>
        <p:nvSpPr>
          <p:cNvPr id="20" name="TextBox 19">
            <a:extLst>
              <a:ext uri="{FF2B5EF4-FFF2-40B4-BE49-F238E27FC236}">
                <a16:creationId xmlns:a16="http://schemas.microsoft.com/office/drawing/2014/main" id="{A4C329CC-75B2-C6C9-741E-BD279BEF001A}"/>
              </a:ext>
            </a:extLst>
          </p:cNvPr>
          <p:cNvSpPr txBox="1"/>
          <p:nvPr/>
        </p:nvSpPr>
        <p:spPr>
          <a:xfrm>
            <a:off x="3573888" y="2167233"/>
            <a:ext cx="1555849" cy="307777"/>
          </a:xfrm>
          <a:prstGeom prst="rect">
            <a:avLst/>
          </a:prstGeom>
          <a:noFill/>
        </p:spPr>
        <p:txBody>
          <a:bodyPr wrap="square" rtlCol="0">
            <a:spAutoFit/>
          </a:bodyPr>
          <a:lstStyle/>
          <a:p>
            <a:r>
              <a:rPr lang="en-US" sz="1400" dirty="0">
                <a:solidFill>
                  <a:srgbClr val="C00000"/>
                </a:solidFill>
              </a:rPr>
              <a:t>assessments</a:t>
            </a:r>
          </a:p>
        </p:txBody>
      </p:sp>
      <p:sp>
        <p:nvSpPr>
          <p:cNvPr id="21" name="TextBox 20">
            <a:extLst>
              <a:ext uri="{FF2B5EF4-FFF2-40B4-BE49-F238E27FC236}">
                <a16:creationId xmlns:a16="http://schemas.microsoft.com/office/drawing/2014/main" id="{E76579D1-7DF4-4FA6-01D6-17AFD51916D3}"/>
              </a:ext>
            </a:extLst>
          </p:cNvPr>
          <p:cNvSpPr txBox="1"/>
          <p:nvPr/>
        </p:nvSpPr>
        <p:spPr>
          <a:xfrm>
            <a:off x="9122055" y="2475010"/>
            <a:ext cx="1555849" cy="307777"/>
          </a:xfrm>
          <a:prstGeom prst="rect">
            <a:avLst/>
          </a:prstGeom>
          <a:noFill/>
        </p:spPr>
        <p:txBody>
          <a:bodyPr wrap="square" rtlCol="0">
            <a:spAutoFit/>
          </a:bodyPr>
          <a:lstStyle/>
          <a:p>
            <a:r>
              <a:rPr lang="en-US" sz="1400" dirty="0" err="1">
                <a:solidFill>
                  <a:srgbClr val="C00000"/>
                </a:solidFill>
              </a:rPr>
              <a:t>Planting_pts</a:t>
            </a:r>
            <a:endParaRPr lang="en-US" sz="1400" dirty="0">
              <a:solidFill>
                <a:srgbClr val="C00000"/>
              </a:solidFill>
            </a:endParaRPr>
          </a:p>
        </p:txBody>
      </p:sp>
    </p:spTree>
    <p:extLst>
      <p:ext uri="{BB962C8B-B14F-4D97-AF65-F5344CB8AC3E}">
        <p14:creationId xmlns:p14="http://schemas.microsoft.com/office/powerpoint/2010/main" val="17499641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CC06B03-0B68-FE2E-2A73-BE095BB8E215}"/>
              </a:ext>
            </a:extLst>
          </p:cNvPr>
          <p:cNvGrpSpPr/>
          <p:nvPr/>
        </p:nvGrpSpPr>
        <p:grpSpPr>
          <a:xfrm>
            <a:off x="762000" y="2281194"/>
            <a:ext cx="1714501" cy="3181718"/>
            <a:chOff x="3143250" y="2519319"/>
            <a:chExt cx="1714501" cy="3181718"/>
          </a:xfrm>
        </p:grpSpPr>
        <p:pic>
          <p:nvPicPr>
            <p:cNvPr id="3" name="Picture 2">
              <a:extLst>
                <a:ext uri="{FF2B5EF4-FFF2-40B4-BE49-F238E27FC236}">
                  <a16:creationId xmlns:a16="http://schemas.microsoft.com/office/drawing/2014/main" id="{66BC5D11-7E7A-B762-3466-A21920BE9AAF}"/>
                </a:ext>
              </a:extLst>
            </p:cNvPr>
            <p:cNvPicPr>
              <a:picLocks noChangeAspect="1"/>
            </p:cNvPicPr>
            <p:nvPr/>
          </p:nvPicPr>
          <p:blipFill>
            <a:blip r:embed="rId2"/>
            <a:srcRect l="5674" r="72106"/>
            <a:stretch>
              <a:fillRect/>
            </a:stretch>
          </p:blipFill>
          <p:spPr>
            <a:xfrm>
              <a:off x="3143250" y="2519319"/>
              <a:ext cx="971550" cy="3181718"/>
            </a:xfrm>
            <a:prstGeom prst="rect">
              <a:avLst/>
            </a:prstGeom>
          </p:spPr>
        </p:pic>
        <p:pic>
          <p:nvPicPr>
            <p:cNvPr id="4" name="Picture 3">
              <a:extLst>
                <a:ext uri="{FF2B5EF4-FFF2-40B4-BE49-F238E27FC236}">
                  <a16:creationId xmlns:a16="http://schemas.microsoft.com/office/drawing/2014/main" id="{838A7997-4AFA-33EE-A972-C089E618297B}"/>
                </a:ext>
              </a:extLst>
            </p:cNvPr>
            <p:cNvPicPr>
              <a:picLocks noChangeAspect="1"/>
            </p:cNvPicPr>
            <p:nvPr/>
          </p:nvPicPr>
          <p:blipFill>
            <a:blip r:embed="rId2"/>
            <a:srcRect l="83008"/>
            <a:stretch>
              <a:fillRect/>
            </a:stretch>
          </p:blipFill>
          <p:spPr>
            <a:xfrm>
              <a:off x="4114800" y="2519319"/>
              <a:ext cx="742951" cy="3181718"/>
            </a:xfrm>
            <a:prstGeom prst="rect">
              <a:avLst/>
            </a:prstGeom>
          </p:spPr>
        </p:pic>
      </p:grpSp>
      <p:sp>
        <p:nvSpPr>
          <p:cNvPr id="6" name="TextBox 5">
            <a:extLst>
              <a:ext uri="{FF2B5EF4-FFF2-40B4-BE49-F238E27FC236}">
                <a16:creationId xmlns:a16="http://schemas.microsoft.com/office/drawing/2014/main" id="{621B6D19-928A-D9CC-2FED-EEBDE98D1612}"/>
              </a:ext>
            </a:extLst>
          </p:cNvPr>
          <p:cNvSpPr txBox="1"/>
          <p:nvPr/>
        </p:nvSpPr>
        <p:spPr>
          <a:xfrm>
            <a:off x="800100" y="1719558"/>
            <a:ext cx="1693437" cy="307777"/>
          </a:xfrm>
          <a:prstGeom prst="rect">
            <a:avLst/>
          </a:prstGeom>
          <a:noFill/>
        </p:spPr>
        <p:txBody>
          <a:bodyPr wrap="square" rtlCol="0">
            <a:spAutoFit/>
          </a:bodyPr>
          <a:lstStyle/>
          <a:p>
            <a:r>
              <a:rPr lang="en-US" sz="1400" dirty="0" err="1">
                <a:solidFill>
                  <a:srgbClr val="C00000"/>
                </a:solidFill>
              </a:rPr>
              <a:t>Restoration_areas</a:t>
            </a:r>
            <a:endParaRPr lang="en-US" sz="1400" dirty="0">
              <a:solidFill>
                <a:srgbClr val="C00000"/>
              </a:solidFill>
            </a:endParaRPr>
          </a:p>
        </p:txBody>
      </p:sp>
      <p:grpSp>
        <p:nvGrpSpPr>
          <p:cNvPr id="10" name="Group 9">
            <a:extLst>
              <a:ext uri="{FF2B5EF4-FFF2-40B4-BE49-F238E27FC236}">
                <a16:creationId xmlns:a16="http://schemas.microsoft.com/office/drawing/2014/main" id="{39619EFC-FD5D-4535-6653-E014B1BDA069}"/>
              </a:ext>
            </a:extLst>
          </p:cNvPr>
          <p:cNvGrpSpPr/>
          <p:nvPr/>
        </p:nvGrpSpPr>
        <p:grpSpPr>
          <a:xfrm>
            <a:off x="4657725" y="2385445"/>
            <a:ext cx="1809750" cy="1305580"/>
            <a:chOff x="4981575" y="1918720"/>
            <a:chExt cx="1809750" cy="1305580"/>
          </a:xfrm>
        </p:grpSpPr>
        <p:pic>
          <p:nvPicPr>
            <p:cNvPr id="8" name="Picture 7">
              <a:extLst>
                <a:ext uri="{FF2B5EF4-FFF2-40B4-BE49-F238E27FC236}">
                  <a16:creationId xmlns:a16="http://schemas.microsoft.com/office/drawing/2014/main" id="{F69B93BE-677D-234A-A62C-F3C794F41132}"/>
                </a:ext>
              </a:extLst>
            </p:cNvPr>
            <p:cNvPicPr>
              <a:picLocks noChangeAspect="1"/>
            </p:cNvPicPr>
            <p:nvPr/>
          </p:nvPicPr>
          <p:blipFill>
            <a:blip r:embed="rId3"/>
            <a:srcRect l="8151" r="70557"/>
            <a:stretch>
              <a:fillRect/>
            </a:stretch>
          </p:blipFill>
          <p:spPr>
            <a:xfrm>
              <a:off x="4981575" y="1918720"/>
              <a:ext cx="971550" cy="1305580"/>
            </a:xfrm>
            <a:prstGeom prst="rect">
              <a:avLst/>
            </a:prstGeom>
          </p:spPr>
        </p:pic>
        <p:pic>
          <p:nvPicPr>
            <p:cNvPr id="9" name="Picture 8">
              <a:extLst>
                <a:ext uri="{FF2B5EF4-FFF2-40B4-BE49-F238E27FC236}">
                  <a16:creationId xmlns:a16="http://schemas.microsoft.com/office/drawing/2014/main" id="{47D2F7AC-C759-B0AB-B217-979AB9911161}"/>
                </a:ext>
              </a:extLst>
            </p:cNvPr>
            <p:cNvPicPr>
              <a:picLocks noChangeAspect="1"/>
            </p:cNvPicPr>
            <p:nvPr/>
          </p:nvPicPr>
          <p:blipFill>
            <a:blip r:embed="rId3"/>
            <a:srcRect l="81630"/>
            <a:stretch>
              <a:fillRect/>
            </a:stretch>
          </p:blipFill>
          <p:spPr>
            <a:xfrm>
              <a:off x="5953125" y="1918720"/>
              <a:ext cx="838200" cy="1305580"/>
            </a:xfrm>
            <a:prstGeom prst="rect">
              <a:avLst/>
            </a:prstGeom>
          </p:spPr>
        </p:pic>
      </p:grpSp>
      <p:sp>
        <p:nvSpPr>
          <p:cNvPr id="11" name="TextBox 10">
            <a:extLst>
              <a:ext uri="{FF2B5EF4-FFF2-40B4-BE49-F238E27FC236}">
                <a16:creationId xmlns:a16="http://schemas.microsoft.com/office/drawing/2014/main" id="{1200990E-5C2F-321E-3521-AEF33A712DD2}"/>
              </a:ext>
            </a:extLst>
          </p:cNvPr>
          <p:cNvSpPr txBox="1"/>
          <p:nvPr/>
        </p:nvSpPr>
        <p:spPr>
          <a:xfrm>
            <a:off x="4782556" y="1726104"/>
            <a:ext cx="1693437" cy="307777"/>
          </a:xfrm>
          <a:prstGeom prst="rect">
            <a:avLst/>
          </a:prstGeom>
          <a:noFill/>
        </p:spPr>
        <p:txBody>
          <a:bodyPr wrap="square" rtlCol="0">
            <a:spAutoFit/>
          </a:bodyPr>
          <a:lstStyle/>
          <a:p>
            <a:r>
              <a:rPr lang="en-US" sz="1400" dirty="0" err="1">
                <a:solidFill>
                  <a:srgbClr val="C00000"/>
                </a:solidFill>
              </a:rPr>
              <a:t>Donor_sites</a:t>
            </a:r>
            <a:endParaRPr lang="en-US" sz="1400" dirty="0">
              <a:solidFill>
                <a:srgbClr val="C00000"/>
              </a:solidFill>
            </a:endParaRPr>
          </a:p>
        </p:txBody>
      </p:sp>
      <p:grpSp>
        <p:nvGrpSpPr>
          <p:cNvPr id="15" name="Group 14">
            <a:extLst>
              <a:ext uri="{FF2B5EF4-FFF2-40B4-BE49-F238E27FC236}">
                <a16:creationId xmlns:a16="http://schemas.microsoft.com/office/drawing/2014/main" id="{6AB3C6C9-7ECE-856C-A1F7-7859AB348DEE}"/>
              </a:ext>
            </a:extLst>
          </p:cNvPr>
          <p:cNvGrpSpPr/>
          <p:nvPr/>
        </p:nvGrpSpPr>
        <p:grpSpPr>
          <a:xfrm>
            <a:off x="8333524" y="2385445"/>
            <a:ext cx="2000095" cy="1165326"/>
            <a:chOff x="5323624" y="4042589"/>
            <a:chExt cx="2000095" cy="1165326"/>
          </a:xfrm>
        </p:grpSpPr>
        <p:pic>
          <p:nvPicPr>
            <p:cNvPr id="13" name="Picture 12">
              <a:extLst>
                <a:ext uri="{FF2B5EF4-FFF2-40B4-BE49-F238E27FC236}">
                  <a16:creationId xmlns:a16="http://schemas.microsoft.com/office/drawing/2014/main" id="{1059D3C9-7A29-6AA0-F815-D22204F3C8DF}"/>
                </a:ext>
              </a:extLst>
            </p:cNvPr>
            <p:cNvPicPr>
              <a:picLocks noChangeAspect="1"/>
            </p:cNvPicPr>
            <p:nvPr/>
          </p:nvPicPr>
          <p:blipFill>
            <a:blip r:embed="rId4"/>
            <a:srcRect r="75193"/>
            <a:stretch>
              <a:fillRect/>
            </a:stretch>
          </p:blipFill>
          <p:spPr>
            <a:xfrm>
              <a:off x="5323624" y="4042589"/>
              <a:ext cx="1143851" cy="1165326"/>
            </a:xfrm>
            <a:prstGeom prst="rect">
              <a:avLst/>
            </a:prstGeom>
          </p:spPr>
        </p:pic>
        <p:pic>
          <p:nvPicPr>
            <p:cNvPr id="14" name="Picture 13">
              <a:extLst>
                <a:ext uri="{FF2B5EF4-FFF2-40B4-BE49-F238E27FC236}">
                  <a16:creationId xmlns:a16="http://schemas.microsoft.com/office/drawing/2014/main" id="{01AB689E-3469-5FFA-C111-CA298711B765}"/>
                </a:ext>
              </a:extLst>
            </p:cNvPr>
            <p:cNvPicPr>
              <a:picLocks noChangeAspect="1"/>
            </p:cNvPicPr>
            <p:nvPr/>
          </p:nvPicPr>
          <p:blipFill>
            <a:blip r:embed="rId4"/>
            <a:srcRect l="81615"/>
            <a:stretch>
              <a:fillRect/>
            </a:stretch>
          </p:blipFill>
          <p:spPr>
            <a:xfrm>
              <a:off x="6475993" y="4042589"/>
              <a:ext cx="847726" cy="1165326"/>
            </a:xfrm>
            <a:prstGeom prst="rect">
              <a:avLst/>
            </a:prstGeom>
          </p:spPr>
        </p:pic>
      </p:grpSp>
      <p:sp>
        <p:nvSpPr>
          <p:cNvPr id="16" name="TextBox 15">
            <a:extLst>
              <a:ext uri="{FF2B5EF4-FFF2-40B4-BE49-F238E27FC236}">
                <a16:creationId xmlns:a16="http://schemas.microsoft.com/office/drawing/2014/main" id="{04D9D300-3829-7814-073F-7A1065994993}"/>
              </a:ext>
            </a:extLst>
          </p:cNvPr>
          <p:cNvSpPr txBox="1"/>
          <p:nvPr/>
        </p:nvSpPr>
        <p:spPr>
          <a:xfrm>
            <a:off x="8333524" y="1649904"/>
            <a:ext cx="2229701" cy="307777"/>
          </a:xfrm>
          <a:prstGeom prst="rect">
            <a:avLst/>
          </a:prstGeom>
          <a:noFill/>
        </p:spPr>
        <p:txBody>
          <a:bodyPr wrap="square" rtlCol="0">
            <a:spAutoFit/>
          </a:bodyPr>
          <a:lstStyle/>
          <a:p>
            <a:r>
              <a:rPr lang="en-US" sz="1400" dirty="0" err="1">
                <a:solidFill>
                  <a:srgbClr val="C00000"/>
                </a:solidFill>
              </a:rPr>
              <a:t>Donor_planting_links</a:t>
            </a:r>
            <a:endParaRPr lang="en-US" sz="1400" dirty="0">
              <a:solidFill>
                <a:srgbClr val="C00000"/>
              </a:solidFill>
            </a:endParaRPr>
          </a:p>
        </p:txBody>
      </p:sp>
    </p:spTree>
    <p:extLst>
      <p:ext uri="{BB962C8B-B14F-4D97-AF65-F5344CB8AC3E}">
        <p14:creationId xmlns:p14="http://schemas.microsoft.com/office/powerpoint/2010/main" val="31038349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7B3A0B-6A59-F3FA-C7A2-23726C1144E4}"/>
              </a:ext>
            </a:extLst>
          </p:cNvPr>
          <p:cNvPicPr>
            <a:picLocks noChangeAspect="1"/>
          </p:cNvPicPr>
          <p:nvPr/>
        </p:nvPicPr>
        <p:blipFill>
          <a:blip r:embed="rId2"/>
          <a:stretch>
            <a:fillRect/>
          </a:stretch>
        </p:blipFill>
        <p:spPr>
          <a:xfrm>
            <a:off x="1066432" y="506475"/>
            <a:ext cx="4029444" cy="712789"/>
          </a:xfrm>
          <a:prstGeom prst="rect">
            <a:avLst/>
          </a:prstGeom>
        </p:spPr>
      </p:pic>
      <p:grpSp>
        <p:nvGrpSpPr>
          <p:cNvPr id="14" name="Group 13">
            <a:extLst>
              <a:ext uri="{FF2B5EF4-FFF2-40B4-BE49-F238E27FC236}">
                <a16:creationId xmlns:a16="http://schemas.microsoft.com/office/drawing/2014/main" id="{8A9A8172-E711-E3E8-2C05-842EA6603530}"/>
              </a:ext>
            </a:extLst>
          </p:cNvPr>
          <p:cNvGrpSpPr/>
          <p:nvPr/>
        </p:nvGrpSpPr>
        <p:grpSpPr>
          <a:xfrm>
            <a:off x="153056" y="2290270"/>
            <a:ext cx="3181022" cy="4061255"/>
            <a:chOff x="153056" y="2290270"/>
            <a:chExt cx="3181022" cy="4061255"/>
          </a:xfrm>
        </p:grpSpPr>
        <p:pic>
          <p:nvPicPr>
            <p:cNvPr id="7" name="Picture 6">
              <a:extLst>
                <a:ext uri="{FF2B5EF4-FFF2-40B4-BE49-F238E27FC236}">
                  <a16:creationId xmlns:a16="http://schemas.microsoft.com/office/drawing/2014/main" id="{2336C855-FEEB-1397-5FD8-ACC739698DEE}"/>
                </a:ext>
              </a:extLst>
            </p:cNvPr>
            <p:cNvPicPr>
              <a:picLocks noChangeAspect="1"/>
            </p:cNvPicPr>
            <p:nvPr/>
          </p:nvPicPr>
          <p:blipFill>
            <a:blip r:embed="rId3"/>
            <a:stretch>
              <a:fillRect/>
            </a:stretch>
          </p:blipFill>
          <p:spPr>
            <a:xfrm>
              <a:off x="1072233" y="3579359"/>
              <a:ext cx="2261845" cy="2772166"/>
            </a:xfrm>
            <a:prstGeom prst="rect">
              <a:avLst/>
            </a:prstGeom>
          </p:spPr>
        </p:pic>
        <p:pic>
          <p:nvPicPr>
            <p:cNvPr id="5" name="Picture 4">
              <a:extLst>
                <a:ext uri="{FF2B5EF4-FFF2-40B4-BE49-F238E27FC236}">
                  <a16:creationId xmlns:a16="http://schemas.microsoft.com/office/drawing/2014/main" id="{3D91147D-A869-9AD3-5E43-73AF698406FF}"/>
                </a:ext>
              </a:extLst>
            </p:cNvPr>
            <p:cNvPicPr>
              <a:picLocks noChangeAspect="1"/>
            </p:cNvPicPr>
            <p:nvPr/>
          </p:nvPicPr>
          <p:blipFill>
            <a:blip r:embed="rId4"/>
            <a:stretch>
              <a:fillRect/>
            </a:stretch>
          </p:blipFill>
          <p:spPr>
            <a:xfrm>
              <a:off x="153056" y="2290270"/>
              <a:ext cx="2453001" cy="3072761"/>
            </a:xfrm>
            <a:prstGeom prst="rect">
              <a:avLst/>
            </a:prstGeom>
            <a:effectLst>
              <a:outerShdw blurRad="50800" dist="38100" dir="2700000" algn="tl" rotWithShape="0">
                <a:prstClr val="black">
                  <a:alpha val="40000"/>
                </a:prstClr>
              </a:outerShdw>
            </a:effectLst>
          </p:spPr>
        </p:pic>
      </p:grpSp>
      <p:pic>
        <p:nvPicPr>
          <p:cNvPr id="9" name="Picture 8">
            <a:extLst>
              <a:ext uri="{FF2B5EF4-FFF2-40B4-BE49-F238E27FC236}">
                <a16:creationId xmlns:a16="http://schemas.microsoft.com/office/drawing/2014/main" id="{4AF81D3F-9532-35B4-DC78-2FFAAA57BD6F}"/>
              </a:ext>
            </a:extLst>
          </p:cNvPr>
          <p:cNvPicPr>
            <a:picLocks noChangeAspect="1"/>
          </p:cNvPicPr>
          <p:nvPr/>
        </p:nvPicPr>
        <p:blipFill>
          <a:blip r:embed="rId5"/>
          <a:stretch>
            <a:fillRect/>
          </a:stretch>
        </p:blipFill>
        <p:spPr>
          <a:xfrm>
            <a:off x="4043706" y="2200161"/>
            <a:ext cx="1934796" cy="2610078"/>
          </a:xfrm>
          <a:prstGeom prst="rect">
            <a:avLst/>
          </a:prstGeom>
        </p:spPr>
      </p:pic>
      <p:grpSp>
        <p:nvGrpSpPr>
          <p:cNvPr id="15" name="Group 14">
            <a:extLst>
              <a:ext uri="{FF2B5EF4-FFF2-40B4-BE49-F238E27FC236}">
                <a16:creationId xmlns:a16="http://schemas.microsoft.com/office/drawing/2014/main" id="{417CA6BA-A047-9B7F-886F-ED31043E175C}"/>
              </a:ext>
            </a:extLst>
          </p:cNvPr>
          <p:cNvGrpSpPr/>
          <p:nvPr/>
        </p:nvGrpSpPr>
        <p:grpSpPr>
          <a:xfrm>
            <a:off x="6096000" y="2200161"/>
            <a:ext cx="2305051" cy="4035738"/>
            <a:chOff x="6552873" y="2076739"/>
            <a:chExt cx="2305051" cy="4035738"/>
          </a:xfrm>
        </p:grpSpPr>
        <p:pic>
          <p:nvPicPr>
            <p:cNvPr id="13" name="Picture 12">
              <a:extLst>
                <a:ext uri="{FF2B5EF4-FFF2-40B4-BE49-F238E27FC236}">
                  <a16:creationId xmlns:a16="http://schemas.microsoft.com/office/drawing/2014/main" id="{F7CDAE80-82D9-CE8C-89F9-5BFCAD8D0726}"/>
                </a:ext>
              </a:extLst>
            </p:cNvPr>
            <p:cNvPicPr>
              <a:picLocks noChangeAspect="1"/>
            </p:cNvPicPr>
            <p:nvPr/>
          </p:nvPicPr>
          <p:blipFill>
            <a:blip r:embed="rId6"/>
            <a:stretch>
              <a:fillRect/>
            </a:stretch>
          </p:blipFill>
          <p:spPr>
            <a:xfrm>
              <a:off x="6552873" y="2076739"/>
              <a:ext cx="2057727" cy="2505241"/>
            </a:xfrm>
            <a:prstGeom prst="rect">
              <a:avLst/>
            </a:prstGeom>
          </p:spPr>
        </p:pic>
        <p:pic>
          <p:nvPicPr>
            <p:cNvPr id="11" name="Picture 10">
              <a:extLst>
                <a:ext uri="{FF2B5EF4-FFF2-40B4-BE49-F238E27FC236}">
                  <a16:creationId xmlns:a16="http://schemas.microsoft.com/office/drawing/2014/main" id="{A1B441EA-04DB-E64A-2C1B-9327E974C930}"/>
                </a:ext>
              </a:extLst>
            </p:cNvPr>
            <p:cNvPicPr>
              <a:picLocks noChangeAspect="1"/>
            </p:cNvPicPr>
            <p:nvPr/>
          </p:nvPicPr>
          <p:blipFill>
            <a:blip r:embed="rId7"/>
            <a:stretch>
              <a:fillRect/>
            </a:stretch>
          </p:blipFill>
          <p:spPr>
            <a:xfrm>
              <a:off x="6871789" y="4035665"/>
              <a:ext cx="1986135" cy="2076812"/>
            </a:xfrm>
            <a:prstGeom prst="rect">
              <a:avLst/>
            </a:prstGeom>
            <a:effectLst>
              <a:outerShdw blurRad="50800" dist="38100" dir="13500000" algn="br" rotWithShape="0">
                <a:prstClr val="black">
                  <a:alpha val="40000"/>
                </a:prstClr>
              </a:outerShdw>
            </a:effectLst>
          </p:spPr>
        </p:pic>
      </p:grpSp>
      <p:pic>
        <p:nvPicPr>
          <p:cNvPr id="17" name="Picture 16">
            <a:extLst>
              <a:ext uri="{FF2B5EF4-FFF2-40B4-BE49-F238E27FC236}">
                <a16:creationId xmlns:a16="http://schemas.microsoft.com/office/drawing/2014/main" id="{42512556-9978-8A83-FA21-5D411EDCB37F}"/>
              </a:ext>
            </a:extLst>
          </p:cNvPr>
          <p:cNvPicPr>
            <a:picLocks noChangeAspect="1"/>
          </p:cNvPicPr>
          <p:nvPr/>
        </p:nvPicPr>
        <p:blipFill>
          <a:blip r:embed="rId8"/>
          <a:stretch>
            <a:fillRect/>
          </a:stretch>
        </p:blipFill>
        <p:spPr>
          <a:xfrm>
            <a:off x="9510442" y="2290270"/>
            <a:ext cx="2297905" cy="2772166"/>
          </a:xfrm>
          <a:prstGeom prst="rect">
            <a:avLst/>
          </a:prstGeom>
        </p:spPr>
      </p:pic>
      <p:cxnSp>
        <p:nvCxnSpPr>
          <p:cNvPr id="19" name="Straight Arrow Connector 18">
            <a:extLst>
              <a:ext uri="{FF2B5EF4-FFF2-40B4-BE49-F238E27FC236}">
                <a16:creationId xmlns:a16="http://schemas.microsoft.com/office/drawing/2014/main" id="{35E193AC-1F19-3DBF-962F-51910C6DAA1F}"/>
              </a:ext>
            </a:extLst>
          </p:cNvPr>
          <p:cNvCxnSpPr/>
          <p:nvPr/>
        </p:nvCxnSpPr>
        <p:spPr>
          <a:xfrm flipH="1">
            <a:off x="1857375" y="1314450"/>
            <a:ext cx="133350" cy="8857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36689DF-222A-2989-6B20-0BB4878921F8}"/>
              </a:ext>
            </a:extLst>
          </p:cNvPr>
          <p:cNvCxnSpPr/>
          <p:nvPr/>
        </p:nvCxnSpPr>
        <p:spPr>
          <a:xfrm>
            <a:off x="2686050" y="1295400"/>
            <a:ext cx="3292452" cy="8001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09BF1CE-2FA9-03FD-3881-68E98954771A}"/>
              </a:ext>
            </a:extLst>
          </p:cNvPr>
          <p:cNvCxnSpPr/>
          <p:nvPr/>
        </p:nvCxnSpPr>
        <p:spPr>
          <a:xfrm>
            <a:off x="3476625" y="1219264"/>
            <a:ext cx="6953250" cy="8857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61362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11256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1105-066D-DE2D-1A44-F837E34163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F32882-01C1-6B73-E397-80CCE6635745}"/>
              </a:ext>
            </a:extLst>
          </p:cNvPr>
          <p:cNvPicPr>
            <a:picLocks noChangeAspect="1"/>
          </p:cNvPicPr>
          <p:nvPr/>
        </p:nvPicPr>
        <p:blipFill>
          <a:blip r:embed="rId2"/>
          <a:stretch>
            <a:fillRect/>
          </a:stretch>
        </p:blipFill>
        <p:spPr>
          <a:xfrm>
            <a:off x="267178" y="275979"/>
            <a:ext cx="1786925" cy="2676771"/>
          </a:xfrm>
          <a:prstGeom prst="rect">
            <a:avLst/>
          </a:prstGeom>
        </p:spPr>
      </p:pic>
      <p:grpSp>
        <p:nvGrpSpPr>
          <p:cNvPr id="7" name="Group 6">
            <a:extLst>
              <a:ext uri="{FF2B5EF4-FFF2-40B4-BE49-F238E27FC236}">
                <a16:creationId xmlns:a16="http://schemas.microsoft.com/office/drawing/2014/main" id="{D560728B-F57E-E467-B676-B7CC1AFBAC2B}"/>
              </a:ext>
            </a:extLst>
          </p:cNvPr>
          <p:cNvGrpSpPr/>
          <p:nvPr/>
        </p:nvGrpSpPr>
        <p:grpSpPr>
          <a:xfrm>
            <a:off x="2379452" y="1119371"/>
            <a:ext cx="2585838" cy="4838977"/>
            <a:chOff x="6395427" y="904035"/>
            <a:chExt cx="2167549" cy="4249830"/>
          </a:xfrm>
        </p:grpSpPr>
        <p:pic>
          <p:nvPicPr>
            <p:cNvPr id="5" name="Picture 4">
              <a:extLst>
                <a:ext uri="{FF2B5EF4-FFF2-40B4-BE49-F238E27FC236}">
                  <a16:creationId xmlns:a16="http://schemas.microsoft.com/office/drawing/2014/main" id="{4398E0AE-F616-08DD-2BC0-31E97D914997}"/>
                </a:ext>
              </a:extLst>
            </p:cNvPr>
            <p:cNvPicPr>
              <a:picLocks noChangeAspect="1"/>
            </p:cNvPicPr>
            <p:nvPr/>
          </p:nvPicPr>
          <p:blipFill>
            <a:blip r:embed="rId3"/>
            <a:srcRect r="80203"/>
            <a:stretch>
              <a:fillRect/>
            </a:stretch>
          </p:blipFill>
          <p:spPr>
            <a:xfrm>
              <a:off x="6395427" y="904035"/>
              <a:ext cx="1253148" cy="4249830"/>
            </a:xfrm>
            <a:prstGeom prst="rect">
              <a:avLst/>
            </a:prstGeom>
          </p:spPr>
        </p:pic>
        <p:pic>
          <p:nvPicPr>
            <p:cNvPr id="6" name="Picture 5">
              <a:extLst>
                <a:ext uri="{FF2B5EF4-FFF2-40B4-BE49-F238E27FC236}">
                  <a16:creationId xmlns:a16="http://schemas.microsoft.com/office/drawing/2014/main" id="{676AE1CB-1B86-8DB9-683A-7A5D20B7DCF9}"/>
                </a:ext>
              </a:extLst>
            </p:cNvPr>
            <p:cNvPicPr>
              <a:picLocks noChangeAspect="1"/>
            </p:cNvPicPr>
            <p:nvPr/>
          </p:nvPicPr>
          <p:blipFill>
            <a:blip r:embed="rId3"/>
            <a:srcRect l="85554"/>
            <a:stretch>
              <a:fillRect/>
            </a:stretch>
          </p:blipFill>
          <p:spPr>
            <a:xfrm>
              <a:off x="7648575" y="904035"/>
              <a:ext cx="914401" cy="4249830"/>
            </a:xfrm>
            <a:prstGeom prst="rect">
              <a:avLst/>
            </a:prstGeom>
          </p:spPr>
        </p:pic>
      </p:grpSp>
      <p:sp>
        <p:nvSpPr>
          <p:cNvPr id="20" name="TextBox 19">
            <a:extLst>
              <a:ext uri="{FF2B5EF4-FFF2-40B4-BE49-F238E27FC236}">
                <a16:creationId xmlns:a16="http://schemas.microsoft.com/office/drawing/2014/main" id="{5E4C431E-6DA4-5BE4-7BE5-3077BEE6CC4B}"/>
              </a:ext>
            </a:extLst>
          </p:cNvPr>
          <p:cNvSpPr txBox="1"/>
          <p:nvPr/>
        </p:nvSpPr>
        <p:spPr>
          <a:xfrm>
            <a:off x="2864011" y="530320"/>
            <a:ext cx="1555849" cy="369332"/>
          </a:xfrm>
          <a:prstGeom prst="rect">
            <a:avLst/>
          </a:prstGeom>
          <a:noFill/>
        </p:spPr>
        <p:txBody>
          <a:bodyPr wrap="square" rtlCol="0">
            <a:spAutoFit/>
          </a:bodyPr>
          <a:lstStyle/>
          <a:p>
            <a:r>
              <a:rPr lang="en-US" dirty="0">
                <a:solidFill>
                  <a:srgbClr val="C00000"/>
                </a:solidFill>
              </a:rPr>
              <a:t>assessments</a:t>
            </a:r>
          </a:p>
        </p:txBody>
      </p:sp>
      <p:sp>
        <p:nvSpPr>
          <p:cNvPr id="2" name="TextBox 1">
            <a:extLst>
              <a:ext uri="{FF2B5EF4-FFF2-40B4-BE49-F238E27FC236}">
                <a16:creationId xmlns:a16="http://schemas.microsoft.com/office/drawing/2014/main" id="{BF9A9AB6-7872-A1AB-4CD1-705559E42EBC}"/>
              </a:ext>
            </a:extLst>
          </p:cNvPr>
          <p:cNvSpPr txBox="1"/>
          <p:nvPr/>
        </p:nvSpPr>
        <p:spPr>
          <a:xfrm>
            <a:off x="6735097" y="275979"/>
            <a:ext cx="4591664" cy="646331"/>
          </a:xfrm>
          <a:prstGeom prst="rect">
            <a:avLst/>
          </a:prstGeom>
          <a:noFill/>
        </p:spPr>
        <p:txBody>
          <a:bodyPr wrap="square" rtlCol="0">
            <a:spAutoFit/>
          </a:bodyPr>
          <a:lstStyle/>
          <a:p>
            <a:r>
              <a:rPr lang="en-US" dirty="0">
                <a:solidFill>
                  <a:srgbClr val="C00000"/>
                </a:solidFill>
              </a:rPr>
              <a:t>Reconciling existing feature layer attribute tables with </a:t>
            </a:r>
            <a:r>
              <a:rPr lang="en-US" dirty="0" err="1">
                <a:solidFill>
                  <a:srgbClr val="C00000"/>
                </a:solidFill>
              </a:rPr>
              <a:t>Lucidchart</a:t>
            </a:r>
            <a:r>
              <a:rPr lang="en-US" dirty="0">
                <a:solidFill>
                  <a:srgbClr val="C00000"/>
                </a:solidFill>
              </a:rPr>
              <a:t> ER diagram</a:t>
            </a:r>
          </a:p>
        </p:txBody>
      </p:sp>
      <p:pic>
        <p:nvPicPr>
          <p:cNvPr id="9" name="Picture 8">
            <a:extLst>
              <a:ext uri="{FF2B5EF4-FFF2-40B4-BE49-F238E27FC236}">
                <a16:creationId xmlns:a16="http://schemas.microsoft.com/office/drawing/2014/main" id="{1A0583F1-7A69-3A1F-7EAD-4429369175D4}"/>
              </a:ext>
            </a:extLst>
          </p:cNvPr>
          <p:cNvPicPr>
            <a:picLocks noChangeAspect="1"/>
          </p:cNvPicPr>
          <p:nvPr/>
        </p:nvPicPr>
        <p:blipFill>
          <a:blip r:embed="rId4"/>
          <a:stretch>
            <a:fillRect/>
          </a:stretch>
        </p:blipFill>
        <p:spPr>
          <a:xfrm>
            <a:off x="5698519" y="1077584"/>
            <a:ext cx="3553636" cy="5112884"/>
          </a:xfrm>
          <a:prstGeom prst="rect">
            <a:avLst/>
          </a:prstGeom>
        </p:spPr>
      </p:pic>
      <p:cxnSp>
        <p:nvCxnSpPr>
          <p:cNvPr id="13" name="Straight Connector 12">
            <a:extLst>
              <a:ext uri="{FF2B5EF4-FFF2-40B4-BE49-F238E27FC236}">
                <a16:creationId xmlns:a16="http://schemas.microsoft.com/office/drawing/2014/main" id="{2628BDC2-F029-AC2C-906F-BC57F0CA1D42}"/>
              </a:ext>
            </a:extLst>
          </p:cNvPr>
          <p:cNvCxnSpPr/>
          <p:nvPr/>
        </p:nvCxnSpPr>
        <p:spPr>
          <a:xfrm>
            <a:off x="4699819" y="1614364"/>
            <a:ext cx="1661652" cy="3291933"/>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4C69C9E-994F-1A0C-2139-A6AFF58B40F1}"/>
              </a:ext>
            </a:extLst>
          </p:cNvPr>
          <p:cNvCxnSpPr/>
          <p:nvPr/>
        </p:nvCxnSpPr>
        <p:spPr>
          <a:xfrm>
            <a:off x="4719484" y="1907458"/>
            <a:ext cx="1592826" cy="1799303"/>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1872B9E-A88F-BC1C-D5A0-5E3130BBE440}"/>
              </a:ext>
            </a:extLst>
          </p:cNvPr>
          <p:cNvCxnSpPr/>
          <p:nvPr/>
        </p:nvCxnSpPr>
        <p:spPr>
          <a:xfrm>
            <a:off x="4699819" y="2202426"/>
            <a:ext cx="1592826" cy="6292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44D77CB1-56DF-C6C9-C783-A80206C455F8}"/>
              </a:ext>
            </a:extLst>
          </p:cNvPr>
          <p:cNvCxnSpPr/>
          <p:nvPr/>
        </p:nvCxnSpPr>
        <p:spPr>
          <a:xfrm>
            <a:off x="4719484" y="2517058"/>
            <a:ext cx="1641987" cy="786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7AAD474-0AC7-947F-08F1-0BE04D7A721D}"/>
              </a:ext>
            </a:extLst>
          </p:cNvPr>
          <p:cNvCxnSpPr/>
          <p:nvPr/>
        </p:nvCxnSpPr>
        <p:spPr>
          <a:xfrm>
            <a:off x="4719484" y="2831690"/>
            <a:ext cx="1592826" cy="2300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E516F99E-E8EE-2995-38DB-31D1226BAE9A}"/>
              </a:ext>
            </a:extLst>
          </p:cNvPr>
          <p:cNvCxnSpPr/>
          <p:nvPr/>
        </p:nvCxnSpPr>
        <p:spPr>
          <a:xfrm>
            <a:off x="4719484" y="3165987"/>
            <a:ext cx="1592826" cy="26301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9634E9D-2009-1A32-0492-CC4F4EDC1D98}"/>
              </a:ext>
            </a:extLst>
          </p:cNvPr>
          <p:cNvCxnSpPr/>
          <p:nvPr/>
        </p:nvCxnSpPr>
        <p:spPr>
          <a:xfrm flipV="1">
            <a:off x="4827639" y="1691148"/>
            <a:ext cx="1465006" cy="1737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5DB842E-FC22-B44A-974B-501B74B91029}"/>
              </a:ext>
            </a:extLst>
          </p:cNvPr>
          <p:cNvCxnSpPr>
            <a:cxnSpLocks/>
          </p:cNvCxnSpPr>
          <p:nvPr/>
        </p:nvCxnSpPr>
        <p:spPr>
          <a:xfrm>
            <a:off x="4827639" y="3824748"/>
            <a:ext cx="1573161" cy="776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C858CDF-C58C-6836-ACFA-43999986BC40}"/>
              </a:ext>
            </a:extLst>
          </p:cNvPr>
          <p:cNvCxnSpPr/>
          <p:nvPr/>
        </p:nvCxnSpPr>
        <p:spPr>
          <a:xfrm>
            <a:off x="4827639" y="4129548"/>
            <a:ext cx="1484671" cy="1356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74C5710-DD7F-1198-CDB6-920B184C9FD8}"/>
              </a:ext>
            </a:extLst>
          </p:cNvPr>
          <p:cNvCxnSpPr/>
          <p:nvPr/>
        </p:nvCxnSpPr>
        <p:spPr>
          <a:xfrm flipV="1">
            <a:off x="4827639" y="3165987"/>
            <a:ext cx="1465006" cy="133942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D9BCE893-8C21-AF8A-4F6F-5223BCB52479}"/>
              </a:ext>
            </a:extLst>
          </p:cNvPr>
          <p:cNvCxnSpPr/>
          <p:nvPr/>
        </p:nvCxnSpPr>
        <p:spPr>
          <a:xfrm flipV="1">
            <a:off x="4827639" y="3982064"/>
            <a:ext cx="1484671" cy="82591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0B6D937-697F-5026-50A1-ECF541A67571}"/>
              </a:ext>
            </a:extLst>
          </p:cNvPr>
          <p:cNvCxnSpPr/>
          <p:nvPr/>
        </p:nvCxnSpPr>
        <p:spPr>
          <a:xfrm>
            <a:off x="4827639" y="5132439"/>
            <a:ext cx="1465006" cy="609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BFEA9C3-F426-9A4F-652C-B010B387431F}"/>
              </a:ext>
            </a:extLst>
          </p:cNvPr>
          <p:cNvCxnSpPr/>
          <p:nvPr/>
        </p:nvCxnSpPr>
        <p:spPr>
          <a:xfrm flipV="1">
            <a:off x="4827639" y="4351519"/>
            <a:ext cx="1533832" cy="1134881"/>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9BF3C113-DD1F-B90A-2778-9B317BDCE4A2}"/>
              </a:ext>
            </a:extLst>
          </p:cNvPr>
          <p:cNvCxnSpPr/>
          <p:nvPr/>
        </p:nvCxnSpPr>
        <p:spPr>
          <a:xfrm flipV="1">
            <a:off x="4827639" y="2015613"/>
            <a:ext cx="1533832" cy="3726426"/>
          </a:xfrm>
          <a:prstGeom prst="line">
            <a:avLst/>
          </a:prstGeom>
        </p:spPr>
        <p:style>
          <a:lnRef idx="2">
            <a:schemeClr val="accent1"/>
          </a:lnRef>
          <a:fillRef idx="0">
            <a:schemeClr val="accent1"/>
          </a:fillRef>
          <a:effectRef idx="1">
            <a:schemeClr val="accent1"/>
          </a:effectRef>
          <a:fontRef idx="minor">
            <a:schemeClr val="tx1"/>
          </a:fontRef>
        </p:style>
      </p:cxnSp>
      <p:sp>
        <p:nvSpPr>
          <p:cNvPr id="48" name="Freeform: Shape 47">
            <a:extLst>
              <a:ext uri="{FF2B5EF4-FFF2-40B4-BE49-F238E27FC236}">
                <a16:creationId xmlns:a16="http://schemas.microsoft.com/office/drawing/2014/main" id="{CFC52EC5-F35F-52A3-25DE-11E94959E128}"/>
              </a:ext>
            </a:extLst>
          </p:cNvPr>
          <p:cNvSpPr/>
          <p:nvPr/>
        </p:nvSpPr>
        <p:spPr>
          <a:xfrm>
            <a:off x="6370664" y="2084439"/>
            <a:ext cx="1308444" cy="457442"/>
          </a:xfrm>
          <a:custGeom>
            <a:avLst/>
            <a:gdLst>
              <a:gd name="csX0" fmla="*/ 1082188 w 1308444"/>
              <a:gd name="csY0" fmla="*/ 29496 h 457442"/>
              <a:gd name="csX1" fmla="*/ 1033026 w 1308444"/>
              <a:gd name="csY1" fmla="*/ 49161 h 457442"/>
              <a:gd name="csX2" fmla="*/ 974033 w 1308444"/>
              <a:gd name="csY2" fmla="*/ 68826 h 457442"/>
              <a:gd name="csX3" fmla="*/ 934704 w 1308444"/>
              <a:gd name="csY3" fmla="*/ 88490 h 457442"/>
              <a:gd name="csX4" fmla="*/ 846213 w 1308444"/>
              <a:gd name="csY4" fmla="*/ 108155 h 457442"/>
              <a:gd name="csX5" fmla="*/ 718394 w 1308444"/>
              <a:gd name="csY5" fmla="*/ 88490 h 457442"/>
              <a:gd name="csX6" fmla="*/ 620071 w 1308444"/>
              <a:gd name="csY6" fmla="*/ 49161 h 457442"/>
              <a:gd name="csX7" fmla="*/ 541413 w 1308444"/>
              <a:gd name="csY7" fmla="*/ 29496 h 457442"/>
              <a:gd name="csX8" fmla="*/ 511917 w 1308444"/>
              <a:gd name="csY8" fmla="*/ 19664 h 457442"/>
              <a:gd name="csX9" fmla="*/ 384097 w 1308444"/>
              <a:gd name="csY9" fmla="*/ 9832 h 457442"/>
              <a:gd name="csX10" fmla="*/ 315271 w 1308444"/>
              <a:gd name="csY10" fmla="*/ 0 h 457442"/>
              <a:gd name="csX11" fmla="*/ 108794 w 1308444"/>
              <a:gd name="csY11" fmla="*/ 39329 h 457442"/>
              <a:gd name="csX12" fmla="*/ 69465 w 1308444"/>
              <a:gd name="csY12" fmla="*/ 68826 h 457442"/>
              <a:gd name="csX13" fmla="*/ 10471 w 1308444"/>
              <a:gd name="csY13" fmla="*/ 108155 h 457442"/>
              <a:gd name="csX14" fmla="*/ 639 w 1308444"/>
              <a:gd name="csY14" fmla="*/ 137651 h 457442"/>
              <a:gd name="csX15" fmla="*/ 10471 w 1308444"/>
              <a:gd name="csY15" fmla="*/ 265471 h 457442"/>
              <a:gd name="csX16" fmla="*/ 59633 w 1308444"/>
              <a:gd name="csY16" fmla="*/ 304800 h 457442"/>
              <a:gd name="csX17" fmla="*/ 98962 w 1308444"/>
              <a:gd name="csY17" fmla="*/ 314632 h 457442"/>
              <a:gd name="csX18" fmla="*/ 157955 w 1308444"/>
              <a:gd name="csY18" fmla="*/ 334296 h 457442"/>
              <a:gd name="csX19" fmla="*/ 275942 w 1308444"/>
              <a:gd name="csY19" fmla="*/ 383458 h 457442"/>
              <a:gd name="csX20" fmla="*/ 325104 w 1308444"/>
              <a:gd name="csY20" fmla="*/ 393290 h 457442"/>
              <a:gd name="csX21" fmla="*/ 364433 w 1308444"/>
              <a:gd name="csY21" fmla="*/ 403122 h 457442"/>
              <a:gd name="csX22" fmla="*/ 551246 w 1308444"/>
              <a:gd name="csY22" fmla="*/ 422787 h 457442"/>
              <a:gd name="csX23" fmla="*/ 610239 w 1308444"/>
              <a:gd name="csY23" fmla="*/ 442451 h 457442"/>
              <a:gd name="csX24" fmla="*/ 1072355 w 1308444"/>
              <a:gd name="csY24" fmla="*/ 442451 h 457442"/>
              <a:gd name="csX25" fmla="*/ 1111684 w 1308444"/>
              <a:gd name="csY25" fmla="*/ 412955 h 457442"/>
              <a:gd name="csX26" fmla="*/ 1151013 w 1308444"/>
              <a:gd name="csY26" fmla="*/ 393290 h 457442"/>
              <a:gd name="csX27" fmla="*/ 1170678 w 1308444"/>
              <a:gd name="csY27" fmla="*/ 363793 h 457442"/>
              <a:gd name="csX28" fmla="*/ 1200175 w 1308444"/>
              <a:gd name="csY28" fmla="*/ 334296 h 457442"/>
              <a:gd name="csX29" fmla="*/ 1239504 w 1308444"/>
              <a:gd name="csY29" fmla="*/ 314632 h 457442"/>
              <a:gd name="csX30" fmla="*/ 1269001 w 1308444"/>
              <a:gd name="csY30" fmla="*/ 294967 h 457442"/>
              <a:gd name="csX31" fmla="*/ 1308330 w 1308444"/>
              <a:gd name="csY31" fmla="*/ 235974 h 457442"/>
              <a:gd name="csX32" fmla="*/ 1298497 w 1308444"/>
              <a:gd name="csY32" fmla="*/ 127819 h 457442"/>
              <a:gd name="csX33" fmla="*/ 1239504 w 1308444"/>
              <a:gd name="csY33" fmla="*/ 58993 h 457442"/>
              <a:gd name="csX34" fmla="*/ 1210007 w 1308444"/>
              <a:gd name="csY34" fmla="*/ 39329 h 457442"/>
              <a:gd name="csX35" fmla="*/ 1111684 w 1308444"/>
              <a:gd name="csY35" fmla="*/ 29496 h 457442"/>
              <a:gd name="csX36" fmla="*/ 1082188 w 1308444"/>
              <a:gd name="csY36" fmla="*/ 19664 h 457442"/>
              <a:gd name="csX37" fmla="*/ 1042859 w 1308444"/>
              <a:gd name="csY37" fmla="*/ 9832 h 457442"/>
              <a:gd name="csX38" fmla="*/ 1082188 w 1308444"/>
              <a:gd name="csY38" fmla="*/ 29496 h 4574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308444" h="457442">
                <a:moveTo>
                  <a:pt x="1082188" y="29496"/>
                </a:moveTo>
                <a:cubicBezTo>
                  <a:pt x="1080549" y="36051"/>
                  <a:pt x="1049613" y="43129"/>
                  <a:pt x="1033026" y="49161"/>
                </a:cubicBezTo>
                <a:cubicBezTo>
                  <a:pt x="1013546" y="56245"/>
                  <a:pt x="992573" y="59556"/>
                  <a:pt x="974033" y="68826"/>
                </a:cubicBezTo>
                <a:cubicBezTo>
                  <a:pt x="960923" y="75381"/>
                  <a:pt x="948428" y="83344"/>
                  <a:pt x="934704" y="88490"/>
                </a:cubicBezTo>
                <a:cubicBezTo>
                  <a:pt x="918839" y="94439"/>
                  <a:pt x="859557" y="105486"/>
                  <a:pt x="846213" y="108155"/>
                </a:cubicBezTo>
                <a:cubicBezTo>
                  <a:pt x="826945" y="105746"/>
                  <a:pt x="745416" y="97497"/>
                  <a:pt x="718394" y="88490"/>
                </a:cubicBezTo>
                <a:cubicBezTo>
                  <a:pt x="684906" y="77328"/>
                  <a:pt x="654316" y="57722"/>
                  <a:pt x="620071" y="49161"/>
                </a:cubicBezTo>
                <a:cubicBezTo>
                  <a:pt x="593852" y="42606"/>
                  <a:pt x="567052" y="38042"/>
                  <a:pt x="541413" y="29496"/>
                </a:cubicBezTo>
                <a:cubicBezTo>
                  <a:pt x="531581" y="26219"/>
                  <a:pt x="522201" y="20949"/>
                  <a:pt x="511917" y="19664"/>
                </a:cubicBezTo>
                <a:cubicBezTo>
                  <a:pt x="469514" y="14364"/>
                  <a:pt x="426617" y="14084"/>
                  <a:pt x="384097" y="9832"/>
                </a:cubicBezTo>
                <a:cubicBezTo>
                  <a:pt x="361037" y="7526"/>
                  <a:pt x="338213" y="3277"/>
                  <a:pt x="315271" y="0"/>
                </a:cubicBezTo>
                <a:cubicBezTo>
                  <a:pt x="217967" y="11447"/>
                  <a:pt x="176249" y="-2831"/>
                  <a:pt x="108794" y="39329"/>
                </a:cubicBezTo>
                <a:cubicBezTo>
                  <a:pt x="94898" y="48014"/>
                  <a:pt x="82890" y="59429"/>
                  <a:pt x="69465" y="68826"/>
                </a:cubicBezTo>
                <a:cubicBezTo>
                  <a:pt x="50103" y="82379"/>
                  <a:pt x="10471" y="108155"/>
                  <a:pt x="10471" y="108155"/>
                </a:cubicBezTo>
                <a:cubicBezTo>
                  <a:pt x="7194" y="117987"/>
                  <a:pt x="639" y="127287"/>
                  <a:pt x="639" y="137651"/>
                </a:cubicBezTo>
                <a:cubicBezTo>
                  <a:pt x="639" y="180384"/>
                  <a:pt x="-3751" y="225175"/>
                  <a:pt x="10471" y="265471"/>
                </a:cubicBezTo>
                <a:cubicBezTo>
                  <a:pt x="17456" y="285260"/>
                  <a:pt x="41288" y="294608"/>
                  <a:pt x="59633" y="304800"/>
                </a:cubicBezTo>
                <a:cubicBezTo>
                  <a:pt x="71446" y="311362"/>
                  <a:pt x="86019" y="310749"/>
                  <a:pt x="98962" y="314632"/>
                </a:cubicBezTo>
                <a:cubicBezTo>
                  <a:pt x="118816" y="320588"/>
                  <a:pt x="138636" y="326783"/>
                  <a:pt x="157955" y="334296"/>
                </a:cubicBezTo>
                <a:cubicBezTo>
                  <a:pt x="197664" y="349739"/>
                  <a:pt x="234163" y="375103"/>
                  <a:pt x="275942" y="383458"/>
                </a:cubicBezTo>
                <a:cubicBezTo>
                  <a:pt x="292329" y="386735"/>
                  <a:pt x="308790" y="389665"/>
                  <a:pt x="325104" y="393290"/>
                </a:cubicBezTo>
                <a:cubicBezTo>
                  <a:pt x="338295" y="396221"/>
                  <a:pt x="351077" y="401067"/>
                  <a:pt x="364433" y="403122"/>
                </a:cubicBezTo>
                <a:cubicBezTo>
                  <a:pt x="389471" y="406974"/>
                  <a:pt x="530145" y="420677"/>
                  <a:pt x="551246" y="422787"/>
                </a:cubicBezTo>
                <a:cubicBezTo>
                  <a:pt x="570910" y="429342"/>
                  <a:pt x="590130" y="437424"/>
                  <a:pt x="610239" y="442451"/>
                </a:cubicBezTo>
                <a:cubicBezTo>
                  <a:pt x="743642" y="475802"/>
                  <a:pt x="1041542" y="443203"/>
                  <a:pt x="1072355" y="442451"/>
                </a:cubicBezTo>
                <a:cubicBezTo>
                  <a:pt x="1085465" y="432619"/>
                  <a:pt x="1097788" y="421640"/>
                  <a:pt x="1111684" y="412955"/>
                </a:cubicBezTo>
                <a:cubicBezTo>
                  <a:pt x="1124113" y="405187"/>
                  <a:pt x="1139753" y="402673"/>
                  <a:pt x="1151013" y="393290"/>
                </a:cubicBezTo>
                <a:cubicBezTo>
                  <a:pt x="1160091" y="385725"/>
                  <a:pt x="1163113" y="372871"/>
                  <a:pt x="1170678" y="363793"/>
                </a:cubicBezTo>
                <a:cubicBezTo>
                  <a:pt x="1179580" y="353111"/>
                  <a:pt x="1188860" y="342378"/>
                  <a:pt x="1200175" y="334296"/>
                </a:cubicBezTo>
                <a:cubicBezTo>
                  <a:pt x="1212102" y="325777"/>
                  <a:pt x="1226778" y="321904"/>
                  <a:pt x="1239504" y="314632"/>
                </a:cubicBezTo>
                <a:cubicBezTo>
                  <a:pt x="1249764" y="308769"/>
                  <a:pt x="1259169" y="301522"/>
                  <a:pt x="1269001" y="294967"/>
                </a:cubicBezTo>
                <a:cubicBezTo>
                  <a:pt x="1282111" y="275303"/>
                  <a:pt x="1310470" y="259511"/>
                  <a:pt x="1308330" y="235974"/>
                </a:cubicBezTo>
                <a:cubicBezTo>
                  <a:pt x="1305052" y="199922"/>
                  <a:pt x="1305597" y="163316"/>
                  <a:pt x="1298497" y="127819"/>
                </a:cubicBezTo>
                <a:cubicBezTo>
                  <a:pt x="1290780" y="89232"/>
                  <a:pt x="1269008" y="80067"/>
                  <a:pt x="1239504" y="58993"/>
                </a:cubicBezTo>
                <a:cubicBezTo>
                  <a:pt x="1229888" y="52125"/>
                  <a:pt x="1221521" y="41986"/>
                  <a:pt x="1210007" y="39329"/>
                </a:cubicBezTo>
                <a:cubicBezTo>
                  <a:pt x="1177913" y="31923"/>
                  <a:pt x="1144458" y="32774"/>
                  <a:pt x="1111684" y="29496"/>
                </a:cubicBezTo>
                <a:cubicBezTo>
                  <a:pt x="1101852" y="26219"/>
                  <a:pt x="1092153" y="22511"/>
                  <a:pt x="1082188" y="19664"/>
                </a:cubicBezTo>
                <a:cubicBezTo>
                  <a:pt x="1069195" y="15952"/>
                  <a:pt x="1048903" y="21918"/>
                  <a:pt x="1042859" y="9832"/>
                </a:cubicBezTo>
                <a:cubicBezTo>
                  <a:pt x="1038224" y="562"/>
                  <a:pt x="1083827" y="22941"/>
                  <a:pt x="1082188" y="29496"/>
                </a:cubicBezTo>
                <a:close/>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DF3F56E0-69C7-BD31-A78D-282EFCB24E56}"/>
              </a:ext>
            </a:extLst>
          </p:cNvPr>
          <p:cNvCxnSpPr/>
          <p:nvPr/>
        </p:nvCxnSpPr>
        <p:spPr>
          <a:xfrm>
            <a:off x="2236667" y="3057832"/>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606634-4515-230D-1A9D-E9D3BF642822}"/>
              </a:ext>
            </a:extLst>
          </p:cNvPr>
          <p:cNvCxnSpPr/>
          <p:nvPr/>
        </p:nvCxnSpPr>
        <p:spPr>
          <a:xfrm>
            <a:off x="2093882" y="4596581"/>
            <a:ext cx="285569" cy="0"/>
          </a:xfrm>
          <a:prstGeom prst="line">
            <a:avLst/>
          </a:prstGeom>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01B604A6-2CC1-C501-7032-45CA21DAD170}"/>
              </a:ext>
            </a:extLst>
          </p:cNvPr>
          <p:cNvSpPr txBox="1"/>
          <p:nvPr/>
        </p:nvSpPr>
        <p:spPr>
          <a:xfrm>
            <a:off x="1022860" y="4121952"/>
            <a:ext cx="934065" cy="383455"/>
          </a:xfrm>
          <a:prstGeom prst="rect">
            <a:avLst/>
          </a:prstGeom>
          <a:noFill/>
        </p:spPr>
        <p:txBody>
          <a:bodyPr wrap="square" rtlCol="0">
            <a:spAutoFit/>
          </a:bodyPr>
          <a:lstStyle/>
          <a:p>
            <a:r>
              <a:rPr lang="en-US" dirty="0"/>
              <a:t>N=14</a:t>
            </a:r>
          </a:p>
        </p:txBody>
      </p:sp>
      <p:cxnSp>
        <p:nvCxnSpPr>
          <p:cNvPr id="54" name="Straight Connector 53">
            <a:extLst>
              <a:ext uri="{FF2B5EF4-FFF2-40B4-BE49-F238E27FC236}">
                <a16:creationId xmlns:a16="http://schemas.microsoft.com/office/drawing/2014/main" id="{FF26771B-1714-9C8C-2609-BEFFA40EF33A}"/>
              </a:ext>
            </a:extLst>
          </p:cNvPr>
          <p:cNvCxnSpPr/>
          <p:nvPr/>
        </p:nvCxnSpPr>
        <p:spPr>
          <a:xfrm>
            <a:off x="6735097" y="3001910"/>
            <a:ext cx="8455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939AE61-08E2-5266-5BC0-956FE1E9488F}"/>
              </a:ext>
            </a:extLst>
          </p:cNvPr>
          <p:cNvCxnSpPr/>
          <p:nvPr/>
        </p:nvCxnSpPr>
        <p:spPr>
          <a:xfrm>
            <a:off x="6821492" y="4452166"/>
            <a:ext cx="8455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4EE634E3-E3C3-9FDB-06C1-B690C0858C08}"/>
              </a:ext>
            </a:extLst>
          </p:cNvPr>
          <p:cNvSpPr txBox="1"/>
          <p:nvPr/>
        </p:nvSpPr>
        <p:spPr>
          <a:xfrm>
            <a:off x="9345515" y="3165987"/>
            <a:ext cx="934065" cy="383455"/>
          </a:xfrm>
          <a:prstGeom prst="rect">
            <a:avLst/>
          </a:prstGeom>
          <a:noFill/>
        </p:spPr>
        <p:txBody>
          <a:bodyPr wrap="square" rtlCol="0">
            <a:spAutoFit/>
          </a:bodyPr>
          <a:lstStyle/>
          <a:p>
            <a:r>
              <a:rPr lang="en-US" dirty="0"/>
              <a:t>N=15</a:t>
            </a:r>
          </a:p>
        </p:txBody>
      </p:sp>
    </p:spTree>
    <p:extLst>
      <p:ext uri="{BB962C8B-B14F-4D97-AF65-F5344CB8AC3E}">
        <p14:creationId xmlns:p14="http://schemas.microsoft.com/office/powerpoint/2010/main" val="9859508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0A73D6D-872B-7014-40E9-3487FE691648}"/>
              </a:ext>
            </a:extLst>
          </p:cNvPr>
          <p:cNvGrpSpPr/>
          <p:nvPr/>
        </p:nvGrpSpPr>
        <p:grpSpPr>
          <a:xfrm>
            <a:off x="2694151" y="1"/>
            <a:ext cx="1818855" cy="4057741"/>
            <a:chOff x="4773667" y="1907530"/>
            <a:chExt cx="1927040" cy="4340429"/>
          </a:xfrm>
        </p:grpSpPr>
        <p:pic>
          <p:nvPicPr>
            <p:cNvPr id="3" name="Picture 2">
              <a:extLst>
                <a:ext uri="{FF2B5EF4-FFF2-40B4-BE49-F238E27FC236}">
                  <a16:creationId xmlns:a16="http://schemas.microsoft.com/office/drawing/2014/main" id="{472C17BC-2367-39F2-C3B8-7FAA74A9F8C3}"/>
                </a:ext>
              </a:extLst>
            </p:cNvPr>
            <p:cNvPicPr>
              <a:picLocks noChangeAspect="1"/>
            </p:cNvPicPr>
            <p:nvPr/>
          </p:nvPicPr>
          <p:blipFill>
            <a:blip r:embed="rId2"/>
            <a:srcRect l="6567" r="67580"/>
            <a:stretch>
              <a:fillRect/>
            </a:stretch>
          </p:blipFill>
          <p:spPr>
            <a:xfrm>
              <a:off x="4773667" y="1907530"/>
              <a:ext cx="1165039" cy="4340429"/>
            </a:xfrm>
            <a:prstGeom prst="rect">
              <a:avLst/>
            </a:prstGeom>
          </p:spPr>
        </p:pic>
        <p:pic>
          <p:nvPicPr>
            <p:cNvPr id="4" name="Picture 3">
              <a:extLst>
                <a:ext uri="{FF2B5EF4-FFF2-40B4-BE49-F238E27FC236}">
                  <a16:creationId xmlns:a16="http://schemas.microsoft.com/office/drawing/2014/main" id="{E694A068-4A44-F2AF-106F-4B13DE7F722C}"/>
                </a:ext>
              </a:extLst>
            </p:cNvPr>
            <p:cNvPicPr>
              <a:picLocks noChangeAspect="1"/>
            </p:cNvPicPr>
            <p:nvPr/>
          </p:nvPicPr>
          <p:blipFill>
            <a:blip r:embed="rId2"/>
            <a:srcRect l="76358" r="6732"/>
            <a:stretch>
              <a:fillRect/>
            </a:stretch>
          </p:blipFill>
          <p:spPr>
            <a:xfrm>
              <a:off x="5938707" y="1907530"/>
              <a:ext cx="762000" cy="4340429"/>
            </a:xfrm>
            <a:prstGeom prst="rect">
              <a:avLst/>
            </a:prstGeom>
          </p:spPr>
        </p:pic>
      </p:grpSp>
      <p:grpSp>
        <p:nvGrpSpPr>
          <p:cNvPr id="5" name="Group 4">
            <a:extLst>
              <a:ext uri="{FF2B5EF4-FFF2-40B4-BE49-F238E27FC236}">
                <a16:creationId xmlns:a16="http://schemas.microsoft.com/office/drawing/2014/main" id="{64DEA170-A7EE-CBDA-C6B6-D4CBB8B0879F}"/>
              </a:ext>
            </a:extLst>
          </p:cNvPr>
          <p:cNvGrpSpPr/>
          <p:nvPr/>
        </p:nvGrpSpPr>
        <p:grpSpPr>
          <a:xfrm>
            <a:off x="2694150" y="4057743"/>
            <a:ext cx="1666826" cy="2800257"/>
            <a:chOff x="8387874" y="2609847"/>
            <a:chExt cx="2222975" cy="3340252"/>
          </a:xfrm>
        </p:grpSpPr>
        <p:pic>
          <p:nvPicPr>
            <p:cNvPr id="6" name="Picture 5">
              <a:extLst>
                <a:ext uri="{FF2B5EF4-FFF2-40B4-BE49-F238E27FC236}">
                  <a16:creationId xmlns:a16="http://schemas.microsoft.com/office/drawing/2014/main" id="{FAEB6EC7-28F0-A442-0A6F-04E9133F099A}"/>
                </a:ext>
              </a:extLst>
            </p:cNvPr>
            <p:cNvPicPr>
              <a:picLocks noChangeAspect="1"/>
            </p:cNvPicPr>
            <p:nvPr/>
          </p:nvPicPr>
          <p:blipFill>
            <a:blip r:embed="rId3"/>
            <a:srcRect l="7074" r="61220"/>
            <a:stretch>
              <a:fillRect/>
            </a:stretch>
          </p:blipFill>
          <p:spPr>
            <a:xfrm>
              <a:off x="8387874" y="2609848"/>
              <a:ext cx="1460974" cy="3340251"/>
            </a:xfrm>
            <a:prstGeom prst="rect">
              <a:avLst/>
            </a:prstGeom>
          </p:spPr>
        </p:pic>
        <p:pic>
          <p:nvPicPr>
            <p:cNvPr id="7" name="Picture 6">
              <a:extLst>
                <a:ext uri="{FF2B5EF4-FFF2-40B4-BE49-F238E27FC236}">
                  <a16:creationId xmlns:a16="http://schemas.microsoft.com/office/drawing/2014/main" id="{42EF2814-B8D2-80E3-3DD9-A75EEDE82C90}"/>
                </a:ext>
              </a:extLst>
            </p:cNvPr>
            <p:cNvPicPr>
              <a:picLocks noChangeAspect="1"/>
            </p:cNvPicPr>
            <p:nvPr/>
          </p:nvPicPr>
          <p:blipFill>
            <a:blip r:embed="rId3"/>
            <a:srcRect l="76111" r="7353"/>
            <a:stretch>
              <a:fillRect/>
            </a:stretch>
          </p:blipFill>
          <p:spPr>
            <a:xfrm>
              <a:off x="9848848" y="2609847"/>
              <a:ext cx="762001" cy="3340251"/>
            </a:xfrm>
            <a:prstGeom prst="rect">
              <a:avLst/>
            </a:prstGeom>
          </p:spPr>
        </p:pic>
      </p:grpSp>
      <p:sp>
        <p:nvSpPr>
          <p:cNvPr id="8" name="TextBox 7">
            <a:extLst>
              <a:ext uri="{FF2B5EF4-FFF2-40B4-BE49-F238E27FC236}">
                <a16:creationId xmlns:a16="http://schemas.microsoft.com/office/drawing/2014/main" id="{CCF5C1EB-404D-EB41-02BA-3A87273429D6}"/>
              </a:ext>
            </a:extLst>
          </p:cNvPr>
          <p:cNvSpPr txBox="1"/>
          <p:nvPr/>
        </p:nvSpPr>
        <p:spPr>
          <a:xfrm>
            <a:off x="460432" y="604620"/>
            <a:ext cx="1555849" cy="400110"/>
          </a:xfrm>
          <a:prstGeom prst="rect">
            <a:avLst/>
          </a:prstGeom>
          <a:noFill/>
        </p:spPr>
        <p:txBody>
          <a:bodyPr wrap="square" rtlCol="0">
            <a:spAutoFit/>
          </a:bodyPr>
          <a:lstStyle/>
          <a:p>
            <a:r>
              <a:rPr lang="en-US" sz="2000" dirty="0" err="1">
                <a:solidFill>
                  <a:srgbClr val="C00000"/>
                </a:solidFill>
              </a:rPr>
              <a:t>Planting_pts</a:t>
            </a:r>
            <a:endParaRPr lang="en-US" sz="2000" dirty="0">
              <a:solidFill>
                <a:srgbClr val="C00000"/>
              </a:solidFill>
            </a:endParaRPr>
          </a:p>
        </p:txBody>
      </p:sp>
      <p:pic>
        <p:nvPicPr>
          <p:cNvPr id="10" name="Picture 9">
            <a:extLst>
              <a:ext uri="{FF2B5EF4-FFF2-40B4-BE49-F238E27FC236}">
                <a16:creationId xmlns:a16="http://schemas.microsoft.com/office/drawing/2014/main" id="{39156EC7-13ED-A6A2-4962-28B9F5523E4D}"/>
              </a:ext>
            </a:extLst>
          </p:cNvPr>
          <p:cNvPicPr>
            <a:picLocks noChangeAspect="1"/>
          </p:cNvPicPr>
          <p:nvPr/>
        </p:nvPicPr>
        <p:blipFill>
          <a:blip r:embed="rId4"/>
          <a:stretch>
            <a:fillRect/>
          </a:stretch>
        </p:blipFill>
        <p:spPr>
          <a:xfrm>
            <a:off x="6822762" y="99548"/>
            <a:ext cx="3010320" cy="6658904"/>
          </a:xfrm>
          <a:prstGeom prst="rect">
            <a:avLst/>
          </a:prstGeom>
        </p:spPr>
      </p:pic>
      <p:cxnSp>
        <p:nvCxnSpPr>
          <p:cNvPr id="11" name="Straight Connector 10">
            <a:extLst>
              <a:ext uri="{FF2B5EF4-FFF2-40B4-BE49-F238E27FC236}">
                <a16:creationId xmlns:a16="http://schemas.microsoft.com/office/drawing/2014/main" id="{4A5E916B-A628-6EE6-B2CA-FBEBA25F494C}"/>
              </a:ext>
            </a:extLst>
          </p:cNvPr>
          <p:cNvCxnSpPr/>
          <p:nvPr/>
        </p:nvCxnSpPr>
        <p:spPr>
          <a:xfrm>
            <a:off x="2452370" y="1410929"/>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FC154F7-413E-D7D6-E0C6-4127A7088486}"/>
              </a:ext>
            </a:extLst>
          </p:cNvPr>
          <p:cNvCxnSpPr/>
          <p:nvPr/>
        </p:nvCxnSpPr>
        <p:spPr>
          <a:xfrm>
            <a:off x="2408581" y="2635045"/>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40C46B2-4EA5-8D2E-8D79-48D566029498}"/>
              </a:ext>
            </a:extLst>
          </p:cNvPr>
          <p:cNvCxnSpPr/>
          <p:nvPr/>
        </p:nvCxnSpPr>
        <p:spPr>
          <a:xfrm>
            <a:off x="2408581" y="3790336"/>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7376373-10F7-5F7D-58F0-CEB5FD9AB56D}"/>
              </a:ext>
            </a:extLst>
          </p:cNvPr>
          <p:cNvCxnSpPr/>
          <p:nvPr/>
        </p:nvCxnSpPr>
        <p:spPr>
          <a:xfrm>
            <a:off x="2452370" y="6179574"/>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DFC7D31-5E2B-9F5D-B105-880A81F9AD14}"/>
              </a:ext>
            </a:extLst>
          </p:cNvPr>
          <p:cNvCxnSpPr/>
          <p:nvPr/>
        </p:nvCxnSpPr>
        <p:spPr>
          <a:xfrm>
            <a:off x="2452370" y="5048864"/>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711AFA-15D4-CC8F-0EBF-B9C76EF63186}"/>
              </a:ext>
            </a:extLst>
          </p:cNvPr>
          <p:cNvCxnSpPr/>
          <p:nvPr/>
        </p:nvCxnSpPr>
        <p:spPr>
          <a:xfrm>
            <a:off x="6995090" y="6184490"/>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AACBED3-9FE7-23DF-12F0-8F773B5B38CE}"/>
              </a:ext>
            </a:extLst>
          </p:cNvPr>
          <p:cNvCxnSpPr/>
          <p:nvPr/>
        </p:nvCxnSpPr>
        <p:spPr>
          <a:xfrm>
            <a:off x="6985431" y="1602658"/>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4C398D91-5E74-42E9-0B6D-1D480F80BB53}"/>
              </a:ext>
            </a:extLst>
          </p:cNvPr>
          <p:cNvCxnSpPr/>
          <p:nvPr/>
        </p:nvCxnSpPr>
        <p:spPr>
          <a:xfrm>
            <a:off x="6926004" y="2723536"/>
            <a:ext cx="285569"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8F917A81-D2D1-DB07-6AFD-2DF204815818}"/>
              </a:ext>
            </a:extLst>
          </p:cNvPr>
          <p:cNvSpPr txBox="1"/>
          <p:nvPr/>
        </p:nvSpPr>
        <p:spPr>
          <a:xfrm>
            <a:off x="1044701" y="2841522"/>
            <a:ext cx="1099633" cy="369332"/>
          </a:xfrm>
          <a:prstGeom prst="rect">
            <a:avLst/>
          </a:prstGeom>
          <a:noFill/>
        </p:spPr>
        <p:txBody>
          <a:bodyPr wrap="square" rtlCol="0">
            <a:spAutoFit/>
          </a:bodyPr>
          <a:lstStyle/>
          <a:p>
            <a:pPr algn="r"/>
            <a:r>
              <a:rPr lang="en-US" dirty="0"/>
              <a:t>N=23</a:t>
            </a:r>
          </a:p>
        </p:txBody>
      </p:sp>
      <p:cxnSp>
        <p:nvCxnSpPr>
          <p:cNvPr id="21" name="Straight Connector 20">
            <a:extLst>
              <a:ext uri="{FF2B5EF4-FFF2-40B4-BE49-F238E27FC236}">
                <a16:creationId xmlns:a16="http://schemas.microsoft.com/office/drawing/2014/main" id="{D9CA85BB-141D-CBD7-0285-5D05D861C55B}"/>
              </a:ext>
            </a:extLst>
          </p:cNvPr>
          <p:cNvCxnSpPr/>
          <p:nvPr/>
        </p:nvCxnSpPr>
        <p:spPr>
          <a:xfrm>
            <a:off x="6950411" y="5058696"/>
            <a:ext cx="28556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09EEEDE-C5EB-8C95-E82E-6C970C082F2B}"/>
              </a:ext>
            </a:extLst>
          </p:cNvPr>
          <p:cNvCxnSpPr/>
          <p:nvPr/>
        </p:nvCxnSpPr>
        <p:spPr>
          <a:xfrm>
            <a:off x="6926004" y="3898491"/>
            <a:ext cx="285569"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47DFC0CD-1E7D-8B61-7A51-0F4A133B0594}"/>
              </a:ext>
            </a:extLst>
          </p:cNvPr>
          <p:cNvSpPr txBox="1"/>
          <p:nvPr/>
        </p:nvSpPr>
        <p:spPr>
          <a:xfrm>
            <a:off x="10047666" y="2841522"/>
            <a:ext cx="1099633" cy="369332"/>
          </a:xfrm>
          <a:prstGeom prst="rect">
            <a:avLst/>
          </a:prstGeom>
          <a:noFill/>
        </p:spPr>
        <p:txBody>
          <a:bodyPr wrap="square" rtlCol="0">
            <a:spAutoFit/>
          </a:bodyPr>
          <a:lstStyle/>
          <a:p>
            <a:r>
              <a:rPr lang="en-US" dirty="0"/>
              <a:t>N=22</a:t>
            </a:r>
          </a:p>
        </p:txBody>
      </p:sp>
      <p:cxnSp>
        <p:nvCxnSpPr>
          <p:cNvPr id="25" name="Straight Connector 24">
            <a:extLst>
              <a:ext uri="{FF2B5EF4-FFF2-40B4-BE49-F238E27FC236}">
                <a16:creationId xmlns:a16="http://schemas.microsoft.com/office/drawing/2014/main" id="{5F7EE2F1-ABBC-32C7-DC12-F8F9A0B22CB9}"/>
              </a:ext>
            </a:extLst>
          </p:cNvPr>
          <p:cNvCxnSpPr/>
          <p:nvPr/>
        </p:nvCxnSpPr>
        <p:spPr>
          <a:xfrm>
            <a:off x="4513006" y="530942"/>
            <a:ext cx="2555782" cy="73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E230B3D-EBC8-190D-57D6-03188CF32BB9}"/>
              </a:ext>
            </a:extLst>
          </p:cNvPr>
          <p:cNvCxnSpPr/>
          <p:nvPr/>
        </p:nvCxnSpPr>
        <p:spPr>
          <a:xfrm>
            <a:off x="4513006" y="804675"/>
            <a:ext cx="272297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096B4F7-2A53-E799-8CB1-4D82AD79EFCB}"/>
              </a:ext>
            </a:extLst>
          </p:cNvPr>
          <p:cNvCxnSpPr/>
          <p:nvPr/>
        </p:nvCxnSpPr>
        <p:spPr>
          <a:xfrm>
            <a:off x="4513006" y="1004730"/>
            <a:ext cx="269856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912FD82-6BFF-25BA-2B46-C6E2CA5F886D}"/>
              </a:ext>
            </a:extLst>
          </p:cNvPr>
          <p:cNvCxnSpPr/>
          <p:nvPr/>
        </p:nvCxnSpPr>
        <p:spPr>
          <a:xfrm>
            <a:off x="4591665" y="1268361"/>
            <a:ext cx="261990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6974A47-6402-7519-112C-33505A8D441F}"/>
              </a:ext>
            </a:extLst>
          </p:cNvPr>
          <p:cNvCxnSpPr/>
          <p:nvPr/>
        </p:nvCxnSpPr>
        <p:spPr>
          <a:xfrm flipV="1">
            <a:off x="4513006" y="1514168"/>
            <a:ext cx="2698567" cy="8849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A5321F3-E5C9-80D6-4ED3-376E19FC0F87}"/>
              </a:ext>
            </a:extLst>
          </p:cNvPr>
          <p:cNvCxnSpPr/>
          <p:nvPr/>
        </p:nvCxnSpPr>
        <p:spPr>
          <a:xfrm flipV="1">
            <a:off x="4513006" y="1730477"/>
            <a:ext cx="2624868" cy="786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08438E9-31F1-3C8B-C665-6535DA875C0C}"/>
              </a:ext>
            </a:extLst>
          </p:cNvPr>
          <p:cNvCxnSpPr>
            <a:stCxn id="4" idx="3"/>
          </p:cNvCxnSpPr>
          <p:nvPr/>
        </p:nvCxnSpPr>
        <p:spPr>
          <a:xfrm flipV="1">
            <a:off x="4513006" y="1927123"/>
            <a:ext cx="2624868" cy="101749"/>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72A56F-3FCD-36DF-31EA-F1198956DD3D}"/>
              </a:ext>
            </a:extLst>
          </p:cNvPr>
          <p:cNvCxnSpPr>
            <a:cxnSpLocks/>
          </p:cNvCxnSpPr>
          <p:nvPr/>
        </p:nvCxnSpPr>
        <p:spPr>
          <a:xfrm flipV="1">
            <a:off x="4513006" y="2182761"/>
            <a:ext cx="2723536" cy="8849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F594E70-C9D4-2008-5F92-0AFE7567EE1B}"/>
              </a:ext>
            </a:extLst>
          </p:cNvPr>
          <p:cNvCxnSpPr/>
          <p:nvPr/>
        </p:nvCxnSpPr>
        <p:spPr>
          <a:xfrm flipV="1">
            <a:off x="4513006" y="2379406"/>
            <a:ext cx="2698567" cy="12782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2984720-671C-8C5A-939C-3917F5720A31}"/>
              </a:ext>
            </a:extLst>
          </p:cNvPr>
          <p:cNvCxnSpPr/>
          <p:nvPr/>
        </p:nvCxnSpPr>
        <p:spPr>
          <a:xfrm flipV="1">
            <a:off x="4513006" y="2635045"/>
            <a:ext cx="2722974" cy="88491"/>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3D8F6FD-F07C-D701-F216-62E4344E15F9}"/>
              </a:ext>
            </a:extLst>
          </p:cNvPr>
          <p:cNvCxnSpPr/>
          <p:nvPr/>
        </p:nvCxnSpPr>
        <p:spPr>
          <a:xfrm>
            <a:off x="4513006" y="3026188"/>
            <a:ext cx="2624868" cy="3492599"/>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CF337E13-06EC-8D55-0B9E-8297B5FDB9D8}"/>
              </a:ext>
            </a:extLst>
          </p:cNvPr>
          <p:cNvCxnSpPr/>
          <p:nvPr/>
        </p:nvCxnSpPr>
        <p:spPr>
          <a:xfrm flipV="1">
            <a:off x="4513006" y="2841522"/>
            <a:ext cx="2698567" cy="3693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F7A6BAC9-F83B-B49C-2995-D2E70DC6A3DC}"/>
              </a:ext>
            </a:extLst>
          </p:cNvPr>
          <p:cNvCxnSpPr>
            <a:cxnSpLocks/>
          </p:cNvCxnSpPr>
          <p:nvPr/>
        </p:nvCxnSpPr>
        <p:spPr>
          <a:xfrm flipV="1">
            <a:off x="4513006" y="3106994"/>
            <a:ext cx="2713704" cy="322006"/>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06BBE58-E2B8-E3C1-8B36-1B0F1E4CB773}"/>
              </a:ext>
            </a:extLst>
          </p:cNvPr>
          <p:cNvCxnSpPr/>
          <p:nvPr/>
        </p:nvCxnSpPr>
        <p:spPr>
          <a:xfrm flipV="1">
            <a:off x="4513006" y="3333135"/>
            <a:ext cx="2698567" cy="373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CA39FE4-E334-F5D5-3B83-56711DCDBB8D}"/>
              </a:ext>
            </a:extLst>
          </p:cNvPr>
          <p:cNvCxnSpPr/>
          <p:nvPr/>
        </p:nvCxnSpPr>
        <p:spPr>
          <a:xfrm flipV="1">
            <a:off x="4513006" y="3578942"/>
            <a:ext cx="2698567" cy="319549"/>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07AE678-AD48-525F-9259-1FA82C2F027B}"/>
              </a:ext>
            </a:extLst>
          </p:cNvPr>
          <p:cNvCxnSpPr/>
          <p:nvPr/>
        </p:nvCxnSpPr>
        <p:spPr>
          <a:xfrm flipV="1">
            <a:off x="4513006" y="3790336"/>
            <a:ext cx="2698567" cy="368709"/>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6CD67F94-F84C-A0CE-5840-1B592C63D580}"/>
              </a:ext>
            </a:extLst>
          </p:cNvPr>
          <p:cNvCxnSpPr/>
          <p:nvPr/>
        </p:nvCxnSpPr>
        <p:spPr>
          <a:xfrm flipV="1">
            <a:off x="4513006" y="4057742"/>
            <a:ext cx="2624868" cy="34711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EE77E505-2431-A95D-3AEC-2C90E4C074CE}"/>
              </a:ext>
            </a:extLst>
          </p:cNvPr>
          <p:cNvCxnSpPr/>
          <p:nvPr/>
        </p:nvCxnSpPr>
        <p:spPr>
          <a:xfrm flipV="1">
            <a:off x="4513006" y="4227871"/>
            <a:ext cx="2624868" cy="452284"/>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315FCAB-48AC-38BC-F10F-6A8FADA34107}"/>
              </a:ext>
            </a:extLst>
          </p:cNvPr>
          <p:cNvCxnSpPr/>
          <p:nvPr/>
        </p:nvCxnSpPr>
        <p:spPr>
          <a:xfrm flipV="1">
            <a:off x="4513006" y="4404852"/>
            <a:ext cx="2698567" cy="511277"/>
          </a:xfrm>
          <a:prstGeom prst="line">
            <a:avLst/>
          </a:prstGeom>
        </p:spPr>
        <p:style>
          <a:lnRef idx="2">
            <a:schemeClr val="accent1"/>
          </a:lnRef>
          <a:fillRef idx="0">
            <a:schemeClr val="accent1"/>
          </a:fillRef>
          <a:effectRef idx="1">
            <a:schemeClr val="accent1"/>
          </a:effectRef>
          <a:fontRef idx="minor">
            <a:schemeClr val="tx1"/>
          </a:fontRef>
        </p:style>
      </p:cxnSp>
      <p:sp>
        <p:nvSpPr>
          <p:cNvPr id="64" name="Freeform: Shape 63">
            <a:extLst>
              <a:ext uri="{FF2B5EF4-FFF2-40B4-BE49-F238E27FC236}">
                <a16:creationId xmlns:a16="http://schemas.microsoft.com/office/drawing/2014/main" id="{E2C0E1E1-7789-742A-FCC6-4330C0ECBD9F}"/>
              </a:ext>
            </a:extLst>
          </p:cNvPr>
          <p:cNvSpPr/>
          <p:nvPr/>
        </p:nvSpPr>
        <p:spPr>
          <a:xfrm>
            <a:off x="2732011" y="171213"/>
            <a:ext cx="522466" cy="222077"/>
          </a:xfrm>
          <a:custGeom>
            <a:avLst/>
            <a:gdLst>
              <a:gd name="csX0" fmla="*/ 473305 w 522466"/>
              <a:gd name="csY0" fmla="*/ 15600 h 222077"/>
              <a:gd name="csX1" fmla="*/ 198002 w 522466"/>
              <a:gd name="csY1" fmla="*/ 5768 h 222077"/>
              <a:gd name="csX2" fmla="*/ 119344 w 522466"/>
              <a:gd name="csY2" fmla="*/ 15600 h 222077"/>
              <a:gd name="csX3" fmla="*/ 21021 w 522466"/>
              <a:gd name="csY3" fmla="*/ 45097 h 222077"/>
              <a:gd name="csX4" fmla="*/ 1357 w 522466"/>
              <a:gd name="csY4" fmla="*/ 74593 h 222077"/>
              <a:gd name="csX5" fmla="*/ 50518 w 522466"/>
              <a:gd name="csY5" fmla="*/ 163084 h 222077"/>
              <a:gd name="csX6" fmla="*/ 99679 w 522466"/>
              <a:gd name="csY6" fmla="*/ 192581 h 222077"/>
              <a:gd name="csX7" fmla="*/ 394647 w 522466"/>
              <a:gd name="csY7" fmla="*/ 222077 h 222077"/>
              <a:gd name="csX8" fmla="*/ 512634 w 522466"/>
              <a:gd name="csY8" fmla="*/ 172916 h 222077"/>
              <a:gd name="csX9" fmla="*/ 522466 w 522466"/>
              <a:gd name="csY9" fmla="*/ 143419 h 222077"/>
              <a:gd name="csX10" fmla="*/ 492970 w 522466"/>
              <a:gd name="csY10" fmla="*/ 45097 h 222077"/>
              <a:gd name="csX11" fmla="*/ 473305 w 522466"/>
              <a:gd name="csY11" fmla="*/ 15600 h 2220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22466" h="222077">
                <a:moveTo>
                  <a:pt x="473305" y="15600"/>
                </a:moveTo>
                <a:cubicBezTo>
                  <a:pt x="424144" y="9045"/>
                  <a:pt x="430737" y="-9248"/>
                  <a:pt x="198002" y="5768"/>
                </a:cubicBezTo>
                <a:cubicBezTo>
                  <a:pt x="171633" y="7469"/>
                  <a:pt x="145408" y="11256"/>
                  <a:pt x="119344" y="15600"/>
                </a:cubicBezTo>
                <a:cubicBezTo>
                  <a:pt x="89622" y="20554"/>
                  <a:pt x="47251" y="36354"/>
                  <a:pt x="21021" y="45097"/>
                </a:cubicBezTo>
                <a:cubicBezTo>
                  <a:pt x="14466" y="54929"/>
                  <a:pt x="2662" y="62849"/>
                  <a:pt x="1357" y="74593"/>
                </a:cubicBezTo>
                <a:cubicBezTo>
                  <a:pt x="-4974" y="131576"/>
                  <a:pt x="10741" y="136566"/>
                  <a:pt x="50518" y="163084"/>
                </a:cubicBezTo>
                <a:cubicBezTo>
                  <a:pt x="66419" y="173685"/>
                  <a:pt x="81842" y="185721"/>
                  <a:pt x="99679" y="192581"/>
                </a:cubicBezTo>
                <a:cubicBezTo>
                  <a:pt x="189345" y="227068"/>
                  <a:pt x="308947" y="218182"/>
                  <a:pt x="394647" y="222077"/>
                </a:cubicBezTo>
                <a:cubicBezTo>
                  <a:pt x="441588" y="210342"/>
                  <a:pt x="480555" y="211411"/>
                  <a:pt x="512634" y="172916"/>
                </a:cubicBezTo>
                <a:cubicBezTo>
                  <a:pt x="519269" y="164954"/>
                  <a:pt x="519189" y="153251"/>
                  <a:pt x="522466" y="143419"/>
                </a:cubicBezTo>
                <a:cubicBezTo>
                  <a:pt x="506691" y="48770"/>
                  <a:pt x="524147" y="117843"/>
                  <a:pt x="492970" y="45097"/>
                </a:cubicBezTo>
                <a:cubicBezTo>
                  <a:pt x="473825" y="425"/>
                  <a:pt x="522466" y="22155"/>
                  <a:pt x="473305" y="15600"/>
                </a:cubicBezTo>
                <a:close/>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1B7CCD46-EAD9-7BB3-138E-DC8F9785C533}"/>
              </a:ext>
            </a:extLst>
          </p:cNvPr>
          <p:cNvCxnSpPr/>
          <p:nvPr/>
        </p:nvCxnSpPr>
        <p:spPr>
          <a:xfrm flipV="1">
            <a:off x="4513006" y="4680155"/>
            <a:ext cx="2698567" cy="471948"/>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6CEF064-EA10-FFF2-876C-2F44C271342A}"/>
              </a:ext>
            </a:extLst>
          </p:cNvPr>
          <p:cNvCxnSpPr/>
          <p:nvPr/>
        </p:nvCxnSpPr>
        <p:spPr>
          <a:xfrm flipV="1">
            <a:off x="4513006" y="4916129"/>
            <a:ext cx="2624868" cy="541742"/>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2C0F9EC-E0E3-DC4A-57C5-535B2353ABE3}"/>
              </a:ext>
            </a:extLst>
          </p:cNvPr>
          <p:cNvCxnSpPr/>
          <p:nvPr/>
        </p:nvCxnSpPr>
        <p:spPr>
          <a:xfrm flipV="1">
            <a:off x="4513006" y="5152103"/>
            <a:ext cx="2624868" cy="501445"/>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2AACB700-0685-A7ED-9F50-C4406EA53D1B}"/>
              </a:ext>
            </a:extLst>
          </p:cNvPr>
          <p:cNvCxnSpPr/>
          <p:nvPr/>
        </p:nvCxnSpPr>
        <p:spPr>
          <a:xfrm flipV="1">
            <a:off x="4513006" y="5358581"/>
            <a:ext cx="2624868" cy="540774"/>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256EFB5-D008-3523-E596-C25DB309A08F}"/>
              </a:ext>
            </a:extLst>
          </p:cNvPr>
          <p:cNvCxnSpPr/>
          <p:nvPr/>
        </p:nvCxnSpPr>
        <p:spPr>
          <a:xfrm flipV="1">
            <a:off x="4513006" y="5653548"/>
            <a:ext cx="2624868" cy="452284"/>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3F0E95C6-23E4-BF02-6C3C-D4E579664E76}"/>
              </a:ext>
            </a:extLst>
          </p:cNvPr>
          <p:cNvCxnSpPr/>
          <p:nvPr/>
        </p:nvCxnSpPr>
        <p:spPr>
          <a:xfrm flipV="1">
            <a:off x="4513006" y="5840361"/>
            <a:ext cx="2684207" cy="471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1F0B77FC-0FBD-F098-3DED-603CD5CB4643}"/>
              </a:ext>
            </a:extLst>
          </p:cNvPr>
          <p:cNvCxnSpPr/>
          <p:nvPr/>
        </p:nvCxnSpPr>
        <p:spPr>
          <a:xfrm flipV="1">
            <a:off x="4513006" y="6046839"/>
            <a:ext cx="2684207" cy="471948"/>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30E3A3B-9CF3-A270-DCD4-4204619D2202}"/>
              </a:ext>
            </a:extLst>
          </p:cNvPr>
          <p:cNvCxnSpPr/>
          <p:nvPr/>
        </p:nvCxnSpPr>
        <p:spPr>
          <a:xfrm flipV="1">
            <a:off x="4513006" y="6312310"/>
            <a:ext cx="2684207" cy="44614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56179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508B9E8-BD55-8C46-5F7F-630956DD887F}"/>
              </a:ext>
            </a:extLst>
          </p:cNvPr>
          <p:cNvGrpSpPr/>
          <p:nvPr/>
        </p:nvGrpSpPr>
        <p:grpSpPr>
          <a:xfrm>
            <a:off x="656916" y="1612599"/>
            <a:ext cx="2459910" cy="4276923"/>
            <a:chOff x="3143250" y="2519319"/>
            <a:chExt cx="1714501" cy="3181718"/>
          </a:xfrm>
        </p:grpSpPr>
        <p:pic>
          <p:nvPicPr>
            <p:cNvPr id="3" name="Picture 2">
              <a:extLst>
                <a:ext uri="{FF2B5EF4-FFF2-40B4-BE49-F238E27FC236}">
                  <a16:creationId xmlns:a16="http://schemas.microsoft.com/office/drawing/2014/main" id="{0F66F23D-CB9C-6330-37E5-74A8BBC1C446}"/>
                </a:ext>
              </a:extLst>
            </p:cNvPr>
            <p:cNvPicPr>
              <a:picLocks noChangeAspect="1"/>
            </p:cNvPicPr>
            <p:nvPr/>
          </p:nvPicPr>
          <p:blipFill>
            <a:blip r:embed="rId2"/>
            <a:srcRect l="5674" r="72106"/>
            <a:stretch>
              <a:fillRect/>
            </a:stretch>
          </p:blipFill>
          <p:spPr>
            <a:xfrm>
              <a:off x="3143250" y="2519319"/>
              <a:ext cx="971550" cy="3181718"/>
            </a:xfrm>
            <a:prstGeom prst="rect">
              <a:avLst/>
            </a:prstGeom>
          </p:spPr>
        </p:pic>
        <p:pic>
          <p:nvPicPr>
            <p:cNvPr id="4" name="Picture 3">
              <a:extLst>
                <a:ext uri="{FF2B5EF4-FFF2-40B4-BE49-F238E27FC236}">
                  <a16:creationId xmlns:a16="http://schemas.microsoft.com/office/drawing/2014/main" id="{4FBF2CEB-D37C-577D-0DD2-33F45B737F30}"/>
                </a:ext>
              </a:extLst>
            </p:cNvPr>
            <p:cNvPicPr>
              <a:picLocks noChangeAspect="1"/>
            </p:cNvPicPr>
            <p:nvPr/>
          </p:nvPicPr>
          <p:blipFill>
            <a:blip r:embed="rId2"/>
            <a:srcRect l="83008"/>
            <a:stretch>
              <a:fillRect/>
            </a:stretch>
          </p:blipFill>
          <p:spPr>
            <a:xfrm>
              <a:off x="4114800" y="2519319"/>
              <a:ext cx="742951" cy="3181718"/>
            </a:xfrm>
            <a:prstGeom prst="rect">
              <a:avLst/>
            </a:prstGeom>
          </p:spPr>
        </p:pic>
      </p:grpSp>
      <p:sp>
        <p:nvSpPr>
          <p:cNvPr id="5" name="TextBox 4">
            <a:extLst>
              <a:ext uri="{FF2B5EF4-FFF2-40B4-BE49-F238E27FC236}">
                <a16:creationId xmlns:a16="http://schemas.microsoft.com/office/drawing/2014/main" id="{D96E8E33-7E0F-50CB-B12A-39C420483BBC}"/>
              </a:ext>
            </a:extLst>
          </p:cNvPr>
          <p:cNvSpPr txBox="1"/>
          <p:nvPr/>
        </p:nvSpPr>
        <p:spPr>
          <a:xfrm>
            <a:off x="967248" y="539687"/>
            <a:ext cx="2808339" cy="400110"/>
          </a:xfrm>
          <a:prstGeom prst="rect">
            <a:avLst/>
          </a:prstGeom>
          <a:noFill/>
        </p:spPr>
        <p:txBody>
          <a:bodyPr wrap="square" rtlCol="0">
            <a:spAutoFit/>
          </a:bodyPr>
          <a:lstStyle/>
          <a:p>
            <a:r>
              <a:rPr lang="en-US" sz="2000" dirty="0" err="1">
                <a:solidFill>
                  <a:srgbClr val="C00000"/>
                </a:solidFill>
              </a:rPr>
              <a:t>Restoration_areas</a:t>
            </a:r>
            <a:endParaRPr lang="en-US" sz="2000" dirty="0">
              <a:solidFill>
                <a:srgbClr val="C00000"/>
              </a:solidFill>
            </a:endParaRPr>
          </a:p>
        </p:txBody>
      </p:sp>
      <p:pic>
        <p:nvPicPr>
          <p:cNvPr id="7" name="Picture 6">
            <a:extLst>
              <a:ext uri="{FF2B5EF4-FFF2-40B4-BE49-F238E27FC236}">
                <a16:creationId xmlns:a16="http://schemas.microsoft.com/office/drawing/2014/main" id="{8ACFA6E7-166E-E7FE-CAF7-7928DD5CFD15}"/>
              </a:ext>
            </a:extLst>
          </p:cNvPr>
          <p:cNvPicPr>
            <a:picLocks noChangeAspect="1"/>
          </p:cNvPicPr>
          <p:nvPr/>
        </p:nvPicPr>
        <p:blipFill>
          <a:blip r:embed="rId3"/>
          <a:stretch>
            <a:fillRect/>
          </a:stretch>
        </p:blipFill>
        <p:spPr>
          <a:xfrm>
            <a:off x="5030037" y="1518618"/>
            <a:ext cx="4155485" cy="3662982"/>
          </a:xfrm>
          <a:prstGeom prst="rect">
            <a:avLst/>
          </a:prstGeom>
        </p:spPr>
      </p:pic>
      <p:cxnSp>
        <p:nvCxnSpPr>
          <p:cNvPr id="9" name="Straight Arrow Connector 8">
            <a:extLst>
              <a:ext uri="{FF2B5EF4-FFF2-40B4-BE49-F238E27FC236}">
                <a16:creationId xmlns:a16="http://schemas.microsoft.com/office/drawing/2014/main" id="{D86D96E0-D204-FC11-89F3-A492F64E25A2}"/>
              </a:ext>
            </a:extLst>
          </p:cNvPr>
          <p:cNvCxnSpPr/>
          <p:nvPr/>
        </p:nvCxnSpPr>
        <p:spPr>
          <a:xfrm flipV="1">
            <a:off x="3116826" y="2605548"/>
            <a:ext cx="2595716" cy="226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80429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7A83F-1EE6-4FAA-F371-FE942A8D283E}"/>
              </a:ext>
            </a:extLst>
          </p:cNvPr>
          <p:cNvPicPr>
            <a:picLocks noChangeAspect="1"/>
          </p:cNvPicPr>
          <p:nvPr/>
        </p:nvPicPr>
        <p:blipFill>
          <a:blip r:embed="rId2"/>
          <a:stretch>
            <a:fillRect/>
          </a:stretch>
        </p:blipFill>
        <p:spPr>
          <a:xfrm>
            <a:off x="6676702" y="1321087"/>
            <a:ext cx="2724530" cy="1171739"/>
          </a:xfrm>
          <a:prstGeom prst="rect">
            <a:avLst/>
          </a:prstGeom>
        </p:spPr>
      </p:pic>
      <p:pic>
        <p:nvPicPr>
          <p:cNvPr id="5" name="Picture 4">
            <a:extLst>
              <a:ext uri="{FF2B5EF4-FFF2-40B4-BE49-F238E27FC236}">
                <a16:creationId xmlns:a16="http://schemas.microsoft.com/office/drawing/2014/main" id="{E7EB4477-ADC5-E228-056C-8D46FCF4FB68}"/>
              </a:ext>
            </a:extLst>
          </p:cNvPr>
          <p:cNvPicPr>
            <a:picLocks noChangeAspect="1"/>
          </p:cNvPicPr>
          <p:nvPr/>
        </p:nvPicPr>
        <p:blipFill>
          <a:blip r:embed="rId3"/>
          <a:stretch>
            <a:fillRect/>
          </a:stretch>
        </p:blipFill>
        <p:spPr>
          <a:xfrm>
            <a:off x="6387799" y="3793595"/>
            <a:ext cx="3019846" cy="1143160"/>
          </a:xfrm>
          <a:prstGeom prst="rect">
            <a:avLst/>
          </a:prstGeom>
        </p:spPr>
      </p:pic>
      <p:grpSp>
        <p:nvGrpSpPr>
          <p:cNvPr id="9" name="Group 8">
            <a:extLst>
              <a:ext uri="{FF2B5EF4-FFF2-40B4-BE49-F238E27FC236}">
                <a16:creationId xmlns:a16="http://schemas.microsoft.com/office/drawing/2014/main" id="{352113D3-5730-C2F9-08D2-96952DFCFCC7}"/>
              </a:ext>
            </a:extLst>
          </p:cNvPr>
          <p:cNvGrpSpPr/>
          <p:nvPr/>
        </p:nvGrpSpPr>
        <p:grpSpPr>
          <a:xfrm>
            <a:off x="1418747" y="1028077"/>
            <a:ext cx="2641976" cy="1757760"/>
            <a:chOff x="4220940" y="1280408"/>
            <a:chExt cx="2834377" cy="1991003"/>
          </a:xfrm>
        </p:grpSpPr>
        <p:pic>
          <p:nvPicPr>
            <p:cNvPr id="7" name="Picture 6">
              <a:extLst>
                <a:ext uri="{FF2B5EF4-FFF2-40B4-BE49-F238E27FC236}">
                  <a16:creationId xmlns:a16="http://schemas.microsoft.com/office/drawing/2014/main" id="{FEFFD752-550B-8CBD-B11E-5E86CF1A01F5}"/>
                </a:ext>
              </a:extLst>
            </p:cNvPr>
            <p:cNvPicPr>
              <a:picLocks noChangeAspect="1"/>
            </p:cNvPicPr>
            <p:nvPr/>
          </p:nvPicPr>
          <p:blipFill>
            <a:blip r:embed="rId4"/>
            <a:srcRect r="83753"/>
            <a:stretch>
              <a:fillRect/>
            </a:stretch>
          </p:blipFill>
          <p:spPr>
            <a:xfrm>
              <a:off x="4220940" y="1280408"/>
              <a:ext cx="1471938" cy="1991003"/>
            </a:xfrm>
            <a:prstGeom prst="rect">
              <a:avLst/>
            </a:prstGeom>
          </p:spPr>
        </p:pic>
        <p:pic>
          <p:nvPicPr>
            <p:cNvPr id="8" name="Picture 7">
              <a:extLst>
                <a:ext uri="{FF2B5EF4-FFF2-40B4-BE49-F238E27FC236}">
                  <a16:creationId xmlns:a16="http://schemas.microsoft.com/office/drawing/2014/main" id="{85373A4C-B169-7165-8E7D-E99179D54223}"/>
                </a:ext>
              </a:extLst>
            </p:cNvPr>
            <p:cNvPicPr>
              <a:picLocks noChangeAspect="1"/>
            </p:cNvPicPr>
            <p:nvPr/>
          </p:nvPicPr>
          <p:blipFill>
            <a:blip r:embed="rId4"/>
            <a:srcRect l="84961"/>
            <a:stretch>
              <a:fillRect/>
            </a:stretch>
          </p:blipFill>
          <p:spPr>
            <a:xfrm>
              <a:off x="5692878" y="1280408"/>
              <a:ext cx="1362439" cy="1991003"/>
            </a:xfrm>
            <a:prstGeom prst="rect">
              <a:avLst/>
            </a:prstGeom>
          </p:spPr>
        </p:pic>
      </p:grpSp>
      <p:grpSp>
        <p:nvGrpSpPr>
          <p:cNvPr id="13" name="Group 12">
            <a:extLst>
              <a:ext uri="{FF2B5EF4-FFF2-40B4-BE49-F238E27FC236}">
                <a16:creationId xmlns:a16="http://schemas.microsoft.com/office/drawing/2014/main" id="{8B3B79A2-6638-FDFA-88F8-7060B010DF6A}"/>
              </a:ext>
            </a:extLst>
          </p:cNvPr>
          <p:cNvGrpSpPr/>
          <p:nvPr/>
        </p:nvGrpSpPr>
        <p:grpSpPr>
          <a:xfrm>
            <a:off x="1724228" y="3718908"/>
            <a:ext cx="2609522" cy="1590897"/>
            <a:chOff x="8454054" y="4741464"/>
            <a:chExt cx="2609522" cy="1590897"/>
          </a:xfrm>
        </p:grpSpPr>
        <p:pic>
          <p:nvPicPr>
            <p:cNvPr id="11" name="Picture 10">
              <a:extLst>
                <a:ext uri="{FF2B5EF4-FFF2-40B4-BE49-F238E27FC236}">
                  <a16:creationId xmlns:a16="http://schemas.microsoft.com/office/drawing/2014/main" id="{E8BD4FEE-78C5-753E-8497-30D0967692E2}"/>
                </a:ext>
              </a:extLst>
            </p:cNvPr>
            <p:cNvPicPr>
              <a:picLocks noChangeAspect="1"/>
            </p:cNvPicPr>
            <p:nvPr/>
          </p:nvPicPr>
          <p:blipFill>
            <a:blip r:embed="rId5"/>
            <a:srcRect r="82835"/>
            <a:stretch>
              <a:fillRect/>
            </a:stretch>
          </p:blipFill>
          <p:spPr>
            <a:xfrm>
              <a:off x="8454054" y="4741464"/>
              <a:ext cx="1506023" cy="1590897"/>
            </a:xfrm>
            <a:prstGeom prst="rect">
              <a:avLst/>
            </a:prstGeom>
          </p:spPr>
        </p:pic>
        <p:pic>
          <p:nvPicPr>
            <p:cNvPr id="12" name="Picture 11">
              <a:extLst>
                <a:ext uri="{FF2B5EF4-FFF2-40B4-BE49-F238E27FC236}">
                  <a16:creationId xmlns:a16="http://schemas.microsoft.com/office/drawing/2014/main" id="{C1F6410F-27DE-3A4B-7F37-20A23960EF81}"/>
                </a:ext>
              </a:extLst>
            </p:cNvPr>
            <p:cNvPicPr>
              <a:picLocks noChangeAspect="1"/>
            </p:cNvPicPr>
            <p:nvPr/>
          </p:nvPicPr>
          <p:blipFill>
            <a:blip r:embed="rId5"/>
            <a:srcRect l="87423"/>
            <a:stretch>
              <a:fillRect/>
            </a:stretch>
          </p:blipFill>
          <p:spPr>
            <a:xfrm>
              <a:off x="9960077" y="4741464"/>
              <a:ext cx="1103499" cy="1590897"/>
            </a:xfrm>
            <a:prstGeom prst="rect">
              <a:avLst/>
            </a:prstGeom>
          </p:spPr>
        </p:pic>
      </p:grpSp>
    </p:spTree>
    <p:extLst>
      <p:ext uri="{BB962C8B-B14F-4D97-AF65-F5344CB8AC3E}">
        <p14:creationId xmlns:p14="http://schemas.microsoft.com/office/powerpoint/2010/main" val="3560091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1d0e217-264e-400a-8ba0-57dcc127d72d}" enabled="0" method="" siteId="{11d0e217-264e-400a-8ba0-57dcc127d72d}" removed="1"/>
</clbl:labelList>
</file>

<file path=docProps/app.xml><?xml version="1.0" encoding="utf-8"?>
<Properties xmlns="http://schemas.openxmlformats.org/officeDocument/2006/extended-properties" xmlns:vt="http://schemas.openxmlformats.org/officeDocument/2006/docPropsVTypes">
  <TotalTime>26907</TotalTime>
  <Words>4904</Words>
  <Application>Microsoft Office PowerPoint</Application>
  <PresentationFormat>Widescreen</PresentationFormat>
  <Paragraphs>1167</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Aptos</vt:lpstr>
      <vt:lpstr>Aptos Display</vt:lpstr>
      <vt:lpstr>Aptos Narrow</vt:lpstr>
      <vt:lpstr>Arial</vt:lpstr>
      <vt:lpstr>Calibri</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Pete Dowty</dc:creator>
  <cp:keywords/>
  <dc:description/>
  <cp:lastModifiedBy>DOWTY, PETER (DNR)</cp:lastModifiedBy>
  <cp:revision>36</cp:revision>
  <dcterms:created xsi:type="dcterms:W3CDTF">2026-02-18T17:07:24Z</dcterms:created>
  <dcterms:modified xsi:type="dcterms:W3CDTF">2026-08-12T21:07:38Z</dcterms:modified>
  <cp:category/>
</cp:coreProperties>
</file>