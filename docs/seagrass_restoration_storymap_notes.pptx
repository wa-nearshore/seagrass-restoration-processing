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33" r:id="rId12"/>
    <p:sldId id="334" r:id="rId13"/>
    <p:sldId id="335" r:id="rId14"/>
    <p:sldId id="336" r:id="rId15"/>
    <p:sldId id="331" r:id="rId16"/>
    <p:sldId id="309" r:id="rId17"/>
    <p:sldId id="302" r:id="rId18"/>
    <p:sldId id="320" r:id="rId19"/>
    <p:sldId id="308" r:id="rId20"/>
    <p:sldId id="305" r:id="rId21"/>
    <p:sldId id="327" r:id="rId22"/>
    <p:sldId id="328" r:id="rId23"/>
    <p:sldId id="317" r:id="rId24"/>
    <p:sldId id="306" r:id="rId25"/>
    <p:sldId id="323" r:id="rId26"/>
    <p:sldId id="325" r:id="rId27"/>
    <p:sldId id="324" r:id="rId28"/>
    <p:sldId id="326" r:id="rId29"/>
    <p:sldId id="329" r:id="rId30"/>
    <p:sldId id="330" r:id="rId31"/>
    <p:sldId id="316" r:id="rId32"/>
    <p:sldId id="332" r:id="rId33"/>
    <p:sldId id="321" r:id="rId34"/>
    <p:sldId id="319" r:id="rId35"/>
    <p:sldId id="291" r:id="rId36"/>
    <p:sldId id="294" r:id="rId37"/>
    <p:sldId id="287" r:id="rId38"/>
    <p:sldId id="315" r:id="rId39"/>
    <p:sldId id="281" r:id="rId40"/>
    <p:sldId id="292" r:id="rId41"/>
    <p:sldId id="283" r:id="rId42"/>
    <p:sldId id="322" r:id="rId43"/>
    <p:sldId id="318" r:id="rId44"/>
    <p:sldId id="284" r:id="rId45"/>
    <p:sldId id="295" r:id="rId46"/>
    <p:sldId id="297" r:id="rId47"/>
    <p:sldId id="288" r:id="rId48"/>
    <p:sldId id="289" r:id="rId49"/>
    <p:sldId id="273" r:id="rId50"/>
    <p:sldId id="271" r:id="rId51"/>
    <p:sldId id="272" r:id="rId52"/>
    <p:sldId id="276" r:id="rId53"/>
    <p:sldId id="277" r:id="rId54"/>
    <p:sldId id="274" r:id="rId55"/>
    <p:sldId id="278" r:id="rId56"/>
    <p:sldId id="280" r:id="rId57"/>
    <p:sldId id="286" r:id="rId58"/>
    <p:sldId id="282" r:id="rId59"/>
    <p:sldId id="285" r:id="rId60"/>
    <p:sldId id="275" r:id="rId61"/>
    <p:sldId id="270" r:id="rId62"/>
    <p:sldId id="265" r:id="rId63"/>
    <p:sldId id="268" r:id="rId64"/>
    <p:sldId id="269" r:id="rId65"/>
    <p:sldId id="267" r:id="rId66"/>
    <p:sldId id="266" r:id="rId67"/>
    <p:sldId id="257" r:id="rId68"/>
    <p:sldId id="258" r:id="rId69"/>
    <p:sldId id="259" r:id="rId70"/>
    <p:sldId id="260" r:id="rId71"/>
    <p:sldId id="261" r:id="rId72"/>
    <p:sldId id="262" r:id="rId73"/>
    <p:sldId id="263" r:id="rId74"/>
    <p:sldId id="264"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FC"/>
    <a:srgbClr val="DBF0F9"/>
    <a:srgbClr val="E7F7E1"/>
    <a:srgbClr val="F0FAEC"/>
    <a:srgbClr val="FDF3ED"/>
    <a:srgbClr val="E2F3FA"/>
    <a:srgbClr val="FF0000"/>
    <a:srgbClr val="FFFFFF"/>
    <a:srgbClr val="BC9BA0"/>
    <a:srgbClr val="FB7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96"/>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8-07T20:17:15.222" v="22524" actId="20577"/>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27T14:04:21.838" v="21806" actId="1410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8-06T14:41:58.759" v="22361" actId="20577"/>
        <pc:sldMkLst>
          <pc:docMk/>
          <pc:sldMk cId="2602005344" sldId="306"/>
        </pc:sldMkLst>
        <pc:spChg chg="add mod">
          <ac:chgData name="DOWTY, PETER (DNR)" userId="01cf875a-4e15-4928-8f93-7a0dfa1efb6b" providerId="ADAL" clId="{E9054DD1-CDF4-4BE2-A4C5-BD4B0395A89E}" dt="2026-08-06T14:41:58.759" v="22361"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sldChg>
      <pc:sldChg chg="addSp modSp mod">
        <pc:chgData name="DOWTY, PETER (DNR)" userId="01cf875a-4e15-4928-8f93-7a0dfa1efb6b" providerId="ADAL" clId="{E9054DD1-CDF4-4BE2-A4C5-BD4B0395A89E}" dt="2026-08-07T20:17:15.222" v="22524" actId="20577"/>
        <pc:sldMkLst>
          <pc:docMk/>
          <pc:sldMk cId="82484586" sldId="313"/>
        </pc:sldMkLst>
        <pc:spChg chg="add mod">
          <ac:chgData name="DOWTY, PETER (DNR)" userId="01cf875a-4e15-4928-8f93-7a0dfa1efb6b" providerId="ADAL" clId="{E9054DD1-CDF4-4BE2-A4C5-BD4B0395A89E}" dt="2026-08-07T20:17:15.222" v="22524" actId="20577"/>
          <ac:spMkLst>
            <pc:docMk/>
            <pc:sldMk cId="82484586" sldId="313"/>
            <ac:spMk id="2" creationId="{6702C91B-830F-E4FC-80D8-C4C0B37FAA36}"/>
          </ac:spMkLst>
        </pc:spChg>
      </pc:sldChg>
      <pc:sldChg chg="new ord setBg">
        <pc:chgData name="DOWTY, PETER (DNR)" userId="01cf875a-4e15-4928-8f93-7a0dfa1efb6b" providerId="ADAL" clId="{E9054DD1-CDF4-4BE2-A4C5-BD4B0395A89E}" dt="2026-07-24T17:03:00.162" v="21227"/>
        <pc:sldMkLst>
          <pc:docMk/>
          <pc:sldMk cId="717612022" sldId="316"/>
        </pc:sldMkLst>
      </pc:sldChg>
      <pc:sldChg chg="addSp new mod ord">
        <pc:chgData name="DOWTY, PETER (DNR)" userId="01cf875a-4e15-4928-8f93-7a0dfa1efb6b" providerId="ADAL" clId="{E9054DD1-CDF4-4BE2-A4C5-BD4B0395A89E}" dt="2026-07-15T16:10:22.712" v="20939"/>
        <pc:sldMkLst>
          <pc:docMk/>
          <pc:sldMk cId="4106245613" sldId="319"/>
        </pc:sldMkLst>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7-27T14:34:11.109" v="21808"/>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pc:chgData name="DOWTY, PETER (DNR)" userId="01cf875a-4e15-4928-8f93-7a0dfa1efb6b" providerId="ADAL" clId="{E9054DD1-CDF4-4BE2-A4C5-BD4B0395A89E}" dt="2026-08-06T14:40:29.194" v="22329" actId="207"/>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pChg chg="add mod">
          <ac:chgData name="DOWTY, PETER (DNR)" userId="01cf875a-4e15-4928-8f93-7a0dfa1efb6b" providerId="ADAL" clId="{E9054DD1-CDF4-4BE2-A4C5-BD4B0395A89E}" dt="2026-08-06T14:39:54.413" v="22309" actId="1076"/>
          <ac:spMkLst>
            <pc:docMk/>
            <pc:sldMk cId="2123458636" sldId="333"/>
            <ac:spMk id="48" creationId="{1DD5F6C1-8E8B-C1CE-FC4F-5779B9946709}"/>
          </ac:spMkLst>
        </pc:spChg>
        <pc:spChg chg="add mod">
          <ac:chgData name="DOWTY, PETER (DNR)" userId="01cf875a-4e15-4928-8f93-7a0dfa1efb6b" providerId="ADAL" clId="{E9054DD1-CDF4-4BE2-A4C5-BD4B0395A89E}" dt="2026-08-06T14:40:29.194" v="22329" actId="207"/>
          <ac:spMkLst>
            <pc:docMk/>
            <pc:sldMk cId="2123458636" sldId="333"/>
            <ac:spMk id="53" creationId="{9112933D-E2E5-A2BF-3F71-147A3FAF6C9D}"/>
          </ac:spMkLst>
        </pc:spChg>
      </pc:sldChg>
      <pc:sldChg chg="addSp modSp add mod">
        <pc:chgData name="DOWTY, PETER (DNR)" userId="01cf875a-4e15-4928-8f93-7a0dfa1efb6b" providerId="ADAL" clId="{E9054DD1-CDF4-4BE2-A4C5-BD4B0395A89E}" dt="2026-08-06T14:40:42.855" v="22331" actId="1076"/>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add mod">
          <ac:chgData name="DOWTY, PETER (DNR)" userId="01cf875a-4e15-4928-8f93-7a0dfa1efb6b" providerId="ADAL" clId="{E9054DD1-CDF4-4BE2-A4C5-BD4B0395A89E}" dt="2026-08-06T14:40:42.855" v="22331" actId="1076"/>
          <ac:spMkLst>
            <pc:docMk/>
            <pc:sldMk cId="1244049411" sldId="334"/>
            <ac:spMk id="50" creationId="{A1A37F00-78B2-3FF1-2B78-C5CE25131804}"/>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pc:chgData name="DOWTY, PETER (DNR)" userId="01cf875a-4e15-4928-8f93-7a0dfa1efb6b" providerId="ADAL" clId="{E9054DD1-CDF4-4BE2-A4C5-BD4B0395A89E}" dt="2026-07-30T18:20:47.864" v="22254" actId="207"/>
        <pc:sldMkLst>
          <pc:docMk/>
          <pc:sldMk cId="843958716" sldId="335"/>
        </pc:sldMkLst>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30T18:20:12.670" v="22252" actId="693"/>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30T18:20:47.864" v="22254" actId="20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30T18:20:24.629" v="22253" actId="693"/>
          <ac:cxnSpMkLst>
            <pc:docMk/>
            <pc:sldMk cId="843958716" sldId="335"/>
            <ac:cxnSpMk id="26" creationId="{1ADACAFF-3157-CB0B-F47B-DF5B0A74FE16}"/>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pc:chgData name="DOWTY, PETER (DNR)" userId="01cf875a-4e15-4928-8f93-7a0dfa1efb6b" providerId="ADAL" clId="{E9054DD1-CDF4-4BE2-A4C5-BD4B0395A89E}" dt="2026-07-28T15:29:34.758" v="22251" actId="1076"/>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19T14:28:26.671" v="5193" actId="20577"/>
      <pc:docMkLst>
        <pc:docMk/>
      </pc:docMkLst>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8/7/2026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8/7/2026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18.jpeg"/><Relationship Id="rId4" Type="http://schemas.openxmlformats.org/officeDocument/2006/relationships/image" Target="../media/image20.png"/><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23.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24.svg"/></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png"/><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33.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3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45.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3.jp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46.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5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5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jpeg"/><Relationship Id="rId4" Type="http://schemas.openxmlformats.org/officeDocument/2006/relationships/image" Target="../media/image17.png"/></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4" Type="http://schemas.openxmlformats.org/officeDocument/2006/relationships/image" Target="../media/image98.png"/></Relationships>
</file>

<file path=ppt/slides/_rels/slide6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47.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02.tiff"/><Relationship Id="rId7" Type="http://schemas.openxmlformats.org/officeDocument/2006/relationships/image" Target="../media/image106.tiff"/><Relationship Id="rId2" Type="http://schemas.openxmlformats.org/officeDocument/2006/relationships/image" Target="../media/image101.tiff"/><Relationship Id="rId1" Type="http://schemas.openxmlformats.org/officeDocument/2006/relationships/slideLayout" Target="../slideLayouts/slideLayout7.xml"/><Relationship Id="rId6" Type="http://schemas.openxmlformats.org/officeDocument/2006/relationships/image" Target="../media/image105.tiff"/><Relationship Id="rId5" Type="http://schemas.openxmlformats.org/officeDocument/2006/relationships/image" Target="../media/image104.tiff"/><Relationship Id="rId4" Type="http://schemas.openxmlformats.org/officeDocument/2006/relationships/image" Target="../media/image103.tiff"/></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s>
</file>

<file path=ppt/slides/_rels/slide6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7.xml"/><Relationship Id="rId4" Type="http://schemas.openxmlformats.org/officeDocument/2006/relationships/image" Target="../media/image114.png"/></Relationships>
</file>

<file path=ppt/slides/_rels/slide69.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6.png"/><Relationship Id="rId7" Type="http://schemas.openxmlformats.org/officeDocument/2006/relationships/image" Target="../media/image120.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11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22.png"/></Relationships>
</file>

<file path=ppt/slides/_rels/slide7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4" Type="http://schemas.openxmlformats.org/officeDocument/2006/relationships/image" Target="../media/image125.png"/></Relationships>
</file>

<file path=ppt/slides/_rels/slide73.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 Id="rId5" Type="http://schemas.openxmlformats.org/officeDocument/2006/relationships/image" Target="../media/image132.png"/><Relationship Id="rId4" Type="http://schemas.openxmlformats.org/officeDocument/2006/relationships/image" Target="../media/image1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1477328"/>
          </a:xfrm>
          <a:prstGeom prst="rect">
            <a:avLst/>
          </a:prstGeom>
          <a:noFill/>
        </p:spPr>
        <p:txBody>
          <a:bodyPr wrap="square" rtlCol="0">
            <a:spAutoFit/>
          </a:bodyPr>
          <a:lstStyle/>
          <a:p>
            <a:r>
              <a:rPr lang="en-US" dirty="0"/>
              <a:t>Task list</a:t>
            </a:r>
          </a:p>
          <a:p>
            <a:pPr marL="285750" indent="-285750">
              <a:buFontTx/>
              <a:buChar char="-"/>
            </a:pPr>
            <a:r>
              <a:rPr lang="en-US" dirty="0"/>
              <a:t>Move to loading individual packages, rather than </a:t>
            </a:r>
            <a:r>
              <a:rPr lang="en-US" dirty="0" err="1"/>
              <a:t>tidyverse</a:t>
            </a:r>
            <a:endParaRPr lang="en-US" dirty="0"/>
          </a:p>
          <a:p>
            <a:pPr marL="285750" indent="-285750">
              <a:buFontTx/>
              <a:buChar char="-"/>
            </a:pPr>
            <a:r>
              <a:rPr lang="en-US" dirty="0"/>
              <a:t>Add to header records – calling and called functions</a:t>
            </a:r>
          </a:p>
          <a:p>
            <a:pPr marL="285750" indent="-285750">
              <a:buFontTx/>
              <a:buChar char="-"/>
            </a:pPr>
            <a:r>
              <a:rPr lang="en-US" dirty="0"/>
              <a:t>logging</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8" name="TextBox 47">
            <a:extLst>
              <a:ext uri="{FF2B5EF4-FFF2-40B4-BE49-F238E27FC236}">
                <a16:creationId xmlns:a16="http://schemas.microsoft.com/office/drawing/2014/main" id="{1DD5F6C1-8E8B-C1CE-FC4F-5779B9946709}"/>
              </a:ext>
            </a:extLst>
          </p:cNvPr>
          <p:cNvSpPr txBox="1"/>
          <p:nvPr/>
        </p:nvSpPr>
        <p:spPr>
          <a:xfrm>
            <a:off x="9185417" y="1080258"/>
            <a:ext cx="1381335" cy="369332"/>
          </a:xfrm>
          <a:prstGeom prst="rect">
            <a:avLst/>
          </a:prstGeom>
          <a:noFill/>
        </p:spPr>
        <p:txBody>
          <a:bodyPr wrap="square" rtlCol="0">
            <a:spAutoFit/>
          </a:bodyPr>
          <a:lstStyle/>
          <a:p>
            <a:r>
              <a:rPr lang="en-US" dirty="0">
                <a:solidFill>
                  <a:schemeClr val="accent1">
                    <a:lumMod val="40000"/>
                    <a:lumOff val="60000"/>
                  </a:schemeClr>
                </a:solidFill>
              </a:rPr>
              <a:t>file system</a:t>
            </a:r>
          </a:p>
        </p:txBody>
      </p:sp>
      <p:sp>
        <p:nvSpPr>
          <p:cNvPr id="53" name="TextBox 52">
            <a:extLst>
              <a:ext uri="{FF2B5EF4-FFF2-40B4-BE49-F238E27FC236}">
                <a16:creationId xmlns:a16="http://schemas.microsoft.com/office/drawing/2014/main" id="{9112933D-E2E5-A2BF-3F71-147A3FAF6C9D}"/>
              </a:ext>
            </a:extLst>
          </p:cNvPr>
          <p:cNvSpPr txBox="1"/>
          <p:nvPr/>
        </p:nvSpPr>
        <p:spPr>
          <a:xfrm>
            <a:off x="2647098" y="3801057"/>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Tree>
    <p:extLst>
      <p:ext uri="{BB962C8B-B14F-4D97-AF65-F5344CB8AC3E}">
        <p14:creationId xmlns:p14="http://schemas.microsoft.com/office/powerpoint/2010/main" val="2123458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1A37F00-78B2-3FF1-2B78-C5CE25131804}"/>
              </a:ext>
            </a:extLst>
          </p:cNvPr>
          <p:cNvSpPr txBox="1"/>
          <p:nvPr/>
        </p:nvSpPr>
        <p:spPr>
          <a:xfrm>
            <a:off x="3091037" y="3510438"/>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Tree>
    <p:extLst>
      <p:ext uri="{BB962C8B-B14F-4D97-AF65-F5344CB8AC3E}">
        <p14:creationId xmlns:p14="http://schemas.microsoft.com/office/powerpoint/2010/main" val="1244049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EA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9"/>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3958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6140142"/>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r>
              <a:rPr lang="en-US" dirty="0"/>
              <a:t>Use of dev &amp; prod</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23494</TotalTime>
  <Words>4551</Words>
  <Application>Microsoft Office PowerPoint</Application>
  <PresentationFormat>Widescreen</PresentationFormat>
  <Paragraphs>1049</Paragraphs>
  <Slides>74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74</vt:i4>
      </vt:variant>
    </vt:vector>
  </HeadingPairs>
  <TitlesOfParts>
    <vt:vector size="82"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2026-08-07T20:17:25Z</dcterms:modified>
  <cp:category/>
</cp:coreProperties>
</file>