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0" r:id="rId3"/>
    <p:sldId id="291" r:id="rId4"/>
    <p:sldId id="287" r:id="rId5"/>
    <p:sldId id="281" r:id="rId6"/>
    <p:sldId id="292" r:id="rId7"/>
    <p:sldId id="283" r:id="rId8"/>
    <p:sldId id="284" r:id="rId9"/>
    <p:sldId id="288" r:id="rId10"/>
    <p:sldId id="289" r:id="rId11"/>
    <p:sldId id="273" r:id="rId12"/>
    <p:sldId id="271" r:id="rId13"/>
    <p:sldId id="272" r:id="rId14"/>
    <p:sldId id="276" r:id="rId15"/>
    <p:sldId id="277" r:id="rId16"/>
    <p:sldId id="274" r:id="rId17"/>
    <p:sldId id="278" r:id="rId18"/>
    <p:sldId id="280" r:id="rId19"/>
    <p:sldId id="286" r:id="rId20"/>
    <p:sldId id="282" r:id="rId21"/>
    <p:sldId id="285" r:id="rId22"/>
    <p:sldId id="275" r:id="rId23"/>
    <p:sldId id="270" r:id="rId24"/>
    <p:sldId id="265" r:id="rId25"/>
    <p:sldId id="268" r:id="rId26"/>
    <p:sldId id="269" r:id="rId27"/>
    <p:sldId id="267" r:id="rId28"/>
    <p:sldId id="266" r:id="rId29"/>
    <p:sldId id="257" r:id="rId30"/>
    <p:sldId id="258" r:id="rId31"/>
    <p:sldId id="259" r:id="rId32"/>
    <p:sldId id="260" r:id="rId33"/>
    <p:sldId id="261" r:id="rId34"/>
    <p:sldId id="262" r:id="rId35"/>
    <p:sldId id="263" r:id="rId36"/>
    <p:sldId id="26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24" dt="2026-05-20T19:41:03.7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5" d="100"/>
          <a:sy n="95" d="100"/>
        </p:scale>
        <p:origin x="624" y="30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0T19:41:18.780" v="5540" actId="313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  <pc:spChg chg="del">
          <ac:chgData name="DOWTY, PETER (DNR)" userId="01cf875a-4e15-4928-8f93-7a0dfa1efb6b" providerId="ADAL" clId="{E9054DD1-CDF4-4BE2-A4C5-BD4B0395A89E}" dt="2026-05-20T13:44:35.216" v="5334" actId="478"/>
          <ac:spMkLst>
            <pc:docMk/>
            <pc:sldMk cId="4075092185" sldId="256"/>
            <ac:spMk id="3" creationId="{80D427EA-515C-42E8-0F11-2CA483D989DD}"/>
          </ac:spMkLst>
        </pc:spChg>
        <pc:spChg chg="del">
          <ac:chgData name="DOWTY, PETER (DNR)" userId="01cf875a-4e15-4928-8f93-7a0dfa1efb6b" providerId="ADAL" clId="{E9054DD1-CDF4-4BE2-A4C5-BD4B0395A89E}" dt="2026-05-20T13:43:09.115" v="5234" actId="478"/>
          <ac:spMkLst>
            <pc:docMk/>
            <pc:sldMk cId="4075092185" sldId="256"/>
            <ac:spMk id="8" creationId="{66125D79-D5D1-B96E-F44D-2D380737DC4C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del mod">
          <ac:chgData name="DOWTY, PETER (DNR)" userId="01cf875a-4e15-4928-8f93-7a0dfa1efb6b" providerId="ADAL" clId="{E9054DD1-CDF4-4BE2-A4C5-BD4B0395A89E}" dt="2026-05-19T17:08:53.829" v="4599" actId="478"/>
          <ac:spMkLst>
            <pc:docMk/>
            <pc:sldMk cId="3033079533" sldId="284"/>
            <ac:spMk id="2" creationId="{866C63C3-C9BE-DEB1-B8E3-5F33EBFD2D5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add del mod">
          <ac:chgData name="DOWTY, PETER (DNR)" userId="01cf875a-4e15-4928-8f93-7a0dfa1efb6b" providerId="ADAL" clId="{E9054DD1-CDF4-4BE2-A4C5-BD4B0395A89E}" dt="2026-05-19T17:08:55.649" v="4600" actId="478"/>
          <ac:spMkLst>
            <pc:docMk/>
            <pc:sldMk cId="3033079533" sldId="284"/>
            <ac:spMk id="18" creationId="{77997A08-320B-4ADA-319A-1148B7178344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del mod">
          <ac:chgData name="DOWTY, PETER (DNR)" userId="01cf875a-4e15-4928-8f93-7a0dfa1efb6b" providerId="ADAL" clId="{E9054DD1-CDF4-4BE2-A4C5-BD4B0395A89E}" dt="2026-05-20T14:12:22.212" v="5359" actId="478"/>
          <ac:spMkLst>
            <pc:docMk/>
            <pc:sldMk cId="3033079533" sldId="284"/>
            <ac:spMk id="37" creationId="{2BAEC2DB-9EAB-D235-FF81-C08BE7C8C6F1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1T16:54:30.188" v="3101" actId="20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11T16:53:50.024" v="3047" actId="20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del">
          <ac:chgData name="DOWTY, PETER (DNR)" userId="01cf875a-4e15-4928-8f93-7a0dfa1efb6b" providerId="ADAL" clId="{E9054DD1-CDF4-4BE2-A4C5-BD4B0395A89E}" dt="2026-05-20T13:44:50.767" v="5335" actId="478"/>
          <ac:spMkLst>
            <pc:docMk/>
            <pc:sldMk cId="593582493" sldId="290"/>
            <ac:spMk id="3" creationId="{155F3CDE-A5DF-8D44-CEDF-8E075B3EC095}"/>
          </ac:spMkLst>
        </pc:spChg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5" creationId="{3DBA9116-89D3-3D15-BAA3-F8D56F5636DD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6" creationId="{3F1E1C3D-D71C-1035-7DD4-60C680AD0313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7" creationId="{591834C7-914A-D0DC-F1AC-F349060CF176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8" creationId="{21C80B89-C7BE-7A1E-021C-B17D370C2821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9" creationId="{21EDAF61-4F73-10DB-9503-28A98D008B4E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0T19:41:18.780" v="5540" actId="313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del mod">
          <ac:chgData name="DOWTY, PETER (DNR)" userId="01cf875a-4e15-4928-8f93-7a0dfa1efb6b" providerId="ADAL" clId="{E9054DD1-CDF4-4BE2-A4C5-BD4B0395A89E}" dt="2026-05-20T19:40:34.758" v="5463" actId="478"/>
          <ac:spMkLst>
            <pc:docMk/>
            <pc:sldMk cId="3134302452" sldId="292"/>
            <ac:spMk id="3" creationId="{27B50493-8157-D319-BDC4-9D29889BCC4A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customXml" Target="../ink/ink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2.png"/><Relationship Id="rId42" Type="http://schemas.openxmlformats.org/officeDocument/2006/relationships/customXml" Target="../ink/ink23.xml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customXml" Target="../ink/ink78.xml"/><Relationship Id="rId107" Type="http://schemas.openxmlformats.org/officeDocument/2006/relationships/image" Target="../media/image53.png"/><Relationship Id="rId11" Type="http://schemas.openxmlformats.org/officeDocument/2006/relationships/image" Target="../media/image511.png"/><Relationship Id="rId32" Type="http://schemas.openxmlformats.org/officeDocument/2006/relationships/customXml" Target="../ink/ink18.xml"/><Relationship Id="rId53" Type="http://schemas.openxmlformats.org/officeDocument/2006/relationships/image" Target="../media/image26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3.xml"/><Relationship Id="rId43" Type="http://schemas.openxmlformats.org/officeDocument/2006/relationships/image" Target="../media/image21.png"/><Relationship Id="rId118" Type="http://schemas.openxmlformats.org/officeDocument/2006/relationships/customXml" Target="../ink/ink58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4.xml"/><Relationship Id="rId12" Type="http://schemas.openxmlformats.org/officeDocument/2006/relationships/customXml" Target="../ink/ink8.xml"/><Relationship Id="rId17" Type="http://schemas.openxmlformats.org/officeDocument/2006/relationships/image" Target="../media/image810.png"/><Relationship Id="rId33" Type="http://schemas.openxmlformats.org/officeDocument/2006/relationships/image" Target="../media/image16.png"/><Relationship Id="rId38" Type="http://schemas.openxmlformats.org/officeDocument/2006/relationships/customXml" Target="../ink/ink21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3.xml"/><Relationship Id="rId124" Type="http://schemas.openxmlformats.org/officeDocument/2006/relationships/customXml" Target="../ink/ink61.xml"/><Relationship Id="rId129" Type="http://schemas.openxmlformats.org/officeDocument/2006/relationships/image" Target="../media/image64.png"/><Relationship Id="rId54" Type="http://schemas.openxmlformats.org/officeDocument/2006/relationships/customXml" Target="../ink/ink29.xml"/><Relationship Id="rId70" Type="http://schemas.openxmlformats.org/officeDocument/2006/relationships/customXml" Target="../ink/ink34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45" Type="http://schemas.openxmlformats.org/officeDocument/2006/relationships/image" Target="../media/image72.png"/><Relationship Id="rId161" Type="http://schemas.openxmlformats.org/officeDocument/2006/relationships/customXml" Target="../ink/ink79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.xml"/><Relationship Id="rId23" Type="http://schemas.openxmlformats.org/officeDocument/2006/relationships/image" Target="../media/image1111.png"/><Relationship Id="rId28" Type="http://schemas.openxmlformats.org/officeDocument/2006/relationships/customXml" Target="../ink/ink16.xml"/><Relationship Id="rId49" Type="http://schemas.openxmlformats.org/officeDocument/2006/relationships/image" Target="../media/image24.png"/><Relationship Id="rId114" Type="http://schemas.openxmlformats.org/officeDocument/2006/relationships/customXml" Target="../ink/ink56.xml"/><Relationship Id="rId119" Type="http://schemas.openxmlformats.org/officeDocument/2006/relationships/image" Target="../media/image59.png"/><Relationship Id="rId44" Type="http://schemas.openxmlformats.org/officeDocument/2006/relationships/customXml" Target="../ink/ink24.xml"/><Relationship Id="rId60" Type="http://schemas.openxmlformats.org/officeDocument/2006/relationships/customXml" Target="../ink/ink32.xml"/><Relationship Id="rId81" Type="http://schemas.openxmlformats.org/officeDocument/2006/relationships/image" Target="../media/image40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7.xml"/><Relationship Id="rId13" Type="http://schemas.openxmlformats.org/officeDocument/2006/relationships/image" Target="../media/image611.png"/><Relationship Id="rId18" Type="http://schemas.openxmlformats.org/officeDocument/2006/relationships/customXml" Target="../ink/ink11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9.xml"/><Relationship Id="rId50" Type="http://schemas.openxmlformats.org/officeDocument/2006/relationships/customXml" Target="../ink/ink27.xml"/><Relationship Id="rId55" Type="http://schemas.openxmlformats.org/officeDocument/2006/relationships/image" Target="../media/image27.png"/><Relationship Id="rId76" Type="http://schemas.openxmlformats.org/officeDocument/2006/relationships/customXml" Target="../ink/ink37.xml"/><Relationship Id="rId97" Type="http://schemas.openxmlformats.org/officeDocument/2006/relationships/image" Target="../media/image48.png"/><Relationship Id="rId104" Type="http://schemas.openxmlformats.org/officeDocument/2006/relationships/customXml" Target="../ink/ink51.xml"/><Relationship Id="rId120" Type="http://schemas.openxmlformats.org/officeDocument/2006/relationships/customXml" Target="../ink/ink59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2.xml"/><Relationship Id="rId167" Type="http://schemas.openxmlformats.org/officeDocument/2006/relationships/customXml" Target="../ink/ink82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5.xml"/><Relationship Id="rId162" Type="http://schemas.openxmlformats.org/officeDocument/2006/relationships/image" Target="../media/image33.png"/><Relationship Id="rId2" Type="http://schemas.openxmlformats.org/officeDocument/2006/relationships/customXml" Target="../ink/ink3.xml"/><Relationship Id="rId29" Type="http://schemas.openxmlformats.org/officeDocument/2006/relationships/image" Target="../media/image140.png"/><Relationship Id="rId24" Type="http://schemas.openxmlformats.org/officeDocument/2006/relationships/customXml" Target="../ink/ink14.xml"/><Relationship Id="rId40" Type="http://schemas.openxmlformats.org/officeDocument/2006/relationships/customXml" Target="../ink/ink22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4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7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40.xml"/><Relationship Id="rId152" Type="http://schemas.openxmlformats.org/officeDocument/2006/relationships/customXml" Target="../ink/ink75.xml"/><Relationship Id="rId19" Type="http://schemas.openxmlformats.org/officeDocument/2006/relationships/image" Target="../media/image911.png"/><Relationship Id="rId14" Type="http://schemas.openxmlformats.org/officeDocument/2006/relationships/customXml" Target="../ink/ink9.xml"/><Relationship Id="rId30" Type="http://schemas.openxmlformats.org/officeDocument/2006/relationships/customXml" Target="../ink/ink17.xml"/><Relationship Id="rId35" Type="http://schemas.openxmlformats.org/officeDocument/2006/relationships/image" Target="../media/image17.png"/><Relationship Id="rId56" Type="http://schemas.openxmlformats.org/officeDocument/2006/relationships/customXml" Target="../ink/ink30.xml"/><Relationship Id="rId77" Type="http://schemas.openxmlformats.org/officeDocument/2006/relationships/image" Target="../media/image38.png"/><Relationship Id="rId100" Type="http://schemas.openxmlformats.org/officeDocument/2006/relationships/customXml" Target="../ink/ink49.xml"/><Relationship Id="rId105" Type="http://schemas.openxmlformats.org/officeDocument/2006/relationships/image" Target="../media/image52.png"/><Relationship Id="rId126" Type="http://schemas.openxmlformats.org/officeDocument/2006/relationships/customXml" Target="../ink/ink62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6.xml"/><Relationship Id="rId51" Type="http://schemas.openxmlformats.org/officeDocument/2006/relationships/image" Target="../media/image25.png"/><Relationship Id="rId72" Type="http://schemas.openxmlformats.org/officeDocument/2006/relationships/customXml" Target="../ink/ink35.xml"/><Relationship Id="rId93" Type="http://schemas.openxmlformats.org/officeDocument/2006/relationships/image" Target="../media/image46.png"/><Relationship Id="rId98" Type="http://schemas.openxmlformats.org/officeDocument/2006/relationships/customXml" Target="../ink/ink48.xml"/><Relationship Id="rId121" Type="http://schemas.openxmlformats.org/officeDocument/2006/relationships/image" Target="../media/image60.png"/><Relationship Id="rId142" Type="http://schemas.openxmlformats.org/officeDocument/2006/relationships/customXml" Target="../ink/ink70.xml"/><Relationship Id="rId163" Type="http://schemas.openxmlformats.org/officeDocument/2006/relationships/customXml" Target="../ink/ink80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25.xml"/><Relationship Id="rId116" Type="http://schemas.openxmlformats.org/officeDocument/2006/relationships/customXml" Target="../ink/ink57.xml"/><Relationship Id="rId137" Type="http://schemas.openxmlformats.org/officeDocument/2006/relationships/image" Target="../media/image68.png"/><Relationship Id="rId158" Type="http://schemas.openxmlformats.org/officeDocument/2006/relationships/image" Target="../media/image8.png"/><Relationship Id="rId20" Type="http://schemas.openxmlformats.org/officeDocument/2006/relationships/customXml" Target="../ink/ink12.xml"/><Relationship Id="rId41" Type="http://schemas.openxmlformats.org/officeDocument/2006/relationships/image" Target="../media/image20.png"/><Relationship Id="rId62" Type="http://schemas.openxmlformats.org/officeDocument/2006/relationships/customXml" Target="../ink/ink33.xml"/><Relationship Id="rId83" Type="http://schemas.openxmlformats.org/officeDocument/2006/relationships/image" Target="../media/image41.png"/><Relationship Id="rId88" Type="http://schemas.openxmlformats.org/officeDocument/2006/relationships/customXml" Target="../ink/ink43.xml"/><Relationship Id="rId111" Type="http://schemas.openxmlformats.org/officeDocument/2006/relationships/image" Target="../media/image55.png"/><Relationship Id="rId132" Type="http://schemas.openxmlformats.org/officeDocument/2006/relationships/customXml" Target="../ink/ink65.xml"/><Relationship Id="rId153" Type="http://schemas.openxmlformats.org/officeDocument/2006/relationships/image" Target="../media/image76.png"/><Relationship Id="rId15" Type="http://schemas.openxmlformats.org/officeDocument/2006/relationships/image" Target="../media/image711.png"/><Relationship Id="rId36" Type="http://schemas.openxmlformats.org/officeDocument/2006/relationships/customXml" Target="../ink/ink20.xml"/><Relationship Id="rId57" Type="http://schemas.openxmlformats.org/officeDocument/2006/relationships/image" Target="../media/image28.png"/><Relationship Id="rId106" Type="http://schemas.openxmlformats.org/officeDocument/2006/relationships/customXml" Target="../ink/ink52.xml"/><Relationship Id="rId127" Type="http://schemas.openxmlformats.org/officeDocument/2006/relationships/image" Target="../media/image63.png"/><Relationship Id="rId10" Type="http://schemas.openxmlformats.org/officeDocument/2006/relationships/customXml" Target="../ink/ink7.xml"/><Relationship Id="rId31" Type="http://schemas.openxmlformats.org/officeDocument/2006/relationships/image" Target="../media/image150.png"/><Relationship Id="rId52" Type="http://schemas.openxmlformats.org/officeDocument/2006/relationships/customXml" Target="../ink/ink28.xml"/><Relationship Id="rId73" Type="http://schemas.openxmlformats.org/officeDocument/2006/relationships/image" Target="../media/image36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0.xml"/><Relationship Id="rId143" Type="http://schemas.openxmlformats.org/officeDocument/2006/relationships/image" Target="../media/image71.png"/><Relationship Id="rId148" Type="http://schemas.openxmlformats.org/officeDocument/2006/relationships/customXml" Target="../ink/ink73.xml"/><Relationship Id="rId164" Type="http://schemas.openxmlformats.org/officeDocument/2006/relationships/image" Target="../media/image79.png"/><Relationship Id="rId4" Type="http://schemas.openxmlformats.org/officeDocument/2006/relationships/customXml" Target="../ink/ink4.xml"/><Relationship Id="rId9" Type="http://schemas.openxmlformats.org/officeDocument/2006/relationships/image" Target="../media/image411.png"/><Relationship Id="rId26" Type="http://schemas.openxmlformats.org/officeDocument/2006/relationships/customXml" Target="../ink/ink15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5.xml"/><Relationship Id="rId133" Type="http://schemas.openxmlformats.org/officeDocument/2006/relationships/image" Target="../media/image66.png"/><Relationship Id="rId154" Type="http://schemas.openxmlformats.org/officeDocument/2006/relationships/customXml" Target="../ink/ink76.xml"/><Relationship Id="rId16" Type="http://schemas.openxmlformats.org/officeDocument/2006/relationships/customXml" Target="../ink/ink10.xml"/><Relationship Id="rId37" Type="http://schemas.openxmlformats.org/officeDocument/2006/relationships/image" Target="../media/image18.png"/><Relationship Id="rId58" Type="http://schemas.openxmlformats.org/officeDocument/2006/relationships/customXml" Target="../ink/ink31.xml"/><Relationship Id="rId79" Type="http://schemas.openxmlformats.org/officeDocument/2006/relationships/image" Target="../media/image39.png"/><Relationship Id="rId102" Type="http://schemas.openxmlformats.org/officeDocument/2006/relationships/customXml" Target="../ink/ink50.xml"/><Relationship Id="rId123" Type="http://schemas.openxmlformats.org/officeDocument/2006/relationships/image" Target="../media/image61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customXml" Target="../ink/ink81.xml"/><Relationship Id="rId27" Type="http://schemas.openxmlformats.org/officeDocument/2006/relationships/image" Target="../media/image13.png"/><Relationship Id="rId48" Type="http://schemas.openxmlformats.org/officeDocument/2006/relationships/customXml" Target="../ink/ink26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77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91.xml"/><Relationship Id="rId26" Type="http://schemas.openxmlformats.org/officeDocument/2006/relationships/customXml" Target="../ink/ink95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9.xml"/><Relationship Id="rId42" Type="http://schemas.openxmlformats.org/officeDocument/2006/relationships/customXml" Target="../ink/ink103.xml"/><Relationship Id="rId47" Type="http://schemas.openxmlformats.org/officeDocument/2006/relationships/image" Target="../media/image230.png"/><Relationship Id="rId50" Type="http://schemas.openxmlformats.org/officeDocument/2006/relationships/customXml" Target="../ink/ink107.xml"/><Relationship Id="rId7" Type="http://schemas.openxmlformats.org/officeDocument/2006/relationships/image" Target="../media/image310.png"/><Relationship Id="rId2" Type="http://schemas.openxmlformats.org/officeDocument/2006/relationships/customXml" Target="../ink/ink83.xml"/><Relationship Id="rId16" Type="http://schemas.openxmlformats.org/officeDocument/2006/relationships/customXml" Target="../ink/ink90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4.xml"/><Relationship Id="rId32" Type="http://schemas.openxmlformats.org/officeDocument/2006/relationships/customXml" Target="../ink/ink98.xml"/><Relationship Id="rId37" Type="http://schemas.openxmlformats.org/officeDocument/2006/relationships/image" Target="../media/image181.png"/><Relationship Id="rId40" Type="http://schemas.openxmlformats.org/officeDocument/2006/relationships/customXml" Target="../ink/ink102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7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4.xml"/><Relationship Id="rId52" Type="http://schemas.openxmlformats.org/officeDocument/2006/relationships/customXml" Target="../ink/ink108.xml"/><Relationship Id="rId4" Type="http://schemas.openxmlformats.org/officeDocument/2006/relationships/customXml" Target="../ink/ink84.xml"/><Relationship Id="rId9" Type="http://schemas.openxmlformats.org/officeDocument/2006/relationships/image" Target="../media/image410.png"/><Relationship Id="rId14" Type="http://schemas.openxmlformats.org/officeDocument/2006/relationships/customXml" Target="../ink/ink89.xml"/><Relationship Id="rId22" Type="http://schemas.openxmlformats.org/officeDocument/2006/relationships/customXml" Target="../ink/ink93.xml"/><Relationship Id="rId27" Type="http://schemas.openxmlformats.org/officeDocument/2006/relationships/image" Target="../media/image131.png"/><Relationship Id="rId30" Type="http://schemas.openxmlformats.org/officeDocument/2006/relationships/customXml" Target="../ink/ink97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6.xml"/><Relationship Id="rId8" Type="http://schemas.openxmlformats.org/officeDocument/2006/relationships/customXml" Target="../ink/ink86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8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01.xml"/><Relationship Id="rId46" Type="http://schemas.openxmlformats.org/officeDocument/2006/relationships/customXml" Target="../ink/ink105.xml"/><Relationship Id="rId20" Type="http://schemas.openxmlformats.org/officeDocument/2006/relationships/customXml" Target="../ink/ink92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5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6.xml"/><Relationship Id="rId36" Type="http://schemas.openxmlformats.org/officeDocument/2006/relationships/customXml" Target="../ink/ink100.xml"/><Relationship Id="rId49" Type="http://schemas.openxmlformats.org/officeDocument/2006/relationships/image" Target="../media/image2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6.png"/><Relationship Id="rId4" Type="http://schemas.openxmlformats.org/officeDocument/2006/relationships/image" Target="../media/image8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4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9.xml"/><Relationship Id="rId21" Type="http://schemas.openxmlformats.org/officeDocument/2006/relationships/customXml" Target="../ink/ink118.xml"/><Relationship Id="rId7" Type="http://schemas.openxmlformats.org/officeDocument/2006/relationships/customXml" Target="../ink/ink111.xml"/><Relationship Id="rId12" Type="http://schemas.openxmlformats.org/officeDocument/2006/relationships/image" Target="../media/image910.png"/><Relationship Id="rId17" Type="http://schemas.openxmlformats.org/officeDocument/2006/relationships/customXml" Target="../ink/ink116.xml"/><Relationship Id="rId25" Type="http://schemas.openxmlformats.org/officeDocument/2006/relationships/customXml" Target="../ink/ink120.xml"/><Relationship Id="rId2" Type="http://schemas.openxmlformats.org/officeDocument/2006/relationships/image" Target="../media/image9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3.xml"/><Relationship Id="rId24" Type="http://schemas.openxmlformats.org/officeDocument/2006/relationships/image" Target="../media/image980.png"/><Relationship Id="rId5" Type="http://schemas.openxmlformats.org/officeDocument/2006/relationships/customXml" Target="../ink/ink110.xml"/><Relationship Id="rId15" Type="http://schemas.openxmlformats.org/officeDocument/2006/relationships/customXml" Target="../ink/ink115.xml"/><Relationship Id="rId23" Type="http://schemas.openxmlformats.org/officeDocument/2006/relationships/customXml" Target="../ink/ink119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7.xml"/><Relationship Id="rId4" Type="http://schemas.openxmlformats.org/officeDocument/2006/relationships/image" Target="../media/image870.png"/><Relationship Id="rId9" Type="http://schemas.openxmlformats.org/officeDocument/2006/relationships/customXml" Target="../ink/ink112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tiff"/><Relationship Id="rId7" Type="http://schemas.openxmlformats.org/officeDocument/2006/relationships/image" Target="../media/image102.tiff"/><Relationship Id="rId2" Type="http://schemas.openxmlformats.org/officeDocument/2006/relationships/image" Target="../media/image97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tiff"/><Relationship Id="rId5" Type="http://schemas.openxmlformats.org/officeDocument/2006/relationships/image" Target="../media/image100.tiff"/><Relationship Id="rId4" Type="http://schemas.openxmlformats.org/officeDocument/2006/relationships/image" Target="../media/image99.tif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but how?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9776</TotalTime>
  <Words>2318</Words>
  <Application>Microsoft Office PowerPoint</Application>
  <PresentationFormat>Widescreen</PresentationFormat>
  <Paragraphs>420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Aptos Narrow</vt:lpstr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31</cp:revision>
  <dcterms:created xsi:type="dcterms:W3CDTF">2026-02-18T17:07:24Z</dcterms:created>
  <dcterms:modified xsi:type="dcterms:W3CDTF">2026-05-20T19:41:22Z</dcterms:modified>
  <cp:category/>
</cp:coreProperties>
</file>