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7" r:id="rId3"/>
    <p:sldId id="283" r:id="rId4"/>
    <p:sldId id="284" r:id="rId5"/>
    <p:sldId id="273" r:id="rId6"/>
    <p:sldId id="271" r:id="rId7"/>
    <p:sldId id="272" r:id="rId8"/>
    <p:sldId id="276" r:id="rId9"/>
    <p:sldId id="277" r:id="rId10"/>
    <p:sldId id="274" r:id="rId11"/>
    <p:sldId id="278" r:id="rId12"/>
    <p:sldId id="280" r:id="rId13"/>
    <p:sldId id="281" r:id="rId14"/>
    <p:sldId id="286" r:id="rId15"/>
    <p:sldId id="282" r:id="rId16"/>
    <p:sldId id="285" r:id="rId17"/>
    <p:sldId id="275" r:id="rId18"/>
    <p:sldId id="270" r:id="rId19"/>
    <p:sldId id="265" r:id="rId20"/>
    <p:sldId id="268" r:id="rId21"/>
    <p:sldId id="269" r:id="rId22"/>
    <p:sldId id="267" r:id="rId23"/>
    <p:sldId id="26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3" dt="2026-05-08T14:43:46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103" d="100"/>
          <a:sy n="103" d="100"/>
        </p:scale>
        <p:origin x="570" y="144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03T18:27:32.963" v="2576" actId="1076"/>
      <pc:docMkLst>
        <pc:docMk/>
      </pc:docMkLst>
      <pc:sldChg chg="modSp mod">
        <pc:chgData name="DOWTY, PETER (DNR)" userId="01cf875a-4e15-4928-8f93-7a0dfa1efb6b" providerId="ADAL" clId="{660F8803-2738-5EFD-95AE-06E7480F19FB}" dt="2026-05-03T03:53:53.442" v="1103" actId="20577"/>
        <pc:sldMkLst>
          <pc:docMk/>
          <pc:sldMk cId="2532653130" sldId="281"/>
        </pc:sldMkLst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</pc:docChg>
  </pc:docChgLst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5-08T17:00:02.013" v="2436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04T17:26:38.485" v="1521" actId="47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04T15:04:48.079" v="1077" actId="20577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04T15:05:24.566" v="1141" actId="20577"/>
          <ac:spMkLst>
            <pc:docMk/>
            <pc:sldMk cId="2532653130" sldId="281"/>
            <ac:spMk id="3" creationId="{EEA27C9D-5B69-5734-34E6-88921F4B88C8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04T17:26:31.551" v="1520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04T17:24:57.326" v="1442" actId="164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07T22:30:03.547" v="1903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07T22:30:03.547" v="1903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8T17:00:02.013" v="2436" actId="20577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06T14:49:13.569" v="1638" actId="1076"/>
          <ac:spMkLst>
            <pc:docMk/>
            <pc:sldMk cId="3033079533" sldId="284"/>
            <ac:spMk id="2" creationId="{866C63C3-C9BE-DEB1-B8E3-5F33EBFD2D5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E9054DD1-CDF4-4BE2-A4C5-BD4B0395A89E}" dt="2026-05-06T14:50:03.888" v="1680" actId="1076"/>
          <ac:spMkLst>
            <pc:docMk/>
            <pc:sldMk cId="3033079533" sldId="284"/>
            <ac:spMk id="18" creationId="{77997A08-320B-4ADA-319A-1148B7178344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08T17:00:02.013" v="2436" actId="20577"/>
          <ac:spMkLst>
            <pc:docMk/>
            <pc:sldMk cId="3033079533" sldId="284"/>
            <ac:spMk id="37" creationId="{2BAEC2DB-9EAB-D235-FF81-C08BE7C8C6F1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08T16:58:19.658" v="236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08T16:58:19.658" v="236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08T14:43:58.205" v="2080" actId="1076"/>
          <ac:spMkLst>
            <pc:docMk/>
            <pc:sldMk cId="3797106596" sldId="287"/>
            <ac:spMk id="5" creationId="{F5521D8F-90DE-8415-F79B-B9BD39953AD4}"/>
          </ac:spMkLst>
        </pc:sp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0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995576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Three cases of single polygon planting with different methods at corners.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1766985" y="4763278"/>
            <a:ext cx="81386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sum the number of large scale and test transplant activity types</a:t>
            </a:r>
          </a:p>
          <a:p>
            <a:endParaRPr lang="en-US" dirty="0"/>
          </a:p>
          <a:p>
            <a:r>
              <a:rPr lang="en-US" dirty="0"/>
              <a:t>So, the simpler version of calling BESE a single test transplant effort works here.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866C63C3-C9BE-DEB1-B8E3-5F33EBFD2D59}"/>
              </a:ext>
            </a:extLst>
          </p:cNvPr>
          <p:cNvSpPr/>
          <p:nvPr/>
        </p:nvSpPr>
        <p:spPr>
          <a:xfrm>
            <a:off x="7267701" y="5092156"/>
            <a:ext cx="477303" cy="978800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997A08-320B-4ADA-319A-1148B7178344}"/>
              </a:ext>
            </a:extLst>
          </p:cNvPr>
          <p:cNvSpPr txBox="1"/>
          <p:nvPr/>
        </p:nvSpPr>
        <p:spPr>
          <a:xfrm>
            <a:off x="7635376" y="5647124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Somehow include 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colocated</a:t>
            </a:r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AEC2DB-9EAB-D235-FF81-C08BE7C8C6F1}"/>
              </a:ext>
            </a:extLst>
          </p:cNvPr>
          <p:cNvSpPr txBox="1"/>
          <p:nvPr/>
        </p:nvSpPr>
        <p:spPr>
          <a:xfrm>
            <a:off x="2852049" y="0"/>
            <a:ext cx="6415418" cy="1508105"/>
          </a:xfrm>
          <a:prstGeom prst="rect">
            <a:avLst/>
          </a:prstGeom>
          <a:solidFill>
            <a:srgbClr val="FFFFCC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Need to 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implement donor site codes</a:t>
            </a:r>
          </a:p>
          <a:p>
            <a:pPr marL="569913" lvl="1" indent="-112713">
              <a:buFont typeface="Arial" panose="020B0604020202020204" pitchFamily="34" charset="0"/>
              <a:buChar char="•"/>
            </a:pPr>
            <a:r>
              <a:rPr lang="en-US" sz="1000" dirty="0"/>
              <a:t>Need to reduce BESE records as special case</a:t>
            </a:r>
          </a:p>
          <a:p>
            <a:pPr marL="569913" lvl="1" indent="-112713">
              <a:buFont typeface="Arial" panose="020B0604020202020204" pitchFamily="34" charset="0"/>
              <a:buChar char="•"/>
            </a:pPr>
            <a:r>
              <a:rPr lang="en-US" sz="1000" dirty="0"/>
              <a:t>Unpack 2 mixed cases</a:t>
            </a:r>
          </a:p>
          <a:p>
            <a:pPr marL="569913" lvl="1" indent="-112713">
              <a:buFont typeface="Arial" panose="020B0604020202020204" pitchFamily="34" charset="0"/>
              <a:buChar char="•"/>
            </a:pPr>
            <a:r>
              <a:rPr lang="en-US" sz="1000" dirty="0"/>
              <a:t>Unpack multi-donor-site </a:t>
            </a:r>
            <a:r>
              <a:rPr lang="en-US" sz="1000"/>
              <a:t>attribute values</a:t>
            </a:r>
            <a:endParaRPr lang="en-US" sz="1000" dirty="0"/>
          </a:p>
          <a:p>
            <a:pPr marL="625475" lvl="1" indent="-168275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Implement multiple donor sites per planting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Complete </a:t>
            </a:r>
            <a:r>
              <a:rPr lang="en-US" sz="1200" dirty="0" err="1"/>
              <a:t>plantingID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1" y="762270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0" y="262190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9" y="3528374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837714" y="387707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7143</TotalTime>
  <Words>1572</Words>
  <Application>Microsoft Office PowerPoint</Application>
  <PresentationFormat>Widescreen</PresentationFormat>
  <Paragraphs>347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2026-05-08T17:00:03Z</dcterms:modified>
</cp:coreProperties>
</file>