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33" r:id="rId12"/>
    <p:sldId id="334" r:id="rId13"/>
    <p:sldId id="335" r:id="rId14"/>
    <p:sldId id="336" r:id="rId15"/>
    <p:sldId id="331" r:id="rId16"/>
    <p:sldId id="309" r:id="rId17"/>
    <p:sldId id="302" r:id="rId18"/>
    <p:sldId id="320" r:id="rId19"/>
    <p:sldId id="308" r:id="rId20"/>
    <p:sldId id="305" r:id="rId21"/>
    <p:sldId id="327" r:id="rId22"/>
    <p:sldId id="328" r:id="rId23"/>
    <p:sldId id="317" r:id="rId24"/>
    <p:sldId id="306" r:id="rId25"/>
    <p:sldId id="323" r:id="rId26"/>
    <p:sldId id="325" r:id="rId27"/>
    <p:sldId id="324" r:id="rId28"/>
    <p:sldId id="326" r:id="rId29"/>
    <p:sldId id="329" r:id="rId30"/>
    <p:sldId id="330" r:id="rId31"/>
    <p:sldId id="316" r:id="rId32"/>
    <p:sldId id="332" r:id="rId33"/>
    <p:sldId id="321" r:id="rId34"/>
    <p:sldId id="319" r:id="rId35"/>
    <p:sldId id="291" r:id="rId36"/>
    <p:sldId id="294" r:id="rId37"/>
    <p:sldId id="287" r:id="rId38"/>
    <p:sldId id="315" r:id="rId39"/>
    <p:sldId id="281" r:id="rId40"/>
    <p:sldId id="292" r:id="rId41"/>
    <p:sldId id="283" r:id="rId42"/>
    <p:sldId id="322" r:id="rId43"/>
    <p:sldId id="318" r:id="rId44"/>
    <p:sldId id="284" r:id="rId45"/>
    <p:sldId id="295" r:id="rId46"/>
    <p:sldId id="297" r:id="rId47"/>
    <p:sldId id="288" r:id="rId48"/>
    <p:sldId id="289" r:id="rId49"/>
    <p:sldId id="273" r:id="rId50"/>
    <p:sldId id="271" r:id="rId51"/>
    <p:sldId id="272" r:id="rId52"/>
    <p:sldId id="276" r:id="rId53"/>
    <p:sldId id="277" r:id="rId54"/>
    <p:sldId id="274" r:id="rId55"/>
    <p:sldId id="278" r:id="rId56"/>
    <p:sldId id="280" r:id="rId57"/>
    <p:sldId id="286" r:id="rId58"/>
    <p:sldId id="282" r:id="rId59"/>
    <p:sldId id="285" r:id="rId60"/>
    <p:sldId id="275" r:id="rId61"/>
    <p:sldId id="270" r:id="rId62"/>
    <p:sldId id="265" r:id="rId63"/>
    <p:sldId id="268" r:id="rId64"/>
    <p:sldId id="269" r:id="rId65"/>
    <p:sldId id="267" r:id="rId66"/>
    <p:sldId id="266" r:id="rId67"/>
    <p:sldId id="257" r:id="rId68"/>
    <p:sldId id="258" r:id="rId69"/>
    <p:sldId id="259" r:id="rId70"/>
    <p:sldId id="260" r:id="rId71"/>
    <p:sldId id="261" r:id="rId72"/>
    <p:sldId id="262" r:id="rId73"/>
    <p:sldId id="263" r:id="rId74"/>
    <p:sldId id="264"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FC"/>
    <a:srgbClr val="DBF0F9"/>
    <a:srgbClr val="E7F7E1"/>
    <a:srgbClr val="F0FAEC"/>
    <a:srgbClr val="FDF3ED"/>
    <a:srgbClr val="E2F3FA"/>
    <a:srgbClr val="FF0000"/>
    <a:srgbClr val="FFFFFF"/>
    <a:srgbClr val="BC9BA0"/>
    <a:srgbClr val="FB7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1" dt="2026-08-06T14:36:16.10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8-06T14:41:58.759" v="22361" actId="20577"/>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27T14:04:21.838" v="21806" actId="14100"/>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27T14:04:21.838" v="21806" actId="14100"/>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8-06T14:41:58.759" v="22361" actId="20577"/>
        <pc:sldMkLst>
          <pc:docMk/>
          <pc:sldMk cId="2602005344" sldId="306"/>
        </pc:sldMkLst>
        <pc:spChg chg="add mod">
          <ac:chgData name="DOWTY, PETER (DNR)" userId="01cf875a-4e15-4928-8f93-7a0dfa1efb6b" providerId="ADAL" clId="{E9054DD1-CDF4-4BE2-A4C5-BD4B0395A89E}" dt="2026-08-06T14:41:58.759" v="22361"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new ord setBg">
        <pc:chgData name="DOWTY, PETER (DNR)" userId="01cf875a-4e15-4928-8f93-7a0dfa1efb6b" providerId="ADAL" clId="{E9054DD1-CDF4-4BE2-A4C5-BD4B0395A89E}" dt="2026-07-24T17:03:00.162" v="21227"/>
        <pc:sldMkLst>
          <pc:docMk/>
          <pc:sldMk cId="717612022" sldId="316"/>
        </pc:sldMkLst>
      </pc:sldChg>
      <pc:sldChg chg="addSp new mod ord">
        <pc:chgData name="DOWTY, PETER (DNR)" userId="01cf875a-4e15-4928-8f93-7a0dfa1efb6b" providerId="ADAL" clId="{E9054DD1-CDF4-4BE2-A4C5-BD4B0395A89E}" dt="2026-07-15T16:10:22.712" v="20939"/>
        <pc:sldMkLst>
          <pc:docMk/>
          <pc:sldMk cId="4106245613" sldId="319"/>
        </pc:sldMkLst>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ord">
        <pc:chgData name="DOWTY, PETER (DNR)" userId="01cf875a-4e15-4928-8f93-7a0dfa1efb6b" providerId="ADAL" clId="{E9054DD1-CDF4-4BE2-A4C5-BD4B0395A89E}" dt="2026-07-24T17:02:55.095" v="21225"/>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sldChg chg="addSp delSp modSp new mod ord">
        <pc:chgData name="DOWTY, PETER (DNR)" userId="01cf875a-4e15-4928-8f93-7a0dfa1efb6b" providerId="ADAL" clId="{E9054DD1-CDF4-4BE2-A4C5-BD4B0395A89E}" dt="2026-07-27T14:34:11.109" v="21808"/>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sldChg chg="addSp modSp add mod">
        <pc:chgData name="DOWTY, PETER (DNR)" userId="01cf875a-4e15-4928-8f93-7a0dfa1efb6b" providerId="ADAL" clId="{E9054DD1-CDF4-4BE2-A4C5-BD4B0395A89E}" dt="2026-08-06T14:40:29.194" v="22329" actId="207"/>
        <pc:sldMkLst>
          <pc:docMk/>
          <pc:sldMk cId="2123458636" sldId="333"/>
        </pc:sldMkLst>
        <pc:spChg chg="add mod ord">
          <ac:chgData name="DOWTY, PETER (DNR)" userId="01cf875a-4e15-4928-8f93-7a0dfa1efb6b" providerId="ADAL" clId="{E9054DD1-CDF4-4BE2-A4C5-BD4B0395A89E}" dt="2026-07-27T14:55:41.172" v="21815" actId="167"/>
          <ac:spMkLst>
            <pc:docMk/>
            <pc:sldMk cId="2123458636" sldId="333"/>
            <ac:spMk id="36" creationId="{4B9B2578-C72A-0EAA-BDEE-95A91F8137CA}"/>
          </ac:spMkLst>
        </pc:spChg>
        <pc:spChg chg="add mod ord">
          <ac:chgData name="DOWTY, PETER (DNR)" userId="01cf875a-4e15-4928-8f93-7a0dfa1efb6b" providerId="ADAL" clId="{E9054DD1-CDF4-4BE2-A4C5-BD4B0395A89E}" dt="2026-07-27T14:57:15.449" v="21825" actId="170"/>
          <ac:spMkLst>
            <pc:docMk/>
            <pc:sldMk cId="2123458636" sldId="333"/>
            <ac:spMk id="40" creationId="{C55D267B-0010-AE65-DE31-3008F190DC54}"/>
          </ac:spMkLst>
        </pc:spChg>
        <pc:spChg chg="add mod ord">
          <ac:chgData name="DOWTY, PETER (DNR)" userId="01cf875a-4e15-4928-8f93-7a0dfa1efb6b" providerId="ADAL" clId="{E9054DD1-CDF4-4BE2-A4C5-BD4B0395A89E}" dt="2026-07-27T14:58:17.861" v="21832" actId="167"/>
          <ac:spMkLst>
            <pc:docMk/>
            <pc:sldMk cId="2123458636" sldId="333"/>
            <ac:spMk id="45" creationId="{32915666-0B98-6B45-9DB8-441F2E29AB8E}"/>
          </ac:spMkLst>
        </pc:spChg>
        <pc:spChg chg="add mod">
          <ac:chgData name="DOWTY, PETER (DNR)" userId="01cf875a-4e15-4928-8f93-7a0dfa1efb6b" providerId="ADAL" clId="{E9054DD1-CDF4-4BE2-A4C5-BD4B0395A89E}" dt="2026-08-06T14:39:54.413" v="22309" actId="1076"/>
          <ac:spMkLst>
            <pc:docMk/>
            <pc:sldMk cId="2123458636" sldId="333"/>
            <ac:spMk id="48" creationId="{1DD5F6C1-8E8B-C1CE-FC4F-5779B9946709}"/>
          </ac:spMkLst>
        </pc:spChg>
        <pc:spChg chg="add mod">
          <ac:chgData name="DOWTY, PETER (DNR)" userId="01cf875a-4e15-4928-8f93-7a0dfa1efb6b" providerId="ADAL" clId="{E9054DD1-CDF4-4BE2-A4C5-BD4B0395A89E}" dt="2026-08-06T14:40:29.194" v="22329" actId="207"/>
          <ac:spMkLst>
            <pc:docMk/>
            <pc:sldMk cId="2123458636" sldId="333"/>
            <ac:spMk id="53" creationId="{9112933D-E2E5-A2BF-3F71-147A3FAF6C9D}"/>
          </ac:spMkLst>
        </pc:spChg>
      </pc:sldChg>
      <pc:sldChg chg="addSp modSp add mod">
        <pc:chgData name="DOWTY, PETER (DNR)" userId="01cf875a-4e15-4928-8f93-7a0dfa1efb6b" providerId="ADAL" clId="{E9054DD1-CDF4-4BE2-A4C5-BD4B0395A89E}" dt="2026-08-06T14:40:42.855" v="22331" actId="1076"/>
        <pc:sldMkLst>
          <pc:docMk/>
          <pc:sldMk cId="1244049411" sldId="334"/>
        </pc:sldMkLst>
        <pc:spChg chg="add mod ord">
          <ac:chgData name="DOWTY, PETER (DNR)" userId="01cf875a-4e15-4928-8f93-7a0dfa1efb6b" providerId="ADAL" clId="{E9054DD1-CDF4-4BE2-A4C5-BD4B0395A89E}" dt="2026-07-27T15:01:41.247" v="21847" actId="167"/>
          <ac:spMkLst>
            <pc:docMk/>
            <pc:sldMk cId="1244049411" sldId="334"/>
            <ac:spMk id="36" creationId="{3B4999CB-5CE3-C4C3-A85F-52E4AA323F77}"/>
          </ac:spMkLst>
        </pc:spChg>
        <pc:spChg chg="add mod ord">
          <ac:chgData name="DOWTY, PETER (DNR)" userId="01cf875a-4e15-4928-8f93-7a0dfa1efb6b" providerId="ADAL" clId="{E9054DD1-CDF4-4BE2-A4C5-BD4B0395A89E}" dt="2026-07-27T15:03:08.631" v="21855" actId="171"/>
          <ac:spMkLst>
            <pc:docMk/>
            <pc:sldMk cId="1244049411" sldId="334"/>
            <ac:spMk id="40" creationId="{CC866205-C304-4A37-B609-58FD013DCFD5}"/>
          </ac:spMkLst>
        </pc:spChg>
        <pc:spChg chg="ord">
          <ac:chgData name="DOWTY, PETER (DNR)" userId="01cf875a-4e15-4928-8f93-7a0dfa1efb6b" providerId="ADAL" clId="{E9054DD1-CDF4-4BE2-A4C5-BD4B0395A89E}" dt="2026-07-27T15:02:30.262" v="21850" actId="166"/>
          <ac:spMkLst>
            <pc:docMk/>
            <pc:sldMk cId="1244049411" sldId="334"/>
            <ac:spMk id="49" creationId="{F7233B85-ADD4-5130-C674-0E607BA8A69C}"/>
          </ac:spMkLst>
        </pc:spChg>
        <pc:spChg chg="add mod">
          <ac:chgData name="DOWTY, PETER (DNR)" userId="01cf875a-4e15-4928-8f93-7a0dfa1efb6b" providerId="ADAL" clId="{E9054DD1-CDF4-4BE2-A4C5-BD4B0395A89E}" dt="2026-08-06T14:40:42.855" v="22331" actId="1076"/>
          <ac:spMkLst>
            <pc:docMk/>
            <pc:sldMk cId="1244049411" sldId="334"/>
            <ac:spMk id="50" creationId="{A1A37F00-78B2-3FF1-2B78-C5CE25131804}"/>
          </ac:spMkLst>
        </pc:spChg>
        <pc:spChg chg="ord">
          <ac:chgData name="DOWTY, PETER (DNR)" userId="01cf875a-4e15-4928-8f93-7a0dfa1efb6b" providerId="ADAL" clId="{E9054DD1-CDF4-4BE2-A4C5-BD4B0395A89E}" dt="2026-07-27T15:02:35.063" v="21851" actId="166"/>
          <ac:spMkLst>
            <pc:docMk/>
            <pc:sldMk cId="1244049411" sldId="334"/>
            <ac:spMk id="51" creationId="{5F1E67B3-C609-CBC6-72D0-22431114CF20}"/>
          </ac:spMkLst>
        </pc:spChg>
        <pc:grpChg chg="add mod">
          <ac:chgData name="DOWTY, PETER (DNR)" userId="01cf875a-4e15-4928-8f93-7a0dfa1efb6b" providerId="ADAL" clId="{E9054DD1-CDF4-4BE2-A4C5-BD4B0395A89E}" dt="2026-07-27T16:13:27.265" v="21891" actId="164"/>
          <ac:grpSpMkLst>
            <pc:docMk/>
            <pc:sldMk cId="1244049411" sldId="334"/>
            <ac:grpSpMk id="45" creationId="{9148629A-8E7F-2C37-B3DC-9BA7AE611D5A}"/>
          </ac:grpSpMkLst>
        </pc:grpChg>
        <pc:picChg chg="mod">
          <ac:chgData name="DOWTY, PETER (DNR)" userId="01cf875a-4e15-4928-8f93-7a0dfa1efb6b" providerId="ADAL" clId="{E9054DD1-CDF4-4BE2-A4C5-BD4B0395A89E}" dt="2026-07-27T16:13:27.265" v="21891" actId="164"/>
          <ac:picMkLst>
            <pc:docMk/>
            <pc:sldMk cId="1244049411" sldId="334"/>
            <ac:picMk id="37" creationId="{46FEE56C-6960-0FCD-A1C8-A2FACBE760EA}"/>
          </ac:picMkLst>
        </pc:picChg>
        <pc:picChg chg="mod">
          <ac:chgData name="DOWTY, PETER (DNR)" userId="01cf875a-4e15-4928-8f93-7a0dfa1efb6b" providerId="ADAL" clId="{E9054DD1-CDF4-4BE2-A4C5-BD4B0395A89E}" dt="2026-07-27T16:13:27.265" v="21891" actId="164"/>
          <ac:picMkLst>
            <pc:docMk/>
            <pc:sldMk cId="1244049411" sldId="334"/>
            <ac:picMk id="42" creationId="{4391EFE2-FC85-D1E1-5FA9-E93C8EFC91AB}"/>
          </ac:picMkLst>
        </pc:picChg>
        <pc:picChg chg="mod">
          <ac:chgData name="DOWTY, PETER (DNR)" userId="01cf875a-4e15-4928-8f93-7a0dfa1efb6b" providerId="ADAL" clId="{E9054DD1-CDF4-4BE2-A4C5-BD4B0395A89E}" dt="2026-07-27T16:13:27.265" v="21891" actId="164"/>
          <ac:picMkLst>
            <pc:docMk/>
            <pc:sldMk cId="1244049411" sldId="334"/>
            <ac:picMk id="47" creationId="{78CD71BC-9251-4494-E0AA-8C48A08550AD}"/>
          </ac:picMkLst>
        </pc:picChg>
      </pc:sldChg>
      <pc:sldChg chg="addSp delSp modSp new mod">
        <pc:chgData name="DOWTY, PETER (DNR)" userId="01cf875a-4e15-4928-8f93-7a0dfa1efb6b" providerId="ADAL" clId="{E9054DD1-CDF4-4BE2-A4C5-BD4B0395A89E}" dt="2026-07-30T18:20:47.864" v="22254" actId="207"/>
        <pc:sldMkLst>
          <pc:docMk/>
          <pc:sldMk cId="843958716" sldId="335"/>
        </pc:sldMkLst>
        <pc:spChg chg="mod topLvl">
          <ac:chgData name="DOWTY, PETER (DNR)" userId="01cf875a-4e15-4928-8f93-7a0dfa1efb6b" providerId="ADAL" clId="{E9054DD1-CDF4-4BE2-A4C5-BD4B0395A89E}" dt="2026-07-28T15:09:07.464" v="22161" actId="164"/>
          <ac:spMkLst>
            <pc:docMk/>
            <pc:sldMk cId="843958716" sldId="335"/>
            <ac:spMk id="6" creationId="{AC0667D1-C12D-CC7E-04E3-5AF1CA91B80E}"/>
          </ac:spMkLst>
        </pc:spChg>
        <pc:spChg chg="mod">
          <ac:chgData name="DOWTY, PETER (DNR)" userId="01cf875a-4e15-4928-8f93-7a0dfa1efb6b" providerId="ADAL" clId="{E9054DD1-CDF4-4BE2-A4C5-BD4B0395A89E}" dt="2026-07-28T15:08:22.360" v="22151"/>
          <ac:spMkLst>
            <pc:docMk/>
            <pc:sldMk cId="843958716" sldId="335"/>
            <ac:spMk id="7" creationId="{7D8AD440-7092-FE24-7CC5-2E8903639F1E}"/>
          </ac:spMkLst>
        </pc:spChg>
        <pc:spChg chg="mod">
          <ac:chgData name="DOWTY, PETER (DNR)" userId="01cf875a-4e15-4928-8f93-7a0dfa1efb6b" providerId="ADAL" clId="{E9054DD1-CDF4-4BE2-A4C5-BD4B0395A89E}" dt="2026-07-28T15:08:00.473" v="22150" actId="1076"/>
          <ac:spMkLst>
            <pc:docMk/>
            <pc:sldMk cId="843958716" sldId="335"/>
            <ac:spMk id="11" creationId="{D700A100-2BE9-5E55-8D80-9192FB75E72D}"/>
          </ac:spMkLst>
        </pc:spChg>
        <pc:spChg chg="mod">
          <ac:chgData name="DOWTY, PETER (DNR)" userId="01cf875a-4e15-4928-8f93-7a0dfa1efb6b" providerId="ADAL" clId="{E9054DD1-CDF4-4BE2-A4C5-BD4B0395A89E}" dt="2026-07-28T15:08:00.473" v="22150" actId="1076"/>
          <ac:spMkLst>
            <pc:docMk/>
            <pc:sldMk cId="843958716" sldId="335"/>
            <ac:spMk id="14" creationId="{F3241208-D268-B787-7356-2052C65AC9FE}"/>
          </ac:spMkLst>
        </pc:spChg>
        <pc:spChg chg="mod">
          <ac:chgData name="DOWTY, PETER (DNR)" userId="01cf875a-4e15-4928-8f93-7a0dfa1efb6b" providerId="ADAL" clId="{E9054DD1-CDF4-4BE2-A4C5-BD4B0395A89E}" dt="2026-07-28T15:08:00.473" v="22150" actId="1076"/>
          <ac:spMkLst>
            <pc:docMk/>
            <pc:sldMk cId="843958716" sldId="335"/>
            <ac:spMk id="17" creationId="{F901812E-3E22-F47B-4543-09E102F24CF8}"/>
          </ac:spMkLst>
        </pc:spChg>
        <pc:spChg chg="mod">
          <ac:chgData name="DOWTY, PETER (DNR)" userId="01cf875a-4e15-4928-8f93-7a0dfa1efb6b" providerId="ADAL" clId="{E9054DD1-CDF4-4BE2-A4C5-BD4B0395A89E}" dt="2026-07-28T15:25:34.329" v="22244" actId="255"/>
          <ac:spMkLst>
            <pc:docMk/>
            <pc:sldMk cId="843958716" sldId="335"/>
            <ac:spMk id="24" creationId="{DC4DDAAC-3B79-F345-90A9-D5E485D99B43}"/>
          </ac:spMkLst>
        </pc:spChg>
        <pc:spChg chg="add mod">
          <ac:chgData name="DOWTY, PETER (DNR)" userId="01cf875a-4e15-4928-8f93-7a0dfa1efb6b" providerId="ADAL" clId="{E9054DD1-CDF4-4BE2-A4C5-BD4B0395A89E}" dt="2026-07-30T18:20:12.670" v="22252" actId="693"/>
          <ac:spMkLst>
            <pc:docMk/>
            <pc:sldMk cId="843958716" sldId="335"/>
            <ac:spMk id="29" creationId="{35241519-92B6-9E3A-0902-931082E7FE81}"/>
          </ac:spMkLst>
        </pc:spChg>
        <pc:spChg chg="add mod">
          <ac:chgData name="DOWTY, PETER (DNR)" userId="01cf875a-4e15-4928-8f93-7a0dfa1efb6b" providerId="ADAL" clId="{E9054DD1-CDF4-4BE2-A4C5-BD4B0395A89E}" dt="2026-07-28T15:11:05.888" v="22177" actId="206"/>
          <ac:spMkLst>
            <pc:docMk/>
            <pc:sldMk cId="843958716" sldId="335"/>
            <ac:spMk id="30" creationId="{9BC54376-1D40-D2CC-ACEE-A9677D2B3E64}"/>
          </ac:spMkLst>
        </pc:spChg>
        <pc:spChg chg="add mod">
          <ac:chgData name="DOWTY, PETER (DNR)" userId="01cf875a-4e15-4928-8f93-7a0dfa1efb6b" providerId="ADAL" clId="{E9054DD1-CDF4-4BE2-A4C5-BD4B0395A89E}" dt="2026-07-28T15:16:20.714" v="22208" actId="206"/>
          <ac:spMkLst>
            <pc:docMk/>
            <pc:sldMk cId="843958716" sldId="335"/>
            <ac:spMk id="41" creationId="{ED73BFD6-D524-161D-80A4-DA4642D9300D}"/>
          </ac:spMkLst>
        </pc:spChg>
        <pc:spChg chg="add mod">
          <ac:chgData name="DOWTY, PETER (DNR)" userId="01cf875a-4e15-4928-8f93-7a0dfa1efb6b" providerId="ADAL" clId="{E9054DD1-CDF4-4BE2-A4C5-BD4B0395A89E}" dt="2026-07-28T15:17:25.390" v="22214" actId="693"/>
          <ac:spMkLst>
            <pc:docMk/>
            <pc:sldMk cId="843958716" sldId="335"/>
            <ac:spMk id="42" creationId="{7F390A35-6E8E-4B45-4F72-D2B3A02D1481}"/>
          </ac:spMkLst>
        </pc:spChg>
        <pc:spChg chg="add mod">
          <ac:chgData name="DOWTY, PETER (DNR)" userId="01cf875a-4e15-4928-8f93-7a0dfa1efb6b" providerId="ADAL" clId="{E9054DD1-CDF4-4BE2-A4C5-BD4B0395A89E}" dt="2026-07-28T15:08:00.473" v="22150" actId="1076"/>
          <ac:spMkLst>
            <pc:docMk/>
            <pc:sldMk cId="843958716" sldId="335"/>
            <ac:spMk id="43" creationId="{F45F6899-DDA0-5913-009A-7DF04EB518B2}"/>
          </ac:spMkLst>
        </pc:spChg>
        <pc:spChg chg="add mod">
          <ac:chgData name="DOWTY, PETER (DNR)" userId="01cf875a-4e15-4928-8f93-7a0dfa1efb6b" providerId="ADAL" clId="{E9054DD1-CDF4-4BE2-A4C5-BD4B0395A89E}" dt="2026-07-28T15:16:55.880" v="22213" actId="206"/>
          <ac:spMkLst>
            <pc:docMk/>
            <pc:sldMk cId="843958716" sldId="335"/>
            <ac:spMk id="44" creationId="{DB29A9BE-1E83-84FC-2B86-03C65AE6178B}"/>
          </ac:spMkLst>
        </pc:spChg>
        <pc:spChg chg="add mod ord">
          <ac:chgData name="DOWTY, PETER (DNR)" userId="01cf875a-4e15-4928-8f93-7a0dfa1efb6b" providerId="ADAL" clId="{E9054DD1-CDF4-4BE2-A4C5-BD4B0395A89E}" dt="2026-07-30T18:20:47.864" v="22254" actId="207"/>
          <ac:spMkLst>
            <pc:docMk/>
            <pc:sldMk cId="843958716" sldId="335"/>
            <ac:spMk id="46" creationId="{17AF2347-88C9-9A46-DA0A-C77F4C26C95D}"/>
          </ac:spMkLst>
        </pc:spChg>
        <pc:grpChg chg="add mod">
          <ac:chgData name="DOWTY, PETER (DNR)" userId="01cf875a-4e15-4928-8f93-7a0dfa1efb6b" providerId="ADAL" clId="{E9054DD1-CDF4-4BE2-A4C5-BD4B0395A89E}" dt="2026-07-28T15:09:31.067" v="22165" actId="1076"/>
          <ac:grpSpMkLst>
            <pc:docMk/>
            <pc:sldMk cId="843958716" sldId="335"/>
            <ac:grpSpMk id="2" creationId="{FAC3FE66-46DB-12E3-59BE-8822CBFF7FA2}"/>
          </ac:grpSpMkLst>
        </pc:grpChg>
        <pc:grpChg chg="add mod">
          <ac:chgData name="DOWTY, PETER (DNR)" userId="01cf875a-4e15-4928-8f93-7a0dfa1efb6b" providerId="ADAL" clId="{E9054DD1-CDF4-4BE2-A4C5-BD4B0395A89E}" dt="2026-07-27T16:10:43.707" v="21876" actId="1076"/>
          <ac:grpSpMkLst>
            <pc:docMk/>
            <pc:sldMk cId="843958716" sldId="335"/>
            <ac:grpSpMk id="9" creationId="{EA27EE1B-9839-6AFF-2923-BFAC40BE3B87}"/>
          </ac:grpSpMkLst>
        </pc:grpChg>
        <pc:grpChg chg="add mod">
          <ac:chgData name="DOWTY, PETER (DNR)" userId="01cf875a-4e15-4928-8f93-7a0dfa1efb6b" providerId="ADAL" clId="{E9054DD1-CDF4-4BE2-A4C5-BD4B0395A89E}" dt="2026-07-27T16:19:54.530" v="21930" actId="1076"/>
          <ac:grpSpMkLst>
            <pc:docMk/>
            <pc:sldMk cId="843958716" sldId="335"/>
            <ac:grpSpMk id="12" creationId="{6D8F2836-1060-D197-6E15-768838A7800E}"/>
          </ac:grpSpMkLst>
        </pc:grpChg>
        <pc:grpChg chg="add mod">
          <ac:chgData name="DOWTY, PETER (DNR)" userId="01cf875a-4e15-4928-8f93-7a0dfa1efb6b" providerId="ADAL" clId="{E9054DD1-CDF4-4BE2-A4C5-BD4B0395A89E}" dt="2026-07-27T16:22:17.261" v="21934" actId="1076"/>
          <ac:grpSpMkLst>
            <pc:docMk/>
            <pc:sldMk cId="843958716" sldId="335"/>
            <ac:grpSpMk id="15" creationId="{E03C9DDF-1D80-7564-4FA7-A7AFA037A076}"/>
          </ac:grpSpMkLst>
        </pc:grpChg>
        <pc:grpChg chg="add mod">
          <ac:chgData name="DOWTY, PETER (DNR)" userId="01cf875a-4e15-4928-8f93-7a0dfa1efb6b" providerId="ADAL" clId="{E9054DD1-CDF4-4BE2-A4C5-BD4B0395A89E}" dt="2026-07-27T16:25:09.656" v="21938" actId="1076"/>
          <ac:grpSpMkLst>
            <pc:docMk/>
            <pc:sldMk cId="843958716" sldId="335"/>
            <ac:grpSpMk id="18" creationId="{7D7CF51A-CDB2-E23D-D10F-88643B07E217}"/>
          </ac:grpSpMkLst>
        </pc:grpChg>
        <pc:grpChg chg="add mod">
          <ac:chgData name="DOWTY, PETER (DNR)" userId="01cf875a-4e15-4928-8f93-7a0dfa1efb6b" providerId="ADAL" clId="{E9054DD1-CDF4-4BE2-A4C5-BD4B0395A89E}" dt="2026-07-27T16:22:27.249" v="21936" actId="1076"/>
          <ac:grpSpMkLst>
            <pc:docMk/>
            <pc:sldMk cId="843958716" sldId="335"/>
            <ac:grpSpMk id="22" creationId="{F609D1C0-665D-13F2-A977-327BCB1A2FC6}"/>
          </ac:grpSpMkLst>
        </pc:grpChg>
        <pc:grpChg chg="add mod">
          <ac:chgData name="DOWTY, PETER (DNR)" userId="01cf875a-4e15-4928-8f93-7a0dfa1efb6b" providerId="ADAL" clId="{E9054DD1-CDF4-4BE2-A4C5-BD4B0395A89E}" dt="2026-07-28T15:09:10.744" v="22162" actId="1076"/>
          <ac:grpSpMkLst>
            <pc:docMk/>
            <pc:sldMk cId="843958716" sldId="335"/>
            <ac:grpSpMk id="28" creationId="{E72DD109-8B76-E327-ADE8-803963A70DC4}"/>
          </ac:grpSpMkLst>
        </pc:grpChg>
        <pc:picChg chg="mod">
          <ac:chgData name="DOWTY, PETER (DNR)" userId="01cf875a-4e15-4928-8f93-7a0dfa1efb6b" providerId="ADAL" clId="{E9054DD1-CDF4-4BE2-A4C5-BD4B0395A89E}" dt="2026-07-28T15:08:22.360" v="22151"/>
          <ac:picMkLst>
            <pc:docMk/>
            <pc:sldMk cId="843958716" sldId="335"/>
            <ac:picMk id="3" creationId="{189681AF-8506-9987-284C-A680C7D68218}"/>
          </ac:picMkLst>
        </pc:picChg>
        <pc:picChg chg="mod topLvl">
          <ac:chgData name="DOWTY, PETER (DNR)" userId="01cf875a-4e15-4928-8f93-7a0dfa1efb6b" providerId="ADAL" clId="{E9054DD1-CDF4-4BE2-A4C5-BD4B0395A89E}" dt="2026-07-28T15:09:07.464" v="22161" actId="164"/>
          <ac:picMkLst>
            <pc:docMk/>
            <pc:sldMk cId="843958716" sldId="335"/>
            <ac:picMk id="5" creationId="{87733E3D-81F5-3733-B595-232F4CDFDB97}"/>
          </ac:picMkLst>
        </pc:picChg>
        <pc:picChg chg="mod">
          <ac:chgData name="DOWTY, PETER (DNR)" userId="01cf875a-4e15-4928-8f93-7a0dfa1efb6b" providerId="ADAL" clId="{E9054DD1-CDF4-4BE2-A4C5-BD4B0395A89E}" dt="2026-07-27T16:10:14.181" v="21866"/>
          <ac:picMkLst>
            <pc:docMk/>
            <pc:sldMk cId="843958716" sldId="335"/>
            <ac:picMk id="10" creationId="{E37B015F-7B8D-4F65-9228-9C3DCF5B0EDD}"/>
          </ac:picMkLst>
        </pc:picChg>
        <pc:picChg chg="mod">
          <ac:chgData name="DOWTY, PETER (DNR)" userId="01cf875a-4e15-4928-8f93-7a0dfa1efb6b" providerId="ADAL" clId="{E9054DD1-CDF4-4BE2-A4C5-BD4B0395A89E}" dt="2026-07-28T15:08:00.473" v="22150" actId="1076"/>
          <ac:picMkLst>
            <pc:docMk/>
            <pc:sldMk cId="843958716" sldId="335"/>
            <ac:picMk id="13" creationId="{7C5EA22C-B6EB-650D-C0E8-C7E3ED79ABEB}"/>
          </ac:picMkLst>
        </pc:picChg>
        <pc:picChg chg="mod">
          <ac:chgData name="DOWTY, PETER (DNR)" userId="01cf875a-4e15-4928-8f93-7a0dfa1efb6b" providerId="ADAL" clId="{E9054DD1-CDF4-4BE2-A4C5-BD4B0395A89E}" dt="2026-07-27T16:10:55.654" v="21883"/>
          <ac:picMkLst>
            <pc:docMk/>
            <pc:sldMk cId="843958716" sldId="335"/>
            <ac:picMk id="16" creationId="{FDA5A99F-0BD6-9276-A5A8-5C9A55BADDB2}"/>
          </ac:picMkLst>
        </pc:picChg>
        <pc:picChg chg="mod">
          <ac:chgData name="DOWTY, PETER (DNR)" userId="01cf875a-4e15-4928-8f93-7a0dfa1efb6b" providerId="ADAL" clId="{E9054DD1-CDF4-4BE2-A4C5-BD4B0395A89E}" dt="2026-07-28T15:08:00.473" v="22150" actId="1076"/>
          <ac:picMkLst>
            <pc:docMk/>
            <pc:sldMk cId="843958716" sldId="335"/>
            <ac:picMk id="19" creationId="{BE4B015F-AB47-B988-0642-94EEA58FDBA2}"/>
          </ac:picMkLst>
        </pc:picChg>
        <pc:picChg chg="mod">
          <ac:chgData name="DOWTY, PETER (DNR)" userId="01cf875a-4e15-4928-8f93-7a0dfa1efb6b" providerId="ADAL" clId="{E9054DD1-CDF4-4BE2-A4C5-BD4B0395A89E}" dt="2026-07-28T15:08:00.473" v="22150" actId="1076"/>
          <ac:picMkLst>
            <pc:docMk/>
            <pc:sldMk cId="843958716" sldId="335"/>
            <ac:picMk id="20" creationId="{B248F74B-95C8-B660-2AEF-9302368A0021}"/>
          </ac:picMkLst>
        </pc:picChg>
        <pc:picChg chg="mod">
          <ac:chgData name="DOWTY, PETER (DNR)" userId="01cf875a-4e15-4928-8f93-7a0dfa1efb6b" providerId="ADAL" clId="{E9054DD1-CDF4-4BE2-A4C5-BD4B0395A89E}" dt="2026-07-27T16:13:29.728" v="21892"/>
          <ac:picMkLst>
            <pc:docMk/>
            <pc:sldMk cId="843958716" sldId="335"/>
            <ac:picMk id="21" creationId="{2EC8A7CC-3056-AB96-C754-AE9B8E5A52BE}"/>
          </ac:picMkLst>
        </pc:picChg>
        <pc:picChg chg="mod">
          <ac:chgData name="DOWTY, PETER (DNR)" userId="01cf875a-4e15-4928-8f93-7a0dfa1efb6b" providerId="ADAL" clId="{E9054DD1-CDF4-4BE2-A4C5-BD4B0395A89E}" dt="2026-07-27T16:14:06.257" v="21894"/>
          <ac:picMkLst>
            <pc:docMk/>
            <pc:sldMk cId="843958716" sldId="335"/>
            <ac:picMk id="23" creationId="{06836ECB-82D1-AFB4-C6F4-8933823A3A12}"/>
          </ac:picMkLst>
        </pc:picChg>
        <pc:picChg chg="add mod">
          <ac:chgData name="DOWTY, PETER (DNR)" userId="01cf875a-4e15-4928-8f93-7a0dfa1efb6b" providerId="ADAL" clId="{E9054DD1-CDF4-4BE2-A4C5-BD4B0395A89E}" dt="2026-07-28T15:09:21.829" v="22164" actId="1076"/>
          <ac:picMkLst>
            <pc:docMk/>
            <pc:sldMk cId="843958716" sldId="335"/>
            <ac:picMk id="25" creationId="{90EC0128-EFB4-5579-E81A-AB98DEF455D0}"/>
          </ac:picMkLst>
        </pc:picChg>
        <pc:picChg chg="add del mod">
          <ac:chgData name="DOWTY, PETER (DNR)" userId="01cf875a-4e15-4928-8f93-7a0dfa1efb6b" providerId="ADAL" clId="{E9054DD1-CDF4-4BE2-A4C5-BD4B0395A89E}" dt="2026-07-28T15:08:00.473" v="22150" actId="1076"/>
          <ac:picMkLst>
            <pc:docMk/>
            <pc:sldMk cId="843958716" sldId="335"/>
            <ac:picMk id="36" creationId="{C5A29F49-1955-0668-B13A-538A5A9C3553}"/>
          </ac:picMkLst>
        </pc:picChg>
        <pc:picChg chg="add mod">
          <ac:chgData name="DOWTY, PETER (DNR)" userId="01cf875a-4e15-4928-8f93-7a0dfa1efb6b" providerId="ADAL" clId="{E9054DD1-CDF4-4BE2-A4C5-BD4B0395A89E}" dt="2026-07-28T15:14:18.849" v="22192" actId="14100"/>
          <ac:picMkLst>
            <pc:docMk/>
            <pc:sldMk cId="843958716" sldId="335"/>
            <ac:picMk id="37" creationId="{ACB7D1A5-CEBB-4693-046C-7AA163F87254}"/>
          </ac:picMkLst>
        </pc:picChg>
        <pc:picChg chg="add del mod">
          <ac:chgData name="DOWTY, PETER (DNR)" userId="01cf875a-4e15-4928-8f93-7a0dfa1efb6b" providerId="ADAL" clId="{E9054DD1-CDF4-4BE2-A4C5-BD4B0395A89E}" dt="2026-07-27T16:17:40.414" v="21920" actId="1076"/>
          <ac:picMkLst>
            <pc:docMk/>
            <pc:sldMk cId="843958716" sldId="335"/>
            <ac:picMk id="38" creationId="{7E3B2545-376A-0399-8022-85B8829EC9CA}"/>
          </ac:picMkLst>
        </pc:picChg>
        <pc:picChg chg="add mod">
          <ac:chgData name="DOWTY, PETER (DNR)" userId="01cf875a-4e15-4928-8f93-7a0dfa1efb6b" providerId="ADAL" clId="{E9054DD1-CDF4-4BE2-A4C5-BD4B0395A89E}" dt="2026-07-28T15:14:22.494" v="22193" actId="1076"/>
          <ac:picMkLst>
            <pc:docMk/>
            <pc:sldMk cId="843958716" sldId="335"/>
            <ac:picMk id="39" creationId="{FC6B4405-26AB-5771-7E10-54413C4EB3E0}"/>
          </ac:picMkLst>
        </pc:picChg>
        <pc:cxnChg chg="add mod">
          <ac:chgData name="DOWTY, PETER (DNR)" userId="01cf875a-4e15-4928-8f93-7a0dfa1efb6b" providerId="ADAL" clId="{E9054DD1-CDF4-4BE2-A4C5-BD4B0395A89E}" dt="2026-07-30T18:20:24.629" v="22253" actId="693"/>
          <ac:cxnSpMkLst>
            <pc:docMk/>
            <pc:sldMk cId="843958716" sldId="335"/>
            <ac:cxnSpMk id="26" creationId="{1ADACAFF-3157-CB0B-F47B-DF5B0A74FE16}"/>
          </ac:cxnSpMkLst>
        </pc:cxnChg>
        <pc:cxnChg chg="add mod">
          <ac:chgData name="DOWTY, PETER (DNR)" userId="01cf875a-4e15-4928-8f93-7a0dfa1efb6b" providerId="ADAL" clId="{E9054DD1-CDF4-4BE2-A4C5-BD4B0395A89E}" dt="2026-07-27T16:27:43.858" v="21956" actId="208"/>
          <ac:cxnSpMkLst>
            <pc:docMk/>
            <pc:sldMk cId="843958716" sldId="335"/>
            <ac:cxnSpMk id="45" creationId="{33E0528D-0B12-F5D3-DCCA-27D8F0839B78}"/>
          </ac:cxnSpMkLst>
        </pc:cxnChg>
        <pc:cxnChg chg="add mod">
          <ac:chgData name="DOWTY, PETER (DNR)" userId="01cf875a-4e15-4928-8f93-7a0dfa1efb6b" providerId="ADAL" clId="{E9054DD1-CDF4-4BE2-A4C5-BD4B0395A89E}" dt="2026-07-27T16:27:43.858" v="21956" actId="208"/>
          <ac:cxnSpMkLst>
            <pc:docMk/>
            <pc:sldMk cId="843958716" sldId="335"/>
            <ac:cxnSpMk id="47" creationId="{F1112C8F-EFBF-F743-6E2C-87A599E20A27}"/>
          </ac:cxnSpMkLst>
        </pc:cxnChg>
        <pc:cxnChg chg="add mod">
          <ac:chgData name="DOWTY, PETER (DNR)" userId="01cf875a-4e15-4928-8f93-7a0dfa1efb6b" providerId="ADAL" clId="{E9054DD1-CDF4-4BE2-A4C5-BD4B0395A89E}" dt="2026-07-27T16:27:43.858" v="21956" actId="208"/>
          <ac:cxnSpMkLst>
            <pc:docMk/>
            <pc:sldMk cId="843958716" sldId="335"/>
            <ac:cxnSpMk id="49" creationId="{CC40AF56-C3D1-ABF0-81DE-DE0C361953A4}"/>
          </ac:cxnSpMkLst>
        </pc:cxnChg>
        <pc:cxnChg chg="add mod">
          <ac:chgData name="DOWTY, PETER (DNR)" userId="01cf875a-4e15-4928-8f93-7a0dfa1efb6b" providerId="ADAL" clId="{E9054DD1-CDF4-4BE2-A4C5-BD4B0395A89E}" dt="2026-07-27T16:27:43.858" v="21956" actId="208"/>
          <ac:cxnSpMkLst>
            <pc:docMk/>
            <pc:sldMk cId="843958716" sldId="335"/>
            <ac:cxnSpMk id="51" creationId="{1EA642F5-0E15-8127-C5C0-76FC24FCF01A}"/>
          </ac:cxnSpMkLst>
        </pc:cxnChg>
        <pc:cxnChg chg="add mod">
          <ac:chgData name="DOWTY, PETER (DNR)" userId="01cf875a-4e15-4928-8f93-7a0dfa1efb6b" providerId="ADAL" clId="{E9054DD1-CDF4-4BE2-A4C5-BD4B0395A89E}" dt="2026-07-27T16:28:31.352" v="21960" actId="693"/>
          <ac:cxnSpMkLst>
            <pc:docMk/>
            <pc:sldMk cId="843958716" sldId="335"/>
            <ac:cxnSpMk id="53" creationId="{844EEAC9-8C59-E62F-5F23-EB6CA5030E11}"/>
          </ac:cxnSpMkLst>
        </pc:cxnChg>
        <pc:cxnChg chg="add mod">
          <ac:chgData name="DOWTY, PETER (DNR)" userId="01cf875a-4e15-4928-8f93-7a0dfa1efb6b" providerId="ADAL" clId="{E9054DD1-CDF4-4BE2-A4C5-BD4B0395A89E}" dt="2026-07-27T16:28:31.352" v="21960" actId="693"/>
          <ac:cxnSpMkLst>
            <pc:docMk/>
            <pc:sldMk cId="843958716" sldId="335"/>
            <ac:cxnSpMk id="55" creationId="{9CC931E7-068E-B702-415E-BD37DB3C2D8A}"/>
          </ac:cxnSpMkLst>
        </pc:cxnChg>
        <pc:cxnChg chg="add mod">
          <ac:chgData name="DOWTY, PETER (DNR)" userId="01cf875a-4e15-4928-8f93-7a0dfa1efb6b" providerId="ADAL" clId="{E9054DD1-CDF4-4BE2-A4C5-BD4B0395A89E}" dt="2026-07-27T16:30:55.437" v="21995"/>
          <ac:cxnSpMkLst>
            <pc:docMk/>
            <pc:sldMk cId="843958716" sldId="335"/>
            <ac:cxnSpMk id="56" creationId="{F254F05C-0811-7E35-0426-3868A13ACF1B}"/>
          </ac:cxnSpMkLst>
        </pc:cxnChg>
      </pc:sldChg>
      <pc:sldChg chg="addSp delSp modSp add mod">
        <pc:chgData name="DOWTY, PETER (DNR)" userId="01cf875a-4e15-4928-8f93-7a0dfa1efb6b" providerId="ADAL" clId="{E9054DD1-CDF4-4BE2-A4C5-BD4B0395A89E}" dt="2026-07-28T15:29:34.758" v="22251" actId="1076"/>
        <pc:sldMkLst>
          <pc:docMk/>
          <pc:sldMk cId="3234048176" sldId="336"/>
        </pc:sldMkLst>
        <pc:spChg chg="mod">
          <ac:chgData name="DOWTY, PETER (DNR)" userId="01cf875a-4e15-4928-8f93-7a0dfa1efb6b" providerId="ADAL" clId="{E9054DD1-CDF4-4BE2-A4C5-BD4B0395A89E}" dt="2026-07-28T15:29:34.758" v="22251" actId="1076"/>
          <ac:spMkLst>
            <pc:docMk/>
            <pc:sldMk cId="3234048176" sldId="336"/>
            <ac:spMk id="6" creationId="{82C18556-20BD-EE39-26F6-8CC0A10B35EE}"/>
          </ac:spMkLst>
        </pc:spChg>
        <pc:spChg chg="mod">
          <ac:chgData name="DOWTY, PETER (DNR)" userId="01cf875a-4e15-4928-8f93-7a0dfa1efb6b" providerId="ADAL" clId="{E9054DD1-CDF4-4BE2-A4C5-BD4B0395A89E}" dt="2026-07-28T15:29:34.758" v="22251" actId="1076"/>
          <ac:spMkLst>
            <pc:docMk/>
            <pc:sldMk cId="3234048176" sldId="336"/>
            <ac:spMk id="7" creationId="{6785D50E-586C-31FA-215C-836481A6C880}"/>
          </ac:spMkLst>
        </pc:spChg>
        <pc:spChg chg="mod">
          <ac:chgData name="DOWTY, PETER (DNR)" userId="01cf875a-4e15-4928-8f93-7a0dfa1efb6b" providerId="ADAL" clId="{E9054DD1-CDF4-4BE2-A4C5-BD4B0395A89E}" dt="2026-07-28T15:29:34.758" v="22251" actId="1076"/>
          <ac:spMkLst>
            <pc:docMk/>
            <pc:sldMk cId="3234048176" sldId="336"/>
            <ac:spMk id="11" creationId="{03309E6C-60D3-8240-8C78-DBBFCC4E9A85}"/>
          </ac:spMkLst>
        </pc:spChg>
        <pc:spChg chg="mod">
          <ac:chgData name="DOWTY, PETER (DNR)" userId="01cf875a-4e15-4928-8f93-7a0dfa1efb6b" providerId="ADAL" clId="{E9054DD1-CDF4-4BE2-A4C5-BD4B0395A89E}" dt="2026-07-28T15:29:34.758" v="22251" actId="1076"/>
          <ac:spMkLst>
            <pc:docMk/>
            <pc:sldMk cId="3234048176" sldId="336"/>
            <ac:spMk id="14" creationId="{F1A8B172-6C40-C5C2-546F-FADE822D08FB}"/>
          </ac:spMkLst>
        </pc:spChg>
        <pc:spChg chg="mod">
          <ac:chgData name="DOWTY, PETER (DNR)" userId="01cf875a-4e15-4928-8f93-7a0dfa1efb6b" providerId="ADAL" clId="{E9054DD1-CDF4-4BE2-A4C5-BD4B0395A89E}" dt="2026-07-28T15:29:34.758" v="22251" actId="1076"/>
          <ac:spMkLst>
            <pc:docMk/>
            <pc:sldMk cId="3234048176" sldId="336"/>
            <ac:spMk id="17" creationId="{80ECCF23-AC28-5A31-850B-7AF677E1BF09}"/>
          </ac:spMkLst>
        </pc:spChg>
        <pc:spChg chg="mod topLvl">
          <ac:chgData name="DOWTY, PETER (DNR)" userId="01cf875a-4e15-4928-8f93-7a0dfa1efb6b" providerId="ADAL" clId="{E9054DD1-CDF4-4BE2-A4C5-BD4B0395A89E}" dt="2026-07-28T15:29:34.758" v="22251" actId="1076"/>
          <ac:spMkLst>
            <pc:docMk/>
            <pc:sldMk cId="3234048176" sldId="336"/>
            <ac:spMk id="27" creationId="{2C57027D-E2D7-F7A5-2D30-6B69C7E1DB6A}"/>
          </ac:spMkLst>
        </pc:spChg>
        <pc:spChg chg="mod">
          <ac:chgData name="DOWTY, PETER (DNR)" userId="01cf875a-4e15-4928-8f93-7a0dfa1efb6b" providerId="ADAL" clId="{E9054DD1-CDF4-4BE2-A4C5-BD4B0395A89E}" dt="2026-07-28T15:29:34.758" v="22251" actId="1076"/>
          <ac:spMkLst>
            <pc:docMk/>
            <pc:sldMk cId="3234048176" sldId="336"/>
            <ac:spMk id="33" creationId="{66833F49-0E05-D98D-43C3-19BEBB0580D4}"/>
          </ac:spMkLst>
        </pc:spChg>
        <pc:spChg chg="add mod">
          <ac:chgData name="DOWTY, PETER (DNR)" userId="01cf875a-4e15-4928-8f93-7a0dfa1efb6b" providerId="ADAL" clId="{E9054DD1-CDF4-4BE2-A4C5-BD4B0395A89E}" dt="2026-07-28T15:29:34.758" v="22251" actId="1076"/>
          <ac:spMkLst>
            <pc:docMk/>
            <pc:sldMk cId="3234048176" sldId="336"/>
            <ac:spMk id="79" creationId="{4FE6923A-DBB5-42F6-85F5-E63F6AF37A01}"/>
          </ac:spMkLst>
        </pc:spChg>
        <pc:spChg chg="add mod">
          <ac:chgData name="DOWTY, PETER (DNR)" userId="01cf875a-4e15-4928-8f93-7a0dfa1efb6b" providerId="ADAL" clId="{E9054DD1-CDF4-4BE2-A4C5-BD4B0395A89E}" dt="2026-07-28T15:29:34.758" v="22251" actId="1076"/>
          <ac:spMkLst>
            <pc:docMk/>
            <pc:sldMk cId="3234048176" sldId="336"/>
            <ac:spMk id="81" creationId="{24FF3362-1627-FF88-05C1-D8D9CAC0C72F}"/>
          </ac:spMkLst>
        </pc:spChg>
        <pc:spChg chg="add mod">
          <ac:chgData name="DOWTY, PETER (DNR)" userId="01cf875a-4e15-4928-8f93-7a0dfa1efb6b" providerId="ADAL" clId="{E9054DD1-CDF4-4BE2-A4C5-BD4B0395A89E}" dt="2026-07-28T15:29:34.758" v="22251" actId="1076"/>
          <ac:spMkLst>
            <pc:docMk/>
            <pc:sldMk cId="3234048176" sldId="336"/>
            <ac:spMk id="83" creationId="{D2605390-7287-64E4-2497-0C71B78FC64C}"/>
          </ac:spMkLst>
        </pc:spChg>
        <pc:grpChg chg="add mod">
          <ac:chgData name="DOWTY, PETER (DNR)" userId="01cf875a-4e15-4928-8f93-7a0dfa1efb6b" providerId="ADAL" clId="{E9054DD1-CDF4-4BE2-A4C5-BD4B0395A89E}" dt="2026-07-27T16:35:29.098" v="22067" actId="554"/>
          <ac:grpSpMkLst>
            <pc:docMk/>
            <pc:sldMk cId="3234048176" sldId="336"/>
            <ac:grpSpMk id="2" creationId="{1192C1A8-176B-8276-FFBF-4164B087FF65}"/>
          </ac:grpSpMkLst>
        </pc:grpChg>
        <pc:grpChg chg="mod">
          <ac:chgData name="DOWTY, PETER (DNR)" userId="01cf875a-4e15-4928-8f93-7a0dfa1efb6b" providerId="ADAL" clId="{E9054DD1-CDF4-4BE2-A4C5-BD4B0395A89E}" dt="2026-07-27T16:35:29.098" v="22067" actId="554"/>
          <ac:grpSpMkLst>
            <pc:docMk/>
            <pc:sldMk cId="3234048176" sldId="336"/>
            <ac:grpSpMk id="9" creationId="{99B8F716-88F4-D14C-380E-888B4DD6A76A}"/>
          </ac:grpSpMkLst>
        </pc:grpChg>
        <pc:grpChg chg="mod">
          <ac:chgData name="DOWTY, PETER (DNR)" userId="01cf875a-4e15-4928-8f93-7a0dfa1efb6b" providerId="ADAL" clId="{E9054DD1-CDF4-4BE2-A4C5-BD4B0395A89E}" dt="2026-07-27T16:36:05.150" v="22074" actId="1076"/>
          <ac:grpSpMkLst>
            <pc:docMk/>
            <pc:sldMk cId="3234048176" sldId="336"/>
            <ac:grpSpMk id="12" creationId="{F3062666-766A-DF76-606A-6FA06B8F7284}"/>
          </ac:grpSpMkLst>
        </pc:grpChg>
        <pc:grpChg chg="mod">
          <ac:chgData name="DOWTY, PETER (DNR)" userId="01cf875a-4e15-4928-8f93-7a0dfa1efb6b" providerId="ADAL" clId="{E9054DD1-CDF4-4BE2-A4C5-BD4B0395A89E}" dt="2026-07-27T16:36:05.150" v="22074" actId="1076"/>
          <ac:grpSpMkLst>
            <pc:docMk/>
            <pc:sldMk cId="3234048176" sldId="336"/>
            <ac:grpSpMk id="15" creationId="{DCA46105-5072-6E76-F154-DEB97D29B46E}"/>
          </ac:grpSpMkLst>
        </pc:grpChg>
        <pc:grpChg chg="mod">
          <ac:chgData name="DOWTY, PETER (DNR)" userId="01cf875a-4e15-4928-8f93-7a0dfa1efb6b" providerId="ADAL" clId="{E9054DD1-CDF4-4BE2-A4C5-BD4B0395A89E}" dt="2026-07-27T16:36:24.078" v="22076" actId="1076"/>
          <ac:grpSpMkLst>
            <pc:docMk/>
            <pc:sldMk cId="3234048176" sldId="336"/>
            <ac:grpSpMk id="18" creationId="{CF495FDD-5017-36AE-3546-EAE98E1B3725}"/>
          </ac:grpSpMkLst>
        </pc:grpChg>
        <pc:grpChg chg="add mod">
          <ac:chgData name="DOWTY, PETER (DNR)" userId="01cf875a-4e15-4928-8f93-7a0dfa1efb6b" providerId="ADAL" clId="{E9054DD1-CDF4-4BE2-A4C5-BD4B0395A89E}" dt="2026-07-27T16:35:59.197" v="22073" actId="1076"/>
          <ac:grpSpMkLst>
            <pc:docMk/>
            <pc:sldMk cId="3234048176" sldId="336"/>
            <ac:grpSpMk id="28" creationId="{1AE11533-2540-9397-18F5-AF8D37F47947}"/>
          </ac:grpSpMkLst>
        </pc:grpChg>
        <pc:grpChg chg="add mod">
          <ac:chgData name="DOWTY, PETER (DNR)" userId="01cf875a-4e15-4928-8f93-7a0dfa1efb6b" providerId="ADAL" clId="{E9054DD1-CDF4-4BE2-A4C5-BD4B0395A89E}" dt="2026-07-27T16:36:45.003" v="22079" actId="1076"/>
          <ac:grpSpMkLst>
            <pc:docMk/>
            <pc:sldMk cId="3234048176" sldId="336"/>
            <ac:grpSpMk id="29" creationId="{F57787AA-0986-3B13-3BE5-E936BA6ABBDE}"/>
          </ac:grpSpMkLst>
        </pc:grpChg>
        <pc:grpChg chg="add mod">
          <ac:chgData name="DOWTY, PETER (DNR)" userId="01cf875a-4e15-4928-8f93-7a0dfa1efb6b" providerId="ADAL" clId="{E9054DD1-CDF4-4BE2-A4C5-BD4B0395A89E}" dt="2026-07-27T16:36:30.533" v="22078" actId="1076"/>
          <ac:grpSpMkLst>
            <pc:docMk/>
            <pc:sldMk cId="3234048176" sldId="336"/>
            <ac:grpSpMk id="42" creationId="{A4CFA61C-A8C4-C1E0-61F8-5D0AF7D8C0AE}"/>
          </ac:grpSpMkLst>
        </pc:grpChg>
        <pc:picChg chg="mod">
          <ac:chgData name="DOWTY, PETER (DNR)" userId="01cf875a-4e15-4928-8f93-7a0dfa1efb6b" providerId="ADAL" clId="{E9054DD1-CDF4-4BE2-A4C5-BD4B0395A89E}" dt="2026-07-27T16:32:24.120" v="21997"/>
          <ac:picMkLst>
            <pc:docMk/>
            <pc:sldMk cId="3234048176" sldId="336"/>
            <ac:picMk id="3" creationId="{87678C0B-9879-DD51-CD90-226EF3289482}"/>
          </ac:picMkLst>
        </pc:picChg>
        <pc:picChg chg="mod">
          <ac:chgData name="DOWTY, PETER (DNR)" userId="01cf875a-4e15-4928-8f93-7a0dfa1efb6b" providerId="ADAL" clId="{E9054DD1-CDF4-4BE2-A4C5-BD4B0395A89E}" dt="2026-07-27T16:36:05.150" v="22074" actId="1076"/>
          <ac:picMkLst>
            <pc:docMk/>
            <pc:sldMk cId="3234048176" sldId="336"/>
            <ac:picMk id="13" creationId="{6BF3FF1F-0423-C29A-6CAA-973C8E7CAB58}"/>
          </ac:picMkLst>
        </pc:picChg>
        <pc:picChg chg="mod">
          <ac:chgData name="DOWTY, PETER (DNR)" userId="01cf875a-4e15-4928-8f93-7a0dfa1efb6b" providerId="ADAL" clId="{E9054DD1-CDF4-4BE2-A4C5-BD4B0395A89E}" dt="2026-07-27T16:36:05.150" v="22074" actId="1076"/>
          <ac:picMkLst>
            <pc:docMk/>
            <pc:sldMk cId="3234048176" sldId="336"/>
            <ac:picMk id="16" creationId="{5AE0CBFD-54F9-7171-3449-112B2436DB86}"/>
          </ac:picMkLst>
        </pc:picChg>
        <pc:picChg chg="mod topLvl">
          <ac:chgData name="DOWTY, PETER (DNR)" userId="01cf875a-4e15-4928-8f93-7a0dfa1efb6b" providerId="ADAL" clId="{E9054DD1-CDF4-4BE2-A4C5-BD4B0395A89E}" dt="2026-07-27T16:33:35.933" v="22047" actId="164"/>
          <ac:picMkLst>
            <pc:docMk/>
            <pc:sldMk cId="3234048176" sldId="336"/>
            <ac:picMk id="25" creationId="{C3827256-7AEA-BB0A-1DAB-796770981DE2}"/>
          </ac:picMkLst>
        </pc:picChg>
        <pc:picChg chg="mod">
          <ac:chgData name="DOWTY, PETER (DNR)" userId="01cf875a-4e15-4928-8f93-7a0dfa1efb6b" providerId="ADAL" clId="{E9054DD1-CDF4-4BE2-A4C5-BD4B0395A89E}" dt="2026-07-27T16:36:05.150" v="22074" actId="1076"/>
          <ac:picMkLst>
            <pc:docMk/>
            <pc:sldMk cId="3234048176" sldId="336"/>
            <ac:picMk id="31" creationId="{5BE0CCBF-DF6E-C4E3-34E2-3A7900EE8EF8}"/>
          </ac:picMkLst>
        </pc:picChg>
        <pc:picChg chg="mod">
          <ac:chgData name="DOWTY, PETER (DNR)" userId="01cf875a-4e15-4928-8f93-7a0dfa1efb6b" providerId="ADAL" clId="{E9054DD1-CDF4-4BE2-A4C5-BD4B0395A89E}" dt="2026-07-27T16:34:05.200" v="22053" actId="1076"/>
          <ac:picMkLst>
            <pc:docMk/>
            <pc:sldMk cId="3234048176" sldId="336"/>
            <ac:picMk id="34" creationId="{51938B2E-5CEC-EE2B-A144-FAD2B18C85D4}"/>
          </ac:picMkLst>
        </pc:picChg>
        <pc:picChg chg="mod">
          <ac:chgData name="DOWTY, PETER (DNR)" userId="01cf875a-4e15-4928-8f93-7a0dfa1efb6b" providerId="ADAL" clId="{E9054DD1-CDF4-4BE2-A4C5-BD4B0395A89E}" dt="2026-07-27T16:36:14.275" v="22075" actId="1076"/>
          <ac:picMkLst>
            <pc:docMk/>
            <pc:sldMk cId="3234048176" sldId="336"/>
            <ac:picMk id="36" creationId="{C070FEE6-9624-12DB-001E-4303F219F2B5}"/>
          </ac:picMkLst>
        </pc:picChg>
        <pc:picChg chg="mod">
          <ac:chgData name="DOWTY, PETER (DNR)" userId="01cf875a-4e15-4928-8f93-7a0dfa1efb6b" providerId="ADAL" clId="{E9054DD1-CDF4-4BE2-A4C5-BD4B0395A89E}" dt="2026-07-27T16:36:25.648" v="22077"/>
          <ac:picMkLst>
            <pc:docMk/>
            <pc:sldMk cId="3234048176" sldId="336"/>
            <ac:picMk id="44" creationId="{EAB83F35-09CF-8F8B-5CDB-3C410EB6AA36}"/>
          </ac:picMkLst>
        </pc:picChg>
        <pc:picChg chg="mod">
          <ac:chgData name="DOWTY, PETER (DNR)" userId="01cf875a-4e15-4928-8f93-7a0dfa1efb6b" providerId="ADAL" clId="{E9054DD1-CDF4-4BE2-A4C5-BD4B0395A89E}" dt="2026-07-27T16:36:25.648" v="22077"/>
          <ac:picMkLst>
            <pc:docMk/>
            <pc:sldMk cId="3234048176" sldId="336"/>
            <ac:picMk id="46" creationId="{32476ABE-A361-C168-ABCA-6DE8C3CCF8B6}"/>
          </ac:picMkLst>
        </pc:picChg>
        <pc:picChg chg="mod">
          <ac:chgData name="DOWTY, PETER (DNR)" userId="01cf875a-4e15-4928-8f93-7a0dfa1efb6b" providerId="ADAL" clId="{E9054DD1-CDF4-4BE2-A4C5-BD4B0395A89E}" dt="2026-07-27T16:36:25.648" v="22077"/>
          <ac:picMkLst>
            <pc:docMk/>
            <pc:sldMk cId="3234048176" sldId="336"/>
            <ac:picMk id="48" creationId="{82DD88B2-AB62-2319-64DC-F41234F0C23F}"/>
          </ac:picMkLst>
        </pc:picChg>
        <pc:cxnChg chg="add ord">
          <ac:chgData name="DOWTY, PETER (DNR)" userId="01cf875a-4e15-4928-8f93-7a0dfa1efb6b" providerId="ADAL" clId="{E9054DD1-CDF4-4BE2-A4C5-BD4B0395A89E}" dt="2026-07-27T16:39:21.774" v="22101" actId="166"/>
          <ac:cxnSpMkLst>
            <pc:docMk/>
            <pc:sldMk cId="3234048176" sldId="336"/>
            <ac:cxnSpMk id="52" creationId="{6454416D-4DA7-850E-BBD9-C16EA3BC2712}"/>
          </ac:cxnSpMkLst>
        </pc:cxnChg>
        <pc:cxnChg chg="add">
          <ac:chgData name="DOWTY, PETER (DNR)" userId="01cf875a-4e15-4928-8f93-7a0dfa1efb6b" providerId="ADAL" clId="{E9054DD1-CDF4-4BE2-A4C5-BD4B0395A89E}" dt="2026-07-27T16:37:18.518" v="22088" actId="11529"/>
          <ac:cxnSpMkLst>
            <pc:docMk/>
            <pc:sldMk cId="3234048176" sldId="336"/>
            <ac:cxnSpMk id="57" creationId="{F83E5C87-F8D6-9031-C915-CF3FEE78960E}"/>
          </ac:cxnSpMkLst>
        </pc:cxnChg>
        <pc:cxnChg chg="add mod">
          <ac:chgData name="DOWTY, PETER (DNR)" userId="01cf875a-4e15-4928-8f93-7a0dfa1efb6b" providerId="ADAL" clId="{E9054DD1-CDF4-4BE2-A4C5-BD4B0395A89E}" dt="2026-07-27T16:37:35.417" v="22090" actId="208"/>
          <ac:cxnSpMkLst>
            <pc:docMk/>
            <pc:sldMk cId="3234048176" sldId="336"/>
            <ac:cxnSpMk id="59" creationId="{B495CE8E-0D89-700C-0EB6-70BFD40B6D3F}"/>
          </ac:cxnSpMkLst>
        </pc:cxnChg>
        <pc:cxnChg chg="add mod">
          <ac:chgData name="DOWTY, PETER (DNR)" userId="01cf875a-4e15-4928-8f93-7a0dfa1efb6b" providerId="ADAL" clId="{E9054DD1-CDF4-4BE2-A4C5-BD4B0395A89E}" dt="2026-07-27T16:37:40.054" v="22092" actId="1076"/>
          <ac:cxnSpMkLst>
            <pc:docMk/>
            <pc:sldMk cId="3234048176" sldId="336"/>
            <ac:cxnSpMk id="60" creationId="{9C9DF540-31A1-3ED9-E60A-E7608AE06B17}"/>
          </ac:cxnSpMkLst>
        </pc:cxnChg>
        <pc:cxnChg chg="add mod">
          <ac:chgData name="DOWTY, PETER (DNR)" userId="01cf875a-4e15-4928-8f93-7a0dfa1efb6b" providerId="ADAL" clId="{E9054DD1-CDF4-4BE2-A4C5-BD4B0395A89E}" dt="2026-07-27T16:37:53.454" v="22094" actId="208"/>
          <ac:cxnSpMkLst>
            <pc:docMk/>
            <pc:sldMk cId="3234048176" sldId="336"/>
            <ac:cxnSpMk id="62" creationId="{AA8D996C-A6F3-DF62-7576-05204CC071E7}"/>
          </ac:cxnSpMkLst>
        </pc:cxnChg>
        <pc:cxnChg chg="add mod">
          <ac:chgData name="DOWTY, PETER (DNR)" userId="01cf875a-4e15-4928-8f93-7a0dfa1efb6b" providerId="ADAL" clId="{E9054DD1-CDF4-4BE2-A4C5-BD4B0395A89E}" dt="2026-07-27T16:39:11.299" v="22100" actId="208"/>
          <ac:cxnSpMkLst>
            <pc:docMk/>
            <pc:sldMk cId="3234048176" sldId="336"/>
            <ac:cxnSpMk id="64" creationId="{6A4DEB84-28D0-FCCF-146C-0B1E1F671F48}"/>
          </ac:cxnSpMkLst>
        </pc:cxnChg>
        <pc:cxnChg chg="add mod">
          <ac:chgData name="DOWTY, PETER (DNR)" userId="01cf875a-4e15-4928-8f93-7a0dfa1efb6b" providerId="ADAL" clId="{E9054DD1-CDF4-4BE2-A4C5-BD4B0395A89E}" dt="2026-07-27T16:39:11.299" v="22100" actId="208"/>
          <ac:cxnSpMkLst>
            <pc:docMk/>
            <pc:sldMk cId="3234048176" sldId="336"/>
            <ac:cxnSpMk id="66" creationId="{91C4544E-E0EE-0D15-50A1-236EFFE5F88A}"/>
          </ac:cxnSpMkLst>
        </pc:cxnChg>
        <pc:cxnChg chg="add mod">
          <ac:chgData name="DOWTY, PETER (DNR)" userId="01cf875a-4e15-4928-8f93-7a0dfa1efb6b" providerId="ADAL" clId="{E9054DD1-CDF4-4BE2-A4C5-BD4B0395A89E}" dt="2026-07-27T16:39:11.299" v="22100" actId="208"/>
          <ac:cxnSpMkLst>
            <pc:docMk/>
            <pc:sldMk cId="3234048176" sldId="336"/>
            <ac:cxnSpMk id="68" creationId="{1E6B60DB-A8EC-E9C3-C54E-7D9DFF17A280}"/>
          </ac:cxnSpMkLst>
        </pc:cxnChg>
        <pc:cxnChg chg="add mod">
          <ac:chgData name="DOWTY, PETER (DNR)" userId="01cf875a-4e15-4928-8f93-7a0dfa1efb6b" providerId="ADAL" clId="{E9054DD1-CDF4-4BE2-A4C5-BD4B0395A89E}" dt="2026-07-27T16:39:11.299" v="22100" actId="208"/>
          <ac:cxnSpMkLst>
            <pc:docMk/>
            <pc:sldMk cId="3234048176" sldId="336"/>
            <ac:cxnSpMk id="70" creationId="{0F13C6CB-AE03-2C46-5CD2-1A6A815DF718}"/>
          </ac:cxnSpMkLst>
        </pc:cxnChg>
        <pc:cxnChg chg="add mod">
          <ac:chgData name="DOWTY, PETER (DNR)" userId="01cf875a-4e15-4928-8f93-7a0dfa1efb6b" providerId="ADAL" clId="{E9054DD1-CDF4-4BE2-A4C5-BD4B0395A89E}" dt="2026-07-27T16:39:11.299" v="22100" actId="208"/>
          <ac:cxnSpMkLst>
            <pc:docMk/>
            <pc:sldMk cId="3234048176" sldId="336"/>
            <ac:cxnSpMk id="72" creationId="{5E1C0F6E-5127-0639-6A89-F135B72C3D14}"/>
          </ac:cxnSpMkLst>
        </pc:cxnChg>
        <pc:cxnChg chg="add mod">
          <ac:chgData name="DOWTY, PETER (DNR)" userId="01cf875a-4e15-4928-8f93-7a0dfa1efb6b" providerId="ADAL" clId="{E9054DD1-CDF4-4BE2-A4C5-BD4B0395A89E}" dt="2026-07-28T15:29:09.754" v="22250"/>
          <ac:cxnSpMkLst>
            <pc:docMk/>
            <pc:sldMk cId="3234048176" sldId="336"/>
            <ac:cxnSpMk id="74" creationId="{01F6A2D0-C9E5-726F-3DA9-836DFEF81F7E}"/>
          </ac:cxnSpMkLst>
        </pc:cxnChg>
        <pc:cxnChg chg="add mod">
          <ac:chgData name="DOWTY, PETER (DNR)" userId="01cf875a-4e15-4928-8f93-7a0dfa1efb6b" providerId="ADAL" clId="{E9054DD1-CDF4-4BE2-A4C5-BD4B0395A89E}" dt="2026-07-28T15:29:09.754" v="22250"/>
          <ac:cxnSpMkLst>
            <pc:docMk/>
            <pc:sldMk cId="3234048176" sldId="336"/>
            <ac:cxnSpMk id="76" creationId="{B4B85DE9-0026-F082-38DF-0AE930F87A17}"/>
          </ac:cxnSpMkLst>
        </pc:cxnChg>
        <pc:cxnChg chg="add mod">
          <ac:chgData name="DOWTY, PETER (DNR)" userId="01cf875a-4e15-4928-8f93-7a0dfa1efb6b" providerId="ADAL" clId="{E9054DD1-CDF4-4BE2-A4C5-BD4B0395A89E}" dt="2026-07-28T15:29:09.754" v="22250"/>
          <ac:cxnSpMkLst>
            <pc:docMk/>
            <pc:sldMk cId="3234048176" sldId="336"/>
            <ac:cxnSpMk id="77" creationId="{49DA3F0D-0A12-8C33-062C-298BB29626F2}"/>
          </ac:cxnSpMkLst>
        </pc:cxnChg>
        <pc:cxnChg chg="add mod">
          <ac:chgData name="DOWTY, PETER (DNR)" userId="01cf875a-4e15-4928-8f93-7a0dfa1efb6b" providerId="ADAL" clId="{E9054DD1-CDF4-4BE2-A4C5-BD4B0395A89E}" dt="2026-07-28T15:29:09.754" v="22250"/>
          <ac:cxnSpMkLst>
            <pc:docMk/>
            <pc:sldMk cId="3234048176" sldId="336"/>
            <ac:cxnSpMk id="78" creationId="{B5486663-1522-F8DA-3DC9-A72EDEA9CF02}"/>
          </ac:cxnSpMkLst>
        </pc:cxn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19T14:28:26.671" v="5193" actId="20577"/>
      <pc:docMkLst>
        <pc:docMk/>
      </pc:docMkLst>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8/6/2026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8/6/2026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7.png"/><Relationship Id="rId7" Type="http://schemas.openxmlformats.org/officeDocument/2006/relationships/image" Target="../media/image13.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18.jpeg"/><Relationship Id="rId4" Type="http://schemas.openxmlformats.org/officeDocument/2006/relationships/image" Target="../media/image20.png"/><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23.sv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image" Target="../media/image24.svg"/></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0.png"/><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2.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33.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1.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1.png"/><Relationship Id="rId33" Type="http://schemas.openxmlformats.org/officeDocument/2006/relationships/image" Target="../media/image41.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1.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1.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2.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1.png"/><Relationship Id="rId30" Type="http://schemas.openxmlformats.org/officeDocument/2006/relationships/customXml" Target="../ink/ink16.xml"/><Relationship Id="rId8" Type="http://schemas.openxmlformats.org/officeDocument/2006/relationships/customXml" Target="../ink/ink5.xml"/></Relationships>
</file>

<file path=ppt/slides/_rels/slide3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45.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3.jp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46.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50.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5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7.png"/><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jpeg"/><Relationship Id="rId4" Type="http://schemas.openxmlformats.org/officeDocument/2006/relationships/image" Target="../media/image17.png"/></Relationships>
</file>

<file path=ppt/slides/_rels/slide5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 Id="rId4" Type="http://schemas.openxmlformats.org/officeDocument/2006/relationships/image" Target="../media/image98.png"/></Relationships>
</file>

<file path=ppt/slides/_rels/slide60.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47.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02.tiff"/><Relationship Id="rId7" Type="http://schemas.openxmlformats.org/officeDocument/2006/relationships/image" Target="../media/image106.tiff"/><Relationship Id="rId2" Type="http://schemas.openxmlformats.org/officeDocument/2006/relationships/image" Target="../media/image101.tiff"/><Relationship Id="rId1" Type="http://schemas.openxmlformats.org/officeDocument/2006/relationships/slideLayout" Target="../slideLayouts/slideLayout7.xml"/><Relationship Id="rId6" Type="http://schemas.openxmlformats.org/officeDocument/2006/relationships/image" Target="../media/image105.tiff"/><Relationship Id="rId5" Type="http://schemas.openxmlformats.org/officeDocument/2006/relationships/image" Target="../media/image104.tiff"/><Relationship Id="rId4" Type="http://schemas.openxmlformats.org/officeDocument/2006/relationships/image" Target="../media/image103.tiff"/></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s>
</file>

<file path=ppt/slides/_rels/slide68.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7.xml"/><Relationship Id="rId4" Type="http://schemas.openxmlformats.org/officeDocument/2006/relationships/image" Target="../media/image114.png"/></Relationships>
</file>

<file path=ppt/slides/_rels/slide69.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6.png"/><Relationship Id="rId7" Type="http://schemas.openxmlformats.org/officeDocument/2006/relationships/image" Target="../media/image120.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19.png"/><Relationship Id="rId5" Type="http://schemas.openxmlformats.org/officeDocument/2006/relationships/image" Target="../media/image118.png"/><Relationship Id="rId4" Type="http://schemas.openxmlformats.org/officeDocument/2006/relationships/image" Target="../media/image11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22.png"/></Relationships>
</file>

<file path=ppt/slides/_rels/slide72.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4" Type="http://schemas.openxmlformats.org/officeDocument/2006/relationships/image" Target="../media/image125.png"/></Relationships>
</file>

<file path=ppt/slides/_rels/slide73.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image" Target="../media/image112.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 Id="rId5" Type="http://schemas.openxmlformats.org/officeDocument/2006/relationships/image" Target="../media/image132.png"/><Relationship Id="rId4" Type="http://schemas.openxmlformats.org/officeDocument/2006/relationships/image" Target="../media/image1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95352-1C1F-092C-C33B-27ECEE25D8FB}"/>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32915666-0B98-6B45-9DB8-441F2E29AB8E}"/>
              </a:ext>
            </a:extLst>
          </p:cNvPr>
          <p:cNvSpPr/>
          <p:nvPr/>
        </p:nvSpPr>
        <p:spPr>
          <a:xfrm>
            <a:off x="318720" y="3502037"/>
            <a:ext cx="7199593" cy="3327981"/>
          </a:xfrm>
          <a:custGeom>
            <a:avLst/>
            <a:gdLst>
              <a:gd name="csX0" fmla="*/ 3791553 w 7199593"/>
              <a:gd name="csY0" fmla="*/ 191777 h 3327981"/>
              <a:gd name="csX1" fmla="*/ 305969 w 7199593"/>
              <a:gd name="csY1" fmla="*/ 227991 h 3327981"/>
              <a:gd name="csX2" fmla="*/ 604733 w 7199593"/>
              <a:gd name="csY2" fmla="*/ 2627159 h 3327981"/>
              <a:gd name="csX3" fmla="*/ 4090318 w 7199593"/>
              <a:gd name="csY3" fmla="*/ 3297115 h 3327981"/>
              <a:gd name="csX4" fmla="*/ 7114175 w 7199593"/>
              <a:gd name="csY4" fmla="*/ 2989298 h 3327981"/>
              <a:gd name="csX5" fmla="*/ 6145454 w 7199593"/>
              <a:gd name="csY5" fmla="*/ 1051856 h 3327981"/>
              <a:gd name="csX6" fmla="*/ 3791553 w 7199593"/>
              <a:gd name="csY6" fmla="*/ 191777 h 3327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199593" h="3327981">
                <a:moveTo>
                  <a:pt x="3791553" y="191777"/>
                </a:moveTo>
                <a:cubicBezTo>
                  <a:pt x="2818305" y="54466"/>
                  <a:pt x="837106" y="-177906"/>
                  <a:pt x="305969" y="227991"/>
                </a:cubicBezTo>
                <a:cubicBezTo>
                  <a:pt x="-225168" y="633888"/>
                  <a:pt x="-25992" y="2115638"/>
                  <a:pt x="604733" y="2627159"/>
                </a:cubicBezTo>
                <a:cubicBezTo>
                  <a:pt x="1235458" y="3138680"/>
                  <a:pt x="3005411" y="3236759"/>
                  <a:pt x="4090318" y="3297115"/>
                </a:cubicBezTo>
                <a:cubicBezTo>
                  <a:pt x="5175225" y="3357472"/>
                  <a:pt x="6771652" y="3363508"/>
                  <a:pt x="7114175" y="2989298"/>
                </a:cubicBezTo>
                <a:cubicBezTo>
                  <a:pt x="7456698" y="2615088"/>
                  <a:pt x="6694697" y="1518109"/>
                  <a:pt x="6145454" y="1051856"/>
                </a:cubicBezTo>
                <a:cubicBezTo>
                  <a:pt x="5596211" y="585603"/>
                  <a:pt x="4764801" y="329088"/>
                  <a:pt x="3791553" y="191777"/>
                </a:cubicBezTo>
                <a:close/>
              </a:path>
            </a:pathLst>
          </a:custGeom>
          <a:solidFill>
            <a:srgbClr val="F0F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4B9B2578-C72A-0EAA-BDEE-95A91F8137CA}"/>
              </a:ext>
            </a:extLst>
          </p:cNvPr>
          <p:cNvSpPr/>
          <p:nvPr/>
        </p:nvSpPr>
        <p:spPr>
          <a:xfrm>
            <a:off x="5270" y="-73213"/>
            <a:ext cx="12170311" cy="5207687"/>
          </a:xfrm>
          <a:custGeom>
            <a:avLst/>
            <a:gdLst>
              <a:gd name="csX0" fmla="*/ 1751102 w 12170311"/>
              <a:gd name="csY0" fmla="*/ 154694 h 5207687"/>
              <a:gd name="csX1" fmla="*/ 166746 w 12170311"/>
              <a:gd name="csY1" fmla="*/ 2553863 h 5207687"/>
              <a:gd name="csX2" fmla="*/ 4602944 w 12170311"/>
              <a:gd name="csY2" fmla="*/ 3341514 h 5207687"/>
              <a:gd name="csX3" fmla="*/ 7309930 w 12170311"/>
              <a:gd name="csY3" fmla="*/ 2897894 h 5207687"/>
              <a:gd name="csX4" fmla="*/ 7997993 w 12170311"/>
              <a:gd name="csY4" fmla="*/ 3911882 h 5207687"/>
              <a:gd name="csX5" fmla="*/ 9193051 w 12170311"/>
              <a:gd name="csY5" fmla="*/ 5161261 h 5207687"/>
              <a:gd name="csX6" fmla="*/ 11800449 w 12170311"/>
              <a:gd name="csY6" fmla="*/ 4708587 h 5207687"/>
              <a:gd name="csX7" fmla="*/ 11881930 w 12170311"/>
              <a:gd name="csY7" fmla="*/ 2562916 h 5207687"/>
              <a:gd name="csX8" fmla="*/ 9256425 w 12170311"/>
              <a:gd name="csY8" fmla="*/ 489672 h 5207687"/>
              <a:gd name="csX9" fmla="*/ 1751102 w 12170311"/>
              <a:gd name="csY9" fmla="*/ 154694 h 52076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70311" h="5207687">
                <a:moveTo>
                  <a:pt x="1751102" y="154694"/>
                </a:moveTo>
                <a:cubicBezTo>
                  <a:pt x="236155" y="498726"/>
                  <a:pt x="-308561" y="2022726"/>
                  <a:pt x="166746" y="2553863"/>
                </a:cubicBezTo>
                <a:cubicBezTo>
                  <a:pt x="642053" y="3085000"/>
                  <a:pt x="3412413" y="3284175"/>
                  <a:pt x="4602944" y="3341514"/>
                </a:cubicBezTo>
                <a:cubicBezTo>
                  <a:pt x="5793475" y="3398853"/>
                  <a:pt x="6744089" y="2802833"/>
                  <a:pt x="7309930" y="2897894"/>
                </a:cubicBezTo>
                <a:cubicBezTo>
                  <a:pt x="7875772" y="2992955"/>
                  <a:pt x="7684140" y="3534654"/>
                  <a:pt x="7997993" y="3911882"/>
                </a:cubicBezTo>
                <a:cubicBezTo>
                  <a:pt x="8311846" y="4289110"/>
                  <a:pt x="8559308" y="5028477"/>
                  <a:pt x="9193051" y="5161261"/>
                </a:cubicBezTo>
                <a:cubicBezTo>
                  <a:pt x="9826794" y="5294045"/>
                  <a:pt x="11352303" y="5141644"/>
                  <a:pt x="11800449" y="4708587"/>
                </a:cubicBezTo>
                <a:cubicBezTo>
                  <a:pt x="12248595" y="4275530"/>
                  <a:pt x="12305934" y="3266068"/>
                  <a:pt x="11881930" y="2562916"/>
                </a:cubicBezTo>
                <a:cubicBezTo>
                  <a:pt x="11457926" y="1859764"/>
                  <a:pt x="10943387" y="886515"/>
                  <a:pt x="9256425" y="489672"/>
                </a:cubicBezTo>
                <a:cubicBezTo>
                  <a:pt x="7569463" y="92829"/>
                  <a:pt x="3266049" y="-189338"/>
                  <a:pt x="1751102" y="154694"/>
                </a:cubicBezTo>
                <a:close/>
              </a:path>
            </a:pathLst>
          </a:custGeom>
          <a:solidFill>
            <a:srgbClr val="E2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Freeform: Shape 50">
            <a:extLst>
              <a:ext uri="{FF2B5EF4-FFF2-40B4-BE49-F238E27FC236}">
                <a16:creationId xmlns:a16="http://schemas.microsoft.com/office/drawing/2014/main" id="{34138906-6D6D-1ABA-9657-EA1EF2192617}"/>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C55D267B-0010-AE65-DE31-3008F190DC54}"/>
              </a:ext>
            </a:extLst>
          </p:cNvPr>
          <p:cNvSpPr/>
          <p:nvPr/>
        </p:nvSpPr>
        <p:spPr>
          <a:xfrm>
            <a:off x="6135921" y="2904115"/>
            <a:ext cx="1646968" cy="1335444"/>
          </a:xfrm>
          <a:custGeom>
            <a:avLst/>
            <a:gdLst>
              <a:gd name="csX0" fmla="*/ 898622 w 1646968"/>
              <a:gd name="csY0" fmla="*/ 2047 h 1335444"/>
              <a:gd name="csX1" fmla="*/ 2329 w 1646968"/>
              <a:gd name="csY1" fmla="*/ 816859 h 1335444"/>
              <a:gd name="csX2" fmla="*/ 1179279 w 1646968"/>
              <a:gd name="csY2" fmla="*/ 1332907 h 1335444"/>
              <a:gd name="csX3" fmla="*/ 1641006 w 1646968"/>
              <a:gd name="csY3" fmla="*/ 608630 h 1335444"/>
              <a:gd name="csX4" fmla="*/ 898622 w 1646968"/>
              <a:gd name="csY4" fmla="*/ 2047 h 1335444"/>
            </a:gdLst>
            <a:ahLst/>
            <a:cxnLst>
              <a:cxn ang="0">
                <a:pos x="csX0" y="csY0"/>
              </a:cxn>
              <a:cxn ang="0">
                <a:pos x="csX1" y="csY1"/>
              </a:cxn>
              <a:cxn ang="0">
                <a:pos x="csX2" y="csY2"/>
              </a:cxn>
              <a:cxn ang="0">
                <a:pos x="csX3" y="csY3"/>
              </a:cxn>
              <a:cxn ang="0">
                <a:pos x="csX4" y="csY4"/>
              </a:cxn>
            </a:cxnLst>
            <a:rect l="l" t="t" r="r" b="b"/>
            <a:pathLst>
              <a:path w="1646968" h="1335444">
                <a:moveTo>
                  <a:pt x="898622" y="2047"/>
                </a:moveTo>
                <a:cubicBezTo>
                  <a:pt x="625509" y="36752"/>
                  <a:pt x="-44447" y="595049"/>
                  <a:pt x="2329" y="816859"/>
                </a:cubicBezTo>
                <a:cubicBezTo>
                  <a:pt x="49105" y="1038669"/>
                  <a:pt x="906166" y="1367612"/>
                  <a:pt x="1179279" y="1332907"/>
                </a:cubicBezTo>
                <a:cubicBezTo>
                  <a:pt x="1452392" y="1298202"/>
                  <a:pt x="1687782" y="834967"/>
                  <a:pt x="1641006" y="608630"/>
                </a:cubicBezTo>
                <a:cubicBezTo>
                  <a:pt x="1594230" y="382293"/>
                  <a:pt x="1171735" y="-32658"/>
                  <a:pt x="898622" y="2047"/>
                </a:cubicBezTo>
                <a:close/>
              </a:path>
            </a:pathLst>
          </a:custGeom>
          <a:solidFill>
            <a:srgbClr val="FDF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82A9448B-3711-D5F8-829A-FE2EFF18BDEA}"/>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EEEDCCD-2802-75AD-97C2-514D7C96D0A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FF71E03B-1E83-D11E-19AA-6CDD3A55E9C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D5031D62-F20D-750D-48B9-D3892BF8C69D}"/>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BCF46295-6C73-31D9-9156-08F2690B1ED0}"/>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60C86E60-58C6-2960-4B6B-4A5A634D89A2}"/>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0E6A270C-39D1-75EA-FC65-0900DBD5752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2B0EAD32-56B4-B609-6BC1-533E6DA90681}"/>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2D90F4E8-91CC-5096-2BF4-EC73E060FE23}"/>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897531D6-0519-D289-C70A-FA10A4F89803}"/>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BCFD3062-F068-87DE-F048-2FBCE17A517F}"/>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86A03E6B-AD04-29D4-7B50-135C58EFB58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6D10BF93-F726-32A4-4E73-FD65686C6BF9}"/>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886F0FB3-08AB-B48A-B7EA-2881A115AF9E}"/>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043309E9-28E6-8B12-0ECA-ED2B7ACAF32B}"/>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85C66E8-BBAC-1189-3666-4417F84E471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F9646E63-B277-E222-7286-5D0926EBE24D}"/>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8B0E1DC8-CA4C-B815-B9DF-A7FEF703EA5C}"/>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1A7EAB8B-D34A-3E9E-9B96-48A7E14379D4}"/>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EFB9BFB-F9CF-2012-497A-705E91CE45AC}"/>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2959B8F-A811-D423-955E-ADF69FE16DCB}"/>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2F0C28A-0F29-1231-7936-6A29ED86700A}"/>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D2F8D2E9-206D-CF97-1759-0603B0366B4B}"/>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B34D8C20-ED59-DA96-7C28-8FE105B6D1D7}"/>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0BD2322-102E-DFB5-6384-88630BA59CDE}"/>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948DE-A119-7E92-8FA3-0015CA04F1EE}"/>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22F3BE5C-3D17-D3C4-52DA-FFE7211BA030}"/>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5586AFAB-9E9D-30D7-7C18-0F2663C8F887}"/>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DF2EE90-F7F7-2979-C582-D1FD4127ACD2}"/>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DFBB06D0-6BCA-1ABE-BFB2-1E9661824E5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DA901486-4A69-334D-3918-442412D39810}"/>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6179030-E48F-FFC5-BD78-355BFF181B57}"/>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BD175449-1AA1-9AD2-1F48-8485F1FA1982}"/>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29308875-F70C-D19A-BB68-77FCA6EC2408}"/>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5883AA7D-DD1F-829E-F835-1F1132EEE4AF}"/>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CC0D8694-C03C-9D87-5623-23F89911E179}"/>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FBE4D120-FACF-5B1F-CD43-0ECA383207C5}"/>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7CC5B0A-DBCB-86C1-495D-67F580DE3C46}"/>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D9F38F9A-FB94-2EC2-B3FB-558DB359C85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39AF1A56-85BD-7705-5181-7C1DD7266A99}"/>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EB7830E3-0561-17B8-29E9-E76948551DA6}"/>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08343AA2-CB3B-A53C-832D-5997FF220AA3}"/>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F62827BA-BB1A-5B8E-B373-8986D08A65E1}"/>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25B88B39-2646-3CCF-AD09-AE8FC2D57B57}"/>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44F96099-EB08-5B2D-C6B0-096E9C4B59B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8" name="TextBox 47">
            <a:extLst>
              <a:ext uri="{FF2B5EF4-FFF2-40B4-BE49-F238E27FC236}">
                <a16:creationId xmlns:a16="http://schemas.microsoft.com/office/drawing/2014/main" id="{1DD5F6C1-8E8B-C1CE-FC4F-5779B9946709}"/>
              </a:ext>
            </a:extLst>
          </p:cNvPr>
          <p:cNvSpPr txBox="1"/>
          <p:nvPr/>
        </p:nvSpPr>
        <p:spPr>
          <a:xfrm>
            <a:off x="9185417" y="1080258"/>
            <a:ext cx="1381335" cy="369332"/>
          </a:xfrm>
          <a:prstGeom prst="rect">
            <a:avLst/>
          </a:prstGeom>
          <a:noFill/>
        </p:spPr>
        <p:txBody>
          <a:bodyPr wrap="square" rtlCol="0">
            <a:spAutoFit/>
          </a:bodyPr>
          <a:lstStyle/>
          <a:p>
            <a:r>
              <a:rPr lang="en-US" dirty="0">
                <a:solidFill>
                  <a:schemeClr val="accent1">
                    <a:lumMod val="40000"/>
                    <a:lumOff val="60000"/>
                  </a:schemeClr>
                </a:solidFill>
              </a:rPr>
              <a:t>file system</a:t>
            </a:r>
          </a:p>
        </p:txBody>
      </p:sp>
      <p:sp>
        <p:nvSpPr>
          <p:cNvPr id="53" name="TextBox 52">
            <a:extLst>
              <a:ext uri="{FF2B5EF4-FFF2-40B4-BE49-F238E27FC236}">
                <a16:creationId xmlns:a16="http://schemas.microsoft.com/office/drawing/2014/main" id="{9112933D-E2E5-A2BF-3F71-147A3FAF6C9D}"/>
              </a:ext>
            </a:extLst>
          </p:cNvPr>
          <p:cNvSpPr txBox="1"/>
          <p:nvPr/>
        </p:nvSpPr>
        <p:spPr>
          <a:xfrm>
            <a:off x="2647098" y="3801057"/>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Tree>
    <p:extLst>
      <p:ext uri="{BB962C8B-B14F-4D97-AF65-F5344CB8AC3E}">
        <p14:creationId xmlns:p14="http://schemas.microsoft.com/office/powerpoint/2010/main" val="2123458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A5C26-A048-1503-B3F0-0A651BC13830}"/>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3B4999CB-5CE3-C4C3-A85F-52E4AA323F77}"/>
              </a:ext>
            </a:extLst>
          </p:cNvPr>
          <p:cNvSpPr/>
          <p:nvPr/>
        </p:nvSpPr>
        <p:spPr>
          <a:xfrm>
            <a:off x="425374" y="38089"/>
            <a:ext cx="11695889" cy="6805199"/>
          </a:xfrm>
          <a:custGeom>
            <a:avLst/>
            <a:gdLst>
              <a:gd name="csX0" fmla="*/ 2942515 w 11695889"/>
              <a:gd name="csY0" fmla="*/ 97713 h 6805199"/>
              <a:gd name="csX1" fmla="*/ 1665976 w 11695889"/>
              <a:gd name="csY1" fmla="*/ 1555321 h 6805199"/>
              <a:gd name="csX2" fmla="*/ 139 w 11695889"/>
              <a:gd name="csY2" fmla="*/ 4289467 h 6805199"/>
              <a:gd name="csX3" fmla="*/ 1584495 w 11695889"/>
              <a:gd name="csY3" fmla="*/ 6489460 h 6805199"/>
              <a:gd name="csX4" fmla="*/ 3684899 w 11695889"/>
              <a:gd name="csY4" fmla="*/ 6770117 h 6805199"/>
              <a:gd name="csX5" fmla="*/ 4345802 w 11695889"/>
              <a:gd name="csY5" fmla="*/ 6770117 h 6805199"/>
              <a:gd name="csX6" fmla="*/ 7985295 w 11695889"/>
              <a:gd name="csY6" fmla="*/ 6489460 h 6805199"/>
              <a:gd name="csX7" fmla="*/ 11108741 w 11695889"/>
              <a:gd name="csY7" fmla="*/ 5321562 h 6805199"/>
              <a:gd name="csX8" fmla="*/ 11642895 w 11695889"/>
              <a:gd name="csY8" fmla="*/ 3764366 h 6805199"/>
              <a:gd name="csX9" fmla="*/ 10393517 w 11695889"/>
              <a:gd name="csY9" fmla="*/ 1211289 h 6805199"/>
              <a:gd name="csX10" fmla="*/ 6247030 w 11695889"/>
              <a:gd name="csY10" fmla="*/ 251622 h 6805199"/>
              <a:gd name="csX11" fmla="*/ 2942515 w 11695889"/>
              <a:gd name="csY11" fmla="*/ 97713 h 6805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695889" h="6805199">
                <a:moveTo>
                  <a:pt x="2942515" y="97713"/>
                </a:moveTo>
                <a:cubicBezTo>
                  <a:pt x="2179006" y="314996"/>
                  <a:pt x="2156372" y="856695"/>
                  <a:pt x="1665976" y="1555321"/>
                </a:cubicBezTo>
                <a:cubicBezTo>
                  <a:pt x="1175580" y="2253947"/>
                  <a:pt x="13719" y="3467111"/>
                  <a:pt x="139" y="4289467"/>
                </a:cubicBezTo>
                <a:cubicBezTo>
                  <a:pt x="-13441" y="5111823"/>
                  <a:pt x="970368" y="6076018"/>
                  <a:pt x="1584495" y="6489460"/>
                </a:cubicBezTo>
                <a:cubicBezTo>
                  <a:pt x="2198622" y="6902902"/>
                  <a:pt x="3224681" y="6723341"/>
                  <a:pt x="3684899" y="6770117"/>
                </a:cubicBezTo>
                <a:cubicBezTo>
                  <a:pt x="4145117" y="6816893"/>
                  <a:pt x="3629069" y="6816893"/>
                  <a:pt x="4345802" y="6770117"/>
                </a:cubicBezTo>
                <a:cubicBezTo>
                  <a:pt x="5062535" y="6723341"/>
                  <a:pt x="6858139" y="6730886"/>
                  <a:pt x="7985295" y="6489460"/>
                </a:cubicBezTo>
                <a:cubicBezTo>
                  <a:pt x="9112451" y="6248034"/>
                  <a:pt x="10499141" y="5775744"/>
                  <a:pt x="11108741" y="5321562"/>
                </a:cubicBezTo>
                <a:cubicBezTo>
                  <a:pt x="11718341" y="4867380"/>
                  <a:pt x="11762099" y="4449411"/>
                  <a:pt x="11642895" y="3764366"/>
                </a:cubicBezTo>
                <a:cubicBezTo>
                  <a:pt x="11523691" y="3079321"/>
                  <a:pt x="11292828" y="1796746"/>
                  <a:pt x="10393517" y="1211289"/>
                </a:cubicBezTo>
                <a:cubicBezTo>
                  <a:pt x="9494206" y="625832"/>
                  <a:pt x="7485846" y="435709"/>
                  <a:pt x="6247030" y="251622"/>
                </a:cubicBezTo>
                <a:cubicBezTo>
                  <a:pt x="5008214" y="67535"/>
                  <a:pt x="3706024" y="-119570"/>
                  <a:pt x="2942515" y="97713"/>
                </a:cubicBezTo>
                <a:close/>
              </a:path>
            </a:pathLst>
          </a:custGeom>
          <a:solidFill>
            <a:srgbClr val="E7F7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11869937-78D7-AAB7-35C8-4840A73F5F4F}"/>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53259F8-AAA3-A010-46BC-1581F4BE5029}"/>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7AEE295-9521-7B3D-0529-25E604E773AB}"/>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04A5EA00-57A0-1BC9-7B7B-4DA51F0DD59F}"/>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197BB9EA-82BB-B396-F7C8-F1AFB92690AB}"/>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0562706B-4906-56F5-118D-BD7AF66041C9}"/>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5B38FFD-1A7F-84A3-6C17-F18625ECB307}"/>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744A98CA-138A-C0BD-438B-041D618D2DB0}"/>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079693B0-B4E3-1AE2-5EDB-F10426CC13F4}"/>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DB46A6E8-80B6-D275-C1D8-24369BA95408}"/>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94FC8695-1BC4-5235-DC5B-54444C99C4A7}"/>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1772274D-82D5-4C0D-CD49-E7306F72325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D54723F9-B8AB-A7D0-62F5-74AE6DA8AB24}"/>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C99C3776-7AFA-C338-A2BD-476971D78C06}"/>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523DA268-6814-4216-3710-3D36925E11F9}"/>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C66C10B-8D4F-52E8-C7CA-3BD089D932C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809E4557-868A-A126-E4CC-6AA20D2949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9D708CE9-C391-1931-4168-85B4046893D9}"/>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A3A2F55D-4491-71DA-1813-33CCBF420191}"/>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815EABE4-DF03-8BAE-5278-9E97714107C3}"/>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05D830F-E473-8EEE-0D60-89A71C85E8E9}"/>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C4354B5D-7D8F-F966-4753-986F68E5BA76}"/>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4F7FB983-472F-930D-E869-F3CD5E18BA79}"/>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1BFB249-20AA-D492-AA0B-E39C28DD6C49}"/>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3DCFD7-5EA0-6EAB-7326-14A15138ED28}"/>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7F41386-6D90-43D6-3095-1AF88E584E3C}"/>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7171EE0A-430A-4565-4EEC-C772A4CBBF05}"/>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DDA6B172-859C-7C13-25AD-F5CF703A4908}"/>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AD0FF4B-8121-DDD6-DC63-4CB8248D8066}"/>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F59CF2D8-6611-4111-35D4-E6BD3A97B91A}"/>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B54DB9FA-5A82-7163-DEA2-86843BACCA0B}"/>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72417E8-4BEB-3BB1-7947-3E6FEEE392A4}"/>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5E5F41A2-A33C-A00D-46FA-0B30B12F5D41}"/>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8C7FE040-61FA-4078-4AC1-5C96E2C2946C}"/>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12B4F126-875A-CC08-DB33-20BAE1CF364A}"/>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4B56CED9-0986-9143-D2A3-1BA9519C35B6}"/>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DB6F501C-482F-1A52-CA1F-767B81D15BB0}"/>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FEC4064-D55C-C87D-FE02-DE37BC920ED3}"/>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F5CEB015-9C8E-2AF2-CE48-D4E37730DF4C}"/>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5C5A421-0332-84D4-9AC6-03316C1FB1ED}"/>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sp>
        <p:nvSpPr>
          <p:cNvPr id="40" name="Freeform: Shape 39">
            <a:extLst>
              <a:ext uri="{FF2B5EF4-FFF2-40B4-BE49-F238E27FC236}">
                <a16:creationId xmlns:a16="http://schemas.microsoft.com/office/drawing/2014/main" id="{CC866205-C304-4A37-B609-58FD013DCFD5}"/>
              </a:ext>
            </a:extLst>
          </p:cNvPr>
          <p:cNvSpPr/>
          <p:nvPr/>
        </p:nvSpPr>
        <p:spPr>
          <a:xfrm>
            <a:off x="6093922" y="2569249"/>
            <a:ext cx="1937260" cy="1767722"/>
          </a:xfrm>
          <a:custGeom>
            <a:avLst/>
            <a:gdLst>
              <a:gd name="csX0" fmla="*/ 1203171 w 1937260"/>
              <a:gd name="csY0" fmla="*/ 1935 h 1767722"/>
              <a:gd name="csX1" fmla="*/ 659963 w 1937260"/>
              <a:gd name="csY1" fmla="*/ 300700 h 1767722"/>
              <a:gd name="csX2" fmla="*/ 8114 w 1937260"/>
              <a:gd name="csY2" fmla="*/ 1242260 h 1767722"/>
              <a:gd name="csX3" fmla="*/ 1139797 w 1937260"/>
              <a:gd name="csY3" fmla="*/ 1767361 h 1767722"/>
              <a:gd name="csX4" fmla="*/ 1891234 w 1937260"/>
              <a:gd name="csY4" fmla="*/ 1169832 h 1767722"/>
              <a:gd name="csX5" fmla="*/ 1782593 w 1937260"/>
              <a:gd name="csY5" fmla="*/ 228272 h 1767722"/>
              <a:gd name="csX6" fmla="*/ 1203171 w 1937260"/>
              <a:gd name="csY6" fmla="*/ 1935 h 176772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37260" h="1767722">
                <a:moveTo>
                  <a:pt x="1203171" y="1935"/>
                </a:moveTo>
                <a:cubicBezTo>
                  <a:pt x="1016066" y="14006"/>
                  <a:pt x="859139" y="93979"/>
                  <a:pt x="659963" y="300700"/>
                </a:cubicBezTo>
                <a:cubicBezTo>
                  <a:pt x="460787" y="507421"/>
                  <a:pt x="-71858" y="997817"/>
                  <a:pt x="8114" y="1242260"/>
                </a:cubicBezTo>
                <a:cubicBezTo>
                  <a:pt x="88086" y="1486703"/>
                  <a:pt x="825944" y="1779432"/>
                  <a:pt x="1139797" y="1767361"/>
                </a:cubicBezTo>
                <a:cubicBezTo>
                  <a:pt x="1453650" y="1755290"/>
                  <a:pt x="1784101" y="1426347"/>
                  <a:pt x="1891234" y="1169832"/>
                </a:cubicBezTo>
                <a:cubicBezTo>
                  <a:pt x="1998367" y="913317"/>
                  <a:pt x="1900288" y="425939"/>
                  <a:pt x="1782593" y="228272"/>
                </a:cubicBezTo>
                <a:cubicBezTo>
                  <a:pt x="1664898" y="30605"/>
                  <a:pt x="1390276" y="-10136"/>
                  <a:pt x="1203171" y="1935"/>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9148629A-8E7F-2C37-B3DC-9BA7AE611D5A}"/>
              </a:ext>
            </a:extLst>
          </p:cNvPr>
          <p:cNvGrpSpPr/>
          <p:nvPr/>
        </p:nvGrpSpPr>
        <p:grpSpPr>
          <a:xfrm>
            <a:off x="7035025" y="3155493"/>
            <a:ext cx="627738" cy="559594"/>
            <a:chOff x="7035025" y="3155493"/>
            <a:chExt cx="627738" cy="559594"/>
          </a:xfrm>
        </p:grpSpPr>
        <p:pic>
          <p:nvPicPr>
            <p:cNvPr id="37" name="Picture 36" descr="Graph chart vector icon.symbol of business. 4999434 Vector ...">
              <a:extLst>
                <a:ext uri="{FF2B5EF4-FFF2-40B4-BE49-F238E27FC236}">
                  <a16:creationId xmlns:a16="http://schemas.microsoft.com/office/drawing/2014/main" id="{46FEE56C-6960-0FCD-A1C8-A2FACBE760EA}"/>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4391EFE2-FC85-D1E1-5FA9-E93C8EFC91A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78CD71BC-9251-4494-E0AA-8C48A08550AD}"/>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52" name="TextBox 51">
            <a:extLst>
              <a:ext uri="{FF2B5EF4-FFF2-40B4-BE49-F238E27FC236}">
                <a16:creationId xmlns:a16="http://schemas.microsoft.com/office/drawing/2014/main" id="{903BE2BA-EF88-C8EC-95C6-F7519A8D9BE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9" name="Freeform: Shape 48">
            <a:extLst>
              <a:ext uri="{FF2B5EF4-FFF2-40B4-BE49-F238E27FC236}">
                <a16:creationId xmlns:a16="http://schemas.microsoft.com/office/drawing/2014/main" id="{F7233B85-ADD4-5130-C674-0E607BA8A69C}"/>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5F1E67B3-C609-CBC6-72D0-22431114CF20}"/>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A1A37F00-78B2-3FF1-2B78-C5CE25131804}"/>
              </a:ext>
            </a:extLst>
          </p:cNvPr>
          <p:cNvSpPr txBox="1"/>
          <p:nvPr/>
        </p:nvSpPr>
        <p:spPr>
          <a:xfrm>
            <a:off x="3091037" y="3510438"/>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Tree>
    <p:extLst>
      <p:ext uri="{BB962C8B-B14F-4D97-AF65-F5344CB8AC3E}">
        <p14:creationId xmlns:p14="http://schemas.microsoft.com/office/powerpoint/2010/main" val="1244049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Freeform: Shape 45">
            <a:extLst>
              <a:ext uri="{FF2B5EF4-FFF2-40B4-BE49-F238E27FC236}">
                <a16:creationId xmlns:a16="http://schemas.microsoft.com/office/drawing/2014/main" id="{17AF2347-88C9-9A46-DA0A-C77F4C26C95D}"/>
              </a:ext>
            </a:extLst>
          </p:cNvPr>
          <p:cNvSpPr/>
          <p:nvPr/>
        </p:nvSpPr>
        <p:spPr>
          <a:xfrm>
            <a:off x="2993529" y="1437528"/>
            <a:ext cx="8484593" cy="4846918"/>
          </a:xfrm>
          <a:custGeom>
            <a:avLst/>
            <a:gdLst>
              <a:gd name="csX0" fmla="*/ 3235255 w 8484593"/>
              <a:gd name="csY0" fmla="*/ 47240 h 4846918"/>
              <a:gd name="csX1" fmla="*/ 464895 w 8484593"/>
              <a:gd name="csY1" fmla="*/ 518021 h 4846918"/>
              <a:gd name="csX2" fmla="*/ 329093 w 8484593"/>
              <a:gd name="csY2" fmla="*/ 1885094 h 4846918"/>
              <a:gd name="csX3" fmla="*/ 3751303 w 8484593"/>
              <a:gd name="csY3" fmla="*/ 4809363 h 4846918"/>
              <a:gd name="csX4" fmla="*/ 7979271 w 8484593"/>
              <a:gd name="csY4" fmla="*/ 3415129 h 4846918"/>
              <a:gd name="csX5" fmla="*/ 7879683 w 8484593"/>
              <a:gd name="csY5" fmla="*/ 1559169 h 4846918"/>
              <a:gd name="csX6" fmla="*/ 3235255 w 8484593"/>
              <a:gd name="csY6" fmla="*/ 47240 h 48469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84593" h="4846918">
                <a:moveTo>
                  <a:pt x="3235255" y="47240"/>
                </a:moveTo>
                <a:cubicBezTo>
                  <a:pt x="1999457" y="-126285"/>
                  <a:pt x="949255" y="211712"/>
                  <a:pt x="464895" y="518021"/>
                </a:cubicBezTo>
                <a:cubicBezTo>
                  <a:pt x="-19465" y="824330"/>
                  <a:pt x="-218642" y="1169871"/>
                  <a:pt x="329093" y="1885094"/>
                </a:cubicBezTo>
                <a:cubicBezTo>
                  <a:pt x="876828" y="2600317"/>
                  <a:pt x="2476273" y="4554357"/>
                  <a:pt x="3751303" y="4809363"/>
                </a:cubicBezTo>
                <a:cubicBezTo>
                  <a:pt x="5026333" y="5064369"/>
                  <a:pt x="7291208" y="3956828"/>
                  <a:pt x="7979271" y="3415129"/>
                </a:cubicBezTo>
                <a:cubicBezTo>
                  <a:pt x="8667334" y="2873430"/>
                  <a:pt x="8670352" y="2117466"/>
                  <a:pt x="7879683" y="1559169"/>
                </a:cubicBezTo>
                <a:cubicBezTo>
                  <a:pt x="7089014" y="1000872"/>
                  <a:pt x="4471053" y="220765"/>
                  <a:pt x="3235255" y="47240"/>
                </a:cubicBezTo>
                <a:close/>
              </a:path>
            </a:pathLst>
          </a:custGeom>
          <a:solidFill>
            <a:srgbClr val="EA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8" name="Group 27">
            <a:extLst>
              <a:ext uri="{FF2B5EF4-FFF2-40B4-BE49-F238E27FC236}">
                <a16:creationId xmlns:a16="http://schemas.microsoft.com/office/drawing/2014/main" id="{E72DD109-8B76-E327-ADE8-803963A70DC4}"/>
              </a:ext>
            </a:extLst>
          </p:cNvPr>
          <p:cNvGrpSpPr/>
          <p:nvPr/>
        </p:nvGrpSpPr>
        <p:grpSpPr>
          <a:xfrm>
            <a:off x="3269347" y="2104041"/>
            <a:ext cx="978233" cy="877405"/>
            <a:chOff x="2566004" y="2227152"/>
            <a:chExt cx="978233" cy="877405"/>
          </a:xfrm>
        </p:grpSpPr>
        <p:pic>
          <p:nvPicPr>
            <p:cNvPr id="5" name="Picture 4" descr="App - ArcGIS Survey123">
              <a:extLst>
                <a:ext uri="{FF2B5EF4-FFF2-40B4-BE49-F238E27FC236}">
                  <a16:creationId xmlns:a16="http://schemas.microsoft.com/office/drawing/2014/main" id="{87733E3D-81F5-3733-B595-232F4CDFDB97}"/>
                </a:ext>
              </a:extLst>
            </p:cNvPr>
            <p:cNvPicPr>
              <a:picLocks noChangeAspect="1"/>
            </p:cNvPicPr>
            <p:nvPr/>
          </p:nvPicPr>
          <p:blipFill>
            <a:blip r:embed="rId2"/>
            <a:stretch>
              <a:fillRect/>
            </a:stretch>
          </p:blipFill>
          <p:spPr>
            <a:xfrm>
              <a:off x="2752247" y="2227152"/>
              <a:ext cx="605746" cy="605746"/>
            </a:xfrm>
            <a:prstGeom prst="rect">
              <a:avLst/>
            </a:prstGeom>
          </p:spPr>
        </p:pic>
        <p:sp>
          <p:nvSpPr>
            <p:cNvPr id="6" name="TextBox 5">
              <a:extLst>
                <a:ext uri="{FF2B5EF4-FFF2-40B4-BE49-F238E27FC236}">
                  <a16:creationId xmlns:a16="http://schemas.microsoft.com/office/drawing/2014/main" id="{AC0667D1-C12D-CC7E-04E3-5AF1CA91B80E}"/>
                </a:ext>
              </a:extLst>
            </p:cNvPr>
            <p:cNvSpPr txBox="1"/>
            <p:nvPr/>
          </p:nvSpPr>
          <p:spPr>
            <a:xfrm>
              <a:off x="2566004" y="2858336"/>
              <a:ext cx="978233"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EA27EE1B-9839-6AFF-2923-BFAC40BE3B87}"/>
              </a:ext>
            </a:extLst>
          </p:cNvPr>
          <p:cNvGrpSpPr/>
          <p:nvPr/>
        </p:nvGrpSpPr>
        <p:grpSpPr>
          <a:xfrm>
            <a:off x="5054673" y="2056654"/>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37B015F-7B8D-4F65-9228-9C3DCF5B0EDD}"/>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D700A100-2BE9-5E55-8D80-9192FB75E72D}"/>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6D8F2836-1060-D197-6E15-768838A7800E}"/>
              </a:ext>
            </a:extLst>
          </p:cNvPr>
          <p:cNvGrpSpPr/>
          <p:nvPr/>
        </p:nvGrpSpPr>
        <p:grpSpPr>
          <a:xfrm>
            <a:off x="5054673" y="3710591"/>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7C5EA22C-B6EB-650D-C0E8-C7E3ED79ABEB}"/>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3241208-D268-B787-7356-2052C65AC9FE}"/>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E03C9DDF-1D80-7564-4FA7-A7AFA037A076}"/>
              </a:ext>
            </a:extLst>
          </p:cNvPr>
          <p:cNvGrpSpPr/>
          <p:nvPr/>
        </p:nvGrpSpPr>
        <p:grpSpPr>
          <a:xfrm>
            <a:off x="7167276" y="3763166"/>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FDA5A99F-0BD6-9276-A5A8-5C9A55BADDB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F901812E-3E22-F47B-4543-09E102F24CF8}"/>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7D7CF51A-CDB2-E23D-D10F-88643B07E217}"/>
              </a:ext>
            </a:extLst>
          </p:cNvPr>
          <p:cNvGrpSpPr/>
          <p:nvPr/>
        </p:nvGrpSpPr>
        <p:grpSpPr>
          <a:xfrm>
            <a:off x="6430756" y="5198281"/>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BE4B015F-AB47-B988-0642-94EEA58FDBA2}"/>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B248F74B-95C8-B660-2AEF-9302368A002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2EC8A7CC-3056-AB96-C754-AE9B8E5A52BE}"/>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grpSp>
        <p:nvGrpSpPr>
          <p:cNvPr id="22" name="Group 21">
            <a:extLst>
              <a:ext uri="{FF2B5EF4-FFF2-40B4-BE49-F238E27FC236}">
                <a16:creationId xmlns:a16="http://schemas.microsoft.com/office/drawing/2014/main" id="{F609D1C0-665D-13F2-A977-327BCB1A2FC6}"/>
              </a:ext>
            </a:extLst>
          </p:cNvPr>
          <p:cNvGrpSpPr/>
          <p:nvPr/>
        </p:nvGrpSpPr>
        <p:grpSpPr>
          <a:xfrm>
            <a:off x="9484160" y="3710591"/>
            <a:ext cx="1527240" cy="1182072"/>
            <a:chOff x="2837748" y="5352232"/>
            <a:chExt cx="1527240" cy="1182072"/>
          </a:xfrm>
        </p:grpSpPr>
        <p:pic>
          <p:nvPicPr>
            <p:cNvPr id="23" name="Picture 22" descr="ArcGIS Experience Builder and ArcGIS Web AppBuilder at Esri ...">
              <a:extLst>
                <a:ext uri="{FF2B5EF4-FFF2-40B4-BE49-F238E27FC236}">
                  <a16:creationId xmlns:a16="http://schemas.microsoft.com/office/drawing/2014/main" id="{06836ECB-82D1-AFB4-C6F4-8933823A3A12}"/>
                </a:ext>
              </a:extLst>
            </p:cNvPr>
            <p:cNvPicPr>
              <a:picLocks noChangeAspect="1"/>
            </p:cNvPicPr>
            <p:nvPr/>
          </p:nvPicPr>
          <p:blipFill>
            <a:blip r:embed="rId5"/>
            <a:srcRect r="47981"/>
            <a:stretch>
              <a:fillRect/>
            </a:stretch>
          </p:blipFill>
          <p:spPr>
            <a:xfrm>
              <a:off x="3137010" y="5352232"/>
              <a:ext cx="928716" cy="1008517"/>
            </a:xfrm>
            <a:prstGeom prst="rect">
              <a:avLst/>
            </a:prstGeom>
          </p:spPr>
        </p:pic>
        <p:sp>
          <p:nvSpPr>
            <p:cNvPr id="24" name="TextBox 23">
              <a:extLst>
                <a:ext uri="{FF2B5EF4-FFF2-40B4-BE49-F238E27FC236}">
                  <a16:creationId xmlns:a16="http://schemas.microsoft.com/office/drawing/2014/main" id="{DC4DDAAC-3B79-F345-90A9-D5E485D99B43}"/>
                </a:ext>
              </a:extLst>
            </p:cNvPr>
            <p:cNvSpPr txBox="1"/>
            <p:nvPr/>
          </p:nvSpPr>
          <p:spPr>
            <a:xfrm>
              <a:off x="2837748" y="6164972"/>
              <a:ext cx="1527240" cy="369332"/>
            </a:xfrm>
            <a:prstGeom prst="rect">
              <a:avLst/>
            </a:prstGeom>
            <a:noFill/>
          </p:spPr>
          <p:txBody>
            <a:bodyPr wrap="square" rtlCol="0">
              <a:spAutoFit/>
            </a:bodyPr>
            <a:lstStyle/>
            <a:p>
              <a:pPr algn="ctr"/>
              <a:r>
                <a:rPr lang="en-US" sz="1000" dirty="0"/>
                <a:t>Web app</a:t>
              </a:r>
            </a:p>
            <a:p>
              <a:pPr algn="ctr"/>
              <a:r>
                <a:rPr lang="en-US" sz="800" dirty="0"/>
                <a:t>(Experience Builder)</a:t>
              </a:r>
            </a:p>
          </p:txBody>
        </p:sp>
      </p:grpSp>
      <p:cxnSp>
        <p:nvCxnSpPr>
          <p:cNvPr id="26" name="Straight Arrow Connector 25">
            <a:extLst>
              <a:ext uri="{FF2B5EF4-FFF2-40B4-BE49-F238E27FC236}">
                <a16:creationId xmlns:a16="http://schemas.microsoft.com/office/drawing/2014/main" id="{1ADACAFF-3157-CB0B-F47B-DF5B0A74FE16}"/>
              </a:ext>
            </a:extLst>
          </p:cNvPr>
          <p:cNvCxnSpPr>
            <a:cxnSpLocks/>
          </p:cNvCxnSpPr>
          <p:nvPr/>
        </p:nvCxnSpPr>
        <p:spPr>
          <a:xfrm>
            <a:off x="4309450" y="2431169"/>
            <a:ext cx="745223" cy="0"/>
          </a:xfrm>
          <a:prstGeom prst="straightConnector1">
            <a:avLst/>
          </a:prstGeom>
          <a:ln>
            <a:solidFill>
              <a:schemeClr val="bg1">
                <a:lumMod val="85000"/>
              </a:schemeClr>
            </a:solidFill>
            <a:prstDash val="dash"/>
            <a:tailEnd type="triangle"/>
          </a:ln>
        </p:spPr>
        <p:style>
          <a:lnRef idx="2">
            <a:schemeClr val="accent1"/>
          </a:lnRef>
          <a:fillRef idx="0">
            <a:schemeClr val="accent1"/>
          </a:fillRef>
          <a:effectRef idx="1">
            <a:schemeClr val="accent1"/>
          </a:effectRef>
          <a:fontRef idx="minor">
            <a:schemeClr val="tx1"/>
          </a:fontRef>
        </p:style>
      </p:cxnSp>
      <p:pic>
        <p:nvPicPr>
          <p:cNvPr id="36" name="Picture 4" descr="R: R Logo">
            <a:extLst>
              <a:ext uri="{FF2B5EF4-FFF2-40B4-BE49-F238E27FC236}">
                <a16:creationId xmlns:a16="http://schemas.microsoft.com/office/drawing/2014/main" id="{C5A29F49-1955-0668-B13A-538A5A9C355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47945" y="3201828"/>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7E3B2545-376A-0399-8022-85B8829EC9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89137" y="4635383"/>
            <a:ext cx="807148" cy="625427"/>
          </a:xfrm>
          <a:prstGeom prst="rect">
            <a:avLst/>
          </a:prstGeom>
          <a:noFill/>
          <a:extLst>
            <a:ext uri="{909E8E84-426E-40DD-AFC4-6F175D3DCCD1}">
              <a14:hiddenFill xmlns:a14="http://schemas.microsoft.com/office/drawing/2010/main">
                <a:solidFill>
                  <a:srgbClr val="FFFFFF"/>
                </a:solidFill>
              </a14:hiddenFill>
            </a:ext>
          </a:extLst>
        </p:spPr>
      </p:pic>
      <p:sp>
        <p:nvSpPr>
          <p:cNvPr id="43" name="Freeform: Shape 42">
            <a:extLst>
              <a:ext uri="{FF2B5EF4-FFF2-40B4-BE49-F238E27FC236}">
                <a16:creationId xmlns:a16="http://schemas.microsoft.com/office/drawing/2014/main" id="{F45F6899-DDA0-5913-009A-7DF04EB518B2}"/>
              </a:ext>
            </a:extLst>
          </p:cNvPr>
          <p:cNvSpPr/>
          <p:nvPr/>
        </p:nvSpPr>
        <p:spPr>
          <a:xfrm>
            <a:off x="3023858" y="3340729"/>
            <a:ext cx="3395049" cy="1222218"/>
          </a:xfrm>
          <a:custGeom>
            <a:avLst/>
            <a:gdLst>
              <a:gd name="csX0" fmla="*/ 0 w 3395049"/>
              <a:gd name="csY0" fmla="*/ 1222218 h 1222218"/>
              <a:gd name="csX1" fmla="*/ 3395049 w 3395049"/>
              <a:gd name="csY1" fmla="*/ 0 h 1222218"/>
              <a:gd name="csX0" fmla="*/ 0 w 3395049"/>
              <a:gd name="csY0" fmla="*/ 1222218 h 1222218"/>
              <a:gd name="csX1" fmla="*/ 3395049 w 3395049"/>
              <a:gd name="csY1" fmla="*/ 0 h 1222218"/>
              <a:gd name="csX0" fmla="*/ 0 w 3395049"/>
              <a:gd name="csY0" fmla="*/ 1222218 h 1222218"/>
              <a:gd name="csX1" fmla="*/ 3395049 w 3395049"/>
              <a:gd name="csY1" fmla="*/ 0 h 1222218"/>
            </a:gdLst>
            <a:ahLst/>
            <a:cxnLst>
              <a:cxn ang="0">
                <a:pos x="csX0" y="csY0"/>
              </a:cxn>
              <a:cxn ang="0">
                <a:pos x="csX1" y="csY1"/>
              </a:cxn>
            </a:cxnLst>
            <a:rect l="l" t="t" r="r" b="b"/>
            <a:pathLst>
              <a:path w="3395049" h="1222218">
                <a:moveTo>
                  <a:pt x="0" y="1222218"/>
                </a:moveTo>
                <a:cubicBezTo>
                  <a:pt x="977774" y="552262"/>
                  <a:pt x="2145671" y="36214"/>
                  <a:pt x="3395049"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33E0528D-0B12-F5D3-DCCA-27D8F0839B78}"/>
              </a:ext>
            </a:extLst>
          </p:cNvPr>
          <p:cNvCxnSpPr/>
          <p:nvPr/>
        </p:nvCxnSpPr>
        <p:spPr>
          <a:xfrm>
            <a:off x="6083929" y="2735225"/>
            <a:ext cx="549233" cy="46660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F1112C8F-EFBF-F743-6E2C-87A599E20A27}"/>
              </a:ext>
            </a:extLst>
          </p:cNvPr>
          <p:cNvCxnSpPr/>
          <p:nvPr/>
        </p:nvCxnSpPr>
        <p:spPr>
          <a:xfrm flipH="1">
            <a:off x="5988528" y="3576119"/>
            <a:ext cx="559417" cy="35709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C40AF56-C3D1-ABF0-81DE-DE0C361953A4}"/>
              </a:ext>
            </a:extLst>
          </p:cNvPr>
          <p:cNvCxnSpPr/>
          <p:nvPr/>
        </p:nvCxnSpPr>
        <p:spPr>
          <a:xfrm>
            <a:off x="6955048" y="3594226"/>
            <a:ext cx="416509" cy="33898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EA642F5-0E15-8127-C5C0-76FC24FCF01A}"/>
              </a:ext>
            </a:extLst>
          </p:cNvPr>
          <p:cNvCxnSpPr/>
          <p:nvPr/>
        </p:nvCxnSpPr>
        <p:spPr>
          <a:xfrm flipH="1">
            <a:off x="6744625" y="3576119"/>
            <a:ext cx="8016" cy="137197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4EEAC9-8C59-E62F-5F23-EB6CA5030E11}"/>
              </a:ext>
            </a:extLst>
          </p:cNvPr>
          <p:cNvCxnSpPr>
            <a:endCxn id="23" idx="1"/>
          </p:cNvCxnSpPr>
          <p:nvPr/>
        </p:nvCxnSpPr>
        <p:spPr>
          <a:xfrm flipV="1">
            <a:off x="8510258" y="4214850"/>
            <a:ext cx="1273164" cy="4725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CC931E7-068E-B702-415E-BD37DB3C2D8A}"/>
              </a:ext>
            </a:extLst>
          </p:cNvPr>
          <p:cNvCxnSpPr/>
          <p:nvPr/>
        </p:nvCxnSpPr>
        <p:spPr>
          <a:xfrm flipV="1">
            <a:off x="7260880" y="4523331"/>
            <a:ext cx="2408221" cy="95474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F254F05C-0811-7E35-0426-3868A13ACF1B}"/>
              </a:ext>
            </a:extLst>
          </p:cNvPr>
          <p:cNvCxnSpPr/>
          <p:nvPr/>
        </p:nvCxnSpPr>
        <p:spPr>
          <a:xfrm>
            <a:off x="6145799" y="2688459"/>
            <a:ext cx="549233" cy="466603"/>
          </a:xfrm>
          <a:prstGeom prst="straightConnector1">
            <a:avLst/>
          </a:prstGeom>
          <a:ln>
            <a:solidFill>
              <a:schemeClr val="bg1">
                <a:lumMod val="8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FAC3FE66-46DB-12E3-59BE-8822CBFF7FA2}"/>
              </a:ext>
            </a:extLst>
          </p:cNvPr>
          <p:cNvGrpSpPr/>
          <p:nvPr/>
        </p:nvGrpSpPr>
        <p:grpSpPr>
          <a:xfrm>
            <a:off x="696899" y="1269458"/>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189681AF-8506-9987-284C-A680C7D68218}"/>
                </a:ext>
              </a:extLst>
            </p:cNvPr>
            <p:cNvPicPr>
              <a:picLocks noChangeAspect="1"/>
            </p:cNvPicPr>
            <p:nvPr/>
          </p:nvPicPr>
          <p:blipFill>
            <a:blip r:embed="rId7"/>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7D8AD440-7092-FE24-7CC5-2E8903639F1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25" name="Picture 4" descr="R: R Logo">
            <a:extLst>
              <a:ext uri="{FF2B5EF4-FFF2-40B4-BE49-F238E27FC236}">
                <a16:creationId xmlns:a16="http://schemas.microsoft.com/office/drawing/2014/main" id="{90EC0128-EFB4-5579-E81A-AB98DEF45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99350" y="1292390"/>
            <a:ext cx="393361" cy="304800"/>
          </a:xfrm>
          <a:prstGeom prst="rect">
            <a:avLst/>
          </a:prstGeom>
          <a:noFill/>
          <a:extLst>
            <a:ext uri="{909E8E84-426E-40DD-AFC4-6F175D3DCCD1}">
              <a14:hiddenFill xmlns:a14="http://schemas.microsoft.com/office/drawing/2010/main">
                <a:solidFill>
                  <a:srgbClr val="FFFFFF"/>
                </a:solidFill>
              </a14:hiddenFill>
            </a:ext>
          </a:extLst>
        </p:spPr>
      </p:pic>
      <p:sp>
        <p:nvSpPr>
          <p:cNvPr id="29" name="Freeform: Shape 28">
            <a:extLst>
              <a:ext uri="{FF2B5EF4-FFF2-40B4-BE49-F238E27FC236}">
                <a16:creationId xmlns:a16="http://schemas.microsoft.com/office/drawing/2014/main" id="{35241519-92B6-9E3A-0902-931082E7FE81}"/>
              </a:ext>
            </a:extLst>
          </p:cNvPr>
          <p:cNvSpPr/>
          <p:nvPr/>
        </p:nvSpPr>
        <p:spPr>
          <a:xfrm>
            <a:off x="2815628" y="2978589"/>
            <a:ext cx="669956" cy="1466661"/>
          </a:xfrm>
          <a:custGeom>
            <a:avLst/>
            <a:gdLst>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669956"/>
              <a:gd name="csY0" fmla="*/ 1466661 h 1466661"/>
              <a:gd name="csX1" fmla="*/ 669956 w 669956"/>
              <a:gd name="csY1" fmla="*/ 0 h 1466661"/>
              <a:gd name="csX0" fmla="*/ 0 w 669956"/>
              <a:gd name="csY0" fmla="*/ 1466661 h 1466661"/>
              <a:gd name="csX1" fmla="*/ 669956 w 669956"/>
              <a:gd name="csY1" fmla="*/ 0 h 1466661"/>
            </a:gdLst>
            <a:ahLst/>
            <a:cxnLst>
              <a:cxn ang="0">
                <a:pos x="csX0" y="csY0"/>
              </a:cxn>
              <a:cxn ang="0">
                <a:pos x="csX1" y="csY1"/>
              </a:cxn>
            </a:cxnLst>
            <a:rect l="l" t="t" r="r" b="b"/>
            <a:pathLst>
              <a:path w="669956" h="1466661">
                <a:moveTo>
                  <a:pt x="0" y="1466661"/>
                </a:moveTo>
                <a:cubicBezTo>
                  <a:pt x="123731" y="965703"/>
                  <a:pt x="301782" y="455691"/>
                  <a:pt x="669956" y="0"/>
                </a:cubicBezTo>
              </a:path>
            </a:pathLst>
          </a:custGeom>
          <a:noFill/>
          <a:ln>
            <a:solidFill>
              <a:schemeClr val="accent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BC54376-1D40-D2CC-ACEE-A9677D2B3E64}"/>
              </a:ext>
            </a:extLst>
          </p:cNvPr>
          <p:cNvSpPr/>
          <p:nvPr/>
        </p:nvSpPr>
        <p:spPr>
          <a:xfrm>
            <a:off x="2479319" y="1792586"/>
            <a:ext cx="137132" cy="2634559"/>
          </a:xfrm>
          <a:custGeom>
            <a:avLst/>
            <a:gdLst>
              <a:gd name="csX0" fmla="*/ 135801 w 135801"/>
              <a:gd name="csY0" fmla="*/ 2634559 h 2634559"/>
              <a:gd name="csX1" fmla="*/ 0 w 135801"/>
              <a:gd name="csY1" fmla="*/ 0 h 2634559"/>
              <a:gd name="csX0" fmla="*/ 136379 w 136379"/>
              <a:gd name="csY0" fmla="*/ 2634559 h 2634559"/>
              <a:gd name="csX1" fmla="*/ 578 w 136379"/>
              <a:gd name="csY1" fmla="*/ 0 h 2634559"/>
              <a:gd name="csX0" fmla="*/ 137132 w 137132"/>
              <a:gd name="csY0" fmla="*/ 2634559 h 2634559"/>
              <a:gd name="csX1" fmla="*/ 1331 w 137132"/>
              <a:gd name="csY1" fmla="*/ 0 h 2634559"/>
            </a:gdLst>
            <a:ahLst/>
            <a:cxnLst>
              <a:cxn ang="0">
                <a:pos x="csX0" y="csY0"/>
              </a:cxn>
              <a:cxn ang="0">
                <a:pos x="csX1" y="csY1"/>
              </a:cxn>
            </a:cxnLst>
            <a:rect l="l" t="t" r="r" b="b"/>
            <a:pathLst>
              <a:path w="137132" h="2634559">
                <a:moveTo>
                  <a:pt x="137132" y="2634559"/>
                </a:moveTo>
                <a:cubicBezTo>
                  <a:pt x="28491" y="1756373"/>
                  <a:pt x="-7722" y="887240"/>
                  <a:pt x="1331"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Graphic 36" descr="Folder outline">
            <a:extLst>
              <a:ext uri="{FF2B5EF4-FFF2-40B4-BE49-F238E27FC236}">
                <a16:creationId xmlns:a16="http://schemas.microsoft.com/office/drawing/2014/main" id="{ACB7D1A5-CEBB-4693-046C-7AA163F872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604136" y="415524"/>
            <a:ext cx="1103666" cy="1103666"/>
          </a:xfrm>
          <a:prstGeom prst="rect">
            <a:avLst/>
          </a:prstGeom>
        </p:spPr>
      </p:pic>
      <p:pic>
        <p:nvPicPr>
          <p:cNvPr id="39" name="Picture 38" descr="Working with geographic data | ArcGIS Resource Center">
            <a:extLst>
              <a:ext uri="{FF2B5EF4-FFF2-40B4-BE49-F238E27FC236}">
                <a16:creationId xmlns:a16="http://schemas.microsoft.com/office/drawing/2014/main" id="{FC6B4405-26AB-5771-7E10-54413C4EB3E0}"/>
              </a:ext>
            </a:extLst>
          </p:cNvPr>
          <p:cNvPicPr>
            <a:picLocks noChangeAspect="1"/>
          </p:cNvPicPr>
          <p:nvPr/>
        </p:nvPicPr>
        <p:blipFill>
          <a:blip r:embed="rId9"/>
          <a:stretch>
            <a:fillRect/>
          </a:stretch>
        </p:blipFill>
        <p:spPr>
          <a:xfrm>
            <a:off x="3843138" y="853393"/>
            <a:ext cx="625662" cy="416065"/>
          </a:xfrm>
          <a:prstGeom prst="rect">
            <a:avLst/>
          </a:prstGeom>
        </p:spPr>
      </p:pic>
      <p:sp>
        <p:nvSpPr>
          <p:cNvPr id="41" name="Freeform: Shape 40">
            <a:extLst>
              <a:ext uri="{FF2B5EF4-FFF2-40B4-BE49-F238E27FC236}">
                <a16:creationId xmlns:a16="http://schemas.microsoft.com/office/drawing/2014/main" id="{ED73BFD6-D524-161D-80A4-DA4642D9300D}"/>
              </a:ext>
            </a:extLst>
          </p:cNvPr>
          <p:cNvSpPr/>
          <p:nvPr/>
        </p:nvSpPr>
        <p:spPr>
          <a:xfrm>
            <a:off x="2697933" y="968721"/>
            <a:ext cx="914400" cy="307818"/>
          </a:xfrm>
          <a:custGeom>
            <a:avLst/>
            <a:gdLst>
              <a:gd name="csX0" fmla="*/ 0 w 832919"/>
              <a:gd name="csY0" fmla="*/ 380245 h 380245"/>
              <a:gd name="csX1" fmla="*/ 832919 w 832919"/>
              <a:gd name="csY1" fmla="*/ 0 h 380245"/>
              <a:gd name="csX0" fmla="*/ 0 w 832919"/>
              <a:gd name="csY0" fmla="*/ 380245 h 380245"/>
              <a:gd name="csX1" fmla="*/ 832919 w 832919"/>
              <a:gd name="csY1" fmla="*/ 0 h 380245"/>
              <a:gd name="csX0" fmla="*/ 0 w 832919"/>
              <a:gd name="csY0" fmla="*/ 380245 h 380245"/>
              <a:gd name="csX1" fmla="*/ 832919 w 832919"/>
              <a:gd name="csY1" fmla="*/ 0 h 380245"/>
              <a:gd name="csX0" fmla="*/ 0 w 914400"/>
              <a:gd name="csY0" fmla="*/ 307818 h 307818"/>
              <a:gd name="csX1" fmla="*/ 914400 w 914400"/>
              <a:gd name="csY1" fmla="*/ 0 h 307818"/>
              <a:gd name="csX0" fmla="*/ 0 w 914400"/>
              <a:gd name="csY0" fmla="*/ 307818 h 307818"/>
              <a:gd name="csX1" fmla="*/ 914400 w 914400"/>
              <a:gd name="csY1" fmla="*/ 0 h 307818"/>
            </a:gdLst>
            <a:ahLst/>
            <a:cxnLst>
              <a:cxn ang="0">
                <a:pos x="csX0" y="csY0"/>
              </a:cxn>
              <a:cxn ang="0">
                <a:pos x="csX1" y="csY1"/>
              </a:cxn>
            </a:cxnLst>
            <a:rect l="l" t="t" r="r" b="b"/>
            <a:pathLst>
              <a:path w="914400" h="307818">
                <a:moveTo>
                  <a:pt x="0" y="307818"/>
                </a:moveTo>
                <a:cubicBezTo>
                  <a:pt x="241425" y="99589"/>
                  <a:pt x="564332" y="36214"/>
                  <a:pt x="9144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7F390A35-6E8E-4B45-4F72-D2B3A02D1481}"/>
              </a:ext>
            </a:extLst>
          </p:cNvPr>
          <p:cNvSpPr/>
          <p:nvPr/>
        </p:nvSpPr>
        <p:spPr>
          <a:xfrm>
            <a:off x="4662535" y="1004935"/>
            <a:ext cx="896293" cy="914400"/>
          </a:xfrm>
          <a:custGeom>
            <a:avLst/>
            <a:gdLst>
              <a:gd name="csX0" fmla="*/ 0 w 896293"/>
              <a:gd name="csY0" fmla="*/ 0 h 914400"/>
              <a:gd name="csX1" fmla="*/ 896293 w 896293"/>
              <a:gd name="csY1" fmla="*/ 914400 h 914400"/>
              <a:gd name="csX0" fmla="*/ 0 w 896293"/>
              <a:gd name="csY0" fmla="*/ 0 h 914400"/>
              <a:gd name="csX1" fmla="*/ 896293 w 896293"/>
              <a:gd name="csY1" fmla="*/ 914400 h 914400"/>
              <a:gd name="csX0" fmla="*/ 0 w 896293"/>
              <a:gd name="csY0" fmla="*/ 0 h 914400"/>
              <a:gd name="csX1" fmla="*/ 896293 w 896293"/>
              <a:gd name="csY1" fmla="*/ 914400 h 914400"/>
            </a:gdLst>
            <a:ahLst/>
            <a:cxnLst>
              <a:cxn ang="0">
                <a:pos x="csX0" y="csY0"/>
              </a:cxn>
              <a:cxn ang="0">
                <a:pos x="csX1" y="csY1"/>
              </a:cxn>
            </a:cxnLst>
            <a:rect l="l" t="t" r="r" b="b"/>
            <a:pathLst>
              <a:path w="896293" h="914400">
                <a:moveTo>
                  <a:pt x="0" y="0"/>
                </a:moveTo>
                <a:cubicBezTo>
                  <a:pt x="497940" y="150891"/>
                  <a:pt x="760492" y="491905"/>
                  <a:pt x="896293" y="914400"/>
                </a:cubicBezTo>
              </a:path>
            </a:pathLst>
          </a:custGeom>
          <a:noFill/>
          <a:ln>
            <a:solidFill>
              <a:schemeClr val="bg1">
                <a:lumMod val="8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DB29A9BE-1E83-84FC-2B86-03C65AE6178B}"/>
              </a:ext>
            </a:extLst>
          </p:cNvPr>
          <p:cNvSpPr/>
          <p:nvPr/>
        </p:nvSpPr>
        <p:spPr>
          <a:xfrm>
            <a:off x="1303699" y="1448554"/>
            <a:ext cx="887240" cy="31734"/>
          </a:xfrm>
          <a:custGeom>
            <a:avLst/>
            <a:gdLst>
              <a:gd name="csX0" fmla="*/ 0 w 887240"/>
              <a:gd name="csY0" fmla="*/ 9054 h 9054"/>
              <a:gd name="csX1" fmla="*/ 887240 w 887240"/>
              <a:gd name="csY1" fmla="*/ 0 h 9054"/>
              <a:gd name="csX0" fmla="*/ 0 w 10000"/>
              <a:gd name="csY0" fmla="*/ 10000 h 25726"/>
              <a:gd name="csX1" fmla="*/ 10000 w 10000"/>
              <a:gd name="csY1" fmla="*/ 0 h 25726"/>
              <a:gd name="csX0" fmla="*/ 0 w 10000"/>
              <a:gd name="csY0" fmla="*/ 10000 h 35050"/>
              <a:gd name="csX1" fmla="*/ 10000 w 10000"/>
              <a:gd name="csY1" fmla="*/ 0 h 35050"/>
            </a:gdLst>
            <a:ahLst/>
            <a:cxnLst>
              <a:cxn ang="0">
                <a:pos x="csX0" y="csY0"/>
              </a:cxn>
              <a:cxn ang="0">
                <a:pos x="csX1" y="csY1"/>
              </a:cxn>
            </a:cxnLst>
            <a:rect l="l" t="t" r="r" b="b"/>
            <a:pathLst>
              <a:path w="10000" h="35050">
                <a:moveTo>
                  <a:pt x="0" y="10000"/>
                </a:moveTo>
                <a:cubicBezTo>
                  <a:pt x="3333" y="36666"/>
                  <a:pt x="6565" y="53330"/>
                  <a:pt x="100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43958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898D-B6D5-7A34-5F7D-FE7328D079C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20A1004-2AFA-ED1A-5A99-7A164DE59B8D}"/>
              </a:ext>
            </a:extLst>
          </p:cNvPr>
          <p:cNvGrpSpPr/>
          <p:nvPr/>
        </p:nvGrpSpPr>
        <p:grpSpPr>
          <a:xfrm>
            <a:off x="1941314" y="1136231"/>
            <a:ext cx="1527240" cy="1053925"/>
            <a:chOff x="632704" y="3572763"/>
            <a:chExt cx="1527240" cy="1053925"/>
          </a:xfrm>
        </p:grpSpPr>
        <p:pic>
          <p:nvPicPr>
            <p:cNvPr id="5" name="Picture 4" descr="App - ArcGIS Survey123">
              <a:extLst>
                <a:ext uri="{FF2B5EF4-FFF2-40B4-BE49-F238E27FC236}">
                  <a16:creationId xmlns:a16="http://schemas.microsoft.com/office/drawing/2014/main" id="{554F5784-884F-1022-2548-B82743480461}"/>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82C18556-20BD-EE39-26F6-8CC0A10B35E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99B8F716-88F4-D14C-380E-888B4DD6A76A}"/>
              </a:ext>
            </a:extLst>
          </p:cNvPr>
          <p:cNvGrpSpPr/>
          <p:nvPr/>
        </p:nvGrpSpPr>
        <p:grpSpPr>
          <a:xfrm>
            <a:off x="4429983" y="1122292"/>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FB5E5D0-5CE5-3F2D-6C13-A0CABC4E9243}"/>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03309E6C-60D3-8240-8C78-DBBFCC4E9A85}"/>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F3062666-766A-DF76-606A-6FA06B8F7284}"/>
              </a:ext>
            </a:extLst>
          </p:cNvPr>
          <p:cNvGrpSpPr/>
          <p:nvPr/>
        </p:nvGrpSpPr>
        <p:grpSpPr>
          <a:xfrm>
            <a:off x="4391559" y="4560547"/>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6BF3FF1F-0423-C29A-6CAA-973C8E7CAB58}"/>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1A8B172-6C40-C5C2-546F-FADE822D08FB}"/>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DCA46105-5072-6E76-F154-DEB97D29B46E}"/>
              </a:ext>
            </a:extLst>
          </p:cNvPr>
          <p:cNvGrpSpPr/>
          <p:nvPr/>
        </p:nvGrpSpPr>
        <p:grpSpPr>
          <a:xfrm>
            <a:off x="6555103" y="4560547"/>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5AE0CBFD-54F9-7171-3449-112B2436DB86}"/>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80ECCF23-AC28-5A31-850B-7AF677E1BF09}"/>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CF495FDD-5017-36AE-3546-EAE98E1B3725}"/>
              </a:ext>
            </a:extLst>
          </p:cNvPr>
          <p:cNvGrpSpPr/>
          <p:nvPr/>
        </p:nvGrpSpPr>
        <p:grpSpPr>
          <a:xfrm>
            <a:off x="6926444" y="2318309"/>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5047D1C6-5F75-CC70-5237-2F991112D785}"/>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ACA4A4D2-245A-D11C-28AD-62D9E0EBCCE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093536F5-28D5-B039-7DF3-F936877D0642}"/>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26" name="Straight Arrow Connector 25">
            <a:extLst>
              <a:ext uri="{FF2B5EF4-FFF2-40B4-BE49-F238E27FC236}">
                <a16:creationId xmlns:a16="http://schemas.microsoft.com/office/drawing/2014/main" id="{15B1EF2B-C2AF-2E66-66F1-CF753F7D2D07}"/>
              </a:ext>
            </a:extLst>
          </p:cNvPr>
          <p:cNvCxnSpPr/>
          <p:nvPr/>
        </p:nvCxnSpPr>
        <p:spPr>
          <a:xfrm>
            <a:off x="3358835" y="1516768"/>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4" name="Picture 4" descr="R: R Logo">
            <a:extLst>
              <a:ext uri="{FF2B5EF4-FFF2-40B4-BE49-F238E27FC236}">
                <a16:creationId xmlns:a16="http://schemas.microsoft.com/office/drawing/2014/main" id="{51938B2E-5CEC-EE2B-A144-FAD2B18C85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3255" y="1374964"/>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R: R Logo">
            <a:extLst>
              <a:ext uri="{FF2B5EF4-FFF2-40B4-BE49-F238E27FC236}">
                <a16:creationId xmlns:a16="http://schemas.microsoft.com/office/drawing/2014/main" id="{C070FEE6-9624-12DB-001E-4303F219F2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54564" y="3675320"/>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04F4747D-83DC-5920-BDE3-A254D36863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64447" y="3720982"/>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ECCA8C0B-241C-504E-EB7D-5D26B1A9A927}"/>
              </a:ext>
            </a:extLst>
          </p:cNvPr>
          <p:cNvCxnSpPr>
            <a:cxnSpLocks/>
          </p:cNvCxnSpPr>
          <p:nvPr/>
        </p:nvCxnSpPr>
        <p:spPr>
          <a:xfrm flipV="1">
            <a:off x="2156487" y="2439827"/>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1192C1A8-176B-8276-FFBF-4164B087FF65}"/>
              </a:ext>
            </a:extLst>
          </p:cNvPr>
          <p:cNvGrpSpPr/>
          <p:nvPr/>
        </p:nvGrpSpPr>
        <p:grpSpPr>
          <a:xfrm>
            <a:off x="6722163" y="1122292"/>
            <a:ext cx="1138136" cy="924792"/>
            <a:chOff x="5271956" y="5486401"/>
            <a:chExt cx="1138136" cy="924792"/>
          </a:xfrm>
        </p:grpSpPr>
        <p:pic>
          <p:nvPicPr>
            <p:cNvPr id="3" name="Picture 2" descr="A diagram of a feature layer showing point, multipoint, polyline, polygon, and multipatch as possible geometric types">
              <a:extLst>
                <a:ext uri="{FF2B5EF4-FFF2-40B4-BE49-F238E27FC236}">
                  <a16:creationId xmlns:a16="http://schemas.microsoft.com/office/drawing/2014/main" id="{87678C0B-9879-DD51-CD90-226EF328948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7" name="TextBox 6">
              <a:extLst>
                <a:ext uri="{FF2B5EF4-FFF2-40B4-BE49-F238E27FC236}">
                  <a16:creationId xmlns:a16="http://schemas.microsoft.com/office/drawing/2014/main" id="{6785D50E-586C-31FA-215C-836481A6C880}"/>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dev</a:t>
              </a:r>
            </a:p>
          </p:txBody>
        </p:sp>
      </p:grpSp>
      <p:grpSp>
        <p:nvGrpSpPr>
          <p:cNvPr id="28" name="Group 27">
            <a:extLst>
              <a:ext uri="{FF2B5EF4-FFF2-40B4-BE49-F238E27FC236}">
                <a16:creationId xmlns:a16="http://schemas.microsoft.com/office/drawing/2014/main" id="{1AE11533-2540-9397-18F5-AF8D37F47947}"/>
              </a:ext>
            </a:extLst>
          </p:cNvPr>
          <p:cNvGrpSpPr/>
          <p:nvPr/>
        </p:nvGrpSpPr>
        <p:grpSpPr>
          <a:xfrm>
            <a:off x="8853837" y="1679764"/>
            <a:ext cx="1138136" cy="940595"/>
            <a:chOff x="7412116" y="1123864"/>
            <a:chExt cx="1138136" cy="940595"/>
          </a:xfrm>
        </p:grpSpPr>
        <p:pic>
          <p:nvPicPr>
            <p:cNvPr id="25" name="Picture 24" descr="ArcGIS Experience Builder and ArcGIS Web AppBuilder at Esri ...">
              <a:extLst>
                <a:ext uri="{FF2B5EF4-FFF2-40B4-BE49-F238E27FC236}">
                  <a16:creationId xmlns:a16="http://schemas.microsoft.com/office/drawing/2014/main" id="{C3827256-7AEA-BB0A-1DAB-796770981DE2}"/>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27" name="TextBox 26">
              <a:extLst>
                <a:ext uri="{FF2B5EF4-FFF2-40B4-BE49-F238E27FC236}">
                  <a16:creationId xmlns:a16="http://schemas.microsoft.com/office/drawing/2014/main" id="{2C57027D-E2D7-F7A5-2D30-6B69C7E1DB6A}"/>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DEV</a:t>
              </a:r>
            </a:p>
          </p:txBody>
        </p:sp>
      </p:grpSp>
      <p:grpSp>
        <p:nvGrpSpPr>
          <p:cNvPr id="29" name="Group 28">
            <a:extLst>
              <a:ext uri="{FF2B5EF4-FFF2-40B4-BE49-F238E27FC236}">
                <a16:creationId xmlns:a16="http://schemas.microsoft.com/office/drawing/2014/main" id="{F57787AA-0986-3B13-3BE5-E936BA6ABBDE}"/>
              </a:ext>
            </a:extLst>
          </p:cNvPr>
          <p:cNvGrpSpPr/>
          <p:nvPr/>
        </p:nvGrpSpPr>
        <p:grpSpPr>
          <a:xfrm>
            <a:off x="8754957" y="4935062"/>
            <a:ext cx="1138136" cy="940595"/>
            <a:chOff x="7412116" y="1123864"/>
            <a:chExt cx="1138136" cy="940595"/>
          </a:xfrm>
        </p:grpSpPr>
        <p:pic>
          <p:nvPicPr>
            <p:cNvPr id="31" name="Picture 30" descr="ArcGIS Experience Builder and ArcGIS Web AppBuilder at Esri ...">
              <a:extLst>
                <a:ext uri="{FF2B5EF4-FFF2-40B4-BE49-F238E27FC236}">
                  <a16:creationId xmlns:a16="http://schemas.microsoft.com/office/drawing/2014/main" id="{5BE0CCBF-DF6E-C4E3-34E2-3A7900EE8EF8}"/>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33" name="TextBox 32">
              <a:extLst>
                <a:ext uri="{FF2B5EF4-FFF2-40B4-BE49-F238E27FC236}">
                  <a16:creationId xmlns:a16="http://schemas.microsoft.com/office/drawing/2014/main" id="{66833F49-0E05-D98D-43C3-19BEBB0580D4}"/>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PROD</a:t>
              </a:r>
            </a:p>
          </p:txBody>
        </p:sp>
      </p:grpSp>
      <p:grpSp>
        <p:nvGrpSpPr>
          <p:cNvPr id="42" name="Group 41">
            <a:extLst>
              <a:ext uri="{FF2B5EF4-FFF2-40B4-BE49-F238E27FC236}">
                <a16:creationId xmlns:a16="http://schemas.microsoft.com/office/drawing/2014/main" id="{A4CFA61C-A8C4-C1E0-61F8-5D0AF7D8C0AE}"/>
              </a:ext>
            </a:extLst>
          </p:cNvPr>
          <p:cNvGrpSpPr/>
          <p:nvPr/>
        </p:nvGrpSpPr>
        <p:grpSpPr>
          <a:xfrm>
            <a:off x="6844123" y="5753814"/>
            <a:ext cx="627738" cy="559594"/>
            <a:chOff x="7035025" y="3155493"/>
            <a:chExt cx="627738" cy="559594"/>
          </a:xfrm>
        </p:grpSpPr>
        <p:pic>
          <p:nvPicPr>
            <p:cNvPr id="44" name="Picture 43" descr="Graph chart vector icon.symbol of business. 4999434 Vector ...">
              <a:extLst>
                <a:ext uri="{FF2B5EF4-FFF2-40B4-BE49-F238E27FC236}">
                  <a16:creationId xmlns:a16="http://schemas.microsoft.com/office/drawing/2014/main" id="{EAB83F35-09CF-8F8B-5CDB-3C410EB6AA36}"/>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6" name="Picture 45" descr="Graph chart vector icon.symbol of business. 4999434 Vector ...">
              <a:extLst>
                <a:ext uri="{FF2B5EF4-FFF2-40B4-BE49-F238E27FC236}">
                  <a16:creationId xmlns:a16="http://schemas.microsoft.com/office/drawing/2014/main" id="{32476ABE-A361-C168-ABCA-6DE8C3CCF8B6}"/>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8" name="Picture 47" descr="Graph chart vector icon.symbol of business. 4999434 Vector ...">
              <a:extLst>
                <a:ext uri="{FF2B5EF4-FFF2-40B4-BE49-F238E27FC236}">
                  <a16:creationId xmlns:a16="http://schemas.microsoft.com/office/drawing/2014/main" id="{82DD88B2-AB62-2319-64DC-F41234F0C23F}"/>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57" name="Straight Arrow Connector 56">
            <a:extLst>
              <a:ext uri="{FF2B5EF4-FFF2-40B4-BE49-F238E27FC236}">
                <a16:creationId xmlns:a16="http://schemas.microsoft.com/office/drawing/2014/main" id="{F83E5C87-F8D6-9031-C915-CF3FEE78960E}"/>
              </a:ext>
            </a:extLst>
          </p:cNvPr>
          <p:cNvCxnSpPr/>
          <p:nvPr/>
        </p:nvCxnSpPr>
        <p:spPr>
          <a:xfrm flipV="1">
            <a:off x="2704934" y="3827720"/>
            <a:ext cx="2989695"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B495CE8E-0D89-700C-0EB6-70BFD40B6D3F}"/>
              </a:ext>
            </a:extLst>
          </p:cNvPr>
          <p:cNvCxnSpPr/>
          <p:nvPr/>
        </p:nvCxnSpPr>
        <p:spPr>
          <a:xfrm>
            <a:off x="5529695" y="1527364"/>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9C9DF540-31A1-3ED9-E60A-E7608AE06B17}"/>
              </a:ext>
            </a:extLst>
          </p:cNvPr>
          <p:cNvCxnSpPr/>
          <p:nvPr/>
        </p:nvCxnSpPr>
        <p:spPr>
          <a:xfrm>
            <a:off x="6434515" y="1492627"/>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AA8D996C-A6F3-DF62-7576-05204CC071E7}"/>
              </a:ext>
            </a:extLst>
          </p:cNvPr>
          <p:cNvCxnSpPr/>
          <p:nvPr/>
        </p:nvCxnSpPr>
        <p:spPr>
          <a:xfrm>
            <a:off x="6316616" y="1800863"/>
            <a:ext cx="527507" cy="51744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A4DEB84-28D0-FCCF-146C-0B1E1F671F48}"/>
              </a:ext>
            </a:extLst>
          </p:cNvPr>
          <p:cNvCxnSpPr/>
          <p:nvPr/>
        </p:nvCxnSpPr>
        <p:spPr>
          <a:xfrm flipH="1">
            <a:off x="5325414" y="4033695"/>
            <a:ext cx="529150" cy="526852"/>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91C4544E-E0EE-0D15-50A1-236EFFE5F88A}"/>
              </a:ext>
            </a:extLst>
          </p:cNvPr>
          <p:cNvCxnSpPr/>
          <p:nvPr/>
        </p:nvCxnSpPr>
        <p:spPr>
          <a:xfrm>
            <a:off x="6119935" y="4164594"/>
            <a:ext cx="602228" cy="156273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1E6B60DB-A8EC-E9C3-C54E-7D9DFF17A280}"/>
              </a:ext>
            </a:extLst>
          </p:cNvPr>
          <p:cNvCxnSpPr/>
          <p:nvPr/>
        </p:nvCxnSpPr>
        <p:spPr>
          <a:xfrm>
            <a:off x="6316616" y="3903920"/>
            <a:ext cx="527507" cy="65662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0F13C6CB-AE03-2C46-5CD2-1A6A815DF718}"/>
              </a:ext>
            </a:extLst>
          </p:cNvPr>
          <p:cNvCxnSpPr/>
          <p:nvPr/>
        </p:nvCxnSpPr>
        <p:spPr>
          <a:xfrm>
            <a:off x="5325414" y="2059586"/>
            <a:ext cx="597841" cy="153820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5E1C0F6E-5127-0639-6A89-F135B72C3D14}"/>
              </a:ext>
            </a:extLst>
          </p:cNvPr>
          <p:cNvCxnSpPr/>
          <p:nvPr/>
        </p:nvCxnSpPr>
        <p:spPr>
          <a:xfrm flipH="1">
            <a:off x="6247925" y="2911732"/>
            <a:ext cx="678519" cy="68606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454416D-4DA7-850E-BBD9-C16EA3BC2712}"/>
              </a:ext>
            </a:extLst>
          </p:cNvPr>
          <p:cNvCxnSpPr/>
          <p:nvPr/>
        </p:nvCxnSpPr>
        <p:spPr>
          <a:xfrm flipV="1">
            <a:off x="2607398" y="1800863"/>
            <a:ext cx="3247166" cy="20268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01F6A2D0-C9E5-726F-3DA9-836DFEF81F7E}"/>
              </a:ext>
            </a:extLst>
          </p:cNvPr>
          <p:cNvCxnSpPr/>
          <p:nvPr/>
        </p:nvCxnSpPr>
        <p:spPr>
          <a:xfrm>
            <a:off x="7930835" y="1679764"/>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B4B85DE9-0026-F082-38DF-0AE930F87A17}"/>
              </a:ext>
            </a:extLst>
          </p:cNvPr>
          <p:cNvCxnSpPr/>
          <p:nvPr/>
        </p:nvCxnSpPr>
        <p:spPr>
          <a:xfrm flipV="1">
            <a:off x="7860299" y="2190156"/>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49DA3F0D-0A12-8C33-062C-298BB29626F2}"/>
              </a:ext>
            </a:extLst>
          </p:cNvPr>
          <p:cNvCxnSpPr/>
          <p:nvPr/>
        </p:nvCxnSpPr>
        <p:spPr>
          <a:xfrm>
            <a:off x="7726554" y="4933808"/>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B5486663-1522-F8DA-3DC9-A72EDEA9CF02}"/>
              </a:ext>
            </a:extLst>
          </p:cNvPr>
          <p:cNvCxnSpPr/>
          <p:nvPr/>
        </p:nvCxnSpPr>
        <p:spPr>
          <a:xfrm flipV="1">
            <a:off x="7656018" y="5444200"/>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4FE6923A-DBB5-42F6-85F5-E63F6AF37A01}"/>
              </a:ext>
            </a:extLst>
          </p:cNvPr>
          <p:cNvSpPr txBox="1"/>
          <p:nvPr/>
        </p:nvSpPr>
        <p:spPr>
          <a:xfrm>
            <a:off x="1814429" y="2916182"/>
            <a:ext cx="724278" cy="430887"/>
          </a:xfrm>
          <a:prstGeom prst="rect">
            <a:avLst/>
          </a:prstGeom>
          <a:noFill/>
        </p:spPr>
        <p:txBody>
          <a:bodyPr wrap="square" rtlCol="0">
            <a:spAutoFit/>
          </a:bodyPr>
          <a:lstStyle/>
          <a:p>
            <a:r>
              <a:rPr lang="en-US" sz="1100" dirty="0">
                <a:solidFill>
                  <a:schemeClr val="tx2">
                    <a:lumMod val="50000"/>
                    <a:lumOff val="50000"/>
                  </a:schemeClr>
                </a:solidFill>
              </a:rPr>
              <a:t>Data</a:t>
            </a:r>
          </a:p>
          <a:p>
            <a:r>
              <a:rPr lang="en-US" sz="1100" dirty="0">
                <a:solidFill>
                  <a:schemeClr val="tx2">
                    <a:lumMod val="50000"/>
                    <a:lumOff val="50000"/>
                  </a:schemeClr>
                </a:solidFill>
              </a:rPr>
              <a:t>entry</a:t>
            </a:r>
          </a:p>
        </p:txBody>
      </p:sp>
      <p:sp>
        <p:nvSpPr>
          <p:cNvPr id="81" name="TextBox 80">
            <a:extLst>
              <a:ext uri="{FF2B5EF4-FFF2-40B4-BE49-F238E27FC236}">
                <a16:creationId xmlns:a16="http://schemas.microsoft.com/office/drawing/2014/main" id="{24FF3362-1627-FF88-05C1-D8D9CAC0C72F}"/>
              </a:ext>
            </a:extLst>
          </p:cNvPr>
          <p:cNvSpPr txBox="1"/>
          <p:nvPr/>
        </p:nvSpPr>
        <p:spPr>
          <a:xfrm>
            <a:off x="3871562" y="3627445"/>
            <a:ext cx="724278" cy="261610"/>
          </a:xfrm>
          <a:prstGeom prst="rect">
            <a:avLst/>
          </a:prstGeom>
          <a:noFill/>
        </p:spPr>
        <p:txBody>
          <a:bodyPr wrap="square" rtlCol="0">
            <a:spAutoFit/>
          </a:bodyPr>
          <a:lstStyle/>
          <a:p>
            <a:r>
              <a:rPr lang="en-US" sz="1100" dirty="0">
                <a:solidFill>
                  <a:schemeClr val="tx2">
                    <a:lumMod val="50000"/>
                    <a:lumOff val="50000"/>
                  </a:schemeClr>
                </a:solidFill>
              </a:rPr>
              <a:t>Promote</a:t>
            </a:r>
          </a:p>
        </p:txBody>
      </p:sp>
      <p:sp>
        <p:nvSpPr>
          <p:cNvPr id="83" name="TextBox 82">
            <a:extLst>
              <a:ext uri="{FF2B5EF4-FFF2-40B4-BE49-F238E27FC236}">
                <a16:creationId xmlns:a16="http://schemas.microsoft.com/office/drawing/2014/main" id="{D2605390-7287-64E4-2497-0C71B78FC64C}"/>
              </a:ext>
            </a:extLst>
          </p:cNvPr>
          <p:cNvSpPr txBox="1"/>
          <p:nvPr/>
        </p:nvSpPr>
        <p:spPr>
          <a:xfrm>
            <a:off x="3375022" y="2747098"/>
            <a:ext cx="724278" cy="261610"/>
          </a:xfrm>
          <a:prstGeom prst="rect">
            <a:avLst/>
          </a:prstGeom>
          <a:noFill/>
        </p:spPr>
        <p:txBody>
          <a:bodyPr wrap="square" rtlCol="0">
            <a:spAutoFit/>
          </a:bodyPr>
          <a:lstStyle/>
          <a:p>
            <a:r>
              <a:rPr lang="en-US" sz="1100" dirty="0">
                <a:solidFill>
                  <a:schemeClr val="tx2">
                    <a:lumMod val="50000"/>
                    <a:lumOff val="50000"/>
                  </a:schemeClr>
                </a:solidFill>
              </a:rPr>
              <a:t>Process</a:t>
            </a:r>
          </a:p>
        </p:txBody>
      </p:sp>
    </p:spTree>
    <p:extLst>
      <p:ext uri="{BB962C8B-B14F-4D97-AF65-F5344CB8AC3E}">
        <p14:creationId xmlns:p14="http://schemas.microsoft.com/office/powerpoint/2010/main" val="3234048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6140142"/>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r>
              <a:rPr lang="en-US" dirty="0"/>
              <a:t>Use of dev &amp; prod</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23434</TotalTime>
  <Words>4532</Words>
  <Application>Microsoft Office PowerPoint</Application>
  <PresentationFormat>Widescreen</PresentationFormat>
  <Paragraphs>1046</Paragraphs>
  <Slides>74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74</vt:i4>
      </vt:variant>
    </vt:vector>
  </HeadingPairs>
  <TitlesOfParts>
    <vt:vector size="82"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36</cp:revision>
  <dcterms:created xsi:type="dcterms:W3CDTF">2026-02-18T17:07:24Z</dcterms:created>
  <dcterms:modified xsi:type="dcterms:W3CDTF">2026-08-06T14:42:03Z</dcterms:modified>
  <cp:category/>
</cp:coreProperties>
</file>