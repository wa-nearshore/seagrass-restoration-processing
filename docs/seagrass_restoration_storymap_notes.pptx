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17" r:id="rId17"/>
    <p:sldId id="306" r:id="rId18"/>
    <p:sldId id="319" r:id="rId19"/>
    <p:sldId id="316" r:id="rId20"/>
    <p:sldId id="291" r:id="rId21"/>
    <p:sldId id="294" r:id="rId22"/>
    <p:sldId id="287" r:id="rId23"/>
    <p:sldId id="315" r:id="rId24"/>
    <p:sldId id="281" r:id="rId25"/>
    <p:sldId id="292" r:id="rId26"/>
    <p:sldId id="283" r:id="rId27"/>
    <p:sldId id="318" r:id="rId28"/>
    <p:sldId id="284" r:id="rId29"/>
    <p:sldId id="295" r:id="rId30"/>
    <p:sldId id="297" r:id="rId31"/>
    <p:sldId id="288" r:id="rId32"/>
    <p:sldId id="289" r:id="rId33"/>
    <p:sldId id="273" r:id="rId34"/>
    <p:sldId id="271" r:id="rId35"/>
    <p:sldId id="272" r:id="rId36"/>
    <p:sldId id="276" r:id="rId37"/>
    <p:sldId id="277" r:id="rId38"/>
    <p:sldId id="274" r:id="rId39"/>
    <p:sldId id="278" r:id="rId40"/>
    <p:sldId id="280" r:id="rId41"/>
    <p:sldId id="286" r:id="rId42"/>
    <p:sldId id="282" r:id="rId43"/>
    <p:sldId id="285" r:id="rId44"/>
    <p:sldId id="275" r:id="rId45"/>
    <p:sldId id="270" r:id="rId46"/>
    <p:sldId id="265" r:id="rId47"/>
    <p:sldId id="268" r:id="rId48"/>
    <p:sldId id="269" r:id="rId49"/>
    <p:sldId id="267" r:id="rId50"/>
    <p:sldId id="266" r:id="rId51"/>
    <p:sldId id="257" r:id="rId52"/>
    <p:sldId id="258" r:id="rId53"/>
    <p:sldId id="259" r:id="rId54"/>
    <p:sldId id="260" r:id="rId55"/>
    <p:sldId id="261" r:id="rId56"/>
    <p:sldId id="262" r:id="rId57"/>
    <p:sldId id="263" r:id="rId58"/>
    <p:sldId id="264"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4" dt="2026-07-08T17:39:58.5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08T18:13:59.952" v="17929" actId="20577"/>
      <pc:docMkLst>
        <pc:docMk/>
      </pc:docMkLst>
      <pc:sldChg chg="modSp mod">
        <pc:chgData name="DOWTY, PETER (DNR)" userId="01cf875a-4e15-4928-8f93-7a0dfa1efb6b" providerId="ADAL" clId="{E9054DD1-CDF4-4BE2-A4C5-BD4B0395A89E}" dt="2026-07-01T15:49:09.682" v="15567"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2T14:39:24.866" v="15885" actId="1582"/>
        <pc:sldMkLst>
          <pc:docMk/>
          <pc:sldMk cId="3134302452" sldId="292"/>
        </pc:sldMkLst>
        <pc:spChg chg="add mod">
          <ac:chgData name="DOWTY, PETER (DNR)" userId="01cf875a-4e15-4928-8f93-7a0dfa1efb6b" providerId="ADAL" clId="{E9054DD1-CDF4-4BE2-A4C5-BD4B0395A89E}" dt="2026-07-02T14:39:24.866" v="15885" actId="1582"/>
          <ac:spMkLst>
            <pc:docMk/>
            <pc:sldMk cId="3134302452" sldId="292"/>
            <ac:spMk id="3" creationId="{B8B9858E-8B30-1F1F-0EF3-A7D1F879DE7A}"/>
          </ac:spMkLst>
        </pc:spChg>
        <pc:spChg chg="mod">
          <ac:chgData name="DOWTY, PETER (DNR)" userId="01cf875a-4e15-4928-8f93-7a0dfa1efb6b" providerId="ADAL" clId="{E9054DD1-CDF4-4BE2-A4C5-BD4B0395A89E}" dt="2026-07-01T15:50:46.073" v="15600" actId="20577"/>
          <ac:spMkLst>
            <pc:docMk/>
            <pc:sldMk cId="3134302452" sldId="292"/>
            <ac:spMk id="5" creationId="{F3ADEC9A-5FF3-D75B-E079-CF3D871E39F0}"/>
          </ac:spMkLst>
        </pc:spChg>
        <pc:spChg chg="mod">
          <ac:chgData name="DOWTY, PETER (DNR)" userId="01cf875a-4e15-4928-8f93-7a0dfa1efb6b" providerId="ADAL" clId="{E9054DD1-CDF4-4BE2-A4C5-BD4B0395A89E}" dt="2026-07-02T14:38:43.068" v="15880" actId="208"/>
          <ac:spMkLst>
            <pc:docMk/>
            <pc:sldMk cId="3134302452" sldId="292"/>
            <ac:spMk id="8" creationId="{E3F8C15D-A137-1AA1-5F6F-B41F31613801}"/>
          </ac:spMkLst>
        </pc:sp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7-06T18:22:58.345" v="17460" actId="14100"/>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add mod">
          <ac:chgData name="DOWTY, PETER (DNR)" userId="01cf875a-4e15-4928-8f93-7a0dfa1efb6b" providerId="ADAL" clId="{E9054DD1-CDF4-4BE2-A4C5-BD4B0395A89E}" dt="2026-07-06T18:12:32.964" v="17427"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06T18:22:27.694" v="17447" actId="1076"/>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sldChg>
      <pc:sldChg chg="addSp modSp mod">
        <pc:chgData name="DOWTY, PETER (DNR)" userId="01cf875a-4e15-4928-8f93-7a0dfa1efb6b" providerId="ADAL" clId="{E9054DD1-CDF4-4BE2-A4C5-BD4B0395A89E}" dt="2026-07-08T13:43:28.456" v="17461"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modSp mod">
        <pc:chgData name="DOWTY, PETER (DNR)" userId="01cf875a-4e15-4928-8f93-7a0dfa1efb6b" providerId="ADAL" clId="{E9054DD1-CDF4-4BE2-A4C5-BD4B0395A89E}" dt="2026-07-08T18:13:59.952" v="17929" actId="20577"/>
        <pc:sldMkLst>
          <pc:docMk/>
          <pc:sldMk cId="2602005344" sldId="306"/>
        </pc:sldMkLst>
        <pc:spChg chg="add mod">
          <ac:chgData name="DOWTY, PETER (DNR)" userId="01cf875a-4e15-4928-8f93-7a0dfa1efb6b" providerId="ADAL" clId="{E9054DD1-CDF4-4BE2-A4C5-BD4B0395A89E}" dt="2026-07-08T18:13:59.952" v="17929" actId="20577"/>
          <ac:spMkLst>
            <pc:docMk/>
            <pc:sldMk cId="2602005344" sldId="306"/>
            <ac:spMk id="2" creationId="{C50BA159-FE68-C72B-F7CF-110239B6D952}"/>
          </ac:spMkLst>
        </pc:spChg>
        <pc:spChg chg="add mod">
          <ac:chgData name="DOWTY, PETER (DNR)" userId="01cf875a-4e15-4928-8f93-7a0dfa1efb6b" providerId="ADAL" clId="{E9054DD1-CDF4-4BE2-A4C5-BD4B0395A89E}" dt="2026-07-08T17:58:50.734" v="17928" actId="1076"/>
          <ac:spMkLst>
            <pc:docMk/>
            <pc:sldMk cId="2602005344" sldId="306"/>
            <ac:spMk id="4" creationId="{FC97564D-3394-8B8B-91F5-FE26F9A7BAB6}"/>
          </ac:spMkLst>
        </pc:spChg>
      </pc:sldChg>
      <pc:sldChg chg="addSp delSp modSp new mod ord">
        <pc:chgData name="DOWTY, PETER (DNR)" userId="01cf875a-4e15-4928-8f93-7a0dfa1efb6b" providerId="ADAL" clId="{E9054DD1-CDF4-4BE2-A4C5-BD4B0395A89E}" dt="2026-07-08T17:41:16.835" v="17853" actId="207"/>
        <pc:sldMkLst>
          <pc:docMk/>
          <pc:sldMk cId="2867469800" sldId="308"/>
        </pc:sldMkLst>
        <pc:spChg chg="add del mod">
          <ac:chgData name="DOWTY, PETER (DNR)" userId="01cf875a-4e15-4928-8f93-7a0dfa1efb6b" providerId="ADAL" clId="{E9054DD1-CDF4-4BE2-A4C5-BD4B0395A89E}" dt="2026-07-08T16:35:28.264" v="17688" actId="478"/>
          <ac:spMkLst>
            <pc:docMk/>
            <pc:sldMk cId="2867469800" sldId="308"/>
            <ac:spMk id="2" creationId="{C630345C-D3A1-BDC0-DD47-726B3CB1F084}"/>
          </ac:spMkLst>
        </pc:spChg>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del mod">
          <ac:chgData name="DOWTY, PETER (DNR)" userId="01cf875a-4e15-4928-8f93-7a0dfa1efb6b" providerId="ADAL" clId="{E9054DD1-CDF4-4BE2-A4C5-BD4B0395A89E}" dt="2026-07-08T16:35:30.591" v="17689" actId="478"/>
          <ac:picMkLst>
            <pc:docMk/>
            <pc:sldMk cId="2867469800" sldId="308"/>
            <ac:picMk id="3" creationId="{42990360-42E8-E08E-F443-27C99ACE4273}"/>
          </ac:picMkLst>
        </pc:picChg>
        <pc:picChg chg="add del mod">
          <ac:chgData name="DOWTY, PETER (DNR)" userId="01cf875a-4e15-4928-8f93-7a0dfa1efb6b" providerId="ADAL" clId="{E9054DD1-CDF4-4BE2-A4C5-BD4B0395A89E}" dt="2026-07-08T17:38:09.327" v="17783" actId="478"/>
          <ac:picMkLst>
            <pc:docMk/>
            <pc:sldMk cId="2867469800" sldId="308"/>
            <ac:picMk id="5" creationId="{BA8ABCA1-A228-4A93-759B-9B8C55CAE14B}"/>
          </ac:picMkLst>
        </pc:picChg>
        <pc:picChg chg="add mod">
          <ac:chgData name="DOWTY, PETER (DNR)" userId="01cf875a-4e15-4928-8f93-7a0dfa1efb6b" providerId="ADAL" clId="{E9054DD1-CDF4-4BE2-A4C5-BD4B0395A89E}" dt="2026-07-08T17:38:27.205" v="17785" actId="1076"/>
          <ac:picMkLst>
            <pc:docMk/>
            <pc:sldMk cId="2867469800" sldId="308"/>
            <ac:picMk id="7" creationId="{8D5C2CE7-B70B-ED7A-B0D6-8561831765A0}"/>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pc:chgData name="DOWTY, PETER (DNR)" userId="01cf875a-4e15-4928-8f93-7a0dfa1efb6b" providerId="ADAL" clId="{E9054DD1-CDF4-4BE2-A4C5-BD4B0395A89E}" dt="2026-07-06T16:47:22.890" v="16992" actId="22"/>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08T17:38:02.589" v="17782" actId="1076"/>
        <pc:sldMkLst>
          <pc:docMk/>
          <pc:sldMk cId="838302798" sldId="320"/>
        </pc:sldMkLst>
        <pc:spChg chg="add del mod">
          <ac:chgData name="DOWTY, PETER (DNR)" userId="01cf875a-4e15-4928-8f93-7a0dfa1efb6b" providerId="ADAL" clId="{E9054DD1-CDF4-4BE2-A4C5-BD4B0395A89E}" dt="2026-07-08T17:35:47.329" v="17768" actId="478"/>
          <ac:spMkLst>
            <pc:docMk/>
            <pc:sldMk cId="838302798" sldId="320"/>
            <ac:spMk id="2" creationId="{E46DEF27-A94B-3327-42D7-2C4F8AD14571}"/>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add mod">
          <ac:chgData name="DOWTY, PETER (DNR)" userId="01cf875a-4e15-4928-8f93-7a0dfa1efb6b" providerId="ADAL" clId="{E9054DD1-CDF4-4BE2-A4C5-BD4B0395A89E}" dt="2026-07-08T17:37:57.177" v="17780" actId="1076"/>
          <ac:picMkLst>
            <pc:docMk/>
            <pc:sldMk cId="838302798" sldId="320"/>
            <ac:picMk id="4" creationId="{C04DCCF4-F4C7-6ADE-0B0B-A50C8D85207A}"/>
          </ac:picMkLst>
        </pc:pic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09T05:08:22.228" v="2709" actId="20577"/>
          <ac:spMkLst>
            <pc:docMk/>
            <pc:sldMk cId="1516653873" sldId="293"/>
            <ac:spMk id="2" creationId="{3CB9ECB2-453E-0440-65C6-463FD2F97B26}"/>
          </ac:spMkLst>
        </pc:spChg>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addSp delSp modSp mod">
        <pc:chgData name="Pete Dowty" userId="91aba14b6835b0ae" providerId="LiveId" clId="{660F8803-2738-5EFD-95AE-06E7480F19FB}" dt="2026-06-08T03:15:29.967" v="2351" actId="571"/>
        <pc:sldMkLst>
          <pc:docMk/>
          <pc:sldMk cId="1080191347" sldId="302"/>
        </pc:sldMkLst>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7/8/2026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7/8/2026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29.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31.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34.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jpe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image" Target="../media/image38.png"/></Relationships>
</file>

<file path=ppt/slides/_rels/slide3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46.png"/><Relationship Id="rId1" Type="http://schemas.openxmlformats.org/officeDocument/2006/relationships/slideLayout" Target="../slideLayouts/slideLayout7.xml"/><Relationship Id="rId4" Type="http://schemas.openxmlformats.org/officeDocument/2006/relationships/image" Target="../media/image93.png"/></Relationships>
</file>

<file path=ppt/slides/_rels/slide44.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32.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97.tiff"/><Relationship Id="rId7" Type="http://schemas.openxmlformats.org/officeDocument/2006/relationships/image" Target="../media/image101.tiff"/><Relationship Id="rId2" Type="http://schemas.openxmlformats.org/officeDocument/2006/relationships/image" Target="../media/image96.tiff"/><Relationship Id="rId1" Type="http://schemas.openxmlformats.org/officeDocument/2006/relationships/slideLayout" Target="../slideLayouts/slideLayout7.xml"/><Relationship Id="rId6" Type="http://schemas.openxmlformats.org/officeDocument/2006/relationships/image" Target="../media/image100.tiff"/><Relationship Id="rId5" Type="http://schemas.openxmlformats.org/officeDocument/2006/relationships/image" Target="../media/image99.tiff"/><Relationship Id="rId4" Type="http://schemas.openxmlformats.org/officeDocument/2006/relationships/image" Target="../media/image98.tif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image" Target="../media/image111.png"/><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4" Type="http://schemas.openxmlformats.org/officeDocument/2006/relationships/image" Target="../media/image118.png"/></Relationships>
</file>

<file path=ppt/slides/_rels/slide5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xml"/><Relationship Id="rId5" Type="http://schemas.openxmlformats.org/officeDocument/2006/relationships/image" Target="../media/image126.png"/><Relationship Id="rId4" Type="http://schemas.openxmlformats.org/officeDocument/2006/relationships/image" Target="../media/image1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975575" y="2613087"/>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04DCCF4-F4C7-6ADE-0B0B-A50C8D8520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8154" y="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D5C2CE7-B70B-ED7A-B0D6-8561831765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3836" y="0"/>
            <a:ext cx="10372057" cy="6858000"/>
          </a:xfrm>
          <a:prstGeom prst="rect">
            <a:avLst/>
          </a:prstGeom>
        </p:spPr>
      </p:pic>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2816156"/>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FontTx/>
              <a:buAutoNum type="arabicPeriod"/>
            </a:pPr>
            <a:r>
              <a:rPr lang="en-US" dirty="0">
                <a:solidFill>
                  <a:srgbClr val="C00000"/>
                </a:solidFill>
              </a:rPr>
              <a:t>Line plantings “DEL” extends onto land.</a:t>
            </a:r>
          </a:p>
          <a:p>
            <a:pPr marL="342900" indent="-342900">
              <a:spcAft>
                <a:spcPts val="300"/>
              </a:spcAft>
              <a:buAutoNum type="arabicPeriod"/>
            </a:pPr>
            <a:r>
              <a:rPr lang="en-US" dirty="0"/>
              <a:t>Bring in ‘Name’ from Matrix?</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Dev and Prod ?</a:t>
            </a:r>
          </a:p>
          <a:p>
            <a:pPr>
              <a:spcAft>
                <a:spcPts val="300"/>
              </a:spcAft>
            </a:pPr>
            <a:endParaRPr lang="en-US" dirty="0"/>
          </a:p>
        </p:txBody>
      </p:sp>
      <p:sp>
        <p:nvSpPr>
          <p:cNvPr id="4" name="TextBox 3">
            <a:extLst>
              <a:ext uri="{FF2B5EF4-FFF2-40B4-BE49-F238E27FC236}">
                <a16:creationId xmlns:a16="http://schemas.microsoft.com/office/drawing/2014/main" id="{FC97564D-3394-8B8B-91F5-FE26F9A7BAB6}"/>
              </a:ext>
            </a:extLst>
          </p:cNvPr>
          <p:cNvSpPr txBox="1"/>
          <p:nvPr/>
        </p:nvSpPr>
        <p:spPr>
          <a:xfrm>
            <a:off x="461727" y="3966058"/>
            <a:ext cx="3856776"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Tree>
    <p:extLst>
      <p:ext uri="{BB962C8B-B14F-4D97-AF65-F5344CB8AC3E}">
        <p14:creationId xmlns:p14="http://schemas.microsoft.com/office/powerpoint/2010/main" val="2602005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4279096990"/>
              </p:ext>
            </p:extLst>
          </p:nvPr>
        </p:nvGraphicFramePr>
        <p:xfrm>
          <a:off x="797609" y="82852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189785" y="131633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868460" y="4560870"/>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24689" y="73333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Tree>
    <p:extLst>
      <p:ext uri="{BB962C8B-B14F-4D97-AF65-F5344CB8AC3E}">
        <p14:creationId xmlns:p14="http://schemas.microsoft.com/office/powerpoint/2010/main" val="31343024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20763</TotalTime>
  <Words>3688</Words>
  <Application>Microsoft Office PowerPoint</Application>
  <PresentationFormat>Widescreen</PresentationFormat>
  <Paragraphs>866</Paragraphs>
  <Slides>58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34</cp:revision>
  <dcterms:created xsi:type="dcterms:W3CDTF">2026-02-18T17:07:24Z</dcterms:created>
  <dcterms:modified xsi:type="dcterms:W3CDTF">2026-07-08T18:14:09Z</dcterms:modified>
  <cp:category/>
</cp:coreProperties>
</file>