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0" r:id="rId4"/>
    <p:sldId id="291" r:id="rId5"/>
    <p:sldId id="294" r:id="rId6"/>
    <p:sldId id="287" r:id="rId7"/>
    <p:sldId id="281" r:id="rId8"/>
    <p:sldId id="292" r:id="rId9"/>
    <p:sldId id="283" r:id="rId10"/>
    <p:sldId id="284" r:id="rId11"/>
    <p:sldId id="295" r:id="rId12"/>
    <p:sldId id="288" r:id="rId13"/>
    <p:sldId id="289" r:id="rId14"/>
    <p:sldId id="273" r:id="rId15"/>
    <p:sldId id="271" r:id="rId16"/>
    <p:sldId id="272" r:id="rId17"/>
    <p:sldId id="276" r:id="rId18"/>
    <p:sldId id="277" r:id="rId19"/>
    <p:sldId id="274" r:id="rId20"/>
    <p:sldId id="278" r:id="rId21"/>
    <p:sldId id="280" r:id="rId22"/>
    <p:sldId id="286" r:id="rId23"/>
    <p:sldId id="282" r:id="rId24"/>
    <p:sldId id="285" r:id="rId25"/>
    <p:sldId id="275" r:id="rId26"/>
    <p:sldId id="270" r:id="rId27"/>
    <p:sldId id="265" r:id="rId28"/>
    <p:sldId id="268" r:id="rId29"/>
    <p:sldId id="269" r:id="rId30"/>
    <p:sldId id="267" r:id="rId31"/>
    <p:sldId id="266" r:id="rId32"/>
    <p:sldId id="257" r:id="rId33"/>
    <p:sldId id="258" r:id="rId34"/>
    <p:sldId id="259" r:id="rId35"/>
    <p:sldId id="260" r:id="rId36"/>
    <p:sldId id="261" r:id="rId37"/>
    <p:sldId id="262" r:id="rId38"/>
    <p:sldId id="263" r:id="rId39"/>
    <p:sldId id="264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600"/>
    <a:srgbClr val="006300"/>
    <a:srgbClr val="FB7700"/>
    <a:srgbClr val="FFFFCC"/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9" autoAdjust="0"/>
    <p:restoredTop sz="96182" autoAdjust="0"/>
  </p:normalViewPr>
  <p:slideViewPr>
    <p:cSldViewPr snapToGrid="0">
      <p:cViewPr varScale="1">
        <p:scale>
          <a:sx n="95" d="100"/>
          <a:sy n="95" d="100"/>
        </p:scale>
        <p:origin x="624" y="306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5-18T05:27:18.121" v="4875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mod">
        <pc:chgData name="DOWTY, PETER (DNR)" userId="01cf875a-4e15-4928-8f93-7a0dfa1efb6b" providerId="ADAL" clId="{660F8803-2738-5EFD-95AE-06E7480F19FB}" dt="2026-05-02T14:41:10.039" v="1009" actId="20577"/>
        <pc:sldMkLst>
          <pc:docMk/>
          <pc:sldMk cId="1604616895" sldId="282"/>
        </pc:sldMkLst>
        <pc:spChg chg="add mod">
          <ac:chgData name="DOWTY, PETER (DNR)" userId="01cf875a-4e15-4928-8f93-7a0dfa1efb6b" providerId="ADAL" clId="{660F8803-2738-5EFD-95AE-06E7480F19FB}" dt="2026-05-02T14:41:10.039" v="1009" actId="20577"/>
          <ac:spMkLst>
            <pc:docMk/>
            <pc:sldMk cId="1604616895" sldId="282"/>
            <ac:spMk id="16" creationId="{36573C9A-28BB-0DDB-C716-B47D29694DD0}"/>
          </ac:spMkLst>
        </pc:spChg>
      </pc:sldChg>
      <pc:sldChg chg="addSp modSp mod">
        <pc:chgData name="DOWTY, PETER (DNR)" userId="01cf875a-4e15-4928-8f93-7a0dfa1efb6b" providerId="ADAL" clId="{660F8803-2738-5EFD-95AE-06E7480F19FB}" dt="2026-05-03T04:39:14.576" v="2266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660F8803-2738-5EFD-95AE-06E7480F19FB}" dt="2026-05-03T04:39:14.576" v="2266" actId="20577"/>
          <ac:spMkLst>
            <pc:docMk/>
            <pc:sldMk cId="1689912192" sldId="283"/>
            <ac:spMk id="2" creationId="{C67B1F44-604B-548A-B449-4448345FC7D0}"/>
          </ac:spMkLst>
        </pc:spChg>
        <pc:spChg chg="add mod">
          <ac:chgData name="DOWTY, PETER (DNR)" userId="01cf875a-4e15-4928-8f93-7a0dfa1efb6b" providerId="ADAL" clId="{660F8803-2738-5EFD-95AE-06E7480F19FB}" dt="2026-05-03T03:50:43.348" v="1095" actId="404"/>
          <ac:spMkLst>
            <pc:docMk/>
            <pc:sldMk cId="1689912192" sldId="283"/>
            <ac:spMk id="3" creationId="{A7344F54-C7AF-86C7-9C43-2B16D0B595C7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5-03T18:27:32.963" v="2576" actId="1076"/>
        <pc:sldMkLst>
          <pc:docMk/>
          <pc:sldMk cId="3033079533" sldId="284"/>
        </pc:sldMkLst>
        <pc:spChg chg="add mod">
          <ac:chgData name="DOWTY, PETER (DNR)" userId="01cf875a-4e15-4928-8f93-7a0dfa1efb6b" providerId="ADAL" clId="{660F8803-2738-5EFD-95AE-06E7480F19FB}" dt="2026-05-03T14:38:30.748" v="2548" actId="1076"/>
          <ac:spMkLst>
            <pc:docMk/>
            <pc:sldMk cId="3033079533" sldId="284"/>
            <ac:spMk id="3" creationId="{F71A677C-3FA3-76D3-3133-A2596D1D40BF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4" creationId="{EC918C2C-6333-40F1-A4B4-F93CAF543DC6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5" creationId="{256F4C86-65E1-27DB-2B20-1E4E19092C8B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8" creationId="{45F1DE8D-2634-DE88-699C-5E5C82B53CB4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9" creationId="{316A2CA4-13C8-AA8F-952C-692DD3CB2043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10" creationId="{CB716A90-792D-91B5-8276-A69537C932FA}"/>
          </ac:spMkLst>
        </pc:spChg>
        <pc:spChg chg="add mod">
          <ac:chgData name="DOWTY, PETER (DNR)" userId="01cf875a-4e15-4928-8f93-7a0dfa1efb6b" providerId="ADAL" clId="{660F8803-2738-5EFD-95AE-06E7480F19FB}" dt="2026-05-03T14:30:45.005" v="2501" actId="404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660F8803-2738-5EFD-95AE-06E7480F19FB}" dt="2026-05-03T14:35:57.512" v="2521" actId="1076"/>
          <ac:spMkLst>
            <pc:docMk/>
            <pc:sldMk cId="3033079533" sldId="284"/>
            <ac:spMk id="13" creationId="{64A0DC9E-581A-0713-6BA8-2112CF9A4098}"/>
          </ac:spMkLst>
        </pc:spChg>
        <pc:spChg chg="add mod">
          <ac:chgData name="DOWTY, PETER (DNR)" userId="01cf875a-4e15-4928-8f93-7a0dfa1efb6b" providerId="ADAL" clId="{660F8803-2738-5EFD-95AE-06E7480F19FB}" dt="2026-05-03T14:36:13.681" v="2536" actId="1076"/>
          <ac:spMkLst>
            <pc:docMk/>
            <pc:sldMk cId="3033079533" sldId="284"/>
            <ac:spMk id="14" creationId="{5C41D013-FB66-D954-A8F7-8B79ED1E7CF1}"/>
          </ac:spMkLst>
        </pc:spChg>
        <pc:spChg chg="add mod">
          <ac:chgData name="DOWTY, PETER (DNR)" userId="01cf875a-4e15-4928-8f93-7a0dfa1efb6b" providerId="ADAL" clId="{660F8803-2738-5EFD-95AE-06E7480F19FB}" dt="2026-05-03T14:36:07.990" v="2534" actId="14100"/>
          <ac:spMkLst>
            <pc:docMk/>
            <pc:sldMk cId="3033079533" sldId="284"/>
            <ac:spMk id="15" creationId="{29A7D68B-49FC-61AC-0F65-80BBA88F81B9}"/>
          </ac:spMkLst>
        </pc:spChg>
        <pc:spChg chg="add mod">
          <ac:chgData name="DOWTY, PETER (DNR)" userId="01cf875a-4e15-4928-8f93-7a0dfa1efb6b" providerId="ADAL" clId="{660F8803-2738-5EFD-95AE-06E7480F19FB}" dt="2026-05-03T14:38:27.856" v="2547" actId="1076"/>
          <ac:spMkLst>
            <pc:docMk/>
            <pc:sldMk cId="3033079533" sldId="284"/>
            <ac:spMk id="16" creationId="{9E893D2F-966D-A2BB-4AAE-EAFE7BA29E21}"/>
          </ac:spMkLst>
        </pc:spChg>
        <pc:spChg chg="add mod">
          <ac:chgData name="DOWTY, PETER (DNR)" userId="01cf875a-4e15-4928-8f93-7a0dfa1efb6b" providerId="ADAL" clId="{660F8803-2738-5EFD-95AE-06E7480F19FB}" dt="2026-05-03T14:38:06.045" v="2544" actId="1076"/>
          <ac:spMkLst>
            <pc:docMk/>
            <pc:sldMk cId="3033079533" sldId="284"/>
            <ac:spMk id="17" creationId="{272E2EAB-1DD2-04DC-3CF2-12B5BBFD5E1F}"/>
          </ac:spMkLst>
        </pc:spChg>
        <pc:spChg chg="add mod">
          <ac:chgData name="DOWTY, PETER (DNR)" userId="01cf875a-4e15-4928-8f93-7a0dfa1efb6b" providerId="ADAL" clId="{660F8803-2738-5EFD-95AE-06E7480F19FB}" dt="2026-05-03T18:26:46.821" v="2563" actId="1076"/>
          <ac:spMkLst>
            <pc:docMk/>
            <pc:sldMk cId="3033079533" sldId="284"/>
            <ac:spMk id="19" creationId="{3711DE71-03D3-EDF8-1F69-9118989B237D}"/>
          </ac:spMkLst>
        </pc:spChg>
        <pc:spChg chg="add mod">
          <ac:chgData name="DOWTY, PETER (DNR)" userId="01cf875a-4e15-4928-8f93-7a0dfa1efb6b" providerId="ADAL" clId="{660F8803-2738-5EFD-95AE-06E7480F19FB}" dt="2026-05-03T18:26:27.048" v="2561" actId="14100"/>
          <ac:spMkLst>
            <pc:docMk/>
            <pc:sldMk cId="3033079533" sldId="284"/>
            <ac:spMk id="20" creationId="{F7329826-D4C7-BEE5-773F-648AFF003D76}"/>
          </ac:spMkLst>
        </pc:spChg>
        <pc:spChg chg="add mod">
          <ac:chgData name="DOWTY, PETER (DNR)" userId="01cf875a-4e15-4928-8f93-7a0dfa1efb6b" providerId="ADAL" clId="{660F8803-2738-5EFD-95AE-06E7480F19FB}" dt="2026-05-03T18:26:21.819" v="2559" actId="1076"/>
          <ac:spMkLst>
            <pc:docMk/>
            <pc:sldMk cId="3033079533" sldId="284"/>
            <ac:spMk id="21" creationId="{266CC922-1A2E-A92B-84D0-AE461D9136BA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2" creationId="{62D4AB13-4CA1-D5B1-8048-F086110F9055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3" creationId="{05EFF757-4702-84F2-1564-3705C9635BC2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4" creationId="{36D3A190-7855-88FC-8C97-4E21F875DAF6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660F8803-2738-5EFD-95AE-06E7480F19FB}" dt="2026-05-03T18:27:17.673" v="2571" actId="1076"/>
          <ac:spMkLst>
            <pc:docMk/>
            <pc:sldMk cId="3033079533" sldId="284"/>
            <ac:spMk id="27" creationId="{E81356C8-7A2F-AE07-F43E-BA8F14588D0E}"/>
          </ac:spMkLst>
        </pc:spChg>
        <pc:spChg chg="add mod">
          <ac:chgData name="DOWTY, PETER (DNR)" userId="01cf875a-4e15-4928-8f93-7a0dfa1efb6b" providerId="ADAL" clId="{660F8803-2738-5EFD-95AE-06E7480F19FB}" dt="2026-05-03T18:27:21.151" v="2573" actId="1076"/>
          <ac:spMkLst>
            <pc:docMk/>
            <pc:sldMk cId="3033079533" sldId="284"/>
            <ac:spMk id="28" creationId="{84C96ED6-F6BF-758C-0D97-9B07646ECDAC}"/>
          </ac:spMkLst>
        </pc:spChg>
        <pc:spChg chg="add mod">
          <ac:chgData name="DOWTY, PETER (DNR)" userId="01cf875a-4e15-4928-8f93-7a0dfa1efb6b" providerId="ADAL" clId="{660F8803-2738-5EFD-95AE-06E7480F19FB}" dt="2026-05-03T18:27:25.656" v="2575" actId="1076"/>
          <ac:spMkLst>
            <pc:docMk/>
            <pc:sldMk cId="3033079533" sldId="284"/>
            <ac:spMk id="29" creationId="{DFDAD2DD-1360-CCB8-8DF7-3CB248B433DE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03T03:41:14.754" v="1090" actId="554"/>
        <pc:sldMkLst>
          <pc:docMk/>
          <pc:sldMk cId="1999111265" sldId="285"/>
        </pc:sldMkLst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2" creationId="{71551766-061D-F38B-A3FA-4E9797D648E4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3" creationId="{2C1190B1-B0AC-0746-2F1B-931C131DBD6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4" creationId="{751979ED-82FB-6490-8EF8-205E6D67810F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5" creationId="{02C8192B-0CEF-C4EF-B1E5-317ED9B00448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6" creationId="{52EB91D0-A3EA-2E82-67AD-D04B19FFF57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7" creationId="{1A09CA6C-8844-32C1-EEFD-AB3527FF5CEA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8" creationId="{E3B3FEF7-E09A-3BC3-D5EC-7A94DB32F801}"/>
          </ac:spMkLst>
        </pc:sp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9" creationId="{65810E41-C934-9949-135B-4F3A3FD869F0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0" creationId="{7299B9E5-4F37-7B34-FB41-67C274D32675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1" creationId="{26212B06-B6A1-2F94-A84F-EDE1E35EF20F}"/>
          </ac:picMkLst>
        </pc:pic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modSld sldOrd">
      <pc:chgData name="DOWTY, PETER (DNR)" userId="01cf875a-4e15-4928-8f93-7a0dfa1efb6b" providerId="ADAL" clId="{E9054DD1-CDF4-4BE2-A4C5-BD4B0395A89E}" dt="2026-05-22T21:05:27.319" v="6364" actId="20577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0T13:44:35.216" v="5334" actId="478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0T13:44:28.229" v="533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01T23:10:23.385" v="551" actId="1076"/>
          <ac:spMkLst>
            <pc:docMk/>
            <pc:sldMk cId="2532653130" sldId="281"/>
            <ac:spMk id="5" creationId="{4694BD01-9DA4-3A05-F9D2-22178F5A3542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04T17:24:57.326" v="1442" actId="164"/>
          <ac:spMkLst>
            <pc:docMk/>
            <pc:sldMk cId="2532653130" sldId="281"/>
            <ac:spMk id="8" creationId="{EAD5425B-B75F-F212-4E36-303E18191FF8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  <pc:picChg chg="add mod">
          <ac:chgData name="DOWTY, PETER (DNR)" userId="01cf875a-4e15-4928-8f93-7a0dfa1efb6b" providerId="ADAL" clId="{E9054DD1-CDF4-4BE2-A4C5-BD4B0395A89E}" dt="2026-05-04T17:24:57.326" v="1442" actId="164"/>
          <ac:picMkLst>
            <pc:docMk/>
            <pc:sldMk cId="2532653130" sldId="281"/>
            <ac:picMk id="7" creationId="{02DA419C-D251-709A-692A-17D08471423A}"/>
          </ac:picMkLst>
        </pc:pic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mod">
          <ac:chgData name="DOWTY, PETER (DNR)" userId="01cf875a-4e15-4928-8f93-7a0dfa1efb6b" providerId="ADAL" clId="{E9054DD1-CDF4-4BE2-A4C5-BD4B0395A89E}" dt="2026-05-06T15:04:07.948" v="1727" actId="14100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DOWTY, PETER (DNR)" userId="01cf875a-4e15-4928-8f93-7a0dfa1efb6b" providerId="ADAL" clId="{E9054DD1-CDF4-4BE2-A4C5-BD4B0395A89E}" dt="2026-05-06T15:04:05.044" v="172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DOWTY, PETER (DNR)" userId="01cf875a-4e15-4928-8f93-7a0dfa1efb6b" providerId="ADAL" clId="{E9054DD1-CDF4-4BE2-A4C5-BD4B0395A89E}" dt="2026-05-06T15:03:58.555" v="1723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DOWTY, PETER (DNR)" userId="01cf875a-4e15-4928-8f93-7a0dfa1efb6b" providerId="ADAL" clId="{E9054DD1-CDF4-4BE2-A4C5-BD4B0395A89E}" dt="2026-05-06T15:03:50.490" v="1720" actId="14100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14" creationId="{5C41D013-FB66-D954-A8F7-8B79ED1E7CF1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DOWTY, PETER (DNR)" userId="01cf875a-4e15-4928-8f93-7a0dfa1efb6b" providerId="ADAL" clId="{E9054DD1-CDF4-4BE2-A4C5-BD4B0395A89E}" dt="2026-05-06T15:04:00.384" v="1724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DOWTY, PETER (DNR)" userId="01cf875a-4e15-4928-8f93-7a0dfa1efb6b" providerId="ADAL" clId="{E9054DD1-CDF4-4BE2-A4C5-BD4B0395A89E}" dt="2026-05-06T15:03:53.321" v="1721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DOWTY, PETER (DNR)" userId="01cf875a-4e15-4928-8f93-7a0dfa1efb6b" providerId="ADAL" clId="{E9054DD1-CDF4-4BE2-A4C5-BD4B0395A89E}" dt="2026-05-06T15:03:46.947" v="1718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E9054DD1-CDF4-4BE2-A4C5-BD4B0395A89E}" dt="2026-05-06T15:02:47.546" v="1706" actId="20577"/>
          <ac:spMkLst>
            <pc:docMk/>
            <pc:sldMk cId="3033079533" sldId="284"/>
            <ac:spMk id="26" creationId="{7B9E8CB4-0256-D1B3-021D-20902B5DF1C1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29" creationId="{DFDAD2DD-1360-CCB8-8DF7-3CB248B433DE}"/>
          </ac:spMkLst>
        </pc:spChg>
        <pc:spChg chg="add mod">
          <ac:chgData name="DOWTY, PETER (DNR)" userId="01cf875a-4e15-4928-8f93-7a0dfa1efb6b" providerId="ADAL" clId="{E9054DD1-CDF4-4BE2-A4C5-BD4B0395A89E}" dt="2026-05-06T15:54:40.223" v="1733" actId="208"/>
          <ac:spMkLst>
            <pc:docMk/>
            <pc:sldMk cId="3033079533" sldId="284"/>
            <ac:spMk id="30" creationId="{FD64F405-B808-0598-4DA2-7553693684DB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1" creationId="{24356EA5-CF42-9066-1E1A-47A173FC2910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2" creationId="{67BFBF7E-716C-7641-82E6-71C18EF9886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3" creationId="{110C4B04-A712-AB24-BE35-BC73F60B9B63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4" creationId="{D3DC3FB7-8C3E-066E-A4D9-E3E4D61F7149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5" creationId="{3FAEE904-4804-B112-EA49-085EA8537F2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6" creationId="{986BF64C-D8D4-F4BA-F000-F7EA66F3A1E5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4T17:39:25.948" v="1623" actId="20577"/>
        <pc:sldMkLst>
          <pc:docMk/>
          <pc:sldMk cId="1739400761" sldId="286"/>
        </pc:sldMkLst>
        <pc:spChg chg="add mod">
          <ac:chgData name="DOWTY, PETER (DNR)" userId="01cf875a-4e15-4928-8f93-7a0dfa1efb6b" providerId="ADAL" clId="{E9054DD1-CDF4-4BE2-A4C5-BD4B0395A89E}" dt="2026-05-04T17:37:23.403" v="1530" actId="164"/>
          <ac:spMkLst>
            <pc:docMk/>
            <pc:sldMk cId="1739400761" sldId="286"/>
            <ac:spMk id="4" creationId="{674778BA-45CD-6FD5-B46A-2D22B5080FAF}"/>
          </ac:spMkLst>
        </pc:spChg>
        <pc:spChg chg="add mod">
          <ac:chgData name="DOWTY, PETER (DNR)" userId="01cf875a-4e15-4928-8f93-7a0dfa1efb6b" providerId="ADAL" clId="{E9054DD1-CDF4-4BE2-A4C5-BD4B0395A89E}" dt="2026-05-04T17:39:25.948" v="1623" actId="20577"/>
          <ac:spMkLst>
            <pc:docMk/>
            <pc:sldMk cId="1739400761" sldId="286"/>
            <ac:spMk id="8" creationId="{C6421496-73F8-4A23-3076-7006878DA3C7}"/>
          </ac:spMkLst>
        </pc:spChg>
        <pc:grpChg chg="add mod">
          <ac:chgData name="DOWTY, PETER (DNR)" userId="01cf875a-4e15-4928-8f93-7a0dfa1efb6b" providerId="ADAL" clId="{E9054DD1-CDF4-4BE2-A4C5-BD4B0395A89E}" dt="2026-05-04T17:37:23.403" v="1530" actId="164"/>
          <ac:grpSpMkLst>
            <pc:docMk/>
            <pc:sldMk cId="1739400761" sldId="286"/>
            <ac:grpSpMk id="5" creationId="{C64562A6-BF0D-C425-2B40-D9E50005AD47}"/>
          </ac:grpSpMkLst>
        </pc:grpChg>
        <pc:picChg chg="add mod">
          <ac:chgData name="DOWTY, PETER (DNR)" userId="01cf875a-4e15-4928-8f93-7a0dfa1efb6b" providerId="ADAL" clId="{E9054DD1-CDF4-4BE2-A4C5-BD4B0395A89E}" dt="2026-05-04T17:37:23.403" v="1530" actId="164"/>
          <ac:picMkLst>
            <pc:docMk/>
            <pc:sldMk cId="1739400761" sldId="286"/>
            <ac:picMk id="3" creationId="{9A59EAD9-89B3-8485-4FD2-E29CA62D2FD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07T22:31:12.190" v="1915" actId="403"/>
          <ac:spMkLst>
            <pc:docMk/>
            <pc:sldMk cId="3797106596" sldId="287"/>
            <ac:spMk id="2" creationId="{26E14C80-B562-42AD-0F41-83D4AF731A7F}"/>
          </ac:spMkLst>
        </pc:spChg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5-20T13:53:09.982" v="5353" actId="207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2T21:05:27.319" v="6364" actId="20577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2T20:20:38.585" v="6311" actId="20577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modSp new mod">
        <pc:chgData name="DOWTY, PETER (DNR)" userId="01cf875a-4e15-4928-8f93-7a0dfa1efb6b" providerId="ADAL" clId="{E9054DD1-CDF4-4BE2-A4C5-BD4B0395A89E}" dt="2026-05-21T14:40:37.083" v="5897" actId="20577"/>
        <pc:sldMkLst>
          <pc:docMk/>
          <pc:sldMk cId="1516653873" sldId="293"/>
        </pc:sldMkLst>
        <pc:spChg chg="add mod">
          <ac:chgData name="DOWTY, PETER (DNR)" userId="01cf875a-4e15-4928-8f93-7a0dfa1efb6b" providerId="ADAL" clId="{E9054DD1-CDF4-4BE2-A4C5-BD4B0395A89E}" dt="2026-05-21T14:40:37.083" v="5897" actId="20577"/>
          <ac:spMkLst>
            <pc:docMk/>
            <pc:sldMk cId="1516653873" sldId="293"/>
            <ac:spMk id="2" creationId="{CD4194DB-425F-6788-6B16-09016EFB40F6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1T16:43:53.629" v="6183" actId="1076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1T15:55:14.649" v="6102" actId="13822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1T15:55:52.129" v="6118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1T15:55:52.129" v="6118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1T15:55:52.129" v="6118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1T16:14:36.897" v="6154" actId="1076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1T15:56:08.360" v="6122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1T15:53:59.712" v="6098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5-21T15:53:59.712" v="6098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1T16:14:34.548" v="6153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1T15:54:17.089" v="6100" actId="1076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1T16:43:43.631" v="6175" actId="1076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1T16:43:08.737" v="6163"/>
          <ac:cxnSpMkLst>
            <pc:docMk/>
            <pc:sldMk cId="3137760217" sldId="294"/>
            <ac:cxnSpMk id="36" creationId="{ED7CF8A9-A217-E237-B7D4-6863B60FD80C}"/>
          </ac:cxnSpMkLst>
        </pc:cxnChg>
        <pc:cxnChg chg="add mod">
          <ac:chgData name="DOWTY, PETER (DNR)" userId="01cf875a-4e15-4928-8f93-7a0dfa1efb6b" providerId="ADAL" clId="{E9054DD1-CDF4-4BE2-A4C5-BD4B0395A89E}" dt="2026-05-21T16:43:08.935" v="6164"/>
          <ac:cxnSpMkLst>
            <pc:docMk/>
            <pc:sldMk cId="3137760217" sldId="294"/>
            <ac:cxnSpMk id="37" creationId="{DA14923A-82F5-AF74-52E2-2BC072B0361B}"/>
          </ac:cxnSpMkLst>
        </pc:cxnChg>
        <pc:cxnChg chg="add mod">
          <ac:chgData name="DOWTY, PETER (DNR)" userId="01cf875a-4e15-4928-8f93-7a0dfa1efb6b" providerId="ADAL" clId="{E9054DD1-CDF4-4BE2-A4C5-BD4B0395A89E}" dt="2026-05-21T16:43:53.629" v="6183" actId="1076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1T16:43:49.289" v="6178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1T16:43:49.499" v="6179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1T16:43:49.666" v="6180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1T16:43:49.850" v="6181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1T16:43:50.035" v="6182"/>
          <ac:cxnSpMkLst>
            <pc:docMk/>
            <pc:sldMk cId="3137760217" sldId="294"/>
            <ac:cxnSpMk id="45" creationId="{45842635-F08A-4173-D150-9FCCC35FD56B}"/>
          </ac:cxnSpMkLst>
        </pc:cxn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">
          <ac:chgData name="Pete Dowty" userId="91aba14b6835b0ae" providerId="LiveId" clId="{19439AC1-6599-4CEB-9020-36158C74069D}" dt="2026-05-26T04:46:12.440" v="198"/>
          <ac:inkMkLst>
            <pc:docMk/>
            <pc:sldMk cId="3033079533" sldId="284"/>
            <ac:inkMk id="18" creationId="{68949AED-4F42-C2A8-14D6-3A2183E78EC1}"/>
          </ac:inkMkLst>
        </pc:inkChg>
        <pc:inkChg chg="add">
          <ac:chgData name="Pete Dowty" userId="91aba14b6835b0ae" providerId="LiveId" clId="{19439AC1-6599-4CEB-9020-36158C74069D}" dt="2026-05-26T04:46:13.292" v="199"/>
          <ac:inkMkLst>
            <pc:docMk/>
            <pc:sldMk cId="3033079533" sldId="284"/>
            <ac:inkMk id="37" creationId="{55843F89-6E50-165F-3CF6-F5CE228C7ED8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39" creationId="{1FBD919D-7E4D-9650-C837-75251657FF89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0" creationId="{D86FCBBA-B7A7-C169-4517-A55F9D3F0073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1" creationId="{E921675D-9949-A1BB-562F-9356D46E7CB7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2" creationId="{76DD8506-34B6-6BC8-5036-7EDAD17BB46F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3" creationId="{D040A60C-8C43-F4CA-AED7-1F784A65DF6E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4" creationId="{038F7C75-529A-71B0-7944-400A368D0E78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5" creationId="{5A30E88B-6ED9-49C7-60F9-31D55C7258A7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6" creationId="{8FFFF63F-D477-9837-CB22-C029B1559524}"/>
          </ac:inkMkLst>
        </pc:inkChg>
        <pc:inkChg chg="add">
          <ac:chgData name="Pete Dowty" userId="91aba14b6835b0ae" providerId="LiveId" clId="{19439AC1-6599-4CEB-9020-36158C74069D}" dt="2026-05-26T04:46:18.039" v="208"/>
          <ac:inkMkLst>
            <pc:docMk/>
            <pc:sldMk cId="3033079533" sldId="284"/>
            <ac:inkMk id="47" creationId="{CEE85AD4-DE04-D9DD-6398-6B4CB6732A31}"/>
          </ac:inkMkLst>
        </pc:inkChg>
        <pc:inkChg chg="add del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48" creationId="{8F1AC1CC-7C62-57C3-3053-964EDCDA9944}"/>
          </ac:inkMkLst>
        </pc:inkChg>
        <pc:inkChg chg="add">
          <ac:chgData name="Pete Dowty" userId="91aba14b6835b0ae" providerId="LiveId" clId="{19439AC1-6599-4CEB-9020-36158C74069D}" dt="2026-05-26T04:46:18.456" v="210"/>
          <ac:inkMkLst>
            <pc:docMk/>
            <pc:sldMk cId="3033079533" sldId="284"/>
            <ac:inkMk id="49" creationId="{4B2E256F-3F2B-E43E-6BDC-17548AF135D5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del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53" creationId="{7E189439-CAB7-13B6-8F04-300E561926B9}"/>
          </ac:inkMkLst>
        </pc:inkChg>
        <pc:inkChg chg="add del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54" creationId="{98057F6C-A7E4-C365-BA97-5F51C8EB6FE3}"/>
          </ac:inkMkLst>
        </pc:inkChg>
        <pc:inkChg chg="add del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55" creationId="{FD508814-617F-5943-DC6F-C02251F0795C}"/>
          </ac:inkMkLst>
        </pc:inkChg>
        <pc:inkChg chg="add del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56" creationId="{622BC046-045A-E105-F19F-A1F9650F1C73}"/>
          </ac:inkMkLst>
        </pc:inkChg>
        <pc:inkChg chg="add del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57" creationId="{1FD9DA96-9953-4C12-E7BD-FAB9881C14C3}"/>
          </ac:inkMkLst>
        </pc:inkChg>
        <pc:inkChg chg="add del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59" creationId="{FABADA87-52E6-A33D-7B54-360845406C40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del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1" creationId="{65BD9677-858E-AE84-F12E-69A3785F9AA0}"/>
          </ac:inkMkLst>
        </pc:inkChg>
        <pc:inkChg chg="add del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2" creationId="{9C0EC768-8881-150C-E07B-6195542031EC}"/>
          </ac:inkMkLst>
        </pc:inkChg>
        <pc:inkChg chg="add del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3" creationId="{E807AC71-7800-1B53-7A7E-049FF2102065}"/>
          </ac:inkMkLst>
        </pc:inkChg>
        <pc:inkChg chg="add del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4" creationId="{2B9F85BC-45DB-F000-FB75-EDFA0C33754E}"/>
          </ac:inkMkLst>
        </pc:inkChg>
        <pc:inkChg chg="add del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5" creationId="{8FFF4F51-8F7A-CB34-6242-0F57BEBFBAA5}"/>
          </ac:inkMkLst>
        </pc:inkChg>
        <pc:inkChg chg="add del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6" creationId="{FD97F7ED-186B-F38A-14F6-1D89ED1482DD}"/>
          </ac:inkMkLst>
        </pc:inkChg>
        <pc:inkChg chg="add del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7" creationId="{92E40C88-17E7-972D-8BBF-C97CF0F6B75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69" creationId="{7A68D065-5619-4102-0378-7D761100EE0E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70" creationId="{C1249A4C-7F9D-6FAC-F34D-946DECC42261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71" creationId="{CA7D9BC6-AB3D-141B-CA6D-64C607B57B7E}"/>
          </ac:inkMkLst>
        </pc:inkChg>
        <pc:inkChg chg="add">
          <ac:chgData name="Pete Dowty" userId="91aba14b6835b0ae" providerId="LiveId" clId="{19439AC1-6599-4CEB-9020-36158C74069D}" dt="2026-05-26T04:46:47.922" v="230"/>
          <ac:inkMkLst>
            <pc:docMk/>
            <pc:sldMk cId="3033079533" sldId="284"/>
            <ac:inkMk id="72" creationId="{7E877682-B8A7-28D7-2804-66045C405B83}"/>
          </ac:inkMkLst>
        </pc:inkChg>
        <pc:inkChg chg="add">
          <ac:chgData name="Pete Dowty" userId="91aba14b6835b0ae" providerId="LiveId" clId="{19439AC1-6599-4CEB-9020-36158C74069D}" dt="2026-05-26T04:46:48.238" v="231"/>
          <ac:inkMkLst>
            <pc:docMk/>
            <pc:sldMk cId="3033079533" sldId="284"/>
            <ac:inkMk id="73" creationId="{320981C9-A3A5-4684-E8EA-3EC31C23852B}"/>
          </ac:inkMkLst>
        </pc:inkChg>
        <pc:inkChg chg="add">
          <ac:chgData name="Pete Dowty" userId="91aba14b6835b0ae" providerId="LiveId" clId="{19439AC1-6599-4CEB-9020-36158C74069D}" dt="2026-05-26T04:46:48.554" v="232"/>
          <ac:inkMkLst>
            <pc:docMk/>
            <pc:sldMk cId="3033079533" sldId="284"/>
            <ac:inkMk id="74" creationId="{A164539F-8680-0ADC-C1D1-B92CCBB9EF09}"/>
          </ac:inkMkLst>
        </pc:inkChg>
        <pc:inkChg chg="add">
          <ac:chgData name="Pete Dowty" userId="91aba14b6835b0ae" providerId="LiveId" clId="{19439AC1-6599-4CEB-9020-36158C74069D}" dt="2026-05-26T04:46:48.838" v="233"/>
          <ac:inkMkLst>
            <pc:docMk/>
            <pc:sldMk cId="3033079533" sldId="284"/>
            <ac:inkMk id="75" creationId="{54C80F20-4170-D89F-3B54-65A630B83275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76" creationId="{4B27DC56-7BE9-7E2C-2E07-273E95B84A54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77" creationId="{189B96D1-E105-D49C-69CA-CB2903AB13E0}"/>
          </ac:inkMkLst>
        </pc:inkChg>
        <pc:inkChg chg="add">
          <ac:chgData name="Pete Dowty" userId="91aba14b6835b0ae" providerId="LiveId" clId="{19439AC1-6599-4CEB-9020-36158C74069D}" dt="2026-05-26T04:46:50.088" v="236"/>
          <ac:inkMkLst>
            <pc:docMk/>
            <pc:sldMk cId="3033079533" sldId="284"/>
            <ac:inkMk id="78" creationId="{DCE68CA9-18BA-05B2-4C71-094ADCAEAA25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79" creationId="{3EE17138-BB10-E123-471D-219F652E35F4}"/>
          </ac:inkMkLst>
        </pc:inkChg>
        <pc:inkChg chg="add">
          <ac:chgData name="Pete Dowty" userId="91aba14b6835b0ae" providerId="LiveId" clId="{19439AC1-6599-4CEB-9020-36158C74069D}" dt="2026-05-26T04:46:50.587" v="238"/>
          <ac:inkMkLst>
            <pc:docMk/>
            <pc:sldMk cId="3033079533" sldId="284"/>
            <ac:inkMk id="80" creationId="{77728FAF-52D4-B6C7-FE91-B5F8A03602D7}"/>
          </ac:inkMkLst>
        </pc:inkChg>
        <pc:inkChg chg="add">
          <ac:chgData name="Pete Dowty" userId="91aba14b6835b0ae" providerId="LiveId" clId="{19439AC1-6599-4CEB-9020-36158C74069D}" dt="2026-05-26T04:46:51.007" v="239"/>
          <ac:inkMkLst>
            <pc:docMk/>
            <pc:sldMk cId="3033079533" sldId="284"/>
            <ac:inkMk id="81" creationId="{45DF6F7E-B3D1-EDA8-1C3D-353B2AC1B51F}"/>
          </ac:inkMkLst>
        </pc:inkChg>
        <pc:inkChg chg="add">
          <ac:chgData name="Pete Dowty" userId="91aba14b6835b0ae" providerId="LiveId" clId="{19439AC1-6599-4CEB-9020-36158C74069D}" dt="2026-05-26T04:46:51.471" v="240"/>
          <ac:inkMkLst>
            <pc:docMk/>
            <pc:sldMk cId="3033079533" sldId="284"/>
            <ac:inkMk id="82" creationId="{9EDDC6D8-9234-7C6A-FAB3-F2ABF6B7F134}"/>
          </ac:inkMkLst>
        </pc:inkChg>
        <pc:inkChg chg="add">
          <ac:chgData name="Pete Dowty" userId="91aba14b6835b0ae" providerId="LiveId" clId="{19439AC1-6599-4CEB-9020-36158C74069D}" dt="2026-05-26T04:46:51.819" v="241"/>
          <ac:inkMkLst>
            <pc:docMk/>
            <pc:sldMk cId="3033079533" sldId="284"/>
            <ac:inkMk id="83" creationId="{42392A7E-E3FB-779F-FEAB-48EBF54E6C37}"/>
          </ac:inkMkLst>
        </pc:inkChg>
        <pc:inkChg chg="add">
          <ac:chgData name="Pete Dowty" userId="91aba14b6835b0ae" providerId="LiveId" clId="{19439AC1-6599-4CEB-9020-36158C74069D}" dt="2026-05-26T04:46:52.053" v="242"/>
          <ac:inkMkLst>
            <pc:docMk/>
            <pc:sldMk cId="3033079533" sldId="284"/>
            <ac:inkMk id="84" creationId="{6DEB591A-B8B9-8961-0787-56767DF27DFF}"/>
          </ac:inkMkLst>
        </pc:inkChg>
        <pc:inkChg chg="add">
          <ac:chgData name="Pete Dowty" userId="91aba14b6835b0ae" providerId="LiveId" clId="{19439AC1-6599-4CEB-9020-36158C74069D}" dt="2026-05-26T04:46:52.507" v="243"/>
          <ac:inkMkLst>
            <pc:docMk/>
            <pc:sldMk cId="3033079533" sldId="284"/>
            <ac:inkMk id="85" creationId="{57A391F0-962F-D7BA-39C6-B9925DD4A6DC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86" creationId="{B6B729D7-8936-2EF7-EEA4-2E50DBCB0D32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87" creationId="{52FDA0D1-94C7-C816-B158-E3201E2A61B6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88" creationId="{7809DA1D-8A31-E78B-8B17-A34C6809422F}"/>
          </ac:inkMkLst>
        </pc:inkChg>
        <pc:inkChg chg="add del">
          <ac:chgData name="Pete Dowty" userId="91aba14b6835b0ae" providerId="LiveId" clId="{19439AC1-6599-4CEB-9020-36158C74069D}" dt="2026-05-26T04:46:54.560" v="248"/>
          <ac:inkMkLst>
            <pc:docMk/>
            <pc:sldMk cId="3033079533" sldId="284"/>
            <ac:inkMk id="89" creationId="{45CF9165-0219-EEFC-7F05-3518E15A92D8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1" creationId="{8860F6E0-64FC-EF39-23F4-B5467516024E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2" creationId="{05B9F8AE-3517-D959-C049-2B2BD0720E35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3" creationId="{49B96A0A-1782-3412-576B-84DA51EF69DE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4" creationId="{B2C2C051-9AF9-8D4D-550D-CD9BC400C675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5" creationId="{F6A80B97-28CF-6781-BBE9-EDDB629AED1E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6" creationId="{B32864B9-D8A5-AB01-C5CE-DAF1169AA1BA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7" creationId="{D70EAEF1-79B3-101E-FEE6-3D488D418EEA}"/>
          </ac:inkMkLst>
        </pc:inkChg>
        <pc:inkChg chg="add del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8" creationId="{4B0C15AF-E250-1324-8EB3-65D9496BD5E0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">
          <ac:chgData name="Pete Dowty" userId="91aba14b6835b0ae" providerId="LiveId" clId="{19439AC1-6599-4CEB-9020-36158C74069D}" dt="2026-05-26T04:47:04.702" v="258"/>
          <ac:inkMkLst>
            <pc:docMk/>
            <pc:sldMk cId="3033079533" sldId="284"/>
            <ac:inkMk id="100" creationId="{34D524A5-3FC6-321E-E5B3-696C5664989D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01" creationId="{23195608-F588-27B9-6130-4D45A08A1DF8}"/>
          </ac:inkMkLst>
        </pc:inkChg>
        <pc:inkChg chg="add">
          <ac:chgData name="Pete Dowty" userId="91aba14b6835b0ae" providerId="LiveId" clId="{19439AC1-6599-4CEB-9020-36158C74069D}" dt="2026-05-26T04:47:05.519" v="260"/>
          <ac:inkMkLst>
            <pc:docMk/>
            <pc:sldMk cId="3033079533" sldId="284"/>
            <ac:inkMk id="102" creationId="{05C874A5-C616-E4F3-AD65-8B8CB9C4397B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03" creationId="{8510366B-4B8C-E8B0-067B-7E0A11DD59A4}"/>
          </ac:inkMkLst>
        </pc:inkChg>
        <pc:inkChg chg="add">
          <ac:chgData name="Pete Dowty" userId="91aba14b6835b0ae" providerId="LiveId" clId="{19439AC1-6599-4CEB-9020-36158C74069D}" dt="2026-05-26T04:47:06.601" v="262"/>
          <ac:inkMkLst>
            <pc:docMk/>
            <pc:sldMk cId="3033079533" sldId="284"/>
            <ac:inkMk id="104" creationId="{5CB8BAFA-B3C0-E2D1-8B7B-9D2D785A1D07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05" creationId="{D2653E07-648C-2346-517E-6FFEDE3FC6E3}"/>
          </ac:inkMkLst>
        </pc:inkChg>
        <pc:inkChg chg="add">
          <ac:chgData name="Pete Dowty" userId="91aba14b6835b0ae" providerId="LiveId" clId="{19439AC1-6599-4CEB-9020-36158C74069D}" dt="2026-05-26T04:47:07.284" v="264"/>
          <ac:inkMkLst>
            <pc:docMk/>
            <pc:sldMk cId="3033079533" sldId="284"/>
            <ac:inkMk id="106" creationId="{6802DFEA-6B3D-66BA-BE14-D6E2D99B60BB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07" creationId="{2C9E7F8C-68C0-24C3-F937-521B81AEB6FB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08" creationId="{F30FA3F8-2B85-408B-6A56-5F4A31759D9C}"/>
          </ac:inkMkLst>
        </pc:inkChg>
        <pc:inkChg chg="add">
          <ac:chgData name="Pete Dowty" userId="91aba14b6835b0ae" providerId="LiveId" clId="{19439AC1-6599-4CEB-9020-36158C74069D}" dt="2026-05-26T04:47:08.730" v="267"/>
          <ac:inkMkLst>
            <pc:docMk/>
            <pc:sldMk cId="3033079533" sldId="284"/>
            <ac:inkMk id="109" creationId="{C9481BEF-0CAD-FD42-C571-DE0B9E988AD2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10" creationId="{729E9261-3FDA-0583-8A54-A5A5E40E0F2A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11" creationId="{F866F494-A94C-B37B-4A1B-1CBAC8CB492F}"/>
          </ac:inkMkLst>
        </pc:inkChg>
        <pc:inkChg chg="add">
          <ac:chgData name="Pete Dowty" userId="91aba14b6835b0ae" providerId="LiveId" clId="{19439AC1-6599-4CEB-9020-36158C74069D}" dt="2026-05-26T04:47:10.251" v="270"/>
          <ac:inkMkLst>
            <pc:docMk/>
            <pc:sldMk cId="3033079533" sldId="284"/>
            <ac:inkMk id="112" creationId="{E22F354E-6711-9E32-B42F-FE8C0AFED675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13" creationId="{317B0973-8031-63B2-96F7-9404655E4571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14" creationId="{280BA758-7169-2FC3-265F-4A33B2FDF3DC}"/>
          </ac:inkMkLst>
        </pc:inkChg>
        <pc:inkChg chg="add">
          <ac:chgData name="Pete Dowty" userId="91aba14b6835b0ae" providerId="LiveId" clId="{19439AC1-6599-4CEB-9020-36158C74069D}" dt="2026-05-26T04:47:11.634" v="273"/>
          <ac:inkMkLst>
            <pc:docMk/>
            <pc:sldMk cId="3033079533" sldId="284"/>
            <ac:inkMk id="115" creationId="{0E28AB6C-450F-EDC2-0468-79057C45ED15}"/>
          </ac:inkMkLst>
        </pc:inkChg>
        <pc:inkChg chg="add del">
          <ac:chgData name="Pete Dowty" userId="91aba14b6835b0ae" providerId="LiveId" clId="{19439AC1-6599-4CEB-9020-36158C74069D}" dt="2026-05-26T04:47:12.690" v="275"/>
          <ac:inkMkLst>
            <pc:docMk/>
            <pc:sldMk cId="3033079533" sldId="284"/>
            <ac:inkMk id="116" creationId="{6A38F74B-5DE8-F92D-96E9-91E4025D4A30}"/>
          </ac:inkMkLst>
        </pc:inkChg>
        <pc:inkChg chg="add del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18" creationId="{0ADC234C-0CE8-9189-AE8D-136233BFE20B}"/>
          </ac:inkMkLst>
        </pc:inkChg>
        <pc:inkChg chg="add del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19" creationId="{ABC30132-9E9C-502F-AE04-D1874391D157}"/>
          </ac:inkMkLst>
        </pc:inkChg>
        <pc:inkChg chg="add del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0" creationId="{F52F82BD-405D-6B23-A2FD-681802C9895A}"/>
          </ac:inkMkLst>
        </pc:inkChg>
        <pc:inkChg chg="add del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1" creationId="{C4F4A42B-A767-E000-DF81-E81E46D3D1D5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23" creationId="{5DD18F8A-1A22-5B50-02D7-54A27EAED03E}"/>
          </ac:inkMkLst>
        </pc:inkChg>
        <pc:inkChg chg="add">
          <ac:chgData name="Pete Dowty" userId="91aba14b6835b0ae" providerId="LiveId" clId="{19439AC1-6599-4CEB-9020-36158C74069D}" dt="2026-05-26T04:47:30.816" v="282"/>
          <ac:inkMkLst>
            <pc:docMk/>
            <pc:sldMk cId="3033079533" sldId="284"/>
            <ac:inkMk id="124" creationId="{2B1B7055-F66F-EE44-08CB-36595FB69321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25" creationId="{64BC5F83-306A-1FAB-00D2-09108D4ABA6B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26" creationId="{5FF3D556-CF8F-C842-7CE0-FCEF015141EA}"/>
          </ac:inkMkLst>
        </pc:inkChg>
        <pc:inkChg chg="add">
          <ac:chgData name="Pete Dowty" userId="91aba14b6835b0ae" providerId="LiveId" clId="{19439AC1-6599-4CEB-9020-36158C74069D}" dt="2026-05-26T04:47:31.983" v="285"/>
          <ac:inkMkLst>
            <pc:docMk/>
            <pc:sldMk cId="3033079533" sldId="284"/>
            <ac:inkMk id="127" creationId="{D97CA655-4E9F-0C4D-EAD3-214C94A045F3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28" creationId="{A4C02C96-7E76-BC2E-B2BD-BB3DAB6D4BE9}"/>
          </ac:inkMkLst>
        </pc:inkChg>
        <pc:inkChg chg="add">
          <ac:chgData name="Pete Dowty" userId="91aba14b6835b0ae" providerId="LiveId" clId="{19439AC1-6599-4CEB-9020-36158C74069D}" dt="2026-05-26T04:47:32.583" v="287"/>
          <ac:inkMkLst>
            <pc:docMk/>
            <pc:sldMk cId="3033079533" sldId="284"/>
            <ac:inkMk id="129" creationId="{8E88BAE6-0606-547A-3273-10194EE750E2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30" creationId="{DF1CF783-2CA1-8B0D-CB35-C5A69B6328B4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31" creationId="{019B7155-0988-EF91-FA99-BAB49A5B1430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32" creationId="{A12A3CB5-5A48-113C-73F2-560E78E8BA12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33" creationId="{CD82C0FF-3494-1AF1-1234-F95140114467}"/>
          </ac:inkMkLst>
        </pc:inkChg>
        <pc:inkChg chg="add">
          <ac:chgData name="Pete Dowty" userId="91aba14b6835b0ae" providerId="LiveId" clId="{19439AC1-6599-4CEB-9020-36158C74069D}" dt="2026-05-26T04:47:35.182" v="292"/>
          <ac:inkMkLst>
            <pc:docMk/>
            <pc:sldMk cId="3033079533" sldId="284"/>
            <ac:inkMk id="134" creationId="{EF7546C8-92D6-EBF4-E346-F38447545FE0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35" creationId="{4F30A0BC-FA87-9EDD-EC64-4801A47BA6EC}"/>
          </ac:inkMkLst>
        </pc:inkChg>
        <pc:inkChg chg="add del">
          <ac:chgData name="Pete Dowty" userId="91aba14b6835b0ae" providerId="LiveId" clId="{19439AC1-6599-4CEB-9020-36158C74069D}" dt="2026-05-26T04:47:36.818" v="295"/>
          <ac:inkMkLst>
            <pc:docMk/>
            <pc:sldMk cId="3033079533" sldId="284"/>
            <ac:inkMk id="136" creationId="{C9D46122-4807-026A-D7B2-15E1E79E2890}"/>
          </ac:inkMkLst>
        </pc:inkChg>
        <pc:inkChg chg="add del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38" creationId="{CE4EB016-2E8C-54F5-B762-955A7D11EBE9}"/>
          </ac:inkMkLst>
        </pc:inkChg>
        <pc:inkChg chg="add del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39" creationId="{FFDBFDC4-C05E-4657-95CF-18D750B3149D}"/>
          </ac:inkMkLst>
        </pc:inkChg>
        <pc:inkChg chg="add del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0" creationId="{2257E7B9-088F-4EEA-E7ED-18EAA3221A81}"/>
          </ac:inkMkLst>
        </pc:inkChg>
        <pc:inkChg chg="add del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1" creationId="{4A97B0B1-361D-761A-119C-E51D1DB48410}"/>
          </ac:inkMkLst>
        </pc:inkChg>
        <pc:inkChg chg="add del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2" creationId="{F6C66C20-9DCF-3ACC-3C15-70080CA7FC8B}"/>
          </ac:inkMkLst>
        </pc:inkChg>
        <pc:inkChg chg="add del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3" creationId="{B9E85E02-F112-38CE-C119-8F1E67BE6F88}"/>
          </ac:inkMkLst>
        </pc:inkChg>
        <pc:inkChg chg="add del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4" creationId="{49521994-6CF9-AB4B-1403-3D9677A14158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47" creationId="{17C0856C-9D9F-D9D1-AF56-104B4CD3AC37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48" creationId="{D35D7B58-763F-624E-86E5-D1813BCCE44A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49" creationId="{2110C174-E67F-DA12-8347-9327CF703196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0" creationId="{94931963-6F95-4786-91F2-D171B3B028A5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1" creationId="{34081D5D-F07B-7EE8-2E99-7C7A67092FAF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2" creationId="{D28ADB8C-8DC2-BF7E-015E-AF230E0AFE25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3" creationId="{06488012-947D-EEAC-6B3F-2613630A3CB7}"/>
          </ac:inkMkLst>
        </pc:inkChg>
        <pc:inkChg chg="add del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4" creationId="{F9517974-F6E5-830C-196C-60BE7DF61ECA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57" creationId="{5D6B484A-D08F-E287-F711-798FE7CEF16F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58" creationId="{7C32A34F-33CC-E5AA-2705-093CEC0568B5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59" creationId="{2CE9CE31-F8B8-1FD9-BD84-57DFB1768032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0" creationId="{07B0678E-5A13-684C-2894-0858D2878FE7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1" creationId="{D43B6CA1-6289-35EB-9DD0-F76602E364E8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2" creationId="{C6C4F356-BCE4-583A-6C5E-5C148A39A679}"/>
          </ac:inkMkLst>
        </pc:inkChg>
        <pc:inkChg chg="add">
          <ac:chgData name="Pete Dowty" userId="91aba14b6835b0ae" providerId="LiveId" clId="{19439AC1-6599-4CEB-9020-36158C74069D}" dt="2026-05-26T04:52:31.472" v="391"/>
          <ac:inkMkLst>
            <pc:docMk/>
            <pc:sldMk cId="3033079533" sldId="284"/>
            <ac:inkMk id="163" creationId="{CFF2A587-1A95-8BC3-88AF-FA0D7E7B8A7A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4" creationId="{701DF675-86F8-CAC6-288A-498BFB5A3C2E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5" creationId="{D801745B-4463-071B-96CF-6D5D6B548738}"/>
          </ac:inkMkLst>
        </pc:inkChg>
        <pc:inkChg chg="add del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6" creationId="{B8022FDA-4660-FCA1-6B91-D0D2D2379187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68" creationId="{2144DF95-233C-43BB-21BA-1DB8D6926A18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69" creationId="{4FE9B28E-380E-EC8E-305D-9B85357B13B6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0" creationId="{B38579BD-A91F-FA8B-C2EA-AE06A5015214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1" creationId="{4B7EB227-3030-5315-EF93-CA204C199086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2" creationId="{3BB6AC2D-D624-B79B-748E-E2B3AAF249AA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3" creationId="{6BC577D0-504A-8250-A9AC-00FF883568C7}"/>
          </ac:inkMkLst>
        </pc:inkChg>
        <pc:inkChg chg="add">
          <ac:chgData name="Pete Dowty" userId="91aba14b6835b0ae" providerId="LiveId" clId="{19439AC1-6599-4CEB-9020-36158C74069D}" dt="2026-05-26T04:52:36.556" v="402"/>
          <ac:inkMkLst>
            <pc:docMk/>
            <pc:sldMk cId="3033079533" sldId="284"/>
            <ac:inkMk id="174" creationId="{B73C0127-490B-6420-FB63-263DE9B0C77D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5" creationId="{A72A2947-46D8-482C-7F71-524BEC5F6FD5}"/>
          </ac:inkMkLst>
        </pc:inkChg>
        <pc:inkChg chg="add">
          <ac:chgData name="Pete Dowty" userId="91aba14b6835b0ae" providerId="LiveId" clId="{19439AC1-6599-4CEB-9020-36158C74069D}" dt="2026-05-26T04:52:37.169" v="404"/>
          <ac:inkMkLst>
            <pc:docMk/>
            <pc:sldMk cId="3033079533" sldId="284"/>
            <ac:inkMk id="176" creationId="{E2D867B1-9500-B908-7830-701D09BB723B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7" creationId="{320DF160-8C88-B463-FD79-CFA23A79467A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8" creationId="{D0577275-EE5F-E203-B4B6-CC33B4DBF24B}"/>
          </ac:inkMkLst>
        </pc:inkChg>
        <pc:inkChg chg="add del">
          <ac:chgData name="Pete Dowty" userId="91aba14b6835b0ae" providerId="LiveId" clId="{19439AC1-6599-4CEB-9020-36158C74069D}" dt="2026-05-26T04:52:38.887" v="408"/>
          <ac:inkMkLst>
            <pc:docMk/>
            <pc:sldMk cId="3033079533" sldId="284"/>
            <ac:inkMk id="179" creationId="{61BFFE1A-D702-95F0-1C8F-B49BAF10CC54}"/>
          </ac:inkMkLst>
        </pc:inkChg>
        <pc:inkChg chg="add del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1" creationId="{62E13EAD-5DFE-8ABF-E029-B8F8142D0164}"/>
          </ac:inkMkLst>
        </pc:inkChg>
        <pc:inkChg chg="add del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2" creationId="{88A1DAF3-E627-E117-A57E-6007A6CFD161}"/>
          </ac:inkMkLst>
        </pc:inkChg>
        <pc:inkChg chg="add del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3" creationId="{D095BB35-191F-E6C8-1650-2A9EE3D5A233}"/>
          </ac:inkMkLst>
        </pc:inkChg>
        <pc:inkChg chg="add del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4" creationId="{EE548801-46A9-E446-01E1-E4B847DE38B5}"/>
          </ac:inkMkLst>
        </pc:inkChg>
        <pc:inkChg chg="add del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5" creationId="{D9DF9303-FA19-032E-6AA1-C66AA1A8CE49}"/>
          </ac:inkMkLst>
        </pc:inkChg>
        <pc:inkChg chg="add del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6" creationId="{F42EB0EC-61F8-89BB-66EF-E7BB8D6E1066}"/>
          </ac:inkMkLst>
        </pc:inkChg>
        <pc:inkChg chg="add del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7" creationId="{96E11F9F-1683-A186-D563-F01DA1004D06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0" creationId="{A17CFCED-875B-2021-5063-F71678F20376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1" creationId="{73C9B2C5-74FE-0D50-38EC-2D7E2A9F5DD3}"/>
          </ac:inkMkLst>
        </pc:inkChg>
        <pc:inkChg chg="add">
          <ac:chgData name="Pete Dowty" userId="91aba14b6835b0ae" providerId="LiveId" clId="{19439AC1-6599-4CEB-9020-36158C74069D}" dt="2026-05-26T04:53:09.420" v="420"/>
          <ac:inkMkLst>
            <pc:docMk/>
            <pc:sldMk cId="3033079533" sldId="284"/>
            <ac:inkMk id="192" creationId="{3C6051A8-95DA-47A1-6F16-D032331B8645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3" creationId="{3B678148-A31F-0DF3-5A23-5F16BEAC78E3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4" creationId="{C518004C-3693-B5E9-7F3B-8BEBE61016F2}"/>
          </ac:inkMkLst>
        </pc:inkChg>
        <pc:inkChg chg="add">
          <ac:chgData name="Pete Dowty" userId="91aba14b6835b0ae" providerId="LiveId" clId="{19439AC1-6599-4CEB-9020-36158C74069D}" dt="2026-05-26T04:53:10.716" v="423"/>
          <ac:inkMkLst>
            <pc:docMk/>
            <pc:sldMk cId="3033079533" sldId="284"/>
            <ac:inkMk id="195" creationId="{488894A8-7920-D191-FBDB-ADFA5699DB1A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6" creationId="{DEA41C11-1463-BA61-E5E9-3C7DF0F92761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7" creationId="{86724B8E-5665-9A45-B49D-8C5BC678683A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8" creationId="{15309465-330D-0B3F-CD8E-8242B9583B1E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199" creationId="{6290C6A8-D380-7655-E1A6-50528871548F}"/>
          </ac:inkMkLst>
        </pc:inkChg>
        <pc:inkChg chg="add del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0" creationId="{A77E9368-91A6-CCFF-1196-1F09DB8E845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2" creationId="{A64A84F5-908D-E547-AF59-7C66096CDAB2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3" creationId="{0689C6C6-7649-7D23-EECB-16CE4BBB6008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4" creationId="{2D6AF4C1-A1A1-AF18-887B-9169128BE873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5" creationId="{7D6BA25E-10A2-69FF-9E0B-677B45FADC59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6" creationId="{BA2A640B-323F-5614-496C-4E631CA21908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7" creationId="{CED54211-A58B-11E0-0775-EC1D6AEB5FE6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8" creationId="{6D5F60B4-9605-6B89-D648-1B9C3A21FACB}"/>
          </ac:inkMkLst>
        </pc:inkChg>
        <pc:inkChg chg="add del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09" creationId="{EA09402D-8518-25CC-955B-C16A300AB3E9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del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1" creationId="{BF33497C-0D83-1842-7F59-F7F4D370BF04}"/>
          </ac:inkMkLst>
        </pc:inkChg>
        <pc:inkChg chg="add del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2" creationId="{058C0FAA-5BEC-873D-F85A-52343337B084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14" creationId="{7D8464D9-66E8-4741-BF62-18D1AEE130EE}"/>
          </ac:inkMkLst>
        </pc:inkChg>
        <pc:inkChg chg="add">
          <ac:chgData name="Pete Dowty" userId="91aba14b6835b0ae" providerId="LiveId" clId="{19439AC1-6599-4CEB-9020-36158C74069D}" dt="2026-05-26T04:53:33.050" v="443"/>
          <ac:inkMkLst>
            <pc:docMk/>
            <pc:sldMk cId="3033079533" sldId="284"/>
            <ac:inkMk id="215" creationId="{910A79C3-22E1-81D7-BA86-C9A171BD6F72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16" creationId="{7237FA7E-C41D-2170-534A-197D886F7CD2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17" creationId="{627FB75C-3EFB-252B-956C-32C78CEFF08F}"/>
          </ac:inkMkLst>
        </pc:inkChg>
        <pc:inkChg chg="add">
          <ac:chgData name="Pete Dowty" userId="91aba14b6835b0ae" providerId="LiveId" clId="{19439AC1-6599-4CEB-9020-36158C74069D}" dt="2026-05-26T04:53:34.217" v="446"/>
          <ac:inkMkLst>
            <pc:docMk/>
            <pc:sldMk cId="3033079533" sldId="284"/>
            <ac:inkMk id="218" creationId="{0047A419-5016-E582-0B4A-3B6FD66BD421}"/>
          </ac:inkMkLst>
        </pc:inkChg>
        <pc:inkChg chg="add">
          <ac:chgData name="Pete Dowty" userId="91aba14b6835b0ae" providerId="LiveId" clId="{19439AC1-6599-4CEB-9020-36158C74069D}" dt="2026-05-26T04:53:34.429" v="447"/>
          <ac:inkMkLst>
            <pc:docMk/>
            <pc:sldMk cId="3033079533" sldId="284"/>
            <ac:inkMk id="219" creationId="{2B869FEE-CCAF-9A43-5E44-89A6D521FDA5}"/>
          </ac:inkMkLst>
        </pc:inkChg>
        <pc:inkChg chg="add">
          <ac:chgData name="Pete Dowty" userId="91aba14b6835b0ae" providerId="LiveId" clId="{19439AC1-6599-4CEB-9020-36158C74069D}" dt="2026-05-26T04:53:34.774" v="448"/>
          <ac:inkMkLst>
            <pc:docMk/>
            <pc:sldMk cId="3033079533" sldId="284"/>
            <ac:inkMk id="220" creationId="{D094A0D8-F0BE-EF1F-DA59-9E54B276A530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21" creationId="{AB4B5D94-0365-8292-C624-CDE5E8404770}"/>
          </ac:inkMkLst>
        </pc:inkChg>
        <pc:inkChg chg="add">
          <ac:chgData name="Pete Dowty" userId="91aba14b6835b0ae" providerId="LiveId" clId="{19439AC1-6599-4CEB-9020-36158C74069D}" dt="2026-05-26T04:53:35.362" v="450"/>
          <ac:inkMkLst>
            <pc:docMk/>
            <pc:sldMk cId="3033079533" sldId="284"/>
            <ac:inkMk id="222" creationId="{E4945BFE-B90C-4508-6E10-73748BDED3DA}"/>
          </ac:inkMkLst>
        </pc:inkChg>
        <pc:inkChg chg="add">
          <ac:chgData name="Pete Dowty" userId="91aba14b6835b0ae" providerId="LiveId" clId="{19439AC1-6599-4CEB-9020-36158C74069D}" dt="2026-05-26T04:53:35.545" v="451"/>
          <ac:inkMkLst>
            <pc:docMk/>
            <pc:sldMk cId="3033079533" sldId="284"/>
            <ac:inkMk id="223" creationId="{F994E2F9-A0F9-75CE-1FB8-FAD53A92A3E2}"/>
          </ac:inkMkLst>
        </pc:inkChg>
        <pc:inkChg chg="add">
          <ac:chgData name="Pete Dowty" userId="91aba14b6835b0ae" providerId="LiveId" clId="{19439AC1-6599-4CEB-9020-36158C74069D}" dt="2026-05-26T04:53:36.330" v="452"/>
          <ac:inkMkLst>
            <pc:docMk/>
            <pc:sldMk cId="3033079533" sldId="284"/>
            <ac:inkMk id="224" creationId="{9C49A62B-3C8D-FB27-77AA-9067BA993289}"/>
          </ac:inkMkLst>
        </pc:inkChg>
        <pc:inkChg chg="add">
          <ac:chgData name="Pete Dowty" userId="91aba14b6835b0ae" providerId="LiveId" clId="{19439AC1-6599-4CEB-9020-36158C74069D}" dt="2026-05-26T04:53:36.649" v="453"/>
          <ac:inkMkLst>
            <pc:docMk/>
            <pc:sldMk cId="3033079533" sldId="284"/>
            <ac:inkMk id="225" creationId="{3478D003-1317-86C9-53A1-B241769837FC}"/>
          </ac:inkMkLst>
        </pc:inkChg>
        <pc:inkChg chg="add">
          <ac:chgData name="Pete Dowty" userId="91aba14b6835b0ae" providerId="LiveId" clId="{19439AC1-6599-4CEB-9020-36158C74069D}" dt="2026-05-26T04:53:36.846" v="454"/>
          <ac:inkMkLst>
            <pc:docMk/>
            <pc:sldMk cId="3033079533" sldId="284"/>
            <ac:inkMk id="226" creationId="{1491624B-7261-BA63-3343-55823584919E}"/>
          </ac:inkMkLst>
        </pc:inkChg>
        <pc:inkChg chg="add">
          <ac:chgData name="Pete Dowty" userId="91aba14b6835b0ae" providerId="LiveId" clId="{19439AC1-6599-4CEB-9020-36158C74069D}" dt="2026-05-26T04:53:37.334" v="455"/>
          <ac:inkMkLst>
            <pc:docMk/>
            <pc:sldMk cId="3033079533" sldId="284"/>
            <ac:inkMk id="227" creationId="{8E885993-79A2-6316-E197-36B82E51FADB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28" creationId="{771C403E-3B4E-24E6-2EE7-79519419F05B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29" creationId="{11357FD3-9815-EF71-4CA0-5DC756C07FCC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0" creationId="{619EA9D5-B2A5-3F9B-927A-4924D7229FFA}"/>
          </ac:inkMkLst>
        </pc:inkChg>
        <pc:inkChg chg="add">
          <ac:chgData name="Pete Dowty" userId="91aba14b6835b0ae" providerId="LiveId" clId="{19439AC1-6599-4CEB-9020-36158C74069D}" dt="2026-05-26T04:53:38.766" v="459"/>
          <ac:inkMkLst>
            <pc:docMk/>
            <pc:sldMk cId="3033079533" sldId="284"/>
            <ac:inkMk id="231" creationId="{3352DE2B-1D59-2428-D5CE-9EF352F5FC2E}"/>
          </ac:inkMkLst>
        </pc:inkChg>
        <pc:inkChg chg="add">
          <ac:chgData name="Pete Dowty" userId="91aba14b6835b0ae" providerId="LiveId" clId="{19439AC1-6599-4CEB-9020-36158C74069D}" dt="2026-05-26T04:53:39.198" v="460"/>
          <ac:inkMkLst>
            <pc:docMk/>
            <pc:sldMk cId="3033079533" sldId="284"/>
            <ac:inkMk id="232" creationId="{9273D075-DCD2-9191-F861-94C4C3ACBE0E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3" creationId="{E0EC3940-0862-B872-D57F-0532E8AF0072}"/>
          </ac:inkMkLst>
        </pc:inkChg>
        <pc:inkChg chg="add">
          <ac:chgData name="Pete Dowty" userId="91aba14b6835b0ae" providerId="LiveId" clId="{19439AC1-6599-4CEB-9020-36158C74069D}" dt="2026-05-26T04:53:39.799" v="462"/>
          <ac:inkMkLst>
            <pc:docMk/>
            <pc:sldMk cId="3033079533" sldId="284"/>
            <ac:inkMk id="234" creationId="{6D438F97-81CF-2B75-4D94-CDAC8F366C69}"/>
          </ac:inkMkLst>
        </pc:inkChg>
        <pc:inkChg chg="add">
          <ac:chgData name="Pete Dowty" userId="91aba14b6835b0ae" providerId="LiveId" clId="{19439AC1-6599-4CEB-9020-36158C74069D}" dt="2026-05-26T04:53:40.047" v="463"/>
          <ac:inkMkLst>
            <pc:docMk/>
            <pc:sldMk cId="3033079533" sldId="284"/>
            <ac:inkMk id="235" creationId="{5EFDE342-6724-C64B-EA92-58960CAA0E49}"/>
          </ac:inkMkLst>
        </pc:inkChg>
        <pc:inkChg chg="add">
          <ac:chgData name="Pete Dowty" userId="91aba14b6835b0ae" providerId="LiveId" clId="{19439AC1-6599-4CEB-9020-36158C74069D}" dt="2026-05-26T04:53:40.228" v="464"/>
          <ac:inkMkLst>
            <pc:docMk/>
            <pc:sldMk cId="3033079533" sldId="284"/>
            <ac:inkMk id="236" creationId="{03DF9084-6D95-5D95-9141-433C5348411A}"/>
          </ac:inkMkLst>
        </pc:inkChg>
        <pc:inkChg chg="add del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7" creationId="{8A576E4A-253A-E315-BE0C-829E4E1A980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39" creationId="{0C957A29-66F0-DD20-7FE7-3BAFCBECFB49}"/>
          </ac:inkMkLst>
        </pc:inkChg>
        <pc:inkChg chg="add">
          <ac:chgData name="Pete Dowty" userId="91aba14b6835b0ae" providerId="LiveId" clId="{19439AC1-6599-4CEB-9020-36158C74069D}" dt="2026-05-26T04:53:45.679" v="468"/>
          <ac:inkMkLst>
            <pc:docMk/>
            <pc:sldMk cId="3033079533" sldId="284"/>
            <ac:inkMk id="240" creationId="{D997BAA2-89AF-0B46-5119-296E56D50B8D}"/>
          </ac:inkMkLst>
        </pc:inkChg>
        <pc:inkChg chg="add">
          <ac:chgData name="Pete Dowty" userId="91aba14b6835b0ae" providerId="LiveId" clId="{19439AC1-6599-4CEB-9020-36158C74069D}" dt="2026-05-26T04:53:45.878" v="469"/>
          <ac:inkMkLst>
            <pc:docMk/>
            <pc:sldMk cId="3033079533" sldId="284"/>
            <ac:inkMk id="241" creationId="{51D1BD77-EA9E-5D41-B407-3DF2FC69D2F5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42" creationId="{940E664A-39EB-3585-A543-C33CC1443AC8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43" creationId="{F904F58D-60AD-89E4-7E92-A9BDEAC5C9BE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44" creationId="{766F5BAA-BCE8-DE68-89A7-62B333E2B084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45" creationId="{64B9C59B-CC84-5C2B-9076-4CBF47EC4003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46" creationId="{96512324-96D6-D719-1F43-40BDF5F548C3}"/>
          </ac:inkMkLst>
        </pc:inkChg>
        <pc:inkChg chg="add">
          <ac:chgData name="Pete Dowty" userId="91aba14b6835b0ae" providerId="LiveId" clId="{19439AC1-6599-4CEB-9020-36158C74069D}" dt="2026-05-26T04:53:48.081" v="475"/>
          <ac:inkMkLst>
            <pc:docMk/>
            <pc:sldMk cId="3033079533" sldId="284"/>
            <ac:inkMk id="247" creationId="{88B2524B-BFB7-1817-EC9E-FCD767D9E461}"/>
          </ac:inkMkLst>
        </pc:inkChg>
        <pc:inkChg chg="add">
          <ac:chgData name="Pete Dowty" userId="91aba14b6835b0ae" providerId="LiveId" clId="{19439AC1-6599-4CEB-9020-36158C74069D}" dt="2026-05-26T04:53:48.278" v="476"/>
          <ac:inkMkLst>
            <pc:docMk/>
            <pc:sldMk cId="3033079533" sldId="284"/>
            <ac:inkMk id="248" creationId="{297A48EC-9880-01EE-C658-B2774CAB2F9B}"/>
          </ac:inkMkLst>
        </pc:inkChg>
        <pc:inkChg chg="add">
          <ac:chgData name="Pete Dowty" userId="91aba14b6835b0ae" providerId="LiveId" clId="{19439AC1-6599-4CEB-9020-36158C74069D}" dt="2026-05-26T04:53:48.829" v="477"/>
          <ac:inkMkLst>
            <pc:docMk/>
            <pc:sldMk cId="3033079533" sldId="284"/>
            <ac:inkMk id="249" creationId="{57747286-C882-3F99-072E-3069885833F1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0" creationId="{4AD0698E-891F-29B8-2AC6-0F132DDCC17C}"/>
          </ac:inkMkLst>
        </pc:inkChg>
        <pc:inkChg chg="add">
          <ac:chgData name="Pete Dowty" userId="91aba14b6835b0ae" providerId="LiveId" clId="{19439AC1-6599-4CEB-9020-36158C74069D}" dt="2026-05-26T04:53:49.462" v="479"/>
          <ac:inkMkLst>
            <pc:docMk/>
            <pc:sldMk cId="3033079533" sldId="284"/>
            <ac:inkMk id="251" creationId="{70C9908B-C0F6-116F-7015-AC55DDDC396E}"/>
          </ac:inkMkLst>
        </pc:inkChg>
        <pc:inkChg chg="add">
          <ac:chgData name="Pete Dowty" userId="91aba14b6835b0ae" providerId="LiveId" clId="{19439AC1-6599-4CEB-9020-36158C74069D}" dt="2026-05-26T04:53:49.783" v="480"/>
          <ac:inkMkLst>
            <pc:docMk/>
            <pc:sldMk cId="3033079533" sldId="284"/>
            <ac:inkMk id="252" creationId="{58DDDBDC-0CE0-D848-8E8B-4E145E09F71A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3" creationId="{1112906A-7BDA-7174-E503-B5830684CD8E}"/>
          </ac:inkMkLst>
        </pc:inkChg>
        <pc:inkChg chg="add del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4" creationId="{ADB140AF-48BC-18A4-CEBC-722999879589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56" creationId="{F24A9506-8584-9BE5-C5CD-7BA9886114B0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57" creationId="{45F01969-73D8-1166-7EFB-0B7A430AEE8B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58" creationId="{08152F1F-8C7E-0115-095A-E78B235ABD56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59" creationId="{98778DF3-DB76-0D7F-FFFF-FB9254A62219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0" creationId="{7BA09262-C009-A20C-CC72-A2970A084C38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1" creationId="{ECBF6994-C226-BE12-174B-A5916CB09B5F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2" creationId="{B032C878-2C40-F51F-C4D6-1AD74CADE732}"/>
          </ac:inkMkLst>
        </pc:inkChg>
        <pc:inkChg chg="add del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3" creationId="{926F2801-8761-491E-5C42-987657A58E29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  <pc:inkChg chg="add del">
          <ac:chgData name="Pete Dowty" userId="91aba14b6835b0ae" providerId="LiveId" clId="{19439AC1-6599-4CEB-9020-36158C74069D}" dt="2026-05-26T04:24:52.393" v="2"/>
          <ac:inkMkLst>
            <pc:docMk/>
            <pc:sldMk cId="1516653873" sldId="293"/>
            <ac:inkMk id="3" creationId="{528675DE-FF7D-423B-EE68-022CA673C9A8}"/>
          </ac:inkMkLst>
        </pc:inkChg>
        <pc:inkChg chg="add del">
          <ac:chgData name="Pete Dowty" userId="91aba14b6835b0ae" providerId="LiveId" clId="{19439AC1-6599-4CEB-9020-36158C74069D}" dt="2026-05-26T04:24:52.393" v="2"/>
          <ac:inkMkLst>
            <pc:docMk/>
            <pc:sldMk cId="1516653873" sldId="293"/>
            <ac:inkMk id="4" creationId="{BC03BBF8-D66E-0F7B-F34A-9101B08F1E9E}"/>
          </ac:inkMkLst>
        </pc:inkChg>
        <pc:inkChg chg="add reco">
          <ac:chgData name="Pete Dowty" userId="91aba14b6835b0ae" providerId="LiveId" clId="{19439AC1-6599-4CEB-9020-36158C74069D}" dt="2026-05-26T04:24:52.393" v="2"/>
          <ac:inkMkLst>
            <pc:docMk/>
            <pc:sldMk cId="1516653873" sldId="293"/>
            <ac:inkMk id="5" creationId="{51211B94-B415-2887-BE19-8D3EC3FA8CE9}"/>
          </ac:inkMkLst>
        </pc:inkChg>
        <pc:inkChg chg="add del">
          <ac:chgData name="Pete Dowty" userId="91aba14b6835b0ae" providerId="LiveId" clId="{19439AC1-6599-4CEB-9020-36158C74069D}" dt="2026-05-26T04:24:58.963" v="5"/>
          <ac:inkMkLst>
            <pc:docMk/>
            <pc:sldMk cId="1516653873" sldId="293"/>
            <ac:inkMk id="6" creationId="{77269F08-7C2F-F8CF-216A-926E788FC881}"/>
          </ac:inkMkLst>
        </pc:inkChg>
        <pc:inkChg chg="add del">
          <ac:chgData name="Pete Dowty" userId="91aba14b6835b0ae" providerId="LiveId" clId="{19439AC1-6599-4CEB-9020-36158C74069D}" dt="2026-05-26T04:24:58.963" v="5"/>
          <ac:inkMkLst>
            <pc:docMk/>
            <pc:sldMk cId="1516653873" sldId="293"/>
            <ac:inkMk id="7" creationId="{66B8E5AD-1DC7-09C5-E34F-9C7ECFFEC1C4}"/>
          </ac:inkMkLst>
        </pc:inkChg>
        <pc:inkChg chg="add reco">
          <ac:chgData name="Pete Dowty" userId="91aba14b6835b0ae" providerId="LiveId" clId="{19439AC1-6599-4CEB-9020-36158C74069D}" dt="2026-05-26T04:24:58.963" v="5"/>
          <ac:inkMkLst>
            <pc:docMk/>
            <pc:sldMk cId="1516653873" sldId="293"/>
            <ac:inkMk id="8" creationId="{177AA5C4-47A3-76BA-01D3-0A81CCA782A7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9" creationId="{1763E861-07A0-F907-4875-BE7E45D2D061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10" creationId="{294CBBD2-3B6C-0139-FAF6-AE140E0EF1BA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11" creationId="{DB0CEA02-468F-8329-2EB8-78B7D7CE09C4}"/>
          </ac:inkMkLst>
        </pc:inkChg>
        <pc:inkChg chg="add">
          <ac:chgData name="Pete Dowty" userId="91aba14b6835b0ae" providerId="LiveId" clId="{19439AC1-6599-4CEB-9020-36158C74069D}" dt="2026-05-26T04:25:01.542" v="9"/>
          <ac:inkMkLst>
            <pc:docMk/>
            <pc:sldMk cId="1516653873" sldId="293"/>
            <ac:inkMk id="12" creationId="{1AC9D4BB-51FF-C67D-23A8-60181C12EC64}"/>
          </ac:inkMkLst>
        </pc:inkChg>
        <pc:inkChg chg="add">
          <ac:chgData name="Pete Dowty" userId="91aba14b6835b0ae" providerId="LiveId" clId="{19439AC1-6599-4CEB-9020-36158C74069D}" dt="2026-05-26T04:25:01.926" v="10"/>
          <ac:inkMkLst>
            <pc:docMk/>
            <pc:sldMk cId="1516653873" sldId="293"/>
            <ac:inkMk id="13" creationId="{9A682886-A9DC-56FA-0517-9B955E7378F8}"/>
          </ac:inkMkLst>
        </pc:inkChg>
        <pc:inkChg chg="add">
          <ac:chgData name="Pete Dowty" userId="91aba14b6835b0ae" providerId="LiveId" clId="{19439AC1-6599-4CEB-9020-36158C74069D}" dt="2026-05-26T04:25:02.109" v="11"/>
          <ac:inkMkLst>
            <pc:docMk/>
            <pc:sldMk cId="1516653873" sldId="293"/>
            <ac:inkMk id="14" creationId="{C698CF64-CBB3-FB93-DB6D-66F775FCC8BD}"/>
          </ac:inkMkLst>
        </pc:inkChg>
        <pc:inkChg chg="add">
          <ac:chgData name="Pete Dowty" userId="91aba14b6835b0ae" providerId="LiveId" clId="{19439AC1-6599-4CEB-9020-36158C74069D}" dt="2026-05-26T04:25:02.830" v="12"/>
          <ac:inkMkLst>
            <pc:docMk/>
            <pc:sldMk cId="1516653873" sldId="293"/>
            <ac:inkMk id="15" creationId="{37DE1A3E-B1A9-2A0C-84BC-E24BF1C1E3A9}"/>
          </ac:inkMkLst>
        </pc:inkChg>
        <pc:inkChg chg="add">
          <ac:chgData name="Pete Dowty" userId="91aba14b6835b0ae" providerId="LiveId" clId="{19439AC1-6599-4CEB-9020-36158C74069D}" dt="2026-05-26T04:25:03.116" v="13"/>
          <ac:inkMkLst>
            <pc:docMk/>
            <pc:sldMk cId="1516653873" sldId="293"/>
            <ac:inkMk id="16" creationId="{621B9602-5B7A-4EBE-C3C8-9A037FC50DCE}"/>
          </ac:inkMkLst>
        </pc:inkChg>
        <pc:inkChg chg="add">
          <ac:chgData name="Pete Dowty" userId="91aba14b6835b0ae" providerId="LiveId" clId="{19439AC1-6599-4CEB-9020-36158C74069D}" dt="2026-05-26T04:25:03.396" v="14"/>
          <ac:inkMkLst>
            <pc:docMk/>
            <pc:sldMk cId="1516653873" sldId="293"/>
            <ac:inkMk id="17" creationId="{D8E14E22-88A3-3CAC-FCE5-43973CE4B806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18" creationId="{0FDCE765-A8B8-4104-3A4C-F80A8E0032F6}"/>
          </ac:inkMkLst>
        </pc:inkChg>
        <pc:inkChg chg="add">
          <ac:chgData name="Pete Dowty" userId="91aba14b6835b0ae" providerId="LiveId" clId="{19439AC1-6599-4CEB-9020-36158C74069D}" dt="2026-05-26T04:25:04.663" v="16"/>
          <ac:inkMkLst>
            <pc:docMk/>
            <pc:sldMk cId="1516653873" sldId="293"/>
            <ac:inkMk id="19" creationId="{303FFBA6-B3F0-8996-2C6C-23BE680478B1}"/>
          </ac:inkMkLst>
        </pc:inkChg>
        <pc:inkChg chg="add">
          <ac:chgData name="Pete Dowty" userId="91aba14b6835b0ae" providerId="LiveId" clId="{19439AC1-6599-4CEB-9020-36158C74069D}" dt="2026-05-26T04:25:04.981" v="17"/>
          <ac:inkMkLst>
            <pc:docMk/>
            <pc:sldMk cId="1516653873" sldId="293"/>
            <ac:inkMk id="20" creationId="{08EC9A2A-DE71-6BED-AECD-DAEC0ED9F74A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21" creationId="{1AB326B5-ACB0-5B46-9A44-AC0F8AC4F6EF}"/>
          </ac:inkMkLst>
        </pc:inkChg>
        <pc:inkChg chg="add">
          <ac:chgData name="Pete Dowty" userId="91aba14b6835b0ae" providerId="LiveId" clId="{19439AC1-6599-4CEB-9020-36158C74069D}" dt="2026-05-26T04:25:05.696" v="19"/>
          <ac:inkMkLst>
            <pc:docMk/>
            <pc:sldMk cId="1516653873" sldId="293"/>
            <ac:inkMk id="22" creationId="{6FEA3BC0-DE30-C41E-5ACE-6A7700F5AE71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23" creationId="{B5D5B780-8EC6-9A70-A814-307953D33837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24" creationId="{2E5F5C51-C290-F28B-C2B5-2308B96B5744}"/>
          </ac:inkMkLst>
        </pc:inkChg>
        <pc:inkChg chg="add">
          <ac:chgData name="Pete Dowty" userId="91aba14b6835b0ae" providerId="LiveId" clId="{19439AC1-6599-4CEB-9020-36158C74069D}" dt="2026-05-26T04:25:06.863" v="22"/>
          <ac:inkMkLst>
            <pc:docMk/>
            <pc:sldMk cId="1516653873" sldId="293"/>
            <ac:inkMk id="25" creationId="{47DE242B-92A2-D9D2-A91F-0328E21A7AE8}"/>
          </ac:inkMkLst>
        </pc:inkChg>
        <pc:inkChg chg="add">
          <ac:chgData name="Pete Dowty" userId="91aba14b6835b0ae" providerId="LiveId" clId="{19439AC1-6599-4CEB-9020-36158C74069D}" dt="2026-05-26T04:25:07.549" v="23"/>
          <ac:inkMkLst>
            <pc:docMk/>
            <pc:sldMk cId="1516653873" sldId="293"/>
            <ac:inkMk id="26" creationId="{379375DE-964B-BD71-78FC-89FE38E03311}"/>
          </ac:inkMkLst>
        </pc:inkChg>
        <pc:inkChg chg="add">
          <ac:chgData name="Pete Dowty" userId="91aba14b6835b0ae" providerId="LiveId" clId="{19439AC1-6599-4CEB-9020-36158C74069D}" dt="2026-05-26T04:25:07.850" v="24"/>
          <ac:inkMkLst>
            <pc:docMk/>
            <pc:sldMk cId="1516653873" sldId="293"/>
            <ac:inkMk id="27" creationId="{234E36A0-18DA-D6E1-9F70-821AB8D1DAD4}"/>
          </ac:inkMkLst>
        </pc:inkChg>
        <pc:inkChg chg="add del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28" creationId="{2F0221F4-1B08-2DAF-D77F-D8E1E8442E6B}"/>
          </ac:inkMkLst>
        </pc:inkChg>
        <pc:inkChg chg="add">
          <ac:chgData name="Pete Dowty" userId="91aba14b6835b0ae" providerId="LiveId" clId="{19439AC1-6599-4CEB-9020-36158C74069D}" dt="2026-05-26T04:25:08.546" v="26"/>
          <ac:inkMkLst>
            <pc:docMk/>
            <pc:sldMk cId="1516653873" sldId="293"/>
            <ac:inkMk id="29" creationId="{FB75073F-4CFC-704B-69F7-84D2B70CCA6D}"/>
          </ac:inkMkLst>
        </pc:inkChg>
        <pc:inkChg chg="add">
          <ac:chgData name="Pete Dowty" userId="91aba14b6835b0ae" providerId="LiveId" clId="{19439AC1-6599-4CEB-9020-36158C74069D}" dt="2026-05-26T04:25:08.929" v="27"/>
          <ac:inkMkLst>
            <pc:docMk/>
            <pc:sldMk cId="1516653873" sldId="293"/>
            <ac:inkMk id="30" creationId="{DD99F9F4-98FE-E4D6-40A8-AD22719BFA72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1" creationId="{68673011-D174-AF93-9BBB-2BE16A0BCB7B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3" creationId="{5CCBF447-E85D-DE1B-00B9-CF455512E997}"/>
          </ac:inkMkLst>
        </pc:inkChg>
        <pc:inkChg chg="add del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4" creationId="{C1A9A4AC-AE14-7DB9-F357-7F2B6364FD1F}"/>
          </ac:inkMkLst>
        </pc:inkChg>
        <pc:inkChg chg="add del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5" creationId="{6956FDCF-7B48-665D-7FAE-8609FB1E8E91}"/>
          </ac:inkMkLst>
        </pc:inkChg>
        <pc:inkChg chg="add del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6" creationId="{F0195BE5-5DE5-A10D-0DF6-2AA21132DE6E}"/>
          </ac:inkMkLst>
        </pc:inkChg>
        <pc:inkChg chg="add del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7" creationId="{D024821D-0BA5-C0EC-9444-D5685AE81A52}"/>
          </ac:inkMkLst>
        </pc:inkChg>
        <pc:inkChg chg="add reco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8" creationId="{29F273C8-0E74-B099-B191-569A0DF86222}"/>
          </ac:inkMkLst>
        </pc:inkChg>
        <pc:inkChg chg="add del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39" creationId="{5C170C20-109B-B65C-BED0-596300FAD1A9}"/>
          </ac:inkMkLst>
        </pc:inkChg>
        <pc:inkChg chg="add del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0" creationId="{5DA5B93A-33A3-553D-24AC-3679936C3CAE}"/>
          </ac:inkMkLst>
        </pc:inkChg>
        <pc:inkChg chg="add del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1" creationId="{A4AE823C-313B-B1B0-316D-0B09D5647852}"/>
          </ac:inkMkLst>
        </pc:inkChg>
        <pc:inkChg chg="add del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2" creationId="{6EADA073-CAAB-FB75-658F-2F11C37687B7}"/>
          </ac:inkMkLst>
        </pc:inkChg>
        <pc:inkChg chg="add del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3" creationId="{6FCCB360-E14D-A4D8-38DE-13ECB863DD71}"/>
          </ac:inkMkLst>
        </pc:inkChg>
        <pc:inkChg chg="add del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4" creationId="{41F712D7-D31D-EE9F-2549-64FD091F71A3}"/>
          </ac:inkMkLst>
        </pc:inkChg>
        <pc:inkChg chg="add reco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5" creationId="{EEC673ED-D6E7-DAC3-E593-4BCE97BBCD19}"/>
          </ac:inkMkLst>
        </pc:inkChg>
        <pc:inkChg chg="add">
          <ac:chgData name="Pete Dowty" userId="91aba14b6835b0ae" providerId="LiveId" clId="{19439AC1-6599-4CEB-9020-36158C74069D}" dt="2026-05-26T04:25:33.144" v="41"/>
          <ac:inkMkLst>
            <pc:docMk/>
            <pc:sldMk cId="1516653873" sldId="293"/>
            <ac:inkMk id="46" creationId="{2C178F59-5A89-0F0B-6EEC-94108E517F3A}"/>
          </ac:inkMkLst>
        </pc:inkChg>
        <pc:inkChg chg="add del">
          <ac:chgData name="Pete Dowty" userId="91aba14b6835b0ae" providerId="LiveId" clId="{19439AC1-6599-4CEB-9020-36158C74069D}" dt="2026-05-26T04:25:36.449" v="44"/>
          <ac:inkMkLst>
            <pc:docMk/>
            <pc:sldMk cId="1516653873" sldId="293"/>
            <ac:inkMk id="47" creationId="{58C418A4-4DFA-0B7D-D019-83D8BA514712}"/>
          </ac:inkMkLst>
        </pc:inkChg>
        <pc:inkChg chg="add del">
          <ac:chgData name="Pete Dowty" userId="91aba14b6835b0ae" providerId="LiveId" clId="{19439AC1-6599-4CEB-9020-36158C74069D}" dt="2026-05-26T04:25:36.449" v="44"/>
          <ac:inkMkLst>
            <pc:docMk/>
            <pc:sldMk cId="1516653873" sldId="293"/>
            <ac:inkMk id="48" creationId="{2BF0ADEB-51C4-1A0F-523A-2740758EFE8E}"/>
          </ac:inkMkLst>
        </pc:inkChg>
        <pc:inkChg chg="add reco">
          <ac:chgData name="Pete Dowty" userId="91aba14b6835b0ae" providerId="LiveId" clId="{19439AC1-6599-4CEB-9020-36158C74069D}" dt="2026-05-26T04:25:36.449" v="44"/>
          <ac:inkMkLst>
            <pc:docMk/>
            <pc:sldMk cId="1516653873" sldId="293"/>
            <ac:inkMk id="49" creationId="{00B74A52-E821-9E8D-F981-5DF7BB408468}"/>
          </ac:inkMkLst>
        </pc:inkChg>
        <pc:inkChg chg="add del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0" creationId="{9B4DEF90-1A5F-C84E-523E-7998DC864690}"/>
          </ac:inkMkLst>
        </pc:inkChg>
        <pc:inkChg chg="add del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1" creationId="{F562F320-433A-BBC8-0183-D864E354D2B2}"/>
          </ac:inkMkLst>
        </pc:inkChg>
        <pc:inkChg chg="add del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2" creationId="{6D6041FC-C635-EC4F-8E63-5A3466C1E00C}"/>
          </ac:inkMkLst>
        </pc:inkChg>
        <pc:inkChg chg="add del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3" creationId="{4F5A8A9E-8463-A680-2137-89D98E922BC4}"/>
          </ac:inkMkLst>
        </pc:inkChg>
        <pc:inkChg chg="add reco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4" creationId="{4DD0322B-D460-C506-AD12-88DE6446A14B}"/>
          </ac:inkMkLst>
        </pc:inkChg>
        <pc:inkChg chg="add del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55" creationId="{69820793-3A3E-8EF7-6E60-9E2DF8E18FDA}"/>
          </ac:inkMkLst>
        </pc:inkChg>
        <pc:inkChg chg="add del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56" creationId="{AE798055-44F5-ACD8-B154-B4DA6C82F6CE}"/>
          </ac:inkMkLst>
        </pc:inkChg>
        <pc:inkChg chg="add del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57" creationId="{81FCCE17-3BFB-0234-8FD0-EB38B18B912F}"/>
          </ac:inkMkLst>
        </pc:inkChg>
        <pc:inkChg chg="add del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58" creationId="{5CA06BD8-986E-395B-6068-D162B64C60FD}"/>
          </ac:inkMkLst>
        </pc:inkChg>
        <pc:inkChg chg="add del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59" creationId="{BD2E667F-B084-539F-408F-E247DD90F718}"/>
          </ac:inkMkLst>
        </pc:inkChg>
        <pc:inkChg chg="add reco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60" creationId="{5A29B7A8-7B10-295A-AE84-C78B5142F01A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61" creationId="{ABDB93C3-A0E7-5785-B2A7-4481D28D56AE}"/>
          </ac:inkMkLst>
        </pc:inkChg>
        <pc:inkChg chg="add">
          <ac:chgData name="Pete Dowty" userId="91aba14b6835b0ae" providerId="LiveId" clId="{19439AC1-6599-4CEB-9020-36158C74069D}" dt="2026-05-26T04:25:54.811" v="57"/>
          <ac:inkMkLst>
            <pc:docMk/>
            <pc:sldMk cId="1516653873" sldId="293"/>
            <ac:inkMk id="62" creationId="{4871D662-0555-152F-702E-1607B01095E4}"/>
          </ac:inkMkLst>
        </pc:inkChg>
        <pc:inkChg chg="add">
          <ac:chgData name="Pete Dowty" userId="91aba14b6835b0ae" providerId="LiveId" clId="{19439AC1-6599-4CEB-9020-36158C74069D}" dt="2026-05-26T04:25:55.579" v="58"/>
          <ac:inkMkLst>
            <pc:docMk/>
            <pc:sldMk cId="1516653873" sldId="293"/>
            <ac:inkMk id="63" creationId="{927BA86B-E662-61B2-5365-5508501ED327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64" creationId="{B32A12E2-E2DF-DADF-00E8-0C28993034C9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65" creationId="{7C08C791-F615-49E2-4C0F-77234E649E18}"/>
          </ac:inkMkLst>
        </pc:inkChg>
        <pc:inkChg chg="add">
          <ac:chgData name="Pete Dowty" userId="91aba14b6835b0ae" providerId="LiveId" clId="{19439AC1-6599-4CEB-9020-36158C74069D}" dt="2026-05-26T04:25:56.738" v="61"/>
          <ac:inkMkLst>
            <pc:docMk/>
            <pc:sldMk cId="1516653873" sldId="293"/>
            <ac:inkMk id="66" creationId="{558EC443-AE81-245F-C834-4691D45C8970}"/>
          </ac:inkMkLst>
        </pc:inkChg>
        <pc:inkChg chg="add">
          <ac:chgData name="Pete Dowty" userId="91aba14b6835b0ae" providerId="LiveId" clId="{19439AC1-6599-4CEB-9020-36158C74069D}" dt="2026-05-26T04:25:56.971" v="62"/>
          <ac:inkMkLst>
            <pc:docMk/>
            <pc:sldMk cId="1516653873" sldId="293"/>
            <ac:inkMk id="67" creationId="{958927A7-FE3E-4D22-FD25-469BD9E8B402}"/>
          </ac:inkMkLst>
        </pc:inkChg>
        <pc:inkChg chg="add">
          <ac:chgData name="Pete Dowty" userId="91aba14b6835b0ae" providerId="LiveId" clId="{19439AC1-6599-4CEB-9020-36158C74069D}" dt="2026-05-26T04:25:57.139" v="63"/>
          <ac:inkMkLst>
            <pc:docMk/>
            <pc:sldMk cId="1516653873" sldId="293"/>
            <ac:inkMk id="68" creationId="{02DCF46B-9EF8-D37B-662E-A9B683099A7C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69" creationId="{14D69A24-134A-44A8-5852-975844E60B74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70" creationId="{FFEB68DB-7D3F-51DC-90D4-99C0294ECA55}"/>
          </ac:inkMkLst>
        </pc:inkChg>
        <pc:inkChg chg="add">
          <ac:chgData name="Pete Dowty" userId="91aba14b6835b0ae" providerId="LiveId" clId="{19439AC1-6599-4CEB-9020-36158C74069D}" dt="2026-05-26T04:25:58.471" v="66"/>
          <ac:inkMkLst>
            <pc:docMk/>
            <pc:sldMk cId="1516653873" sldId="293"/>
            <ac:inkMk id="71" creationId="{99CA67F4-D60F-52CC-B776-864587C979AB}"/>
          </ac:inkMkLst>
        </pc:inkChg>
        <pc:inkChg chg="add">
          <ac:chgData name="Pete Dowty" userId="91aba14b6835b0ae" providerId="LiveId" clId="{19439AC1-6599-4CEB-9020-36158C74069D}" dt="2026-05-26T04:25:58.688" v="67"/>
          <ac:inkMkLst>
            <pc:docMk/>
            <pc:sldMk cId="1516653873" sldId="293"/>
            <ac:inkMk id="72" creationId="{E600577D-8503-032F-FD88-82B153E41DD3}"/>
          </ac:inkMkLst>
        </pc:inkChg>
        <pc:inkChg chg="add">
          <ac:chgData name="Pete Dowty" userId="91aba14b6835b0ae" providerId="LiveId" clId="{19439AC1-6599-4CEB-9020-36158C74069D}" dt="2026-05-26T04:25:59.077" v="68"/>
          <ac:inkMkLst>
            <pc:docMk/>
            <pc:sldMk cId="1516653873" sldId="293"/>
            <ac:inkMk id="73" creationId="{9CC86421-9F2B-89E3-5AF4-001FBFCAC96C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74" creationId="{8060CCB8-ED57-48E2-05C0-DDDCE91538C7}"/>
          </ac:inkMkLst>
        </pc:inkChg>
        <pc:inkChg chg="add">
          <ac:chgData name="Pete Dowty" userId="91aba14b6835b0ae" providerId="LiveId" clId="{19439AC1-6599-4CEB-9020-36158C74069D}" dt="2026-05-26T04:25:59.758" v="70"/>
          <ac:inkMkLst>
            <pc:docMk/>
            <pc:sldMk cId="1516653873" sldId="293"/>
            <ac:inkMk id="75" creationId="{5CF4CA97-16C8-FA74-E76E-7CD6334946CB}"/>
          </ac:inkMkLst>
        </pc:inkChg>
        <pc:inkChg chg="add">
          <ac:chgData name="Pete Dowty" userId="91aba14b6835b0ae" providerId="LiveId" clId="{19439AC1-6599-4CEB-9020-36158C74069D}" dt="2026-05-26T04:25:59.976" v="71"/>
          <ac:inkMkLst>
            <pc:docMk/>
            <pc:sldMk cId="1516653873" sldId="293"/>
            <ac:inkMk id="76" creationId="{6B62C200-2D16-3C83-A2E0-7CDBD2A6C28B}"/>
          </ac:inkMkLst>
        </pc:inkChg>
        <pc:inkChg chg="add">
          <ac:chgData name="Pete Dowty" userId="91aba14b6835b0ae" providerId="LiveId" clId="{19439AC1-6599-4CEB-9020-36158C74069D}" dt="2026-05-26T04:26:00.123" v="72"/>
          <ac:inkMkLst>
            <pc:docMk/>
            <pc:sldMk cId="1516653873" sldId="293"/>
            <ac:inkMk id="77" creationId="{2F8A0000-4755-E230-687B-185F99A84989}"/>
          </ac:inkMkLst>
        </pc:inkChg>
        <pc:inkChg chg="add">
          <ac:chgData name="Pete Dowty" userId="91aba14b6835b0ae" providerId="LiveId" clId="{19439AC1-6599-4CEB-9020-36158C74069D}" dt="2026-05-26T04:26:00.578" v="73"/>
          <ac:inkMkLst>
            <pc:docMk/>
            <pc:sldMk cId="1516653873" sldId="293"/>
            <ac:inkMk id="78" creationId="{56D72D8E-A597-00CC-4B5A-EBA90E2E8113}"/>
          </ac:inkMkLst>
        </pc:inkChg>
        <pc:inkChg chg="add">
          <ac:chgData name="Pete Dowty" userId="91aba14b6835b0ae" providerId="LiveId" clId="{19439AC1-6599-4CEB-9020-36158C74069D}" dt="2026-05-26T04:26:00.859" v="74"/>
          <ac:inkMkLst>
            <pc:docMk/>
            <pc:sldMk cId="1516653873" sldId="293"/>
            <ac:inkMk id="79" creationId="{61CA9F92-377E-9AF2-8392-A73C39A63489}"/>
          </ac:inkMkLst>
        </pc:inkChg>
        <pc:inkChg chg="add">
          <ac:chgData name="Pete Dowty" userId="91aba14b6835b0ae" providerId="LiveId" clId="{19439AC1-6599-4CEB-9020-36158C74069D}" dt="2026-05-26T04:26:01.310" v="75"/>
          <ac:inkMkLst>
            <pc:docMk/>
            <pc:sldMk cId="1516653873" sldId="293"/>
            <ac:inkMk id="80" creationId="{94390D1F-E962-F7A6-C07F-F8ADF7A588C2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1" creationId="{B1F86FC4-A02C-FD21-8A96-F15477F501C1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2" creationId="{AAF1AFEB-6825-13EA-60DC-2E7BD4C1EE43}"/>
          </ac:inkMkLst>
        </pc:inkChg>
        <pc:inkChg chg="add">
          <ac:chgData name="Pete Dowty" userId="91aba14b6835b0ae" providerId="LiveId" clId="{19439AC1-6599-4CEB-9020-36158C74069D}" dt="2026-05-26T04:26:02.844" v="78"/>
          <ac:inkMkLst>
            <pc:docMk/>
            <pc:sldMk cId="1516653873" sldId="293"/>
            <ac:inkMk id="83" creationId="{FD372636-EA19-043E-8494-3A6585675C19}"/>
          </ac:inkMkLst>
        </pc:inkChg>
        <pc:inkChg chg="add">
          <ac:chgData name="Pete Dowty" userId="91aba14b6835b0ae" providerId="LiveId" clId="{19439AC1-6599-4CEB-9020-36158C74069D}" dt="2026-05-26T04:26:03.124" v="79"/>
          <ac:inkMkLst>
            <pc:docMk/>
            <pc:sldMk cId="1516653873" sldId="293"/>
            <ac:inkMk id="84" creationId="{27CBAEE0-B02B-99F3-E243-8DE2D73DAE28}"/>
          </ac:inkMkLst>
        </pc:inkChg>
        <pc:inkChg chg="add">
          <ac:chgData name="Pete Dowty" userId="91aba14b6835b0ae" providerId="LiveId" clId="{19439AC1-6599-4CEB-9020-36158C74069D}" dt="2026-05-26T04:26:03.958" v="80"/>
          <ac:inkMkLst>
            <pc:docMk/>
            <pc:sldMk cId="1516653873" sldId="293"/>
            <ac:inkMk id="85" creationId="{D27822CF-FCF0-5288-7AF8-4F8175ECC1FC}"/>
          </ac:inkMkLst>
        </pc:inkChg>
        <pc:inkChg chg="add del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6" creationId="{0C1DD2D9-3453-982B-1671-36F80FB3E594}"/>
          </ac:inkMkLst>
        </pc:inkChg>
        <pc:inkChg chg="add reco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7" creationId="{F5EF785E-12F3-F132-DE74-65DB075DC5F8}"/>
          </ac:inkMkLst>
        </pc:inkChg>
        <pc:inkChg chg="add del">
          <ac:chgData name="Pete Dowty" userId="91aba14b6835b0ae" providerId="LiveId" clId="{19439AC1-6599-4CEB-9020-36158C74069D}" dt="2026-05-26T04:27:06.538" v="85"/>
          <ac:inkMkLst>
            <pc:docMk/>
            <pc:sldMk cId="1516653873" sldId="293"/>
            <ac:inkMk id="89" creationId="{5471FD47-909F-88C7-4569-BBC7E9D50A6D}"/>
          </ac:inkMkLst>
        </pc:inkChg>
        <pc:inkChg chg="add del">
          <ac:chgData name="Pete Dowty" userId="91aba14b6835b0ae" providerId="LiveId" clId="{19439AC1-6599-4CEB-9020-36158C74069D}" dt="2026-05-26T04:27:06.538" v="85"/>
          <ac:inkMkLst>
            <pc:docMk/>
            <pc:sldMk cId="1516653873" sldId="293"/>
            <ac:inkMk id="90" creationId="{6BBA5798-3A9F-4042-EABF-C2CC13CB54B3}"/>
          </ac:inkMkLst>
        </pc:inkChg>
        <pc:inkChg chg="add reco">
          <ac:chgData name="Pete Dowty" userId="91aba14b6835b0ae" providerId="LiveId" clId="{19439AC1-6599-4CEB-9020-36158C74069D}" dt="2026-05-26T04:27:06.538" v="85"/>
          <ac:inkMkLst>
            <pc:docMk/>
            <pc:sldMk cId="1516653873" sldId="293"/>
            <ac:inkMk id="91" creationId="{A4799A46-50E6-FF1F-5567-8B8B78D45669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2" creationId="{9941395B-9B04-DA4D-C375-FACC4FEE01E9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3" creationId="{2F23F078-A60C-950A-0B3A-565631F8FCBA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4" creationId="{5A6657E0-1B51-DCD4-F033-7E16212ABC3B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5" creationId="{D3B9639A-2495-E30A-2005-B90658407C97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6" creationId="{DDC59D59-1642-1ED0-81F8-7FAFED17F60E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7" creationId="{00400D2D-B74D-E0D4-0B0B-2BB52EB34EA2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8" creationId="{78E6A617-0776-BB73-0F53-F6E5A557BA20}"/>
          </ac:inkMkLst>
        </pc:inkChg>
        <pc:inkChg chg="add del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99" creationId="{92B9655B-00AE-9622-B6BB-E09966F07305}"/>
          </ac:inkMkLst>
        </pc:inkChg>
        <pc:inkChg chg="add reco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100" creationId="{DFB55729-7F66-1BC7-216A-64873B858B14}"/>
          </ac:inkMkLst>
        </pc:inkChg>
        <pc:inkChg chg="add del">
          <ac:chgData name="Pete Dowty" userId="91aba14b6835b0ae" providerId="LiveId" clId="{19439AC1-6599-4CEB-9020-36158C74069D}" dt="2026-05-26T04:27:31.028" v="97"/>
          <ac:inkMkLst>
            <pc:docMk/>
            <pc:sldMk cId="1516653873" sldId="293"/>
            <ac:inkMk id="101" creationId="{529BE97A-7A70-7E24-F997-B9E01C3B6E8A}"/>
          </ac:inkMkLst>
        </pc:inkChg>
        <pc:inkChg chg="add del">
          <ac:chgData name="Pete Dowty" userId="91aba14b6835b0ae" providerId="LiveId" clId="{19439AC1-6599-4CEB-9020-36158C74069D}" dt="2026-05-26T04:27:31.028" v="97"/>
          <ac:inkMkLst>
            <pc:docMk/>
            <pc:sldMk cId="1516653873" sldId="293"/>
            <ac:inkMk id="102" creationId="{808E1E89-2B09-34A9-F8A8-ACF30CE4762A}"/>
          </ac:inkMkLst>
        </pc:inkChg>
        <pc:inkChg chg="add reco">
          <ac:chgData name="Pete Dowty" userId="91aba14b6835b0ae" providerId="LiveId" clId="{19439AC1-6599-4CEB-9020-36158C74069D}" dt="2026-05-26T04:27:31.028" v="97"/>
          <ac:inkMkLst>
            <pc:docMk/>
            <pc:sldMk cId="1516653873" sldId="293"/>
            <ac:inkMk id="103" creationId="{FCF36621-4193-B5F3-4F0F-A694E6D4D1BB}"/>
          </ac:inkMkLst>
        </pc:inkChg>
        <pc:inkChg chg="add">
          <ac:chgData name="Pete Dowty" userId="91aba14b6835b0ae" providerId="LiveId" clId="{19439AC1-6599-4CEB-9020-36158C74069D}" dt="2026-05-26T04:27:31.186" v="98"/>
          <ac:inkMkLst>
            <pc:docMk/>
            <pc:sldMk cId="1516653873" sldId="293"/>
            <ac:inkMk id="104" creationId="{14F6AA6B-461D-8D21-F2CB-A3F8D51BCE37}"/>
          </ac:inkMkLst>
        </pc:inkChg>
        <pc:inkChg chg="add">
          <ac:chgData name="Pete Dowty" userId="91aba14b6835b0ae" providerId="LiveId" clId="{19439AC1-6599-4CEB-9020-36158C74069D}" dt="2026-05-26T04:27:31.454" v="99"/>
          <ac:inkMkLst>
            <pc:docMk/>
            <pc:sldMk cId="1516653873" sldId="293"/>
            <ac:inkMk id="105" creationId="{CFCF7316-1EF3-71A3-A932-84A0924BF735}"/>
          </ac:inkMkLst>
        </pc:inkChg>
        <pc:inkChg chg="add">
          <ac:chgData name="Pete Dowty" userId="91aba14b6835b0ae" providerId="LiveId" clId="{19439AC1-6599-4CEB-9020-36158C74069D}" dt="2026-05-26T04:27:31.752" v="100"/>
          <ac:inkMkLst>
            <pc:docMk/>
            <pc:sldMk cId="1516653873" sldId="293"/>
            <ac:inkMk id="106" creationId="{01D914F6-F616-1A89-671F-BF70191132DF}"/>
          </ac:inkMkLst>
        </pc:inkChg>
        <pc:inkChg chg="add">
          <ac:chgData name="Pete Dowty" userId="91aba14b6835b0ae" providerId="LiveId" clId="{19439AC1-6599-4CEB-9020-36158C74069D}" dt="2026-05-26T04:27:32.585" v="101"/>
          <ac:inkMkLst>
            <pc:docMk/>
            <pc:sldMk cId="1516653873" sldId="293"/>
            <ac:inkMk id="107" creationId="{BD673292-87F9-2573-88E8-2CF80054C6BD}"/>
          </ac:inkMkLst>
        </pc:inkChg>
        <pc:inkChg chg="add">
          <ac:chgData name="Pete Dowty" userId="91aba14b6835b0ae" providerId="LiveId" clId="{19439AC1-6599-4CEB-9020-36158C74069D}" dt="2026-05-26T04:27:33.003" v="102"/>
          <ac:inkMkLst>
            <pc:docMk/>
            <pc:sldMk cId="1516653873" sldId="293"/>
            <ac:inkMk id="108" creationId="{B995B687-A087-867C-2618-C5706F279D99}"/>
          </ac:inkMkLst>
        </pc:inkChg>
        <pc:inkChg chg="add">
          <ac:chgData name="Pete Dowty" userId="91aba14b6835b0ae" providerId="LiveId" clId="{19439AC1-6599-4CEB-9020-36158C74069D}" dt="2026-05-26T04:27:37.786" v="103"/>
          <ac:inkMkLst>
            <pc:docMk/>
            <pc:sldMk cId="1516653873" sldId="293"/>
            <ac:inkMk id="111" creationId="{4F293A9E-5C8B-1EA0-DC1B-EF5D537E474E}"/>
          </ac:inkMkLst>
        </pc:inkChg>
        <pc:inkChg chg="add">
          <ac:chgData name="Pete Dowty" userId="91aba14b6835b0ae" providerId="LiveId" clId="{19439AC1-6599-4CEB-9020-36158C74069D}" dt="2026-05-26T04:27:38.001" v="104"/>
          <ac:inkMkLst>
            <pc:docMk/>
            <pc:sldMk cId="1516653873" sldId="293"/>
            <ac:inkMk id="112" creationId="{E476D404-21D7-D2BF-0996-E3E627A86A99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13" creationId="{59B2F78C-D1CB-2FD7-3E44-2AD459A17AF5}"/>
          </ac:inkMkLst>
        </pc:inkChg>
        <pc:inkChg chg="add">
          <ac:chgData name="Pete Dowty" userId="91aba14b6835b0ae" providerId="LiveId" clId="{19439AC1-6599-4CEB-9020-36158C74069D}" dt="2026-05-26T04:27:39.184" v="106"/>
          <ac:inkMkLst>
            <pc:docMk/>
            <pc:sldMk cId="1516653873" sldId="293"/>
            <ac:inkMk id="114" creationId="{2EFE83CC-DB0E-A60E-12BD-0ECF0349F8EF}"/>
          </ac:inkMkLst>
        </pc:inkChg>
        <pc:inkChg chg="add">
          <ac:chgData name="Pete Dowty" userId="91aba14b6835b0ae" providerId="LiveId" clId="{19439AC1-6599-4CEB-9020-36158C74069D}" dt="2026-05-26T04:27:39.755" v="107"/>
          <ac:inkMkLst>
            <pc:docMk/>
            <pc:sldMk cId="1516653873" sldId="293"/>
            <ac:inkMk id="115" creationId="{0AA933A6-39C6-6916-71D2-B7776477604E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16" creationId="{71021EC0-DB9C-6A2F-43E0-A5098C93743A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17" creationId="{10384E2A-A335-3CE3-92BF-57398315FD87}"/>
          </ac:inkMkLst>
        </pc:inkChg>
        <pc:inkChg chg="add">
          <ac:chgData name="Pete Dowty" userId="91aba14b6835b0ae" providerId="LiveId" clId="{19439AC1-6599-4CEB-9020-36158C74069D}" dt="2026-05-26T04:27:40.734" v="110"/>
          <ac:inkMkLst>
            <pc:docMk/>
            <pc:sldMk cId="1516653873" sldId="293"/>
            <ac:inkMk id="118" creationId="{91EDDBA2-8DA9-3661-0388-8BF4A826774D}"/>
          </ac:inkMkLst>
        </pc:inkChg>
        <pc:inkChg chg="add">
          <ac:chgData name="Pete Dowty" userId="91aba14b6835b0ae" providerId="LiveId" clId="{19439AC1-6599-4CEB-9020-36158C74069D}" dt="2026-05-26T04:27:41.575" v="111"/>
          <ac:inkMkLst>
            <pc:docMk/>
            <pc:sldMk cId="1516653873" sldId="293"/>
            <ac:inkMk id="119" creationId="{F5A8C087-8032-A9BF-5C7F-280B55DA7337}"/>
          </ac:inkMkLst>
        </pc:inkChg>
        <pc:inkChg chg="add">
          <ac:chgData name="Pete Dowty" userId="91aba14b6835b0ae" providerId="LiveId" clId="{19439AC1-6599-4CEB-9020-36158C74069D}" dt="2026-05-26T04:27:41.886" v="112"/>
          <ac:inkMkLst>
            <pc:docMk/>
            <pc:sldMk cId="1516653873" sldId="293"/>
            <ac:inkMk id="120" creationId="{4E67C4EF-496B-B97F-45FD-3373C5F4D7BE}"/>
          </ac:inkMkLst>
        </pc:inkChg>
        <pc:inkChg chg="add">
          <ac:chgData name="Pete Dowty" userId="91aba14b6835b0ae" providerId="LiveId" clId="{19439AC1-6599-4CEB-9020-36158C74069D}" dt="2026-05-26T04:27:42.186" v="113"/>
          <ac:inkMkLst>
            <pc:docMk/>
            <pc:sldMk cId="1516653873" sldId="293"/>
            <ac:inkMk id="121" creationId="{6FE6305C-78F2-9E20-6614-797F7677AEF0}"/>
          </ac:inkMkLst>
        </pc:inkChg>
        <pc:inkChg chg="add">
          <ac:chgData name="Pete Dowty" userId="91aba14b6835b0ae" providerId="LiveId" clId="{19439AC1-6599-4CEB-9020-36158C74069D}" dt="2026-05-26T04:27:43.267" v="114"/>
          <ac:inkMkLst>
            <pc:docMk/>
            <pc:sldMk cId="1516653873" sldId="293"/>
            <ac:inkMk id="122" creationId="{DB07D04C-636A-D513-D457-03A77BCF282A}"/>
          </ac:inkMkLst>
        </pc:inkChg>
        <pc:inkChg chg="add">
          <ac:chgData name="Pete Dowty" userId="91aba14b6835b0ae" providerId="LiveId" clId="{19439AC1-6599-4CEB-9020-36158C74069D}" dt="2026-05-26T04:27:44.068" v="115"/>
          <ac:inkMkLst>
            <pc:docMk/>
            <pc:sldMk cId="1516653873" sldId="293"/>
            <ac:inkMk id="123" creationId="{3BD533B5-2E1A-6462-DE18-FC76F01C4723}"/>
          </ac:inkMkLst>
        </pc:inkChg>
        <pc:inkChg chg="add">
          <ac:chgData name="Pete Dowty" userId="91aba14b6835b0ae" providerId="LiveId" clId="{19439AC1-6599-4CEB-9020-36158C74069D}" dt="2026-05-26T04:27:44.467" v="116"/>
          <ac:inkMkLst>
            <pc:docMk/>
            <pc:sldMk cId="1516653873" sldId="293"/>
            <ac:inkMk id="124" creationId="{F273F82A-07A0-E44E-CD5A-6918A5B80909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25" creationId="{F0340DE9-F528-E7E4-F0CC-94438FC6CCC4}"/>
          </ac:inkMkLst>
        </pc:inkChg>
        <pc:inkChg chg="add">
          <ac:chgData name="Pete Dowty" userId="91aba14b6835b0ae" providerId="LiveId" clId="{19439AC1-6599-4CEB-9020-36158C74069D}" dt="2026-05-26T04:27:45.001" v="118"/>
          <ac:inkMkLst>
            <pc:docMk/>
            <pc:sldMk cId="1516653873" sldId="293"/>
            <ac:inkMk id="126" creationId="{C776616F-3893-7492-5B87-C493A882E1E9}"/>
          </ac:inkMkLst>
        </pc:inkChg>
        <pc:inkChg chg="add">
          <ac:chgData name="Pete Dowty" userId="91aba14b6835b0ae" providerId="LiveId" clId="{19439AC1-6599-4CEB-9020-36158C74069D}" dt="2026-05-26T04:27:45.216" v="119"/>
          <ac:inkMkLst>
            <pc:docMk/>
            <pc:sldMk cId="1516653873" sldId="293"/>
            <ac:inkMk id="127" creationId="{FB6985BB-F068-6F4B-A0EB-C269FD5B7637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28" creationId="{B856D8C5-617D-2217-CB9C-CCAF87DE6D8C}"/>
          </ac:inkMkLst>
        </pc:inkChg>
        <pc:inkChg chg="add">
          <ac:chgData name="Pete Dowty" userId="91aba14b6835b0ae" providerId="LiveId" clId="{19439AC1-6599-4CEB-9020-36158C74069D}" dt="2026-05-26T04:27:45.834" v="121"/>
          <ac:inkMkLst>
            <pc:docMk/>
            <pc:sldMk cId="1516653873" sldId="293"/>
            <ac:inkMk id="129" creationId="{CE080AD4-C16B-1D2C-DD40-536023E57EE2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30" creationId="{20C07083-0DDD-0F71-7B48-770E7E6D1E16}"/>
          </ac:inkMkLst>
        </pc:inkChg>
        <pc:inkChg chg="add">
          <ac:chgData name="Pete Dowty" userId="91aba14b6835b0ae" providerId="LiveId" clId="{19439AC1-6599-4CEB-9020-36158C74069D}" dt="2026-05-26T04:27:46.852" v="123"/>
          <ac:inkMkLst>
            <pc:docMk/>
            <pc:sldMk cId="1516653873" sldId="293"/>
            <ac:inkMk id="131" creationId="{B46D03C0-1987-1F64-4B7F-223E37D241BC}"/>
          </ac:inkMkLst>
        </pc:inkChg>
        <pc:inkChg chg="add">
          <ac:chgData name="Pete Dowty" userId="91aba14b6835b0ae" providerId="LiveId" clId="{19439AC1-6599-4CEB-9020-36158C74069D}" dt="2026-05-26T04:27:47.533" v="124"/>
          <ac:inkMkLst>
            <pc:docMk/>
            <pc:sldMk cId="1516653873" sldId="293"/>
            <ac:inkMk id="132" creationId="{FD613B78-03EC-FC62-4C3C-518E865C924B}"/>
          </ac:inkMkLst>
        </pc:inkChg>
        <pc:inkChg chg="add">
          <ac:chgData name="Pete Dowty" userId="91aba14b6835b0ae" providerId="LiveId" clId="{19439AC1-6599-4CEB-9020-36158C74069D}" dt="2026-05-26T04:27:47.784" v="125"/>
          <ac:inkMkLst>
            <pc:docMk/>
            <pc:sldMk cId="1516653873" sldId="293"/>
            <ac:inkMk id="133" creationId="{5E80FA25-687C-B666-FF6F-363FDB308E58}"/>
          </ac:inkMkLst>
        </pc:inkChg>
        <pc:inkChg chg="add">
          <ac:chgData name="Pete Dowty" userId="91aba14b6835b0ae" providerId="LiveId" clId="{19439AC1-6599-4CEB-9020-36158C74069D}" dt="2026-05-26T04:27:48.130" v="126"/>
          <ac:inkMkLst>
            <pc:docMk/>
            <pc:sldMk cId="1516653873" sldId="293"/>
            <ac:inkMk id="134" creationId="{EDFFE591-D14B-1311-294C-6E77BB4A9306}"/>
          </ac:inkMkLst>
        </pc:inkChg>
        <pc:inkChg chg="add">
          <ac:chgData name="Pete Dowty" userId="91aba14b6835b0ae" providerId="LiveId" clId="{19439AC1-6599-4CEB-9020-36158C74069D}" dt="2026-05-26T04:27:48.413" v="127"/>
          <ac:inkMkLst>
            <pc:docMk/>
            <pc:sldMk cId="1516653873" sldId="293"/>
            <ac:inkMk id="135" creationId="{EE21F543-4FB6-E3EE-E73C-142AE5754188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36" creationId="{AA1CBA3D-EA19-304D-8873-13D18BD872C8}"/>
          </ac:inkMkLst>
        </pc:inkChg>
        <pc:inkChg chg="add">
          <ac:chgData name="Pete Dowty" userId="91aba14b6835b0ae" providerId="LiveId" clId="{19439AC1-6599-4CEB-9020-36158C74069D}" dt="2026-05-26T04:27:49.063" v="129"/>
          <ac:inkMkLst>
            <pc:docMk/>
            <pc:sldMk cId="1516653873" sldId="293"/>
            <ac:inkMk id="137" creationId="{B0F3309A-2C8C-01D0-3C5F-2DB81813600C}"/>
          </ac:inkMkLst>
        </pc:inkChg>
        <pc:inkChg chg="add">
          <ac:chgData name="Pete Dowty" userId="91aba14b6835b0ae" providerId="LiveId" clId="{19439AC1-6599-4CEB-9020-36158C74069D}" dt="2026-05-26T04:27:49.401" v="130"/>
          <ac:inkMkLst>
            <pc:docMk/>
            <pc:sldMk cId="1516653873" sldId="293"/>
            <ac:inkMk id="138" creationId="{814290FF-C0E4-71B9-454E-F1E89BAB2EF4}"/>
          </ac:inkMkLst>
        </pc:inkChg>
        <pc:inkChg chg="add del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39" creationId="{59EEF7AD-7521-327C-17F4-39EB12592683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0" creationId="{DC477494-728B-F54A-7C1A-1EE09783BBCA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3" creationId="{793434A3-F9AC-E6F6-6A70-F744D97BC2AF}"/>
          </ac:inkMkLst>
        </pc:inkChg>
        <pc:inkChg chg="add del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4" creationId="{A5282AA4-B90A-78A2-3E73-90C347FF08CA}"/>
          </ac:inkMkLst>
        </pc:inkChg>
        <pc:inkChg chg="add del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5" creationId="{448FC0D0-60CF-DBCB-1FBB-BDDB492AEFCE}"/>
          </ac:inkMkLst>
        </pc:inkChg>
        <pc:inkChg chg="add del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6" creationId="{CCF683C5-022E-38B7-239E-1D2E678BA0B7}"/>
          </ac:inkMkLst>
        </pc:inkChg>
        <pc:inkChg chg="add del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7" creationId="{F3D27506-0304-CD31-0CB3-7E668EB90AAC}"/>
          </ac:inkMkLst>
        </pc:inkChg>
        <pc:inkChg chg="add reco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8" creationId="{C8867167-38E0-3126-651B-281E3C01D1F9}"/>
          </ac:inkMkLst>
        </pc:inkChg>
        <pc:inkChg chg="add">
          <ac:chgData name="Pete Dowty" userId="91aba14b6835b0ae" providerId="LiveId" clId="{19439AC1-6599-4CEB-9020-36158C74069D}" dt="2026-05-26T04:30:28.652" v="138"/>
          <ac:inkMkLst>
            <pc:docMk/>
            <pc:sldMk cId="1516653873" sldId="293"/>
            <ac:inkMk id="149" creationId="{13280FF5-9BBD-079F-C322-89AC215A1381}"/>
          </ac:inkMkLst>
        </pc:inkChg>
        <pc:inkChg chg="add">
          <ac:chgData name="Pete Dowty" userId="91aba14b6835b0ae" providerId="LiveId" clId="{19439AC1-6599-4CEB-9020-36158C74069D}" dt="2026-05-26T04:30:28.956" v="139"/>
          <ac:inkMkLst>
            <pc:docMk/>
            <pc:sldMk cId="1516653873" sldId="293"/>
            <ac:inkMk id="150" creationId="{B1E64D60-FAA7-2F18-7944-7B2BF25B8288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51" creationId="{EE6DDEF9-15F2-5DF7-03B3-20152F530EF7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52" creationId="{DAB203E5-0935-6E26-4EDA-E8AF1CE1CECB}"/>
          </ac:inkMkLst>
        </pc:inkChg>
        <pc:inkChg chg="add">
          <ac:chgData name="Pete Dowty" userId="91aba14b6835b0ae" providerId="LiveId" clId="{19439AC1-6599-4CEB-9020-36158C74069D}" dt="2026-05-26T04:30:30.355" v="142"/>
          <ac:inkMkLst>
            <pc:docMk/>
            <pc:sldMk cId="1516653873" sldId="293"/>
            <ac:inkMk id="153" creationId="{2829AB09-D958-10B8-D11C-6BAA29203DB1}"/>
          </ac:inkMkLst>
        </pc:inkChg>
        <pc:inkChg chg="add">
          <ac:chgData name="Pete Dowty" userId="91aba14b6835b0ae" providerId="LiveId" clId="{19439AC1-6599-4CEB-9020-36158C74069D}" dt="2026-05-26T04:30:30.705" v="143"/>
          <ac:inkMkLst>
            <pc:docMk/>
            <pc:sldMk cId="1516653873" sldId="293"/>
            <ac:inkMk id="154" creationId="{6D9EA546-AAF8-8641-2D37-5B6C7C6DA9E8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55" creationId="{F3ED37EC-83BE-FF57-C942-DA22AC316918}"/>
          </ac:inkMkLst>
        </pc:inkChg>
        <pc:inkChg chg="add">
          <ac:chgData name="Pete Dowty" userId="91aba14b6835b0ae" providerId="LiveId" clId="{19439AC1-6599-4CEB-9020-36158C74069D}" dt="2026-05-26T04:30:31.454" v="145"/>
          <ac:inkMkLst>
            <pc:docMk/>
            <pc:sldMk cId="1516653873" sldId="293"/>
            <ac:inkMk id="156" creationId="{B4A47ED0-85D4-A537-2D7A-03030AEE8AA6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57" creationId="{6EEC263E-A8BB-88D9-D861-DD087D90DBD8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58" creationId="{E9FF4FED-ACD6-2FAC-58F4-60AD2FD9808E}"/>
          </ac:inkMkLst>
        </pc:inkChg>
        <pc:inkChg chg="add">
          <ac:chgData name="Pete Dowty" userId="91aba14b6835b0ae" providerId="LiveId" clId="{19439AC1-6599-4CEB-9020-36158C74069D}" dt="2026-05-26T04:30:32.136" v="148"/>
          <ac:inkMkLst>
            <pc:docMk/>
            <pc:sldMk cId="1516653873" sldId="293"/>
            <ac:inkMk id="159" creationId="{FD25EFDD-68E6-293A-E154-E2EB201C2387}"/>
          </ac:inkMkLst>
        </pc:inkChg>
        <pc:inkChg chg="add">
          <ac:chgData name="Pete Dowty" userId="91aba14b6835b0ae" providerId="LiveId" clId="{19439AC1-6599-4CEB-9020-36158C74069D}" dt="2026-05-26T04:30:32.369" v="149"/>
          <ac:inkMkLst>
            <pc:docMk/>
            <pc:sldMk cId="1516653873" sldId="293"/>
            <ac:inkMk id="160" creationId="{8FEA9720-340D-7ADF-BC24-9D7A39138EEE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1" creationId="{13311A96-925A-D97C-35BB-024F5778894E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2" creationId="{D9441CB6-09B3-7382-AC8D-9A169EBA5DD2}"/>
          </ac:inkMkLst>
        </pc:inkChg>
        <pc:inkChg chg="add">
          <ac:chgData name="Pete Dowty" userId="91aba14b6835b0ae" providerId="LiveId" clId="{19439AC1-6599-4CEB-9020-36158C74069D}" dt="2026-05-26T04:30:33.071" v="152"/>
          <ac:inkMkLst>
            <pc:docMk/>
            <pc:sldMk cId="1516653873" sldId="293"/>
            <ac:inkMk id="163" creationId="{A2EC2D76-46B6-30FF-8BB6-BEE1309FE1A5}"/>
          </ac:inkMkLst>
        </pc:inkChg>
        <pc:inkChg chg="add">
          <ac:chgData name="Pete Dowty" userId="91aba14b6835b0ae" providerId="LiveId" clId="{19439AC1-6599-4CEB-9020-36158C74069D}" dt="2026-05-26T04:30:34.056" v="153"/>
          <ac:inkMkLst>
            <pc:docMk/>
            <pc:sldMk cId="1516653873" sldId="293"/>
            <ac:inkMk id="164" creationId="{DB627565-4234-F53C-6E97-751A8CDE8581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5" creationId="{2F1009BE-078E-FB87-B861-DED0117F2AB5}"/>
          </ac:inkMkLst>
        </pc:inkChg>
        <pc:inkChg chg="add">
          <ac:chgData name="Pete Dowty" userId="91aba14b6835b0ae" providerId="LiveId" clId="{19439AC1-6599-4CEB-9020-36158C74069D}" dt="2026-05-26T04:30:34.806" v="155"/>
          <ac:inkMkLst>
            <pc:docMk/>
            <pc:sldMk cId="1516653873" sldId="293"/>
            <ac:inkMk id="166" creationId="{6ED1E23A-6635-D0AE-C285-A9676E44C9D7}"/>
          </ac:inkMkLst>
        </pc:inkChg>
        <pc:inkChg chg="add del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7" creationId="{303A3222-BBFB-374C-F100-70DCC9590C8A}"/>
          </ac:inkMkLst>
        </pc:inkChg>
        <pc:inkChg chg="add">
          <ac:chgData name="Pete Dowty" userId="91aba14b6835b0ae" providerId="LiveId" clId="{19439AC1-6599-4CEB-9020-36158C74069D}" dt="2026-05-26T04:30:35.235" v="157"/>
          <ac:inkMkLst>
            <pc:docMk/>
            <pc:sldMk cId="1516653873" sldId="293"/>
            <ac:inkMk id="168" creationId="{40C78ED0-4068-B610-736F-01481BD3DE31}"/>
          </ac:inkMkLst>
        </pc:inkChg>
        <pc:inkChg chg="add reco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9" creationId="{2AEC2FBB-DA1E-82A3-167B-0AC9688BB7D8}"/>
          </ac:inkMkLst>
        </pc:inkChg>
        <pc:inkChg chg="add del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1" creationId="{0018BC5D-7BA6-60BC-86B8-1798ED8602BC}"/>
          </ac:inkMkLst>
        </pc:inkChg>
        <pc:inkChg chg="add del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2" creationId="{550594FF-0A97-1F3B-0D49-15212BA1FA3F}"/>
          </ac:inkMkLst>
        </pc:inkChg>
        <pc:inkChg chg="add del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3" creationId="{65848D4E-F80F-0EBC-6EBF-16DEE510DA45}"/>
          </ac:inkMkLst>
        </pc:inkChg>
        <pc:inkChg chg="add reco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4" creationId="{A795A658-FD09-1070-5441-1C571FF90340}"/>
          </ac:inkMkLst>
        </pc:inkChg>
        <pc:inkChg chg="add del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5" creationId="{EB4BAC59-B5DD-7EEC-F4B1-2FCF4C084EC6}"/>
          </ac:inkMkLst>
        </pc:inkChg>
        <pc:inkChg chg="add del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6" creationId="{48817CE9-6D1D-3005-24B2-67FD416DC392}"/>
          </ac:inkMkLst>
        </pc:inkChg>
        <pc:inkChg chg="add del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7" creationId="{0C37AEEB-D498-0FB6-FC2C-F3612A51333D}"/>
          </ac:inkMkLst>
        </pc:inkChg>
        <pc:inkChg chg="add del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8" creationId="{A1C2A027-F95C-3D53-7836-016EE1383D8C}"/>
          </ac:inkMkLst>
        </pc:inkChg>
        <pc:inkChg chg="add reco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9" creationId="{528E1CE3-0728-1860-D43A-DA874D56AB75}"/>
          </ac:inkMkLst>
        </pc:inkChg>
        <pc:inkChg chg="add">
          <ac:chgData name="Pete Dowty" userId="91aba14b6835b0ae" providerId="LiveId" clId="{19439AC1-6599-4CEB-9020-36158C74069D}" dt="2026-05-26T04:31:18.314" v="168"/>
          <ac:inkMkLst>
            <pc:docMk/>
            <pc:sldMk cId="1516653873" sldId="293"/>
            <ac:inkMk id="180" creationId="{5849F22E-C7CE-04CB-919D-736E82A4ED35}"/>
          </ac:inkMkLst>
        </pc:inkChg>
        <pc:inkChg chg="add">
          <ac:chgData name="Pete Dowty" userId="91aba14b6835b0ae" providerId="LiveId" clId="{19439AC1-6599-4CEB-9020-36158C74069D}" dt="2026-05-26T04:31:18.901" v="169"/>
          <ac:inkMkLst>
            <pc:docMk/>
            <pc:sldMk cId="1516653873" sldId="293"/>
            <ac:inkMk id="181" creationId="{FAEF0065-15D5-41CA-D7F2-C9BF975591E6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182" creationId="{09CCD27F-EC3F-96A3-D277-F93EB94B4A71}"/>
          </ac:inkMkLst>
        </pc:inkChg>
        <pc:inkChg chg="add">
          <ac:chgData name="Pete Dowty" userId="91aba14b6835b0ae" providerId="LiveId" clId="{19439AC1-6599-4CEB-9020-36158C74069D}" dt="2026-05-26T04:31:19.414" v="171"/>
          <ac:inkMkLst>
            <pc:docMk/>
            <pc:sldMk cId="1516653873" sldId="293"/>
            <ac:inkMk id="183" creationId="{36A211BC-7B04-A920-35F0-8786A11A3FC7}"/>
          </ac:inkMkLst>
        </pc:inkChg>
        <pc:inkChg chg="add">
          <ac:chgData name="Pete Dowty" userId="91aba14b6835b0ae" providerId="LiveId" clId="{19439AC1-6599-4CEB-9020-36158C74069D}" dt="2026-05-26T04:31:19.901" v="172"/>
          <ac:inkMkLst>
            <pc:docMk/>
            <pc:sldMk cId="1516653873" sldId="293"/>
            <ac:inkMk id="184" creationId="{5270C515-BB13-0ECD-9CF4-10D71DE5D43F}"/>
          </ac:inkMkLst>
        </pc:inkChg>
        <pc:inkChg chg="add">
          <ac:chgData name="Pete Dowty" userId="91aba14b6835b0ae" providerId="LiveId" clId="{19439AC1-6599-4CEB-9020-36158C74069D}" dt="2026-05-26T04:31:20.217" v="173"/>
          <ac:inkMkLst>
            <pc:docMk/>
            <pc:sldMk cId="1516653873" sldId="293"/>
            <ac:inkMk id="185" creationId="{DCEA59C4-0EDE-A36D-8C52-EDEF13CDECE1}"/>
          </ac:inkMkLst>
        </pc:inkChg>
        <pc:inkChg chg="add">
          <ac:chgData name="Pete Dowty" userId="91aba14b6835b0ae" providerId="LiveId" clId="{19439AC1-6599-4CEB-9020-36158C74069D}" dt="2026-05-26T04:31:20.801" v="174"/>
          <ac:inkMkLst>
            <pc:docMk/>
            <pc:sldMk cId="1516653873" sldId="293"/>
            <ac:inkMk id="186" creationId="{D591684D-8607-4F28-2E4F-0C384137388B}"/>
          </ac:inkMkLst>
        </pc:inkChg>
        <pc:inkChg chg="add">
          <ac:chgData name="Pete Dowty" userId="91aba14b6835b0ae" providerId="LiveId" clId="{19439AC1-6599-4CEB-9020-36158C74069D}" dt="2026-05-26T04:31:21.032" v="175"/>
          <ac:inkMkLst>
            <pc:docMk/>
            <pc:sldMk cId="1516653873" sldId="293"/>
            <ac:inkMk id="187" creationId="{947D2B9C-DC29-4E92-2B25-B989F6CD0412}"/>
          </ac:inkMkLst>
        </pc:inkChg>
        <pc:inkChg chg="add">
          <ac:chgData name="Pete Dowty" userId="91aba14b6835b0ae" providerId="LiveId" clId="{19439AC1-6599-4CEB-9020-36158C74069D}" dt="2026-05-26T04:31:21.336" v="176"/>
          <ac:inkMkLst>
            <pc:docMk/>
            <pc:sldMk cId="1516653873" sldId="293"/>
            <ac:inkMk id="188" creationId="{ECB3FB58-B1C0-CE61-FA23-4B0A1A6F9BDB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189" creationId="{1B36A57D-598E-D765-2BAE-50A2FDDF84ED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190" creationId="{C58EF3BD-120A-6A53-BBBD-BA5EA7697125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191" creationId="{D1EAD9D9-98F6-5217-F288-3A3616C42F5A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192" creationId="{DDE20D62-0003-35D2-0CA9-9D44128B866F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193" creationId="{CBD6C467-F82C-9C37-96EF-1CD969B9ACC4}"/>
          </ac:inkMkLst>
        </pc:inkChg>
        <pc:inkChg chg="add">
          <ac:chgData name="Pete Dowty" userId="91aba14b6835b0ae" providerId="LiveId" clId="{19439AC1-6599-4CEB-9020-36158C74069D}" dt="2026-05-26T04:31:24.817" v="182"/>
          <ac:inkMkLst>
            <pc:docMk/>
            <pc:sldMk cId="1516653873" sldId="293"/>
            <ac:inkMk id="194" creationId="{A193622B-2F92-77FF-23EE-E2367B9878DA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195" creationId="{18377C28-B13D-BDF9-73B4-F17C5A8C95AD}"/>
          </ac:inkMkLst>
        </pc:inkChg>
        <pc:inkChg chg="add">
          <ac:chgData name="Pete Dowty" userId="91aba14b6835b0ae" providerId="LiveId" clId="{19439AC1-6599-4CEB-9020-36158C74069D}" dt="2026-05-26T04:31:25.301" v="184"/>
          <ac:inkMkLst>
            <pc:docMk/>
            <pc:sldMk cId="1516653873" sldId="293"/>
            <ac:inkMk id="196" creationId="{0294F273-E223-31D3-3526-A84B5C85EB02}"/>
          </ac:inkMkLst>
        </pc:inkChg>
        <pc:inkChg chg="add">
          <ac:chgData name="Pete Dowty" userId="91aba14b6835b0ae" providerId="LiveId" clId="{19439AC1-6599-4CEB-9020-36158C74069D}" dt="2026-05-26T04:31:25.650" v="185"/>
          <ac:inkMkLst>
            <pc:docMk/>
            <pc:sldMk cId="1516653873" sldId="293"/>
            <ac:inkMk id="197" creationId="{C1C9AC28-3006-DB60-4492-BE974B3510E7}"/>
          </ac:inkMkLst>
        </pc:inkChg>
        <pc:inkChg chg="add">
          <ac:chgData name="Pete Dowty" userId="91aba14b6835b0ae" providerId="LiveId" clId="{19439AC1-6599-4CEB-9020-36158C74069D}" dt="2026-05-26T04:31:26.234" v="186"/>
          <ac:inkMkLst>
            <pc:docMk/>
            <pc:sldMk cId="1516653873" sldId="293"/>
            <ac:inkMk id="198" creationId="{3763C198-2DDC-3543-CE04-31BC889F85E4}"/>
          </ac:inkMkLst>
        </pc:inkChg>
        <pc:inkChg chg="add">
          <ac:chgData name="Pete Dowty" userId="91aba14b6835b0ae" providerId="LiveId" clId="{19439AC1-6599-4CEB-9020-36158C74069D}" dt="2026-05-26T04:31:26.430" v="187"/>
          <ac:inkMkLst>
            <pc:docMk/>
            <pc:sldMk cId="1516653873" sldId="293"/>
            <ac:inkMk id="199" creationId="{0B0E2F7D-6DDD-1400-CF08-61154DCDC2D1}"/>
          </ac:inkMkLst>
        </pc:inkChg>
        <pc:inkChg chg="add">
          <ac:chgData name="Pete Dowty" userId="91aba14b6835b0ae" providerId="LiveId" clId="{19439AC1-6599-4CEB-9020-36158C74069D}" dt="2026-05-26T04:31:26.613" v="188"/>
          <ac:inkMkLst>
            <pc:docMk/>
            <pc:sldMk cId="1516653873" sldId="293"/>
            <ac:inkMk id="200" creationId="{96A8D4E1-3D9A-D257-D9D6-EB0862F48A7C}"/>
          </ac:inkMkLst>
        </pc:inkChg>
        <pc:inkChg chg="add">
          <ac:chgData name="Pete Dowty" userId="91aba14b6835b0ae" providerId="LiveId" clId="{19439AC1-6599-4CEB-9020-36158C74069D}" dt="2026-05-26T04:31:26.796" v="189"/>
          <ac:inkMkLst>
            <pc:docMk/>
            <pc:sldMk cId="1516653873" sldId="293"/>
            <ac:inkMk id="201" creationId="{856D0FFF-9BA3-4D24-C571-69A5D6F9CE76}"/>
          </ac:inkMkLst>
        </pc:inkChg>
        <pc:inkChg chg="add">
          <ac:chgData name="Pete Dowty" userId="91aba14b6835b0ae" providerId="LiveId" clId="{19439AC1-6599-4CEB-9020-36158C74069D}" dt="2026-05-26T04:31:27.381" v="190"/>
          <ac:inkMkLst>
            <pc:docMk/>
            <pc:sldMk cId="1516653873" sldId="293"/>
            <ac:inkMk id="202" creationId="{1AE6FEC6-7D19-F99F-C61F-A8342AD74EB1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203" creationId="{6976EE08-477A-2D3F-5C66-B4EDD0F6B6EA}"/>
          </ac:inkMkLst>
        </pc:inkChg>
        <pc:inkChg chg="add">
          <ac:chgData name="Pete Dowty" userId="91aba14b6835b0ae" providerId="LiveId" clId="{19439AC1-6599-4CEB-9020-36158C74069D}" dt="2026-05-26T04:31:28.763" v="192"/>
          <ac:inkMkLst>
            <pc:docMk/>
            <pc:sldMk cId="1516653873" sldId="293"/>
            <ac:inkMk id="204" creationId="{CBD91E5A-1F1F-F13B-3955-9BDF1003593B}"/>
          </ac:inkMkLst>
        </pc:inkChg>
        <pc:inkChg chg="add">
          <ac:chgData name="Pete Dowty" userId="91aba14b6835b0ae" providerId="LiveId" clId="{19439AC1-6599-4CEB-9020-36158C74069D}" dt="2026-05-26T04:31:29.213" v="193"/>
          <ac:inkMkLst>
            <pc:docMk/>
            <pc:sldMk cId="1516653873" sldId="293"/>
            <ac:inkMk id="205" creationId="{70B51D34-4505-57E4-1558-6CCD37937D3D}"/>
          </ac:inkMkLst>
        </pc:inkChg>
        <pc:inkChg chg="add del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206" creationId="{7BEFBD41-E3C1-643C-3CDB-66D24F2DAFBB}"/>
          </ac:inkMkLst>
        </pc:inkChg>
        <pc:inkChg chg="add">
          <ac:chgData name="Pete Dowty" userId="91aba14b6835b0ae" providerId="LiveId" clId="{19439AC1-6599-4CEB-9020-36158C74069D}" dt="2026-05-26T04:31:29.563" v="195"/>
          <ac:inkMkLst>
            <pc:docMk/>
            <pc:sldMk cId="1516653873" sldId="293"/>
            <ac:inkMk id="207" creationId="{F906EFDD-8CBD-AF31-CEF3-8FDD7B57CEF6}"/>
          </ac:inkMkLst>
        </pc:inkChg>
        <pc:inkChg chg="add reco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209" creationId="{A702B7C0-565B-B309-47C1-0B082DD7E857}"/>
          </ac:inkMkLst>
        </pc:inkChg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2" creationId="{E490B901-F42C-4C50-882A-BC09E762D007}"/>
          </ac:inkMkLst>
        </pc:inkChg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3" creationId="{9AA7E12A-252B-3004-7298-8593178F8F6F}"/>
          </ac:inkMkLst>
        </pc:inkChg>
        <pc:inkChg chg="add">
          <ac:chgData name="Pete Dowty" userId="91aba14b6835b0ae" providerId="LiveId" clId="{19439AC1-6599-4CEB-9020-36158C74069D}" dt="2026-05-26T04:49:23.556" v="308"/>
          <ac:inkMkLst>
            <pc:docMk/>
            <pc:sldMk cId="1227621520" sldId="295"/>
            <ac:inkMk id="4" creationId="{B11716B5-CC82-FE6D-CC4F-46291EAC40E3}"/>
          </ac:inkMkLst>
        </pc:inkChg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5" creationId="{24E608D6-FAA9-0DB5-9B2A-EB79206EF3B2}"/>
          </ac:inkMkLst>
        </pc:inkChg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6" creationId="{A7AB7FCF-6AD3-F844-72E5-CCB694365CF4}"/>
          </ac:inkMkLst>
        </pc:inkChg>
        <pc:inkChg chg="add">
          <ac:chgData name="Pete Dowty" userId="91aba14b6835b0ae" providerId="LiveId" clId="{19439AC1-6599-4CEB-9020-36158C74069D}" dt="2026-05-26T04:49:24.675" v="311"/>
          <ac:inkMkLst>
            <pc:docMk/>
            <pc:sldMk cId="1227621520" sldId="295"/>
            <ac:inkMk id="7" creationId="{E3A3631A-2045-1FC6-5431-D58459B31F70}"/>
          </ac:inkMkLst>
        </pc:inkChg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8" creationId="{249F1943-40EC-65C1-4DC7-188D6807B8C2}"/>
          </ac:inkMkLst>
        </pc:inkChg>
        <pc:inkChg chg="add">
          <ac:chgData name="Pete Dowty" userId="91aba14b6835b0ae" providerId="LiveId" clId="{19439AC1-6599-4CEB-9020-36158C74069D}" dt="2026-05-26T04:49:25.523" v="313"/>
          <ac:inkMkLst>
            <pc:docMk/>
            <pc:sldMk cId="1227621520" sldId="295"/>
            <ac:inkMk id="9" creationId="{E5918870-A9A1-3896-1372-B965AA829D58}"/>
          </ac:inkMkLst>
        </pc:inkChg>
        <pc:inkChg chg="add">
          <ac:chgData name="Pete Dowty" userId="91aba14b6835b0ae" providerId="LiveId" clId="{19439AC1-6599-4CEB-9020-36158C74069D}" dt="2026-05-26T04:49:25.790" v="314"/>
          <ac:inkMkLst>
            <pc:docMk/>
            <pc:sldMk cId="1227621520" sldId="295"/>
            <ac:inkMk id="10" creationId="{E5686450-7A6A-40E2-A13F-56460911D315}"/>
          </ac:inkMkLst>
        </pc:inkChg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1" creationId="{799D4921-D023-EB51-8420-6A09516CE5D7}"/>
          </ac:inkMkLst>
        </pc:inkChg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2" creationId="{3F1B4043-51C0-2582-BE1C-0A6FE39EDA40}"/>
          </ac:inkMkLst>
        </pc:inkChg>
        <pc:inkChg chg="add del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3" creationId="{A0FA5802-F8CD-1B6F-4154-A78DED9A74D5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del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17" creationId="{BECBC375-C854-BECF-A0D9-DB162F57D23A}"/>
          </ac:inkMkLst>
        </pc:inkChg>
        <pc:inkChg chg="add del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18" creationId="{1B4482CE-6AB8-9DD6-6CD1-54F8955B81D0}"/>
          </ac:inkMkLst>
        </pc:inkChg>
        <pc:inkChg chg="add">
          <ac:chgData name="Pete Dowty" userId="91aba14b6835b0ae" providerId="LiveId" clId="{19439AC1-6599-4CEB-9020-36158C74069D}" dt="2026-05-26T04:49:29.356" v="321"/>
          <ac:inkMkLst>
            <pc:docMk/>
            <pc:sldMk cId="1227621520" sldId="295"/>
            <ac:inkMk id="19" creationId="{D206A376-A54C-9CC3-508E-B6E0FA596A47}"/>
          </ac:inkMkLst>
        </pc:inkChg>
        <pc:inkChg chg="add del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0" creationId="{0144A15E-3484-090F-F721-66B3E0E0C50B}"/>
          </ac:inkMkLst>
        </pc:inkChg>
        <pc:inkChg chg="add del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1" creationId="{87B7F77E-AC88-36C3-8237-3397ED721072}"/>
          </ac:inkMkLst>
        </pc:inkChg>
        <pc:inkChg chg="add del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2" creationId="{E4690852-4151-2F81-AE0D-5E38464C9CCC}"/>
          </ac:inkMkLst>
        </pc:inkChg>
        <pc:inkChg chg="add">
          <ac:chgData name="Pete Dowty" userId="91aba14b6835b0ae" providerId="LiveId" clId="{19439AC1-6599-4CEB-9020-36158C74069D}" dt="2026-05-26T04:49:31.688" v="325"/>
          <ac:inkMkLst>
            <pc:docMk/>
            <pc:sldMk cId="1227621520" sldId="295"/>
            <ac:inkMk id="23" creationId="{F3450D0A-E750-62DF-4C32-E67D822D1AAB}"/>
          </ac:inkMkLst>
        </pc:inkChg>
        <pc:inkChg chg="add">
          <ac:chgData name="Pete Dowty" userId="91aba14b6835b0ae" providerId="LiveId" clId="{19439AC1-6599-4CEB-9020-36158C74069D}" dt="2026-05-26T04:49:31.989" v="326"/>
          <ac:inkMkLst>
            <pc:docMk/>
            <pc:sldMk cId="1227621520" sldId="295"/>
            <ac:inkMk id="24" creationId="{CC5343A3-317F-BA50-EB99-B6DD4DE21E74}"/>
          </ac:inkMkLst>
        </pc:inkChg>
        <pc:inkChg chg="add">
          <ac:chgData name="Pete Dowty" userId="91aba14b6835b0ae" providerId="LiveId" clId="{19439AC1-6599-4CEB-9020-36158C74069D}" dt="2026-05-26T04:49:32.138" v="327"/>
          <ac:inkMkLst>
            <pc:docMk/>
            <pc:sldMk cId="1227621520" sldId="295"/>
            <ac:inkMk id="25" creationId="{BFC28DD0-1A44-0FC8-7835-9C58D0927E42}"/>
          </ac:inkMkLst>
        </pc:inkChg>
        <pc:inkChg chg="add del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6" creationId="{D80738A5-C680-1E13-460E-C2D48F322159}"/>
          </ac:inkMkLst>
        </pc:inkChg>
        <pc:inkChg chg="add del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7" creationId="{ECC4BCA0-3574-045D-DB9B-F0156485BB68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del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2" creationId="{E3FA98FD-B1A8-5EDF-279D-3BB1E0C1421E}"/>
          </ac:inkMkLst>
        </pc:inkChg>
        <pc:inkChg chg="add del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3" creationId="{28908D8A-016A-85E4-6F66-57AB26346ACC}"/>
          </ac:inkMkLst>
        </pc:inkChg>
        <pc:inkChg chg="add del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4" creationId="{B70E603B-7B64-42AE-4B21-D8D0A2CA8B6E}"/>
          </ac:inkMkLst>
        </pc:inkChg>
        <pc:inkChg chg="add del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5" creationId="{2BD0BDAF-4441-A00C-4318-18933C4B96FD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37" creationId="{84A54E96-D106-A4C1-3B95-C208DA51ABDB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38" creationId="{AF2B07A7-D0C6-7F33-626C-C68608064EB1}"/>
          </ac:inkMkLst>
        </pc:inkChg>
        <pc:inkChg chg="add">
          <ac:chgData name="Pete Dowty" userId="91aba14b6835b0ae" providerId="LiveId" clId="{19439AC1-6599-4CEB-9020-36158C74069D}" dt="2026-05-26T04:50:10.186" v="338"/>
          <ac:inkMkLst>
            <pc:docMk/>
            <pc:sldMk cId="1227621520" sldId="295"/>
            <ac:inkMk id="39" creationId="{BB390391-4F5B-F8C0-1C3B-7199614C2E6B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0" creationId="{7E4518E2-D34D-F9D2-BF9B-832D26241B40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1" creationId="{A6312311-A01F-F33C-8CB4-62EEA29B9F14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2" creationId="{A2354AEB-361A-A756-0915-E485A975F9D3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3" creationId="{01332BF5-6511-564D-F41A-FB2672CF615B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4" creationId="{0F0E942C-9AEF-CB08-2001-C7A86B5B2450}"/>
          </ac:inkMkLst>
        </pc:inkChg>
        <pc:inkChg chg="add">
          <ac:chgData name="Pete Dowty" userId="91aba14b6835b0ae" providerId="LiveId" clId="{19439AC1-6599-4CEB-9020-36158C74069D}" dt="2026-05-26T04:50:12.302" v="344"/>
          <ac:inkMkLst>
            <pc:docMk/>
            <pc:sldMk cId="1227621520" sldId="295"/>
            <ac:inkMk id="45" creationId="{4426A698-66A7-D322-BA59-2DF93428EC2A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6" creationId="{6CB62225-0C1E-6FC1-4B61-42BCFB1B72D7}"/>
          </ac:inkMkLst>
        </pc:inkChg>
        <pc:inkChg chg="add del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7" creationId="{0087D55C-6406-942F-9B68-B105376DFDC0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del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49" creationId="{802C1C3A-CD4E-B63B-4A7D-E0D938A46854}"/>
          </ac:inkMkLst>
        </pc:inkChg>
        <pc:inkChg chg="add">
          <ac:chgData name="Pete Dowty" userId="91aba14b6835b0ae" providerId="LiveId" clId="{19439AC1-6599-4CEB-9020-36158C74069D}" dt="2026-05-26T04:50:14.318" v="349"/>
          <ac:inkMkLst>
            <pc:docMk/>
            <pc:sldMk cId="1227621520" sldId="295"/>
            <ac:inkMk id="50" creationId="{3DD17CE4-6589-EFFC-2014-FF8777534742}"/>
          </ac:inkMkLst>
        </pc:inkChg>
        <pc:inkChg chg="add del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51" creationId="{EEC8CD0F-E45E-2923-2914-E88FE2D840BC}"/>
          </ac:inkMkLst>
        </pc:inkChg>
        <pc:inkChg chg="add del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52" creationId="{AFB2788A-37B3-EA2C-9657-E8B9A7E2BBAE}"/>
          </ac:inkMkLst>
        </pc:inkChg>
        <pc:inkChg chg="add del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53" creationId="{FFCFF305-74E6-6D44-8221-5B2CA6470CD4}"/>
          </ac:inkMkLst>
        </pc:inkChg>
        <pc:inkChg chg="add del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54" creationId="{8EBA3E3C-5858-02AF-C394-35200E1B2E95}"/>
          </ac:inkMkLst>
        </pc:inkChg>
        <pc:inkChg chg="add">
          <ac:chgData name="Pete Dowty" userId="91aba14b6835b0ae" providerId="LiveId" clId="{19439AC1-6599-4CEB-9020-36158C74069D}" dt="2026-05-26T04:50:15.818" v="354"/>
          <ac:inkMkLst>
            <pc:docMk/>
            <pc:sldMk cId="1227621520" sldId="295"/>
            <ac:inkMk id="55" creationId="{2E919152-A827-A4A8-C804-360EC87FC396}"/>
          </ac:inkMkLst>
        </pc:inkChg>
        <pc:inkChg chg="add">
          <ac:chgData name="Pete Dowty" userId="91aba14b6835b0ae" providerId="LiveId" clId="{19439AC1-6599-4CEB-9020-36158C74069D}" dt="2026-05-26T04:50:16.135" v="355"/>
          <ac:inkMkLst>
            <pc:docMk/>
            <pc:sldMk cId="1227621520" sldId="295"/>
            <ac:inkMk id="56" creationId="{89A6E412-5F5F-8CAD-3172-E3C433DD3C7C}"/>
          </ac:inkMkLst>
        </pc:inkChg>
        <pc:inkChg chg="add">
          <ac:chgData name="Pete Dowty" userId="91aba14b6835b0ae" providerId="LiveId" clId="{19439AC1-6599-4CEB-9020-36158C74069D}" dt="2026-05-26T04:50:16.384" v="356"/>
          <ac:inkMkLst>
            <pc:docMk/>
            <pc:sldMk cId="1227621520" sldId="295"/>
            <ac:inkMk id="57" creationId="{49F8A9A3-9904-FE0B-02BA-102AD5DC98C0}"/>
          </ac:inkMkLst>
        </pc:inkChg>
        <pc:inkChg chg="add">
          <ac:chgData name="Pete Dowty" userId="91aba14b6835b0ae" providerId="LiveId" clId="{19439AC1-6599-4CEB-9020-36158C74069D}" dt="2026-05-26T04:50:16.765" v="357"/>
          <ac:inkMkLst>
            <pc:docMk/>
            <pc:sldMk cId="1227621520" sldId="295"/>
            <ac:inkMk id="58" creationId="{0FD79D60-5347-66F5-4384-AEE227EE4800}"/>
          </ac:inkMkLst>
        </pc:inkChg>
        <pc:inkChg chg="add del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59" creationId="{C551833A-14B3-813C-6545-571262FFA2DA}"/>
          </ac:inkMkLst>
        </pc:inkChg>
        <pc:inkChg chg="add">
          <ac:chgData name="Pete Dowty" userId="91aba14b6835b0ae" providerId="LiveId" clId="{19439AC1-6599-4CEB-9020-36158C74069D}" dt="2026-05-26T04:50:17.380" v="359"/>
          <ac:inkMkLst>
            <pc:docMk/>
            <pc:sldMk cId="1227621520" sldId="295"/>
            <ac:inkMk id="60" creationId="{7A82CA78-FC24-D292-D228-C8E47298DA6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del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65" creationId="{C74FB800-FCBD-5ABC-1976-4E728F07D149}"/>
          </ac:inkMkLst>
        </pc:inkChg>
        <pc:inkChg chg="add del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66" creationId="{CAB3BA83-638B-1492-BE2A-42AC6FAAFA20}"/>
          </ac:inkMkLst>
        </pc:inkChg>
        <pc:inkChg chg="add del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67" creationId="{6DBACA55-5874-30D0-53E6-9FB1254FA107}"/>
          </ac:inkMkLst>
        </pc:inkChg>
        <pc:inkChg chg="add del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68" creationId="{620382E1-D755-100E-6434-7047949030FD}"/>
          </ac:inkMkLst>
        </pc:inkChg>
        <pc:inkChg chg="add del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69" creationId="{E96F4313-AE0D-7CF7-A104-FC4B1D882976}"/>
          </ac:inkMkLst>
        </pc:inkChg>
        <pc:inkChg chg="add del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0" creationId="{209AED83-029A-3433-19C5-C67BB18B60CC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del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2" creationId="{42D0BF8C-AA47-4ECE-A136-BF28376B1764}"/>
          </ac:inkMkLst>
        </pc:inkChg>
        <pc:inkChg chg="add del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3" creationId="{9129F23C-7368-C080-2F75-B74E4987A3D4}"/>
          </ac:inkMkLst>
        </pc:inkChg>
        <pc:inkChg chg="add del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4" creationId="{A64B4CCA-6EB0-80E6-8310-A00DAC2A2DC4}"/>
          </ac:inkMkLst>
        </pc:inkChg>
        <pc:inkChg chg="add del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5" creationId="{75044563-E809-EE2D-AE45-DC5EBCC05B19}"/>
          </ac:inkMkLst>
        </pc:inkChg>
        <pc:inkChg chg="add del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6" creationId="{86BF9DD7-1C25-9CEF-E6BE-84E4FF03E58C}"/>
          </ac:inkMkLst>
        </pc:inkChg>
        <pc:inkChg chg="add del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7" creationId="{40599B15-C85F-70DD-A920-AE2DE131B111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del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79" creationId="{3E81C9CA-D703-C6E2-C5C0-665BBE904EB1}"/>
          </ac:inkMkLst>
        </pc:inkChg>
        <pc:inkChg chg="add del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0" creationId="{44553922-D619-A9DC-08CF-F3D0E3A2AE11}"/>
          </ac:inkMkLst>
        </pc:inkChg>
        <pc:inkChg chg="add del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1" creationId="{C89E4F91-895F-D41E-517F-66A96CAB3F09}"/>
          </ac:inkMkLst>
        </pc:inkChg>
        <pc:inkChg chg="add del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2" creationId="{A0038BC9-FCC7-23C2-5EB4-437FAC85C8B2}"/>
          </ac:inkMkLst>
        </pc:inkChg>
        <pc:inkChg chg="add del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3" creationId="{FC001FCE-F099-68BC-B8EC-EE35D3C720B7}"/>
          </ac:inkMkLst>
        </pc:inkChg>
        <pc:inkChg chg="add del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4" creationId="{B3FF1388-8F38-9285-9E54-497F25BCEB66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del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86" creationId="{C29863BB-F11B-BEA7-428F-365BAC692A85}"/>
          </ac:inkMkLst>
        </pc:inkChg>
        <pc:inkChg chg="add del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87" creationId="{1A9ACFF3-4704-1CC8-3CD6-D1108298A80B}"/>
          </ac:inkMkLst>
        </pc:inkChg>
        <pc:inkChg chg="add del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88" creationId="{0C21BF6C-4012-D5F9-7A0D-6CDBF3115490}"/>
          </ac:inkMkLst>
        </pc:inkChg>
        <pc:inkChg chg="add del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89" creationId="{CB064B54-FABA-D76E-EB35-317EE72EAACA}"/>
          </ac:inkMkLst>
        </pc:inkChg>
        <pc:inkChg chg="add del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0" creationId="{8ED94DD8-44EC-F252-A0C0-A49997166D18}"/>
          </ac:inkMkLst>
        </pc:inkChg>
        <pc:inkChg chg="add del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1" creationId="{A25A3599-1D88-86AE-E52C-D6DA63EBE6F0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">
          <ac:chgData name="Pete Dowty" userId="91aba14b6835b0ae" providerId="LiveId" clId="{19439AC1-6599-4CEB-9020-36158C74069D}" dt="2026-05-26T04:55:42.306" v="507"/>
          <ac:inkMkLst>
            <pc:docMk/>
            <pc:sldMk cId="1227621520" sldId="295"/>
            <ac:inkMk id="93" creationId="{09A5ACDF-3C2A-0A35-A956-95A445F580A6}"/>
          </ac:inkMkLst>
        </pc:inkChg>
        <pc:inkChg chg="add">
          <ac:chgData name="Pete Dowty" userId="91aba14b6835b0ae" providerId="LiveId" clId="{19439AC1-6599-4CEB-9020-36158C74069D}" dt="2026-05-26T04:55:42.790" v="508"/>
          <ac:inkMkLst>
            <pc:docMk/>
            <pc:sldMk cId="1227621520" sldId="295"/>
            <ac:inkMk id="94" creationId="{B31AC821-264B-ABED-8091-07B60FEE9201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95" creationId="{990DAFFA-9403-346D-08F3-6298353BF186}"/>
          </ac:inkMkLst>
        </pc:inkChg>
        <pc:inkChg chg="add">
          <ac:chgData name="Pete Dowty" userId="91aba14b6835b0ae" providerId="LiveId" clId="{19439AC1-6599-4CEB-9020-36158C74069D}" dt="2026-05-26T04:55:43.455" v="510"/>
          <ac:inkMkLst>
            <pc:docMk/>
            <pc:sldMk cId="1227621520" sldId="295"/>
            <ac:inkMk id="96" creationId="{5886845D-0FC9-DED9-E4B0-0CA082828025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97" creationId="{EE406C76-BFFF-9427-A1A2-34185CF9D79D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98" creationId="{CACFD2DF-7B6C-422B-FD87-1361579E6E01}"/>
          </ac:inkMkLst>
        </pc:inkChg>
        <pc:inkChg chg="add">
          <ac:chgData name="Pete Dowty" userId="91aba14b6835b0ae" providerId="LiveId" clId="{19439AC1-6599-4CEB-9020-36158C74069D}" dt="2026-05-26T04:55:44.388" v="513"/>
          <ac:inkMkLst>
            <pc:docMk/>
            <pc:sldMk cId="1227621520" sldId="295"/>
            <ac:inkMk id="99" creationId="{8BB91F30-7630-F930-3A72-7E780ACC7F88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00" creationId="{C3E02F02-2AEC-3B72-76E9-2733DA98F304}"/>
          </ac:inkMkLst>
        </pc:inkChg>
        <pc:inkChg chg="add">
          <ac:chgData name="Pete Dowty" userId="91aba14b6835b0ae" providerId="LiveId" clId="{19439AC1-6599-4CEB-9020-36158C74069D}" dt="2026-05-26T04:55:45.090" v="515"/>
          <ac:inkMkLst>
            <pc:docMk/>
            <pc:sldMk cId="1227621520" sldId="295"/>
            <ac:inkMk id="101" creationId="{6E23481C-A05E-5075-B854-0BAEC8742ACE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02" creationId="{A4521DD8-3D0E-7AED-7570-03C6B6FB860B}"/>
          </ac:inkMkLst>
        </pc:inkChg>
        <pc:inkChg chg="add">
          <ac:chgData name="Pete Dowty" userId="91aba14b6835b0ae" providerId="LiveId" clId="{19439AC1-6599-4CEB-9020-36158C74069D}" dt="2026-05-26T04:55:45.622" v="517"/>
          <ac:inkMkLst>
            <pc:docMk/>
            <pc:sldMk cId="1227621520" sldId="295"/>
            <ac:inkMk id="103" creationId="{69766948-4CE6-ED7D-0715-3A7F22403819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04" creationId="{948217B1-BCD5-5A3B-B482-DF833E3319D8}"/>
          </ac:inkMkLst>
        </pc:inkChg>
        <pc:inkChg chg="add">
          <ac:chgData name="Pete Dowty" userId="91aba14b6835b0ae" providerId="LiveId" clId="{19439AC1-6599-4CEB-9020-36158C74069D}" dt="2026-05-26T04:55:46.391" v="519"/>
          <ac:inkMkLst>
            <pc:docMk/>
            <pc:sldMk cId="1227621520" sldId="295"/>
            <ac:inkMk id="105" creationId="{8C8FEAF4-798E-53A9-10F5-54DD5C90EC26}"/>
          </ac:inkMkLst>
        </pc:inkChg>
        <pc:inkChg chg="add">
          <ac:chgData name="Pete Dowty" userId="91aba14b6835b0ae" providerId="LiveId" clId="{19439AC1-6599-4CEB-9020-36158C74069D}" dt="2026-05-26T04:55:46.723" v="520"/>
          <ac:inkMkLst>
            <pc:docMk/>
            <pc:sldMk cId="1227621520" sldId="295"/>
            <ac:inkMk id="106" creationId="{9BF6D5B8-4ECE-E1F4-0BAB-46F2DB5FF367}"/>
          </ac:inkMkLst>
        </pc:inkChg>
        <pc:inkChg chg="add">
          <ac:chgData name="Pete Dowty" userId="91aba14b6835b0ae" providerId="LiveId" clId="{19439AC1-6599-4CEB-9020-36158C74069D}" dt="2026-05-26T04:55:47.188" v="521"/>
          <ac:inkMkLst>
            <pc:docMk/>
            <pc:sldMk cId="1227621520" sldId="295"/>
            <ac:inkMk id="107" creationId="{8884019D-B510-22FE-A46E-8C319B4C63C0}"/>
          </ac:inkMkLst>
        </pc:inkChg>
        <pc:inkChg chg="add">
          <ac:chgData name="Pete Dowty" userId="91aba14b6835b0ae" providerId="LiveId" clId="{19439AC1-6599-4CEB-9020-36158C74069D}" dt="2026-05-26T04:55:48.255" v="522"/>
          <ac:inkMkLst>
            <pc:docMk/>
            <pc:sldMk cId="1227621520" sldId="295"/>
            <ac:inkMk id="108" creationId="{79CE9F88-FF4E-1C37-7797-367AD8292C14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09" creationId="{F157A51F-A9BD-67F2-E933-70CF0BB18FAE}"/>
          </ac:inkMkLst>
        </pc:inkChg>
        <pc:inkChg chg="add del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0" creationId="{BED00F0B-7790-CEF5-1967-1EBBCD8D789C}"/>
          </ac:inkMkLst>
        </pc:inkChg>
        <pc:inkChg chg="add">
          <ac:chgData name="Pete Dowty" userId="91aba14b6835b0ae" providerId="LiveId" clId="{19439AC1-6599-4CEB-9020-36158C74069D}" dt="2026-05-26T04:55:49.538" v="525"/>
          <ac:inkMkLst>
            <pc:docMk/>
            <pc:sldMk cId="1227621520" sldId="295"/>
            <ac:inkMk id="111" creationId="{D1D4CEEA-411D-B779-ADA2-DEDC2D563DC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14" creationId="{B1421681-8873-266A-5173-53EF7A52731F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15" creationId="{FABEAE28-BC51-68E3-B45C-CD90DBCB0305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16" creationId="{63F63E54-1FF8-430D-4F10-66531617AEE2}"/>
          </ac:inkMkLst>
        </pc:inkChg>
        <pc:inkChg chg="add">
          <ac:chgData name="Pete Dowty" userId="91aba14b6835b0ae" providerId="LiveId" clId="{19439AC1-6599-4CEB-9020-36158C74069D}" dt="2026-05-26T04:56:04.985" v="530"/>
          <ac:inkMkLst>
            <pc:docMk/>
            <pc:sldMk cId="1227621520" sldId="295"/>
            <ac:inkMk id="117" creationId="{7EC9DAA4-2E05-3F92-8099-A8A68A32F568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18" creationId="{9BD68933-0754-5148-D4A4-7E4F9A547203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19" creationId="{329B1CA7-763B-8E96-BE4C-EDC9100D4C0B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20" creationId="{E421C382-A1B2-08D7-7B03-CF3431089C84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21" creationId="{FF9CB55E-F02A-7C26-AED9-A7EF4284FF84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22" creationId="{45B8D89A-7DFE-DDA7-4AB5-13274A2D2F12}"/>
          </ac:inkMkLst>
        </pc:inkChg>
        <pc:inkChg chg="add del">
          <ac:chgData name="Pete Dowty" userId="91aba14b6835b0ae" providerId="LiveId" clId="{19439AC1-6599-4CEB-9020-36158C74069D}" dt="2026-05-26T04:56:08.049" v="538"/>
          <ac:inkMkLst>
            <pc:docMk/>
            <pc:sldMk cId="1227621520" sldId="295"/>
            <ac:inkMk id="123" creationId="{D6669715-C0A8-26E0-85E4-5FC9A0CAE8F5}"/>
          </ac:inkMkLst>
        </pc:inkChg>
        <pc:inkChg chg="add">
          <ac:chgData name="Pete Dowty" userId="91aba14b6835b0ae" providerId="LiveId" clId="{19439AC1-6599-4CEB-9020-36158C74069D}" dt="2026-05-26T04:56:07.519" v="537"/>
          <ac:inkMkLst>
            <pc:docMk/>
            <pc:sldMk cId="1227621520" sldId="295"/>
            <ac:inkMk id="124" creationId="{C4D92A55-4469-E91E-5B0A-E9EADB375E22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26" creationId="{EDC4709A-6436-D936-8558-3FA1592A9256}"/>
          </ac:inkMkLst>
        </pc:inkChg>
        <pc:inkChg chg="add">
          <ac:chgData name="Pete Dowty" userId="91aba14b6835b0ae" providerId="LiveId" clId="{19439AC1-6599-4CEB-9020-36158C74069D}" dt="2026-05-26T04:56:08.953" v="540"/>
          <ac:inkMkLst>
            <pc:docMk/>
            <pc:sldMk cId="1227621520" sldId="295"/>
            <ac:inkMk id="127" creationId="{141D5219-7374-22B5-2282-647ADA10DE59}"/>
          </ac:inkMkLst>
        </pc:inkChg>
        <pc:inkChg chg="add">
          <ac:chgData name="Pete Dowty" userId="91aba14b6835b0ae" providerId="LiveId" clId="{19439AC1-6599-4CEB-9020-36158C74069D}" dt="2026-05-26T04:56:09.170" v="541"/>
          <ac:inkMkLst>
            <pc:docMk/>
            <pc:sldMk cId="1227621520" sldId="295"/>
            <ac:inkMk id="128" creationId="{8CD57804-561F-791D-92BE-F770D638E2A1}"/>
          </ac:inkMkLst>
        </pc:inkChg>
        <pc:inkChg chg="add">
          <ac:chgData name="Pete Dowty" userId="91aba14b6835b0ae" providerId="LiveId" clId="{19439AC1-6599-4CEB-9020-36158C74069D}" dt="2026-05-26T04:56:09.502" v="542"/>
          <ac:inkMkLst>
            <pc:docMk/>
            <pc:sldMk cId="1227621520" sldId="295"/>
            <ac:inkMk id="129" creationId="{F8CC58FE-F512-AE4F-1853-082853DD7989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0" creationId="{E2183DFF-9372-F431-DAE3-B1F96C80A342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1" creationId="{C4AAE435-BF29-0B68-BAA5-665F7C7F1348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2" creationId="{0A802960-5B18-FFBC-12EB-2A9E96B2912E}"/>
          </ac:inkMkLst>
        </pc:inkChg>
        <pc:inkChg chg="add">
          <ac:chgData name="Pete Dowty" userId="91aba14b6835b0ae" providerId="LiveId" clId="{19439AC1-6599-4CEB-9020-36158C74069D}" dt="2026-05-26T04:56:12.019" v="546"/>
          <ac:inkMkLst>
            <pc:docMk/>
            <pc:sldMk cId="1227621520" sldId="295"/>
            <ac:inkMk id="133" creationId="{62E7E3D5-C63D-C5B3-51D2-BD22A94FD6AA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4" creationId="{D8113EEE-2876-26FA-F85D-61B72D202FE8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5" creationId="{DF518DEE-CAEC-FB50-1F0A-C0645D6759AB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6" creationId="{30C270DA-A53A-FCE7-8086-C24669457BCE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7" creationId="{3824D2E2-A7FC-6BC3-B322-F978905A6CFF}"/>
          </ac:inkMkLst>
        </pc:inkChg>
        <pc:inkChg chg="add del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38" creationId="{AC1B0E9E-89F9-58B9-E475-AB328732E8BF}"/>
          </ac:inkMkLst>
        </pc:inkChg>
        <pc:inkChg chg="add">
          <ac:chgData name="Pete Dowty" userId="91aba14b6835b0ae" providerId="LiveId" clId="{19439AC1-6599-4CEB-9020-36158C74069D}" dt="2026-05-26T04:56:14.064" v="552"/>
          <ac:inkMkLst>
            <pc:docMk/>
            <pc:sldMk cId="1227621520" sldId="295"/>
            <ac:inkMk id="139" creationId="{55328272-501E-6988-FEA7-9DF261C83BBC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del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1" creationId="{E56A2BE9-119D-56AF-5BA6-0B1D3A528577}"/>
          </ac:inkMkLst>
        </pc:inkChg>
        <pc:inkChg chg="add del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2" creationId="{6E768133-217F-9172-632C-963C75A3CE25}"/>
          </ac:inkMkLst>
        </pc:inkChg>
        <pc:inkChg chg="add del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3" creationId="{AED5431A-4C5A-13CE-7AE7-F27124112BE2}"/>
          </ac:inkMkLst>
        </pc:inkChg>
        <pc:inkChg chg="add del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4" creationId="{A0456438-8D7A-E3BC-C152-2BDB59A8BAED}"/>
          </ac:inkMkLst>
        </pc:inkChg>
        <pc:inkChg chg="add del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5" creationId="{BF976BFB-8119-83FD-7064-B64FB3DF48C0}"/>
          </ac:inkMkLst>
        </pc:inkChg>
        <pc:inkChg chg="add del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6" creationId="{26BA10A0-632A-2D1F-9355-3227544DA268}"/>
          </ac:inkMkLst>
        </pc:inkChg>
        <pc:inkChg chg="add del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7" creationId="{827E470A-39BA-70E4-194F-74F30D9594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49" creationId="{19A42059-9268-C43E-7CFA-7C7EAFB8D4C1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50" creationId="{65F62EA2-E0CC-95EE-98F0-35A30D7AC34A}"/>
          </ac:inkMkLst>
        </pc:inkChg>
        <pc:inkChg chg="add">
          <ac:chgData name="Pete Dowty" userId="91aba14b6835b0ae" providerId="LiveId" clId="{19439AC1-6599-4CEB-9020-36158C74069D}" dt="2026-05-26T04:57:02.099" v="565"/>
          <ac:inkMkLst>
            <pc:docMk/>
            <pc:sldMk cId="1227621520" sldId="295"/>
            <ac:inkMk id="151" creationId="{FE939453-A617-C106-1FB7-C76E4755AF4F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52" creationId="{5E2BDDB2-E389-B7AD-09AB-DFCAA819E136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53" creationId="{2C827FED-29A2-3F05-B4B5-E14F0F4A7092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54" creationId="{2184B295-90E4-85B2-7C1B-41DDAAEDBD19}"/>
          </ac:inkMkLst>
        </pc:inkChg>
        <pc:inkChg chg="add">
          <ac:chgData name="Pete Dowty" userId="91aba14b6835b0ae" providerId="LiveId" clId="{19439AC1-6599-4CEB-9020-36158C74069D}" dt="2026-05-26T04:57:03.515" v="569"/>
          <ac:inkMkLst>
            <pc:docMk/>
            <pc:sldMk cId="1227621520" sldId="295"/>
            <ac:inkMk id="155" creationId="{5C2F6FEF-8394-8BB2-A420-08AA544A26C7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56" creationId="{20ED724E-8D32-56D7-A900-658F76223205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57" creationId="{EDD89FE6-0C4A-B2A5-A223-F94CA5ED9D94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58" creationId="{22CD3DE8-5963-3056-B9F1-BAD813734E13}"/>
          </ac:inkMkLst>
        </pc:inkChg>
        <pc:inkChg chg="add">
          <ac:chgData name="Pete Dowty" userId="91aba14b6835b0ae" providerId="LiveId" clId="{19439AC1-6599-4CEB-9020-36158C74069D}" dt="2026-05-26T04:57:05.534" v="573"/>
          <ac:inkMkLst>
            <pc:docMk/>
            <pc:sldMk cId="1227621520" sldId="295"/>
            <ac:inkMk id="159" creationId="{D428A4FC-8F41-E8B8-1F2D-2C924D7A0B44}"/>
          </ac:inkMkLst>
        </pc:inkChg>
        <pc:inkChg chg="add">
          <ac:chgData name="Pete Dowty" userId="91aba14b6835b0ae" providerId="LiveId" clId="{19439AC1-6599-4CEB-9020-36158C74069D}" dt="2026-05-26T04:57:06.247" v="574"/>
          <ac:inkMkLst>
            <pc:docMk/>
            <pc:sldMk cId="1227621520" sldId="295"/>
            <ac:inkMk id="160" creationId="{46D7D2C9-8330-CF8C-F386-03E73C92CEF6}"/>
          </ac:inkMkLst>
        </pc:inkChg>
        <pc:inkChg chg="add">
          <ac:chgData name="Pete Dowty" userId="91aba14b6835b0ae" providerId="LiveId" clId="{19439AC1-6599-4CEB-9020-36158C74069D}" dt="2026-05-26T04:57:06.614" v="575"/>
          <ac:inkMkLst>
            <pc:docMk/>
            <pc:sldMk cId="1227621520" sldId="295"/>
            <ac:inkMk id="161" creationId="{D3E5D7F5-27DE-047B-AA46-98302E9473D9}"/>
          </ac:inkMkLst>
        </pc:inkChg>
        <pc:inkChg chg="add del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2" creationId="{6A1C62B0-07F7-103F-F589-47BFCCE89084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del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4" creationId="{3A12297C-C40D-D420-2D53-904E0C592C75}"/>
          </ac:inkMkLst>
        </pc:inkChg>
        <pc:inkChg chg="add del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5" creationId="{5D6FF045-57BC-68B9-D4CC-B4BC782BECD5}"/>
          </ac:inkMkLst>
        </pc:inkChg>
        <pc:inkChg chg="add del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6" creationId="{3AD82AC8-F013-E56A-A87D-062B1BAE7BCF}"/>
          </ac:inkMkLst>
        </pc:inkChg>
        <pc:inkChg chg="add del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7" creationId="{3AAB34D5-A995-819B-DB80-B1BFC9699F7F}"/>
          </ac:inkMkLst>
        </pc:inkChg>
        <pc:inkChg chg="add del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8" creationId="{5D696038-CA1F-26D3-F38A-169DCD10ADB4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">
          <ac:chgData name="Pete Dowty" userId="91aba14b6835b0ae" providerId="LiveId" clId="{19439AC1-6599-4CEB-9020-36158C74069D}" dt="2026-05-26T04:57:34.956" v="584"/>
          <ac:inkMkLst>
            <pc:docMk/>
            <pc:sldMk cId="1227621520" sldId="295"/>
            <ac:inkMk id="170" creationId="{F1FABE96-556A-05D7-08A6-EB2279215509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71" creationId="{6F0C8298-B167-82D3-3D10-0F596CBE63A6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72" creationId="{133F95B1-A21F-EC3A-2A9C-6F34A5AA9A4B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73" creationId="{8C9D74C7-23E1-EE18-F57C-24BABD03F2F2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74" creationId="{7070CB16-BA79-CFC3-C23C-5F65B956203C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75" creationId="{2DFFE42F-E576-FB3A-8174-6D1ADB08213E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76" creationId="{64CEFF10-8915-B546-98E3-FBE266DAFF33}"/>
          </ac:inkMkLst>
        </pc:inkChg>
        <pc:inkChg chg="add">
          <ac:chgData name="Pete Dowty" userId="91aba14b6835b0ae" providerId="LiveId" clId="{19439AC1-6599-4CEB-9020-36158C74069D}" dt="2026-05-26T04:57:37.777" v="591"/>
          <ac:inkMkLst>
            <pc:docMk/>
            <pc:sldMk cId="1227621520" sldId="295"/>
            <ac:inkMk id="177" creationId="{339E0840-7A72-4AF4-FC09-531A031A74CE}"/>
          </ac:inkMkLst>
        </pc:inkChg>
        <pc:inkChg chg="add">
          <ac:chgData name="Pete Dowty" userId="91aba14b6835b0ae" providerId="LiveId" clId="{19439AC1-6599-4CEB-9020-36158C74069D}" dt="2026-05-26T04:57:38.828" v="592"/>
          <ac:inkMkLst>
            <pc:docMk/>
            <pc:sldMk cId="1227621520" sldId="295"/>
            <ac:inkMk id="178" creationId="{8E919514-39A0-A259-FC03-357506BFBE12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79" creationId="{E63F8CB7-9245-29F3-30C0-33D473E043AF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80" creationId="{C09D30FB-F4D2-AD7D-27AC-700CDC4BE0A3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81" creationId="{38BC7846-A829-48CE-DFE2-FAAAE266B887}"/>
          </ac:inkMkLst>
        </pc:inkChg>
        <pc:inkChg chg="add">
          <ac:chgData name="Pete Dowty" userId="91aba14b6835b0ae" providerId="LiveId" clId="{19439AC1-6599-4CEB-9020-36158C74069D}" dt="2026-05-26T04:57:40.248" v="596"/>
          <ac:inkMkLst>
            <pc:docMk/>
            <pc:sldMk cId="1227621520" sldId="295"/>
            <ac:inkMk id="182" creationId="{5F19413F-A893-9821-32CB-7563B7501F68}"/>
          </ac:inkMkLst>
        </pc:inkChg>
        <pc:inkChg chg="add del">
          <ac:chgData name="Pete Dowty" userId="91aba14b6835b0ae" providerId="LiveId" clId="{19439AC1-6599-4CEB-9020-36158C74069D}" dt="2026-05-26T04:57:41.680" v="600"/>
          <ac:inkMkLst>
            <pc:docMk/>
            <pc:sldMk cId="1227621520" sldId="295"/>
            <ac:inkMk id="183" creationId="{7218EC58-41B9-50EC-06A7-CFF8D9C5481E}"/>
          </ac:inkMkLst>
        </pc:inkChg>
        <pc:inkChg chg="add">
          <ac:chgData name="Pete Dowty" userId="91aba14b6835b0ae" providerId="LiveId" clId="{19439AC1-6599-4CEB-9020-36158C74069D}" dt="2026-05-26T04:57:40.961" v="598"/>
          <ac:inkMkLst>
            <pc:docMk/>
            <pc:sldMk cId="1227621520" sldId="295"/>
            <ac:inkMk id="184" creationId="{95109F1C-4FCF-5B9B-28D7-3E7B17220B67}"/>
          </ac:inkMkLst>
        </pc:inkChg>
        <pc:inkChg chg="add">
          <ac:chgData name="Pete Dowty" userId="91aba14b6835b0ae" providerId="LiveId" clId="{19439AC1-6599-4CEB-9020-36158C74069D}" dt="2026-05-26T04:57:41.075" v="599"/>
          <ac:inkMkLst>
            <pc:docMk/>
            <pc:sldMk cId="1227621520" sldId="295"/>
            <ac:inkMk id="185" creationId="{12902C1C-6574-39E1-72A8-17083BEBE958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87" creationId="{0B8F4C77-D299-FE87-036C-D8A1E3B14635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88" creationId="{CF969E2F-9B9B-1AAF-AEF6-12EA0F19AC80}"/>
          </ac:inkMkLst>
        </pc:inkChg>
        <pc:inkChg chg="add">
          <ac:chgData name="Pete Dowty" userId="91aba14b6835b0ae" providerId="LiveId" clId="{19439AC1-6599-4CEB-9020-36158C74069D}" dt="2026-05-26T04:57:42.492" v="603"/>
          <ac:inkMkLst>
            <pc:docMk/>
            <pc:sldMk cId="1227621520" sldId="295"/>
            <ac:inkMk id="189" creationId="{61D5014C-2F64-A877-8E27-23928ED8B06F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0" creationId="{DE21A8D8-C84B-C7C8-2E39-000FD0ACCF9B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1" creationId="{1F00085A-7A4E-9A08-73B8-F2F6C0636388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2" creationId="{D7ACB885-4CDA-08CD-A83D-9053B0BD1834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3" creationId="{9E91F776-DFEF-84BF-B9CA-271055FFABEB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4" creationId="{BCF68162-A673-1AD9-D3BB-5714A595F09B}"/>
          </ac:inkMkLst>
        </pc:inkChg>
        <pc:inkChg chg="add del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5" creationId="{F44417ED-865F-9093-C6C2-D64EF4AF96CB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5-06T03:51:16.985" v="438" actId="1076"/>
      <pc:docMkLst>
        <pc:docMk/>
      </pc:docMkLst>
      <pc:sldChg chg="addSp modSp new mod">
        <pc:chgData name="Pete Dowty" userId="91aba14b6835b0ae" providerId="LiveId" clId="{660F8803-2738-5EFD-95AE-06E7480F19FB}" dt="2026-04-30T03:34:11.071" v="396" actId="20577"/>
        <pc:sldMkLst>
          <pc:docMk/>
          <pc:sldMk cId="1689912192" sldId="283"/>
        </pc:sldMkLst>
        <pc:spChg chg="add mod">
          <ac:chgData name="Pete Dowty" userId="91aba14b6835b0ae" providerId="LiveId" clId="{660F8803-2738-5EFD-95AE-06E7480F19FB}" dt="2026-04-30T03:34:11.071" v="396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mod">
        <pc:chgData name="Pete Dowty" userId="91aba14b6835b0ae" providerId="LiveId" clId="{660F8803-2738-5EFD-95AE-06E7480F19FB}" dt="2026-05-06T03:51:16.985" v="438" actId="1076"/>
        <pc:sldMkLst>
          <pc:docMk/>
          <pc:sldMk cId="3033079533" sldId="284"/>
        </pc:sldMkLst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6" creationId="{9AB0CAD2-7B5B-D303-CA00-8970CA423417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Pete Dowty" userId="91aba14b6835b0ae" providerId="LiveId" clId="{660F8803-2738-5EFD-95AE-06E7480F19FB}" dt="2026-05-06T03:46:33.636" v="404" actId="14100"/>
          <ac:spMkLst>
            <pc:docMk/>
            <pc:sldMk cId="3033079533" sldId="284"/>
            <ac:spMk id="11" creationId="{BD5C7C96-B957-0EA5-CAE2-8DF8FA89CCE3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2" creationId="{62D4AB13-4CA1-D5B1-8048-F086110F9055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Pete Dowty" userId="91aba14b6835b0ae" providerId="LiveId" clId="{660F8803-2738-5EFD-95AE-06E7480F19FB}" dt="2026-05-06T03:46:18.793" v="399" actId="1076"/>
          <ac:spMkLst>
            <pc:docMk/>
            <pc:sldMk cId="3033079533" sldId="284"/>
            <ac:spMk id="25" creationId="{7A295099-6C58-05B9-E63F-35BF0D79119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1" creationId="{24356EA5-CF42-9066-1E1A-47A173FC291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2" creationId="{67BFBF7E-716C-7641-82E6-71C18EF9886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3" creationId="{110C4B04-A712-AB24-BE35-BC73F60B9B63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4" creationId="{D3DC3FB7-8C3E-066E-A4D9-E3E4D61F7149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5" creationId="{3FAEE904-4804-B112-EA49-085EA8537F2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6" creationId="{986BF64C-D8D4-F4BA-F000-F7EA66F3A1E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0.25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1 2882 6685,'53'-40'98,"1"0"0,0 0 0,1 0 0,1 2 0,1-1 1,6-1-1,0 0 0,2 0 0,-1 1 0,1-1 1,0 1 95,1-3 1,0 0-1,1-1 1,4 0 0,0-1-1,1 0 1,2-3 0,0 0-1,1 1 1,0 0 0,1 0-1,0 0 1,0 0-1,1 0 1,-1 0 0,1 0-1,1 0 1,0 1 0,1-2-1,0 0 1,0 1 0,0 0-1,1 1 1,-1 0-1,0 2 1,-1 0 0,0 1-287,-2 2 1,0 0 0,-1 2 0,0 1 0,-1 2 0,-2 0 0,-5 2 0,-3 1 0,1 0 0,1 0 0,-1 0-1,0 1 80,-1 0 0,-1 0 1,1 1-1,-2 3 1,2 0-1,-2 0 1,26-11-1,-2 0 1,-2 3-1,-1 0-62,-1 3 0,-3 0 0,-7 4 0,-2 2 0,-2 3 0,0 1 0,-4 1 0,0 0 1,-3 1 0,0 1 0,-1 3 1,-1 1-1,-7 1 0,-2 1 1,-1 0-1,-1 1-388,40-10 1,-5-1-1,-13 3 1,-8 7 135,-6 3 0,-5-1 0,-5 5 0,-7 2-186,-8 2 0,-6 2 1,-7 0-1,-1-2 511,1-4 0,3 4 0,-3-4 0,-5 4 0</inkml:trace>
  <inkml:trace contextRef="#ctx0" brushRef="#br1" timeOffset="1602">4873 4139 9869,'-10'33'169,"-7"-3"1,-1-13-1,-7-9 1,2-2 189,0-1 0,-1 1 85,7-6-350,-1 0 0,11 0 1,7 0-1,9 0 96,7 0 1,3 0-1,5-2 1,7-4-37,7-5 0,3-5 0,10-3 0,5-2 63,4-3 1,10-9-1,9 0 1,7-9-116,-40 17 0,3-1 1,10-3-1,2-2 0,9-8 1,2-3-1,9-5 1,3 0-164,-24 14 0,0 0 0,2-2 0,4-2 0,1 0 0,0-1 0,3-1 0,0 0 0,2 0 0,2-1 0,1-1 0,1 0 123,2-2 1,1 0 0,0 1 0,-2 2-1,-1 1 1,0 0 0,0-1 0,0-1-1,-1 1 1,0 2 0,0 0 0,1 0-34,-2 1 0,1 1 1,1 0-1,0 0 1,0 1-1,1 0 1,-1 0-1,0 1 0,1 0 1,-2 0-1,1 0 1,0 1-22,-3 0 1,0-1-1,0 2 1,1 1-1,0 0 1,-1 0-1,0-1 1,-1-1-1,0 1 1,1 0 0,-1 0-1,1 1-72,-1 0 1,0 0 0,-1 1 0,-4 3-1,-2-1 1,1 2 0,0 1 0,1 0 0,-2 1-1,27-10 1,-2 0-213,-4 2 0,-1 0 1,1 4-1,-1 0 0,-6-1 1,-1 0-1,-4 2 0,-2 1-31,-6 3 1,-2 0 0,-7 1-1,-2 1 1,0 3 0,-1 1-1,-4 1 1,-1-1-356,38-12 0,-15 6 0,-18 9 0,-11 5-763,-14 1 1425,-8 2 0,-11 6 0,-4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7.90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228 333 8101,'17'9'600,"-5"-1"0,-2-6 1,-3 4-1,-3 5 1,-2 5-50,-2 1 0,-6 1 1,1-1-1,1 1-541,2-1 1,-4 7 0,-2 1 0,0 0-405,1 0 1,1 4-1,6-5 1,-2-3-853,-4-2 0,4 1 1246,-4 3 0,4-4 0,2 7 0</inkml:trace>
  <inkml:trace contextRef="#ctx0" brushRef="#br0" timeOffset="474">333 1 7235,'-18'0'0,"1"0"0,-1 0 177,1 0 1,5 6-1,0 1 1,-1 1 175,-3 0 0,1 5 0,-1 1 0,1 7-57,-5 8 1,-1 1 0,4 3 0,-1 5 8,1 5 0,-1 9 0,1 9 0,1 1 105,5 4 0,3 2 0,8 1 0,0-1-86,0-4 0,2-11 1,5-12-1,9-7-219,5-4 1,10-11 0,-2-9-1,4-4-70,2-8 1,6-2 0,2-14 0,3-7 133,9-6 1,-3-12 0,4-5 0,-5-7 37,-5-3 0,-7-2 0,0 4 0,-8-2-16,-8 1 0,-11 9 0,-6 3 0,-6 1-73,-6-1 1,-11 6 0,-14-2-1,-8 4-418,-8 3 0,-5 4 1,-5 3-1,-1 4-714,2 7 0,2 7 0,1 13 0,3 7-486,3 13 0,6 14 1500,12 9 0,4 11 0,8 4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7.54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1 699 9081,'12'0'1186,"-1"0"0,-5 0 1,6 0-815,1 0 0,3 0 1,1 0-323,1 0 0,5 0 0,2 0 0,0-2-417,1-4 0,3 4 0,-4-6 1,2 2-82,4 1 1,-4-7 0,1 4 447,-3-1 0,6-3 0,-4-6 0</inkml:trace>
  <inkml:trace contextRef="#ctx0" brushRef="#br0" timeOffset="298">472 18 7866,'0'-18'1802,"0"18"1,0 12 0,0 13-1391,0 8 0,0 4 0,0 4 0,-2 5-292,-3 5 1,3 1-1,-6 0 1,2 1-300,0-1 1,-5-1 0,3-5-1,0-5-583,0-4 1,-3-8 0,3-2-3059,-2-2 3820,6-9 0,-3-16 0,7-10 0</inkml:trace>
  <inkml:trace contextRef="#ctx0" brushRef="#br0" timeOffset="630">717 192 7866,'-12'6'493,"1"0"0,-1 0-204,2 2 0,-5 1 1,5 9-1,-2 1 109,1 4 1,5-3 0,-4 3-1,1-2-55,-1 3 0,4-3 0,-4 6 0,1-2-196,-1-3 1,6-3 0,-4-1-61,1-1 1,5-5-51,-4-1 1,6-7-110,6 2 0,3-4 1,9-2 110,-1 0 0,1 0 0,-1 0-28,1 0 1,-1 0 0,1 2 0,-1 2-15,0 2 0,7 0 0,-1-6 1,-2 0-156,-1 0 0,3 0 0,0 0 0,-1 0-461,-3 0 0,-1 0 0,-1 0 0,0 0-1723,1 0 2342,-1 0 0,1-8 0,-1-2 0</inkml:trace>
  <inkml:trace contextRef="#ctx0" brushRef="#br0" timeOffset="997">944 367 7934,'-16'8'768,"5"3"1,3-1 0,8 2-136,0 1 1,2-5-1,6-2-325,9-4 0,1-2 0,7 0 1,-2 0-216,0 0 0,3 0 1,-5-2-1,2-4-205,-1-6 1,3-1-1,-2-1 1,-3 3-276,-7-3 0,3-2 1,-7-1 5,1 0 1,-4 1 143,-12 4 0,-9 5 0,-11 7 0,1 2 259,0 3 1,-4 5 0,4 8-1,-1-1 443,1 0 0,2 3 1,5 1-1,1 4-265,-1 3 1,3-5 0,1 4-1,5-2-458,1-3 1,2 3-1,8-2 1,4-1-286,5-3 1,7-2 0,3-1 0,4-4-267,3-7 1,1-3 0,6-2 808,0 0 0,7-7 0,3-3 0</inkml:trace>
  <inkml:trace contextRef="#ctx0" brushRef="#br0" timeOffset="1380">1485 280 7916,'-17'9'61,"-1"1"1,1-6 0,-1 4 402,1 1 0,5 1 1,3 4-1,1-3-27,4 3 0,-4 1 0,2 3 0,3-1-100,1 1 0,7 1 1,3 3-1,2-1-226,3-6 1,5 3-1,3-8 1,3 1-231,-3 1 0,4-8 0,-2 2 1,-1-4-13,-3-2 0,-1 0 0,-1-2 1,1-2-356,-1-2 0,-5-8 1,-1 3-1,1-5 154,-2-1 0,3-1 0,-7 1 0,0-1 464,2 1 1,-6-1 0,3 1 1324,-3-1-963,-2 1 1,-2 9 0,-3 10 0,-7 14 399,-4 11 0,-7 8 0,-2 6 0,0 5-317,-1 5 1,-3 9 0,4 4 0,-2 4-845,-4 1 0,6 1 0,1-2 1,5-4-193,2-5 1,5-7 0,2-6 0,2-7 458,5-8 0,-7-5 0,0-9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2.82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192 681 8049,'-2'10'728,"-2"-2"0,-3-2-246,-3-1 1,4 9-1,-6-2 1,-1 5-238,-3 6 1,5 1 0,-1 9 0,-2 4-257,-1-1 1,3 7 0,3-2 0,-1 0-284,0 1 1,6-7 0,-1 2-1,3-8-955,2-4 1,0-1 1248,0-7 0,0-7 0,0-2 0</inkml:trace>
  <inkml:trace contextRef="#ctx0" brushRef="#br0" timeOffset="287">0 734 8044,'12'0'264,"-1"0"0,-5 0 0,6 0 1,-1-2 325,-1-4 1,6-2-1,-3-5 1,7 1-232,3-2 0,6 5 0,-4-1 0,1 2-209,-1 4 1,4-3 0,-6 1 0,-1 2-97,-3 2 0,-4 10 1,-3 3-1,-6 5-19,-4 1 1,-2 3-1,-2 1 1,-6 2-54,-9-1 1,-1 3-1,-7-2 1,2-1-113,-1-3 1,-5-4 129,6-3 0,-8 4 0,4-7 0</inkml:trace>
  <inkml:trace contextRef="#ctx0" brushRef="#br0" timeOffset="567">646 838 7773,'2'10'1194,"4"-4"1,-2-4 0,8-2-1033,1 0 0,3 0 0,1 0 0,3 0-59,3 0 0,-2 0 0,8-2 0,0-2-544,-1-2 1,5-5 0,-4 3 0,4 0 440,2 0 0,-1-5 0,1 3 0</inkml:trace>
  <inkml:trace contextRef="#ctx0" brushRef="#br0" timeOffset="1232">1519 402 7541,'-7'15'1060,"-3"-1"-782,0-2 0,-5-3 0,3 5 1,-3-2-56,-3 1 0,3 3 1,1-1-1,2 1-143,-1 1 1,-1-3-1,1 9 1,3-4-75,2-1 1,2-6-1,6-1-207,0 3 0,2-1 18,4-1 1,4-4 0,7-10 142,1-4 0,-1-2 0,1-5 165,-1 1 1,-5 8 0,-2-4 398,-3 1 0,5 7-218,-6 0 0,0 2 0,-6 11 0,0 5-48,0 3 1,-6 4 0,-2-2 0,-4 7-299,-7 3 1,0 1 0,-11-1-1,1-2-353,2-1 1,-6-3 0,6 4 0,-2-4-549,0-2 1,7-9-1,-1-10 941,4-5 0,-6-1 0,-3 0 0</inkml:trace>
  <inkml:trace contextRef="#ctx0" brushRef="#br0" timeOffset="1834">1747 594 7977,'0'12'-1192,"0"-1"1490,0 3 0,-2-4 0,-2 1 0,-4 3 337,-2 1 0,1 3 0,-5 1 1,2 2-286,-1 3 0,-1 7 1,1-4-1,3 2-281,2 0 0,-5 0 0,3 6 0,-2 0-42,1 0 1,5-8 0,-4-3-1,2-5-523,4-2 322,2 1 1,2-10-1,0-8 1,0-10-19,0-6 1,0-9-1,2-2 1,2-2 158,2 0 0,6-6 0,-5-6 0,3 2-54,4 2 0,1 3 0,3-1 0,-1 0 129,1 0 0,-1 2 1,1 4-1,-1 5 179,1 5 1,-1 3-1,-1 3 1,-3 3 38,-1 2 0,-1 5 0,5 8-131,-4 7 1,-5 5 0,-7 5-1,0 1-188,0-2 1,0-1 0,0-3 0,0 1-714,0-1 0,0 1-218,0-1 0,-2-1-425,-3-5 1415,3-3 0,-6-8 0,8 0 0</inkml:trace>
  <inkml:trace contextRef="#ctx0" brushRef="#br0" timeOffset="2151">2166 542 9801,'-18'0'1166,"7"0"-546,-1 0 1,6 0 0,-4 2-270,3 3 0,-5-1-282,6 8 0,-5-6 34,5 5 1,0-5 0,6 6-534,0 1 0,2-3 380,4 2 0,1-6 0,7 3 0,-2-1 300,1-4 1,3 4 0,-1-1-84,-3 3 0,1-4 0,-7 6-92,-2 1 1,-4 3-1,-4 1-515,-2 1 0,-7-3 1,-1-1-1,-5-3-573,-4 3 0,-3 0 0,5-1 1013,-2-1 0,-8-1 0,4 7 0</inkml:trace>
  <inkml:trace contextRef="#ctx0" brushRef="#br0" timeOffset="2383">2445 821 7960,'16'2'1260,"-3"2"-454,-1 2 0,-1 5 0,7-5-505,-1-2 1,1-2-1,-1-2 1,1 0-312,-1 0 1,-3 0 0,1 0-1,5-2-362,-1-4 0,1 2 1,-3-5-1,1-1-2183,-1 0 2555,8-1 0,-5-7 0,5 1 0</inkml:trace>
  <inkml:trace contextRef="#ctx0" brushRef="#br0" timeOffset="2866">3004 629 7827,'17'0'0,"1"0"1109,-1 0-651,-7 0 0,-2 8 0,-10 3 0,-2 5-142,-2 1 0,-5 9 1,5 3-1,0 4-148,-2 2 0,6 1 1,-6 3-1,3 4-239,-1 2 1,-6-7-1,6 3 1,2-4-654,2-2 1,-3-8 0,-1-4 0,2-3 723,2-3 0,-6 1 0,-1-1 0</inkml:trace>
  <inkml:trace contextRef="#ctx0" brushRef="#br0" timeOffset="3150">2969 542 8414,'12'-6'642,"-1"0"0,1 0 0,7 6-181,5 0 0,-5 2 0,4 4 0,-3 4-284,-3-1 0,5 7 0,-3-5 0,-5 5-89,-5 1 1,3 1-1,-6-1 1,-2 1-44,-2-1 1,-10 7 0,-4-1-1,-3-2-120,-3-1 1,-7-3 0,-2 1 0,-2-1-340,0 0 0,1-5 0,-3-2 0,4-2-254,2-5 0,-4 5 1,6-2-1,1-4-997,3-6 1665,9-6 0,-5-7 0,5-1 0</inkml:trace>
  <inkml:trace contextRef="#ctx0" brushRef="#br0" timeOffset="3567">3563 0 7938,'-12'6'0,"1"2"401,-3 1 1,0 5 0,1 7-1,3 5 305,2 1 0,2 10 0,6 9 0,0 5-272,0 1 0,0 6 1,0 2-1,0 3-200,0 3 0,0 1 0,0 1 1,0-6-222,0-9 0,-5-3 0,-1-9 1,0-2-4299,-2-2 4285,6-10 0,-13-2 0,5-7 0</inkml:trace>
  <inkml:trace contextRef="#ctx0" brushRef="#br0" timeOffset="4034">3179 454 8213,'0'18'2209,"-6"-7"-1822,0 1 1,2-2 0,10 1-239,6-5 0,5-4 1,6-2-1,6 0-183,4 0 1,8 0-1,4-2 1,3-2-273,7-2 0,1-5 0,-4 3 1,1 0-304,-1 1 1,-7-1 0,-3 4-1,-3-2-10,-4 2 1,-4 2 0,-11 0-62,3-4 680,4 5 549,-8-7 0,-11 16 0,-19 1 0,-5 3 103,-1 0 1,-3-1 0,-1 5 0,-1-3-95,7-1 1,-3-2-1,7 3 1,-3-1-262,3 1 0,3-3 0,8 2-99,0 1 0,0-3 1,2 2 10,4 1 1,3-3 0,11 0-1,1-1 67,2 1 1,1-4 0,-7 4 0,1-1-3,-1 1 0,0 0 0,1 3-180,-1-1 0,-7 0 0,-4 5 0,-6-1-398,-6-5 1,-6 5 0,-9-7-1,-4 3-605,-2 0 0,-2-3 0,-6 5 909,0-2 0,-8-8 0,-2 3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9.4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332 315 7170,'10'0'2132,"-2"-8"-1183,-8-4 1,6 3 80,0-3 1,-1 0-217,-5-5 0,-2 5-613,-3 0 0,-5 9 1,-8-3-1,1 6-34,0 6 1,-9 3-1,-1 9 1,-2-1-136,0 1 0,2 5 0,-4 2 0,4 0-29,1 1 1,5 3 0,7-6-1,5-2-300,1-1 0,2-3 0,8-1 0,4-3 14,6-1 0,11-8 0,6 2 0,6-4 321,6-2 1,-5 0 0,5 0 0,-4-2 108,-2-4 0,0 4 0,-2-4 0,-4 4 198,-6 2 1,-5 2-27,-7 4 0,-5 4 0,-12 7 0,-7 1-246,-9-1 1,1 6-1,-10 1 1,-4-1-457,-4 2 1,-1-5 0,5 3 0,0-2-383,0 2 1,0-9-1,2 4 1,4-5-2131,6-3 2895,3-2 0,10-1 0,3 3 0</inkml:trace>
  <inkml:trace contextRef="#ctx0" brushRef="#br0" timeOffset="1161">752 454 6767,'9'0'-381,"-1"0"889,-8 0 1861,0 0-1840,0 8 0,0-4 1,0 8-1,-2 1-178,-4 3 1,4 3 0,-5 2 0,1 5-172,0 1 1,-8 2-1,5 6 1,-3 0-97,0 0 0,3-2 1,-3-2-1,4-4-206,1-2 0,5-2-48,-4-5 0,4-4 120,2-9 1,0-12-1,2-17 17,4 3 0,-3-4 1,7 0-1,0-1-104,0 1 1,-7-6-1,5 4 1,-2-2-113,0 0 1,6 5 0,-5-3 0,1 0 179,0 0 1,3 11 0,-3-1 0,0 1 3,0 1 1,5-1 0,-1 5 160,3 5 0,-3 4 0,0 2 99,1 0 0,1 8 0,0 3 0,-5 5 20,-1 1 0,-2 1 0,-6-1 0,0 1-79,0-1 0,0 6 0,-2 1 1,-4-3-194,-6-2 0,-3-1 1,-3-1-1,1 1 11,-1-1 0,1 1 0,0-1 0,-1-1-1604,1-5 1650,-9 5 0,7-14 0,-6 6 0</inkml:trace>
  <inkml:trace contextRef="#ctx0" brushRef="#br0" timeOffset="1794">1223 140 7971,'10'0'2947,"-2"0"-2536,-8 0 0,0 8 0,0 5 1,-2 7 33,-4 3 1,2 8-1,-8 0 1,1 6-185,1 4 0,-6 5 1,5-3-1,-3 2-204,3 3 1,-5 1-1,6-3 1,-1-5-587,-1-4 1,8-2 0,-2-2-1,4-4-1335,2-6 0,0-3-681,0-3 2545,0-7 0,8-3 0,2-7 0</inkml:trace>
  <inkml:trace contextRef="#ctx0" brushRef="#br0" timeOffset="2060">1555 437 7971,'-8'17'740,"-3"1"1,3-7 0,0-1 0,2 0-57,0 0 0,-5-5 1,5 7-1,0 2-269,-2 1 1,4 3 0,-5-1 0,-1 1-364,0-1 1,6 0 0,-3 3 0,1 1-435,0 2 1,-2 1 0,4-7-2783,-1 1 3164,-1-1 0,6 1 0,0-1 0</inkml:trace>
  <inkml:trace contextRef="#ctx0" brushRef="#br0" timeOffset="2444">1433 297 7883,'-18'0'0,"1"0"895,-1 0 1,9-2-1,5-4-486,8-5 0,7 1 0,11-2 1,3-1-510,2-3 1,2 5-1,4-1 1,-2 0-154,-2 3 1,0-7 0,6 6 0,0-1-318,0-1 1,0 2-1,0-3 1,0 1-21,0-1 0,-6-1 1,-2 0-1,-2 3 590,-3-3 0,3 5 0,-2-1 0,-1 2 0,-9 2 267,-1 6 0,-8 2 0,1 4 1,-5 8 556,-5 7 0,-3 0 0,-6 8 0,5 2 73,1 2 0,-4 8 0,4 2 0,1 0-427,-1-1 0,0 7 1,4-5-1,-2 3-437,3 0 0,1-3 0,2 3 1,0-6-454,0-5 0,0-7 1,0-1-1,2-3-3158,3-4 617,-3-1 2961,6-3 0,-16-7 0,-1-2 0</inkml:trace>
  <inkml:trace contextRef="#ctx0" brushRef="#br0" timeOffset="2627">1730 489 8220,'-18'0'2703,"10"0"-1913,8 0 0,16-6 0,15-1 0,8-3-347,7-4 1,7-1 0,5-3 0,8 1-523,8-1 1,5-5 0,7-2-1,-1 0-1142,2 0 1221,-19 1 0,16-1 0,-22-2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13.19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84 7636,'10'-17'215,"-2"5"1,-8 0 1014,0-1 0,0 3-418,0-2 0,-2 9 1,-2-1-139,-2 8 0,0 15 0,4 16 0,-2 10-265,-2 5 0,-5 8 1,3 2-1,0 2-570,1 4 1,-5 4-1,6 4 1,0 2-635,-2-3 1,7-9 0,-5-7 0,4-7-2329,2-3 3123,0-16 0,8-6 0,1-17 0</inkml:trace>
  <inkml:trace contextRef="#ctx0" brushRef="#br0" timeOffset="334">0 486 7656,'0'11'904,"0"1"-322,0 2 0,0-5 0,2 1 1,4-2-281,6-4 1,3-2 0,5-2-1,3 0 111,6 0 1,6 0 0,6 0 0,3 0-71,1 0 1,4 0-1,-9 0 1,-1 2-156,-2 3 1,-6-1-1,-6 8 1,-7 2-83,-3 1 1,-7 4 0,-4 3 0,-8 3-69,-8 2 1,-11-4-1,-6 5 1,-6-1-290,-6 0 0,4-6 1,-3 1-1,3-7-256,2-3 1,0-6-1,2 3 1,4-1-647,6-4 1,3-4 0,5-6 0,3-5 1152,6-5 0,-3-9 0,-1-2 0</inkml:trace>
  <inkml:trace contextRef="#ctx0" brushRef="#br0" timeOffset="653">629 591 7579,'-11'0'-1391,"-1"0"2648,-2 0 1,-1 5 8,-3 1 0,1 2-310,-1-2 1,9-2-647,3 7 1,6-5 0,6 4 0,5 0-285,5-1 0,1 1 0,1 4 1,1-5-450,4-1 1,-1 4 0,5-5 0,0 1-889,0 0 1311,-5-2 0,11-6 0,-6 0 0</inkml:trace>
  <inkml:trace contextRef="#ctx0" brushRef="#br0" timeOffset="818">891 503 7579,'-35'18'574,"0"1"1,2 4 0,4 7 614,6 3 1,3 9 0,5 5 0,3 3-545,6 3 1,5-1-1,1-2 1,0-1-1317,0-2 0,0-1 1,1 5-1,3-3 671,2-1 0,8-9 0,-5 5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20.6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245 681 5799,'0'-9'1756,"0"1"-1029,0 8 0,0-2 925,0-4-977,0 4 0,-2-11-376,-4 7 1,-3 0 0,-9 6-171,1 0 1,5 2 0,0 2 0,-1 3-13,-3 3 1,-1 8-1,-1 7 1,3 0-56,3 0 0,-1 6 0,5-2 0,0 4-182,0 2 0,3-2 0,6-2 0,5-3 25,6-3 1,3-8 0,3-7 0,-1-2 44,1-4 1,5-4-1,0-6 1,-1-6 37,-3-3 1,-1-5 0,1-3 0,0-6 31,-1-4 1,1 4 0,-11 2 0,0-1 85,0 1 0,3 6 1,-5-2-1,-2 3 853,-2 3-724,-2 7 1,-2 4 0,-2 14 0,-4 8 29,-1 5 1,3 12-1,-4 0 1,0 8-80,1 3 1,-3-3 0,-5 7 0,-1 5-458,1 3 1,-3 2-1,-1-5 1,-2-3-192,1-3 1,-3-6-1,2-12 1,1-6-835,3-4 1,2-9-202,-1-4 1,8-18 1496,5-5 0,3-12 0,2 1 0</inkml:trace>
  <inkml:trace contextRef="#ctx0" brushRef="#br0" timeOffset="450">559 856 7151,'0'17'-680,"0"-5"2379,0 0-991,0-8-472,0 3 1,2-7-1,2-2-154,2-3 0,6 1 0,-5-8 0,3 0-71,4 3 0,-5-7 0,3 3 0,2-7-48,1-3 0,-3 0 1,0 5-1,-1 1 50,-1-1 1,5-5 0,-5 0 0,0 1 96,-4 3 0,-4 1 0,-4 3 124,-4 3 0,-4 4 0,-9 8 0,-3 2 56,-1 4 1,-8 10 0,2 9-1,-2 2-61,2 4 0,-2 8 1,5 4-1,3 1 11,4 5 0,-3-5 0,13 3 0,-1 0-192,4-3 0,6-1 1,6-10-1,6-4-1267,3-6 0,10-5 0,3-7 0,1-5-1338,0-4 2557,-8-2 0,12-8 0,-6-1 0</inkml:trace>
  <inkml:trace contextRef="#ctx0" brushRef="#br0" timeOffset="900">926 856 9998,'-10'-8'1344,"1"6"-1058,3-4 1,-4 4-1,-7 2 1,-1 2-14,1 4 0,5 2 0,1 6 0,-3-3-126,-2 3 0,-1 1 0,1 5 0,3 1-47,1 2 0,8 1 0,-1-7 0,5 1-156,5-1 0,5-5 0,8-3 0,-1-1-18,0-4 1,9-4 0,1-4-1,2-4 66,0-1 0,-6-9 0,5-7 1,-3 0 11,-4 0 1,-3-7-1,-5 5 1,-3-2 107,-2 0 1,-3 8 0,-7-4 0,-5 1-157,-11 1 1,1 0 0,-8 5-1,1 3-560,1 3 1,-6-2 0,6 9 0,1 1-405,3 2 0,1 2 0,3 2 113,3 4 0,4 3 895,8 9 0,0-1 0,0 1 0</inkml:trace>
  <inkml:trace contextRef="#ctx0" brushRef="#br0" timeOffset="1749">1171 716 7696,'17'0'-366,"1"0"1,-7-6-1,-1-1 2798,-2-3-615,-2 6-1376,-6-11 0,0 20 0,0 1 0,0 8 1,0 3 0,-2 3 1,-2 1-1,-2 2-224,2-1 1,0 3 0,0 0-1,-2 0-248,3 0 1,-1-1-1,0-7 1,-2 1-251,2-1 0,2 1-369,2-1 0,0-9 338,0-8 1,6-10 0,2-11 0,1-2 32,5 1 0,-4-5 1,1-2-1,3-4 64,1-2 1,3 6 0,1 0 0,1 0-8,-3 2 1,5 1 0,-11 9 61,5-1 1,-5 9 0,-1 5 840,-2 8 0,-2 7 1,-6 13-1,0 5 243,0 4 0,0 2 1,0 0-1,0-1-535,0 1 0,0 0 1,0 0-1,0-2-404,0-4 1,0-3 0,0-9-1,0 0-964,0 1 596,0-8 1,0-10 0,0-12-1,0-4 16,0-1 1,2-6-1,1-2 1,5-3 38,2-3 0,-6 4 0,2-2 0,-2 0 7,1 2 0,-3-4 0,4 7 0,-4 3 84,-2 2 0,2 7 1445,4 0-757,-4 9 0,6 3 0,-8 11 0,0 5-111,0 1 0,0 3 0,0 1 0,0 2-166,0-1 0,5-3 0,3 0 0,2 3-124,3 1 1,3-2 0,1-7 0,1-2 48,-1 1 1,1-5 0,1-2 0,3-4-130,1-2 0,6 0 1,-6-2-1,0-4-236,3-6 0,-5-3 0,6-3 0,-2 1-106,-3-1 0,-3-1 0,-1-2 0,-3-3 83,-3 3 0,1 0 1,-7-1 166,-2-1 1,-2 0 0,-4 7 201,-4 5 1,-3 3 0,-9 8 0,1 2 108,-1 4 0,1 3 0,-1 9 0,1 1-17,-1 4 0,7-1 0,-1 5 0,0 0-113,3 0 1,1 0-1,8 4 1,0-1-390,0 1 0,4-6 1,6-2-1,7-4-352,2-1 1,9-3 0,1-3 0,6-6 44,5-4 1,-3-10 0,6-5 0,-2-9 635,-1-7 0,1-12 0,-6-3 0</inkml:trace>
  <inkml:trace contextRef="#ctx0" brushRef="#br0" timeOffset="1950">2376 0 7668,'-18'16'241,"1"-5"0,-1 5 0,1-3 0,-1 9 437,1 7 0,5 4 0,3 4 0,-1 4-264,0 5 1,4 12-1,-3 6 1,-1 6-384,0 6 1,4-4 0,-3 3 0,-1-3-404,0-2 0,6-10 0,-3-7 0,1-11-727,0-5 0,-6-10-1170,7-3 2269,-9-13 0,4-19 0,-7-11 0</inkml:trace>
  <inkml:trace contextRef="#ctx0" brushRef="#br0" timeOffset="2748">1852 524 6798,'11'0'2479,"1"0"-2133,2 0 0,3 0 0,4 0 0,5 0-215,1 0 0,8 6 0,7 2 0,1-1-43,0 1 0,0 4 0,-5-4 0,3 1 85,-2 5 0,-4-1 0,-6 1 1,-6-2-180,-3 1 1,-5 3 0,-3 1 0,-6 1 85,-4-1 0,-2 6 0,0 1 0,-2-3 198,-4-1 0,2-3 0,-6 2 0,1 3 49,-1 1 0,6 0 0,-4-5 0,2-1-12,1 1 0,-1-7-277,6 1-189,0-8 0,0-4 0,0-12-8,0-3 1,6-9 0,1-1 0,3 0-25,4 0 0,-1-4 0,1 5 0,-3 1 137,3-2 1,-4 5 0,1-3 0,3 6-2,1 5 0,-3-2 0,0 7 1,1-1-231,3 0 1,-5 2 0,1 6-414,2 0 0,-5 2 0,3 4 238,2 6 1,-5 3-1,1 3 1,0-1-9,-1 1 1,1-7 0,4-1 0,-3 0 205,3-1 0,-4-5 1,1 2-1,3-4 254,1-2 0,-3 0 0,0 0 0,-6 0 0,5 0 395,-7 0 1,2 0 0,-12-2 1521,-6-4 1,3 4-834,-3-3 1,6 3-534,-5 2 0,5 0 1,-4 2-263,2 3 0,2 5 0,6 8-178,0-1 1,0 0-1,0 1-17,0-1 1,8 1 0,4-3-94,3-3 1,5-4-1,1-10 1,4-4-30,3-6 1,-5-3 0,6-3 0,0 1 287,-2-1 0,4-3 1,-7 2-1,-3 3 389,-2 1 1,-7 7-1,0 2-125,1 4 1,-5 10 0,-2 5-1,-4 11-66,-2 11 1,0 7 0,-2 13 0,-2 3-375,-2 6 0,-8 4 0,3 0 0,-5-2-586,-1-2 1,-1-2 0,-1 0 0,-2-10-156,-3-9 0,1-8 0,6-6 0,-1-8-3295,1-7 3952,7-6 0,-13-8 0,3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3.14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86 8609,'-10'-8'1488,"2"6"0,8-8-203,0 5-328,0 3-485,0-6-265,0 8-539,0 0 0,2-6 372,4 0 0,-4-2 107,4 3 0,-4 1 511,-2-8-450,0 8 1,0-2-1,-2 10 1,-2 4-39,-2 2 0,0-4 0,5 5-179,-5 3 0,4-4-163,-4 1 1,6-7-298,6 2 0,-2-4 0,5-4-576,-1-4 1,0 2 0,-4-7 1044,2-3 0,7-2 0,-3-1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4.85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524 361 7997,'0'18'51,"0"-7"348,0 1 1,-2-8 744,-4 2 399,4-4-1150,-5-2 0,9-2 1,3-4-60,7-6 1,4 2 0,3-1-1,2-1-184,3 2 0,-1-3 1,-4 5-1,3 0-138,1 1 1,-2-1-1,-7 4 83,-2-2 1,-9 2 0,3 10-55,-4 6 0,-10 9 0,-3 4 1,-5 2 97,-1 4 1,-6-3 0,-1 1 0,3 0 70,2-2 0,1 4 0,1-8 1,1 1-150,4 1 0,5-12 0,7 5-272,0-3 1,2-5 0,3 0 0,7-2 3,4-5 0,3-1 0,2-4 0,3-1-326,-3-3 0,0-8 0,1 3 0,1-3-734,-2 2 1,-1-3 1266,-3 3 0,8-3 0,3-3 0</inkml:trace>
  <inkml:trace contextRef="#ctx0" brushRef="#br0" timeOffset="765">612 117 6349,'-8'-10'1405,"-2"2"-1052,-7 8 0,-1 2 0,1 2-142,-1 2 0,1 7 1,-1-1-1,1 4 61,-1 1 1,-1 8-1,-2 4 1,-5 6 142,-1 6 0,4 6 0,-6 13 0,0 8-39,2 5 0,1 17 1,11-5-1,3 0-236,6-1 0,12-26 1,8-6-1,7-15-79,8-13 0,12-9 0,5-17 0,5-4-111,1-5 0,7-20 0,1-10 1,4-9 88,8-9 0,-3-3 1,-31 27-1,-2-2 1,30-36 116,-8-3 1,-9-2 0,-6 7 0,-9 1-27,-12 8 1,-11 7-1,-13 9 1,-5 5-71,-11 4 1,-7 10 0,-12 4 0,-6 3-321,-9 3 0,-4 1 0,-12 3 1,-6 3-457,-3 2 1,-5 10 0,-5 12 0,-1 7 120,1 8 0,9 20 0,9 9 0,10 8 595,11 4 0,5 7 0,8 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5.55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210 193 8036,'0'9'1370,"0"-1"202,0-8-1096,-8 0 0,0-2 0,-5-2 271,1-1 0,6-1-451,-6 6 0,7 0 0,-7 0 4,-2 0 1,5 0-1,-1 2 1,0 4 52,1 5 1,-1 7 0,-4 5 0,3 8-133,-3 8 1,0 0-1,3 7 1,5 3-129,4 1 0,2 2 0,0 1 0,0-3-124,0-3 1,8-6 0,3-12-1,7-8-73,5-7 0,-1-1 0,5-7 0,0-4 65,0-6 0,-4-6 0,5-9 0,-3-4 38,-4-6 0,-1 1 0,-5 1 0,-1 0 10,-3 0 0,-7 4 0,2-4 1,-4 1-30,-2 5 0,-8-4 0,-4 1 0,-3 3-41,-2 2 1,-1 3 0,1 3-1,-1 3-20,1 2 1,-1 2 0,1 6 99,-1 0 1,3 8-1,3 4-34,6 3 1,4 3-1,2-1 1,0 1-2,0-1 1,8 1-1,6-1 1,5-1-17,4-5 0,8-1 0,-1-6 0,3 2-61,1-3 0,1-1 0,0-2 1,0 0-383,0 0 0,-6 0 0,-2-2 1,-1-1-632,-5-3 1,-2-2 1105,-1 2 0,-1-4 0,1-7 0</inkml:trace>
  <inkml:trace contextRef="#ctx0" brushRef="#br0" timeOffset="483">681 455 6745,'-17'7'735,"-1"-5"0,7 12-140,-1-8 0,10 5-328,2-5 1,8 0-1,9-6-118,1 0 0,-1-2 0,1-2 0,-1-3-193,1-3 0,-1-2 0,1-3 0,-3 1-66,-3 2 0,3 1 277,-3-7 0,-4 1-21,-3-1 1,-10 9 0,-7 5-1,-4 8 14,-1 7 0,-6 5 0,-3 3 0,-1 5-87,-4 5 0,6-2 0,2 2 0,3 2-157,3 2 0,7 2 0,4-2 1,4-4-518,2-6 1,8-3-1,6-5 1,7-3-164,8-6 0,-2-4 1,2-2-1,3-2 764,1-4 0,1-4 0,1-7 0</inkml:trace>
  <inkml:trace contextRef="#ctx0" brushRef="#br0" timeOffset="752">1135 1 7869,'-17'2'234,"-1"3"0,7-1 0,1 8 1,2 3 454,4 7 0,2 5 0,2 8 1,0 0-207,0 0 0,0 5 1,0 3-1,2 2-362,4 3 1,2 3-1,6-1 1,-3-1-172,3-3 1,-5-13 0,1 0 0,0-4-722,0-1 0,-7-7-2498,3 2 2020,-4-11 0,-8-6 1249,1-12 0,-17-12 0,3-9 0</inkml:trace>
  <inkml:trace contextRef="#ctx0" brushRef="#br0" timeOffset="934">873 315 7869,'0'17'157,"2"-5"424,4 0 0,-2-8 0,8 1 0,3-3-25,6-2 0,7-2 0,8-1 0,7-5-438,10-2 1,1-2 0,8-5 0,0 0-289,0-1 0,0 1 1,0-1-1,-9 1 170,-11-1 0,-5 1 0,-2-1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9.67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350 498 8217,'11'0'1974,"1"0"1,-8-2-980,2-4 0,-6 4 1,-6-4-356,-6 4 0,1 2 0,-5 0 0,-3 0-119,-1 0 1,-7 10-1,-2 5 1,-4 9-255,-2 3 0,0 2 0,2 6 0,2 2-391,2 3 1,10-3-1,1 4 1,10-6-531,6-6 0,6-4 1,8-9-1,11-3-458,8-1 0,6-8 0,4 0 0,4-8 1112,-1-8 0,7-3 0,-7-3 0</inkml:trace>
  <inkml:trace contextRef="#ctx0" brushRef="#br0" timeOffset="533">594 707 7784,'18'-17'-726,"-7"7"0,-1 2 736,-2 0 0,5-1 248,-1-9 1,-4 7 0,0 1 0,-3 0 279,1 0 1,0 5 0,-4-5 200,4 2 1,-4-5 21,4 1 0,-6 4-295,-6 2 1,-4 4 0,-7 2 0,-1 2 114,1 4 0,-7 6 0,-1 9 0,0 4-189,0 3 1,-4-5-1,5 6 1,3 0-191,2-2 0,1 4 0,3-7 1,3-3-210,6-2 0,6-3 0,6-3 0,7-3-157,9-2 0,5-4 1,8-10-1,2-8-197,4-7 0,-5 0 1,5-6-1,-4-1-61,-2 1 0,-8 0 0,-4-4 1,-3 4 44,-3 2 0,-7 1 0,-4 7 0,-4-1-113,-2 1 1,-14 7 0,-3 4 0,-5 4-193,-3 2 0,0 0 0,-4 2 0,4 4 682,-1 6 0,7 3 0,-6 3 0</inkml:trace>
  <inkml:trace contextRef="#ctx0" brushRef="#br0" timeOffset="1117">961 672 6732,'17'0'15,"-5"0"315,0 0 0,-6 0 0,5-2-73,3-4 1,-5 4-1,1-5 201,-2-1 1,6 4-125,-3-8 1,-3 7-1,0-5 954,-1 2-87,-5-5-747,6 3 1,-16 0 0,-3 4-18,-5 4 1,-3 2 0,-3 2 0,-3 4-100,-2 6 1,4 3 0,-4 3 0,1-1-145,5 1 1,2 5 0,1 0 0,3-1-107,3-3 0,-2-2 1,9 1-1,1-1-74,2 1 0,10-6 0,5-3 0,9-1-63,7-4 0,4-8 0,2-4 0,-1-3-41,1-9 0,-2 3 0,-2-9 0,-3 3-68,-3 0 0,-2-6 0,-7 4 0,-3-1-46,-1 1 1,-8 2 0,0 5 0,-8 1-382,-8-1 0,-3 9 1,-5 1-1,-1 2-302,-2 0 1,-3 1 0,5 5-718,-2 0 1,-1 7 1603,7 5 0,-1 3 0,1 3 0</inkml:trace>
  <inkml:trace contextRef="#ctx0" brushRef="#br0" timeOffset="1500">1328 637 12833,'0'12'2323,"-2"0"-1793,-4 1 1,4-3-1,-4 1-168,4 3 0,2 2 1,0 1-147,0 0 1,0-5 0,0 0 2,0 1 1,0-3-184,0 2 0,-2-8-65,-3 1 1,3-5-1,-4-5 50,4-7 1,2-4-1,0-3 1,0-4-96,0-6 1,8-4 0,3 0-1,3 2 42,-3 1 1,5 7 0,-4-4-1,3 2 37,3 3 0,-1 3 0,1 4 1,-1 1-413,0 2 1,-5 8 0,0-1 0,1 3-216,3 2 0,-1 2 0,-1 1 0,-2 5-533,1 2 1,1-4-1,-1 3 1,-1-1-1495,2-4 2649,-7-2 0,17 6 0,-5 2 0</inkml:trace>
  <inkml:trace contextRef="#ctx0" brushRef="#br0" timeOffset="1949">2061 43 7835,'2'-15'1243,"2"1"686,2 3 0,0 9-1050,-6 2 1,0 9 0,2 15 0,2 3-191,1 0 1,3 6 0,-4-2 0,4 6-281,1 4 0,1 1 0,4-3 1,-5 2-309,-1-2 0,4-2 0,-4-2 0,-1-2-140,1-4 0,-2-4 0,-6-8 1,0 1 29,0-1-105,0-7 1,-2-4 0,-4-12-217,-5-6 1,1 3-1,-2-3 1,-1-2-402,-3-1 0,-1-3 0,-1 1 1,-1 1 287,-5 5 1,3-3 0,-6 6 0,0 1 355,0-1 0,3 2 1,-3 6-1,0 0 479,0 0 0,6 8 1,-3 5-1,3 9 187,-2 7 1,3 0 0,-3 2 0,5 2 78,7-2 0,3 0 0,8 4 0,0-2-309,0-4 1,8 0 0,5-9 0,9-7-213,7-3 0,6-4 0,6-6 0,3-2-622,1-4 1,5-4 0,-3-9-1,3-4-854,3-6 1,-7 1 0,-1-1 0,-1-2 1338,1-2 0,-6-9 0,4-3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6:00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297 280 6909,'10'2'1229,"-6"4"236,-8 5 1,-6 7 0,-9 7 0,-3 10-865,-1 10 1,-8 7 0,4 4 0,-2 2-644,0-1 1,7 3-1,-1-2 1,4-2-618,1-1 0,3-13 0,3-7 0,6-10-1402,4-5 2061,2-3 0,8-15 0,2-4 0</inkml:trace>
  <inkml:trace contextRef="#ctx0" brushRef="#br0" timeOffset="284">157 489 7753,'0'18'0,"0"1"0,0 3 802,0 1 1,0 0 0,0-5 0,2-1-42,4 1 0,6 5 0,11 0 0,6-3-400,4-7 1,2 3 0,0-5 0,0 5 210,0 1 1,-8-5 0,-4-2-167,-3-3 1,-11 1-1,-5-4-347,-8 2 0,-11 2 0,-10-4 0,-2 1-513,-5-1 0,0-2 0,-1-2 0,1 0-795,3 0 1,2 0 0,-2 0-1,6 0-1232,3 0 2481,11-8 0,-7-1 0,6-9 0</inkml:trace>
  <inkml:trace contextRef="#ctx0" brushRef="#br0" timeOffset="733">873 524 7706,'-15'2'1101,"3"4"0,-1 4 0,7 7 0,0 3 281,-2 3 1,4 4 0,-5 10 0,-1 2-808,0 2 0,6-1 0,-3-5 1,1-2-406,0-4 0,0-3 1,6-9-109,0 0 0,2-7 23,4-4 1,4-12 0,5-7-1,-1-7-327,-3-3 1,1 0 0,4 3-1,-3-1-123,-1-2 1,-6-3 0,5 3-1,3-4-279,1 0 1,-3 0 0,0 5 0,1-1 189,3 2 0,-5 1 0,1 5 1,0 1 579,-3 2 1,7 9 0,-4-3 0,3 6 307,3 6 0,-1 5 0,0 11 1,1 3-33,-1 2 0,7 2 0,1 4 0,2-4-40,4-6 0,8 3 1,4-5-1,-1-4-298,1-3 1,6-10-1,-5 2 1,3-6-241,-1-6 1,-9-6-1,-2-9 1,-10-2-134,-5 1 0,-9-3 0,-1 2 0,-2 1-182,-4 3 1,-12 2 0,-8 1 0,-7 4-75,-4 7 0,-2-3 1,-6 2-1,2 4-247,4 6 1,-2 4-1,8 5 1,1-1-737,3 2 0,3 7 1548,5 2 0,-5 0 0,6-5 0</inkml:trace>
  <inkml:trace contextRef="#ctx0" brushRef="#br0" timeOffset="1134">2078 699 10279,'-17'-10'0,"0"3"811,-1-1 0,-5 6 0,0-4 0,-1 4-542,-1 2 0,4 0 1,-7 0-1,1 0-232,0 0 0,6 2 0,-2 4 0,3 4 73,3-1 0,5 7 0,2-5 0,3 5-210,3 1 1,2 1 0,2-1 0,2 1-88,3-1 1,-1-1 0,8-3 0,2-1 56,1 2 1,8-7 0,1 1 0,-1-2 9,2 0 1,-3 0 0,5-8 0,0-2 79,0-2 1,-6-8-1,5 5 1,-3-3 112,0 0 1,0 1 0,-5-7-1,-1 1 364,1-1 1,-8 7 0,-3-1 58,1-2 1,-8 9-1,2 5-148,-6 9 1,-9 7 0,3 3 0,-2 5-312,1 5 1,-1 4 0,-4 2 0,3 1-609,1 5 0,6-4 0,-3 2 0,1-6-1060,4-4 1,2-8 683,2 3 947,8-13 0,2-11 0,7-9 0</inkml:trace>
  <inkml:trace contextRef="#ctx0" brushRef="#br0" timeOffset="1633">2533 0 7834,'-18'12'659,"-1"0"1,-3 3 381,-1 7 0,-2 7 1,3 11-1,-3 9 103,-2 7 0,6 6 0,-3 8 0,3 0-458,-2 0 0,5-2 0,-1-2 0,5-4-920,1-2 0,3-2 0,-2-7 1,1-5 324,1-5 1,-3-12 235,7-6 1,0-13-1743,6-10 0,0-8 0,2-9 0,2-3-128,2-3 1,1 4-1,-3-6 1,4-1 999,2-3 0,-5-4 1,7-2-1,2 0 491,1 0 1,5 6 0,1 0 0,2 0 206,-1 2 1,3 2 0,-2 7 0,0 1 533,3-1 1,-7 3 0,4 3 0,-3 6 261,-3 4 1,1 4 0,-1 4 0,-1 6-268,-5 3 0,3 3 0,-8-1 0,-1 1-363,3-1 1,-6 1-1,4-1 1,-4 1 938,-2-1 1,6 1-1,0-1-798,-3 0 1,-1 1 0,-2-1-1,0 1-401,0-1 0,0 7 1,0-1-1,-2-2-221,-3-1 1,1-1-1,-6 2 1,0 3-278,1-3 1,5-2 0,-4-1 0,2-1-670,0 1 1,1-1 0,5 1-217,0-1 0,0 1-578,0-1 0,7-1 1900,5-5 0,11-3 0,4-8 0</inkml:trace>
  <inkml:trace contextRef="#ctx0" brushRef="#br0" timeOffset="2269">3371 53 9027,'10'-8'1966,"-3"8"0,-9 2-1117,-3 14 1,-3 11 0,-6 15 0,4 9-117,3 5 1,-5 10 0,6 0 0,2 8-208,2 7 1,2 3 0,0-3 0,0-5-404,0-4 1,0-10 0,0-4-1,0-8-1230,0-9 784,0-8 1,-2-25 0,-1-8 0,-5-12-70,-2-9 1,4 0 0,-5-8-1,-3-1 7,-1 3 1,-9-6-1,1 4 1,0-4 287,-3-2 1,7 0 0,-4-2 0,3-1 112,3-3 1,-1 6 0,1 6 0,0 0 492,-1 2 1,6 9 227,1 12 0,7 8 0,-2 8 1,4 9-533,2 7 0,2 3 0,2 6 0,4 0-995,1-1 1,9-1-1,7-2 1,2-1-136,4 1 0,4-4 1,4 0-1,4-4 925,1-7 0,3 1 0,5-7 0</inkml:trace>
  <inkml:trace contextRef="#ctx0" brushRef="#br0" timeOffset="2550">3825 629 7747,'-29'-12'975,"2"-1"1,1 1 185,5 3 1,7 3 0,3 6-599,-3 0 0,5 0 0,-1 2 0,0 4-337,0 5 0,7 10 0,-5 3 0,2-1 364,0 2 0,2-3 0,8 7 0,4 0-108,2-2 0,9-2 0,8-7 0,4-3-332,4-3 1,-2 1 0,12-7 0,-3-4 10,-3-6 0,-4-5 0,-4-9 0,-4 1-179,-1-1 1,-5-1 0,-9-3-1,-7-1-464,-3 2 1,-9-4 0,-7 1 0,-7 3 98,-8 2 1,-12 7-1,-6 2 1,-3 2-705,-3 5 1,9 1 0,3 2 0,4 0-279,2 0 0,8 5 0,6 3 1365,7 2 0,6 2 0,8 5 0</inkml:trace>
  <inkml:trace contextRef="#ctx0" brushRef="#br0" timeOffset="3383">4174 594 6677,'18'0'4294,"-7"0"-2777,1 0 1,-6 0 0,3 2-620,-1 4 1,-2-2-1,-6 9 1,0 5-236,0 3 1,0 10 0,0-2 0,0 4-362,0 2 1,0-6 0,0 1 0,0-1-269,0-2 0,0 4 0,2-8-300,4-2 1,5-9 0,13-6-1,3-6-374,0-6 0,6-9 1,-4-11-1,4-1 197,2-4 0,-2-2 1,-2-2-1,-4 0 219,-1 0 0,-3 0 0,-6 1 0,-1-1 211,-5 0 0,-1 8 0,-6 3 0,2 5 376,-2 1 1,-4 3 0,-6 3-9,-6 6 1,3 10 0,-3 4 0,-2 2-61,-1 3 0,3 5 0,2 3 0,1 2-82,-1-1 0,6 3 0,-2-2 0,4 1-210,2 1 1,0-6-1,0 4 1,0-3-110,0-3 0,2 1 0,4-3 36,6-3 1,-2 2-1,1-9 1,3-1-3,1-2 1,3-4 0,-1-4 0,1-3-5,-1-1 0,1-6 0,-3 5 0,-1-3 34,-3 3 0,1-5 1,3 4-1,-1-3 46,-2-3 1,-3 7 0,5-1 0,-4-1 6,-3-3 0,1 4 0,-4 1-65,2-3 1,2-1 0,-4-3-4,1 1 0,3 5 1,-4 0 6,2-1 0,7 5 61,-1 2 0,-2 4 0,1 2 158,3 0 1,-4 2-1,-1 4 1,1 6 696,0 3 0,-4 9 1,3 1-1,-1 4-111,-4 8 1,-2 0 0,-2 7-1,0 1-384,0 0 1,-2-1 0,-4 5 0,-5-5-267,-5-1 1,-1-4-1,-1-8-349,1-2-328,-1-8 1,8-13 0,5-20 0,5-11-2,5-4 1,5-6-1,8 2 1,1-8-3,4-7 1,4-3 0,8 1 0,0 1 123,0-2 0,2 7 0,2 1 1,0 4 231,-6 2 0,0 14 0,-10 5 0,-2 7 894,-1 5 1,-5 12 0,-3 9 0,-6 10-208,-4 6 0,-2 2 0,2 0 0,1 0 586,3 0 1,2-2 0,-4-2 0,4-4-1133,1-2 0,-3 4 0,4-5 0,-2-3-2451,-4-2 0,-1-1-892,3-1 3421,-4-7 0,14-2 0,-7-8 0</inkml:trace>
  <inkml:trace contextRef="#ctx0" brushRef="#br0" timeOffset="3549">6078 1171 7617,'-41'-8'0,"0"-4"0,8 4 2145,10 3 1,13 3-671,10 2 1,10-2-1,13-4-1475,6-6 0,12-11 0,4-4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54.5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140 812 7945,'10'-8'235,"3"4"0,-5-7 1690,2-3 88,-7-1-1483,5 5 0,-8 10 0,-2 14 0,-2 5-167,-1 4 0,-9 10 0,2 0 0,-1 6-326,1 0 0,-3 4 0,5-1 0,-2 3-389,1 3 0,-1-5 0,-4-2 0,3-6-1022,1-6 0,8-2-369,-1-4 1,3-13 1742,2-4 0,7-12 0,3-11 0</inkml:trace>
  <inkml:trace contextRef="#ctx0" brushRef="#br0" timeOffset="264">87 707 10127,'18'0'984,"5"0"0,2 2 1,3 2-510,3 2 1,2 8-1,0-3 1,-2 5-189,-2 1 0,-8 1 1,2-1-1,-5 1-118,-7-1 1,-3 0 0,-8 1 0,-2-1-261,-4 1 0,-9-1 0,-10 1 0,-2-1-339,-4 1 0,-2-7 1,-2-1-1,0 0-220,0-1 1,2-5-1,2 2 1,4-4-300,1-2 0,9-8 0,7-3 949,2-5 0,-5-9 0,3-2 0</inkml:trace>
  <inkml:trace contextRef="#ctx0" brushRef="#br0" timeOffset="1033">646 760 7819,'-9'7'996,"1"-3"1,6 6 156,-4-2 1,4 5 0,-4-1-361,4 4 1,2 1 0,0 0-300,0 1 0,0-1 1,0 1-77,0-1 1,-5 1 0,-1-1 64,2 1 1,0-9-99,-2-3 0,2-4-548,-7-2 1,7-2-1,-2-4-209,4-5 0,2-7 0,0-5 0,2-4-99,4 0 1,3-6-1,9 6 1,-1-3 275,1 1 0,-1 8 0,1-2 1,-1 3 268,1 3 1,-1 1 0,1 5 63,-1 5 1,1 6 0,-1 6-186,0 5 0,-5 5 0,0 1 0,1 1-104,3-1 0,-5 6 1,1-1-1,2-5-530,1-3 0,-3-2 1,0 3-1,1-3 223,3-6 0,-5-5 1,1-1-1,1 0 73,3 0 1,1-1-1,1-3 1,-3-4 124,-3-2 0,4-1 0,-7-7 136,1 1 0,4-1 0,-7 3 0,1 1 0,0 2 1,-2 1 875,-6-7 1294,0 9 273,0 1-1216,0 8 1,0 2-614,0 4 1,0-3-275,0 9 0,2-6 1,3 4 15,7-3 0,-2-1-218,1-6 1,-5 0 168,6 0 1,-8-8-141,2-3 1,-6 3 0,-4 0 0,-4 2-55,-2 1 1,-7-1 0,-8 6-1,-1 0 4,1 0 1,-6 0 0,4 2 0,-2 2 37,0 1 0,5 9 0,-3-2 0,4 3-116,7 3 1,1-1 0,9 1-1,2 1-361,2 4 1,2-3 0,2 3-1,6-6-591,9-5 1,9 4 0,9-7-1,0 3-250,-1 0 0,1-9 1287,0 3 0,0 4 0,0 0 0</inkml:trace>
  <inkml:trace contextRef="#ctx0" brushRef="#br0" timeOffset="1495">1554 742 7778,'6'-17'180,"0"-1"0,6 1 1,-5-1-1,1 1 698,0-1 1,0 3-1,-4 1 1537,1 3-1867,1-1 1,-8 2 0,-3 6 0,-9 8-82,-7 8 0,1 3 1,-3 5-1,2 1-274,-3 3 0,5 5 1,-4-6-1,5-2-167,6-1 0,-3 3 1,5 0-1,1-1-102,3-3 0,4-2 0,2 1 0,0-1-394,0 1 1,2-7 0,4-1 7,5-2 0,5 4 291,1-7 0,-5 1 1,-2-4-9,-3 4 1,-3-4 0,-10 6 0,-5-2-405,-5-1 1,-1 1 0,-1-4 0,1 2-125,-1 2 0,1 0 1,-1-6-1,1 0-1691,-1 0 2398,1 0 0,0 7 0,-1 3 0</inkml:trace>
  <inkml:trace contextRef="#ctx0" brushRef="#br0" timeOffset="1796">1502 899 7684,'12'6'282,"-1"0"0,-1 2 1,4-4-1,-3 1 587,3-1 0,3-2 0,5-2 0,3 0-520,2 0 1,-4-6 0,4-1 0,1-3-272,-1-4 1,0-1 0,2-3 0,-6 1 15,-3 0 0,-3-7 1,-1 1-1,-5 2-165,-5 1 0,-4 9 1,-2-1-1,-2 0-134,-4 3 0,-5 1 0,-11 8 0,-3 0 83,-2 0 0,0 8 1,-4 3-1,4 5 100,1 1 0,3 1 0,6-1 0,-1 1-42,1-1 1,7 1-1,2-1 1,2 0-279,1 1 1,-1-1 0,8 1-161,4-1 0,9-1 0,8-3 0,1-3-607,1-2 1,-6-2 1108,5-6 0,3 0 0,0 0 0</inkml:trace>
  <inkml:trace contextRef="#ctx0" brushRef="#br0" timeOffset="2195">2061 760 7797,'-27'2'419,"3"1"1,5 5 470,2 2 1,7 2-1,4 5-442,4 1 1,2-1-1,0 0 1,0 1 207,0-1 0,8 1-533,3-1 1,5-1-1,1-5-207,1-5 0,-6-4 0,-1-2-242,3 0 1,-4-2-1,1-4 1,1-5-140,-2-5 0,5-1 0,-5-1 0,1 1 99,1-1 0,0 1 0,3 0 637,-3-1 0,3 1 249,-3-1 1,-2 8 68,1 5 0,-7 5 1,2 5-90,-4 7 0,-2 4 0,0 1 0,2 2-272,4 5 0,-4-3 0,4 6 0,-5-2-400,-1-3 1,6-3 0,0-1 0,0-1-451,2 1 0,-4-7 0,7-1-375,3-2 0,-5-2 0,1-8 0,0-4-1532,0-6 2529,1-3 0,7-3 0,-1 1 0</inkml:trace>
  <inkml:trace contextRef="#ctx0" brushRef="#br0" timeOffset="2429">2812 113 7797,'-27'8'472,"-6"-2"1,4 12 0,-2 7 605,1 6 1,5 12-1,8 3 1,-1 6-79,1 7 0,-1 1 1,3 6-1,1-4-553,3-2 1,5 4 0,-4-6-1,2-1-627,4-3 0,2-9 1,2-5-1,0-5-591,0-6 1,6-3 0,2-11-467,2-3 1,-4-5 0,3-8-171,-1-5 1,-2 2-1,-8-8 1407,-4-1 0,-11-11 0,-11-3 0</inkml:trace>
  <inkml:trace contextRef="#ctx0" brushRef="#br0" timeOffset="2596">2270 568 9748,'-7'0'3441,"7"0"-3023,9 0 1,15 0-1,7 0 1,6 0-395,3 0 0,9 0 1,-3 0-1,7-2-535,5-4 1,-4 4 0,5-6 510,-5 0 0,-9-1 0,-3-9 0</inkml:trace>
  <inkml:trace contextRef="#ctx0" brushRef="#br0" timeOffset="2947">3266 341 7698,'17'-24'0,"1"-1"394,-1-2 1,-1 4 0,-3-5 0,-1 1 497,2 0 1,-1 0 0,1-2 0,-4 6-138,-3 3 0,-1 3 0,-6-1 149,0 1 1,-2 9-1,-6 8 1,-9 12-46,-10 9 1,-6 14 0,-4 13 0,-4 9-342,-5 7 1,1 6 0,-2 5-1,1 5-741,1-1 0,2 7 0,9-5 1,-1 5-1140,0 1 0,8 4 0,5-5 1362,9-13 0,5-9 0,8-11 0</inkml:trace>
  <inkml:trace contextRef="#ctx0" brushRef="#br0" timeOffset="3697">3668 742 8128,'-12'-11'872,"0"1"-414,-1 2 0,3 0 0,-2 4 44,-1-1 1,-3-1 0,-1 6 0,-1 0-80,1 0 0,-6 0 0,-3 0 0,-1 2-83,-4 4 0,4 3 0,-2 9 1,0-1-110,2 1 0,-4-1 0,9 1 0,5-1-214,3 1 1,10 5-1,0 0-393,8-2 0,8-9 1,11-6-1,6-4-7,4-2 1,10-2-1,4-4 1,1-6 94,-1-3 1,1-8 0,-5-1 0,0 1 221,-1-2 0,-1 5 1,-8-3-1,-4 4 512,-6 1 0,-11 1-216,-6-1 1,-14 11-1,-7 7 1,-9 11-49,-3 11 1,4-1 0,-4 8-1,1 2 523,5 2 0,-4 2 0,2 0 0,3-2-673,7-4 1,-1 2 0,6-6 0,0 1-1706,1-1 1,1-8 444,6-5 1,8-10-1,5-2 1228,9-10 0,5-13 0,8-4 0</inkml:trace>
  <inkml:trace contextRef="#ctx0" brushRef="#br0" timeOffset="3928">3982 341 9026,'-23'7'315,"-1"5"1,1 5 0,8 5 0,1 5-116,2 6 1,8-2 0,-1 12 0,3-3 693,2 1 0,0 6 0,0-5 0,2 1-833,3 0 0,-3-2 1,4-7-1,-2 1-511,2 0 1,-4-2-1,4-4 1,-4-5-83,-2-5 0,-2-7 0,-4-3-169,-6-1 1,3-2 700,-3-6 0,0-15 0,-5-5 0</inkml:trace>
  <inkml:trace contextRef="#ctx0" brushRef="#br0" timeOffset="4145">3877 707 7758,'18'10'326,"-1"-4"0,1-4 0,-1 0 296,0 4 0,1-3 0,-1 7 0,1 0 159,-1-1 0,1-3 0,-1 6 0,-1 2-4,-5 1 1,3 3-1,-8-1 1,-2 2-405,-2 5 1,-12-5 0,-6 4-1,-7-1-662,-4 1 1,-2-4 0,-6 5 0,0-5-289,0-1 0,2-7 1,2-1-1,4-2-1265,2-4 0,1-3 1842,7-1 0,-1 0 0,1 0 0</inkml:trace>
  <inkml:trace contextRef="#ctx0" brushRef="#br0" timeOffset="4531">4593 672 8347,'0'-9'3092,"-8"1"-2580,-3 8 0,-5 0 1,-1 2-140,-1 4 1,1-2-1,-1 7 1,1 1-219,-1-2 1,3 5 0,1-3 0,3 1-128,-3-1 1,6 3 0,3-3 9,3 4 1,2 1 0,2-1 0,3-3 29,7-1 1,4-1-1,1 5 1,0-2 337,1-3 1,-1 1 0,1 5-234,-1 1 1,-7-1-1,-4 1 1,-4-1-245,-2 1 1,-2-1-1,-4-1 1,-6-3-611,-3-1 0,-3-6 0,1 3 0,-1-1-715,1-4 1,-6-2 0,-1-2 0,3 0 1395,2 0 0,1-8 0,1-2 0</inkml:trace>
  <inkml:trace contextRef="#ctx0" brushRef="#br0" timeOffset="4830">4488 934 9174,'18'8'942,"1"-6"1,3 4-1,3-4-411,2-2 1,2 0 0,8 0 0,2-2-288,2-4 1,5-4 0,-3-7-1,-2-3-367,-5-3 0,1 2 1,-11-6-1,-3 1 3,-4 5 0,1-4 0,-16 2-262,-6 1 1,-8 9 0,-11 3 0,-5 2 70,-1 4 0,-2 2 1,-4 4-1,2 4 197,2 6 1,6 3 0,-5 3 0,3-1 136,4 1 0,3-1 0,5 1 1,3 1 58,2 4 0,-3-1 1,5 5-1,2-2-246,2-4 0,10 5 1,5-3-1,9-4-299,7-5 0,4-1 1,2-7-1,2-2 78,3-2 1,-3-2-1,6-2 385,0-4 0,-6-11 0,5-10 0</inkml:trace>
  <inkml:trace contextRef="#ctx0" brushRef="#br0" timeOffset="5213">5239 725 7785,'-17'17'773,"-1"1"1,3-1 0,1 1-384,3-1 1,7 2 0,-2 3-1,4 3-4,2 2 1,0-4 0,0 5 0,0-1-36,0 0 0,0-6 1,0 3-1,0-5-130,0-2 1,0-5-360,0 0 0,8-10 0,2-2-253,-1-10 0,7-6 0,-7-3 0,3-2 44,0-3 0,-6-1 0,5 4 0,1-4-4,-2-3 0,5 7 0,-5-2 0,1 2 419,1-3 1,-2 11-1,3-5 1393,-1 3-1010,0-1 0,3 14 1,-3 8-1,-6 10 75,-4 7 0,-2-2 0,0 6 0,0 1-238,0-1 0,0 0 1,0 4-1,0-4-504,0-2 1,1-1 0,5-7-118,6 0 0,-2-7 0,1-4 0,3-4-571,1-2 1,3-2 0,-1-4-1,3-5-885,3-5 1,-2-3 1788,8-5 0,1-3 0,5-8 0</inkml:trace>
  <inkml:trace contextRef="#ctx0" brushRef="#br0" timeOffset="5430">6200 131 8545,'-23'0'944,"-1"0"1,-7 0-1,2 4 1,-4 7-257,-2 13 0,-5 11 0,-3 11 0,0 12 15,0 8 1,3 12 0,5 2 0,2-1-376,4-3 1,9-4 0,11-2 0,1-3-587,4-3 1,2-5 0,4-15 0,4-9-81,5-10 1,11-5 0,1-5-1,-2-3-766,-1-6 0,-3-6 1,-1-6 550,-5-6 0,-3-9 0,-8-2 553,0 1 0,-8-5 0,-1 0 0</inkml:trace>
  <inkml:trace contextRef="#ctx0" brushRef="#br0" timeOffset="5579">5589 602 8516,'11'0'1975,"1"0"-1365,2 0 1,1 0 0,4 0 0,5 2-496,5 4 0,6-4 0,4 4 1,5-4-1314,7-2 1,-3 0 1197,10 0 0,4 0 0,1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05.46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225 278 8352,'-11'0'2899,"-1"0"-1735,8 7-647,-4-5 0,8 4-259,0-12 1,8-2 0,4-5-110,3 1 1,3 3 0,-1-3-69,1 6 0,-1 4-77,1 2 0,-9 2 0,-3 4 0,-4 6 9,-2 3 1,0 3-1,0-1 1,-2 0-136,-4 1 0,2 3 0,-5-1 0,1-5-427,4 1 1,-4-1 96,3 3 1,-1-7 515,6 1 0,2-8 0,3 2 89,7-4 1,4-2-1,1 0 1,1 0 290,-1 0 0,1 0 0,-1 2 0,0 1 41,1 3 1,-1 2 0,-1-2 0,-3 6-57,-1 3 0,-8 3 0,2 1 0,-4 4-137,-2 6 1,-14-2 0,-5 3-1,-5 1-488,-1 2 0,-6-4 0,2-2 0,-2-2-705,2-4 1,-2-1 0,6-5 0,-1-3-465,1-6 0,2-4 1,7-4-1,3-4 1365,1-6 0,1-11 0,-7-4 0</inkml:trace>
  <inkml:trace contextRef="#ctx0" brushRef="#br0" timeOffset="500">365 16 7940,'-23'-2'79,"-2"-2"0,-1-2 1,1 2-1,4 4 0,1 6 1,1 6 400,-4 3 1,3 10 0,-3 4-1,4 4-155,1 2 1,1 16-1,-1 9 1,1 12-46,-1 9 0,7 7 1,1 3-1,2 4-194,4 2 1,12-8 0,9-2 0,11-13-222,5-14 0,9-11 0,5-22 1,5-10 149,6-9 1,5-10 0,6-11 0,3-16-30,4-14 1,2-9 0,1-7 0,-7-5 150,-6-4 0,-16-3 0,1-3 0,-9-2 888,-9 2 0,-7 10 1,-15 6-1,-7 4-745,-8 1 1,-15 9 0,-18 3 0,-11 6-685,-9 6 1,-15 4 0,-1 7 0,-9 3-555,-7 3 0,-2 6 0,3 14 1,3 13-1371,4 18 2070,37-15 0,2 5 0,5 11 1,2 5-1,-3 0 0,-1-1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5.8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122 560 8088,'10'0'3473,"-2"2"-2848,-8 3 1,0-1 0,0 8 0,-2 1-280,-4 3 0,2 1 0,-6 3 0,3 1 13,3 2 1,-6 7 0,0-5-1,-1 0-321,-1 0 0,6-1 1,-3-5-1,-1 2-1447,0 3 1,6-1-943,-2-6 2351,4 1 0,-5-8 0,-3-3 0</inkml:trace>
  <inkml:trace contextRef="#ctx0" brushRef="#br0" timeOffset="947">524 612 7841,'0'-17'842,"2"7"1009,4 4-836,-4 4 1,5 4-732,-7 4 0,0 4 0,0 7 1,-2 0-185,-3 1 0,1 1 1,-6 3-1,0 1-62,1-2 0,3-1 0,-4-3-451,2 1 0,-3-1-1151,5 1 1105,0-9 1,8-3-1,4-12 180,5-5 0,5-7 0,3-3 0,3-4 122,1-3 0,6 5 0,-4-4 1,3 0 220,3 0 0,-6 5 0,0-1 0,-2 4 518,1 1 1,-1 8-305,-6 5 1,-7 5-1,-4 5 1,-4 7 196,-2 4 1,0 7 0,-2 2-1,-2 0-217,-2 1 0,-7 5 0,1-4 1,-2 0-275,3-4 1,-5-1-1,5-1 1,-5 0-83,-1-5 1,5 1 0,0-7-835,-1 0 666,5-3 0,0-9 0,10-3 0,2-7 129,2-4 0,7-1 0,-3 0 0,2-1 36,-1 1 0,-1-7 0,4 1 0,-5 2 98,-1 1 0,6 5 0,-5 1 0,3 3 82,0-3 0,-6 0 1,5 1 105,3 1 1,-5 8 0,3-2 311,2 5 0,-5 1 1,3 1-323,2 5 0,-7-2 0,1 8-276,0 1 1,0 3 0,3 1 0,-3-1-409,0-4 0,-6 3 0,6-5 0,-3 1-741,1 1 0,8-2 1,-5 3 1249,1-1 0,6-8 0,-7 4 0</inkml:trace>
  <inkml:trace contextRef="#ctx0" brushRef="#br0" timeOffset="1331">1310 577 7898,'-18'0'0,"3"8"0,1 3 0,3 5 929,-3 1 0,4 9 1,-1 5-1,-3 6-114,-1 3 1,-5 11 0,-3 1 0,-6 10-503,-4 6 1,-2 0 0,0-2 0,0-6-368,0-5 1,2-3 0,4-15-1,6-6-475,3-4 241,3-11 1,7-11-1,4-12 37,4-11 1,2-1 0,2-10-1,4-2 20,6-2 0,3-2 0,3-2 0,-1-4-72,1-5 0,7-5 0,2-1 1,2-1 3,0 1 1,2-1 0,10 1 0,4 2 245,-1 3 0,1 4 0,-6 10 0,2 4 365,-3 6 0,-9 6 0,-5 5 0,-5 8 89,-1 8 0,-3 8 1,-3 9-1,-6 4-271,-4 2 0,-2-3 0,0 5 0,0 0-267,0-2 1,-2 6 0,-2-6 0,-2 2-524,2 0 0,-4-7 1,2 1-1,3-4-2084,1-1 2744,2-1 0,-8 1 0,-2-1 0</inkml:trace>
  <inkml:trace contextRef="#ctx0" brushRef="#br0" timeOffset="1664">1677 647 7898,'-8'-18'323,"4"9"1,-6 1 0,1 2 438,-1 0 0,4 1 1,-6 6-1,-3 3 0,-7 2 0,3 10 0,-4-1 0,3 8-263,3 5 1,-6 1-1,-1 4 1,5-2-320,5-2 1,1-2 0,7 4-1,2-4-147,2-1 1,4-5 0,6-9 0,7-7-11,7-3 1,3-2-1,-4-2 1,5-3-127,1-7 1,-4-6 0,4-3 0,-2-2-10,-3 1 1,-3-3-1,-3 2 1,-3 2-102,-1 1 0,-8 3 0,2-1 0,-5 1-376,-1-1 0,-1 1 1,-5-1-461,-6 1 0,2 5 1,-1 3-400,-3 1 1,-1 2 1447,-3 6 0,1 8 0,-1 1 0</inkml:trace>
  <inkml:trace contextRef="#ctx0" brushRef="#br0" timeOffset="2031">1956 699 13167,'-12'6'817,"1"0"1,5 8-1,-4-3 1,0 5-553,1 1 1,-3 6-1,-3 1 1,1-3-67,2-2 0,3-1 0,-5-1 0,4 1-68,3-1 1,-5-5-1,4-2-437,-1-3 93,5 7 0,-4-20 0,8 0 0,2-7 84,4-5 1,3-1-1,9-2 1,-1-5 77,1-1 1,1-2-1,2-6 1,3 0 48,-3 0 0,4 2 1,1 2-1,-1 4 136,0 2 1,-2 4-1,-3 7 1,1 4-23,2 2 0,-5-3 0,-7 5 0,3 2-383,2 2 1,-5 10 0,1 2 0,-1 1-587,-1 1 1,4 0-1,-8 5 1,-1 1-1401,3-1 0,-4 0 2257,8 1 0,-1-1 0,7 1 0</inkml:trace>
  <inkml:trace contextRef="#ctx0" brushRef="#br0" timeOffset="2334">2794 36 8312,'-17'-18'3996,"-1"9"-3022,1 3 0,-1 12 1,3 5-1,1 7-355,3 5 0,-1 4 0,-5 8 0,-1 2 53,1 4 1,1-3-1,1 11 1,1 3-476,0 5 1,-11 9 0,10-2-1,-1 4-476,3 1 0,3-8 1,-2-7-1,6-8 263,4-3 0,2-8 0,0-8-1467,0-2 0,2-9 1,4-10 305,6-4 1,-2-2 0,1 0 0,1-2-2287,-2-4 3463,5-4 0,-5-7 0,7-1 0</inkml:trace>
  <inkml:trace contextRef="#ctx0" brushRef="#br0" timeOffset="2566">2218 507 7781,'-18'0'416,"1"0"748,0 0 1,9 0-1,8 0-391,10 0 0,13 0 0,6 0 0,4 0-414,2 0 1,8-2 0,3-2 0,6-3-371,7-3 0,-5 4 1,4-6-1,-5 1-296,-7 1 0,-1 0 0,-8 7 0,-2-3-3625,-8 2 3932,-6 2 0,-19 10 0,-4 1 0</inkml:trace>
  <inkml:trace contextRef="#ctx0" brushRef="#br0" timeOffset="2997">297 140 7987,'-64'10'723,"4"-4"0,5-4 1180,11-2 1,13 0-1444,7 0 0,26-2 1,14-4-1,11-5-593,10-5 0,9-1 0,3-1 0,7 1 133,8-1 0,20-7 0,5-2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9.9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1 158 7294,'9'17'-674,"-3"1"0,4-1 622,1 1 0,5-9 52,1-3 0,1-4 0,-1-2 0</inkml:trace>
  <inkml:trace contextRef="#ctx0" brushRef="#br0" timeOffset="300">88 1 7924,'-2'11'-675,"-4"1"-541,4-8 1216,-13 4 0,13-1 0,-6 3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1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 7924,'18'0'2389,"-1"0"-1554,-7-8 1,-2 14-1,-10 0 1,-2 10-307,-2 7 1,-8 4-1,5 10 1,-3 4-315,0 5 0,1 5 1,-5 1-1,3 1-451,1-1 0,2 0 0,-3-1 0,1-5-218,-1-5 1,3-6 0,0-4-1,2-4-925,4-2 1,-3-1-1060,1-7 2438,0-7 0,-2-2 0,-1-8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45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138 123 7842,'-32'10'370,"0"-3"1,5-1 591,2 0 0,10 2-492,9-2 0,13-4 0,11 3 0,11-5 25,10-5 0,5 1 0,9-8 1,-1-2-226,1-1 1,-1 3-1,0 1 1,3-3-338,3-1 0,-4 3 0,5 0 0,-5 1-481,-2 1 1,-1 0 0,-5 6 0,-5-2-619,-4 3 0,-10 1 0,-6 4 563,-7 3 0,-6-1 0,-8 8 603,0 2 0,0 1 0,0 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7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52 7842,'11'-5'835,"1"-1"0,-8-2 181,2 2 0,-4 6-460,-2 0 0,-8 2 1,-4 10-1,-5 1-56,-6 3 0,1 1 1,-7 3-1,0 1-16,2 2 1,-4 3-1,7-5 1,3 4-204,2 2 0,9-5 0,4 1-276,4-4 1,12-3 0,7-4 0,13-7 52,8-3 0,1-15 0,8-5 0,-1-3-142,-1-4 0,3-1 1,-9-5-1,-4 2-4,-4-2 1,-11 0 0,-3 0 0,-9 4 5,-6 2 1,-12 3 0,-7 11-1,-11 5-380,-5 4 1,-7 2 0,-3 0-1,0 2-252,1 4 0,1 2 0,8 5 0,4-1-931,6 1 0,11 3 1645,6 1 0,4 1 0,2-1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5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455 141 8088,'-6'-28'189,"0"5"1,1 4 0,3 1 84,-4 1 0,2 1 0,-8 5 0,-1 5 692,-3 4 0,-3 10 0,-5 5 0,-5 7-141,-4 3 1,-2 14-1,0 0 1,1 5-371,-1 7 1,0 7 0,2 2 0,4-1-323,5-3 1,13-2 0,5 1-1,4-1-250,2 0 0,10-9 0,7-8 0,10-12-53,6-9 1,8-6 0,2-8 0,1-2-27,5-4 1,-1-4 0,1-9 0,-5-2 80,-1-3 1,-4-7 0,-10 4 0,-6-2 117,-3 0 0,-5 6 0,-3-5 0,-6 1 85,-4 0 0,-4 6 0,-4-3 0,-6 5 17,-3 2 0,-9-1 0,1 1 0,0-1-138,-2 1 0,3-1 0,-5 3 0,2 3 37,4 6 0,1 4 1,3 2-26,-1 0 1,3 8 0,3 4 44,6 3 0,6 3 0,6-1 92,6 1 1,3-7 0,3-1 0,1-2-72,4-4 1,-1-2-1,7-2 1,0 0-121,-2 0 1,10 0 0,-6 0-1,0-2-112,2-4 1,6-4 0,2-7 0,-3-1 23,-1 1 0,-4-7 0,-2-1 0,-2 0 183,3 0 1,-7-4 0,-2 5 0,-5 3 376,-7 2 1,-1 1-1,-6 1 480,2-1 1,-3 3-1,-8 3-261,-7 6 0,-2 6 0,1 8 0,1 7-295,-1 7 0,-3 9 1,-1-2-1,-1 4-148,1 2 1,1 6 0,3 1 0,1 1-642,-2 0 1,-1 3 0,-1-3 0,3 0-544,1-1 0,2-3 1,-1-8-1,3-4-1165,0-1 0,6-3-2201,-4-6 4377,4-7 0,2-2 0,0-8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9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717 245 7777,'5'-18'0,"3"1"466,2 0 1,-4-1 0,3 1-1,1-1 214,0 1 1,-4-1 0,3 1 0,-1-1 512,-4 1 1,4-1-479,-3 1 0,-6 7 0,-11 4 1,-6 4-9,-5 2 1,-4 8-1,-8 6 1,-2 5-94,-4 4 0,5 9 0,-5-3 0,4 4-346,2 2 0,2-1 0,4 3 0,8 0-251,7-2 1,6 4-1,8-12 1,2 0-25,4-3 1,11-5 0,13-3-1,5-3 15,5-1 1,3-8 0,5 1 0,-1-3 20,2-2 0,-7-2 1,-3-1-1,-8-3 282,-8 2-123,5-6 1,-25 8 0,-6-2 0,-21 10-257,-17 12 0,-9 1 1,-8 10-1,-8 2-885,-8 2 1,-3 8 0,-5 2 0,4-1-1007,1 1 1602,5 5 1,-6-3-1,8 8 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6.8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176 717 7983,'0'-18'2077,"-6"1"-684,0-1 0,-8 9 1,5 5-774,-1 8 0,-6 5 0,5 9 0,-3 1-392,3 5 1,-5 1 0,4 6 0,-1-2-234,1 2 0,-1 2 0,7 2 0,2-2-519,2-4 0,2 2 1,2-8-1,4-1-823,5-3 0,13-9 0,5-4 0,6-4 1347,5-2 0,5-8 0,7-2 0</inkml:trace>
  <inkml:trace contextRef="#ctx0" brushRef="#br0" timeOffset="681">525 647 7714,'-29'12'0,"2"-3"653,1-1 0,-1 6 1,8-3-1,5 5-151,5 1 0,3 1 1,6-1-1,0 1-195,0-1 1,7-5 0,5-1 0,6 1-55,5-2 1,-2 3-1,8-7 1,2-2-94,2-2 1,0-2 0,-2 0-1,-3 0-150,-3 0 1,4-6-1,-6-2 1,0-1-68,3-5 1,-13-1-1,5-3 1,-5 1-123,-3-1 1,4 1-1,-9-1 1,-1 1 18,-2-1 0,-4 1 1,-3 1 161,-7 5 1,-4-3-1,-1 8 1,-3 2 66,-3 2 1,4 8 0,-6 2 0,1 4 148,1 7 1,0-1-1,3 7 1,1-2-34,1 0 1,-3 3 0,11-5 0,1 4-216,3 2 0,4 1 1,2 1-1,4-6-142,7-4 0,1-7 0,13-2 0,1-3-55,3-3 1,-2-2 0,2-4 0,2-4-133,2-5 1,8-12 0,-1-5-1,-1-1 182,-2 0 0,-8 0 1,0-6-1,0 2 151,-1 4 0,-5 2 0,-10 7 0,-3 1 1744,-2 4-1081,-2 9 0,-6 0 1,0 12-102,0 5 1,-6 7 0,0 5 0,2 4-261,2 0 1,-4 6 0,1-3 0,1 1-198,2-2 1,-4 2 0,0-6-1,2 0-146,2 0 1,2-7-1,-2-8 1,-1-1-1124,-3 1 706,0-6 0,6 2 1,2-12-1,2-6 130,2-3 1,7-5 0,-3-1-1,1-4-13,1-2 0,0 3 1,5-3-1,-1 2 213,-5 4 1,5 1-1,-4 3 1,1-1 286,-1 1 0,3 7 0,-3 4 15,3 4 1,-3 4 0,-2 6 0,-2 7 130,-5 7 1,5 7 0,0-4 0,0 2-754,0 4 0,3-3 0,-3-1 0,0-2-943,-1-4 0,7-1 1417,-2-3 0,3-7 0,3-2 0</inkml:trace>
  <inkml:trace contextRef="#ctx0" brushRef="#br0" timeOffset="932">1765 18 9024,'-31'29'0,"-4"0"607,-2 2 1,2 16-1,6 5 1,6 5-303,3 3 0,9 4 1,-1 12-1,-2 3 277,-1 1 0,5-3 1,2-9-1,3-4-1298,-1-5 0,0-9 1,6-9-1,0-12-1416,0-8 1651,0-11 1,2-4 0,2-14-1,2-8-1284,-3-5 1765,-1-2 0,-9-2 0,-3-3 0</inkml:trace>
  <inkml:trace contextRef="#ctx0" brushRef="#br0" timeOffset="1280">1451 507 7693,'11'6'189,"1"0"0,-6 6 0,3-5 0,1 1 257,0 0 0,1 5 0,7-1 0,-1 4 138,1 1 0,5 8 1,0 4-1,-1 4-27,-3 2 0,-1 0 1,-1 0-1,-1 2-286,-5 4 1,3-4 0,-8 1 0,-3-5-111,-1-3 0,-2-9 0,-2 0 0,-1-5 84,-3-5 0,-2-7-461,2 2 1,4-6-1,-4-6-98,4-5 0,2-5 1,0-3-1,0-3-19,0-1 0,2-2 0,2 3 0,4-3 13,2-2 1,1 6 0,7-3-1,-1 3 243,1-2 0,-7 9 0,1-3 0,2 3 23,1 4 0,3-3 0,-1 7 0,1 2-299,-1 2 0,1 2 0,-1 0 0,0 2-130,1 4 1,-1 4 0,3 7 0,1 1 482,2-1 0,8 1 0,-3-1 0</inkml:trace>
  <inkml:trace contextRef="#ctx0" brushRef="#br0" timeOffset="1563">2254 857 8233,'-25'0'496,"5"0"1,-5 0 0,2 0 256,-1 0 1,1 0 340,6 0 1,1 7-935,5 5 0,3-2 0,10-1 0,4 1-62,5 0 1,7-4-1,3 3 1,4 1 15,2 0 0,-5-6 1,1 1-1,-4-3 229,-1-2 0,5 0 1,0-2-134,-1-3 1,-3-5 0,-3-8-354,-5 1 1,3-1 0,-8 1-682,-2 0 1,-2-1-1,-2 1-311,0-1 1,-8 6 0,-4 3 1134,-3 1 0,-3 2 0,1 6 0</inkml:trace>
  <inkml:trace contextRef="#ctx0" brushRef="#br0" timeOffset="1796">2516 752 7648,'-6'11'474,"-2"-1"1,0 0 1104,1-1 0,1 5 0,6 7 0,0 3-860,0-3 0,0 4 0,0-1 0,2-3-499,4-2 0,-4-1 1,5-1-610,1 1 1,-4-3-1984,8-3 1235,-8-4 1,5-14 0,-5-2 0,2-2 1136,-2-3 0,6-11 0,-1-3 0</inkml:trace>
  <inkml:trace contextRef="#ctx0" brushRef="#br0" timeOffset="2213">3040 1 10504,'0'25'1692,"-2"-4"0,-2 8 1,-2 4-925,2 6 1,2 8-1,4 9 1,2 6-289,2 6 1,8-2-1,-5 8 1,3-6-284,0-4 1,-1-8 0,5 2 0,-3-5-494,-1-7 1,-6-11 0,3-12 0,-1-3 804,-4-3-755,-2-7 0,-2-10-458,0-12 0,-2-1 0,-2-1 0,-4 3 126,-1-3 1,3 0 0,-4 1 0,0 1 313,1-1 0,-3-3 0,-5 1 179,-1 3 0,1-2 1,-1 8 320,1 3 1,5 1 0,1 2-29,-3 0 1,-2 7 0,1 5 0,1 4-157,3 1 1,5 2-1,-4 3 1,0 3-344,1 2 0,5-5 0,-2 1 0,4-4-191,2-1 1,2-1-1,4 1 1,6-3-410,3-3 0,10-4 1,4-8-1,4-2-636,2-4 1527,0-4 0,8-15 0,2-2 0</inkml:trace>
  <inkml:trace contextRef="#ctx0" brushRef="#br0" timeOffset="2548">3773 577 8401,'-17'-17'1546,"5"7"1,1 4-428,-3 4 1,-2 2 0,-1 0-1,-1 2-493,1 4 0,0 4 1,-1 7-1,-1 2-280,-5 5 0,5-5 0,-4 6 0,5-1-261,7-1 1,-5 2 0,6-3-1,-1 3-118,-1 2 0,8-4 1,-2 4-1,4-1-278,2-5 0,0-2 0,2-3 0,4-3-34,6-1 1,3-6-1,3 4 1,-1-3 239,1-3 1,-1 4 0,1-2 0,-1-2 304,1-2 0,-1 4 0,1 1 101,-1 3 1,-5-6 0,-3 4-56,-1-1 0,-4 3 0,-10 6-371,-5-5 1,-7 5 0,-3-7-1,-5 3-1027,-1 0 0,-4-3 0,-8 5 0,-3-4-2618,-3-2 3770,6-3 0,-19 3 0,4 2 0</inkml:trace>
  <inkml:trace contextRef="#ctx0" brushRef="#br0" timeOffset="2713">2568 368 7677,'-25'0'1933,"6"-2"0,-3-4-1022,9-6 1,9 2 0,15 1 0,13 1-1338,7 4 0,6 0 0,1 0 0,5-2 426,2 3 0,-6-7 0,3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5.83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103 0 10024,'-10'8'0,"5"4"0,3 3 0,2 5 851,0 3 0,0 6 0,0 10 0,0 4-717,0 1 0,2 1 0,1 2 0,5-7-582,2-3 1,-6-2 0,4-2 0,-3-4-2464,1-6 2911,0-3 0,-6-10 0,0-3 0</inkml:trace>
  <inkml:trace contextRef="#ctx0" brushRef="#br0" timeOffset="499">348 140 7678,'11'-6'0,"-1"-1"163,-2-3 1,5 4 0,-3-6 686,0-1 1,3 3-222,-7-1 0,-2 7 0,-10-2-286,-5 4 0,-11 2 0,-3 0 0,0 2-100,0 4 0,-7-2 0,3 7 0,-4 1-56,-2-2 1,6 5 0,2-5 0,2 1-157,4 1 0,1-2 1,3 3-1,-1-1-347,1 2 0,7-5 102,4 3 1,6-2 0,6 1 0,6-5 91,3-4 0,5-2 0,1 0 1,4 0 64,2 0 0,1 0 1,1 0-1,-4 0 222,0 0 1,-11 0 0,3 0 870,-1 0-486,-1 0 0,-13 2 0,-10 4 1,-9 5-234,-6 5 1,-8 1 0,2 1 0,-4-1-204,-2 1 0,7 1 0,5 1 0,4-1-161,1-3 1,3-3 0,3 5-448,6-1 0,8-7 1,8-4-280,7-5 0,12-1 1,1 0-1,5-1-550,5-5 1,5-4 1322,7-7 0,1-9 0,-1-1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1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297 637 7664,'-17'0'0,"-1"0"72,1 0 1,-7 0 0,1 0-1,2 0 462,1 0 1,-1 8 0,0 6 0,3 5-252,3 4 0,-5 2 0,10-1 1,1 3-146,3 0 0,4 6 0,2-6 1,2 0-137,4-3 1,3-5-1,9-1 1,-1-3-33,1-3 0,1-5 1,3-7-1,1-1 57,-2-5 1,-1-4-1,-3-7 1,1-3 43,-1-3 1,1 3 0,-1-3 438,0 4 1,-1 1 140,-4 1 1,1 9-1,-7 8-218,-2 10 1,-10 13 0,-6 8-1,-3 8-121,-3 7 0,1 5 0,-2 3 0,-5 4-444,-5 7 0,-4 1 1,0-1-1,2-4-242,2-7 1,2-6 0,-2-15-568,6-3 0,11-15 1,6-17-133,4-13 1,10-11-1,4-10 1,3-3 98,2-2 0,7-8 974,-1 3 0,8-20 0,-4-6 0</inkml:trace>
  <inkml:trace contextRef="#ctx0" brushRef="#br0" timeOffset="309">384 725 7819,'0'17'279,"0"0"0,0 1 0,0-1 241,0 1 1,2-1 0,2 3-1,4 1-122,2 2 0,1 1 1,9-7-1,3 1-162,6-1 1,-2-1 0,2-5 0,2-5-164,2-4 1,4-4 0,2-6 0,2-7-77,-2-7 1,-8-9 0,-4 2 0,-2-2-23,-4 2 1,-3-4 0,-7 4 0,-5-2-19,-4 2 0,-2-2 0,0 6 0,-4-1 24,-7 1 0,-3 4 0,-13 7 0,0 4 14,0 3 1,-2 1 0,-4 8 0,1 6 75,3 9 0,8 2 0,-4 11 0,2 1-157,-1 2 0,7 2 0,5-1 0,0 1-346,3 0 1,1 6 0,8 0 0,4-2-315,8-3 0,1-1 0,14-2 0,0-3-1340,1-7 2086,1-12 0,13 5 0,3-6 0</inkml:trace>
  <inkml:trace contextRef="#ctx0" brushRef="#br0" timeOffset="611">1153 655 7664,'-2'-10'124,"-2"2"510,-2 0 0,-7 6 0,1-3-166,-4 3 0,1 9 0,1 5 0,3 4-53,-3 1 0,-2 8 1,-1 4-1,2 3-169,3-3 0,-2 4 1,8-4-1,3 4-149,1 2 0,2-2 1,2-4-1,1-6-1,3-4 1,14-1-1,-3-3 1,4-3-59,5-6 0,-1-12 0,6-8 0,-4-5-69,-2-4 0,4-8 0,-7 2 1,-5-4-60,-3-2 1,-4 0 0,1 2 0,-5 2-88,-4 2 0,-4 1 1,-4-3-1,-5 4-955,-5 2 0,-7-2 1,-2 7 1131,-3 5 0,-8 1 0,-9-3 0</inkml:trace>
  <inkml:trace contextRef="#ctx0" brushRef="#br0" timeOffset="1692">1572 655 7723,'-16'7'560,"5"5"1,3 4-1,2 3 1,0 2 0,2 5-1,2 1 215,2 4 1,0 4 0,0 4 0,2 1-550,4-1 1,-4-2 0,4-2 0,-4-2-339,-2-4 1,6-4 0,0-7-515,-3-1 313,-1-7 1,4-10 0,2-14 0,0-5-104,0-4 0,3-7 0,-3 5 0,0-2 116,-1-4 1,7-2 0,-4-2 0,1 0 90,1 0 1,-2 0 0,3 0 0,-3 0 175,-2 1 0,3 1 1,-3 3 764,2 7 1,0 8-185,1 9 0,3 8 0,-8 17 1,-2 4 9,-3 7 1,5 3-1,0 3 1,0 3-293,2 2 1,-6 0 0,3-4 0,-1 1-204,2 3 1,-4-6 0,4-8 0,-4-2-309,-2-3-2,0-3 1,0-11 60,0-8 1,0-8 0,0-9 0,0-1 20,0 1 0,6-6 0,-1-3 0,-1 1-118,-2 0 0,-2-4 0,0 4 1,0-1 138,0 1 0,2 4 0,2 7 1,2 2 440,-2-1 24,-2 5 1,4 2 0,-1 12 138,-1 6 0,0 3 1,0 3-1,4 1-199,2 4 0,-5-3 1,7 1-1,2-5-73,1-5 0,3 1 1,1 4-1,2-5-285,3-5 0,7-4 1,-4-2-1,2-2-80,0-4 1,0-4-1,6-7 1,-2-2 0,-4-5 0,2-1 0,-8-6 0,-1 2 37,-3-2 0,-9 4 0,-4 0 1,-4 1 63,-2 5 0,-8 2 1,-4 3-1,-3 4 57,-3 7 0,-1 5 0,-2 5 0,-5 7 112,-1 4 1,6 3 0,-2 2 0,3 5-49,3 1 0,-1-4 0,3 4 0,1 0-117,2 1 1,9-1 0,-3 4-1,4-4-373,2-2 1,8 4-1,5-5 1,9-3-438,7-2 0,4-7 0,2-2 0,-1-3-1626,1-3 2507,0-2 0,0-17 0,0-5 0</inkml:trace>
  <inkml:trace contextRef="#ctx0" brushRef="#br0" timeOffset="2492">2742 463 7655,'10'-26'-41,"3"1"1,-7-6 0,0 4 79,2 2 1,-6 1-1,5 7 295,1-1 1,-6 7 0,6 1 152,0 2 0,-6 10 0,3 10 1,-3 5-19,-2 7 1,0 3 0,0 8 0,0 2 12,0 3 0,0 5 1,0 7-1,-2 1-384,-3-1 0,3 1 0,-6-1 0,2 0-645,0 1 0,-5-9 0,5-3 0,0-4-334,-2-2 1,6-8 0,-6-6 20,1-7 0,3-6 860,-8-8 0,1-8 0,-7-2 0</inkml:trace>
  <inkml:trace contextRef="#ctx0" brushRef="#br0" timeOffset="2892">2550 567 9717,'17'0'255,"3"0"1,3 0-1,8 0-97,8 0 0,6 0 0,7 0 0,2 0-14,4 0 0,-3 0 1,1 0-1,-7 2 99,-9 4 0,-5-2 0,-8 8 0,-7 1 122,-7 3 1,-9 1 0,2 1 0,-6-1-5,-6 1 0,-3-1 0,-9-1 0,1-3-133,-1-1 1,1-1 0,-1 5 0,1-2-105,-1-3 1,7-7 0,1 4 0,0-2-66,1-1-461,5 1 130,-4-6 0,8-2 0,0-3 116,0-7 0,8 2 0,3-1 72,5-3 0,-1 4 0,-1 1 1,-2-1-309,1 0 0,3 6 1,1-3-382,1-1 1,1 4 0,2-6 0,3 2-2129,-3 5 2901,-2 1 0,7-6 0,1-2 0</inkml:trace>
  <inkml:trace contextRef="#ctx0" brushRef="#br0" timeOffset="3091">3528 567 7655,'-18'0'642,"1"6"0,1 2 0,3 2 266,1 3 1,6 3-1,-3 3 1,1 2-497,4 3 1,2 7 0,4-4 0,2 2-356,2 0 0,7-6 0,-1 5 0,2-3-667,-3-4 1,5-1 0,-5-5-455,5-3 0,1-4 0,1-8-188,-1 0 0,-1-8 1252,-5-4 0,13-3 0,-5-3 0</inkml:trace>
  <inkml:trace contextRef="#ctx0" brushRef="#br0" timeOffset="3425">3720 655 7655,'-8'17'246,"-1"1"260,-1-1 1,2 1-1,8-1 1,0 0-117,0 1 1,2-1-1,4 1 1,5-3-217,5-3 0,1 2 1,3-9-1,1-1-145,2-2 1,9-2-1,-5 0 1,2-2-68,0-4 1,0-9 0,4-10 0,-2-1-62,-2 1 1,-7-4-1,1 4 1,-4-2 147,-1-4 0,-7 4 0,-1-1 0,-2 3 61,-4 4 1,-2 1-1,-2 3 1,-2-1 184,-4 1 1,2 7 0,-8 4 0,-1 5-154,-3 1 0,1 1 1,1 5-1,2 8-117,-1 7 0,-3-1 1,1 5-1,1-2-135,3 0 0,7 7 0,-2-7 0,4 0-645,2 2 0,0-3 0,0 5 0,0-2-263,0-4 1,8-3-1,5-5 1018,9-1 0,-3-8 0,6 4 0</inkml:trace>
  <inkml:trace contextRef="#ctx0" brushRef="#br0" timeOffset="3641">4593 428 7655,'-23'2'514,"-2"1"1,-1 5 178,1 2 1,2 2 0,7 5 0,5 0-119,5 1 0,4 5 0,2 2 0,0 3-322,0 3 1,2 4 0,2 3 0,4 5-361,1 2 0,-5-1 0,2 5 0,-4-4-690,-2-3 0,-8-1 1,-5-6-1,-7-2-227,-3-4 1,-6-4-1,4-7 1024,-3-1 0,-8-7 0,-9-2 0</inkml:trace>
  <inkml:trace contextRef="#ctx0" brushRef="#br0" timeOffset="3807">3441 26 7655,'-33'-12'1451,"3"1"0,7 9-1273,12 2 1,11 2 0,13 7 0,8 1-563,9 0 384,10-6 0,-3 11 0,6-5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7.7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280 629 7932,'-2'-10'1328,"-2"2"-704,-2 1 0,1 3 579,5-8-317,0 8 1,0-5 855,0 3-1058,0 4 0,-2 8-472,-4 11 1,4-1-1,-4-5 1,4 3 145,2 1 1,-2 3 0,-2-1 0,-2 1-394,3-1 0,1 1 1,4-1-1,1 1-413,3-1 1,8-5 0,-3-3 0,5-1-190,1-4 1,1-2 0,1-2 0,3 0-342,1 0 0,8-8 1,-4-3-1,2-7-1327,0-5 2305,0 3 0,6-13 0,0 6 0</inkml:trace>
  <inkml:trace contextRef="#ctx0" brushRef="#br0" timeOffset="216">629 332 7766,'-8'10'246,"-1"5"0,-9-3 0,3 3 409,3 3 1,-3 9 0,5 6 0,-2 8-60,1 3 1,7 3-1,-2 5 1,4 1-610,2-1 0,0 0 0,0 1 0,0-3-398,0-3 1,0 7-1,0-9 1,0-8-891,0-10 1,6-8 1300,0-1 0,7-16 0,-3-4 0</inkml:trace>
  <inkml:trace contextRef="#ctx0" brushRef="#br0" timeOffset="651">420 262 7636,'-20'0'0,"-1"0"74,-2 0 1,-3 2-1,5 2 1,-2 2 383,1-2 0,-3 3 0,0 1 0,0 4-79,0 7 0,-1 1 0,5 9 0,-4 4 55,-2 5 0,7 9 1,1 9-1,7 4 5,4 3 0,3 1 1,5 4-1,1-4-94,5-6 0,12-12 1,11-5-1,6-6-298,6-6 1,5-11-1,10-13 1,5-5 31,1-5 1,2-13 0,4-13-1,-4-8 58,-6-7 0,0-5 1,-4-3-1,-3-4-7,-1-6 1,-13 2 0,-4-1-1,-8 3-80,-9 4 0,-1 2 0,-11 5 0,-6 7 129,-7 7 0,-15 9 1,-7 1-1,-7 4-218,-9 5 1,-3 10 0,-3 1 0,-1 5-763,-4 5 0,-5 9 0,-6 15 0,1 12-959,4 7 0,5 13 0,13 3 1760,5 4 0,-4 1 0,1 1 0</inkml:trace>
  <inkml:trace contextRef="#ctx0" brushRef="#br0" timeOffset="1400">1834 734 7826,'0'-18'-5,"-2"1"1,-2-1 327,-1 1 1,-1-1 0,6-1 0,0-2 459,0-3 1,-2 1-1,-4 6-194,-6-1 1,-3 6-1,-3 3 1,1 1-151,0 4 0,-7 4 0,-1 8 0,-2 9-74,-4 10 0,4 6 0,-1 4 1,3 2-175,4 2 0,1 7 1,5-1-1,3 1-310,6-1 1,5-4 0,4-10-1,7-2-183,8-2 1,13-16 0,4-1 0,9-8-598,7-4 1,1-8 0,0-3 0,1-7-311,-1-5 0,-1-4 0,-3-8 1209,-1 0 0,-8 0 0,3 0 0</inkml:trace>
  <inkml:trace contextRef="#ctx0" brushRef="#br0" timeOffset="1970">2219 542 8718,'0'17'604,"0"0"381,0 1 1,0 1 0,0 3 0,0 3-380,0 2 0,0 2 1,0 8-1,0 2-297,0 2 0,0-1 0,0-5 0,0 0-143,0 0 1,0-8 0,0-3-62,0-5-78,0-2 1,0-15-1,1-9 1,3-11-541,2-5 1,2-6-1,-4 4 1,4-3 194,1-3 1,1-2-1,4-2 1,-3 0 80,3 1 0,-5 1 0,3 2 1,0 3 317,-3 3 1,7 2-1,-4 7 239,3 5 0,-3 3 0,-1 10-48,3 4 1,2 3 0,-1 9-1,-1-1 14,-3 1 0,7 5 0,5 0 1,0-1-114,3-3 1,-5-3 0,8-3-1,2-3-222,2-2 0,-4-3 0,0-5 0,2 0-143,2 0 1,-4-1 0,-1-5 0,-3-6-68,-4-3 1,-3-9 0,-7 1 0,-5 2-60,-4 1 1,-2 3-1,-2-1 1,-4 1-29,-5-1 0,-5 7 1,-3 1-1,-5 2-89,-5 4 0,-4 2 0,-2 4 1,2 4 106,4 6 1,-2 9-1,8 2 1,2-1-47,1-3 1,3 5-1,1 1 1,5 0-395,5 0 1,4 4 767,2-5 0,8 7 0,1-4 0</inkml:trace>
  <inkml:trace contextRef="#ctx0" brushRef="#br0" timeOffset="2417">3179 734 7653,'0'-18'595,"0"1"1,0 5-319,0 0 0,0 7 1,-2-5 145,-4 2 0,-3 2-304,-9 6 0,3 8 1,1 2-1,4 1-64,3 1 0,-5 0 0,4 5-140,-2 1 1,7-1-1,-3 1-71,4-1 0,2-5 0,2-3-22,4-1 1,3-2-1,9-6 1,-1 0 37,1 0 1,-1-6-1,1-2 1,1-1 115,4-5 0,-3-1 0,3-3 1,-4 1 128,-1-1 1,-1 1 0,-1-1 379,-5 1 0,3 5 10,-8 0 1,-2 16 0,-8 4 0,-4 12-131,-2 9 0,1 0 1,-5 4-1,4 2-247,3-4 0,-5 4 1,6-6-1,2 2-324,2-2 0,2 2 1,2-10-1,4-3-350,6-5 1,-1-9-1,5 2 1,3-6-163,1-6 0,1-3 0,2-11 1,5-5 65,-1-10 0,4 0 1,-6-8 651,2 1 0,2-3 0,6-7 0</inkml:trace>
  <inkml:trace contextRef="#ctx0" brushRef="#br0" timeOffset="2617">3773 0 7653,'-16'2'250,"3"4"0,1 6 705,-2 3 0,5 10 0,-3 6 0,-1 8-353,-3 8 1,-3 13 0,-3 10-1,-1 11-312,2 10 0,1 1 0,5 5 1,1-2-728,2-4 1,9-12 0,-3-11 0,4-13-599,2-13 0,-2-7 163,-4-6 0,4-13 0,-4-16 87,4-10 0,4-13 1,2-6 784,2-4 0,0-10 0,-6-1 0</inkml:trace>
  <inkml:trace contextRef="#ctx0" brushRef="#br0" timeOffset="2950">3528 559 7653,'0'25'149,"0"-3"0,0 5 0,0-2 309,0-4 0,2 6 0,2 1 0,4-1-62,2-4 0,7 2 1,8-1-1,2-3-145,5-2 1,0-7 0,1-2-1,0-3-81,2-3 0,-4-2 0,10-6 0,-6-5-114,-6-9 1,2-5 0,-7 0 0,-3-6-47,-2-4 0,-7 3 0,-2 1 1,-3 0-19,-3 2 0,-2-6 0,-2 6 1,-2 0 250,-4 3 0,-3 11 0,-9 3 0,1 2 248,-1 5 0,-5 4 0,0 11 0,0 11-106,-3 8 0,5 6 0,-6 2 1,2 4-274,3 1 0,9-3 0,3 4 0,2-1-331,4 1 1,4-6 0,6 0 0,8-8-856,7-8 0,14-11 1,12-6-1,5-8 1074,6-10 0,20-7 0,11-16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5.63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71 682 7661,'0'-18'956,"0"1"251,0-1 0,0 7-468,0-1 1,0 10-404,0 2 1,0 14 0,0 11 0,-2 2-185,-4 4 0,2 4 0,-6 4 1,2 2-128,5-2 1,-5 3-1,2-1 1,0-2-106,-2-2 1,6-2 0,-3-2 0,3-4-362,2-6 0,7-11 1,5-7 272,4-3 1,1-4 0,1-5 0,-1-9 114,0-5 1,1-10 0,-1 2 0,1-4 81,-1-2 1,1 6-1,-3 0 1,-1-1 43,-2 3 0,-9 2 1,3 8-1,-2 1 157,2 4 1,-4 3-87,4 3 1,-6 12 0,-4 0-1,-2 7-67,2 5 0,-4-1 1,3 1-1,1 1-40,2 4 0,-4-3 1,0 3-79,2-4 0,2-1 0,2-1 1,0 1 1,2-9 0,2-1 69,2 0 1,7-6 0,-3 2 0,2-6 125,-1-4 0,1-8 1,6 3-1,-1-5 63,1-1 1,-7-1-1,1 1 1,1-1 32,3 1 0,-4-1 1,-3 1-147,-1 0 0,4-1-245,-7 1 0,3 1-1519,-2 4-1990,-4-3 769,6 13 2879,-8-6 0,8 8 0,1 0 0</inkml:trace>
  <inkml:trace contextRef="#ctx0" brushRef="#br0" timeOffset="232">787 612 7661,'-12'-6'882,"0"0"-133,-1 2 1,-3 4-1,1 8-142,3 10 1,-2 1-1,7 8 1,-1 0-122,0 1 0,0-1 0,5 4 1,-3-2-488,2 2 0,2-4 0,0 0 1,-2-1-302,-2-5 0,0-2 0,6-1-1167,0-1 1,-2-7 24,-3-4 1,1-4-312,-8-2 1755,8-8 0,-11-10 0,5-9 0</inkml:trace>
  <inkml:trace contextRef="#ctx0" brushRef="#br0" timeOffset="514">926 106 7661,'0'-18'790,"8"1"1,4-1-353,3 1 1,3 1-1,-1 5 1,1 5 27,-1 4 1,6 2-1,1 0 1,-5 2-69,-5 4 0,-1 11 0,-5 12 1,0 6 19,0 6 0,-3 3 0,-5 9 0,-2 1-243,-3 4 1,-5 1 0,-8 7 0,-1 1-348,-4-1 0,3-2 0,-5 2 1,2-3-460,0-3 1,-1-10 0,7-11-1,-1-8-646,1-8 0,-1-3 677,1-3 1,7-9 0,4-8 219,4-10 1,2-5 379,0-3 0,8-7 0,2-2 0</inkml:trace>
  <inkml:trace contextRef="#ctx0" brushRef="#br0" timeOffset="1035">926 315 7661,'-17'10'-714,"1"-2"1,3-3 1413,1 1 0,2 8 0,-3-4 0,3 1-198,2 1 0,3-1 0,5 7 1,1-1-190,5 1 1,4 5-1,7 0 1,1-1-117,-1-3 0,3-1 0,1-3 1,4-1-120,3-3 0,-7-7 1,4 2-1,-2-4 19,1-2 0,5-2 1,-4-4-1,0-7-171,0-9 0,1 1 1,-5-8-1,4-2-22,2-2 1,-3-8-1,3 0 1,-2 3 75,-4 1 1,-1 2 0,-3 0-1,1 0-69,-1 0 0,-5 8 371,0 3 1,-11 23 0,-1 12 0,-9 14 93,-7 8 0,-3 10 0,-3 6 0,-1 7-49,2 8 1,-1 6 0,1 4 0,-2 3-265,2 3 1,1-7 0,3 1 0,1-6-272,4-4 0,5-17 0,7-7-22,0-12 1,2-19 205,3-9 0,3-7 1,6-13-1,-3-3 34,3-6 0,2-2 0,1 0 0,1 2 161,-1-2 0,0 5 0,1 3 0,-3 4 209,-3 1 0,4 8 0,-5 5-57,5 3 1,-1 4 0,-1 3 0,-4 9-247,-3 7 0,5 12 0,-4 10 0,-1 2-268,1 3 1,4-3-1,-4-1 1,1-1-1153,5-4 0,-4-4 0,1-6-855,3-6 2198,1-11 0,11 3 0,1-5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34.05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227 183 7734,'0'-27'0,"0"4"-67,0 4 0,0 1 0,0 1 0,0-1 632,0 1 1,2 1 0,2 3 27,2 1 0,0 10 0,-8 4-177,-4 13 0,2 7 0,-8 11 1,1 6-50,1 3 1,-5 5 0,3 5 0,-2 3-298,3 3 1,-3-4 0,6 6 0,1-2-140,-1 1 0,-6-1 1,4-8-1,-1-3-155,-1-6 1,1-6-1499,-7-6 1,3-14 1721,3-15 0,4-15 0,8-12 0</inkml:trace>
  <inkml:trace contextRef="#ctx0" brushRef="#br0" timeOffset="365">507 114 7712,'-8'27'0,"-4"-4"231,-3-4 0,-3 7 0,-1 3 0,-3 4 272,-1 2 1,0 0-1,4-1 1,-3 1-365,-1 0 1,-8-2 0,2-2 0,-4-3-174,-2-3 0,6-2 0,2-5 0,1-3 199,5-3-107,2-5 0,11-8 1,8-3-10,9-2 1,3 0 0,4 6-1,3 0 219,0 0 0,3 0 1,-1 0-1,4 2 9,3 4 1,1-2 0,6 7 0,0 3-124,-1 1 0,1-3 0,0 0 1,2-1-138,4-1 0,-4 4 1,4-9-1,-5-1-111,-1-2 1,0 4-1,-2 0 1,-4-4-693,-5-6 0,-7 0 0,-3-8-772,-3-1 0,-7-3 1558,2-1 0,4-8 0,-1-3 0</inkml:trace>
  <inkml:trace contextRef="#ctx0" brushRef="#br0" timeOffset="748">804 393 7658,'-22'17'24,"5"1"0,-3-6 1,14-1-1,3 3 178,1 1 1,9 1 0,7-3-1,5-3 278,5-2 0,5-2 0,-4-6 0,0 0-320,0 0 0,5 0 0,-5-2 0,0-2-41,0-2 0,-1-8 0,-7 3 0,0-5-54,1-1 1,-6-1-1,-3-1-16,-1-4 1,-2 3-1,-6-3 1,-2 4-8,-4 1 1,-4 8 0,-7 3 0,-1 1-42,1 0 1,-6 2-1,-1 10 1,1 6 184,-2 3 1,6 3 0,-5 1-1,5 2-14,1 3 0,1 5 1,1-4-1,5 2-51,5 4 0,4 2 0,2 2 1,0-2-408,0-4 0,10 2 1,5-8-1,7-1-337,-1-3 0,4-7 1,0-2-1,1-3-175,-1-3 1,4-8-1,-4-3 798,2-3 0,-5-10 0,3-7 0</inkml:trace>
  <inkml:trace contextRef="#ctx0" brushRef="#br0" timeOffset="998">1170 288 7658,'0'27'-66,"0"4"0,0-5 1,0 1 825,0 4 1,0 0 0,2 0 0,2-4-505,2-2 0,13 6 0,-1-3 0,1-3-368,1-8 0,-1 1 0,2-9 0,3 1-155,-3-4 0,-2-4 0,-1-4 0,-1-4-315,1-6 1,-3-3 0,-1-3 0,-4-1 581,-3-4 0,7-4 0,-4-8 0</inkml:trace>
  <inkml:trace contextRef="#ctx0" brushRef="#br0" timeOffset="1180">1624 218 7892,'-29'33'0,"0"0"466,-2 2 1,-2 4 0,-2 17 0,0 6 375,0 8 1,0 12 0,0-1 0,2 7-559,4 5 1,-2 0 0,8 2 0,4-10-873,5-5 1,-1-12-1,3-10 1,-4-6-390,-1-5 0,5-20 1,1-15 324,-3-8 0,6-6 652,2-4 0,4-12 0,2-9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8.65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208 730 7948,'-6'12'247,"0"0"1,-6-7 0,7 7 0,-1 2 170,-2 1 0,6 10 1,-6 6-1,2 6-151,1 4 0,-3 10 0,4-1 1,-4 6-170,-1 1 1,-1 3 0,-4-2 0,5-2-309,1-1 1,-6-5 0,5-3 0,-3-9-754,0-7 0,6-7-291,-5-13 0,7-5 1254,-2-12 0,12-11 0,4-10 0</inkml:trace>
  <inkml:trace contextRef="#ctx0" brushRef="#br0" timeOffset="304">68 818 7788,'-8'-10'531,"6"0"-232,-4 4 1,6 4 0,6-3 0,6 3-27,3 2 0,11 0 0,3 0 0,4 0 92,2 0 1,0 0 0,0 2 0,-1 2-84,1 1 0,0 9 0,-2-2 1,-4 5-189,-5 6 0,-11-3 1,-3 5-1,-2-2-37,-4 1 1,-10 1-1,-6-4 1,-5 2-251,-7-1 0,-1-3 0,-6-3 0,2-3-400,-2-1 1,4-6 0,-2 3 0,0-1-217,1-4 0,1-2 1,6-2-23,-2 0 0,1-8 831,11-3 0,-5-13 0,6-3 0</inkml:trace>
  <inkml:trace contextRef="#ctx0" brushRef="#br0" timeOffset="535">854 67 8464,'-18'2'0,"1"5"493,-1 11 1,1 3 0,0 14 0,-1 8 34,1 5 0,5 12 0,0 6 0,-1 8-308,-3 8 1,-1-3 0,-1 3-1,3-1-426,3-1 0,-3 1 0,5-11 0,-2-8-256,1-5 1,1-13-1,-4-3 1,5-6-636,1-6 0,2-10 1097,6-7 0,0-8 0,0 4 0</inkml:trace>
  <inkml:trace contextRef="#ctx0" brushRef="#br0" timeOffset="1268">1011 765 7769,'0'-17'627,"0"-1"-15,0 1 0,-2 7-260,-4 4 0,2 4 1,-7 2-111,-3 0 1,-1 2 0,-3 4 0,1 6-34,-1 3 0,1 3 0,-1 1 0,1 4-66,-1 7 0,3-3 1,1 0-1,5 0-529,1 0 0,-4-5 1,6 3-16,3 0 0,1-6 0,4 3 232,3-9 1,7-5 0,9-10 0,3-4 111,-3-5 1,4-5 0,-2-3 0,1-3 100,1-1 0,-6-6 1,5 4-1,-5-2 25,-1-4 0,-3 5 0,-3 3 0,-5 4 263,1 1 0,-6 1-76,4-1 0,-12 11 0,-5 7 0,-5 9-129,-1 7 0,-1 7 0,1 2 0,-1 2-155,1 5 0,5 1 1,0 0-1,1-2-84,1-2 1,2-6 0,6 4 0,-2-2-448,-1-3 0,-1-3 0,8-3-321,4-5 1,3-5 0,9-10 162,-1-2 0,3-7 717,3 1 0,-4-11 0,7-4 0</inkml:trace>
  <inkml:trace contextRef="#ctx0" brushRef="#br0" timeOffset="1702">1360 695 7759,'-7'12'0,"-5"0"215,-4 1 1,-1 3 0,1 1-1,3 1 169,1-1 0,3 8 1,-5 3-1,4 1-28,2 0 1,-3-6 0,5 4-1,2 0-142,2 1 0,-4-7 0,1 2-76,1-3-824,2-3 462,2-7 1,0-4 0,2-12 0,2-6 53,1-3 1,9-3 0,-4 1 0,1-1 6,1 1 0,0-1 0,5-1 0,0-2 58,1-3 1,-6-1 0,-1 6 0,3-1 198,1 5 1,1 1-1,-3-3 1,-1 1 268,2 4 0,-7 3 0,1 5-73,0-2 1,-6 8 0,4 10-1,-4 3 42,-2 3 0,0 1 1,0 4-1,-2 5-144,-4-1 1,4 6 0,-6-6 0,2 2-127,1 0 0,-7-8 1,6 3-1,2-5-426,2-1 1,-4-1 0,1 0-2419,1 1 2306,2-8 0,2-5 0,2-8 0,2-5-1526,1-2 2002,9-2 0,-4-5 0,7 0 0</inkml:trace>
  <inkml:trace contextRef="#ctx0" brushRef="#br0" timeOffset="2052">2164 67 7785,'0'-18'225,"-2"3"1,-2 1 441,-2 2 1,-8 9-1,3-1-176,-5 8 1,-1 7 0,-1 13-1,-1 5-129,-4 4 0,1 11 0,-7 7 0,-2 7 194,-2 4 0,0 4 1,2 10-1,2 5-555,-2 5 1,6-1 0,2-2 0,3-5-304,3-6 0,5-6 1,2-16-1,3-5-2780,3-10 1593,2-8 0,2-19-169,0-8 1658,7-8 0,-5-17 0,6-2 0</inkml:trace>
  <inkml:trace contextRef="#ctx0" brushRef="#br0" timeOffset="2402">1622 538 8121,'-17'12'0,"-1"-2"318,1-3 1,1 7 0,5-2-20,5 3 1,6-3 0,6-1 0,5 1-304,5-2 1,7 5-1,2-5 1,1 0-63,-1-5 0,6 3 0,-4-2 0,2 0-181,0 2 0,-5-6 0,5 3 1,0-3 71,-2-2 0,-2 0 0,-7 0 0,-1 0-89,1 0 463,-1 0 0,-1 2 1,-7 4 271,-9 6 1,-2 3 0,-9 3-1,-1 1-46,2 4 0,-5 5 1,3 5-1,-1-2-127,1-2 0,-4 0 0,7 4 1,-3-4-397,0-6 0,9-3 0,-5-3-1580,0 1 415,6-1 0,-4-9 0,10-8 1263,2-10 0,8-5 0,-5-3 0</inkml:trace>
  <inkml:trace contextRef="#ctx0" brushRef="#br0" timeOffset="2801">2216 800 7744,'-25'25'0,"-2"3"0,0 1 679,3 0 1,11-2-1,3 4 1,2-2-99,4 2 1,2-6-1,2-1-559,0-5-195,0-1 1,8-9 0,4-5 52,3-8 1,3 0 0,-1-7 0,1-5-122,-1-5 1,1 1 0,-1-5-1,1 2-17,-1 0 1,0-6 0,1 5 0,1 1 185,5-2 1,-7 5 0,3-3 0,-7 4 210,1 1 0,1 1 0,3 1 553,-1 5 1,-7 5-414,-4 12 1,-4 11 0,-2 12 0,-2 4 190,-4 2 0,2 0 0,-6 0 0,2 0-531,5 0 1,1-2 0,2-2 0,0-4-638,0-2 1,0-2-1,0-5-2100,0-1 2798,0-7 0,0-2 0,0-8 0</inkml:trace>
  <inkml:trace contextRef="#ctx0" brushRef="#br0" timeOffset="3051">2775 922 7759,'-37'18'552,"0"-1"1,2 3 217,8 3 0,6 4 1,5 8-1,3 2-440,1 4 0,8 3 0,-2 9 0,4-1-304,2 1 0,-2 1 1,-3 0-1,-7 1-217,-4-5 1,-1-9 0,0-2-1,-3-6-210,-3-4 1,3-14 0,-3 1-1,6-5-161,5-1 0,-3-6 1,5 0 561,0-8 0,-5-6 0,5-7 0</inkml:trace>
  <inkml:trace contextRef="#ctx0" brushRef="#br0" timeOffset="3250">2356 364 7750,'-35'0'753,"8"0"0,3 0 0,7 2-886,5 3 1,5-1 0,9 6 0,3 0 420,7-1 0,3 3 0,5 4 1,1-3-832,3-1 0,5-6 0,-6 5 0,0 1-1009,2-2 1552,3 5 0,7-5 0,-1 7 0</inkml:trace>
  <inkml:trace contextRef="#ctx0" brushRef="#br0" timeOffset="3484">3404 119 7777,'-27'29'550,"3"0"0,7 2 1,5 10-1,6 8 87,4 7 1,2 4-1,0 6 1,0-2-984,0 2 0,0-4 1,0-2-1,0-5-36,0-11 0,-2-11 0,-3-6 0,-5-1-409,0-5 1,-5-9 790,3-7 0,-4-3 0,-1-2 0</inkml:trace>
  <inkml:trace contextRef="#ctx0" brushRef="#br0" timeOffset="3717">3002 84 7670,'-17'0'820,"-1"0"0,3 8-193,3 4 0,12 3 0,13 3 0,11-1-371,11 0 1,2 1 0,9-1 0,3 3-172,1 3 1,2-5 0,-1 1 0,-3-5-308,-1-1 0,-8 3 0,2 1 0,-6 1-515,-6-1 1,-10-5 736,-7-1 0,-8 1 0,3 5 0</inkml:trace>
  <inkml:trace contextRef="#ctx0" brushRef="#br0" timeOffset="3933">3072 1027 7662,'-18'18'681,"11"-3"0,7-3 61,9-6 1,9-4-1,3-2 1,4 0-660,3 0 0,-5 0 1,4 0-1,-2-2-304,-3-4 0,3 4 0,-2-6 1,-2 2-956,-1 1 0,-9-3 1176,1 2 0,0-4 0,5-7 0</inkml:trace>
  <inkml:trace contextRef="#ctx0" brushRef="#br0" timeOffset="4167">3823 416 7677,'-23'23'0,"-3"1"435,-1-3 0,8 6 0,-1 4 0,9 6 346,3 4 0,0 7 0,4-1 1,-2 1-679,3-1 0,1 1 0,2-7 0,0-2-972,0-2 0,0-10 1,0-4-1127,0-3 1125,0-11 1,0-3 869,0-12 0,0-3 0,0-9 0</inkml:trace>
  <inkml:trace contextRef="#ctx0" brushRef="#br0" timeOffset="4418">3718 84 10000,'17'4'0,"1"6"744,-1 7 1,3 20 0,1 4-1,4 9-210,3 8 1,-1 10 0,2 10 0,-6 0-158,-3-1 1,-11-1 0,-3-6 0,-4-2-489,-2-4 1,-8-6 0,-5-11 0,-9-9 12,-7-7 0,-2 0 0,0-7 0,2-5-637,-2-5 1,6-1 0,1-7 0,3-2 734,-2-2 0,3-10 0,-5-2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5.46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455 315 7575,'0'-10'1336,"-2"2"-371,-4 8 0,-4 0-523,-7 0 0,-1 8 1,3 4-99,3 3 1,-2 3-1,7-1-103,-3 1 1,0-1 0,-1 1 0,5-1 1,4 0 0,4-1 40,4-4 0,3-3 1,11-5-1,1 2-7,2-2 1,7-2-1,-7-2 1,-2 0-137,-1 0 0,-3 6 0,0 1 0,1 1-46,-1 0 1,-5 6-1,-2-3-552,-2 5 1,-5 7-1,-8 0 1,-7-1-558,-4-3 1,-3 0 0,-2 3 0,-3 1-724,3-2 0,2-9 1738,1-6 0,1 4 0,-1-1 0</inkml:trace>
  <inkml:trace contextRef="#ctx0" brushRef="#br0" timeOffset="449">385 192 8099,'-18'0'607,"1"0"0,5 0 2011,1 0-2248,7 0 0,4 0 1,11 0-1,5 0-46,1 0 0,1-5 0,1-1 0,3 2-117,1 2 0,0-4 0,-5 0 0,-1 2-1236,0 3 0,1 1 0,-1 0 0,1 0-1613,-1 0 2642,-7 0 0,6 7 0,-7 3 0</inkml:trace>
  <inkml:trace contextRef="#ctx0" brushRef="#br0" timeOffset="983">437 53 7992,'-33'0'-63,"2"0"1,4 0-30,2 0 1,-6 8 0,4 5 0,-3 8 531,1 9 1,6 12-1,-4 11 1,2 11-31,3 9 0,3 19 0,11-42 0,0 1 0,2-1 0,1 0-23,1 2 1,2-1-1,2 42 1,8-7 0,9-16-218,10-16 1,14-13 0,6-18-1,5-11-1,6-8 1,8-20-1,6-9 1,-4-12 74,0-10 1,4-11-1,1-8 1,-37 31 0,-2-2-38,1 0 0,-2-1 0,25-40 0,-13 4 0,-4-1-134,-8 1 0,-8 4 0,-13 6 0,-9 6-209,-6 3 1,-17 11 0,-17 3 0,-11 6-440,-8 6 0,-12 6 1,0 11-1,-8 6-317,-4 4 1,-1 12-1,-4 11 1,1 18 49,3 18 1,43-21 0,2 3 656,-2 4 0,0 2 0,2 1 0,0 3 0,1 3 1,1 0-1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9.43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228 340 7787,'-6'-12'155,"0"1"1,0 5-1,4-4 1,-2 1 1140,-1-1 0,-3 6-947,2-2 0,2 4 1,-8 2-183,-1 0 0,3 0 0,-2 2 0,-1 6 26,-3 9 0,5 3 1,-1 9-1,-2 2-35,-1 2 0,-1 10 1,3 3-1,3 5-118,2 1 1,3 0 0,7 1-1,3-3-76,7-3 0,5-6 0,7-12 0,3-8 13,0-7 0,8-7 0,-2-7 1,4 0 42,-4 0 1,2-13 0,-8-5 0,2-3-12,0-4 1,-8 0-1,1-6 1,-7 3 34,-3 3 1,-8-4 0,2 6-1,-4 1 18,-2 3 1,-2 2 0,-4-1 0,-6 1-1,-3-1 1,1 8 0,-3 3-111,-9-1 1,9 6-1,0-4 1,1 4 5,0 2 1,5 8 0,1 4 12,2 3 0,3-3 0,5-1 49,0 3 1,7 0-1,5-1 1,3-3 74,3-2 1,-1-1 0,3-3-1,1 2 17,2-2 1,8-2 0,-3-2-1,1 0-92,0 0 1,-8 0-1,2 0 1,-1 0-84,1 0 0,-9-6 1,3 0-579,-1 2 1,-1-3-101,3 1 0,-7-6-224,1 6 0,-8-1-25,2 1 0,-4 2 133,-2-8 0,0 6 857,0-5 0,7 7 0,3-4 0</inkml:trace>
  <inkml:trace contextRef="#ctx0" brushRef="#br0" timeOffset="349">752 515 8653,'-10'2'1702,"4"4"0,4-3-1422,2 9 1,2-8-1,4 2 1,5-4-61,5-2 1,-4 6 0,-1-1 0,3-1-22,1-2 0,-3-2 1,0 0 406,1 0-466,3-8-195,-7 6 1,-3-5-1,-12 7 1,-5 0 6,-5 0 1,-1 6 0,-1 1 0,-1 5 164,-4 7 1,3-1 0,-5 7-1,2-2-53,0 1 1,5 5-1,8-6 1,3 0-139,3 2 0,2-5 0,4 3-212,4-3 0,9-11 0,10-3 0,2-4-176,4-2 0,2-2 0,2-4 0,0-5-193,0-5 0,6-1 1,-2-1-1,-4 1 33,-4-1 1,-10-3 621,2 3 0,5-11 0,-1 10 0</inkml:trace>
  <inkml:trace contextRef="#ctx0" brushRef="#br0" timeOffset="700">1345 113 8047,'10'-25'13,"-2"5"1,-6-3 1354,4 4 0,-5 7-725,5 0 1,-4 11-1,-4 1 1,-4 9 56,-5 7 1,1 11 0,-2 6-1,1 8-168,1 3 0,-5 9 0,3 5 1,-2-2-360,3-1 0,-3 3 0,8 2 0,1 0-353,-3 0 1,6-7 0,-4-9 0,4-3-1442,2-8 1,6 0 740,0-10 1,5-9 0,-3-14 520,2-10 0,-6-5 1,2-5-1,-5-1-382,-1-2 1,0-3 0,-1 5 0,-3-4 100,-2-2 0,-8 3 1,3-5 639,-5-2 0,-1-2 0,-1-2 0</inkml:trace>
  <inkml:trace contextRef="#ctx0" brushRef="#br0" timeOffset="848">1136 427 8015,'-12'-15'129,"2"1"1,1 5 355,-1 1 1,6 0 845,-2 2 1,4 6-484,2 0 1,4 6 0,6 8-1,7-5-229,3-1 0,7 4 1,2-6-1,4-2-430,2-3 0,6-1 0,1 0 0,1-1-559,0-5 1,3 2 0,-3-6 0,0 2-3146,-1 4 3515,-9 3 0,0-7 0,-5-2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4.3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181 694 7868,'9'-12'0,"-1"2"0,-2 1 106,0-1 1,0 4 0,-4-6 1859,3-1-760,-3 5 0,4 2-629,-12 12 0,2 4 0,-5 7 0,-1 3-285,0 3 1,1-2 0,-5 6 0,4 1-367,3-1 0,-5-4 0,6 4 0,0-2 175,-1-3 0,5-3 0,-4-1-101,4-1 0,-6 1 0,-2-1 0</inkml:trace>
  <inkml:trace contextRef="#ctx0" brushRef="#br0" timeOffset="465">408 659 10974,'0'17'1697,"0"1"-1443,0-1 0,0 1 1,-2-1-1,-2 2-73,-2 5 1,0-5 0,6 4 54,0-3 1,0-3-1,0 1-904,0-1 1,0-5 194,0 0 0,0-11 305,0-1 0,6-1 0,2-11 0,0-2 37,-1-1 1,7-3 0,-2 1 0,1-1 147,-1 1 0,3 5 1,-3 1 395,4-3 0,-5 6 0,1 2-118,1 5 1,-3 1-1,0 1 1,-2 5-32,-5 6 1,1 0 0,0 3 0,2 4-316,-2 1 1,-2-1 0,-2-1 0,0-1-1309,0 1 1,0-1 285,0 1 1,8-9 1072,3-3 0,5-4 0,1-2 0</inkml:trace>
  <inkml:trace contextRef="#ctx0" brushRef="#br0" timeOffset="663">984 641 7892,'-10'12'0,"-5"0"582,-6 1 1,-3 8 0,7 5-1,-1-1 324,1 0 1,1 10 0,3-4 0,3 0-844,2 2 0,2-2 0,6 0-1079,0-2 0,0-7-516,0 1 1,8-13 1531,4-10 0,-4-8 0,-1-10 0</inkml:trace>
  <inkml:trace contextRef="#ctx0" brushRef="#br0" timeOffset="949">1141 222 8871,'12'0'3073,"0"0"-2402,1 0 1,1 10 0,-1 5 0,-1 9-200,2 3 1,-5 8 0,3 7-1,0 3-207,-3 4 0,5 1 1,-6 2-1,-1 1-507,1-1 0,-2-5 0,-6-3 0,0-3-234,0-8 0,-2 0 1,-2-10-1,-4-3-779,-1-7 1,3 1-1,-6-8 429,-1-2 0,-3-2 0,-1-2 826,-1 0 0,-7-8 0,-2-2 0</inkml:trace>
  <inkml:trace contextRef="#ctx0" brushRef="#br0" timeOffset="1298">967 729 13345,'29'0'0,"0"0"360,2 0 1,8 0 0,3 0 0,1 0-242,0 0 1,5 0-1,-3 0 1,1 0-172,1 0 0,-8 0 0,2 0 1,-6-2-305,-6-4 1,-4 4-550,-8-4 1004,1 4 1,-16 4-1,-8 4 579,-8 6 1,-3 3 0,1 3-257,5-1 1,-3-5 0,8-1 0,2 3-86,2 1 1,-3 3 0,-1-1-378,2 1 0,2-1 0,4 1-513,4-1 0,-2-1 0,5-3 1,1-3-2164,0-2 1,1-2 2715,7-6 0,-1 0 0,1 0 0</inkml:trace>
  <inkml:trace contextRef="#ctx0" brushRef="#br0" timeOffset="1881">1857 798 8936,'-17'-7'431,"-1"5"1,3-6 0,1 2 207,3 0 0,5 1 1046,-6 5 1,1 0-1159,-7 0 0,6 5 0,3 3-323,1 2 1,2-4 0,6 5 20,0 3 0,0 1-431,0 3 1,2-7 0,4-1 0,6-2-142,3-4 0,3-2 1,1-2-1,2 0 106,3 0 0,5-6 0,-4-2 0,2-2-60,4-3 0,-6-3 1,1-1-1,-3-1 216,0 1 1,0 0-1,-7-1 1,-2 1 435,-3-1 1,-7 1-66,2-1 0,-4 10 0,-4 8-73,-4 10 1,2 6 0,-7 3 0,-1 2-134,2 3 1,2 5 0,8-6 0,0-2-111,0-1 1,0-3 0,0 1 0,2-3-39,4-3 0,4 2 0,7-9 0,1-1 17,-1-2 1,3-10-1,1-3 1,2-5-35,-1-1 1,-3-7 0,-1-1 0,-1-2-7,0-4 1,1 4 0,-1-2 0,-1-2-17,-4-2 0,1-8 1,-7-2-1,-2-1-67,-2-5 1,-2-3-1,-2-6 1,-4-5-231,-6 1 1,-1 10 0,-3 11 0,1 8 605,-5 10 0,-1 2 0,4 19 0,-3 9 188,-3 15 0,1 17 0,-5 7 0,2 7-124,4 5 1,-4 4 0,3 8-1,5-2-612,3-4 0,4 9 0,-3-5 0,3-2-1187,2-6 0,3-7 1533,5-7 0,-8 5 0,-2-7 0</inkml:trace>
  <inkml:trace contextRef="#ctx0" brushRef="#br0" timeOffset="2080">1473 432 8881,'-27'0'0,"4"2"12,3 3 1,5-1 0,3 8-663,6 2 1,6-5 0,4 3 649,2 1 0,8-5 0,-5 0 0</inkml:trace>
  <inkml:trace contextRef="#ctx0" brushRef="#br0" timeOffset="2263">844 327 7993,'-33'0'-51,"4"0"0,4 0-708,8 0 759,7 8 0,2-6 0,8 5 0</inkml:trace>
  <inkml:trace contextRef="#ctx0" brushRef="#br0" timeOffset="2446">198 257 7814,'-68'0'0,"8"2"589,14 4 0,22-4-1217,30 4 628,4-4 0,31-2 0,-5 0 0</inkml:trace>
  <inkml:trace contextRef="#ctx0" brushRef="#br0" timeOffset="3030">2958 82 7835,'11'-7'167,"-1"-5"0,0-4 1,-1-1 1258,5 0 0,-6 5-676,-3 12 0,-5 8 1,-7 25-1,-9 7-6,-5 9 1,-12 5 0,0 14 0,-6 0-244,0 4 1,-5 9 0,-3 1 0,-3 3-655,23-41 0,1 0 0,-24 41 0,3-4 0,8-7 274,8-8 0,6-13 1,10-15-6482,3-7 6360,4-13 0,24-26 0,3-11 0</inkml:trace>
  <inkml:trace contextRef="#ctx0" brushRef="#br0" timeOffset="3848">3097 781 7859,'18'-8'427,"-9"4"521,-3-7 1,-4-1 241,-2-5-86,0 7 1,-2 2-1,-4 10-173,-5 4 0,-3 4 0,1 9 0,1 4-466,-2 6 1,5 4 0,-1 2 0,0 0-274,1 0 1,3 0-1,-4-2 1,2-2-186,4-2 1,1-5 0,-1 3-228,-2-2 1,2-12-5,10-13 1,-2-9-1,7-14 1,3-7-35,1-3 0,-3-2 0,0 1 0,1-1 111,3 0 1,1-2-1,1-2 1,-3-2-162,-3 2 1,3 3-1,-3 1 1,4 2-150,1 4 1,1 3 0,-1 11-18,0 3 0,1 4 0,-1 10-88,1 4 0,-3 4 1,-1 5-1,-2 1-167,1 1 1,-3-3 0,2 9 0,1-3 174,3-3 0,-5 1 0,-1-1 0,-2 1 554,-4-1 0,3-5 0,-1-1 0,-2 3 0,-2 1-107,-2 3 1,-2-3 0,-2-1-1,-4-4 520,-1-3 0,3 5 0,-4-4 275,2 2 0,3 1 242,5 7 0,0-7 0,2-1 0,3-2-319,7-4 0,4-2 0,3-2 1,2 0-418,3 0 1,9-8-1,0-4 1,5-5-216,1-7 0,-2 3 0,-2-6 0,0 0-120,0 0 1,-2-3-1,-4-3 1,-6 4-265,-3 6 1,-11-2-1,-3 2 279,-4 1 0,-10 9 0,-3 3 0,-7 2 72,-5 4 1,-2 10 0,-6 6 0,2 5 77,-3 6 1,5-1 0,0 5 0,2 0-201,4 0 0,1-3 1,5 3-1,1 0-225,2 0 1,9-6 0,-3 5 0,6-3-112,6 0 0,3 1 0,11-9 1,3-3-56,6-6 0,10-5 0,2-1 0,-3 0 567,-1 0 0,6-7 0,2-3 0</inkml:trace>
  <inkml:trace contextRef="#ctx0" brushRef="#br0" timeOffset="4413">4302 781 7859,'-17'2'213,"-1"2"0,-1 4 545,-4 1 0,9 3 1,-3 7-1,1 5-184,1 5 0,-5 4 1,-1 4-1,-2 1-87,1 3 1,-3 8-1,0-1 1,-2 8-229,-4 8 0,-1-3 0,1-3 0,4-6-347,2-5 0,2-12 1,7-12-62,5-4 1,3-11-321,8-8 0,0-10 0,0-11 0,2-4 114,4-2 0,-3-4 0,11-8 1,4-2 94,3 2 0,4-5 0,-2-3 0,6-5-28,4-6 1,2 3-1,2-3 1,2 4 418,2 1 1,5 7 0,-5 3 0,-2 6 434,-2 10 1,-4 13-1,-4 9 1,-6 3 44,-3 2 1,-11 13 0,-1 7-1,-2 5-255,0 6 1,0-4 0,-8 2 0,-4 0-265,-6-2 1,2 4 0,-1-7 0,-3-1-158,-1 2 0,3-11 1,2 3-1,1-3-151,-1-4 0,4-1-560,-6-3 565,9-4 0,-3 6 0,10-10 0,3-2 72,3-2 1,4-7-1,7 3 1,2-2 62,-1 1 1,-1 1-1,0-4 1,5 3 86,1-3 0,2-1 0,4-5 1,-4-1 137,-6-2 0,2-1 1,-1 7-1,-5-1 460,-5 1 0,-1-1-188,-7 1 1,-2 7 0,-10 4-372,-5 4 0,-5 10 0,-3 4 0,-3 5-54,-1 7 0,0-3 0,5 8 0,1 0-674,-1-2 1,3 4-1,1-5 1,5-1-877,1 0 0,2-2 0,8-5 1554,4-1 0,3 1 0,9-1 0</inkml:trace>
  <inkml:trace contextRef="#ctx0" brushRef="#br0" timeOffset="4863">5071 851 7722,'-43'0'169,"6"0"0,-4 0 0,5 0 719,1 0 0,6 2 0,1 4 0,3 3-418,4 1 0,3 6 1,5-5-1,3 5-226,2 1 1,2-5 0,6-1-215,0 3 0,2-4 1,4-1-146,6-1 1,5-2 0,5-6 0,1 0-69,-2 0 1,5 0 0,-1 0 0,0 0-22,0 0 0,0-6 1,-3-2-1,1-1 11,-2-5 0,-1 4 1,-3-1-1,1-1 66,-1 2 0,-1-5 0,-3 5 339,-1 1 173,-8-7 1,2 14-1,-12-4 1,-6 4-95,-3 2 1,-1 2 0,3 4-1,1 6-100,-2 3 0,1 3 1,-1-1-1,4 3-157,3 3 1,1-4-1,6 5 1,0-5-78,0-2 1,0 1-1,0-1 1,2-1-295,4-4 0,3-5 0,9-7 0,1 0-469,4 0 0,3-2 1,5-5-1,0-9-37,6-5 1,-2-10 0,5 2 0,-5-4 265,-6-2 1,4 0 576,-4 0 0,4-8 0,2-2 0</inkml:trace>
  <inkml:trace contextRef="#ctx0" brushRef="#br0" timeOffset="5046">5734 257 7722,'-17'0'321,"-1"0"1,1 0 0,-2 2 818,-5 4 1,3 5-1,-6 13 1,0 7-409,-1 8 0,5 7 0,-4 10 0,2 5-242,3 1 1,3-4-1,3 4 1,5 0-494,5 0 1,4-13-1,2-3 1,2-7-337,4-4 0,-2-8 0,7-5 0,3-9-462,1-7 0,-3-4 1,0-2-1,-1-2-703,-1-4 0,6-4 1504,-5-7 0,-3-8 0,0-2 0</inkml:trace>
  <inkml:trace contextRef="#ctx0" brushRef="#br0" timeOffset="5213">5245 571 7722,'-19'0'511,"-4"0"0,11-2 1326,0-3 1,18 3-1,12-6 1,11 2-1031,10 0 0,5-1 0,11 1 1,5-4-862,10 0 0,1-5 0,11 5 0,3-2-916,6 1 0,1 1 1,3-3 969,-6 1 0,2 0 0,-11-5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2.6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7793,'10'-18'0,"-4"1"347,-4-1 1,-2 1-1,0-1 643,0 1 0,0-1-160,0 1 0,-8 1-462,-4 5 0,-3 5 1,-5 12-1,-1 5-79,-2 5 0,-2 9 0,3 4 0,-1 4-168,2 2 1,1-6-1,5 0 1,1 0-76,2-1 0,9 3 1,-3-8-1,4-2-316,2-1 0,8-11 0,3-3 0,7-4-3,5-2 1,2-8 0,6-3 0,-2-7 67,2-5 0,-3 2 1,-1-7-1,-2 1 129,-4 0 0,-1 6 1,-3-4-1,-1 1 159,-5 1 0,3 0 0,-8 5 369,-2 1 1,-4 1-196,-6 5 1,2 5-1,-8 12 1,1 7-21,1 9 1,-6-3 0,7 6-1,-1 0-49,4 5 0,-2-3 1,3 0-1,-1-2-185,-2-4 1,6-1 0,-4-3 0,4 1-175,2-1 0,0 1-129,0-1 1,8-7-277,4-4 0,3-12 0,1-6-124,-5-3 0,5 3 1,-6 0-1,1-1 12,1-3 1,-2-1 0,3 1 0,-1 3-558,1 1 1245,3 0 0,1-5 0,1 0 0</inkml:trace>
  <inkml:trace contextRef="#ctx0" brushRef="#br0" timeOffset="416">595 629 7963,'-16'18'1761,"2"-1"-891,3 0 0,7-5 0,-2 0-17,4 1 0,2 3 148,0 1 0,0 1-468,0-1-575,0-7 0,8-2 0,2-10-140,-1-4 1,7-4 0,-5-7 0,3-1-140,-2 1 1,3-1 0,-3 1-1,3-2 47,3-5 0,3 5 0,-1-4 0,-5 3 303,1 3 1,-1-1-1,3 1 117,-1-1 0,-5 9 863,-1 3 1,-7 12-1,2 7 1,-4 7-498,-2 3 1,0 8-1,0-4 1,0 2-278,0 0 0,0-2 0,0 4 0,0-3-202,0-3 1,0 4 0,2-8 0,2-3-244,2-5 1,0-1-1039,-6 5 566,0-7 0,0-10-198,0-11 1,0-5-1,0-1-52,0-1 0,1 3 0,3 1-82,2 2 0,2 1 1014,-2-7 0,11-7 0,10-2 0</inkml:trace>
  <inkml:trace contextRef="#ctx0" brushRef="#br0" timeOffset="800">1555 0 7746,'-29'28'1227,"0"-5"1,8 6-1,-3 6 1,3 11-355,-2 11 0,11 3 1,-2 6-1,7-4-159,1-2 1,0-2-1,8-7 1,4-5-620,5-5 1,-1-12 0,2-6 0,1-5-270,3-6 1,-5-5 115,1-7 1,-2-2 0,3-3-332,-1-7 1,-8-4 0,2-1-1,-4-1 9,-2 1 0,-2 0 0,-4-3 1,-6-1-137,-3-3 0,-3 1 0,-1 8 0,-4 1 208,-6 2 1,1 9-1,-1-3 1,-2 4 590,-2 2 0,4 2 0,2 6 0,0 7 258,0 6 1,5 10 0,-1-1 0,5 3 62,7 1 0,-3 7 0,8 0 1,3-2-337,1-2 0,9-4 0,5-4 1,5-8-449,7-7 0,5-1 1,10-7-1,3-2-1414,3-2 0,4-12 0,9-5 1594,6-7 0,11-17 0,5 3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18.31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175 704 7837,'0'-11'674,"0"-1"1,0 6-6,0-5 0,0 5-50,0-6 1,0 6 791,0-5-926,0-1 0,-2 2 1,-4 5-287,-6 3 1,3 4 0,-3 1-1,-2 5-48,-1 2 0,-1 4 0,3 7 0,1 2-2,-1-1 0,-1 3 0,0 0 0,5 0-263,1 0 0,2 5 1,6-7-1,0-2-387,0-1 1,8-5 0,3-1-1,5-5-415,1-1 0,7 4 1,-1-6-1,0-3 916,3-1 0,1-9 0,8-3 0</inkml:trace>
  <inkml:trace contextRef="#ctx0" brushRef="#br0" timeOffset="586">489 722 7986,'-2'-12'243,"-4"1"0,4 5 0,-5-4 568,-1 2 1,4 3-278,-8 5 1,1 0 0,-7 1-154,1 5 0,1 4 0,3 7 0,1 3-97,-2 3 1,7-3-1,1 3 1,4-2-94,2 2 1,0-3 0,2 1 0,4-5-104,5-5 0,7-7 0,5 2 0,6-4-99,4-2 0,2-10 0,0-5 1,0-8-75,0-5 1,0 5 0,-2-6 0,-4-2-63,-6-2 1,-5 4-1,-7 2 1,-5 1-142,-4 5 1,-10 4 0,-5 5 0,-9 6-257,-7 4 1,-4 2 0,-2 0 0,0 2-115,0 4 1,6 4-1,2 9 1,0 2 187,0 3 0,6 1 0,-3-4 0,7 3 470,5-3 0,4-2 0,1 7 0,-3 1 0</inkml:trace>
  <inkml:trace contextRef="#ctx0" brushRef="#br0" timeOffset="937">996 285 7938,'0'-11'1032,"0"-1"0,0 10 0,0 2-524,0 10 0,-6 7 0,-2 7 0,-2 7-195,-3 7 1,1 7-1,-2 5 1,-1-1-335,1-2 0,1-1 1,-5 7-1,1-1-200,-1 0 0,7-13 0,1-6 1,2-6-423,4-5 1,2-9 0,4-3-52,4-2 1,-2-12 0,8-12 0,1-7 162,3-4 1,1 4 0,1-7 0,-1-1 530,1-2 0,-1-2 0,1 1 0,-1-9 0,1-2 0</inkml:trace>
  <inkml:trace contextRef="#ctx0" brushRef="#br0" timeOffset="1101">1153 181 8443,'-18'0'730,"7"9"0,1 9 0,0 9-198,0 6 0,-1 10 0,-7 5 0,1 10-369,-1 12 0,3 0 1,1 6-1,5-5-419,1-1 1,2-15-1,6-9 1,0-9-513,0-8 1,0-9-1,2-11 1,4-1-480,5-4 1,-1-8 1246,2-2 0,-1-15 0,7 1 0</inkml:trace>
  <inkml:trace contextRef="#ctx0" brushRef="#br0" timeOffset="1586">1397 687 7898,'0'-19'-121,"0"-3"0,0-1 339,0 2 0,0 1 1,-2 3 411,-4-1 0,3 1 1,-9 1-256,-2 5 0,-1-3 0,-3 8 0,1 2-84,-1 2 1,-1 12 0,-2 6 0,-3 7 37,3 4 1,2 2 0,1 6 0,1 0-160,-1 0 0,7 0 0,1 0 0,2-2-171,4-4 0,2-4 0,4-7 1,4-3-46,6-3 1,9-4-1,4-8 1,2-2-115,5-4 1,-5-10-1,2-9 1,0 0-87,-2 0 1,-2-5 0,-7 5 0,-1 0 60,1 0 0,-9-4 0,-3 5 0,-4 3-11,-2 2 1,0 1 0,-2 1 0,-4-1-276,-5 1 1,-5 5 0,-1 2 0,-1 3-368,1 3 0,5 2 1,1 2-327,-3 0 1164,-2 0 0,-1 15 0,-1 5 0</inkml:trace>
  <inkml:trace contextRef="#ctx0" brushRef="#br0" timeOffset="1903">1764 582 7898,'0'-17'288,"0"-1"0,0 1 929,0-1 1,0 1-313,0-1 0,-8 9 0,-3 5-422,-5 8 1,-1 5 0,-1 9 0,1 1-244,-1 5 1,1 3-1,-1 8 1,1-2-206,-1-4 1,9 4 0,1-6 0,2 2-458,0 0 0,0-8 1,6 3-1,2-5-401,4-1 1,-2-1 0,8-1 0,1-3 137,3-1 0,1-8 0,1 2 0,-1-5 685,1-1 0,-1 0 0,1 0 0</inkml:trace>
  <inkml:trace contextRef="#ctx0" brushRef="#br0" timeOffset="2485">2008 774 7898,'6'-17'0,"2"-1"124,2 1 1,-6 5 0,3 1 0,-1-3 274,0-1 0,6-3 0,-5 1 1,3 1 140,4 4 0,-7-3 0,1 3 0,-2-3 244,0-3 0,0 1-413,-6-1 1,-2 9-1,-4 3 1,-6 4-97,-3 2 1,-3 8-1,1 3 1,-3 5-83,-3 1 1,4 7-1,-5 1 1,5 0-150,2 0 0,-1 4 1,1-3-1,1-1-224,5 0 0,3-2 0,8-5 0,0-1 30,0 1 0,2-3 1,4-3-1,5-6-19,5-4 1,9-2 0,2-2-1,2-4 107,0-6 0,0-9 0,4-2 0,-2-1 55,-1-1 0,-9 4 0,2-6 0,-3-1 43,-3 1 1,-1 6-1,-3-2 1,-3 3 703,-2 3-556,-3 7 1,-12 4 0,-5 12-1,-4 6 157,-1 3 0,5 8 0,1 3 0,-1-1-420,2 0 0,-3 4 0,7-4 1,2 1-383,2-1 1,2-2 0,0-5-1,2-1-425,4 1 1,4-7 0,7-1-1,1-2 345,-1-4 1,2-2 0,3-4-1,1-4-152,-2-6 0,5-3 0,-3-3 1,-2 1-734,-1-1 1426,-3-7 0,1-2 0,-1-8 0</inkml:trace>
  <inkml:trace contextRef="#ctx0" brushRef="#br0" timeOffset="2718">2620 146 9280,'-8'-10'724,"4"10"1,-6 13 0,3 7-109,3 3 0,-4 14 0,2 0 0,2 6-340,2 5 1,2 10 0,0 6 0,0 4-642,0 2 1,0-2-1,0-4 1,2-8-206,4-7 1,-4-14 0,6-12-365,0-4 1,-7-11 325,5-8 1,-4-8 0,-2-9 0,0 0 238,0-1 0,0-5 0,0 0 0,-2-1 369,-4-1 0,-1 0 0,-7-6 0,2 2 0,1 0 0,-7-6 0</inkml:trace>
  <inkml:trace contextRef="#ctx0" brushRef="#br0" timeOffset="3021">2515 565 7898,'0'-12'333,"0"0"1,-2 9 505,-4-3 0,4 6 0,-4 6-426,4 5 0,2 5 1,0 1-1,2 1-22,4-1 0,2 1 0,6-1 0,-3 1-127,3-1 0,1-1 0,3-3 0,1-3-191,4-2 1,-1-3-1,5-5 1,0 0 74,0 0 1,2-2 0,4-3 0,-3-9-306,-7-7 0,2 1 0,-4-3 0,-3 4-36,-5 1 1,-7 1 305,6-1 0,-10 3 0,-2 3 0,-10 6-39,-5 4 0,-3 12 1,1 5-1,-3 7 4,-3-1 0,4 6 0,-5 2 0,7 3-284,5-3 0,-1 4 0,7-6 0,2 2-378,2 0 0,2-8 1,2 3-1,6-7-193,9-5 0,3-5 0,9-7 0,4-1-2,5-5 0,5-12 1,6-11 778,-3-4 0,-7-10 0,4-1 0</inkml:trace>
  <inkml:trace contextRef="#ctx0" brushRef="#br0" timeOffset="3386">3458 41 7866,'0'-12'301,"0"1"1293,0-3 1,-2 10-838,-4 10 0,2 6 0,-7 19 0,-3 3-212,-1 5 1,3 10 0,0-1 0,1 7-75,1 3 1,-4 6 0,9-4 0,1 0-479,2 0 1,2-1 0,0-9 0,0-3-676,0-7 0,0-11 0,2-7 213,4-9 1,-5-7 261,5-12 0,-4-3 0,-2-9 1,0 1-92,0-1 1,-2-5 0,-2 0-1,-3-1 89,-3-1 0,0 4 0,-5-6 0,1 1 23,1 5 1,-9 4-1,7 3 1,-7 4 481,1 3 1,2 1 0,1 6 0,1 2 374,-1 4 1,1 11 0,-1 12 0,3 4-132,3 2 1,-2 2 0,7 2 0,-1 3-76,0 3 1,4-6 0,10 2 0,6-6-702,3-6 1,11-4-1,5-10 1,5-3-1042,5-6 0,8-6 0,-1-6 1277,9-6 0,5-11 0,7-4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3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26.png"/><Relationship Id="rId50" Type="http://schemas.openxmlformats.org/officeDocument/2006/relationships/customXml" Target="../ink/ink25.xml"/><Relationship Id="rId55" Type="http://schemas.openxmlformats.org/officeDocument/2006/relationships/image" Target="../media/image30.png"/><Relationship Id="rId63" Type="http://schemas.openxmlformats.org/officeDocument/2006/relationships/image" Target="../media/image34.png"/><Relationship Id="rId7" Type="http://schemas.openxmlformats.org/officeDocument/2006/relationships/image" Target="../media/image6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7.png"/><Relationship Id="rId11" Type="http://schemas.openxmlformats.org/officeDocument/2006/relationships/image" Target="../media/image8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21.png"/><Relationship Id="rId40" Type="http://schemas.openxmlformats.org/officeDocument/2006/relationships/customXml" Target="../ink/ink20.xml"/><Relationship Id="rId45" Type="http://schemas.openxmlformats.org/officeDocument/2006/relationships/image" Target="../media/image25.png"/><Relationship Id="rId53" Type="http://schemas.openxmlformats.org/officeDocument/2006/relationships/image" Target="../media/image29.png"/><Relationship Id="rId58" Type="http://schemas.openxmlformats.org/officeDocument/2006/relationships/customXml" Target="../ink/ink29.xml"/><Relationship Id="rId66" Type="http://schemas.openxmlformats.org/officeDocument/2006/relationships/customXml" Target="../ink/ink33.xml"/><Relationship Id="rId5" Type="http://schemas.openxmlformats.org/officeDocument/2006/relationships/image" Target="../media/image5.png"/><Relationship Id="rId61" Type="http://schemas.openxmlformats.org/officeDocument/2006/relationships/image" Target="../media/image33.png"/><Relationship Id="rId19" Type="http://schemas.openxmlformats.org/officeDocument/2006/relationships/image" Target="../media/image12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6.png"/><Relationship Id="rId30" Type="http://schemas.openxmlformats.org/officeDocument/2006/relationships/customXml" Target="../ink/ink15.xml"/><Relationship Id="rId35" Type="http://schemas.openxmlformats.org/officeDocument/2006/relationships/image" Target="../media/image20.png"/><Relationship Id="rId43" Type="http://schemas.openxmlformats.org/officeDocument/2006/relationships/image" Target="../media/image24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8" Type="http://schemas.openxmlformats.org/officeDocument/2006/relationships/customXml" Target="../ink/ink4.xml"/><Relationship Id="rId51" Type="http://schemas.openxmlformats.org/officeDocument/2006/relationships/image" Target="../media/image28.png"/><Relationship Id="rId3" Type="http://schemas.openxmlformats.org/officeDocument/2006/relationships/image" Target="../media/image4.png"/><Relationship Id="rId12" Type="http://schemas.openxmlformats.org/officeDocument/2006/relationships/customXml" Target="../ink/ink6.xml"/><Relationship Id="rId17" Type="http://schemas.openxmlformats.org/officeDocument/2006/relationships/image" Target="../media/image11.png"/><Relationship Id="rId25" Type="http://schemas.openxmlformats.org/officeDocument/2006/relationships/image" Target="../media/image15.png"/><Relationship Id="rId33" Type="http://schemas.openxmlformats.org/officeDocument/2006/relationships/image" Target="../media/image19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32.png"/><Relationship Id="rId67" Type="http://schemas.openxmlformats.org/officeDocument/2006/relationships/image" Target="../media/image36.png"/><Relationship Id="rId20" Type="http://schemas.openxmlformats.org/officeDocument/2006/relationships/customXml" Target="../ink/ink10.xml"/><Relationship Id="rId41" Type="http://schemas.openxmlformats.org/officeDocument/2006/relationships/image" Target="../media/image23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10.png"/><Relationship Id="rId23" Type="http://schemas.openxmlformats.org/officeDocument/2006/relationships/image" Target="../media/image14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7.png"/><Relationship Id="rId57" Type="http://schemas.openxmlformats.org/officeDocument/2006/relationships/image" Target="../media/image31.png"/><Relationship Id="rId10" Type="http://schemas.openxmlformats.org/officeDocument/2006/relationships/customXml" Target="../ink/ink5.xml"/><Relationship Id="rId31" Type="http://schemas.openxmlformats.org/officeDocument/2006/relationships/image" Target="../media/image18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5.png"/><Relationship Id="rId4" Type="http://schemas.openxmlformats.org/officeDocument/2006/relationships/customXml" Target="../ink/ink2.xml"/><Relationship Id="rId9" Type="http://schemas.openxmlformats.org/officeDocument/2006/relationships/image" Target="../media/image7.png"/><Relationship Id="rId13" Type="http://schemas.openxmlformats.org/officeDocument/2006/relationships/image" Target="../media/image9.png"/><Relationship Id="rId18" Type="http://schemas.openxmlformats.org/officeDocument/2006/relationships/customXml" Target="../ink/ink9.xml"/><Relationship Id="rId39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42.xml"/><Relationship Id="rId26" Type="http://schemas.openxmlformats.org/officeDocument/2006/relationships/customXml" Target="../ink/ink46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50.xml"/><Relationship Id="rId42" Type="http://schemas.openxmlformats.org/officeDocument/2006/relationships/customXml" Target="../ink/ink54.xml"/><Relationship Id="rId47" Type="http://schemas.openxmlformats.org/officeDocument/2006/relationships/image" Target="../media/image60.png"/><Relationship Id="rId50" Type="http://schemas.openxmlformats.org/officeDocument/2006/relationships/customXml" Target="../ink/ink58.xml"/><Relationship Id="rId7" Type="http://schemas.openxmlformats.org/officeDocument/2006/relationships/image" Target="../media/image40.png"/><Relationship Id="rId2" Type="http://schemas.openxmlformats.org/officeDocument/2006/relationships/customXml" Target="../ink/ink34.xml"/><Relationship Id="rId16" Type="http://schemas.openxmlformats.org/officeDocument/2006/relationships/customXml" Target="../ink/ink41.xml"/><Relationship Id="rId29" Type="http://schemas.openxmlformats.org/officeDocument/2006/relationships/image" Target="../media/image51.png"/><Relationship Id="rId11" Type="http://schemas.openxmlformats.org/officeDocument/2006/relationships/image" Target="../media/image42.png"/><Relationship Id="rId24" Type="http://schemas.openxmlformats.org/officeDocument/2006/relationships/customXml" Target="../ink/ink45.xml"/><Relationship Id="rId32" Type="http://schemas.openxmlformats.org/officeDocument/2006/relationships/customXml" Target="../ink/ink49.xml"/><Relationship Id="rId37" Type="http://schemas.openxmlformats.org/officeDocument/2006/relationships/image" Target="../media/image55.png"/><Relationship Id="rId40" Type="http://schemas.openxmlformats.org/officeDocument/2006/relationships/customXml" Target="../ink/ink53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38.xml"/><Relationship Id="rId19" Type="http://schemas.openxmlformats.org/officeDocument/2006/relationships/image" Target="../media/image46.png"/><Relationship Id="rId31" Type="http://schemas.openxmlformats.org/officeDocument/2006/relationships/image" Target="../media/image52.png"/><Relationship Id="rId44" Type="http://schemas.openxmlformats.org/officeDocument/2006/relationships/customXml" Target="../ink/ink55.xml"/><Relationship Id="rId52" Type="http://schemas.openxmlformats.org/officeDocument/2006/relationships/customXml" Target="../ink/ink59.xml"/><Relationship Id="rId4" Type="http://schemas.openxmlformats.org/officeDocument/2006/relationships/customXml" Target="../ink/ink35.xml"/><Relationship Id="rId9" Type="http://schemas.openxmlformats.org/officeDocument/2006/relationships/image" Target="../media/image41.png"/><Relationship Id="rId14" Type="http://schemas.openxmlformats.org/officeDocument/2006/relationships/customXml" Target="../ink/ink40.xml"/><Relationship Id="rId22" Type="http://schemas.openxmlformats.org/officeDocument/2006/relationships/customXml" Target="../ink/ink44.xml"/><Relationship Id="rId27" Type="http://schemas.openxmlformats.org/officeDocument/2006/relationships/image" Target="../media/image50.png"/><Relationship Id="rId30" Type="http://schemas.openxmlformats.org/officeDocument/2006/relationships/customXml" Target="../ink/ink48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57.xml"/><Relationship Id="rId8" Type="http://schemas.openxmlformats.org/officeDocument/2006/relationships/customXml" Target="../ink/ink37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39.xml"/><Relationship Id="rId17" Type="http://schemas.openxmlformats.org/officeDocument/2006/relationships/image" Target="../media/image45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52.xml"/><Relationship Id="rId46" Type="http://schemas.openxmlformats.org/officeDocument/2006/relationships/customXml" Target="../ink/ink56.xml"/><Relationship Id="rId20" Type="http://schemas.openxmlformats.org/officeDocument/2006/relationships/customXml" Target="../ink/ink43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6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47.xml"/><Relationship Id="rId36" Type="http://schemas.openxmlformats.org/officeDocument/2006/relationships/customXml" Target="../ink/ink51.xml"/><Relationship Id="rId49" Type="http://schemas.openxmlformats.org/officeDocument/2006/relationships/image" Target="../media/image61.png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68.xml"/><Relationship Id="rId26" Type="http://schemas.openxmlformats.org/officeDocument/2006/relationships/customXml" Target="../ink/ink72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76.xml"/><Relationship Id="rId42" Type="http://schemas.openxmlformats.org/officeDocument/2006/relationships/customXml" Target="../ink/ink80.xml"/><Relationship Id="rId47" Type="http://schemas.openxmlformats.org/officeDocument/2006/relationships/image" Target="../media/image86.png"/><Relationship Id="rId50" Type="http://schemas.openxmlformats.org/officeDocument/2006/relationships/customXml" Target="../ink/ink84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60.xml"/><Relationship Id="rId16" Type="http://schemas.openxmlformats.org/officeDocument/2006/relationships/customXml" Target="../ink/ink67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71.xml"/><Relationship Id="rId32" Type="http://schemas.openxmlformats.org/officeDocument/2006/relationships/customXml" Target="../ink/ink75.xml"/><Relationship Id="rId37" Type="http://schemas.openxmlformats.org/officeDocument/2006/relationships/image" Target="../media/image81.png"/><Relationship Id="rId40" Type="http://schemas.openxmlformats.org/officeDocument/2006/relationships/customXml" Target="../ink/ink79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61.xml"/><Relationship Id="rId9" Type="http://schemas.openxmlformats.org/officeDocument/2006/relationships/image" Target="../media/image67.png"/><Relationship Id="rId14" Type="http://schemas.openxmlformats.org/officeDocument/2006/relationships/customXml" Target="../ink/ink66.xml"/><Relationship Id="rId22" Type="http://schemas.openxmlformats.org/officeDocument/2006/relationships/customXml" Target="../ink/ink70.xml"/><Relationship Id="rId27" Type="http://schemas.openxmlformats.org/officeDocument/2006/relationships/image" Target="../media/image76.png"/><Relationship Id="rId30" Type="http://schemas.openxmlformats.org/officeDocument/2006/relationships/customXml" Target="../ink/ink74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83.xml"/><Relationship Id="rId56" Type="http://schemas.openxmlformats.org/officeDocument/2006/relationships/customXml" Target="../ink/ink87.xml"/><Relationship Id="rId8" Type="http://schemas.openxmlformats.org/officeDocument/2006/relationships/customXml" Target="../ink/ink63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65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78.xml"/><Relationship Id="rId46" Type="http://schemas.openxmlformats.org/officeDocument/2006/relationships/customXml" Target="../ink/ink82.xml"/><Relationship Id="rId20" Type="http://schemas.openxmlformats.org/officeDocument/2006/relationships/customXml" Target="../ink/ink69.xml"/><Relationship Id="rId41" Type="http://schemas.openxmlformats.org/officeDocument/2006/relationships/image" Target="../media/image83.png"/><Relationship Id="rId54" Type="http://schemas.openxmlformats.org/officeDocument/2006/relationships/customXml" Target="../ink/ink86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2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73.xml"/><Relationship Id="rId36" Type="http://schemas.openxmlformats.org/officeDocument/2006/relationships/customXml" Target="../ink/ink77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64.xml"/><Relationship Id="rId31" Type="http://schemas.openxmlformats.org/officeDocument/2006/relationships/image" Target="../media/image78.png"/><Relationship Id="rId44" Type="http://schemas.openxmlformats.org/officeDocument/2006/relationships/customXml" Target="../ink/ink81.xml"/><Relationship Id="rId52" Type="http://schemas.openxmlformats.org/officeDocument/2006/relationships/customXml" Target="../ink/ink8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108.xml"/><Relationship Id="rId84" Type="http://schemas.openxmlformats.org/officeDocument/2006/relationships/customXml" Target="../ink/ink126.xml"/><Relationship Id="rId138" Type="http://schemas.openxmlformats.org/officeDocument/2006/relationships/customXml" Target="../ink/ink153.xml"/><Relationship Id="rId159" Type="http://schemas.openxmlformats.org/officeDocument/2006/relationships/customXml" Target="../ink/ink163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103.xml"/><Relationship Id="rId53" Type="http://schemas.openxmlformats.org/officeDocument/2006/relationships/image" Target="../media/image261.png"/><Relationship Id="rId74" Type="http://schemas.openxmlformats.org/officeDocument/2006/relationships/customXml" Target="../ink/ink121.xml"/><Relationship Id="rId128" Type="http://schemas.openxmlformats.org/officeDocument/2006/relationships/customXml" Target="../ink/ink148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98.xml"/><Relationship Id="rId43" Type="http://schemas.openxmlformats.org/officeDocument/2006/relationships/image" Target="../media/image210.png"/><Relationship Id="rId118" Type="http://schemas.openxmlformats.org/officeDocument/2006/relationships/customXml" Target="../ink/ink143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59.xml"/><Relationship Id="rId12" Type="http://schemas.openxmlformats.org/officeDocument/2006/relationships/customXml" Target="../ink/ink93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106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38.xml"/><Relationship Id="rId124" Type="http://schemas.openxmlformats.org/officeDocument/2006/relationships/customXml" Target="../ink/ink146.xml"/><Relationship Id="rId129" Type="http://schemas.openxmlformats.org/officeDocument/2006/relationships/image" Target="../media/image640.png"/><Relationship Id="rId54" Type="http://schemas.openxmlformats.org/officeDocument/2006/relationships/customXml" Target="../ink/ink114.xml"/><Relationship Id="rId70" Type="http://schemas.openxmlformats.org/officeDocument/2006/relationships/customXml" Target="../ink/ink119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132.xml"/><Relationship Id="rId140" Type="http://schemas.openxmlformats.org/officeDocument/2006/relationships/customXml" Target="../ink/ink154.xml"/><Relationship Id="rId145" Type="http://schemas.openxmlformats.org/officeDocument/2006/relationships/image" Target="../media/image720.png"/><Relationship Id="rId161" Type="http://schemas.openxmlformats.org/officeDocument/2006/relationships/customXml" Target="../ink/ink164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90.xml"/><Relationship Id="rId23" Type="http://schemas.openxmlformats.org/officeDocument/2006/relationships/image" Target="../media/image1111.png"/><Relationship Id="rId28" Type="http://schemas.openxmlformats.org/officeDocument/2006/relationships/customXml" Target="../ink/ink101.xml"/><Relationship Id="rId49" Type="http://schemas.openxmlformats.org/officeDocument/2006/relationships/image" Target="../media/image241.png"/><Relationship Id="rId114" Type="http://schemas.openxmlformats.org/officeDocument/2006/relationships/customXml" Target="../ink/ink141.xml"/><Relationship Id="rId119" Type="http://schemas.openxmlformats.org/officeDocument/2006/relationships/image" Target="../media/image590.png"/><Relationship Id="rId44" Type="http://schemas.openxmlformats.org/officeDocument/2006/relationships/customXml" Target="../ink/ink109.xml"/><Relationship Id="rId60" Type="http://schemas.openxmlformats.org/officeDocument/2006/relationships/customXml" Target="../ink/ink117.xml"/><Relationship Id="rId81" Type="http://schemas.openxmlformats.org/officeDocument/2006/relationships/image" Target="../media/image400.png"/><Relationship Id="rId86" Type="http://schemas.openxmlformats.org/officeDocument/2006/relationships/customXml" Target="../ink/ink127.xml"/><Relationship Id="rId130" Type="http://schemas.openxmlformats.org/officeDocument/2006/relationships/customXml" Target="../ink/ink149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62.xml"/><Relationship Id="rId13" Type="http://schemas.openxmlformats.org/officeDocument/2006/relationships/image" Target="../media/image611.png"/><Relationship Id="rId18" Type="http://schemas.openxmlformats.org/officeDocument/2006/relationships/customXml" Target="../ink/ink96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104.xml"/><Relationship Id="rId50" Type="http://schemas.openxmlformats.org/officeDocument/2006/relationships/customXml" Target="../ink/ink112.xml"/><Relationship Id="rId55" Type="http://schemas.openxmlformats.org/officeDocument/2006/relationships/image" Target="../media/image270.png"/><Relationship Id="rId76" Type="http://schemas.openxmlformats.org/officeDocument/2006/relationships/customXml" Target="../ink/ink122.xml"/><Relationship Id="rId97" Type="http://schemas.openxmlformats.org/officeDocument/2006/relationships/image" Target="../media/image480.png"/><Relationship Id="rId104" Type="http://schemas.openxmlformats.org/officeDocument/2006/relationships/customXml" Target="../ink/ink136.xml"/><Relationship Id="rId120" Type="http://schemas.openxmlformats.org/officeDocument/2006/relationships/customXml" Target="../ink/ink144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57.xml"/><Relationship Id="rId167" Type="http://schemas.openxmlformats.org/officeDocument/2006/relationships/customXml" Target="../ink/ink167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130.xml"/><Relationship Id="rId162" Type="http://schemas.openxmlformats.org/officeDocument/2006/relationships/image" Target="../media/image330.png"/><Relationship Id="rId2" Type="http://schemas.openxmlformats.org/officeDocument/2006/relationships/customXml" Target="../ink/ink88.xml"/><Relationship Id="rId29" Type="http://schemas.openxmlformats.org/officeDocument/2006/relationships/image" Target="../media/image140.png"/><Relationship Id="rId24" Type="http://schemas.openxmlformats.org/officeDocument/2006/relationships/customXml" Target="../ink/ink99.xml"/><Relationship Id="rId40" Type="http://schemas.openxmlformats.org/officeDocument/2006/relationships/customXml" Target="../ink/ink107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39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52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125.xml"/><Relationship Id="rId152" Type="http://schemas.openxmlformats.org/officeDocument/2006/relationships/customXml" Target="../ink/ink160.xml"/><Relationship Id="rId19" Type="http://schemas.openxmlformats.org/officeDocument/2006/relationships/image" Target="../media/image911.png"/><Relationship Id="rId14" Type="http://schemas.openxmlformats.org/officeDocument/2006/relationships/customXml" Target="../ink/ink94.xml"/><Relationship Id="rId30" Type="http://schemas.openxmlformats.org/officeDocument/2006/relationships/customXml" Target="../ink/ink102.xml"/><Relationship Id="rId35" Type="http://schemas.openxmlformats.org/officeDocument/2006/relationships/image" Target="../media/image170.png"/><Relationship Id="rId56" Type="http://schemas.openxmlformats.org/officeDocument/2006/relationships/customXml" Target="../ink/ink115.xml"/><Relationship Id="rId77" Type="http://schemas.openxmlformats.org/officeDocument/2006/relationships/image" Target="../media/image380.png"/><Relationship Id="rId100" Type="http://schemas.openxmlformats.org/officeDocument/2006/relationships/customXml" Target="../ink/ink134.xml"/><Relationship Id="rId105" Type="http://schemas.openxmlformats.org/officeDocument/2006/relationships/image" Target="../media/image520.png"/><Relationship Id="rId126" Type="http://schemas.openxmlformats.org/officeDocument/2006/relationships/customXml" Target="../ink/ink147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91.xml"/><Relationship Id="rId51" Type="http://schemas.openxmlformats.org/officeDocument/2006/relationships/image" Target="../media/image251.png"/><Relationship Id="rId72" Type="http://schemas.openxmlformats.org/officeDocument/2006/relationships/customXml" Target="../ink/ink120.xml"/><Relationship Id="rId93" Type="http://schemas.openxmlformats.org/officeDocument/2006/relationships/image" Target="../media/image460.png"/><Relationship Id="rId98" Type="http://schemas.openxmlformats.org/officeDocument/2006/relationships/customXml" Target="../ink/ink133.xml"/><Relationship Id="rId121" Type="http://schemas.openxmlformats.org/officeDocument/2006/relationships/image" Target="../media/image600.png"/><Relationship Id="rId142" Type="http://schemas.openxmlformats.org/officeDocument/2006/relationships/customXml" Target="../ink/ink155.xml"/><Relationship Id="rId163" Type="http://schemas.openxmlformats.org/officeDocument/2006/relationships/customXml" Target="../ink/ink165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110.xml"/><Relationship Id="rId116" Type="http://schemas.openxmlformats.org/officeDocument/2006/relationships/customXml" Target="../ink/ink142.xml"/><Relationship Id="rId137" Type="http://schemas.openxmlformats.org/officeDocument/2006/relationships/image" Target="../media/image680.png"/><Relationship Id="rId158" Type="http://schemas.openxmlformats.org/officeDocument/2006/relationships/image" Target="../media/image95.png"/><Relationship Id="rId20" Type="http://schemas.openxmlformats.org/officeDocument/2006/relationships/customXml" Target="../ink/ink97.xml"/><Relationship Id="rId41" Type="http://schemas.openxmlformats.org/officeDocument/2006/relationships/image" Target="../media/image200.png"/><Relationship Id="rId62" Type="http://schemas.openxmlformats.org/officeDocument/2006/relationships/customXml" Target="../ink/ink118.xml"/><Relationship Id="rId83" Type="http://schemas.openxmlformats.org/officeDocument/2006/relationships/image" Target="../media/image412.png"/><Relationship Id="rId88" Type="http://schemas.openxmlformats.org/officeDocument/2006/relationships/customXml" Target="../ink/ink128.xml"/><Relationship Id="rId111" Type="http://schemas.openxmlformats.org/officeDocument/2006/relationships/image" Target="../media/image550.png"/><Relationship Id="rId132" Type="http://schemas.openxmlformats.org/officeDocument/2006/relationships/customXml" Target="../ink/ink150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105.xml"/><Relationship Id="rId57" Type="http://schemas.openxmlformats.org/officeDocument/2006/relationships/image" Target="../media/image280.png"/><Relationship Id="rId106" Type="http://schemas.openxmlformats.org/officeDocument/2006/relationships/customXml" Target="../ink/ink137.xml"/><Relationship Id="rId127" Type="http://schemas.openxmlformats.org/officeDocument/2006/relationships/image" Target="../media/image630.png"/><Relationship Id="rId10" Type="http://schemas.openxmlformats.org/officeDocument/2006/relationships/customXml" Target="../ink/ink92.xml"/><Relationship Id="rId31" Type="http://schemas.openxmlformats.org/officeDocument/2006/relationships/image" Target="../media/image150.png"/><Relationship Id="rId52" Type="http://schemas.openxmlformats.org/officeDocument/2006/relationships/customXml" Target="../ink/ink113.xml"/><Relationship Id="rId73" Type="http://schemas.openxmlformats.org/officeDocument/2006/relationships/image" Target="../media/image360.png"/><Relationship Id="rId78" Type="http://schemas.openxmlformats.org/officeDocument/2006/relationships/customXml" Target="../ink/ink123.xml"/><Relationship Id="rId94" Type="http://schemas.openxmlformats.org/officeDocument/2006/relationships/customXml" Target="../ink/ink131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45.xml"/><Relationship Id="rId143" Type="http://schemas.openxmlformats.org/officeDocument/2006/relationships/image" Target="../media/image712.png"/><Relationship Id="rId148" Type="http://schemas.openxmlformats.org/officeDocument/2006/relationships/customXml" Target="../ink/ink158.xml"/><Relationship Id="rId164" Type="http://schemas.openxmlformats.org/officeDocument/2006/relationships/image" Target="../media/image790.png"/><Relationship Id="rId4" Type="http://schemas.openxmlformats.org/officeDocument/2006/relationships/customXml" Target="../ink/ink89.xml"/><Relationship Id="rId9" Type="http://schemas.openxmlformats.org/officeDocument/2006/relationships/image" Target="../media/image411.png"/><Relationship Id="rId26" Type="http://schemas.openxmlformats.org/officeDocument/2006/relationships/customXml" Target="../ink/ink100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40.xml"/><Relationship Id="rId133" Type="http://schemas.openxmlformats.org/officeDocument/2006/relationships/image" Target="../media/image660.png"/><Relationship Id="rId154" Type="http://schemas.openxmlformats.org/officeDocument/2006/relationships/customXml" Target="../ink/ink161.xml"/><Relationship Id="rId16" Type="http://schemas.openxmlformats.org/officeDocument/2006/relationships/customXml" Target="../ink/ink95.xml"/><Relationship Id="rId37" Type="http://schemas.openxmlformats.org/officeDocument/2006/relationships/image" Target="../media/image180.png"/><Relationship Id="rId58" Type="http://schemas.openxmlformats.org/officeDocument/2006/relationships/customXml" Target="../ink/ink116.xml"/><Relationship Id="rId79" Type="http://schemas.openxmlformats.org/officeDocument/2006/relationships/image" Target="../media/image390.png"/><Relationship Id="rId102" Type="http://schemas.openxmlformats.org/officeDocument/2006/relationships/customXml" Target="../ink/ink135.xml"/><Relationship Id="rId123" Type="http://schemas.openxmlformats.org/officeDocument/2006/relationships/image" Target="../media/image612.png"/><Relationship Id="rId144" Type="http://schemas.openxmlformats.org/officeDocument/2006/relationships/customXml" Target="../ink/ink156.xml"/><Relationship Id="rId90" Type="http://schemas.openxmlformats.org/officeDocument/2006/relationships/customXml" Target="../ink/ink129.xml"/><Relationship Id="rId165" Type="http://schemas.openxmlformats.org/officeDocument/2006/relationships/customXml" Target="../ink/ink166.xml"/><Relationship Id="rId27" Type="http://schemas.openxmlformats.org/officeDocument/2006/relationships/image" Target="../media/image134.png"/><Relationship Id="rId48" Type="http://schemas.openxmlformats.org/officeDocument/2006/relationships/customXml" Target="../ink/ink111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51.xml"/><Relationship Id="rId80" Type="http://schemas.openxmlformats.org/officeDocument/2006/relationships/customXml" Target="../ink/ink124.xml"/><Relationship Id="rId155" Type="http://schemas.openxmlformats.org/officeDocument/2006/relationships/image" Target="../media/image770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76.xml"/><Relationship Id="rId26" Type="http://schemas.openxmlformats.org/officeDocument/2006/relationships/customXml" Target="../ink/ink180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84.xml"/><Relationship Id="rId42" Type="http://schemas.openxmlformats.org/officeDocument/2006/relationships/customXml" Target="../ink/ink188.xml"/><Relationship Id="rId47" Type="http://schemas.openxmlformats.org/officeDocument/2006/relationships/image" Target="../media/image230.png"/><Relationship Id="rId50" Type="http://schemas.openxmlformats.org/officeDocument/2006/relationships/customXml" Target="../ink/ink192.xml"/><Relationship Id="rId7" Type="http://schemas.openxmlformats.org/officeDocument/2006/relationships/image" Target="../media/image310.png"/><Relationship Id="rId2" Type="http://schemas.openxmlformats.org/officeDocument/2006/relationships/customXml" Target="../ink/ink168.xml"/><Relationship Id="rId16" Type="http://schemas.openxmlformats.org/officeDocument/2006/relationships/customXml" Target="../ink/ink175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79.xml"/><Relationship Id="rId32" Type="http://schemas.openxmlformats.org/officeDocument/2006/relationships/customXml" Target="../ink/ink183.xml"/><Relationship Id="rId37" Type="http://schemas.openxmlformats.org/officeDocument/2006/relationships/image" Target="../media/image181.png"/><Relationship Id="rId40" Type="http://schemas.openxmlformats.org/officeDocument/2006/relationships/customXml" Target="../ink/ink187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72.xml"/><Relationship Id="rId19" Type="http://schemas.openxmlformats.org/officeDocument/2006/relationships/image" Target="../media/image92.png"/><Relationship Id="rId31" Type="http://schemas.openxmlformats.org/officeDocument/2006/relationships/image" Target="../media/image151.png"/><Relationship Id="rId44" Type="http://schemas.openxmlformats.org/officeDocument/2006/relationships/customXml" Target="../ink/ink189.xml"/><Relationship Id="rId52" Type="http://schemas.openxmlformats.org/officeDocument/2006/relationships/customXml" Target="../ink/ink193.xml"/><Relationship Id="rId4" Type="http://schemas.openxmlformats.org/officeDocument/2006/relationships/customXml" Target="../ink/ink169.xml"/><Relationship Id="rId9" Type="http://schemas.openxmlformats.org/officeDocument/2006/relationships/image" Target="../media/image410.png"/><Relationship Id="rId14" Type="http://schemas.openxmlformats.org/officeDocument/2006/relationships/customXml" Target="../ink/ink174.xml"/><Relationship Id="rId22" Type="http://schemas.openxmlformats.org/officeDocument/2006/relationships/customXml" Target="../ink/ink178.xml"/><Relationship Id="rId27" Type="http://schemas.openxmlformats.org/officeDocument/2006/relationships/image" Target="../media/image131.png"/><Relationship Id="rId30" Type="http://schemas.openxmlformats.org/officeDocument/2006/relationships/customXml" Target="../ink/ink182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91.xml"/><Relationship Id="rId8" Type="http://schemas.openxmlformats.org/officeDocument/2006/relationships/customXml" Target="../ink/ink171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73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86.xml"/><Relationship Id="rId46" Type="http://schemas.openxmlformats.org/officeDocument/2006/relationships/customXml" Target="../ink/ink190.xml"/><Relationship Id="rId20" Type="http://schemas.openxmlformats.org/officeDocument/2006/relationships/customXml" Target="../ink/ink177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70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81.xml"/><Relationship Id="rId36" Type="http://schemas.openxmlformats.org/officeDocument/2006/relationships/customXml" Target="../ink/ink185.xml"/><Relationship Id="rId49" Type="http://schemas.openxmlformats.org/officeDocument/2006/relationships/image" Target="../media/image24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0.png"/><Relationship Id="rId5" Type="http://schemas.openxmlformats.org/officeDocument/2006/relationships/image" Target="../media/image99.jpeg"/><Relationship Id="rId4" Type="http://schemas.openxmlformats.org/officeDocument/2006/relationships/image" Target="../media/image9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2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99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94.xml"/><Relationship Id="rId21" Type="http://schemas.openxmlformats.org/officeDocument/2006/relationships/customXml" Target="../ink/ink203.xml"/><Relationship Id="rId7" Type="http://schemas.openxmlformats.org/officeDocument/2006/relationships/customXml" Target="../ink/ink196.xml"/><Relationship Id="rId12" Type="http://schemas.openxmlformats.org/officeDocument/2006/relationships/image" Target="../media/image910.png"/><Relationship Id="rId17" Type="http://schemas.openxmlformats.org/officeDocument/2006/relationships/customXml" Target="../ink/ink201.xml"/><Relationship Id="rId25" Type="http://schemas.openxmlformats.org/officeDocument/2006/relationships/customXml" Target="../ink/ink205.xml"/><Relationship Id="rId2" Type="http://schemas.openxmlformats.org/officeDocument/2006/relationships/image" Target="../media/image96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98.xml"/><Relationship Id="rId24" Type="http://schemas.openxmlformats.org/officeDocument/2006/relationships/image" Target="../media/image980.png"/><Relationship Id="rId5" Type="http://schemas.openxmlformats.org/officeDocument/2006/relationships/customXml" Target="../ink/ink195.xml"/><Relationship Id="rId15" Type="http://schemas.openxmlformats.org/officeDocument/2006/relationships/customXml" Target="../ink/ink200.xml"/><Relationship Id="rId23" Type="http://schemas.openxmlformats.org/officeDocument/2006/relationships/customXml" Target="../ink/ink204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202.xml"/><Relationship Id="rId4" Type="http://schemas.openxmlformats.org/officeDocument/2006/relationships/image" Target="../media/image870.png"/><Relationship Id="rId9" Type="http://schemas.openxmlformats.org/officeDocument/2006/relationships/customXml" Target="../ink/ink197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20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tiff"/><Relationship Id="rId7" Type="http://schemas.openxmlformats.org/officeDocument/2006/relationships/image" Target="../media/image120.tiff"/><Relationship Id="rId2" Type="http://schemas.openxmlformats.org/officeDocument/2006/relationships/image" Target="../media/image115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9.tiff"/><Relationship Id="rId5" Type="http://schemas.openxmlformats.org/officeDocument/2006/relationships/image" Target="../media/image118.tiff"/><Relationship Id="rId4" Type="http://schemas.openxmlformats.org/officeDocument/2006/relationships/image" Target="../media/image117.tiff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8.png"/><Relationship Id="rId5" Type="http://schemas.openxmlformats.org/officeDocument/2006/relationships/image" Target="../media/image126.png"/><Relationship Id="rId4" Type="http://schemas.openxmlformats.org/officeDocument/2006/relationships/image" Target="../media/image12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2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3" Type="http://schemas.openxmlformats.org/officeDocument/2006/relationships/image" Target="../media/image135.png"/><Relationship Id="rId7" Type="http://schemas.openxmlformats.org/officeDocument/2006/relationships/image" Target="../media/image139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8.png"/><Relationship Id="rId5" Type="http://schemas.openxmlformats.org/officeDocument/2006/relationships/image" Target="../media/image137.png"/><Relationship Id="rId4" Type="http://schemas.openxmlformats.org/officeDocument/2006/relationships/image" Target="../media/image136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9.png"/><Relationship Id="rId4" Type="http://schemas.openxmlformats.org/officeDocument/2006/relationships/image" Target="../media/image1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Make a plan for special cases (eventual treatment may depend on monitoring data granularity):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4194DB-425F-6788-6B16-09016EFB40F6}"/>
              </a:ext>
            </a:extLst>
          </p:cNvPr>
          <p:cNvSpPr txBox="1"/>
          <p:nvPr/>
        </p:nvSpPr>
        <p:spPr>
          <a:xfrm>
            <a:off x="854110" y="633046"/>
            <a:ext cx="82396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Making plantings table</a:t>
            </a:r>
          </a:p>
          <a:p>
            <a:endParaRPr lang="en-US" dirty="0"/>
          </a:p>
          <a:p>
            <a:r>
              <a:rPr lang="en-US" dirty="0"/>
              <a:t>Selection and reduction of planting GPS points to plantings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1211B94-B415-2887-BE19-8D3EC3FA8CE9}"/>
                  </a:ext>
                </a:extLst>
              </p14:cNvPr>
              <p14:cNvContentPartPr/>
              <p14:nvPr/>
            </p14:nvContentPartPr>
            <p14:xfrm>
              <a:off x="1971463" y="159661"/>
              <a:ext cx="4149000" cy="15278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1211B94-B415-2887-BE19-8D3EC3FA8CE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61023" y="148864"/>
                <a:ext cx="4173840" cy="15526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14:cNvPr>
              <p14:cNvContentPartPr/>
              <p14:nvPr/>
            </p14:nvContentPartPr>
            <p14:xfrm>
              <a:off x="1135183" y="2303461"/>
              <a:ext cx="257400" cy="3434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24743" y="2293021"/>
                <a:ext cx="278640" cy="36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14:cNvPr>
              <p14:cNvContentPartPr/>
              <p14:nvPr/>
            </p14:nvContentPartPr>
            <p14:xfrm>
              <a:off x="4454743" y="2309941"/>
              <a:ext cx="616680" cy="4716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44297" y="2299149"/>
                <a:ext cx="637932" cy="4928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14:cNvPr>
              <p14:cNvContentPartPr/>
              <p14:nvPr/>
            </p14:nvContentPartPr>
            <p14:xfrm>
              <a:off x="2832943" y="2228221"/>
              <a:ext cx="1445760" cy="4528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822143" y="2217421"/>
                <a:ext cx="1467000" cy="47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14:cNvPr>
              <p14:cNvContentPartPr/>
              <p14:nvPr/>
            </p14:nvContentPartPr>
            <p14:xfrm>
              <a:off x="1594183" y="2297341"/>
              <a:ext cx="949680" cy="3276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583743" y="2286553"/>
                <a:ext cx="970920" cy="3488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14:cNvPr>
              <p14:cNvContentPartPr/>
              <p14:nvPr/>
            </p14:nvContentPartPr>
            <p14:xfrm>
              <a:off x="5586583" y="2292301"/>
              <a:ext cx="321120" cy="46440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575783" y="2281853"/>
                <a:ext cx="342360" cy="4856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14:cNvPr>
              <p14:cNvContentPartPr/>
              <p14:nvPr/>
            </p14:nvContentPartPr>
            <p14:xfrm>
              <a:off x="6265543" y="2228221"/>
              <a:ext cx="1125720" cy="59148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255103" y="2217421"/>
                <a:ext cx="1146960" cy="61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14:cNvPr>
              <p14:cNvContentPartPr/>
              <p14:nvPr/>
            </p14:nvContentPartPr>
            <p14:xfrm>
              <a:off x="7598983" y="2612341"/>
              <a:ext cx="24840" cy="309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7588543" y="2601541"/>
                <a:ext cx="46080" cy="5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14:cNvPr>
              <p14:cNvContentPartPr/>
              <p14:nvPr/>
            </p14:nvContentPartPr>
            <p14:xfrm>
              <a:off x="1047343" y="2896741"/>
              <a:ext cx="408960" cy="38808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036543" y="2885941"/>
                <a:ext cx="430200" cy="40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14:cNvPr>
              <p14:cNvContentPartPr/>
              <p14:nvPr/>
            </p14:nvContentPartPr>
            <p14:xfrm>
              <a:off x="1694983" y="2938501"/>
              <a:ext cx="585000" cy="3006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684183" y="2928061"/>
                <a:ext cx="60624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14:cNvPr>
              <p14:cNvContentPartPr/>
              <p14:nvPr/>
            </p14:nvContentPartPr>
            <p14:xfrm>
              <a:off x="2593903" y="2866501"/>
              <a:ext cx="855720" cy="3290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583098" y="2856050"/>
                <a:ext cx="876969" cy="3503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14:cNvPr>
              <p14:cNvContentPartPr/>
              <p14:nvPr/>
            </p14:nvContentPartPr>
            <p14:xfrm>
              <a:off x="6328543" y="2800261"/>
              <a:ext cx="2188080" cy="42516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6317745" y="2789461"/>
                <a:ext cx="2209317" cy="44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14:cNvPr>
              <p14:cNvContentPartPr/>
              <p14:nvPr/>
            </p14:nvContentPartPr>
            <p14:xfrm>
              <a:off x="3889183" y="2746981"/>
              <a:ext cx="2232000" cy="48312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878385" y="2736541"/>
                <a:ext cx="2253237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14:cNvPr>
              <p14:cNvContentPartPr/>
              <p14:nvPr/>
            </p14:nvContentPartPr>
            <p14:xfrm>
              <a:off x="1129783" y="3555541"/>
              <a:ext cx="388080" cy="43272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118983" y="3544741"/>
                <a:ext cx="409320" cy="45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14:cNvPr>
              <p14:cNvContentPartPr/>
              <p14:nvPr/>
            </p14:nvContentPartPr>
            <p14:xfrm>
              <a:off x="1707583" y="3535741"/>
              <a:ext cx="1031760" cy="50904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1696787" y="3525301"/>
                <a:ext cx="1052993" cy="53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14:cNvPr>
              <p14:cNvContentPartPr/>
              <p14:nvPr/>
            </p14:nvContentPartPr>
            <p14:xfrm>
              <a:off x="3109423" y="3711781"/>
              <a:ext cx="38160" cy="882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098983" y="3701383"/>
                <a:ext cx="59400" cy="1093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14:cNvPr>
              <p14:cNvContentPartPr/>
              <p14:nvPr/>
            </p14:nvContentPartPr>
            <p14:xfrm>
              <a:off x="3096823" y="3621061"/>
              <a:ext cx="82080" cy="2797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86383" y="3610261"/>
                <a:ext cx="103320" cy="30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14:cNvPr>
              <p14:cNvContentPartPr/>
              <p14:nvPr/>
            </p14:nvContentPartPr>
            <p14:xfrm>
              <a:off x="2978023" y="3724381"/>
              <a:ext cx="351720" cy="6264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2967583" y="3713941"/>
                <a:ext cx="372960" cy="8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14:cNvPr>
              <p14:cNvContentPartPr/>
              <p14:nvPr/>
            </p14:nvContentPartPr>
            <p14:xfrm>
              <a:off x="3241543" y="3743461"/>
              <a:ext cx="170280" cy="12600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30743" y="3732661"/>
                <a:ext cx="19152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14:cNvPr>
              <p14:cNvContentPartPr/>
              <p14:nvPr/>
            </p14:nvContentPartPr>
            <p14:xfrm>
              <a:off x="3656263" y="3604861"/>
              <a:ext cx="358200" cy="28332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645823" y="3594421"/>
                <a:ext cx="37944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14:cNvPr>
              <p14:cNvContentPartPr/>
              <p14:nvPr/>
            </p14:nvContentPartPr>
            <p14:xfrm>
              <a:off x="3907903" y="3586141"/>
              <a:ext cx="306360" cy="3398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3897103" y="3575341"/>
                <a:ext cx="327600" cy="36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14:cNvPr>
              <p14:cNvContentPartPr/>
              <p14:nvPr/>
            </p14:nvContentPartPr>
            <p14:xfrm>
              <a:off x="5580103" y="3969541"/>
              <a:ext cx="1358280" cy="43452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569663" y="3959092"/>
                <a:ext cx="1379520" cy="4557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14:cNvPr>
              <p14:cNvContentPartPr/>
              <p14:nvPr/>
            </p14:nvContentPartPr>
            <p14:xfrm>
              <a:off x="4990063" y="4195981"/>
              <a:ext cx="156240" cy="20160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4979263" y="4185181"/>
                <a:ext cx="177480" cy="22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14:cNvPr>
              <p14:cNvContentPartPr/>
              <p14:nvPr/>
            </p14:nvContentPartPr>
            <p14:xfrm>
              <a:off x="3008983" y="4017061"/>
              <a:ext cx="1653480" cy="55944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2998185" y="4006614"/>
                <a:ext cx="1674715" cy="5806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14:cNvPr>
              <p14:cNvContentPartPr/>
              <p14:nvPr/>
            </p14:nvContentPartPr>
            <p14:xfrm>
              <a:off x="1172983" y="4082941"/>
              <a:ext cx="1496880" cy="42444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62540" y="4072141"/>
                <a:ext cx="1518125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14:cNvPr>
              <p14:cNvContentPartPr/>
              <p14:nvPr/>
            </p14:nvContentPartPr>
            <p14:xfrm>
              <a:off x="7390903" y="3969541"/>
              <a:ext cx="597600" cy="4658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380463" y="3959093"/>
                <a:ext cx="618840" cy="487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14:cNvPr>
              <p14:cNvContentPartPr/>
              <p14:nvPr/>
            </p14:nvContentPartPr>
            <p14:xfrm>
              <a:off x="10119703" y="4060981"/>
              <a:ext cx="585000" cy="54396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0108903" y="4050541"/>
                <a:ext cx="606240" cy="56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14:cNvPr>
              <p14:cNvContentPartPr/>
              <p14:nvPr/>
            </p14:nvContentPartPr>
            <p14:xfrm>
              <a:off x="8278303" y="3958381"/>
              <a:ext cx="1433160" cy="63252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8267503" y="3947941"/>
                <a:ext cx="1454400" cy="65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14:cNvPr>
              <p14:cNvContentPartPr/>
              <p14:nvPr/>
            </p14:nvContentPartPr>
            <p14:xfrm>
              <a:off x="1172983" y="4654981"/>
              <a:ext cx="388800" cy="40896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162543" y="4644181"/>
                <a:ext cx="410040" cy="43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14:cNvPr>
              <p14:cNvContentPartPr/>
              <p14:nvPr/>
            </p14:nvContentPartPr>
            <p14:xfrm>
              <a:off x="1782823" y="4664701"/>
              <a:ext cx="610200" cy="33012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1772383" y="4654261"/>
                <a:ext cx="631440" cy="35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14:cNvPr>
              <p14:cNvContentPartPr/>
              <p14:nvPr/>
            </p14:nvContentPartPr>
            <p14:xfrm>
              <a:off x="5295343" y="4531141"/>
              <a:ext cx="2259360" cy="56088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5284543" y="4520694"/>
                <a:ext cx="2280600" cy="5821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14:cNvPr>
              <p14:cNvContentPartPr/>
              <p14:nvPr/>
            </p14:nvContentPartPr>
            <p14:xfrm>
              <a:off x="4385623" y="4573261"/>
              <a:ext cx="572400" cy="346320"/>
            </p14:xfrm>
          </p:contentPart>
        </mc:Choice>
        <mc:Fallback xmlns=""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4375183" y="4562461"/>
                <a:ext cx="59364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14:cNvPr>
              <p14:cNvContentPartPr/>
              <p14:nvPr/>
            </p14:nvContentPartPr>
            <p14:xfrm>
              <a:off x="2751223" y="4564981"/>
              <a:ext cx="1251360" cy="36648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2740423" y="4554181"/>
                <a:ext cx="1272600" cy="38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7489" y="5538517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9889" y="5690917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605" y="2364193"/>
            <a:ext cx="501780" cy="501780"/>
          </a:xfrm>
          <a:prstGeom prst="rect">
            <a:avLst/>
          </a:prstGeom>
        </p:spPr>
      </p:pic>
      <p:pic>
        <p:nvPicPr>
          <p:cNvPr id="12" name="Picture 11" descr="code file Icon - Free PNG &amp; SVG 2035030 - Noun Project">
            <a:extLst>
              <a:ext uri="{FF2B5EF4-FFF2-40B4-BE49-F238E27FC236}">
                <a16:creationId xmlns:a16="http://schemas.microsoft.com/office/drawing/2014/main" id="{D67AB13A-9A37-59A0-4906-F61984A7F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5763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8962495" y="5547224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9114895" y="5699624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9267295" y="5852024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A1FF177-C3C9-2367-A8A4-1E0AB33582E6}"/>
              </a:ext>
            </a:extLst>
          </p:cNvPr>
          <p:cNvSpPr/>
          <p:nvPr/>
        </p:nvSpPr>
        <p:spPr>
          <a:xfrm>
            <a:off x="8296551" y="3265822"/>
            <a:ext cx="1326383" cy="282425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534237" y="460328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8940439" y="2040332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D7CF8A9-A217-E237-B7D4-6863B60FD80C}"/>
              </a:ext>
            </a:extLst>
          </p:cNvPr>
          <p:cNvCxnSpPr/>
          <p:nvPr/>
        </p:nvCxnSpPr>
        <p:spPr>
          <a:xfrm>
            <a:off x="4782928" y="4800957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A14923A-82F5-AF74-52E2-2BC072B0361B}"/>
              </a:ext>
            </a:extLst>
          </p:cNvPr>
          <p:cNvCxnSpPr/>
          <p:nvPr/>
        </p:nvCxnSpPr>
        <p:spPr>
          <a:xfrm>
            <a:off x="4935328" y="4953357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8978920" y="2865973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6954215" y="4957223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7106615" y="5109623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7259015" y="5262023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7411415" y="5414423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7563815" y="5566823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6316745" y="5218500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10353</TotalTime>
  <Words>2442</Words>
  <Application>Microsoft Office PowerPoint</Application>
  <PresentationFormat>Widescreen</PresentationFormat>
  <Paragraphs>439</Paragraphs>
  <Slides>39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Pete Dowty</cp:lastModifiedBy>
  <cp:revision>33</cp:revision>
  <dcterms:created xsi:type="dcterms:W3CDTF">2026-02-18T17:07:24Z</dcterms:created>
  <dcterms:modified xsi:type="dcterms:W3CDTF">2026-05-26T04:57:56Z</dcterms:modified>
  <cp:category/>
</cp:coreProperties>
</file>