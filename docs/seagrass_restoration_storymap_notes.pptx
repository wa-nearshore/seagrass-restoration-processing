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7" r:id="rId3"/>
    <p:sldId id="283" r:id="rId4"/>
    <p:sldId id="284" r:id="rId5"/>
    <p:sldId id="273" r:id="rId6"/>
    <p:sldId id="271" r:id="rId7"/>
    <p:sldId id="272" r:id="rId8"/>
    <p:sldId id="276" r:id="rId9"/>
    <p:sldId id="277" r:id="rId10"/>
    <p:sldId id="274" r:id="rId11"/>
    <p:sldId id="278" r:id="rId12"/>
    <p:sldId id="280" r:id="rId13"/>
    <p:sldId id="281" r:id="rId14"/>
    <p:sldId id="286" r:id="rId15"/>
    <p:sldId id="282" r:id="rId16"/>
    <p:sldId id="285" r:id="rId17"/>
    <p:sldId id="275" r:id="rId18"/>
    <p:sldId id="270" r:id="rId19"/>
    <p:sldId id="265" r:id="rId20"/>
    <p:sldId id="268" r:id="rId21"/>
    <p:sldId id="269" r:id="rId22"/>
    <p:sldId id="267" r:id="rId23"/>
    <p:sldId id="26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DD71D2-1D85-41AA-B9AD-00CF3E34DA03}" v="2" dt="2026-05-07T22:31:17.4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39" autoAdjust="0"/>
    <p:restoredTop sz="96182" autoAdjust="0"/>
  </p:normalViewPr>
  <p:slideViewPr>
    <p:cSldViewPr snapToGrid="0">
      <p:cViewPr varScale="1">
        <p:scale>
          <a:sx n="103" d="100"/>
          <a:sy n="103" d="100"/>
        </p:scale>
        <p:origin x="570" y="108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03T18:27:32.963" v="2576" actId="1076"/>
      <pc:docMkLst>
        <pc:docMk/>
      </pc:docMkLst>
      <pc:sldChg chg="modSp mod">
        <pc:chgData name="DOWTY, PETER (DNR)" userId="01cf875a-4e15-4928-8f93-7a0dfa1efb6b" providerId="ADAL" clId="{660F8803-2738-5EFD-95AE-06E7480F19FB}" dt="2026-05-03T03:53:53.442" v="1103" actId="20577"/>
        <pc:sldMkLst>
          <pc:docMk/>
          <pc:sldMk cId="2532653130" sldId="281"/>
        </pc:sldMkLst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</pc:docChg>
  </pc:docChgLst>
  <pc:docChgLst>
    <pc:chgData name="DOWTY, PETER (DNR)" userId="01cf875a-4e15-4928-8f93-7a0dfa1efb6b" providerId="ADAL" clId="{E9054DD1-CDF4-4BE2-A4C5-BD4B0395A89E}"/>
    <pc:docChg chg="undo custSel addSld modSld">
      <pc:chgData name="DOWTY, PETER (DNR)" userId="01cf875a-4e15-4928-8f93-7a0dfa1efb6b" providerId="ADAL" clId="{E9054DD1-CDF4-4BE2-A4C5-BD4B0395A89E}" dt="2026-05-07T22:33:46.595" v="2068" actId="948"/>
      <pc:docMkLst>
        <pc:docMk/>
      </pc:docMkLst>
      <pc:sldChg chg="addSp delSp modSp mod">
        <pc:chgData name="DOWTY, PETER (DNR)" userId="01cf875a-4e15-4928-8f93-7a0dfa1efb6b" providerId="ADAL" clId="{E9054DD1-CDF4-4BE2-A4C5-BD4B0395A89E}" dt="2026-05-04T17:26:38.485" v="1521" actId="47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04T15:04:48.079" v="1077" actId="20577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04T15:05:24.566" v="1141" actId="20577"/>
          <ac:spMkLst>
            <pc:docMk/>
            <pc:sldMk cId="2532653130" sldId="281"/>
            <ac:spMk id="3" creationId="{EEA27C9D-5B69-5734-34E6-88921F4B88C8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04T17:24:57.326" v="1442" actId="164"/>
          <ac:spMkLst>
            <pc:docMk/>
            <pc:sldMk cId="2532653130" sldId="281"/>
            <ac:spMk id="8" creationId="{EAD5425B-B75F-F212-4E36-303E18191FF8}"/>
          </ac:spMkLst>
        </pc:spChg>
        <pc:spChg chg="add mod">
          <ac:chgData name="DOWTY, PETER (DNR)" userId="01cf875a-4e15-4928-8f93-7a0dfa1efb6b" providerId="ADAL" clId="{E9054DD1-CDF4-4BE2-A4C5-BD4B0395A89E}" dt="2026-05-04T17:26:31.551" v="1520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04T17:24:57.326" v="1442" actId="164"/>
          <ac:grpSpMkLst>
            <pc:docMk/>
            <pc:sldMk cId="2532653130" sldId="281"/>
            <ac:grpSpMk id="9" creationId="{94F4C6CB-6ED9-66AC-5261-7F343F70B387}"/>
          </ac:grpSpMkLst>
        </pc:grpChg>
        <pc:picChg chg="add mod">
          <ac:chgData name="DOWTY, PETER (DNR)" userId="01cf875a-4e15-4928-8f93-7a0dfa1efb6b" providerId="ADAL" clId="{E9054DD1-CDF4-4BE2-A4C5-BD4B0395A89E}" dt="2026-05-04T17:24:57.326" v="1442" actId="164"/>
          <ac:picMkLst>
            <pc:docMk/>
            <pc:sldMk cId="2532653130" sldId="281"/>
            <ac:picMk id="7" creationId="{02DA419C-D251-709A-692A-17D08471423A}"/>
          </ac:picMkLst>
        </pc:picChg>
      </pc:sldChg>
      <pc:sldChg chg="modSp mod">
        <pc:chgData name="DOWTY, PETER (DNR)" userId="01cf875a-4e15-4928-8f93-7a0dfa1efb6b" providerId="ADAL" clId="{E9054DD1-CDF4-4BE2-A4C5-BD4B0395A89E}" dt="2026-05-07T22:30:03.547" v="1903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07T22:30:03.547" v="1903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6T15:57:41.564" v="1887" actId="20577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06T14:49:13.569" v="1638" actId="1076"/>
          <ac:spMkLst>
            <pc:docMk/>
            <pc:sldMk cId="3033079533" sldId="284"/>
            <ac:spMk id="2" creationId="{866C63C3-C9BE-DEB1-B8E3-5F33EBFD2D59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6" creationId="{9AB0CAD2-7B5B-D303-CA00-8970CA423417}"/>
          </ac:spMkLst>
        </pc:spChg>
        <pc:spChg chg="del">
          <ac:chgData name="DOWTY, PETER (DNR)" userId="01cf875a-4e15-4928-8f93-7a0dfa1efb6b" providerId="ADAL" clId="{E9054DD1-CDF4-4BE2-A4C5-BD4B0395A89E}" dt="2026-05-06T14:27:50.357" v="1630" actId="478"/>
          <ac:spMkLst>
            <pc:docMk/>
            <pc:sldMk cId="3033079533" sldId="284"/>
            <ac:spMk id="7" creationId="{E0336E3D-B6B2-DAF6-3EF4-8670052D451F}"/>
          </ac:spMkLst>
        </pc:spChg>
        <pc:spChg chg="mod">
          <ac:chgData name="DOWTY, PETER (DNR)" userId="01cf875a-4e15-4928-8f93-7a0dfa1efb6b" providerId="ADAL" clId="{E9054DD1-CDF4-4BE2-A4C5-BD4B0395A89E}" dt="2026-05-06T15:04:07.948" v="1727" actId="14100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DOWTY, PETER (DNR)" userId="01cf875a-4e15-4928-8f93-7a0dfa1efb6b" providerId="ADAL" clId="{E9054DD1-CDF4-4BE2-A4C5-BD4B0395A89E}" dt="2026-05-06T15:04:05.044" v="172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DOWTY, PETER (DNR)" userId="01cf875a-4e15-4928-8f93-7a0dfa1efb6b" providerId="ADAL" clId="{E9054DD1-CDF4-4BE2-A4C5-BD4B0395A89E}" dt="2026-05-06T15:03:58.555" v="1723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DOWTY, PETER (DNR)" userId="01cf875a-4e15-4928-8f93-7a0dfa1efb6b" providerId="ADAL" clId="{E9054DD1-CDF4-4BE2-A4C5-BD4B0395A89E}" dt="2026-05-06T15:03:50.490" v="1720" actId="14100"/>
          <ac:spMkLst>
            <pc:docMk/>
            <pc:sldMk cId="3033079533" sldId="284"/>
            <ac:spMk id="11" creationId="{BD5C7C96-B957-0EA5-CAE2-8DF8FA89CCE3}"/>
          </ac:spMkLst>
        </pc:spChg>
        <pc:spChg chg="del">
          <ac:chgData name="DOWTY, PETER (DNR)" userId="01cf875a-4e15-4928-8f93-7a0dfa1efb6b" providerId="ADAL" clId="{E9054DD1-CDF4-4BE2-A4C5-BD4B0395A89E}" dt="2026-05-06T14:27:50.357" v="1630" actId="478"/>
          <ac:spMkLst>
            <pc:docMk/>
            <pc:sldMk cId="3033079533" sldId="284"/>
            <ac:spMk id="12" creationId="{E6A90FDB-74A6-36CE-EBB0-D5561F25E3A0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14" creationId="{5C41D013-FB66-D954-A8F7-8B79ED1E7CF1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E9054DD1-CDF4-4BE2-A4C5-BD4B0395A89E}" dt="2026-05-06T14:50:03.888" v="1680" actId="1076"/>
          <ac:spMkLst>
            <pc:docMk/>
            <pc:sldMk cId="3033079533" sldId="284"/>
            <ac:spMk id="18" creationId="{77997A08-320B-4ADA-319A-1148B7178344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DOWTY, PETER (DNR)" userId="01cf875a-4e15-4928-8f93-7a0dfa1efb6b" providerId="ADAL" clId="{E9054DD1-CDF4-4BE2-A4C5-BD4B0395A89E}" dt="2026-05-06T15:04:18.665" v="1728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DOWTY, PETER (DNR)" userId="01cf875a-4e15-4928-8f93-7a0dfa1efb6b" providerId="ADAL" clId="{E9054DD1-CDF4-4BE2-A4C5-BD4B0395A89E}" dt="2026-05-06T15:04:00.384" v="1724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DOWTY, PETER (DNR)" userId="01cf875a-4e15-4928-8f93-7a0dfa1efb6b" providerId="ADAL" clId="{E9054DD1-CDF4-4BE2-A4C5-BD4B0395A89E}" dt="2026-05-06T15:03:53.321" v="1721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DOWTY, PETER (DNR)" userId="01cf875a-4e15-4928-8f93-7a0dfa1efb6b" providerId="ADAL" clId="{E9054DD1-CDF4-4BE2-A4C5-BD4B0395A89E}" dt="2026-05-06T15:03:46.947" v="1718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E9054DD1-CDF4-4BE2-A4C5-BD4B0395A89E}" dt="2026-05-06T15:02:47.546" v="1706" actId="20577"/>
          <ac:spMkLst>
            <pc:docMk/>
            <pc:sldMk cId="3033079533" sldId="284"/>
            <ac:spMk id="26" creationId="{7B9E8CB4-0256-D1B3-021D-20902B5DF1C1}"/>
          </ac:spMkLst>
        </pc:spChg>
        <pc:spChg chg="mod">
          <ac:chgData name="DOWTY, PETER (DNR)" userId="01cf875a-4e15-4928-8f93-7a0dfa1efb6b" providerId="ADAL" clId="{E9054DD1-CDF4-4BE2-A4C5-BD4B0395A89E}" dt="2026-05-06T14:26:19.218" v="1628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DOWTY, PETER (DNR)" userId="01cf875a-4e15-4928-8f93-7a0dfa1efb6b" providerId="ADAL" clId="{E9054DD1-CDF4-4BE2-A4C5-BD4B0395A89E}" dt="2026-05-04T17:20:15.576" v="1399" actId="1076"/>
          <ac:spMkLst>
            <pc:docMk/>
            <pc:sldMk cId="3033079533" sldId="284"/>
            <ac:spMk id="28" creationId="{84C96ED6-F6BF-758C-0D97-9B07646ECDAC}"/>
          </ac:spMkLst>
        </pc:spChg>
        <pc:spChg chg="mod">
          <ac:chgData name="DOWTY, PETER (DNR)" userId="01cf875a-4e15-4928-8f93-7a0dfa1efb6b" providerId="ADAL" clId="{E9054DD1-CDF4-4BE2-A4C5-BD4B0395A89E}" dt="2026-05-06T15:02:58.357" v="1707" actId="1076"/>
          <ac:spMkLst>
            <pc:docMk/>
            <pc:sldMk cId="3033079533" sldId="284"/>
            <ac:spMk id="29" creationId="{DFDAD2DD-1360-CCB8-8DF7-3CB248B433DE}"/>
          </ac:spMkLst>
        </pc:spChg>
        <pc:spChg chg="add mod">
          <ac:chgData name="DOWTY, PETER (DNR)" userId="01cf875a-4e15-4928-8f93-7a0dfa1efb6b" providerId="ADAL" clId="{E9054DD1-CDF4-4BE2-A4C5-BD4B0395A89E}" dt="2026-05-06T15:54:40.223" v="1733" actId="208"/>
          <ac:spMkLst>
            <pc:docMk/>
            <pc:sldMk cId="3033079533" sldId="284"/>
            <ac:spMk id="30" creationId="{FD64F405-B808-0598-4DA2-7553693684DB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1" creationId="{24356EA5-CF42-9066-1E1A-47A173FC2910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2" creationId="{67BFBF7E-716C-7641-82E6-71C18EF9886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3" creationId="{110C4B04-A712-AB24-BE35-BC73F60B9B63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4" creationId="{D3DC3FB7-8C3E-066E-A4D9-E3E4D61F7149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5" creationId="{3FAEE904-4804-B112-EA49-085EA8537F24}"/>
          </ac:spMkLst>
        </pc:spChg>
        <pc:spChg chg="add mod">
          <ac:chgData name="DOWTY, PETER (DNR)" userId="01cf875a-4e15-4928-8f93-7a0dfa1efb6b" providerId="ADAL" clId="{E9054DD1-CDF4-4BE2-A4C5-BD4B0395A89E}" dt="2026-05-06T14:26:24.362" v="1629" actId="1076"/>
          <ac:spMkLst>
            <pc:docMk/>
            <pc:sldMk cId="3033079533" sldId="284"/>
            <ac:spMk id="36" creationId="{986BF64C-D8D4-F4BA-F000-F7EA66F3A1E5}"/>
          </ac:spMkLst>
        </pc:spChg>
        <pc:spChg chg="add mod">
          <ac:chgData name="DOWTY, PETER (DNR)" userId="01cf875a-4e15-4928-8f93-7a0dfa1efb6b" providerId="ADAL" clId="{E9054DD1-CDF4-4BE2-A4C5-BD4B0395A89E}" dt="2026-05-06T15:57:41.564" v="1887" actId="20577"/>
          <ac:spMkLst>
            <pc:docMk/>
            <pc:sldMk cId="3033079533" sldId="284"/>
            <ac:spMk id="37" creationId="{2BAEC2DB-9EAB-D235-FF81-C08BE7C8C6F1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04T17:39:25.948" v="1623" actId="20577"/>
        <pc:sldMkLst>
          <pc:docMk/>
          <pc:sldMk cId="1739400761" sldId="286"/>
        </pc:sldMkLst>
        <pc:spChg chg="add mod">
          <ac:chgData name="DOWTY, PETER (DNR)" userId="01cf875a-4e15-4928-8f93-7a0dfa1efb6b" providerId="ADAL" clId="{E9054DD1-CDF4-4BE2-A4C5-BD4B0395A89E}" dt="2026-05-04T17:37:23.403" v="1530" actId="164"/>
          <ac:spMkLst>
            <pc:docMk/>
            <pc:sldMk cId="1739400761" sldId="286"/>
            <ac:spMk id="4" creationId="{674778BA-45CD-6FD5-B46A-2D22B5080FAF}"/>
          </ac:spMkLst>
        </pc:spChg>
        <pc:spChg chg="add mod">
          <ac:chgData name="DOWTY, PETER (DNR)" userId="01cf875a-4e15-4928-8f93-7a0dfa1efb6b" providerId="ADAL" clId="{E9054DD1-CDF4-4BE2-A4C5-BD4B0395A89E}" dt="2026-05-04T17:39:25.948" v="1623" actId="20577"/>
          <ac:spMkLst>
            <pc:docMk/>
            <pc:sldMk cId="1739400761" sldId="286"/>
            <ac:spMk id="8" creationId="{C6421496-73F8-4A23-3076-7006878DA3C7}"/>
          </ac:spMkLst>
        </pc:spChg>
        <pc:grpChg chg="add mod">
          <ac:chgData name="DOWTY, PETER (DNR)" userId="01cf875a-4e15-4928-8f93-7a0dfa1efb6b" providerId="ADAL" clId="{E9054DD1-CDF4-4BE2-A4C5-BD4B0395A89E}" dt="2026-05-04T17:37:23.403" v="1530" actId="164"/>
          <ac:grpSpMkLst>
            <pc:docMk/>
            <pc:sldMk cId="1739400761" sldId="286"/>
            <ac:grpSpMk id="5" creationId="{C64562A6-BF0D-C425-2B40-D9E50005AD47}"/>
          </ac:grpSpMkLst>
        </pc:grpChg>
        <pc:picChg chg="add mod">
          <ac:chgData name="DOWTY, PETER (DNR)" userId="01cf875a-4e15-4928-8f93-7a0dfa1efb6b" providerId="ADAL" clId="{E9054DD1-CDF4-4BE2-A4C5-BD4B0395A89E}" dt="2026-05-04T17:37:23.403" v="1530" actId="164"/>
          <ac:picMkLst>
            <pc:docMk/>
            <pc:sldMk cId="1739400761" sldId="286"/>
            <ac:picMk id="3" creationId="{9A59EAD9-89B3-8485-4FD2-E29CA62D2FD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07T22:33:46.595" v="2068" actId="948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07T22:31:12.190" v="1915" actId="403"/>
          <ac:spMkLst>
            <pc:docMk/>
            <pc:sldMk cId="3797106596" sldId="287"/>
            <ac:spMk id="2" creationId="{26E14C80-B562-42AD-0F41-83D4AF731A7F}"/>
          </ac:spMkLst>
        </pc:spChg>
        <pc:spChg chg="add mod">
          <ac:chgData name="DOWTY, PETER (DNR)" userId="01cf875a-4e15-4928-8f93-7a0dfa1efb6b" providerId="ADAL" clId="{E9054DD1-CDF4-4BE2-A4C5-BD4B0395A89E}" dt="2026-05-07T22:33:46.595" v="2068" actId="948"/>
          <ac:spMkLst>
            <pc:docMk/>
            <pc:sldMk cId="3797106596" sldId="287"/>
            <ac:spMk id="3" creationId="{E035272E-9D00-02E7-7388-4457BDA3C2D7}"/>
          </ac:spMkLst>
        </pc:spChg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5-06T03:51:16.985" v="438" actId="1076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mod">
        <pc:chgData name="Pete Dowty" userId="91aba14b6835b0ae" providerId="LiveId" clId="{660F8803-2738-5EFD-95AE-06E7480F19FB}" dt="2026-05-06T03:51:16.985" v="438" actId="1076"/>
        <pc:sldMkLst>
          <pc:docMk/>
          <pc:sldMk cId="3033079533" sldId="284"/>
        </pc:sldMkLst>
        <pc:spChg chg="del">
          <ac:chgData name="Pete Dowty" userId="91aba14b6835b0ae" providerId="LiveId" clId="{660F8803-2738-5EFD-95AE-06E7480F19FB}" dt="2026-05-06T03:45:50.257" v="397" actId="478"/>
          <ac:spMkLst>
            <pc:docMk/>
            <pc:sldMk cId="3033079533" sldId="284"/>
            <ac:spMk id="2" creationId="{CE050336-4850-55F8-CFBC-40109332C311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4" creationId="{EC918C2C-6333-40F1-A4B4-F93CAF543DC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5" creationId="{256F4C86-65E1-27DB-2B20-1E4E19092C8B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Pete Dowty" userId="91aba14b6835b0ae" providerId="LiveId" clId="{660F8803-2738-5EFD-95AE-06E7480F19FB}" dt="2026-05-06T03:49:59.697" v="432" actId="14100"/>
          <ac:spMkLst>
            <pc:docMk/>
            <pc:sldMk cId="3033079533" sldId="284"/>
            <ac:spMk id="7" creationId="{E0336E3D-B6B2-DAF6-3EF4-8670052D451F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8" creationId="{45F1DE8D-2634-DE88-699C-5E5C82B53CB4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9" creationId="{316A2CA4-13C8-AA8F-952C-692DD3CB2043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10" creationId="{CB716A90-792D-91B5-8276-A69537C932FA}"/>
          </ac:spMkLst>
        </pc:spChg>
        <pc:spChg chg="mod">
          <ac:chgData name="Pete Dowty" userId="91aba14b6835b0ae" providerId="LiveId" clId="{660F8803-2738-5EFD-95AE-06E7480F19FB}" dt="2026-05-06T03:46:33.636" v="404" actId="14100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Pete Dowty" userId="91aba14b6835b0ae" providerId="LiveId" clId="{660F8803-2738-5EFD-95AE-06E7480F19FB}" dt="2026-05-06T03:49:19.156" v="408" actId="1076"/>
          <ac:spMkLst>
            <pc:docMk/>
            <pc:sldMk cId="3033079533" sldId="284"/>
            <ac:spMk id="12" creationId="{E6A90FDB-74A6-36CE-EBB0-D5561F25E3A0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3" creationId="{64A0DC9E-581A-0713-6BA8-2112CF9A4098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5" creationId="{29A7D68B-49FC-61AC-0F65-80BBA88F81B9}"/>
          </ac:spMkLst>
        </pc:spChg>
        <pc:spChg chg="add del mod">
          <ac:chgData name="Pete Dowty" userId="91aba14b6835b0ae" providerId="LiveId" clId="{660F8803-2738-5EFD-95AE-06E7480F19FB}" dt="2026-05-06T03:51:02.639" v="437"/>
          <ac:spMkLst>
            <pc:docMk/>
            <pc:sldMk cId="3033079533" sldId="284"/>
            <ac:spMk id="18" creationId="{1D7CC46A-E6F8-A062-7BFE-80850B6D2C7C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19" creationId="{3711DE71-03D3-EDF8-1F69-9118989B237D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0" creationId="{F7329826-D4C7-BEE5-773F-648AFF003D76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1" creationId="{266CC922-1A2E-A92B-84D0-AE461D9136BA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2" creationId="{62D4AB13-4CA1-D5B1-8048-F086110F9055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3" creationId="{05EFF757-4702-84F2-1564-3705C9635BC2}"/>
          </ac:spMkLst>
        </pc:spChg>
        <pc:spChg chg="mod">
          <ac:chgData name="Pete Dowty" userId="91aba14b6835b0ae" providerId="LiveId" clId="{660F8803-2738-5EFD-95AE-06E7480F19FB}" dt="2026-05-06T03:49:05.166" v="406" actId="1076"/>
          <ac:spMkLst>
            <pc:docMk/>
            <pc:sldMk cId="3033079533" sldId="284"/>
            <ac:spMk id="24" creationId="{36D3A190-7855-88FC-8C97-4E21F875DAF6}"/>
          </ac:spMkLst>
        </pc:spChg>
        <pc:spChg chg="mod">
          <ac:chgData name="Pete Dowty" userId="91aba14b6835b0ae" providerId="LiveId" clId="{660F8803-2738-5EFD-95AE-06E7480F19FB}" dt="2026-05-06T03:46:18.793" v="399" actId="1076"/>
          <ac:spMkLst>
            <pc:docMk/>
            <pc:sldMk cId="3033079533" sldId="284"/>
            <ac:spMk id="25" creationId="{7A295099-6C58-05B9-E63F-35BF0D79119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7" creationId="{E81356C8-7A2F-AE07-F43E-BA8F14588D0E}"/>
          </ac:spMkLst>
        </pc:spChg>
        <pc:spChg chg="mod">
          <ac:chgData name="Pete Dowty" userId="91aba14b6835b0ae" providerId="LiveId" clId="{660F8803-2738-5EFD-95AE-06E7480F19FB}" dt="2026-05-06T03:50:57.823" v="434" actId="1076"/>
          <ac:spMkLst>
            <pc:docMk/>
            <pc:sldMk cId="3033079533" sldId="284"/>
            <ac:spMk id="28" creationId="{84C96ED6-F6BF-758C-0D97-9B07646ECDAC}"/>
          </ac:spMkLst>
        </pc:spChg>
        <pc:spChg chg="del">
          <ac:chgData name="Pete Dowty" userId="91aba14b6835b0ae" providerId="LiveId" clId="{660F8803-2738-5EFD-95AE-06E7480F19FB}" dt="2026-05-06T03:45:52.783" v="398" actId="478"/>
          <ac:spMkLst>
            <pc:docMk/>
            <pc:sldMk cId="3033079533" sldId="284"/>
            <ac:spMk id="30" creationId="{1855AEE1-27B0-9912-4F20-D5D1C9C7BFD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1" creationId="{24356EA5-CF42-9066-1E1A-47A173FC2910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2" creationId="{67BFBF7E-716C-7641-82E6-71C18EF9886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3" creationId="{110C4B04-A712-AB24-BE35-BC73F60B9B63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4" creationId="{D3DC3FB7-8C3E-066E-A4D9-E3E4D61F7149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5" creationId="{3FAEE904-4804-B112-EA49-085EA8537F24}"/>
          </ac:spMkLst>
        </pc:spChg>
        <pc:spChg chg="mod">
          <ac:chgData name="Pete Dowty" userId="91aba14b6835b0ae" providerId="LiveId" clId="{660F8803-2738-5EFD-95AE-06E7480F19FB}" dt="2026-05-06T03:51:16.985" v="438" actId="1076"/>
          <ac:spMkLst>
            <pc:docMk/>
            <pc:sldMk cId="3033079533" sldId="284"/>
            <ac:spMk id="36" creationId="{986BF64C-D8D4-F4BA-F000-F7EA66F3A1E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0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99557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Were there two BESE efforts ?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“Mixed” donor sites?  1 case – BB_test_1.  Is this a mix of other 4 donor sites used for BB_test_1?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" name="Arrow: Up 1">
            <a:extLst>
              <a:ext uri="{FF2B5EF4-FFF2-40B4-BE49-F238E27FC236}">
                <a16:creationId xmlns:a16="http://schemas.microsoft.com/office/drawing/2014/main" id="{866C63C3-C9BE-DEB1-B8E3-5F33EBFD2D59}"/>
              </a:ext>
            </a:extLst>
          </p:cNvPr>
          <p:cNvSpPr/>
          <p:nvPr/>
        </p:nvSpPr>
        <p:spPr>
          <a:xfrm>
            <a:off x="7267701" y="5092156"/>
            <a:ext cx="477303" cy="978800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997A08-320B-4ADA-319A-1148B7178344}"/>
              </a:ext>
            </a:extLst>
          </p:cNvPr>
          <p:cNvSpPr txBox="1"/>
          <p:nvPr/>
        </p:nvSpPr>
        <p:spPr>
          <a:xfrm>
            <a:off x="7635376" y="5647124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Somehow include </a:t>
            </a:r>
            <a:r>
              <a:rPr lang="en-US" sz="1200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colocated</a:t>
            </a:r>
            <a:endParaRPr lang="en-US" sz="1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AEC2DB-9EAB-D235-FF81-C08BE7C8C6F1}"/>
              </a:ext>
            </a:extLst>
          </p:cNvPr>
          <p:cNvSpPr txBox="1"/>
          <p:nvPr/>
        </p:nvSpPr>
        <p:spPr>
          <a:xfrm>
            <a:off x="630716" y="223935"/>
            <a:ext cx="354159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Need to 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200" dirty="0"/>
              <a:t>implement donor site codes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200" dirty="0"/>
              <a:t>Implement multiple donor sites per planting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200" dirty="0"/>
              <a:t>Complete </a:t>
            </a:r>
            <a:r>
              <a:rPr lang="en-US" sz="1200" dirty="0" err="1"/>
              <a:t>plantingID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1" y="762270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70" y="262190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9" y="3528374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837714" y="387707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6956</TotalTime>
  <Words>1536</Words>
  <Application>Microsoft Office PowerPoint</Application>
  <PresentationFormat>Widescreen</PresentationFormat>
  <Paragraphs>341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Pete Dowty</cp:lastModifiedBy>
  <cp:revision>30</cp:revision>
  <dcterms:created xsi:type="dcterms:W3CDTF">2026-02-18T17:07:24Z</dcterms:created>
  <dcterms:modified xsi:type="dcterms:W3CDTF">2026-05-07T22:33:50Z</dcterms:modified>
</cp:coreProperties>
</file>