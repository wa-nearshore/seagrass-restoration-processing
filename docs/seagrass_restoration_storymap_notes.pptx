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0" r:id="rId5"/>
    <p:sldId id="342" r:id="rId6"/>
    <p:sldId id="343" r:id="rId7"/>
    <p:sldId id="338" r:id="rId8"/>
    <p:sldId id="339" r:id="rId9"/>
    <p:sldId id="349" r:id="rId10"/>
    <p:sldId id="350" r:id="rId11"/>
    <p:sldId id="351" r:id="rId12"/>
    <p:sldId id="352" r:id="rId13"/>
    <p:sldId id="353" r:id="rId14"/>
    <p:sldId id="340" r:id="rId15"/>
    <p:sldId id="309" r:id="rId16"/>
    <p:sldId id="302" r:id="rId17"/>
    <p:sldId id="320" r:id="rId18"/>
    <p:sldId id="308" r:id="rId19"/>
    <p:sldId id="305" r:id="rId20"/>
    <p:sldId id="327" r:id="rId21"/>
    <p:sldId id="328" r:id="rId22"/>
    <p:sldId id="317" r:id="rId23"/>
    <p:sldId id="306" r:id="rId24"/>
    <p:sldId id="348" r:id="rId25"/>
    <p:sldId id="323" r:id="rId26"/>
    <p:sldId id="325" r:id="rId27"/>
    <p:sldId id="324" r:id="rId28"/>
    <p:sldId id="326" r:id="rId29"/>
    <p:sldId id="329" r:id="rId30"/>
    <p:sldId id="330" r:id="rId31"/>
    <p:sldId id="316" r:id="rId32"/>
    <p:sldId id="304" r:id="rId33"/>
    <p:sldId id="333" r:id="rId34"/>
    <p:sldId id="334" r:id="rId35"/>
    <p:sldId id="344" r:id="rId36"/>
    <p:sldId id="337" r:id="rId37"/>
    <p:sldId id="335" r:id="rId38"/>
    <p:sldId id="336" r:id="rId39"/>
    <p:sldId id="331" r:id="rId40"/>
    <p:sldId id="311" r:id="rId41"/>
    <p:sldId id="312" r:id="rId42"/>
    <p:sldId id="293" r:id="rId43"/>
    <p:sldId id="296" r:id="rId44"/>
    <p:sldId id="301" r:id="rId45"/>
    <p:sldId id="332" r:id="rId46"/>
    <p:sldId id="321" r:id="rId47"/>
    <p:sldId id="319" r:id="rId48"/>
    <p:sldId id="291" r:id="rId49"/>
    <p:sldId id="294" r:id="rId50"/>
    <p:sldId id="287" r:id="rId51"/>
    <p:sldId id="315" r:id="rId52"/>
    <p:sldId id="281" r:id="rId53"/>
    <p:sldId id="292" r:id="rId54"/>
    <p:sldId id="283" r:id="rId55"/>
    <p:sldId id="322" r:id="rId56"/>
    <p:sldId id="318" r:id="rId57"/>
    <p:sldId id="284" r:id="rId58"/>
    <p:sldId id="295" r:id="rId59"/>
    <p:sldId id="297" r:id="rId60"/>
    <p:sldId id="288" r:id="rId61"/>
    <p:sldId id="289" r:id="rId62"/>
    <p:sldId id="273" r:id="rId63"/>
    <p:sldId id="271" r:id="rId64"/>
    <p:sldId id="272" r:id="rId65"/>
    <p:sldId id="276" r:id="rId66"/>
    <p:sldId id="277" r:id="rId67"/>
    <p:sldId id="274" r:id="rId68"/>
    <p:sldId id="278" r:id="rId69"/>
    <p:sldId id="280" r:id="rId70"/>
    <p:sldId id="286" r:id="rId71"/>
    <p:sldId id="282" r:id="rId72"/>
    <p:sldId id="285" r:id="rId73"/>
    <p:sldId id="275" r:id="rId74"/>
    <p:sldId id="270" r:id="rId75"/>
    <p:sldId id="265" r:id="rId76"/>
    <p:sldId id="268" r:id="rId77"/>
    <p:sldId id="269" r:id="rId78"/>
    <p:sldId id="267" r:id="rId79"/>
    <p:sldId id="266" r:id="rId80"/>
    <p:sldId id="257" r:id="rId81"/>
    <p:sldId id="258" r:id="rId82"/>
    <p:sldId id="259" r:id="rId83"/>
    <p:sldId id="260" r:id="rId84"/>
    <p:sldId id="261" r:id="rId85"/>
    <p:sldId id="262" r:id="rId86"/>
    <p:sldId id="263" r:id="rId87"/>
    <p:sldId id="264"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3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F2D0"/>
    <a:srgbClr val="F7E1F4"/>
    <a:srgbClr val="E5A894"/>
    <a:srgbClr val="C96B4B"/>
    <a:srgbClr val="C7552E"/>
    <a:srgbClr val="E5D255"/>
    <a:srgbClr val="CAEEFB"/>
    <a:srgbClr val="156082"/>
    <a:srgbClr val="E58591"/>
    <a:srgbClr val="FDA9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427" dt="2026-08-13T22:55:05.8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82" autoAdjust="0"/>
    <p:restoredTop sz="96182" autoAdjust="0"/>
  </p:normalViewPr>
  <p:slideViewPr>
    <p:cSldViewPr snapToGrid="0">
      <p:cViewPr varScale="1">
        <p:scale>
          <a:sx n="106" d="100"/>
          <a:sy n="106" d="100"/>
        </p:scale>
        <p:origin x="258" y="96"/>
      </p:cViewPr>
      <p:guideLst>
        <p:guide orient="horz" pos="163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redo custSel addSld delSld modSld sldOrd">
      <pc:chgData name="DOWTY, PETER (DNR)" userId="01cf875a-4e15-4928-8f93-7a0dfa1efb6b" providerId="ADAL" clId="{E9054DD1-CDF4-4BE2-A4C5-BD4B0395A89E}" dt="2026-08-13T23:19:59.740" v="26451" actId="20577"/>
      <pc:docMkLst>
        <pc:docMk/>
      </pc:docMkLst>
      <pc:sldChg chg="ord">
        <pc:chgData name="DOWTY, PETER (DNR)" userId="01cf875a-4e15-4928-8f93-7a0dfa1efb6b" providerId="ADAL" clId="{E9054DD1-CDF4-4BE2-A4C5-BD4B0395A89E}" dt="2026-08-12T20:23:11.661" v="25572"/>
        <pc:sldMkLst>
          <pc:docMk/>
          <pc:sldMk cId="1516653873" sldId="293"/>
        </pc:sldMkLst>
      </pc:sldChg>
      <pc:sldChg chg="ord">
        <pc:chgData name="DOWTY, PETER (DNR)" userId="01cf875a-4e15-4928-8f93-7a0dfa1efb6b" providerId="ADAL" clId="{E9054DD1-CDF4-4BE2-A4C5-BD4B0395A89E}" dt="2026-08-12T20:23:11.661" v="25572"/>
        <pc:sldMkLst>
          <pc:docMk/>
          <pc:sldMk cId="3010123803" sldId="296"/>
        </pc:sldMkLst>
      </pc:sldChg>
      <pc:sldChg chg="ord">
        <pc:chgData name="DOWTY, PETER (DNR)" userId="01cf875a-4e15-4928-8f93-7a0dfa1efb6b" providerId="ADAL" clId="{E9054DD1-CDF4-4BE2-A4C5-BD4B0395A89E}" dt="2026-08-12T20:23:11.661" v="25572"/>
        <pc:sldMkLst>
          <pc:docMk/>
          <pc:sldMk cId="1835506812" sldId="301"/>
        </pc:sldMkLst>
      </pc:sldChg>
      <pc:sldChg chg="addSp delSp modSp new mod ord">
        <pc:chgData name="DOWTY, PETER (DNR)" userId="01cf875a-4e15-4928-8f93-7a0dfa1efb6b" providerId="ADAL" clId="{E9054DD1-CDF4-4BE2-A4C5-BD4B0395A89E}" dt="2026-08-12T20:22:54.781" v="2557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sldChg>
      <pc:sldChg chg="addSp delSp modSp mod">
        <pc:chgData name="DOWTY, PETER (DNR)" userId="01cf875a-4e15-4928-8f93-7a0dfa1efb6b" providerId="ADAL" clId="{E9054DD1-CDF4-4BE2-A4C5-BD4B0395A89E}" dt="2026-08-11T23:41:00.683" v="24642" actId="20577"/>
        <pc:sldMkLst>
          <pc:docMk/>
          <pc:sldMk cId="2602005344" sldId="306"/>
        </pc:sldMkLst>
        <pc:spChg chg="add mod">
          <ac:chgData name="DOWTY, PETER (DNR)" userId="01cf875a-4e15-4928-8f93-7a0dfa1efb6b" providerId="ADAL" clId="{E9054DD1-CDF4-4BE2-A4C5-BD4B0395A89E}" dt="2026-08-11T23:41:00.683" v="24642" actId="20577"/>
          <ac:spMkLst>
            <pc:docMk/>
            <pc:sldMk cId="2602005344" sldId="306"/>
            <ac:spMk id="2" creationId="{C50BA159-FE68-C72B-F7CF-110239B6D952}"/>
          </ac:spMkLst>
        </pc:spChg>
      </pc:sldChg>
      <pc:sldChg chg="addSp delSp modSp mod">
        <pc:chgData name="DOWTY, PETER (DNR)" userId="01cf875a-4e15-4928-8f93-7a0dfa1efb6b" providerId="ADAL" clId="{E9054DD1-CDF4-4BE2-A4C5-BD4B0395A89E}" dt="2026-08-13T22:38:59.883" v="26108"/>
        <pc:sldMkLst>
          <pc:docMk/>
          <pc:sldMk cId="2867469800" sldId="308"/>
        </pc:sldMkLst>
        <pc:spChg chg="add del mod">
          <ac:chgData name="DOWTY, PETER (DNR)" userId="01cf875a-4e15-4928-8f93-7a0dfa1efb6b" providerId="ADAL" clId="{E9054DD1-CDF4-4BE2-A4C5-BD4B0395A89E}" dt="2026-08-13T22:38:59.883" v="26108"/>
          <ac:spMkLst>
            <pc:docMk/>
            <pc:sldMk cId="2867469800" sldId="308"/>
            <ac:spMk id="2" creationId="{2537694D-D4DA-4291-7ABA-6E45379232EF}"/>
          </ac:spMkLst>
        </pc:spChg>
      </pc:sldChg>
      <pc:sldChg chg="ord">
        <pc:chgData name="DOWTY, PETER (DNR)" userId="01cf875a-4e15-4928-8f93-7a0dfa1efb6b" providerId="ADAL" clId="{E9054DD1-CDF4-4BE2-A4C5-BD4B0395A89E}" dt="2026-08-12T20:23:11.661" v="25572"/>
        <pc:sldMkLst>
          <pc:docMk/>
          <pc:sldMk cId="4105985679" sldId="311"/>
        </pc:sldMkLst>
      </pc:sldChg>
      <pc:sldChg chg="ord">
        <pc:chgData name="DOWTY, PETER (DNR)" userId="01cf875a-4e15-4928-8f93-7a0dfa1efb6b" providerId="ADAL" clId="{E9054DD1-CDF4-4BE2-A4C5-BD4B0395A89E}" dt="2026-08-12T20:23:11.661" v="25572"/>
        <pc:sldMkLst>
          <pc:docMk/>
          <pc:sldMk cId="1430110170" sldId="312"/>
        </pc:sldMkLst>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addSp delSp modSp new mod">
        <pc:chgData name="DOWTY, PETER (DNR)" userId="01cf875a-4e15-4928-8f93-7a0dfa1efb6b" providerId="ADAL" clId="{E9054DD1-CDF4-4BE2-A4C5-BD4B0395A89E}" dt="2026-08-13T23:19:59.740" v="26451" actId="20577"/>
        <pc:sldMkLst>
          <pc:docMk/>
          <pc:sldMk cId="3882133243" sldId="328"/>
        </pc:sldMkLst>
        <pc:spChg chg="add mod">
          <ac:chgData name="DOWTY, PETER (DNR)" userId="01cf875a-4e15-4928-8f93-7a0dfa1efb6b" providerId="ADAL" clId="{E9054DD1-CDF4-4BE2-A4C5-BD4B0395A89E}" dt="2026-08-13T22:39:26.766" v="26122" actId="20577"/>
          <ac:spMkLst>
            <pc:docMk/>
            <pc:sldMk cId="3882133243" sldId="328"/>
            <ac:spMk id="2" creationId="{0545F6F9-EE63-815B-73E0-783A14EDBF53}"/>
          </ac:spMkLst>
        </pc:spChg>
        <pc:spChg chg="add mod">
          <ac:chgData name="DOWTY, PETER (DNR)" userId="01cf875a-4e15-4928-8f93-7a0dfa1efb6b" providerId="ADAL" clId="{E9054DD1-CDF4-4BE2-A4C5-BD4B0395A89E}" dt="2026-08-13T22:54:50.217" v="26235" actId="14100"/>
          <ac:spMkLst>
            <pc:docMk/>
            <pc:sldMk cId="3882133243" sldId="328"/>
            <ac:spMk id="4" creationId="{6AA1F1B4-CC9E-ADAB-414A-55088A01CD27}"/>
          </ac:spMkLst>
        </pc:spChg>
        <pc:spChg chg="add mod">
          <ac:chgData name="DOWTY, PETER (DNR)" userId="01cf875a-4e15-4928-8f93-7a0dfa1efb6b" providerId="ADAL" clId="{E9054DD1-CDF4-4BE2-A4C5-BD4B0395A89E}" dt="2026-08-13T22:41:35.157" v="26206" actId="465"/>
          <ac:spMkLst>
            <pc:docMk/>
            <pc:sldMk cId="3882133243" sldId="328"/>
            <ac:spMk id="6" creationId="{A7428530-F42D-9FE8-58AF-ABD13F03899E}"/>
          </ac:spMkLst>
        </pc:spChg>
        <pc:spChg chg="add mod">
          <ac:chgData name="DOWTY, PETER (DNR)" userId="01cf875a-4e15-4928-8f93-7a0dfa1efb6b" providerId="ADAL" clId="{E9054DD1-CDF4-4BE2-A4C5-BD4B0395A89E}" dt="2026-08-13T22:41:35.157" v="26206" actId="465"/>
          <ac:spMkLst>
            <pc:docMk/>
            <pc:sldMk cId="3882133243" sldId="328"/>
            <ac:spMk id="8" creationId="{EBF95C78-9CD4-36DA-E7AF-ACCB763E3294}"/>
          </ac:spMkLst>
        </pc:spChg>
        <pc:spChg chg="add mod">
          <ac:chgData name="DOWTY, PETER (DNR)" userId="01cf875a-4e15-4928-8f93-7a0dfa1efb6b" providerId="ADAL" clId="{E9054DD1-CDF4-4BE2-A4C5-BD4B0395A89E}" dt="2026-08-13T22:41:33.672" v="26205" actId="552"/>
          <ac:spMkLst>
            <pc:docMk/>
            <pc:sldMk cId="3882133243" sldId="328"/>
            <ac:spMk id="10" creationId="{B059FFB2-94BE-DDA0-E194-82907EE78E6C}"/>
          </ac:spMkLst>
        </pc:spChg>
        <pc:spChg chg="add mod">
          <ac:chgData name="DOWTY, PETER (DNR)" userId="01cf875a-4e15-4928-8f93-7a0dfa1efb6b" providerId="ADAL" clId="{E9054DD1-CDF4-4BE2-A4C5-BD4B0395A89E}" dt="2026-08-13T22:54:26.112" v="26230" actId="552"/>
          <ac:spMkLst>
            <pc:docMk/>
            <pc:sldMk cId="3882133243" sldId="328"/>
            <ac:spMk id="12" creationId="{1EBBF101-94B2-6A9A-50F2-1983AC387896}"/>
          </ac:spMkLst>
        </pc:spChg>
        <pc:spChg chg="add mod">
          <ac:chgData name="DOWTY, PETER (DNR)" userId="01cf875a-4e15-4928-8f93-7a0dfa1efb6b" providerId="ADAL" clId="{E9054DD1-CDF4-4BE2-A4C5-BD4B0395A89E}" dt="2026-08-13T22:54:27.774" v="26231" actId="465"/>
          <ac:spMkLst>
            <pc:docMk/>
            <pc:sldMk cId="3882133243" sldId="328"/>
            <ac:spMk id="14" creationId="{516C90B3-843A-73E8-4A7E-EE8FD350B62F}"/>
          </ac:spMkLst>
        </pc:spChg>
        <pc:spChg chg="add mod">
          <ac:chgData name="DOWTY, PETER (DNR)" userId="01cf875a-4e15-4928-8f93-7a0dfa1efb6b" providerId="ADAL" clId="{E9054DD1-CDF4-4BE2-A4C5-BD4B0395A89E}" dt="2026-08-13T22:54:26.112" v="26230" actId="552"/>
          <ac:spMkLst>
            <pc:docMk/>
            <pc:sldMk cId="3882133243" sldId="328"/>
            <ac:spMk id="16" creationId="{15919A9E-7AAF-95C7-57E8-8A37FD1AD43A}"/>
          </ac:spMkLst>
        </pc:spChg>
        <pc:spChg chg="add mod">
          <ac:chgData name="DOWTY, PETER (DNR)" userId="01cf875a-4e15-4928-8f93-7a0dfa1efb6b" providerId="ADAL" clId="{E9054DD1-CDF4-4BE2-A4C5-BD4B0395A89E}" dt="2026-08-13T22:54:40.130" v="26233" actId="1076"/>
          <ac:spMkLst>
            <pc:docMk/>
            <pc:sldMk cId="3882133243" sldId="328"/>
            <ac:spMk id="17" creationId="{56CDCD74-C300-A7BE-52E7-04C8E2F1FD98}"/>
          </ac:spMkLst>
        </pc:spChg>
        <pc:spChg chg="add mod">
          <ac:chgData name="DOWTY, PETER (DNR)" userId="01cf875a-4e15-4928-8f93-7a0dfa1efb6b" providerId="ADAL" clId="{E9054DD1-CDF4-4BE2-A4C5-BD4B0395A89E}" dt="2026-08-13T23:19:04.553" v="26409" actId="1076"/>
          <ac:spMkLst>
            <pc:docMk/>
            <pc:sldMk cId="3882133243" sldId="328"/>
            <ac:spMk id="21" creationId="{A64F2496-D889-C3E7-4742-ED7CD637DC6E}"/>
          </ac:spMkLst>
        </pc:spChg>
        <pc:spChg chg="add mod">
          <ac:chgData name="DOWTY, PETER (DNR)" userId="01cf875a-4e15-4928-8f93-7a0dfa1efb6b" providerId="ADAL" clId="{E9054DD1-CDF4-4BE2-A4C5-BD4B0395A89E}" dt="2026-08-13T23:19:00.027" v="26408" actId="1076"/>
          <ac:spMkLst>
            <pc:docMk/>
            <pc:sldMk cId="3882133243" sldId="328"/>
            <ac:spMk id="23" creationId="{761D7E09-3F36-14BE-36BC-8BBBB1F70A75}"/>
          </ac:spMkLst>
        </pc:spChg>
        <pc:spChg chg="add mod">
          <ac:chgData name="DOWTY, PETER (DNR)" userId="01cf875a-4e15-4928-8f93-7a0dfa1efb6b" providerId="ADAL" clId="{E9054DD1-CDF4-4BE2-A4C5-BD4B0395A89E}" dt="2026-08-13T23:07:24.493" v="26271" actId="1076"/>
          <ac:spMkLst>
            <pc:docMk/>
            <pc:sldMk cId="3882133243" sldId="328"/>
            <ac:spMk id="25" creationId="{10505A96-B8E5-F4B5-A790-6BB0C2F4A585}"/>
          </ac:spMkLst>
        </pc:spChg>
        <pc:spChg chg="add mod">
          <ac:chgData name="DOWTY, PETER (DNR)" userId="01cf875a-4e15-4928-8f93-7a0dfa1efb6b" providerId="ADAL" clId="{E9054DD1-CDF4-4BE2-A4C5-BD4B0395A89E}" dt="2026-08-13T23:07:35.488" v="26275" actId="1076"/>
          <ac:spMkLst>
            <pc:docMk/>
            <pc:sldMk cId="3882133243" sldId="328"/>
            <ac:spMk id="27" creationId="{A8694A1A-F858-9668-2303-4C6914FE964A}"/>
          </ac:spMkLst>
        </pc:spChg>
        <pc:spChg chg="add mod">
          <ac:chgData name="DOWTY, PETER (DNR)" userId="01cf875a-4e15-4928-8f93-7a0dfa1efb6b" providerId="ADAL" clId="{E9054DD1-CDF4-4BE2-A4C5-BD4B0395A89E}" dt="2026-08-13T23:08:19.333" v="26295" actId="1076"/>
          <ac:spMkLst>
            <pc:docMk/>
            <pc:sldMk cId="3882133243" sldId="328"/>
            <ac:spMk id="29" creationId="{6D21D181-8CC4-5304-6070-1BA1859C3019}"/>
          </ac:spMkLst>
        </pc:spChg>
        <pc:spChg chg="add mod">
          <ac:chgData name="DOWTY, PETER (DNR)" userId="01cf875a-4e15-4928-8f93-7a0dfa1efb6b" providerId="ADAL" clId="{E9054DD1-CDF4-4BE2-A4C5-BD4B0395A89E}" dt="2026-08-13T23:08:25.070" v="26297" actId="1076"/>
          <ac:spMkLst>
            <pc:docMk/>
            <pc:sldMk cId="3882133243" sldId="328"/>
            <ac:spMk id="31" creationId="{FF5420C1-EB8A-AAE2-CAC9-5C880AA25BEB}"/>
          </ac:spMkLst>
        </pc:spChg>
        <pc:spChg chg="add mod">
          <ac:chgData name="DOWTY, PETER (DNR)" userId="01cf875a-4e15-4928-8f93-7a0dfa1efb6b" providerId="ADAL" clId="{E9054DD1-CDF4-4BE2-A4C5-BD4B0395A89E}" dt="2026-08-13T23:09:42.830" v="26337" actId="14100"/>
          <ac:spMkLst>
            <pc:docMk/>
            <pc:sldMk cId="3882133243" sldId="328"/>
            <ac:spMk id="33" creationId="{1AB8D3EA-03A5-5914-0C9F-64E61CEB3691}"/>
          </ac:spMkLst>
        </pc:spChg>
        <pc:spChg chg="add mod">
          <ac:chgData name="DOWTY, PETER (DNR)" userId="01cf875a-4e15-4928-8f93-7a0dfa1efb6b" providerId="ADAL" clId="{E9054DD1-CDF4-4BE2-A4C5-BD4B0395A89E}" dt="2026-08-13T23:09:30.628" v="26299" actId="1076"/>
          <ac:spMkLst>
            <pc:docMk/>
            <pc:sldMk cId="3882133243" sldId="328"/>
            <ac:spMk id="35" creationId="{A88204EA-7BCA-1EBF-05C7-8912D3286C51}"/>
          </ac:spMkLst>
        </pc:spChg>
        <pc:spChg chg="add mod">
          <ac:chgData name="DOWTY, PETER (DNR)" userId="01cf875a-4e15-4928-8f93-7a0dfa1efb6b" providerId="ADAL" clId="{E9054DD1-CDF4-4BE2-A4C5-BD4B0395A89E}" dt="2026-08-13T23:11:09.661" v="26350" actId="20577"/>
          <ac:spMkLst>
            <pc:docMk/>
            <pc:sldMk cId="3882133243" sldId="328"/>
            <ac:spMk id="37" creationId="{D5DC1874-6BB1-B52F-AD71-51C3246D3AEF}"/>
          </ac:spMkLst>
        </pc:spChg>
        <pc:spChg chg="add mod">
          <ac:chgData name="DOWTY, PETER (DNR)" userId="01cf875a-4e15-4928-8f93-7a0dfa1efb6b" providerId="ADAL" clId="{E9054DD1-CDF4-4BE2-A4C5-BD4B0395A89E}" dt="2026-08-13T23:19:29.322" v="26440" actId="14100"/>
          <ac:spMkLst>
            <pc:docMk/>
            <pc:sldMk cId="3882133243" sldId="328"/>
            <ac:spMk id="39" creationId="{F44F24DD-C19B-A993-B680-E1F0B85C1385}"/>
          </ac:spMkLst>
        </pc:spChg>
        <pc:spChg chg="add mod">
          <ac:chgData name="DOWTY, PETER (DNR)" userId="01cf875a-4e15-4928-8f93-7a0dfa1efb6b" providerId="ADAL" clId="{E9054DD1-CDF4-4BE2-A4C5-BD4B0395A89E}" dt="2026-08-13T23:19:59.740" v="26451" actId="20577"/>
          <ac:spMkLst>
            <pc:docMk/>
            <pc:sldMk cId="3882133243" sldId="328"/>
            <ac:spMk id="41" creationId="{0BCE2F75-EE5F-6076-8F6E-996ABDE17DA9}"/>
          </ac:spMkLst>
        </pc:spChg>
        <pc:spChg chg="add mod">
          <ac:chgData name="DOWTY, PETER (DNR)" userId="01cf875a-4e15-4928-8f93-7a0dfa1efb6b" providerId="ADAL" clId="{E9054DD1-CDF4-4BE2-A4C5-BD4B0395A89E}" dt="2026-08-13T23:12:17.652" v="26406" actId="1076"/>
          <ac:spMkLst>
            <pc:docMk/>
            <pc:sldMk cId="3882133243" sldId="328"/>
            <ac:spMk id="43" creationId="{1A66D094-8C0B-132F-E19D-2C5152DAD215}"/>
          </ac:spMkLst>
        </pc:spChg>
        <pc:picChg chg="add del mod">
          <ac:chgData name="DOWTY, PETER (DNR)" userId="01cf875a-4e15-4928-8f93-7a0dfa1efb6b" providerId="ADAL" clId="{E9054DD1-CDF4-4BE2-A4C5-BD4B0395A89E}" dt="2026-08-13T22:39:16.491" v="26109" actId="478"/>
          <ac:picMkLst>
            <pc:docMk/>
            <pc:sldMk cId="3882133243" sldId="328"/>
            <ac:picMk id="3" creationId="{563C0CE9-C297-5717-55F3-727B6347616F}"/>
          </ac:picMkLst>
        </pc:picChg>
        <pc:cxnChg chg="add mod">
          <ac:chgData name="DOWTY, PETER (DNR)" userId="01cf875a-4e15-4928-8f93-7a0dfa1efb6b" providerId="ADAL" clId="{E9054DD1-CDF4-4BE2-A4C5-BD4B0395A89E}" dt="2026-08-13T22:54:50.217" v="26235" actId="14100"/>
          <ac:cxnSpMkLst>
            <pc:docMk/>
            <pc:sldMk cId="3882133243" sldId="328"/>
            <ac:cxnSpMk id="19" creationId="{2C5F4360-2CA3-6A6B-9E8F-C774834F8472}"/>
          </ac:cxnSpMkLst>
        </pc:cxnChg>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8-12T20:23:38.299" v="25580"/>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ord">
        <pc:chgData name="DOWTY, PETER (DNR)" userId="01cf875a-4e15-4928-8f93-7a0dfa1efb6b" providerId="ADAL" clId="{E9054DD1-CDF4-4BE2-A4C5-BD4B0395A89E}" dt="2026-08-12T20:22:54.781" v="25570"/>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ord">
        <pc:chgData name="DOWTY, PETER (DNR)" userId="01cf875a-4e15-4928-8f93-7a0dfa1efb6b" providerId="ADAL" clId="{E9054DD1-CDF4-4BE2-A4C5-BD4B0395A89E}" dt="2026-08-12T20:22:54.781" v="25570"/>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ord">
        <pc:chgData name="DOWTY, PETER (DNR)" userId="01cf875a-4e15-4928-8f93-7a0dfa1efb6b" providerId="ADAL" clId="{E9054DD1-CDF4-4BE2-A4C5-BD4B0395A89E}" dt="2026-08-12T20:23:38.299" v="25580"/>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ord">
        <pc:chgData name="DOWTY, PETER (DNR)" userId="01cf875a-4e15-4928-8f93-7a0dfa1efb6b" providerId="ADAL" clId="{E9054DD1-CDF4-4BE2-A4C5-BD4B0395A89E}" dt="2026-08-12T20:23:38.299" v="25580"/>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sldChg chg="addSp modSp mod ord">
        <pc:chgData name="DOWTY, PETER (DNR)" userId="01cf875a-4e15-4928-8f93-7a0dfa1efb6b" providerId="ADAL" clId="{E9054DD1-CDF4-4BE2-A4C5-BD4B0395A89E}" dt="2026-08-12T20:22:54.781" v="25570"/>
        <pc:sldMkLst>
          <pc:docMk/>
          <pc:sldMk cId="2187319872" sldId="337"/>
        </pc:sldMkLst>
        <pc:spChg chg="add mod">
          <ac:chgData name="DOWTY, PETER (DNR)" userId="01cf875a-4e15-4928-8f93-7a0dfa1efb6b" providerId="ADAL" clId="{E9054DD1-CDF4-4BE2-A4C5-BD4B0395A89E}" dt="2026-08-10T15:50:57.040" v="22885" actId="1076"/>
          <ac:spMkLst>
            <pc:docMk/>
            <pc:sldMk cId="2187319872" sldId="337"/>
            <ac:spMk id="2" creationId="{E4FD9103-3C96-5A60-09B9-37042D178E63}"/>
          </ac:spMkLst>
        </pc:spChg>
        <pc:spChg chg="mod">
          <ac:chgData name="DOWTY, PETER (DNR)" userId="01cf875a-4e15-4928-8f93-7a0dfa1efb6b" providerId="ADAL" clId="{E9054DD1-CDF4-4BE2-A4C5-BD4B0395A89E}" dt="2026-08-10T14:41:34.060" v="22678"/>
          <ac:spMkLst>
            <pc:docMk/>
            <pc:sldMk cId="2187319872" sldId="337"/>
            <ac:spMk id="5" creationId="{8E12FD50-DB37-8075-7911-05BCCA7D1BF8}"/>
          </ac:spMkLst>
        </pc:spChg>
        <pc:spChg chg="mod">
          <ac:chgData name="DOWTY, PETER (DNR)" userId="01cf875a-4e15-4928-8f93-7a0dfa1efb6b" providerId="ADAL" clId="{E9054DD1-CDF4-4BE2-A4C5-BD4B0395A89E}" dt="2026-08-10T14:41:34.060" v="22678"/>
          <ac:spMkLst>
            <pc:docMk/>
            <pc:sldMk cId="2187319872" sldId="337"/>
            <ac:spMk id="11" creationId="{A988FE98-F796-F97A-8109-7C0E61A8A9F6}"/>
          </ac:spMkLst>
        </pc:spChg>
        <pc:spChg chg="mod">
          <ac:chgData name="DOWTY, PETER (DNR)" userId="01cf875a-4e15-4928-8f93-7a0dfa1efb6b" providerId="ADAL" clId="{E9054DD1-CDF4-4BE2-A4C5-BD4B0395A89E}" dt="2026-08-12T18:04:51.878" v="25147"/>
          <ac:spMkLst>
            <pc:docMk/>
            <pc:sldMk cId="2187319872" sldId="337"/>
            <ac:spMk id="14" creationId="{F70EA96C-7929-93FD-D5CB-84FA75FFEAF6}"/>
          </ac:spMkLst>
        </pc:spChg>
        <pc:spChg chg="mod">
          <ac:chgData name="DOWTY, PETER (DNR)" userId="01cf875a-4e15-4928-8f93-7a0dfa1efb6b" providerId="ADAL" clId="{E9054DD1-CDF4-4BE2-A4C5-BD4B0395A89E}" dt="2026-08-12T18:04:51.878" v="25147"/>
          <ac:spMkLst>
            <pc:docMk/>
            <pc:sldMk cId="2187319872" sldId="337"/>
            <ac:spMk id="16" creationId="{BD626DDC-8A97-6C0B-CA7E-30B6355D3B28}"/>
          </ac:spMkLst>
        </pc:spChg>
        <pc:spChg chg="mod">
          <ac:chgData name="DOWTY, PETER (DNR)" userId="01cf875a-4e15-4928-8f93-7a0dfa1efb6b" providerId="ADAL" clId="{E9054DD1-CDF4-4BE2-A4C5-BD4B0395A89E}" dt="2026-08-12T18:04:51.878" v="25147"/>
          <ac:spMkLst>
            <pc:docMk/>
            <pc:sldMk cId="2187319872" sldId="337"/>
            <ac:spMk id="17" creationId="{13E02513-DAA5-3FF9-8BD5-EB571027492E}"/>
          </ac:spMkLst>
        </pc:spChg>
        <pc:spChg chg="mod">
          <ac:chgData name="DOWTY, PETER (DNR)" userId="01cf875a-4e15-4928-8f93-7a0dfa1efb6b" providerId="ADAL" clId="{E9054DD1-CDF4-4BE2-A4C5-BD4B0395A89E}" dt="2026-08-10T15:46:09.226" v="22870" actId="1076"/>
          <ac:spMkLst>
            <pc:docMk/>
            <pc:sldMk cId="2187319872" sldId="337"/>
            <ac:spMk id="24" creationId="{C32A2FE1-7E0C-BFC7-7C2F-AAC754655A66}"/>
          </ac:spMkLst>
        </pc:spChg>
        <pc:spChg chg="mod">
          <ac:chgData name="DOWTY, PETER (DNR)" userId="01cf875a-4e15-4928-8f93-7a0dfa1efb6b" providerId="ADAL" clId="{E9054DD1-CDF4-4BE2-A4C5-BD4B0395A89E}" dt="2026-08-10T15:46:15.095" v="22871" actId="1076"/>
          <ac:spMkLst>
            <pc:docMk/>
            <pc:sldMk cId="2187319872" sldId="337"/>
            <ac:spMk id="25" creationId="{44A55749-B97C-E956-AA30-7AB33B8CB02E}"/>
          </ac:spMkLst>
        </pc:spChg>
        <pc:spChg chg="mod">
          <ac:chgData name="DOWTY, PETER (DNR)" userId="01cf875a-4e15-4928-8f93-7a0dfa1efb6b" providerId="ADAL" clId="{E9054DD1-CDF4-4BE2-A4C5-BD4B0395A89E}" dt="2026-08-12T18:04:51.878" v="25147"/>
          <ac:spMkLst>
            <pc:docMk/>
            <pc:sldMk cId="2187319872" sldId="337"/>
            <ac:spMk id="27" creationId="{4CB5D85C-9607-333E-EFC4-FA4C3429FC86}"/>
          </ac:spMkLst>
        </pc:spChg>
        <pc:spChg chg="mod">
          <ac:chgData name="DOWTY, PETER (DNR)" userId="01cf875a-4e15-4928-8f93-7a0dfa1efb6b" providerId="ADAL" clId="{E9054DD1-CDF4-4BE2-A4C5-BD4B0395A89E}" dt="2026-08-10T15:50:47.897" v="22884" actId="1076"/>
          <ac:spMkLst>
            <pc:docMk/>
            <pc:sldMk cId="2187319872" sldId="337"/>
            <ac:spMk id="39" creationId="{0E5CF8A4-2AC3-CD56-6805-7DA0F3BADE77}"/>
          </ac:spMkLst>
        </pc:spChg>
        <pc:spChg chg="mod">
          <ac:chgData name="DOWTY, PETER (DNR)" userId="01cf875a-4e15-4928-8f93-7a0dfa1efb6b" providerId="ADAL" clId="{E9054DD1-CDF4-4BE2-A4C5-BD4B0395A89E}" dt="2026-08-10T15:50:47.897" v="22884" actId="1076"/>
          <ac:spMkLst>
            <pc:docMk/>
            <pc:sldMk cId="2187319872" sldId="337"/>
            <ac:spMk id="42" creationId="{FC197B29-2A7E-74BA-B842-CD2919FA76AB}"/>
          </ac:spMkLst>
        </pc:spChg>
        <pc:spChg chg="mod">
          <ac:chgData name="DOWTY, PETER (DNR)" userId="01cf875a-4e15-4928-8f93-7a0dfa1efb6b" providerId="ADAL" clId="{E9054DD1-CDF4-4BE2-A4C5-BD4B0395A89E}" dt="2026-08-10T15:50:47.897" v="22884" actId="1076"/>
          <ac:spMkLst>
            <pc:docMk/>
            <pc:sldMk cId="2187319872" sldId="337"/>
            <ac:spMk id="43" creationId="{7E3EE248-9D00-ACC7-6CA9-2E81CEE5CFD1}"/>
          </ac:spMkLst>
        </pc:spChg>
        <pc:grpChg chg="add mod">
          <ac:chgData name="DOWTY, PETER (DNR)" userId="01cf875a-4e15-4928-8f93-7a0dfa1efb6b" providerId="ADAL" clId="{E9054DD1-CDF4-4BE2-A4C5-BD4B0395A89E}" dt="2026-08-10T15:46:15.095" v="22871" actId="1076"/>
          <ac:grpSpMkLst>
            <pc:docMk/>
            <pc:sldMk cId="2187319872" sldId="337"/>
            <ac:grpSpMk id="3" creationId="{447EADFD-6BAB-6E2C-0D8D-95400E5C86F2}"/>
          </ac:grpSpMkLst>
        </pc:grpChg>
        <pc:grpChg chg="mod">
          <ac:chgData name="DOWTY, PETER (DNR)" userId="01cf875a-4e15-4928-8f93-7a0dfa1efb6b" providerId="ADAL" clId="{E9054DD1-CDF4-4BE2-A4C5-BD4B0395A89E}" dt="2026-08-10T14:41:34.060" v="22678"/>
          <ac:grpSpMkLst>
            <pc:docMk/>
            <pc:sldMk cId="2187319872" sldId="337"/>
            <ac:grpSpMk id="4" creationId="{60CB249C-E466-017A-243F-DAC61E882B24}"/>
          </ac:grpSpMkLst>
        </pc:grpChg>
        <pc:grpChg chg="add mod">
          <ac:chgData name="DOWTY, PETER (DNR)" userId="01cf875a-4e15-4928-8f93-7a0dfa1efb6b" providerId="ADAL" clId="{E9054DD1-CDF4-4BE2-A4C5-BD4B0395A89E}" dt="2026-08-12T18:04:53.813" v="25148" actId="1076"/>
          <ac:grpSpMkLst>
            <pc:docMk/>
            <pc:sldMk cId="2187319872" sldId="337"/>
            <ac:grpSpMk id="12" creationId="{A3E31077-1614-63B3-D589-FA8357D773C9}"/>
          </ac:grpSpMkLst>
        </pc:grpChg>
        <pc:grpChg chg="mod">
          <ac:chgData name="DOWTY, PETER (DNR)" userId="01cf875a-4e15-4928-8f93-7a0dfa1efb6b" providerId="ADAL" clId="{E9054DD1-CDF4-4BE2-A4C5-BD4B0395A89E}" dt="2026-08-12T18:04:51.878" v="25147"/>
          <ac:grpSpMkLst>
            <pc:docMk/>
            <pc:sldMk cId="2187319872" sldId="337"/>
            <ac:grpSpMk id="18" creationId="{6C741B6D-115A-28D8-8306-484134BFF17A}"/>
          </ac:grpSpMkLst>
        </pc:grpChg>
        <pc:grpChg chg="mod">
          <ac:chgData name="DOWTY, PETER (DNR)" userId="01cf875a-4e15-4928-8f93-7a0dfa1efb6b" providerId="ADAL" clId="{E9054DD1-CDF4-4BE2-A4C5-BD4B0395A89E}" dt="2026-08-10T15:46:09.226" v="22870" actId="1076"/>
          <ac:grpSpMkLst>
            <pc:docMk/>
            <pc:sldMk cId="2187319872" sldId="337"/>
            <ac:grpSpMk id="36" creationId="{A6DEE0EC-1168-4A7D-79E0-F244FD9FF674}"/>
          </ac:grpSpMkLst>
        </pc:grpChg>
        <pc:picChg chg="add mod">
          <ac:chgData name="DOWTY, PETER (DNR)" userId="01cf875a-4e15-4928-8f93-7a0dfa1efb6b" providerId="ADAL" clId="{E9054DD1-CDF4-4BE2-A4C5-BD4B0395A89E}" dt="2026-08-10T15:48:43.514" v="22881" actId="14100"/>
          <ac:picMkLst>
            <pc:docMk/>
            <pc:sldMk cId="2187319872" sldId="337"/>
            <ac:picMk id="13" creationId="{7911F836-9DA8-BDB3-3B00-33A263D0CB33}"/>
          </ac:picMkLst>
        </pc:picChg>
        <pc:picChg chg="add mod">
          <ac:chgData name="DOWTY, PETER (DNR)" userId="01cf875a-4e15-4928-8f93-7a0dfa1efb6b" providerId="ADAL" clId="{E9054DD1-CDF4-4BE2-A4C5-BD4B0395A89E}" dt="2026-08-10T15:48:46.883" v="22882" actId="14100"/>
          <ac:picMkLst>
            <pc:docMk/>
            <pc:sldMk cId="2187319872" sldId="337"/>
            <ac:picMk id="15" creationId="{5938ED2B-5147-90A9-3FE6-653A2D25B43F}"/>
          </ac:picMkLst>
        </pc:picChg>
        <pc:picChg chg="mod">
          <ac:chgData name="DOWTY, PETER (DNR)" userId="01cf875a-4e15-4928-8f93-7a0dfa1efb6b" providerId="ADAL" clId="{E9054DD1-CDF4-4BE2-A4C5-BD4B0395A89E}" dt="2026-08-10T15:46:09.226" v="22870" actId="1076"/>
          <ac:picMkLst>
            <pc:docMk/>
            <pc:sldMk cId="2187319872" sldId="337"/>
            <ac:picMk id="20" creationId="{FFE78E1D-72BB-A772-583B-2F493B84BAE7}"/>
          </ac:picMkLst>
        </pc:picChg>
        <pc:picChg chg="mod">
          <ac:chgData name="DOWTY, PETER (DNR)" userId="01cf875a-4e15-4928-8f93-7a0dfa1efb6b" providerId="ADAL" clId="{E9054DD1-CDF4-4BE2-A4C5-BD4B0395A89E}" dt="2026-08-10T15:46:15.095" v="22871" actId="1076"/>
          <ac:picMkLst>
            <pc:docMk/>
            <pc:sldMk cId="2187319872" sldId="337"/>
            <ac:picMk id="23" creationId="{024F0DE4-82C7-EC38-7916-F92314512022}"/>
          </ac:picMkLst>
        </pc:picChg>
        <pc:picChg chg="mod">
          <ac:chgData name="DOWTY, PETER (DNR)" userId="01cf875a-4e15-4928-8f93-7a0dfa1efb6b" providerId="ADAL" clId="{E9054DD1-CDF4-4BE2-A4C5-BD4B0395A89E}" dt="2026-08-12T18:04:51.878" v="25147"/>
          <ac:picMkLst>
            <pc:docMk/>
            <pc:sldMk cId="2187319872" sldId="337"/>
            <ac:picMk id="33" creationId="{361D160B-2D21-735D-AF41-1902210BCF29}"/>
          </ac:picMkLst>
        </pc:picChg>
        <pc:picChg chg="mod">
          <ac:chgData name="DOWTY, PETER (DNR)" userId="01cf875a-4e15-4928-8f93-7a0dfa1efb6b" providerId="ADAL" clId="{E9054DD1-CDF4-4BE2-A4C5-BD4B0395A89E}" dt="2026-08-10T15:50:47.897" v="22884" actId="1076"/>
          <ac:picMkLst>
            <pc:docMk/>
            <pc:sldMk cId="2187319872" sldId="337"/>
            <ac:picMk id="41" creationId="{AD64B66C-2E30-7275-D100-1817FBEAE83F}"/>
          </ac:picMkLst>
        </pc:picChg>
        <pc:cxnChg chg="mod">
          <ac:chgData name="DOWTY, PETER (DNR)" userId="01cf875a-4e15-4928-8f93-7a0dfa1efb6b" providerId="ADAL" clId="{E9054DD1-CDF4-4BE2-A4C5-BD4B0395A89E}" dt="2026-08-10T14:41:34.060" v="22678"/>
          <ac:cxnSpMkLst>
            <pc:docMk/>
            <pc:sldMk cId="2187319872" sldId="337"/>
            <ac:cxnSpMk id="6" creationId="{8CC43EA9-FFAE-4CCA-3CA8-9D3E0D40F938}"/>
          </ac:cxnSpMkLst>
        </pc:cxnChg>
        <pc:cxnChg chg="mod">
          <ac:chgData name="DOWTY, PETER (DNR)" userId="01cf875a-4e15-4928-8f93-7a0dfa1efb6b" providerId="ADAL" clId="{E9054DD1-CDF4-4BE2-A4C5-BD4B0395A89E}" dt="2026-08-10T14:41:34.060" v="22678"/>
          <ac:cxnSpMkLst>
            <pc:docMk/>
            <pc:sldMk cId="2187319872" sldId="337"/>
            <ac:cxnSpMk id="7" creationId="{95EE1754-7FAB-D09D-B153-E45B04FD75BA}"/>
          </ac:cxnSpMkLst>
        </pc:cxnChg>
        <pc:cxnChg chg="mod">
          <ac:chgData name="DOWTY, PETER (DNR)" userId="01cf875a-4e15-4928-8f93-7a0dfa1efb6b" providerId="ADAL" clId="{E9054DD1-CDF4-4BE2-A4C5-BD4B0395A89E}" dt="2026-08-10T14:41:34.060" v="22678"/>
          <ac:cxnSpMkLst>
            <pc:docMk/>
            <pc:sldMk cId="2187319872" sldId="337"/>
            <ac:cxnSpMk id="8" creationId="{2F29D665-838F-4D46-D901-4BDD995B7DA3}"/>
          </ac:cxnSpMkLst>
        </pc:cxnChg>
        <pc:cxnChg chg="mod">
          <ac:chgData name="DOWTY, PETER (DNR)" userId="01cf875a-4e15-4928-8f93-7a0dfa1efb6b" providerId="ADAL" clId="{E9054DD1-CDF4-4BE2-A4C5-BD4B0395A89E}" dt="2026-08-10T14:41:34.060" v="22678"/>
          <ac:cxnSpMkLst>
            <pc:docMk/>
            <pc:sldMk cId="2187319872" sldId="337"/>
            <ac:cxnSpMk id="9" creationId="{94B30BB9-DD08-B8B7-43E1-CAF7A0C8F63E}"/>
          </ac:cxnSpMkLst>
        </pc:cxnChg>
        <pc:cxnChg chg="mod">
          <ac:chgData name="DOWTY, PETER (DNR)" userId="01cf875a-4e15-4928-8f93-7a0dfa1efb6b" providerId="ADAL" clId="{E9054DD1-CDF4-4BE2-A4C5-BD4B0395A89E}" dt="2026-08-10T14:41:34.060" v="22678"/>
          <ac:cxnSpMkLst>
            <pc:docMk/>
            <pc:sldMk cId="2187319872" sldId="337"/>
            <ac:cxnSpMk id="10" creationId="{E77396AE-585E-9BB0-385C-C40767200DE9}"/>
          </ac:cxnSpMkLst>
        </pc:cxnChg>
      </pc:sldChg>
      <pc:sldChg chg="addSp delSp modSp mod ord">
        <pc:chgData name="DOWTY, PETER (DNR)" userId="01cf875a-4e15-4928-8f93-7a0dfa1efb6b" providerId="ADAL" clId="{E9054DD1-CDF4-4BE2-A4C5-BD4B0395A89E}" dt="2026-08-13T16:48:35.396" v="25837" actId="20577"/>
        <pc:sldMkLst>
          <pc:docMk/>
          <pc:sldMk cId="596241064" sldId="338"/>
        </pc:sldMkLst>
        <pc:spChg chg="mod ord">
          <ac:chgData name="DOWTY, PETER (DNR)" userId="01cf875a-4e15-4928-8f93-7a0dfa1efb6b" providerId="ADAL" clId="{E9054DD1-CDF4-4BE2-A4C5-BD4B0395A89E}" dt="2026-08-12T20:29:01.869" v="25619" actId="207"/>
          <ac:spMkLst>
            <pc:docMk/>
            <pc:sldMk cId="596241064" sldId="338"/>
            <ac:spMk id="2" creationId="{8644881F-C1ED-9FC6-4367-A925F3C613E7}"/>
          </ac:spMkLst>
        </pc:spChg>
        <pc:spChg chg="mod ord">
          <ac:chgData name="DOWTY, PETER (DNR)" userId="01cf875a-4e15-4928-8f93-7a0dfa1efb6b" providerId="ADAL" clId="{E9054DD1-CDF4-4BE2-A4C5-BD4B0395A89E}" dt="2026-08-13T16:48:35.396" v="25837" actId="20577"/>
          <ac:spMkLst>
            <pc:docMk/>
            <pc:sldMk cId="596241064" sldId="338"/>
            <ac:spMk id="3" creationId="{708E5B5B-550F-C2DA-4A04-4B83E03956E3}"/>
          </ac:spMkLst>
        </pc:spChg>
        <pc:spChg chg="mod ord">
          <ac:chgData name="DOWTY, PETER (DNR)" userId="01cf875a-4e15-4928-8f93-7a0dfa1efb6b" providerId="ADAL" clId="{E9054DD1-CDF4-4BE2-A4C5-BD4B0395A89E}" dt="2026-08-12T20:29:01.869" v="25619" actId="207"/>
          <ac:spMkLst>
            <pc:docMk/>
            <pc:sldMk cId="596241064" sldId="338"/>
            <ac:spMk id="6" creationId="{BD71BD08-FC46-D311-1D22-A638B4CD70DB}"/>
          </ac:spMkLst>
        </pc:spChg>
        <pc:spChg chg="mod ord">
          <ac:chgData name="DOWTY, PETER (DNR)" userId="01cf875a-4e15-4928-8f93-7a0dfa1efb6b" providerId="ADAL" clId="{E9054DD1-CDF4-4BE2-A4C5-BD4B0395A89E}" dt="2026-08-12T20:29:01.869" v="25619" actId="207"/>
          <ac:spMkLst>
            <pc:docMk/>
            <pc:sldMk cId="596241064" sldId="338"/>
            <ac:spMk id="7" creationId="{BA8D85C8-F443-EC89-1265-FD3082CB0B0D}"/>
          </ac:spMkLst>
        </pc:spChg>
        <pc:spChg chg="mod ord">
          <ac:chgData name="DOWTY, PETER (DNR)" userId="01cf875a-4e15-4928-8f93-7a0dfa1efb6b" providerId="ADAL" clId="{E9054DD1-CDF4-4BE2-A4C5-BD4B0395A89E}" dt="2026-08-12T20:28:08.188" v="25604" actId="167"/>
          <ac:spMkLst>
            <pc:docMk/>
            <pc:sldMk cId="596241064" sldId="338"/>
            <ac:spMk id="8" creationId="{A8296AC9-BB34-EEFD-E3B2-540E5D29062E}"/>
          </ac:spMkLst>
        </pc:spChg>
        <pc:spChg chg="mod ord">
          <ac:chgData name="DOWTY, PETER (DNR)" userId="01cf875a-4e15-4928-8f93-7a0dfa1efb6b" providerId="ADAL" clId="{E9054DD1-CDF4-4BE2-A4C5-BD4B0395A89E}" dt="2026-08-12T20:28:08.188" v="25604" actId="167"/>
          <ac:spMkLst>
            <pc:docMk/>
            <pc:sldMk cId="596241064" sldId="338"/>
            <ac:spMk id="9" creationId="{C302E816-2173-182E-66C8-EE6A447DF21D}"/>
          </ac:spMkLst>
        </pc:spChg>
        <pc:spChg chg="mod ord">
          <ac:chgData name="DOWTY, PETER (DNR)" userId="01cf875a-4e15-4928-8f93-7a0dfa1efb6b" providerId="ADAL" clId="{E9054DD1-CDF4-4BE2-A4C5-BD4B0395A89E}" dt="2026-08-12T20:28:08.188" v="25604" actId="167"/>
          <ac:spMkLst>
            <pc:docMk/>
            <pc:sldMk cId="596241064" sldId="338"/>
            <ac:spMk id="10" creationId="{83976A62-1C39-F45B-7BFF-46D9B9EE5FD4}"/>
          </ac:spMkLst>
        </pc:spChg>
      </pc:sldChg>
      <pc:sldChg chg="addSp delSp modSp mod ord">
        <pc:chgData name="DOWTY, PETER (DNR)" userId="01cf875a-4e15-4928-8f93-7a0dfa1efb6b" providerId="ADAL" clId="{E9054DD1-CDF4-4BE2-A4C5-BD4B0395A89E}" dt="2026-08-13T16:00:54.833" v="25737" actId="207"/>
        <pc:sldMkLst>
          <pc:docMk/>
          <pc:sldMk cId="609132950" sldId="339"/>
        </pc:sldMkLst>
        <pc:spChg chg="add mod">
          <ac:chgData name="DOWTY, PETER (DNR)" userId="01cf875a-4e15-4928-8f93-7a0dfa1efb6b" providerId="ADAL" clId="{E9054DD1-CDF4-4BE2-A4C5-BD4B0395A89E}" dt="2026-08-13T15:57:00.010" v="25717" actId="1076"/>
          <ac:spMkLst>
            <pc:docMk/>
            <pc:sldMk cId="609132950" sldId="339"/>
            <ac:spMk id="2" creationId="{E8546397-9ACA-1929-628D-2CC15A09A2E1}"/>
          </ac:spMkLst>
        </pc:spChg>
        <pc:spChg chg="add mod">
          <ac:chgData name="DOWTY, PETER (DNR)" userId="01cf875a-4e15-4928-8f93-7a0dfa1efb6b" providerId="ADAL" clId="{E9054DD1-CDF4-4BE2-A4C5-BD4B0395A89E}" dt="2026-08-10T23:05:52.256" v="23658" actId="207"/>
          <ac:spMkLst>
            <pc:docMk/>
            <pc:sldMk cId="609132950" sldId="339"/>
            <ac:spMk id="3" creationId="{10439089-2FDB-2680-4C20-DB8620CD749C}"/>
          </ac:spMkLst>
        </pc:spChg>
        <pc:spChg chg="mod">
          <ac:chgData name="DOWTY, PETER (DNR)" userId="01cf875a-4e15-4928-8f93-7a0dfa1efb6b" providerId="ADAL" clId="{E9054DD1-CDF4-4BE2-A4C5-BD4B0395A89E}" dt="2026-08-10T22:38:48.747" v="23650" actId="20577"/>
          <ac:spMkLst>
            <pc:docMk/>
            <pc:sldMk cId="609132950" sldId="339"/>
            <ac:spMk id="4" creationId="{7CFDA4C9-8801-68F4-CCD1-6553F29BD93F}"/>
          </ac:spMkLst>
        </pc:spChg>
        <pc:spChg chg="add mod">
          <ac:chgData name="DOWTY, PETER (DNR)" userId="01cf875a-4e15-4928-8f93-7a0dfa1efb6b" providerId="ADAL" clId="{E9054DD1-CDF4-4BE2-A4C5-BD4B0395A89E}" dt="2026-08-13T15:57:00.010" v="25717" actId="1076"/>
          <ac:spMkLst>
            <pc:docMk/>
            <pc:sldMk cId="609132950" sldId="339"/>
            <ac:spMk id="5" creationId="{E09CDE88-AEB3-1B09-13C4-A1568F1A2466}"/>
          </ac:spMkLst>
        </pc:spChg>
        <pc:spChg chg="mod">
          <ac:chgData name="DOWTY, PETER (DNR)" userId="01cf875a-4e15-4928-8f93-7a0dfa1efb6b" providerId="ADAL" clId="{E9054DD1-CDF4-4BE2-A4C5-BD4B0395A89E}" dt="2026-08-10T23:05:52.256" v="23658" actId="207"/>
          <ac:spMkLst>
            <pc:docMk/>
            <pc:sldMk cId="609132950" sldId="339"/>
            <ac:spMk id="11" creationId="{17C56A05-7A9C-5FF9-D3E6-9DF0E7A63B6D}"/>
          </ac:spMkLst>
        </pc:spChg>
        <pc:spChg chg="mod">
          <ac:chgData name="DOWTY, PETER (DNR)" userId="01cf875a-4e15-4928-8f93-7a0dfa1efb6b" providerId="ADAL" clId="{E9054DD1-CDF4-4BE2-A4C5-BD4B0395A89E}" dt="2026-08-10T23:06:22.823" v="23660" actId="207"/>
          <ac:spMkLst>
            <pc:docMk/>
            <pc:sldMk cId="609132950" sldId="339"/>
            <ac:spMk id="12" creationId="{097A0951-22C6-5274-8BFC-D24C8F14700A}"/>
          </ac:spMkLst>
        </pc:spChg>
        <pc:spChg chg="mod">
          <ac:chgData name="DOWTY, PETER (DNR)" userId="01cf875a-4e15-4928-8f93-7a0dfa1efb6b" providerId="ADAL" clId="{E9054DD1-CDF4-4BE2-A4C5-BD4B0395A89E}" dt="2026-08-10T23:05:52.256" v="23658" actId="207"/>
          <ac:spMkLst>
            <pc:docMk/>
            <pc:sldMk cId="609132950" sldId="339"/>
            <ac:spMk id="13" creationId="{DFA75256-69FC-D505-3104-F1E9CBEDE5BB}"/>
          </ac:spMkLst>
        </pc:spChg>
        <pc:spChg chg="mod">
          <ac:chgData name="DOWTY, PETER (DNR)" userId="01cf875a-4e15-4928-8f93-7a0dfa1efb6b" providerId="ADAL" clId="{E9054DD1-CDF4-4BE2-A4C5-BD4B0395A89E}" dt="2026-08-10T23:06:43.774" v="23663" actId="207"/>
          <ac:spMkLst>
            <pc:docMk/>
            <pc:sldMk cId="609132950" sldId="339"/>
            <ac:spMk id="14" creationId="{994E19BD-27C6-6902-7BBA-1748714E8087}"/>
          </ac:spMkLst>
        </pc:spChg>
        <pc:spChg chg="mod">
          <ac:chgData name="DOWTY, PETER (DNR)" userId="01cf875a-4e15-4928-8f93-7a0dfa1efb6b" providerId="ADAL" clId="{E9054DD1-CDF4-4BE2-A4C5-BD4B0395A89E}" dt="2026-08-10T23:06:22.823" v="23660" actId="207"/>
          <ac:spMkLst>
            <pc:docMk/>
            <pc:sldMk cId="609132950" sldId="339"/>
            <ac:spMk id="15" creationId="{B533AEF0-66E1-6983-E318-B7510BA6B578}"/>
          </ac:spMkLst>
        </pc:spChg>
        <pc:spChg chg="mod">
          <ac:chgData name="DOWTY, PETER (DNR)" userId="01cf875a-4e15-4928-8f93-7a0dfa1efb6b" providerId="ADAL" clId="{E9054DD1-CDF4-4BE2-A4C5-BD4B0395A89E}" dt="2026-08-10T23:06:54.860" v="23664" actId="207"/>
          <ac:spMkLst>
            <pc:docMk/>
            <pc:sldMk cId="609132950" sldId="339"/>
            <ac:spMk id="16" creationId="{0746D8E3-1652-5F2F-D849-7AECDA3B207A}"/>
          </ac:spMkLst>
        </pc:spChg>
        <pc:spChg chg="mod">
          <ac:chgData name="DOWTY, PETER (DNR)" userId="01cf875a-4e15-4928-8f93-7a0dfa1efb6b" providerId="ADAL" clId="{E9054DD1-CDF4-4BE2-A4C5-BD4B0395A89E}" dt="2026-08-10T23:06:22.823" v="23660" actId="207"/>
          <ac:spMkLst>
            <pc:docMk/>
            <pc:sldMk cId="609132950" sldId="339"/>
            <ac:spMk id="17" creationId="{84E5050C-DB6A-E7A7-4401-90E1E372E006}"/>
          </ac:spMkLst>
        </pc:spChg>
        <pc:spChg chg="mod">
          <ac:chgData name="DOWTY, PETER (DNR)" userId="01cf875a-4e15-4928-8f93-7a0dfa1efb6b" providerId="ADAL" clId="{E9054DD1-CDF4-4BE2-A4C5-BD4B0395A89E}" dt="2026-08-10T23:06:33.156" v="23661" actId="207"/>
          <ac:spMkLst>
            <pc:docMk/>
            <pc:sldMk cId="609132950" sldId="339"/>
            <ac:spMk id="18" creationId="{2ECECDB5-A5C9-3416-6EDC-AFFB14A07249}"/>
          </ac:spMkLst>
        </pc:spChg>
        <pc:spChg chg="mod">
          <ac:chgData name="DOWTY, PETER (DNR)" userId="01cf875a-4e15-4928-8f93-7a0dfa1efb6b" providerId="ADAL" clId="{E9054DD1-CDF4-4BE2-A4C5-BD4B0395A89E}" dt="2026-08-10T15:10:23.652" v="22758" actId="207"/>
          <ac:spMkLst>
            <pc:docMk/>
            <pc:sldMk cId="609132950" sldId="339"/>
            <ac:spMk id="19" creationId="{BD40863C-0640-4097-09B0-F733E327A5F2}"/>
          </ac:spMkLst>
        </pc:spChg>
        <pc:spChg chg="mod">
          <ac:chgData name="DOWTY, PETER (DNR)" userId="01cf875a-4e15-4928-8f93-7a0dfa1efb6b" providerId="ADAL" clId="{E9054DD1-CDF4-4BE2-A4C5-BD4B0395A89E}" dt="2026-08-10T23:05:52.256" v="23658" actId="207"/>
          <ac:spMkLst>
            <pc:docMk/>
            <pc:sldMk cId="609132950" sldId="339"/>
            <ac:spMk id="20" creationId="{AD583667-9007-8052-EC77-8F11E8AC8357}"/>
          </ac:spMkLst>
        </pc:spChg>
        <pc:spChg chg="mod">
          <ac:chgData name="DOWTY, PETER (DNR)" userId="01cf875a-4e15-4928-8f93-7a0dfa1efb6b" providerId="ADAL" clId="{E9054DD1-CDF4-4BE2-A4C5-BD4B0395A89E}" dt="2026-08-10T15:10:04.341" v="22756" actId="207"/>
          <ac:spMkLst>
            <pc:docMk/>
            <pc:sldMk cId="609132950" sldId="339"/>
            <ac:spMk id="24" creationId="{D826E8B6-FF10-9E83-368F-619C8FC9C760}"/>
          </ac:spMkLst>
        </pc:spChg>
        <pc:spChg chg="mod">
          <ac:chgData name="DOWTY, PETER (DNR)" userId="01cf875a-4e15-4928-8f93-7a0dfa1efb6b" providerId="ADAL" clId="{E9054DD1-CDF4-4BE2-A4C5-BD4B0395A89E}" dt="2026-08-13T16:00:25.812" v="25734" actId="14838"/>
          <ac:spMkLst>
            <pc:docMk/>
            <pc:sldMk cId="609132950" sldId="339"/>
            <ac:spMk id="27" creationId="{F52A5B9B-C585-B9E3-567E-C6F2D684018F}"/>
          </ac:spMkLst>
        </pc:spChg>
        <pc:spChg chg="mod">
          <ac:chgData name="DOWTY, PETER (DNR)" userId="01cf875a-4e15-4928-8f93-7a0dfa1efb6b" providerId="ADAL" clId="{E9054DD1-CDF4-4BE2-A4C5-BD4B0395A89E}" dt="2026-08-10T23:05:52.256" v="23658" actId="207"/>
          <ac:spMkLst>
            <pc:docMk/>
            <pc:sldMk cId="609132950" sldId="339"/>
            <ac:spMk id="29" creationId="{46774760-1C91-E5AF-7CB2-AA32B11B3DE1}"/>
          </ac:spMkLst>
        </pc:spChg>
        <pc:spChg chg="add mod">
          <ac:chgData name="DOWTY, PETER (DNR)" userId="01cf875a-4e15-4928-8f93-7a0dfa1efb6b" providerId="ADAL" clId="{E9054DD1-CDF4-4BE2-A4C5-BD4B0395A89E}" dt="2026-08-13T16:00:54.833" v="25737" actId="207"/>
          <ac:spMkLst>
            <pc:docMk/>
            <pc:sldMk cId="609132950" sldId="339"/>
            <ac:spMk id="34" creationId="{8A21A8D9-33E0-42F9-6956-4D1F98E24C4E}"/>
          </ac:spMkLst>
        </pc:spChg>
        <pc:spChg chg="add mod">
          <ac:chgData name="DOWTY, PETER (DNR)" userId="01cf875a-4e15-4928-8f93-7a0dfa1efb6b" providerId="ADAL" clId="{E9054DD1-CDF4-4BE2-A4C5-BD4B0395A89E}" dt="2026-08-10T23:05:52.256" v="23658" actId="207"/>
          <ac:spMkLst>
            <pc:docMk/>
            <pc:sldMk cId="609132950" sldId="339"/>
            <ac:spMk id="36" creationId="{E993F1C1-57D3-0B8A-EFFA-11A1D55FC921}"/>
          </ac:spMkLst>
        </pc:spChg>
        <pc:spChg chg="mod">
          <ac:chgData name="DOWTY, PETER (DNR)" userId="01cf875a-4e15-4928-8f93-7a0dfa1efb6b" providerId="ADAL" clId="{E9054DD1-CDF4-4BE2-A4C5-BD4B0395A89E}" dt="2026-08-10T22:39:07.020" v="23651"/>
          <ac:spMkLst>
            <pc:docMk/>
            <pc:sldMk cId="609132950" sldId="339"/>
            <ac:spMk id="41" creationId="{FB863584-0D5F-B393-6FF6-EB5FF64AD19E}"/>
          </ac:spMkLst>
        </pc:spChg>
        <pc:spChg chg="add mod">
          <ac:chgData name="DOWTY, PETER (DNR)" userId="01cf875a-4e15-4928-8f93-7a0dfa1efb6b" providerId="ADAL" clId="{E9054DD1-CDF4-4BE2-A4C5-BD4B0395A89E}" dt="2026-08-10T22:45:49.074" v="23657" actId="206"/>
          <ac:spMkLst>
            <pc:docMk/>
            <pc:sldMk cId="609132950" sldId="339"/>
            <ac:spMk id="42" creationId="{457D2443-6F5C-06A9-CDC4-BABF2873F8AD}"/>
          </ac:spMkLst>
        </pc:spChg>
        <pc:grpChg chg="add mod">
          <ac:chgData name="DOWTY, PETER (DNR)" userId="01cf875a-4e15-4928-8f93-7a0dfa1efb6b" providerId="ADAL" clId="{E9054DD1-CDF4-4BE2-A4C5-BD4B0395A89E}" dt="2026-08-10T22:39:16.639" v="23652" actId="1076"/>
          <ac:grpSpMkLst>
            <pc:docMk/>
            <pc:sldMk cId="609132950" sldId="339"/>
            <ac:grpSpMk id="39" creationId="{9B7474E8-4DE6-9293-8287-69DDF1B608DB}"/>
          </ac:grpSpMkLst>
        </pc:grpChg>
        <pc:picChg chg="mod">
          <ac:chgData name="DOWTY, PETER (DNR)" userId="01cf875a-4e15-4928-8f93-7a0dfa1efb6b" providerId="ADAL" clId="{E9054DD1-CDF4-4BE2-A4C5-BD4B0395A89E}" dt="2026-08-10T22:39:07.020" v="23651"/>
          <ac:picMkLst>
            <pc:docMk/>
            <pc:sldMk cId="609132950" sldId="339"/>
            <ac:picMk id="40" creationId="{114E1EDA-C2F5-CAB3-080B-F1CA9EC634B3}"/>
          </ac:picMkLst>
        </pc:picChg>
        <pc:cxnChg chg="add mod">
          <ac:chgData name="DOWTY, PETER (DNR)" userId="01cf875a-4e15-4928-8f93-7a0dfa1efb6b" providerId="ADAL" clId="{E9054DD1-CDF4-4BE2-A4C5-BD4B0395A89E}" dt="2026-08-13T15:57:00.010" v="25717" actId="1076"/>
          <ac:cxnSpMkLst>
            <pc:docMk/>
            <pc:sldMk cId="609132950" sldId="339"/>
            <ac:cxnSpMk id="6" creationId="{8CEA6404-C9AE-703E-3CEA-1368230CFE53}"/>
          </ac:cxnSpMkLst>
        </pc:cxnChg>
        <pc:cxnChg chg="add mod">
          <ac:chgData name="DOWTY, PETER (DNR)" userId="01cf875a-4e15-4928-8f93-7a0dfa1efb6b" providerId="ADAL" clId="{E9054DD1-CDF4-4BE2-A4C5-BD4B0395A89E}" dt="2026-08-10T15:07:19.701" v="22736" actId="1076"/>
          <ac:cxnSpMkLst>
            <pc:docMk/>
            <pc:sldMk cId="609132950" sldId="339"/>
            <ac:cxnSpMk id="7" creationId="{8F141845-F6FF-4F79-49E5-46EF98C2B7B1}"/>
          </ac:cxnSpMkLst>
        </pc:cxnChg>
        <pc:cxnChg chg="add mod">
          <ac:chgData name="DOWTY, PETER (DNR)" userId="01cf875a-4e15-4928-8f93-7a0dfa1efb6b" providerId="ADAL" clId="{E9054DD1-CDF4-4BE2-A4C5-BD4B0395A89E}" dt="2026-08-10T15:07:27.670" v="22738" actId="1076"/>
          <ac:cxnSpMkLst>
            <pc:docMk/>
            <pc:sldMk cId="609132950" sldId="339"/>
            <ac:cxnSpMk id="8" creationId="{1FDF660C-42DD-5667-7A85-E5FA508AEC67}"/>
          </ac:cxnSpMkLst>
        </pc:cxnChg>
        <pc:cxnChg chg="add mod">
          <ac:chgData name="DOWTY, PETER (DNR)" userId="01cf875a-4e15-4928-8f93-7a0dfa1efb6b" providerId="ADAL" clId="{E9054DD1-CDF4-4BE2-A4C5-BD4B0395A89E}" dt="2026-08-10T15:07:37.030" v="22739" actId="1076"/>
          <ac:cxnSpMkLst>
            <pc:docMk/>
            <pc:sldMk cId="609132950" sldId="339"/>
            <ac:cxnSpMk id="9" creationId="{698E5FE7-D483-2ED7-D841-A0857F9D394B}"/>
          </ac:cxnSpMkLst>
        </pc:cxnChg>
        <pc:cxnChg chg="add mod">
          <ac:chgData name="DOWTY, PETER (DNR)" userId="01cf875a-4e15-4928-8f93-7a0dfa1efb6b" providerId="ADAL" clId="{E9054DD1-CDF4-4BE2-A4C5-BD4B0395A89E}" dt="2026-08-10T15:07:40.619" v="22740" actId="1076"/>
          <ac:cxnSpMkLst>
            <pc:docMk/>
            <pc:sldMk cId="609132950" sldId="339"/>
            <ac:cxnSpMk id="10" creationId="{56F66302-46E6-398A-53AC-885D167E6662}"/>
          </ac:cxnSpMkLst>
        </pc:cxnChg>
        <pc:cxnChg chg="add mod">
          <ac:chgData name="DOWTY, PETER (DNR)" userId="01cf875a-4e15-4928-8f93-7a0dfa1efb6b" providerId="ADAL" clId="{E9054DD1-CDF4-4BE2-A4C5-BD4B0395A89E}" dt="2026-08-10T15:08:00.575" v="22743" actId="1076"/>
          <ac:cxnSpMkLst>
            <pc:docMk/>
            <pc:sldMk cId="609132950" sldId="339"/>
            <ac:cxnSpMk id="25" creationId="{CE6BD2BA-80EB-023A-E5B2-18D393CCE3DF}"/>
          </ac:cxnSpMkLst>
        </pc:cxnChg>
        <pc:cxnChg chg="add mod">
          <ac:chgData name="DOWTY, PETER (DNR)" userId="01cf875a-4e15-4928-8f93-7a0dfa1efb6b" providerId="ADAL" clId="{E9054DD1-CDF4-4BE2-A4C5-BD4B0395A89E}" dt="2026-08-10T15:08:04.018" v="22744" actId="1076"/>
          <ac:cxnSpMkLst>
            <pc:docMk/>
            <pc:sldMk cId="609132950" sldId="339"/>
            <ac:cxnSpMk id="26" creationId="{12D2C2CF-DD6A-2481-79D1-E730D691FAEA}"/>
          </ac:cxnSpMkLst>
        </pc:cxnChg>
        <pc:cxnChg chg="add mod">
          <ac:chgData name="DOWTY, PETER (DNR)" userId="01cf875a-4e15-4928-8f93-7a0dfa1efb6b" providerId="ADAL" clId="{E9054DD1-CDF4-4BE2-A4C5-BD4B0395A89E}" dt="2026-08-10T15:08:21.544" v="22752" actId="1076"/>
          <ac:cxnSpMkLst>
            <pc:docMk/>
            <pc:sldMk cId="609132950" sldId="339"/>
            <ac:cxnSpMk id="28" creationId="{72AFF47B-8793-459A-C703-38F67F0453F8}"/>
          </ac:cxnSpMkLst>
        </pc:cxnChg>
        <pc:cxnChg chg="add mod ord">
          <ac:chgData name="DOWTY, PETER (DNR)" userId="01cf875a-4e15-4928-8f93-7a0dfa1efb6b" providerId="ADAL" clId="{E9054DD1-CDF4-4BE2-A4C5-BD4B0395A89E}" dt="2026-08-13T15:57:28.552" v="25728" actId="167"/>
          <ac:cxnSpMkLst>
            <pc:docMk/>
            <pc:sldMk cId="609132950" sldId="339"/>
            <ac:cxnSpMk id="31" creationId="{C15B1C5B-015F-EDF0-6597-8D7332D26695}"/>
          </ac:cxnSpMkLst>
        </pc:cxnChg>
        <pc:cxnChg chg="add mod">
          <ac:chgData name="DOWTY, PETER (DNR)" userId="01cf875a-4e15-4928-8f93-7a0dfa1efb6b" providerId="ADAL" clId="{E9054DD1-CDF4-4BE2-A4C5-BD4B0395A89E}" dt="2026-08-10T16:16:28.717" v="22896" actId="208"/>
          <ac:cxnSpMkLst>
            <pc:docMk/>
            <pc:sldMk cId="609132950" sldId="339"/>
            <ac:cxnSpMk id="38" creationId="{AE943B56-3F9B-D0B1-1423-C2724E78864B}"/>
          </ac:cxnSpMkLst>
        </pc:cxnChg>
      </pc:sldChg>
      <pc:sldChg chg="delSp del mod">
        <pc:chgData name="DOWTY, PETER (DNR)" userId="01cf875a-4e15-4928-8f93-7a0dfa1efb6b" providerId="ADAL" clId="{E9054DD1-CDF4-4BE2-A4C5-BD4B0395A89E}" dt="2026-08-12T20:23:50.787" v="25582" actId="2696"/>
        <pc:sldMkLst>
          <pc:docMk/>
          <pc:sldMk cId="845304931" sldId="341"/>
        </pc:sldMkLst>
        <pc:picChg chg="del">
          <ac:chgData name="DOWTY, PETER (DNR)" userId="01cf875a-4e15-4928-8f93-7a0dfa1efb6b" providerId="ADAL" clId="{E9054DD1-CDF4-4BE2-A4C5-BD4B0395A89E}" dt="2026-08-12T20:23:47.880" v="25581" actId="478"/>
          <ac:picMkLst>
            <pc:docMk/>
            <pc:sldMk cId="845304931" sldId="341"/>
            <ac:picMk id="3" creationId="{A68D0321-335D-80DF-9E98-86FD70D41A68}"/>
          </ac:picMkLst>
        </pc:picChg>
      </pc:sldChg>
      <pc:sldChg chg="addSp modSp new mod ord">
        <pc:chgData name="DOWTY, PETER (DNR)" userId="01cf875a-4e15-4928-8f93-7a0dfa1efb6b" providerId="ADAL" clId="{E9054DD1-CDF4-4BE2-A4C5-BD4B0395A89E}" dt="2026-08-12T20:23:17.183" v="25574"/>
        <pc:sldMkLst>
          <pc:docMk/>
          <pc:sldMk cId="3097502330" sldId="342"/>
        </pc:sldMkLst>
        <pc:spChg chg="add mod">
          <ac:chgData name="DOWTY, PETER (DNR)" userId="01cf875a-4e15-4928-8f93-7a0dfa1efb6b" providerId="ADAL" clId="{E9054DD1-CDF4-4BE2-A4C5-BD4B0395A89E}" dt="2026-08-10T15:56:58.948" v="22888" actId="1076"/>
          <ac:spMkLst>
            <pc:docMk/>
            <pc:sldMk cId="3097502330" sldId="342"/>
            <ac:spMk id="3" creationId="{AD806F9C-BA78-2864-2AD0-B777E847320E}"/>
          </ac:spMkLst>
        </pc:spChg>
        <pc:spChg chg="add mod">
          <ac:chgData name="DOWTY, PETER (DNR)" userId="01cf875a-4e15-4928-8f93-7a0dfa1efb6b" providerId="ADAL" clId="{E9054DD1-CDF4-4BE2-A4C5-BD4B0395A89E}" dt="2026-08-10T15:56:58.948" v="22888" actId="1076"/>
          <ac:spMkLst>
            <pc:docMk/>
            <pc:sldMk cId="3097502330" sldId="342"/>
            <ac:spMk id="5" creationId="{C02CE1B7-E5B2-B9EB-8F70-7760F57345B0}"/>
          </ac:spMkLst>
        </pc:spChg>
        <pc:spChg chg="add mod">
          <ac:chgData name="DOWTY, PETER (DNR)" userId="01cf875a-4e15-4928-8f93-7a0dfa1efb6b" providerId="ADAL" clId="{E9054DD1-CDF4-4BE2-A4C5-BD4B0395A89E}" dt="2026-08-10T15:56:58.948" v="22888" actId="1076"/>
          <ac:spMkLst>
            <pc:docMk/>
            <pc:sldMk cId="3097502330" sldId="342"/>
            <ac:spMk id="7" creationId="{EA68E7AA-BBA8-6D7A-3EB4-6FA2894EFD16}"/>
          </ac:spMkLst>
        </pc:spChg>
      </pc:sldChg>
      <pc:sldChg chg="addSp delSp modSp new mod ord">
        <pc:chgData name="DOWTY, PETER (DNR)" userId="01cf875a-4e15-4928-8f93-7a0dfa1efb6b" providerId="ADAL" clId="{E9054DD1-CDF4-4BE2-A4C5-BD4B0395A89E}" dt="2026-08-13T15:54:04.416" v="25715" actId="20577"/>
        <pc:sldMkLst>
          <pc:docMk/>
          <pc:sldMk cId="2973103337" sldId="343"/>
        </pc:sldMkLst>
        <pc:spChg chg="add del mod">
          <ac:chgData name="DOWTY, PETER (DNR)" userId="01cf875a-4e15-4928-8f93-7a0dfa1efb6b" providerId="ADAL" clId="{E9054DD1-CDF4-4BE2-A4C5-BD4B0395A89E}" dt="2026-08-13T15:53:59.562" v="25699" actId="478"/>
          <ac:spMkLst>
            <pc:docMk/>
            <pc:sldMk cId="2973103337" sldId="343"/>
            <ac:spMk id="2" creationId="{C028E3E9-78C4-80A2-5468-658BE2FC1937}"/>
          </ac:spMkLst>
        </pc:spChg>
        <pc:spChg chg="add mod">
          <ac:chgData name="DOWTY, PETER (DNR)" userId="01cf875a-4e15-4928-8f93-7a0dfa1efb6b" providerId="ADAL" clId="{E9054DD1-CDF4-4BE2-A4C5-BD4B0395A89E}" dt="2026-08-10T15:57:35.455" v="22891" actId="1076"/>
          <ac:spMkLst>
            <pc:docMk/>
            <pc:sldMk cId="2973103337" sldId="343"/>
            <ac:spMk id="3" creationId="{7776502F-2CBB-C23D-B596-AAF182CF5980}"/>
          </ac:spMkLst>
        </pc:spChg>
        <pc:spChg chg="add mod">
          <ac:chgData name="DOWTY, PETER (DNR)" userId="01cf875a-4e15-4928-8f93-7a0dfa1efb6b" providerId="ADAL" clId="{E9054DD1-CDF4-4BE2-A4C5-BD4B0395A89E}" dt="2026-08-13T15:54:04.416" v="25715" actId="20577"/>
          <ac:spMkLst>
            <pc:docMk/>
            <pc:sldMk cId="2973103337" sldId="343"/>
            <ac:spMk id="5" creationId="{A612D8A5-5ECF-C3A2-5E91-3057046BD175}"/>
          </ac:spMkLst>
        </pc:spChg>
        <pc:spChg chg="add mod">
          <ac:chgData name="DOWTY, PETER (DNR)" userId="01cf875a-4e15-4928-8f93-7a0dfa1efb6b" providerId="ADAL" clId="{E9054DD1-CDF4-4BE2-A4C5-BD4B0395A89E}" dt="2026-08-10T15:57:35.455" v="22891" actId="1076"/>
          <ac:spMkLst>
            <pc:docMk/>
            <pc:sldMk cId="2973103337" sldId="343"/>
            <ac:spMk id="7" creationId="{65164C9C-2BEE-37FE-7F30-7FBE863CC23D}"/>
          </ac:spMkLst>
        </pc:spChg>
        <pc:spChg chg="add mod">
          <ac:chgData name="DOWTY, PETER (DNR)" userId="01cf875a-4e15-4928-8f93-7a0dfa1efb6b" providerId="ADAL" clId="{E9054DD1-CDF4-4BE2-A4C5-BD4B0395A89E}" dt="2026-08-10T15:57:35.455" v="22891" actId="1076"/>
          <ac:spMkLst>
            <pc:docMk/>
            <pc:sldMk cId="2973103337" sldId="343"/>
            <ac:spMk id="9" creationId="{5F694ED4-2D40-6B3B-74F8-C23023A2CBAB}"/>
          </ac:spMkLst>
        </pc:spChg>
      </pc:sldChg>
      <pc:sldChg chg="addSp delSp modSp add mod ord">
        <pc:chgData name="DOWTY, PETER (DNR)" userId="01cf875a-4e15-4928-8f93-7a0dfa1efb6b" providerId="ADAL" clId="{E9054DD1-CDF4-4BE2-A4C5-BD4B0395A89E}" dt="2026-08-12T20:22:54.781" v="25570"/>
        <pc:sldMkLst>
          <pc:docMk/>
          <pc:sldMk cId="3056356193" sldId="344"/>
        </pc:sldMkLst>
        <pc:spChg chg="add mod">
          <ac:chgData name="DOWTY, PETER (DNR)" userId="01cf875a-4e15-4928-8f93-7a0dfa1efb6b" providerId="ADAL" clId="{E9054DD1-CDF4-4BE2-A4C5-BD4B0395A89E}" dt="2026-08-12T14:03:59.677" v="24820" actId="207"/>
          <ac:spMkLst>
            <pc:docMk/>
            <pc:sldMk cId="3056356193" sldId="344"/>
            <ac:spMk id="6" creationId="{DD6CA2B6-36A5-A2C1-1C62-D44DC190B82A}"/>
          </ac:spMkLst>
        </pc:spChg>
        <pc:spChg chg="add mod">
          <ac:chgData name="DOWTY, PETER (DNR)" userId="01cf875a-4e15-4928-8f93-7a0dfa1efb6b" providerId="ADAL" clId="{E9054DD1-CDF4-4BE2-A4C5-BD4B0395A89E}" dt="2026-08-12T14:33:18.461" v="24961" actId="1036"/>
          <ac:spMkLst>
            <pc:docMk/>
            <pc:sldMk cId="3056356193" sldId="344"/>
            <ac:spMk id="12" creationId="{CF01EC07-C20D-7805-E3D9-DB062F2C079C}"/>
          </ac:spMkLst>
        </pc:spChg>
        <pc:spChg chg="add mod">
          <ac:chgData name="DOWTY, PETER (DNR)" userId="01cf875a-4e15-4928-8f93-7a0dfa1efb6b" providerId="ADAL" clId="{E9054DD1-CDF4-4BE2-A4C5-BD4B0395A89E}" dt="2026-08-12T14:18:04.351" v="24917" actId="164"/>
          <ac:spMkLst>
            <pc:docMk/>
            <pc:sldMk cId="3056356193" sldId="344"/>
            <ac:spMk id="13" creationId="{36B14AAB-4AEE-5F9B-102C-0B64CF0D988A}"/>
          </ac:spMkLst>
        </pc:spChg>
        <pc:spChg chg="add mod">
          <ac:chgData name="DOWTY, PETER (DNR)" userId="01cf875a-4e15-4928-8f93-7a0dfa1efb6b" providerId="ADAL" clId="{E9054DD1-CDF4-4BE2-A4C5-BD4B0395A89E}" dt="2026-08-12T14:18:04.351" v="24917" actId="164"/>
          <ac:spMkLst>
            <pc:docMk/>
            <pc:sldMk cId="3056356193" sldId="344"/>
            <ac:spMk id="14" creationId="{71743284-FEDB-A3F2-2374-51099BE47916}"/>
          </ac:spMkLst>
        </pc:spChg>
        <pc:spChg chg="add mod">
          <ac:chgData name="DOWTY, PETER (DNR)" userId="01cf875a-4e15-4928-8f93-7a0dfa1efb6b" providerId="ADAL" clId="{E9054DD1-CDF4-4BE2-A4C5-BD4B0395A89E}" dt="2026-08-12T14:25:58.808" v="24934" actId="164"/>
          <ac:spMkLst>
            <pc:docMk/>
            <pc:sldMk cId="3056356193" sldId="344"/>
            <ac:spMk id="16" creationId="{281E5A67-0278-5CA5-F989-1E00E672A27C}"/>
          </ac:spMkLst>
        </pc:spChg>
        <pc:spChg chg="add mod ord">
          <ac:chgData name="DOWTY, PETER (DNR)" userId="01cf875a-4e15-4928-8f93-7a0dfa1efb6b" providerId="ADAL" clId="{E9054DD1-CDF4-4BE2-A4C5-BD4B0395A89E}" dt="2026-08-12T14:32:27.837" v="24955" actId="167"/>
          <ac:spMkLst>
            <pc:docMk/>
            <pc:sldMk cId="3056356193" sldId="344"/>
            <ac:spMk id="20" creationId="{EFC9C5D1-C715-7B15-1756-54108A19CA1A}"/>
          </ac:spMkLst>
        </pc:spChg>
        <pc:spChg chg="mod">
          <ac:chgData name="DOWTY, PETER (DNR)" userId="01cf875a-4e15-4928-8f93-7a0dfa1efb6b" providerId="ADAL" clId="{E9054DD1-CDF4-4BE2-A4C5-BD4B0395A89E}" dt="2026-08-10T18:01:58.726" v="22899"/>
          <ac:spMkLst>
            <pc:docMk/>
            <pc:sldMk cId="3056356193" sldId="344"/>
            <ac:spMk id="55" creationId="{4FD7FD1B-2EB0-63A6-CD13-A2DFA3BF74B0}"/>
          </ac:spMkLst>
        </pc:spChg>
        <pc:spChg chg="mod">
          <ac:chgData name="DOWTY, PETER (DNR)" userId="01cf875a-4e15-4928-8f93-7a0dfa1efb6b" providerId="ADAL" clId="{E9054DD1-CDF4-4BE2-A4C5-BD4B0395A89E}" dt="2026-08-10T18:03:58.285" v="22918" actId="20577"/>
          <ac:spMkLst>
            <pc:docMk/>
            <pc:sldMk cId="3056356193" sldId="344"/>
            <ac:spMk id="59" creationId="{68CF2616-16F4-C86C-09CA-3F66052A8BB5}"/>
          </ac:spMkLst>
        </pc:spChg>
        <pc:spChg chg="add mod">
          <ac:chgData name="DOWTY, PETER (DNR)" userId="01cf875a-4e15-4928-8f93-7a0dfa1efb6b" providerId="ADAL" clId="{E9054DD1-CDF4-4BE2-A4C5-BD4B0395A89E}" dt="2026-08-10T18:02:26.874" v="22906" actId="164"/>
          <ac:spMkLst>
            <pc:docMk/>
            <pc:sldMk cId="3056356193" sldId="344"/>
            <ac:spMk id="61" creationId="{059C0C8F-1742-9527-09BA-E9456C634264}"/>
          </ac:spMkLst>
        </pc:spChg>
        <pc:spChg chg="add mod">
          <ac:chgData name="DOWTY, PETER (DNR)" userId="01cf875a-4e15-4928-8f93-7a0dfa1efb6b" providerId="ADAL" clId="{E9054DD1-CDF4-4BE2-A4C5-BD4B0395A89E}" dt="2026-08-10T18:04:50.522" v="22923" actId="12788"/>
          <ac:spMkLst>
            <pc:docMk/>
            <pc:sldMk cId="3056356193" sldId="344"/>
            <ac:spMk id="62" creationId="{F920B678-D2A9-2AC9-89A1-2A4BC0CF46A6}"/>
          </ac:spMkLst>
        </pc:spChg>
        <pc:spChg chg="mod topLvl">
          <ac:chgData name="DOWTY, PETER (DNR)" userId="01cf875a-4e15-4928-8f93-7a0dfa1efb6b" providerId="ADAL" clId="{E9054DD1-CDF4-4BE2-A4C5-BD4B0395A89E}" dt="2026-08-12T14:03:51.724" v="24818" actId="207"/>
          <ac:spMkLst>
            <pc:docMk/>
            <pc:sldMk cId="3056356193" sldId="344"/>
            <ac:spMk id="89" creationId="{F9845DCC-1666-8F22-AD28-36FCABBDBB18}"/>
          </ac:spMkLst>
        </pc:spChg>
        <pc:spChg chg="mod">
          <ac:chgData name="DOWTY, PETER (DNR)" userId="01cf875a-4e15-4928-8f93-7a0dfa1efb6b" providerId="ADAL" clId="{E9054DD1-CDF4-4BE2-A4C5-BD4B0395A89E}" dt="2026-08-10T18:20:46.081" v="22994"/>
          <ac:spMkLst>
            <pc:docMk/>
            <pc:sldMk cId="3056356193" sldId="344"/>
            <ac:spMk id="94" creationId="{1445C3B9-4FF2-79CB-3911-9C1FA0591EDC}"/>
          </ac:spMkLst>
        </pc:spChg>
        <pc:spChg chg="mod topLvl">
          <ac:chgData name="DOWTY, PETER (DNR)" userId="01cf875a-4e15-4928-8f93-7a0dfa1efb6b" providerId="ADAL" clId="{E9054DD1-CDF4-4BE2-A4C5-BD4B0395A89E}" dt="2026-08-10T18:23:54.159" v="23014" actId="164"/>
          <ac:spMkLst>
            <pc:docMk/>
            <pc:sldMk cId="3056356193" sldId="344"/>
            <ac:spMk id="100" creationId="{D9A8CDCE-597F-949B-C26B-CF7D5B1A9DBA}"/>
          </ac:spMkLst>
        </pc:spChg>
        <pc:spChg chg="add mod">
          <ac:chgData name="DOWTY, PETER (DNR)" userId="01cf875a-4e15-4928-8f93-7a0dfa1efb6b" providerId="ADAL" clId="{E9054DD1-CDF4-4BE2-A4C5-BD4B0395A89E}" dt="2026-08-10T20:00:56.508" v="23517" actId="1076"/>
          <ac:spMkLst>
            <pc:docMk/>
            <pc:sldMk cId="3056356193" sldId="344"/>
            <ac:spMk id="109" creationId="{E71DF4F0-D68A-681B-292D-70E5D03907F8}"/>
          </ac:spMkLst>
        </pc:spChg>
        <pc:spChg chg="add mod">
          <ac:chgData name="DOWTY, PETER (DNR)" userId="01cf875a-4e15-4928-8f93-7a0dfa1efb6b" providerId="ADAL" clId="{E9054DD1-CDF4-4BE2-A4C5-BD4B0395A89E}" dt="2026-08-10T19:00:41.892" v="23440" actId="208"/>
          <ac:spMkLst>
            <pc:docMk/>
            <pc:sldMk cId="3056356193" sldId="344"/>
            <ac:spMk id="113" creationId="{FB1595C6-1DD5-C903-2179-9FD262C92356}"/>
          </ac:spMkLst>
        </pc:spChg>
        <pc:spChg chg="add mod">
          <ac:chgData name="DOWTY, PETER (DNR)" userId="01cf875a-4e15-4928-8f93-7a0dfa1efb6b" providerId="ADAL" clId="{E9054DD1-CDF4-4BE2-A4C5-BD4B0395A89E}" dt="2026-08-10T18:41:23.494" v="23281" actId="1076"/>
          <ac:spMkLst>
            <pc:docMk/>
            <pc:sldMk cId="3056356193" sldId="344"/>
            <ac:spMk id="118" creationId="{D50120CA-8E30-28E4-1429-18FDA10B88D7}"/>
          </ac:spMkLst>
        </pc:spChg>
        <pc:spChg chg="add mod ord">
          <ac:chgData name="DOWTY, PETER (DNR)" userId="01cf875a-4e15-4928-8f93-7a0dfa1efb6b" providerId="ADAL" clId="{E9054DD1-CDF4-4BE2-A4C5-BD4B0395A89E}" dt="2026-08-10T18:44:13.975" v="23298" actId="1076"/>
          <ac:spMkLst>
            <pc:docMk/>
            <pc:sldMk cId="3056356193" sldId="344"/>
            <ac:spMk id="122" creationId="{110ED018-0FC7-D251-0170-76273759ED92}"/>
          </ac:spMkLst>
        </pc:spChg>
        <pc:spChg chg="add mod ord topLvl">
          <ac:chgData name="DOWTY, PETER (DNR)" userId="01cf875a-4e15-4928-8f93-7a0dfa1efb6b" providerId="ADAL" clId="{E9054DD1-CDF4-4BE2-A4C5-BD4B0395A89E}" dt="2026-08-10T20:13:29.946" v="23588" actId="1076"/>
          <ac:spMkLst>
            <pc:docMk/>
            <pc:sldMk cId="3056356193" sldId="344"/>
            <ac:spMk id="125" creationId="{0BE20B33-A89B-E3D7-953D-63D626B05929}"/>
          </ac:spMkLst>
        </pc:spChg>
        <pc:spChg chg="mod topLvl">
          <ac:chgData name="DOWTY, PETER (DNR)" userId="01cf875a-4e15-4928-8f93-7a0dfa1efb6b" providerId="ADAL" clId="{E9054DD1-CDF4-4BE2-A4C5-BD4B0395A89E}" dt="2026-08-10T18:37:39.289" v="23198" actId="164"/>
          <ac:spMkLst>
            <pc:docMk/>
            <pc:sldMk cId="3056356193" sldId="344"/>
            <ac:spMk id="130" creationId="{5D75C1D2-D361-5B3D-39D0-277E93BE382A}"/>
          </ac:spMkLst>
        </pc:spChg>
        <pc:spChg chg="add mod">
          <ac:chgData name="DOWTY, PETER (DNR)" userId="01cf875a-4e15-4928-8f93-7a0dfa1efb6b" providerId="ADAL" clId="{E9054DD1-CDF4-4BE2-A4C5-BD4B0395A89E}" dt="2026-08-10T18:40:59.143" v="23278" actId="20577"/>
          <ac:spMkLst>
            <pc:docMk/>
            <pc:sldMk cId="3056356193" sldId="344"/>
            <ac:spMk id="132" creationId="{5240219B-1E65-A9F1-4064-1A4CC756EE7A}"/>
          </ac:spMkLst>
        </pc:spChg>
        <pc:spChg chg="add mod">
          <ac:chgData name="DOWTY, PETER (DNR)" userId="01cf875a-4e15-4928-8f93-7a0dfa1efb6b" providerId="ADAL" clId="{E9054DD1-CDF4-4BE2-A4C5-BD4B0395A89E}" dt="2026-08-12T13:47:43.133" v="24808" actId="1076"/>
          <ac:spMkLst>
            <pc:docMk/>
            <pc:sldMk cId="3056356193" sldId="344"/>
            <ac:spMk id="134" creationId="{5D3147F9-623B-86A9-CB25-7D09BC1CDCE4}"/>
          </ac:spMkLst>
        </pc:spChg>
        <pc:spChg chg="add mod">
          <ac:chgData name="DOWTY, PETER (DNR)" userId="01cf875a-4e15-4928-8f93-7a0dfa1efb6b" providerId="ADAL" clId="{E9054DD1-CDF4-4BE2-A4C5-BD4B0395A89E}" dt="2026-08-10T18:41:07.758" v="23280" actId="14100"/>
          <ac:spMkLst>
            <pc:docMk/>
            <pc:sldMk cId="3056356193" sldId="344"/>
            <ac:spMk id="136" creationId="{FEB8E7C8-7858-7ACF-943E-21644FD27306}"/>
          </ac:spMkLst>
        </pc:spChg>
        <pc:spChg chg="add mod">
          <ac:chgData name="DOWTY, PETER (DNR)" userId="01cf875a-4e15-4928-8f93-7a0dfa1efb6b" providerId="ADAL" clId="{E9054DD1-CDF4-4BE2-A4C5-BD4B0395A89E}" dt="2026-08-10T18:40:42.441" v="23268" actId="164"/>
          <ac:spMkLst>
            <pc:docMk/>
            <pc:sldMk cId="3056356193" sldId="344"/>
            <ac:spMk id="137" creationId="{FBA291DE-CA57-35C4-EEA5-CBFCAB09EA68}"/>
          </ac:spMkLst>
        </pc:spChg>
        <pc:spChg chg="add mod ord">
          <ac:chgData name="DOWTY, PETER (DNR)" userId="01cf875a-4e15-4928-8f93-7a0dfa1efb6b" providerId="ADAL" clId="{E9054DD1-CDF4-4BE2-A4C5-BD4B0395A89E}" dt="2026-08-12T14:32:27.837" v="24955" actId="167"/>
          <ac:spMkLst>
            <pc:docMk/>
            <pc:sldMk cId="3056356193" sldId="344"/>
            <ac:spMk id="139" creationId="{E1E75A20-9E2E-EE55-B155-6A376CC3EB57}"/>
          </ac:spMkLst>
        </pc:spChg>
        <pc:spChg chg="add mod ord">
          <ac:chgData name="DOWTY, PETER (DNR)" userId="01cf875a-4e15-4928-8f93-7a0dfa1efb6b" providerId="ADAL" clId="{E9054DD1-CDF4-4BE2-A4C5-BD4B0395A89E}" dt="2026-08-12T14:32:27.837" v="24955" actId="167"/>
          <ac:spMkLst>
            <pc:docMk/>
            <pc:sldMk cId="3056356193" sldId="344"/>
            <ac:spMk id="141" creationId="{1C654E2E-5919-27BD-AC64-C1066A6D745B}"/>
          </ac:spMkLst>
        </pc:spChg>
        <pc:spChg chg="add mod topLvl">
          <ac:chgData name="DOWTY, PETER (DNR)" userId="01cf875a-4e15-4928-8f93-7a0dfa1efb6b" providerId="ADAL" clId="{E9054DD1-CDF4-4BE2-A4C5-BD4B0395A89E}" dt="2026-08-12T14:03:38.866" v="24816" actId="207"/>
          <ac:spMkLst>
            <pc:docMk/>
            <pc:sldMk cId="3056356193" sldId="344"/>
            <ac:spMk id="143" creationId="{9D6AA185-DA5C-D83A-8A75-D6EB8A72F407}"/>
          </ac:spMkLst>
        </pc:spChg>
        <pc:spChg chg="add mod">
          <ac:chgData name="DOWTY, PETER (DNR)" userId="01cf875a-4e15-4928-8f93-7a0dfa1efb6b" providerId="ADAL" clId="{E9054DD1-CDF4-4BE2-A4C5-BD4B0395A89E}" dt="2026-08-12T14:03:45.403" v="24817" actId="207"/>
          <ac:spMkLst>
            <pc:docMk/>
            <pc:sldMk cId="3056356193" sldId="344"/>
            <ac:spMk id="145" creationId="{8B7C90CE-0306-2465-BCBE-9F1BAE580E3F}"/>
          </ac:spMkLst>
        </pc:spChg>
        <pc:spChg chg="add mod">
          <ac:chgData name="DOWTY, PETER (DNR)" userId="01cf875a-4e15-4928-8f93-7a0dfa1efb6b" providerId="ADAL" clId="{E9054DD1-CDF4-4BE2-A4C5-BD4B0395A89E}" dt="2026-08-10T19:00:41.892" v="23440" actId="208"/>
          <ac:spMkLst>
            <pc:docMk/>
            <pc:sldMk cId="3056356193" sldId="344"/>
            <ac:spMk id="158" creationId="{780D8A21-9B80-22D6-9CEE-9A7D01740919}"/>
          </ac:spMkLst>
        </pc:spChg>
        <pc:spChg chg="add del mod">
          <ac:chgData name="DOWTY, PETER (DNR)" userId="01cf875a-4e15-4928-8f93-7a0dfa1efb6b" providerId="ADAL" clId="{E9054DD1-CDF4-4BE2-A4C5-BD4B0395A89E}" dt="2026-08-12T14:42:32.056" v="24967" actId="478"/>
          <ac:spMkLst>
            <pc:docMk/>
            <pc:sldMk cId="3056356193" sldId="344"/>
            <ac:spMk id="160" creationId="{245B04B5-DB4C-F5F3-F059-D324ECFC0231}"/>
          </ac:spMkLst>
        </pc:spChg>
        <pc:spChg chg="add mod">
          <ac:chgData name="DOWTY, PETER (DNR)" userId="01cf875a-4e15-4928-8f93-7a0dfa1efb6b" providerId="ADAL" clId="{E9054DD1-CDF4-4BE2-A4C5-BD4B0395A89E}" dt="2026-08-10T19:02:21.381" v="23444" actId="1076"/>
          <ac:spMkLst>
            <pc:docMk/>
            <pc:sldMk cId="3056356193" sldId="344"/>
            <ac:spMk id="163" creationId="{4A6114C5-5669-51FE-4D24-BCDA5E9569F2}"/>
          </ac:spMkLst>
        </pc:spChg>
        <pc:spChg chg="add mod">
          <ac:chgData name="DOWTY, PETER (DNR)" userId="01cf875a-4e15-4928-8f93-7a0dfa1efb6b" providerId="ADAL" clId="{E9054DD1-CDF4-4BE2-A4C5-BD4B0395A89E}" dt="2026-08-10T19:03:17.231" v="23454" actId="1076"/>
          <ac:spMkLst>
            <pc:docMk/>
            <pc:sldMk cId="3056356193" sldId="344"/>
            <ac:spMk id="164" creationId="{51699950-E7BB-1182-7762-A8739DA488FF}"/>
          </ac:spMkLst>
        </pc:spChg>
        <pc:spChg chg="add mod ord">
          <ac:chgData name="DOWTY, PETER (DNR)" userId="01cf875a-4e15-4928-8f93-7a0dfa1efb6b" providerId="ADAL" clId="{E9054DD1-CDF4-4BE2-A4C5-BD4B0395A89E}" dt="2026-08-12T14:32:27.837" v="24955" actId="167"/>
          <ac:spMkLst>
            <pc:docMk/>
            <pc:sldMk cId="3056356193" sldId="344"/>
            <ac:spMk id="166" creationId="{DF70D2C1-390C-010F-423E-AC33520E9377}"/>
          </ac:spMkLst>
        </pc:spChg>
        <pc:spChg chg="add mod">
          <ac:chgData name="DOWTY, PETER (DNR)" userId="01cf875a-4e15-4928-8f93-7a0dfa1efb6b" providerId="ADAL" clId="{E9054DD1-CDF4-4BE2-A4C5-BD4B0395A89E}" dt="2026-08-12T13:38:01.184" v="24743" actId="1076"/>
          <ac:spMkLst>
            <pc:docMk/>
            <pc:sldMk cId="3056356193" sldId="344"/>
            <ac:spMk id="168" creationId="{AF400BF4-97E1-2AF0-9ADF-3CCD2F9A0854}"/>
          </ac:spMkLst>
        </pc:spChg>
        <pc:spChg chg="add mod ord">
          <ac:chgData name="DOWTY, PETER (DNR)" userId="01cf875a-4e15-4928-8f93-7a0dfa1efb6b" providerId="ADAL" clId="{E9054DD1-CDF4-4BE2-A4C5-BD4B0395A89E}" dt="2026-08-12T14:32:27.837" v="24955" actId="167"/>
          <ac:spMkLst>
            <pc:docMk/>
            <pc:sldMk cId="3056356193" sldId="344"/>
            <ac:spMk id="170" creationId="{93146CCD-C0A1-10EC-5E4D-60B55C91923C}"/>
          </ac:spMkLst>
        </pc:spChg>
        <pc:spChg chg="add mod">
          <ac:chgData name="DOWTY, PETER (DNR)" userId="01cf875a-4e15-4928-8f93-7a0dfa1efb6b" providerId="ADAL" clId="{E9054DD1-CDF4-4BE2-A4C5-BD4B0395A89E}" dt="2026-08-10T20:00:31.311" v="23514" actId="1076"/>
          <ac:spMkLst>
            <pc:docMk/>
            <pc:sldMk cId="3056356193" sldId="344"/>
            <ac:spMk id="172" creationId="{C890923E-CD12-D576-74D1-3917BA0FB94D}"/>
          </ac:spMkLst>
        </pc:spChg>
        <pc:spChg chg="add mod">
          <ac:chgData name="DOWTY, PETER (DNR)" userId="01cf875a-4e15-4928-8f93-7a0dfa1efb6b" providerId="ADAL" clId="{E9054DD1-CDF4-4BE2-A4C5-BD4B0395A89E}" dt="2026-08-10T20:05:49.571" v="23556" actId="164"/>
          <ac:spMkLst>
            <pc:docMk/>
            <pc:sldMk cId="3056356193" sldId="344"/>
            <ac:spMk id="181" creationId="{266D4595-37CD-612A-4ED7-26B013D4D09A}"/>
          </ac:spMkLst>
        </pc:spChg>
        <pc:spChg chg="mod">
          <ac:chgData name="DOWTY, PETER (DNR)" userId="01cf875a-4e15-4928-8f93-7a0dfa1efb6b" providerId="ADAL" clId="{E9054DD1-CDF4-4BE2-A4C5-BD4B0395A89E}" dt="2026-08-12T14:03:55.456" v="24819" actId="207"/>
          <ac:spMkLst>
            <pc:docMk/>
            <pc:sldMk cId="3056356193" sldId="344"/>
            <ac:spMk id="185" creationId="{116810E5-284F-768D-ADE3-BAB6FD7BB68F}"/>
          </ac:spMkLst>
        </pc:spChg>
        <pc:spChg chg="mod">
          <ac:chgData name="DOWTY, PETER (DNR)" userId="01cf875a-4e15-4928-8f93-7a0dfa1efb6b" providerId="ADAL" clId="{E9054DD1-CDF4-4BE2-A4C5-BD4B0395A89E}" dt="2026-08-10T20:06:11.639" v="23558"/>
          <ac:spMkLst>
            <pc:docMk/>
            <pc:sldMk cId="3056356193" sldId="344"/>
            <ac:spMk id="189" creationId="{6D21539D-F338-BADA-A906-D55125A13449}"/>
          </ac:spMkLst>
        </pc:spChg>
        <pc:spChg chg="add mod">
          <ac:chgData name="DOWTY, PETER (DNR)" userId="01cf875a-4e15-4928-8f93-7a0dfa1efb6b" providerId="ADAL" clId="{E9054DD1-CDF4-4BE2-A4C5-BD4B0395A89E}" dt="2026-08-10T20:06:47.914" v="23570" actId="1076"/>
          <ac:spMkLst>
            <pc:docMk/>
            <pc:sldMk cId="3056356193" sldId="344"/>
            <ac:spMk id="192" creationId="{1CC7C854-BC9B-B4E7-0005-21D74EF29E02}"/>
          </ac:spMkLst>
        </pc:spChg>
        <pc:spChg chg="mod">
          <ac:chgData name="DOWTY, PETER (DNR)" userId="01cf875a-4e15-4928-8f93-7a0dfa1efb6b" providerId="ADAL" clId="{E9054DD1-CDF4-4BE2-A4C5-BD4B0395A89E}" dt="2026-08-10T20:14:28.144" v="23602" actId="1076"/>
          <ac:spMkLst>
            <pc:docMk/>
            <pc:sldMk cId="3056356193" sldId="344"/>
            <ac:spMk id="198" creationId="{3ADACFB8-3E34-E64F-87D0-A65CE8FEE6DE}"/>
          </ac:spMkLst>
        </pc:spChg>
        <pc:spChg chg="add mod ord">
          <ac:chgData name="DOWTY, PETER (DNR)" userId="01cf875a-4e15-4928-8f93-7a0dfa1efb6b" providerId="ADAL" clId="{E9054DD1-CDF4-4BE2-A4C5-BD4B0395A89E}" dt="2026-08-12T14:32:27.837" v="24955" actId="167"/>
          <ac:spMkLst>
            <pc:docMk/>
            <pc:sldMk cId="3056356193" sldId="344"/>
            <ac:spMk id="201" creationId="{F2AA1C56-F13C-CABB-C72E-C79A050CDCC8}"/>
          </ac:spMkLst>
        </pc:spChg>
        <pc:spChg chg="add mod">
          <ac:chgData name="DOWTY, PETER (DNR)" userId="01cf875a-4e15-4928-8f93-7a0dfa1efb6b" providerId="ADAL" clId="{E9054DD1-CDF4-4BE2-A4C5-BD4B0395A89E}" dt="2026-08-10T20:32:50.704" v="23643" actId="20577"/>
          <ac:spMkLst>
            <pc:docMk/>
            <pc:sldMk cId="3056356193" sldId="344"/>
            <ac:spMk id="206" creationId="{D4650D13-2B49-0E8C-A4D1-33712C690F89}"/>
          </ac:spMkLst>
        </pc:spChg>
        <pc:spChg chg="mod">
          <ac:chgData name="DOWTY, PETER (DNR)" userId="01cf875a-4e15-4928-8f93-7a0dfa1efb6b" providerId="ADAL" clId="{E9054DD1-CDF4-4BE2-A4C5-BD4B0395A89E}" dt="2026-08-12T14:06:02.270" v="24823" actId="1076"/>
          <ac:spMkLst>
            <pc:docMk/>
            <pc:sldMk cId="3056356193" sldId="344"/>
            <ac:spMk id="210" creationId="{204A89C8-401B-0064-3963-044522DF902B}"/>
          </ac:spMkLst>
        </pc:spChg>
        <pc:spChg chg="add mod">
          <ac:chgData name="DOWTY, PETER (DNR)" userId="01cf875a-4e15-4928-8f93-7a0dfa1efb6b" providerId="ADAL" clId="{E9054DD1-CDF4-4BE2-A4C5-BD4B0395A89E}" dt="2026-08-10T20:18:18.318" v="23638"/>
          <ac:spMkLst>
            <pc:docMk/>
            <pc:sldMk cId="3056356193" sldId="344"/>
            <ac:spMk id="217" creationId="{CA0E7387-30E7-6C22-6864-6F51016A591E}"/>
          </ac:spMkLst>
        </pc:spChg>
        <pc:spChg chg="mod">
          <ac:chgData name="DOWTY, PETER (DNR)" userId="01cf875a-4e15-4928-8f93-7a0dfa1efb6b" providerId="ADAL" clId="{E9054DD1-CDF4-4BE2-A4C5-BD4B0395A89E}" dt="2026-08-12T13:37:48.320" v="24741" actId="1076"/>
          <ac:spMkLst>
            <pc:docMk/>
            <pc:sldMk cId="3056356193" sldId="344"/>
            <ac:spMk id="219" creationId="{D6616B55-C322-4B86-68E2-1B6899086882}"/>
          </ac:spMkLst>
        </pc:spChg>
        <pc:grpChg chg="add mod">
          <ac:chgData name="DOWTY, PETER (DNR)" userId="01cf875a-4e15-4928-8f93-7a0dfa1efb6b" providerId="ADAL" clId="{E9054DD1-CDF4-4BE2-A4C5-BD4B0395A89E}" dt="2026-08-12T13:36:02.268" v="24740" actId="1076"/>
          <ac:grpSpMkLst>
            <pc:docMk/>
            <pc:sldMk cId="3056356193" sldId="344"/>
            <ac:grpSpMk id="2" creationId="{0AEB6112-C6D7-7B8F-9711-4A6167F72726}"/>
          </ac:grpSpMkLst>
        </pc:grpChg>
        <pc:grpChg chg="add del mod">
          <ac:chgData name="DOWTY, PETER (DNR)" userId="01cf875a-4e15-4928-8f93-7a0dfa1efb6b" providerId="ADAL" clId="{E9054DD1-CDF4-4BE2-A4C5-BD4B0395A89E}" dt="2026-08-12T14:18:37.270" v="24918" actId="478"/>
          <ac:grpSpMkLst>
            <pc:docMk/>
            <pc:sldMk cId="3056356193" sldId="344"/>
            <ac:grpSpMk id="15" creationId="{364E42D7-206F-8F34-3F0D-A7B85C8A4236}"/>
          </ac:grpSpMkLst>
        </pc:grpChg>
        <pc:grpChg chg="add del mod">
          <ac:chgData name="DOWTY, PETER (DNR)" userId="01cf875a-4e15-4928-8f93-7a0dfa1efb6b" providerId="ADAL" clId="{E9054DD1-CDF4-4BE2-A4C5-BD4B0395A89E}" dt="2026-08-12T14:32:00.607" v="24954" actId="478"/>
          <ac:grpSpMkLst>
            <pc:docMk/>
            <pc:sldMk cId="3056356193" sldId="344"/>
            <ac:grpSpMk id="19" creationId="{E430E4C0-BC55-5E70-53FC-F35911367C83}"/>
          </ac:grpSpMkLst>
        </pc:grpChg>
        <pc:grpChg chg="mod">
          <ac:chgData name="DOWTY, PETER (DNR)" userId="01cf875a-4e15-4928-8f93-7a0dfa1efb6b" providerId="ADAL" clId="{E9054DD1-CDF4-4BE2-A4C5-BD4B0395A89E}" dt="2026-08-10T18:02:26.874" v="22906" actId="164"/>
          <ac:grpSpMkLst>
            <pc:docMk/>
            <pc:sldMk cId="3056356193" sldId="344"/>
            <ac:grpSpMk id="53" creationId="{D09790FB-23B4-D2D7-7E04-24BAAF1F8D89}"/>
          </ac:grpSpMkLst>
        </pc:grpChg>
        <pc:grpChg chg="add mod">
          <ac:chgData name="DOWTY, PETER (DNR)" userId="01cf875a-4e15-4928-8f93-7a0dfa1efb6b" providerId="ADAL" clId="{E9054DD1-CDF4-4BE2-A4C5-BD4B0395A89E}" dt="2026-08-10T18:09:02.933" v="22938" actId="1076"/>
          <ac:grpSpMkLst>
            <pc:docMk/>
            <pc:sldMk cId="3056356193" sldId="344"/>
            <ac:grpSpMk id="57" creationId="{8940B954-46F3-DE49-96B3-38B0D5308654}"/>
          </ac:grpSpMkLst>
        </pc:grpChg>
        <pc:grpChg chg="add mod">
          <ac:chgData name="DOWTY, PETER (DNR)" userId="01cf875a-4e15-4928-8f93-7a0dfa1efb6b" providerId="ADAL" clId="{E9054DD1-CDF4-4BE2-A4C5-BD4B0395A89E}" dt="2026-08-10T18:04:50.522" v="22923" actId="12788"/>
          <ac:grpSpMkLst>
            <pc:docMk/>
            <pc:sldMk cId="3056356193" sldId="344"/>
            <ac:grpSpMk id="64" creationId="{D609521A-9DF3-DF6D-6D99-08D29B516F1C}"/>
          </ac:grpSpMkLst>
        </pc:grpChg>
        <pc:grpChg chg="add mod">
          <ac:chgData name="DOWTY, PETER (DNR)" userId="01cf875a-4e15-4928-8f93-7a0dfa1efb6b" providerId="ADAL" clId="{E9054DD1-CDF4-4BE2-A4C5-BD4B0395A89E}" dt="2026-08-10T18:36:33.501" v="23190" actId="1076"/>
          <ac:grpSpMkLst>
            <pc:docMk/>
            <pc:sldMk cId="3056356193" sldId="344"/>
            <ac:grpSpMk id="90" creationId="{B01FB49A-A70E-EBC8-203F-2C6A1F7B02BB}"/>
          </ac:grpSpMkLst>
        </pc:grpChg>
        <pc:grpChg chg="add mod">
          <ac:chgData name="DOWTY, PETER (DNR)" userId="01cf875a-4e15-4928-8f93-7a0dfa1efb6b" providerId="ADAL" clId="{E9054DD1-CDF4-4BE2-A4C5-BD4B0395A89E}" dt="2026-08-10T20:06:50.591" v="23571" actId="1076"/>
          <ac:grpSpMkLst>
            <pc:docMk/>
            <pc:sldMk cId="3056356193" sldId="344"/>
            <ac:grpSpMk id="91" creationId="{FACB2A58-46F7-1A0B-E867-9B24081178C4}"/>
          </ac:grpSpMkLst>
        </pc:grpChg>
        <pc:grpChg chg="mod">
          <ac:chgData name="DOWTY, PETER (DNR)" userId="01cf875a-4e15-4928-8f93-7a0dfa1efb6b" providerId="ADAL" clId="{E9054DD1-CDF4-4BE2-A4C5-BD4B0395A89E}" dt="2026-08-10T18:20:46.081" v="22994"/>
          <ac:grpSpMkLst>
            <pc:docMk/>
            <pc:sldMk cId="3056356193" sldId="344"/>
            <ac:grpSpMk id="93" creationId="{DCF305BD-1FB1-87D3-64AB-30F9B7A652B5}"/>
          </ac:grpSpMkLst>
        </pc:grpChg>
        <pc:grpChg chg="add mod">
          <ac:chgData name="DOWTY, PETER (DNR)" userId="01cf875a-4e15-4928-8f93-7a0dfa1efb6b" providerId="ADAL" clId="{E9054DD1-CDF4-4BE2-A4C5-BD4B0395A89E}" dt="2026-08-10T18:36:37.587" v="23192" actId="1076"/>
          <ac:grpSpMkLst>
            <pc:docMk/>
            <pc:sldMk cId="3056356193" sldId="344"/>
            <ac:grpSpMk id="102" creationId="{2EC2B5CB-28C1-9867-F6B6-A0E016ACB0FD}"/>
          </ac:grpSpMkLst>
        </pc:grpChg>
        <pc:grpChg chg="add mod">
          <ac:chgData name="DOWTY, PETER (DNR)" userId="01cf875a-4e15-4928-8f93-7a0dfa1efb6b" providerId="ADAL" clId="{E9054DD1-CDF4-4BE2-A4C5-BD4B0395A89E}" dt="2026-08-10T18:26:46.979" v="23024" actId="164"/>
          <ac:grpSpMkLst>
            <pc:docMk/>
            <pc:sldMk cId="3056356193" sldId="344"/>
            <ac:grpSpMk id="105" creationId="{4EFD82AB-D787-1877-496A-6D641D1704DC}"/>
          </ac:grpSpMkLst>
        </pc:grpChg>
        <pc:grpChg chg="add mod">
          <ac:chgData name="DOWTY, PETER (DNR)" userId="01cf875a-4e15-4928-8f93-7a0dfa1efb6b" providerId="ADAL" clId="{E9054DD1-CDF4-4BE2-A4C5-BD4B0395A89E}" dt="2026-08-10T18:40:42.441" v="23268" actId="164"/>
          <ac:grpSpMkLst>
            <pc:docMk/>
            <pc:sldMk cId="3056356193" sldId="344"/>
            <ac:grpSpMk id="110" creationId="{88F111DD-7666-827B-6826-187441536D87}"/>
          </ac:grpSpMkLst>
        </pc:grpChg>
        <pc:grpChg chg="add mod">
          <ac:chgData name="DOWTY, PETER (DNR)" userId="01cf875a-4e15-4928-8f93-7a0dfa1efb6b" providerId="ADAL" clId="{E9054DD1-CDF4-4BE2-A4C5-BD4B0395A89E}" dt="2026-08-10T20:01:30.101" v="23521" actId="1076"/>
          <ac:grpSpMkLst>
            <pc:docMk/>
            <pc:sldMk cId="3056356193" sldId="344"/>
            <ac:grpSpMk id="131" creationId="{9332BA02-3820-FA38-2CCA-9F4642103044}"/>
          </ac:grpSpMkLst>
        </pc:grpChg>
        <pc:grpChg chg="add mod">
          <ac:chgData name="DOWTY, PETER (DNR)" userId="01cf875a-4e15-4928-8f93-7a0dfa1efb6b" providerId="ADAL" clId="{E9054DD1-CDF4-4BE2-A4C5-BD4B0395A89E}" dt="2026-08-10T18:40:44.601" v="23269" actId="1076"/>
          <ac:grpSpMkLst>
            <pc:docMk/>
            <pc:sldMk cId="3056356193" sldId="344"/>
            <ac:grpSpMk id="138" creationId="{B0F06C00-B5E6-F105-ADEA-6D53B5FC0503}"/>
          </ac:grpSpMkLst>
        </pc:grpChg>
        <pc:grpChg chg="add del mod">
          <ac:chgData name="DOWTY, PETER (DNR)" userId="01cf875a-4e15-4928-8f93-7a0dfa1efb6b" providerId="ADAL" clId="{E9054DD1-CDF4-4BE2-A4C5-BD4B0395A89E}" dt="2026-08-12T13:35:20.783" v="24734" actId="165"/>
          <ac:grpSpMkLst>
            <pc:docMk/>
            <pc:sldMk cId="3056356193" sldId="344"/>
            <ac:grpSpMk id="146" creationId="{A2E3BB73-B912-1845-503E-7BCBB3F97C91}"/>
          </ac:grpSpMkLst>
        </pc:grpChg>
        <pc:grpChg chg="add del mod">
          <ac:chgData name="DOWTY, PETER (DNR)" userId="01cf875a-4e15-4928-8f93-7a0dfa1efb6b" providerId="ADAL" clId="{E9054DD1-CDF4-4BE2-A4C5-BD4B0395A89E}" dt="2026-08-12T14:42:19.939" v="24964" actId="478"/>
          <ac:grpSpMkLst>
            <pc:docMk/>
            <pc:sldMk cId="3056356193" sldId="344"/>
            <ac:grpSpMk id="147" creationId="{8DA394A1-6E23-A368-3600-C20AFF3328DA}"/>
          </ac:grpSpMkLst>
        </pc:grpChg>
        <pc:grpChg chg="add mod">
          <ac:chgData name="DOWTY, PETER (DNR)" userId="01cf875a-4e15-4928-8f93-7a0dfa1efb6b" providerId="ADAL" clId="{E9054DD1-CDF4-4BE2-A4C5-BD4B0395A89E}" dt="2026-08-10T20:13:29.946" v="23588" actId="1076"/>
          <ac:grpSpMkLst>
            <pc:docMk/>
            <pc:sldMk cId="3056356193" sldId="344"/>
            <ac:grpSpMk id="151" creationId="{42AF8EF5-68A7-49C3-F0D4-F19AF5B72BA2}"/>
          </ac:grpSpMkLst>
        </pc:grpChg>
        <pc:grpChg chg="add mod">
          <ac:chgData name="DOWTY, PETER (DNR)" userId="01cf875a-4e15-4928-8f93-7a0dfa1efb6b" providerId="ADAL" clId="{E9054DD1-CDF4-4BE2-A4C5-BD4B0395A89E}" dt="2026-08-10T20:05:54.684" v="23557" actId="1076"/>
          <ac:grpSpMkLst>
            <pc:docMk/>
            <pc:sldMk cId="3056356193" sldId="344"/>
            <ac:grpSpMk id="182" creationId="{FC7696D3-80F5-3F5D-027D-ADA9D19B8DB8}"/>
          </ac:grpSpMkLst>
        </pc:grpChg>
        <pc:grpChg chg="add mod">
          <ac:chgData name="DOWTY, PETER (DNR)" userId="01cf875a-4e15-4928-8f93-7a0dfa1efb6b" providerId="ADAL" clId="{E9054DD1-CDF4-4BE2-A4C5-BD4B0395A89E}" dt="2026-08-10T20:06:20.341" v="23560" actId="1076"/>
          <ac:grpSpMkLst>
            <pc:docMk/>
            <pc:sldMk cId="3056356193" sldId="344"/>
            <ac:grpSpMk id="183" creationId="{87E744EE-0444-C343-55D7-3C8AF99B9860}"/>
          </ac:grpSpMkLst>
        </pc:grpChg>
        <pc:grpChg chg="add mod">
          <ac:chgData name="DOWTY, PETER (DNR)" userId="01cf875a-4e15-4928-8f93-7a0dfa1efb6b" providerId="ADAL" clId="{E9054DD1-CDF4-4BE2-A4C5-BD4B0395A89E}" dt="2026-08-10T20:06:42.118" v="23569" actId="1076"/>
          <ac:grpSpMkLst>
            <pc:docMk/>
            <pc:sldMk cId="3056356193" sldId="344"/>
            <ac:grpSpMk id="186" creationId="{78307BFE-331F-856B-303C-F8D07562F167}"/>
          </ac:grpSpMkLst>
        </pc:grpChg>
        <pc:grpChg chg="mod">
          <ac:chgData name="DOWTY, PETER (DNR)" userId="01cf875a-4e15-4928-8f93-7a0dfa1efb6b" providerId="ADAL" clId="{E9054DD1-CDF4-4BE2-A4C5-BD4B0395A89E}" dt="2026-08-10T20:06:11.639" v="23558"/>
          <ac:grpSpMkLst>
            <pc:docMk/>
            <pc:sldMk cId="3056356193" sldId="344"/>
            <ac:grpSpMk id="188" creationId="{7B045D44-1094-F7CB-AF9D-0E19F69BA9E8}"/>
          </ac:grpSpMkLst>
        </pc:grpChg>
        <pc:grpChg chg="add mod">
          <ac:chgData name="DOWTY, PETER (DNR)" userId="01cf875a-4e15-4928-8f93-7a0dfa1efb6b" providerId="ADAL" clId="{E9054DD1-CDF4-4BE2-A4C5-BD4B0395A89E}" dt="2026-08-10T20:14:28.144" v="23602" actId="1076"/>
          <ac:grpSpMkLst>
            <pc:docMk/>
            <pc:sldMk cId="3056356193" sldId="344"/>
            <ac:grpSpMk id="197" creationId="{A866B50D-9C75-0A3F-C0F0-8A07EDEE0705}"/>
          </ac:grpSpMkLst>
        </pc:grpChg>
        <pc:grpChg chg="add mod">
          <ac:chgData name="DOWTY, PETER (DNR)" userId="01cf875a-4e15-4928-8f93-7a0dfa1efb6b" providerId="ADAL" clId="{E9054DD1-CDF4-4BE2-A4C5-BD4B0395A89E}" dt="2026-08-12T14:06:02.270" v="24823" actId="1076"/>
          <ac:grpSpMkLst>
            <pc:docMk/>
            <pc:sldMk cId="3056356193" sldId="344"/>
            <ac:grpSpMk id="209" creationId="{90BB2C72-1F3A-7352-7F59-D73E47F33D01}"/>
          </ac:grpSpMkLst>
        </pc:grpChg>
        <pc:grpChg chg="add mod">
          <ac:chgData name="DOWTY, PETER (DNR)" userId="01cf875a-4e15-4928-8f93-7a0dfa1efb6b" providerId="ADAL" clId="{E9054DD1-CDF4-4BE2-A4C5-BD4B0395A89E}" dt="2026-08-12T13:37:48.320" v="24741" actId="1076"/>
          <ac:grpSpMkLst>
            <pc:docMk/>
            <pc:sldMk cId="3056356193" sldId="344"/>
            <ac:grpSpMk id="218" creationId="{3E32E70A-602F-8CAB-1B83-94CECDDF1DF6}"/>
          </ac:grpSpMkLst>
        </pc:grpChg>
        <pc:picChg chg="mod">
          <ac:chgData name="DOWTY, PETER (DNR)" userId="01cf875a-4e15-4928-8f93-7a0dfa1efb6b" providerId="ADAL" clId="{E9054DD1-CDF4-4BE2-A4C5-BD4B0395A89E}" dt="2026-08-10T18:01:58.726" v="22899"/>
          <ac:picMkLst>
            <pc:docMk/>
            <pc:sldMk cId="3056356193" sldId="344"/>
            <ac:picMk id="54" creationId="{866C4C06-002E-552D-6CD5-0F113B4A5071}"/>
          </ac:picMkLst>
        </pc:picChg>
        <pc:picChg chg="mod">
          <ac:chgData name="DOWTY, PETER (DNR)" userId="01cf875a-4e15-4928-8f93-7a0dfa1efb6b" providerId="ADAL" clId="{E9054DD1-CDF4-4BE2-A4C5-BD4B0395A89E}" dt="2026-08-10T18:01:58.726" v="22899"/>
          <ac:picMkLst>
            <pc:docMk/>
            <pc:sldMk cId="3056356193" sldId="344"/>
            <ac:picMk id="58" creationId="{F1F458C2-F229-8822-36AC-C2C473D734BD}"/>
          </ac:picMkLst>
        </pc:picChg>
        <pc:picChg chg="add mod">
          <ac:chgData name="DOWTY, PETER (DNR)" userId="01cf875a-4e15-4928-8f93-7a0dfa1efb6b" providerId="ADAL" clId="{E9054DD1-CDF4-4BE2-A4C5-BD4B0395A89E}" dt="2026-08-10T18:09:23.256" v="22945" actId="1076"/>
          <ac:picMkLst>
            <pc:docMk/>
            <pc:sldMk cId="3056356193" sldId="344"/>
            <ac:picMk id="68" creationId="{E23C3ED0-BF28-C994-65C4-54417612F02D}"/>
          </ac:picMkLst>
        </pc:picChg>
        <pc:picChg chg="add mod">
          <ac:chgData name="DOWTY, PETER (DNR)" userId="01cf875a-4e15-4928-8f93-7a0dfa1efb6b" providerId="ADAL" clId="{E9054DD1-CDF4-4BE2-A4C5-BD4B0395A89E}" dt="2026-08-12T14:03:11.570" v="24814" actId="1076"/>
          <ac:picMkLst>
            <pc:docMk/>
            <pc:sldMk cId="3056356193" sldId="344"/>
            <ac:picMk id="70" creationId="{6A2E3147-3E01-1FE8-34D8-06955DDF2404}"/>
          </ac:picMkLst>
        </pc:picChg>
        <pc:picChg chg="add mod">
          <ac:chgData name="DOWTY, PETER (DNR)" userId="01cf875a-4e15-4928-8f93-7a0dfa1efb6b" providerId="ADAL" clId="{E9054DD1-CDF4-4BE2-A4C5-BD4B0395A89E}" dt="2026-08-10T18:42:42.616" v="23285" actId="1076"/>
          <ac:picMkLst>
            <pc:docMk/>
            <pc:sldMk cId="3056356193" sldId="344"/>
            <ac:picMk id="72" creationId="{5C323213-AC0E-D596-99BF-24A65CA611A3}"/>
          </ac:picMkLst>
        </pc:picChg>
        <pc:picChg chg="add mod topLvl">
          <ac:chgData name="DOWTY, PETER (DNR)" userId="01cf875a-4e15-4928-8f93-7a0dfa1efb6b" providerId="ADAL" clId="{E9054DD1-CDF4-4BE2-A4C5-BD4B0395A89E}" dt="2026-08-12T13:35:53.925" v="24739" actId="164"/>
          <ac:picMkLst>
            <pc:docMk/>
            <pc:sldMk cId="3056356193" sldId="344"/>
            <ac:picMk id="74" creationId="{F77DE004-942C-B6E9-97A3-FFAE5CA571E2}"/>
          </ac:picMkLst>
        </pc:picChg>
        <pc:picChg chg="add mod">
          <ac:chgData name="DOWTY, PETER (DNR)" userId="01cf875a-4e15-4928-8f93-7a0dfa1efb6b" providerId="ADAL" clId="{E9054DD1-CDF4-4BE2-A4C5-BD4B0395A89E}" dt="2026-08-10T18:36:35.010" v="23191" actId="1076"/>
          <ac:picMkLst>
            <pc:docMk/>
            <pc:sldMk cId="3056356193" sldId="344"/>
            <ac:picMk id="86" creationId="{9C8B2447-76C6-4176-BA41-E06166878E64}"/>
          </ac:picMkLst>
        </pc:picChg>
        <pc:picChg chg="mod topLvl">
          <ac:chgData name="DOWTY, PETER (DNR)" userId="01cf875a-4e15-4928-8f93-7a0dfa1efb6b" providerId="ADAL" clId="{E9054DD1-CDF4-4BE2-A4C5-BD4B0395A89E}" dt="2026-08-10T18:19:45.619" v="22990" actId="164"/>
          <ac:picMkLst>
            <pc:docMk/>
            <pc:sldMk cId="3056356193" sldId="344"/>
            <ac:picMk id="88" creationId="{56CEF1CF-EFBC-5B1D-5617-4302A20861B1}"/>
          </ac:picMkLst>
        </pc:picChg>
        <pc:picChg chg="mod">
          <ac:chgData name="DOWTY, PETER (DNR)" userId="01cf875a-4e15-4928-8f93-7a0dfa1efb6b" providerId="ADAL" clId="{E9054DD1-CDF4-4BE2-A4C5-BD4B0395A89E}" dt="2026-08-10T18:20:46.081" v="22994"/>
          <ac:picMkLst>
            <pc:docMk/>
            <pc:sldMk cId="3056356193" sldId="344"/>
            <ac:picMk id="92" creationId="{EDDB2326-498E-070D-7445-24E9B3D7A0A4}"/>
          </ac:picMkLst>
        </pc:picChg>
        <pc:picChg chg="mod">
          <ac:chgData name="DOWTY, PETER (DNR)" userId="01cf875a-4e15-4928-8f93-7a0dfa1efb6b" providerId="ADAL" clId="{E9054DD1-CDF4-4BE2-A4C5-BD4B0395A89E}" dt="2026-08-10T18:20:46.081" v="22994"/>
          <ac:picMkLst>
            <pc:docMk/>
            <pc:sldMk cId="3056356193" sldId="344"/>
            <ac:picMk id="95" creationId="{9833D19E-CCB4-161F-A269-0674D1845761}"/>
          </ac:picMkLst>
        </pc:picChg>
        <pc:picChg chg="mod topLvl">
          <ac:chgData name="DOWTY, PETER (DNR)" userId="01cf875a-4e15-4928-8f93-7a0dfa1efb6b" providerId="ADAL" clId="{E9054DD1-CDF4-4BE2-A4C5-BD4B0395A89E}" dt="2026-08-10T18:23:54.159" v="23014" actId="164"/>
          <ac:picMkLst>
            <pc:docMk/>
            <pc:sldMk cId="3056356193" sldId="344"/>
            <ac:picMk id="99" creationId="{FE9704F9-DE9F-D1AF-9B38-41FB8057EB00}"/>
          </ac:picMkLst>
        </pc:picChg>
        <pc:picChg chg="add mod">
          <ac:chgData name="DOWTY, PETER (DNR)" userId="01cf875a-4e15-4928-8f93-7a0dfa1efb6b" providerId="ADAL" clId="{E9054DD1-CDF4-4BE2-A4C5-BD4B0395A89E}" dt="2026-08-10T19:58:48.410" v="23477" actId="1076"/>
          <ac:picMkLst>
            <pc:docMk/>
            <pc:sldMk cId="3056356193" sldId="344"/>
            <ac:picMk id="104" creationId="{8FA5290E-5AA9-295D-695A-717370D7BE1B}"/>
          </ac:picMkLst>
        </pc:picChg>
        <pc:picChg chg="mod">
          <ac:chgData name="DOWTY, PETER (DNR)" userId="01cf875a-4e15-4928-8f93-7a0dfa1efb6b" providerId="ADAL" clId="{E9054DD1-CDF4-4BE2-A4C5-BD4B0395A89E}" dt="2026-08-10T18:26:16.528" v="23020"/>
          <ac:picMkLst>
            <pc:docMk/>
            <pc:sldMk cId="3056356193" sldId="344"/>
            <ac:picMk id="106" creationId="{F9145372-F4CA-83E2-4DA2-5F1C07293844}"/>
          </ac:picMkLst>
        </pc:picChg>
        <pc:picChg chg="mod">
          <ac:chgData name="DOWTY, PETER (DNR)" userId="01cf875a-4e15-4928-8f93-7a0dfa1efb6b" providerId="ADAL" clId="{E9054DD1-CDF4-4BE2-A4C5-BD4B0395A89E}" dt="2026-08-10T18:26:16.528" v="23020"/>
          <ac:picMkLst>
            <pc:docMk/>
            <pc:sldMk cId="3056356193" sldId="344"/>
            <ac:picMk id="107" creationId="{F0966BB5-745A-A111-C4DE-ED84B8BD67A5}"/>
          </ac:picMkLst>
        </pc:picChg>
        <pc:picChg chg="mod">
          <ac:chgData name="DOWTY, PETER (DNR)" userId="01cf875a-4e15-4928-8f93-7a0dfa1efb6b" providerId="ADAL" clId="{E9054DD1-CDF4-4BE2-A4C5-BD4B0395A89E}" dt="2026-08-10T18:26:16.528" v="23020"/>
          <ac:picMkLst>
            <pc:docMk/>
            <pc:sldMk cId="3056356193" sldId="344"/>
            <ac:picMk id="108" creationId="{E7D1BB1C-1158-7A29-CD89-5B106252C6C8}"/>
          </ac:picMkLst>
        </pc:picChg>
        <pc:picChg chg="add mod topLvl">
          <ac:chgData name="DOWTY, PETER (DNR)" userId="01cf875a-4e15-4928-8f93-7a0dfa1efb6b" providerId="ADAL" clId="{E9054DD1-CDF4-4BE2-A4C5-BD4B0395A89E}" dt="2026-08-10T20:13:29.946" v="23588" actId="1076"/>
          <ac:picMkLst>
            <pc:docMk/>
            <pc:sldMk cId="3056356193" sldId="344"/>
            <ac:picMk id="124" creationId="{4FD3C4A7-B704-E855-511D-B91E7FDBBE2F}"/>
          </ac:picMkLst>
        </pc:picChg>
        <pc:picChg chg="mod topLvl">
          <ac:chgData name="DOWTY, PETER (DNR)" userId="01cf875a-4e15-4928-8f93-7a0dfa1efb6b" providerId="ADAL" clId="{E9054DD1-CDF4-4BE2-A4C5-BD4B0395A89E}" dt="2026-08-10T18:37:39.289" v="23198" actId="164"/>
          <ac:picMkLst>
            <pc:docMk/>
            <pc:sldMk cId="3056356193" sldId="344"/>
            <ac:picMk id="129" creationId="{CA47212A-080A-597E-B251-FABEDCE9BDF0}"/>
          </ac:picMkLst>
        </pc:picChg>
        <pc:picChg chg="add mod modCrop">
          <ac:chgData name="DOWTY, PETER (DNR)" userId="01cf875a-4e15-4928-8f93-7a0dfa1efb6b" providerId="ADAL" clId="{E9054DD1-CDF4-4BE2-A4C5-BD4B0395A89E}" dt="2026-08-10T20:05:49.571" v="23556" actId="164"/>
          <ac:picMkLst>
            <pc:docMk/>
            <pc:sldMk cId="3056356193" sldId="344"/>
            <ac:picMk id="179" creationId="{1D3F4AC1-6A02-9A53-C935-8F9960866DB0}"/>
          </ac:picMkLst>
        </pc:picChg>
        <pc:picChg chg="mod">
          <ac:chgData name="DOWTY, PETER (DNR)" userId="01cf875a-4e15-4928-8f93-7a0dfa1efb6b" providerId="ADAL" clId="{E9054DD1-CDF4-4BE2-A4C5-BD4B0395A89E}" dt="2026-08-10T20:06:11.639" v="23558"/>
          <ac:picMkLst>
            <pc:docMk/>
            <pc:sldMk cId="3056356193" sldId="344"/>
            <ac:picMk id="184" creationId="{AB9AEC2D-7DB7-7340-6448-B08A32C478A3}"/>
          </ac:picMkLst>
        </pc:picChg>
        <pc:picChg chg="mod">
          <ac:chgData name="DOWTY, PETER (DNR)" userId="01cf875a-4e15-4928-8f93-7a0dfa1efb6b" providerId="ADAL" clId="{E9054DD1-CDF4-4BE2-A4C5-BD4B0395A89E}" dt="2026-08-10T20:06:11.639" v="23558"/>
          <ac:picMkLst>
            <pc:docMk/>
            <pc:sldMk cId="3056356193" sldId="344"/>
            <ac:picMk id="187" creationId="{91857790-07B8-B8E4-1C69-56CF29A7EE9B}"/>
          </ac:picMkLst>
        </pc:picChg>
        <pc:picChg chg="mod">
          <ac:chgData name="DOWTY, PETER (DNR)" userId="01cf875a-4e15-4928-8f93-7a0dfa1efb6b" providerId="ADAL" clId="{E9054DD1-CDF4-4BE2-A4C5-BD4B0395A89E}" dt="2026-08-10T20:06:11.639" v="23558"/>
          <ac:picMkLst>
            <pc:docMk/>
            <pc:sldMk cId="3056356193" sldId="344"/>
            <ac:picMk id="190" creationId="{5841CC41-DC8F-4841-4CF4-48A47A9B8984}"/>
          </ac:picMkLst>
        </pc:picChg>
        <pc:picChg chg="mod">
          <ac:chgData name="DOWTY, PETER (DNR)" userId="01cf875a-4e15-4928-8f93-7a0dfa1efb6b" providerId="ADAL" clId="{E9054DD1-CDF4-4BE2-A4C5-BD4B0395A89E}" dt="2026-08-10T20:14:28.144" v="23602" actId="1076"/>
          <ac:picMkLst>
            <pc:docMk/>
            <pc:sldMk cId="3056356193" sldId="344"/>
            <ac:picMk id="199" creationId="{0F92AAC0-6E4C-47D4-E7F3-6B71FF83FD02}"/>
          </ac:picMkLst>
        </pc:picChg>
        <pc:picChg chg="mod">
          <ac:chgData name="DOWTY, PETER (DNR)" userId="01cf875a-4e15-4928-8f93-7a0dfa1efb6b" providerId="ADAL" clId="{E9054DD1-CDF4-4BE2-A4C5-BD4B0395A89E}" dt="2026-08-12T14:06:02.270" v="24823" actId="1076"/>
          <ac:picMkLst>
            <pc:docMk/>
            <pc:sldMk cId="3056356193" sldId="344"/>
            <ac:picMk id="211" creationId="{E0C83F86-57BA-33EE-0367-F4CDBB8F7F35}"/>
          </ac:picMkLst>
        </pc:picChg>
        <pc:picChg chg="mod">
          <ac:chgData name="DOWTY, PETER (DNR)" userId="01cf875a-4e15-4928-8f93-7a0dfa1efb6b" providerId="ADAL" clId="{E9054DD1-CDF4-4BE2-A4C5-BD4B0395A89E}" dt="2026-08-12T13:37:48.320" v="24741" actId="1076"/>
          <ac:picMkLst>
            <pc:docMk/>
            <pc:sldMk cId="3056356193" sldId="344"/>
            <ac:picMk id="220" creationId="{E2215600-E253-452C-D66A-477A2CB09994}"/>
          </ac:picMkLst>
        </pc:picChg>
        <pc:cxnChg chg="add mod">
          <ac:chgData name="DOWTY, PETER (DNR)" userId="01cf875a-4e15-4928-8f93-7a0dfa1efb6b" providerId="ADAL" clId="{E9054DD1-CDF4-4BE2-A4C5-BD4B0395A89E}" dt="2026-08-12T13:38:15.917" v="24745" actId="208"/>
          <ac:cxnSpMkLst>
            <pc:docMk/>
            <pc:sldMk cId="3056356193" sldId="344"/>
            <ac:cxnSpMk id="4" creationId="{0C4E53D8-A079-E28E-FB0E-BEAB1A105C53}"/>
          </ac:cxnSpMkLst>
        </pc:cxnChg>
        <pc:cxnChg chg="add mod">
          <ac:chgData name="DOWTY, PETER (DNR)" userId="01cf875a-4e15-4928-8f93-7a0dfa1efb6b" providerId="ADAL" clId="{E9054DD1-CDF4-4BE2-A4C5-BD4B0395A89E}" dt="2026-08-12T14:06:28.873" v="24828" actId="14100"/>
          <ac:cxnSpMkLst>
            <pc:docMk/>
            <pc:sldMk cId="3056356193" sldId="344"/>
            <ac:cxnSpMk id="9" creationId="{2F71B3D8-CC88-EB1C-484D-79106B3603C3}"/>
          </ac:cxnSpMkLst>
        </pc:cxnChg>
        <pc:cxnChg chg="add mod">
          <ac:chgData name="DOWTY, PETER (DNR)" userId="01cf875a-4e15-4928-8f93-7a0dfa1efb6b" providerId="ADAL" clId="{E9054DD1-CDF4-4BE2-A4C5-BD4B0395A89E}" dt="2026-08-12T14:25:58.808" v="24934" actId="164"/>
          <ac:cxnSpMkLst>
            <pc:docMk/>
            <pc:sldMk cId="3056356193" sldId="344"/>
            <ac:cxnSpMk id="18" creationId="{A9A59F18-762A-8590-B659-238E3B38797B}"/>
          </ac:cxnSpMkLst>
        </pc:cxnChg>
        <pc:cxnChg chg="add mod">
          <ac:chgData name="DOWTY, PETER (DNR)" userId="01cf875a-4e15-4928-8f93-7a0dfa1efb6b" providerId="ADAL" clId="{E9054DD1-CDF4-4BE2-A4C5-BD4B0395A89E}" dt="2026-08-10T19:00:41.892" v="23440" actId="208"/>
          <ac:cxnSpMkLst>
            <pc:docMk/>
            <pc:sldMk cId="3056356193" sldId="344"/>
            <ac:cxnSpMk id="112" creationId="{266C6DF8-19D2-D599-50E7-5248A7ED3361}"/>
          </ac:cxnSpMkLst>
        </pc:cxnChg>
        <pc:cxnChg chg="add mod">
          <ac:chgData name="DOWTY, PETER (DNR)" userId="01cf875a-4e15-4928-8f93-7a0dfa1efb6b" providerId="ADAL" clId="{E9054DD1-CDF4-4BE2-A4C5-BD4B0395A89E}" dt="2026-08-10T19:00:41.892" v="23440" actId="208"/>
          <ac:cxnSpMkLst>
            <pc:docMk/>
            <pc:sldMk cId="3056356193" sldId="344"/>
            <ac:cxnSpMk id="115" creationId="{1C55D2A8-BB50-6B91-A839-9DC4AACE9949}"/>
          </ac:cxnSpMkLst>
        </pc:cxnChg>
        <pc:cxnChg chg="add mod">
          <ac:chgData name="DOWTY, PETER (DNR)" userId="01cf875a-4e15-4928-8f93-7a0dfa1efb6b" providerId="ADAL" clId="{E9054DD1-CDF4-4BE2-A4C5-BD4B0395A89E}" dt="2026-08-10T19:00:41.892" v="23440" actId="208"/>
          <ac:cxnSpMkLst>
            <pc:docMk/>
            <pc:sldMk cId="3056356193" sldId="344"/>
            <ac:cxnSpMk id="116" creationId="{D7C029F3-18C9-C037-3DC5-367E9806D18B}"/>
          </ac:cxnSpMkLst>
        </pc:cxnChg>
        <pc:cxnChg chg="add mod">
          <ac:chgData name="DOWTY, PETER (DNR)" userId="01cf875a-4e15-4928-8f93-7a0dfa1efb6b" providerId="ADAL" clId="{E9054DD1-CDF4-4BE2-A4C5-BD4B0395A89E}" dt="2026-08-12T14:31:38.283" v="24953" actId="208"/>
          <ac:cxnSpMkLst>
            <pc:docMk/>
            <pc:sldMk cId="3056356193" sldId="344"/>
            <ac:cxnSpMk id="120" creationId="{F5EFE385-8BC6-2136-0F25-F273612F3B5C}"/>
          </ac:cxnSpMkLst>
        </pc:cxnChg>
        <pc:cxnChg chg="add mod">
          <ac:chgData name="DOWTY, PETER (DNR)" userId="01cf875a-4e15-4928-8f93-7a0dfa1efb6b" providerId="ADAL" clId="{E9054DD1-CDF4-4BE2-A4C5-BD4B0395A89E}" dt="2026-08-10T19:00:41.892" v="23440" actId="208"/>
          <ac:cxnSpMkLst>
            <pc:docMk/>
            <pc:sldMk cId="3056356193" sldId="344"/>
            <ac:cxnSpMk id="154" creationId="{A7CB3AE1-45D2-755B-307C-B6D6D404D04E}"/>
          </ac:cxnSpMkLst>
        </pc:cxnChg>
        <pc:cxnChg chg="add del mod">
          <ac:chgData name="DOWTY, PETER (DNR)" userId="01cf875a-4e15-4928-8f93-7a0dfa1efb6b" providerId="ADAL" clId="{E9054DD1-CDF4-4BE2-A4C5-BD4B0395A89E}" dt="2026-08-12T14:42:21.470" v="24966" actId="478"/>
          <ac:cxnSpMkLst>
            <pc:docMk/>
            <pc:sldMk cId="3056356193" sldId="344"/>
            <ac:cxnSpMk id="156" creationId="{374CB4BE-CA7C-EE46-BE64-577FC7FE9156}"/>
          </ac:cxnSpMkLst>
        </pc:cxnChg>
        <pc:cxnChg chg="add del mod">
          <ac:chgData name="DOWTY, PETER (DNR)" userId="01cf875a-4e15-4928-8f93-7a0dfa1efb6b" providerId="ADAL" clId="{E9054DD1-CDF4-4BE2-A4C5-BD4B0395A89E}" dt="2026-08-12T14:42:20.937" v="24965" actId="478"/>
          <ac:cxnSpMkLst>
            <pc:docMk/>
            <pc:sldMk cId="3056356193" sldId="344"/>
            <ac:cxnSpMk id="157" creationId="{53068B92-74B2-728E-AD8B-E33B799A6D89}"/>
          </ac:cxnSpMkLst>
        </pc:cxnChg>
        <pc:cxnChg chg="add mod">
          <ac:chgData name="DOWTY, PETER (DNR)" userId="01cf875a-4e15-4928-8f93-7a0dfa1efb6b" providerId="ADAL" clId="{E9054DD1-CDF4-4BE2-A4C5-BD4B0395A89E}" dt="2026-08-12T14:38:59.063" v="24963" actId="14100"/>
          <ac:cxnSpMkLst>
            <pc:docMk/>
            <pc:sldMk cId="3056356193" sldId="344"/>
            <ac:cxnSpMk id="174" creationId="{365B8A1A-9892-1165-D269-2047B9BE4C97}"/>
          </ac:cxnSpMkLst>
        </pc:cxnChg>
        <pc:cxnChg chg="add mod">
          <ac:chgData name="DOWTY, PETER (DNR)" userId="01cf875a-4e15-4928-8f93-7a0dfa1efb6b" providerId="ADAL" clId="{E9054DD1-CDF4-4BE2-A4C5-BD4B0395A89E}" dt="2026-08-10T20:01:05.272" v="23519" actId="208"/>
          <ac:cxnSpMkLst>
            <pc:docMk/>
            <pc:sldMk cId="3056356193" sldId="344"/>
            <ac:cxnSpMk id="176" creationId="{88FFF23E-5D13-1109-F045-B87BA15C9786}"/>
          </ac:cxnSpMkLst>
        </pc:cxnChg>
        <pc:cxnChg chg="add mod">
          <ac:chgData name="DOWTY, PETER (DNR)" userId="01cf875a-4e15-4928-8f93-7a0dfa1efb6b" providerId="ADAL" clId="{E9054DD1-CDF4-4BE2-A4C5-BD4B0395A89E}" dt="2026-08-10T20:14:05.268" v="23596" actId="208"/>
          <ac:cxnSpMkLst>
            <pc:docMk/>
            <pc:sldMk cId="3056356193" sldId="344"/>
            <ac:cxnSpMk id="203" creationId="{D59F725B-04D8-DBA7-4D61-56D1C4238CD4}"/>
          </ac:cxnSpMkLst>
        </pc:cxnChg>
        <pc:cxnChg chg="add mod">
          <ac:chgData name="DOWTY, PETER (DNR)" userId="01cf875a-4e15-4928-8f93-7a0dfa1efb6b" providerId="ADAL" clId="{E9054DD1-CDF4-4BE2-A4C5-BD4B0395A89E}" dt="2026-08-10T20:14:21.508" v="23600" actId="1076"/>
          <ac:cxnSpMkLst>
            <pc:docMk/>
            <pc:sldMk cId="3056356193" sldId="344"/>
            <ac:cxnSpMk id="204" creationId="{9FC0333C-F711-E361-9BEF-DC2A080CABEF}"/>
          </ac:cxnSpMkLst>
        </pc:cxnChg>
        <pc:cxnChg chg="add mod">
          <ac:chgData name="DOWTY, PETER (DNR)" userId="01cf875a-4e15-4928-8f93-7a0dfa1efb6b" providerId="ADAL" clId="{E9054DD1-CDF4-4BE2-A4C5-BD4B0395A89E}" dt="2026-08-12T14:06:13.550" v="24825" actId="14100"/>
          <ac:cxnSpMkLst>
            <pc:docMk/>
            <pc:sldMk cId="3056356193" sldId="344"/>
            <ac:cxnSpMk id="208" creationId="{9793F951-516D-F59A-3AD3-AF08B37D23CC}"/>
          </ac:cxnSpMkLst>
        </pc:cxnChg>
        <pc:cxnChg chg="add mod">
          <ac:chgData name="DOWTY, PETER (DNR)" userId="01cf875a-4e15-4928-8f93-7a0dfa1efb6b" providerId="ADAL" clId="{E9054DD1-CDF4-4BE2-A4C5-BD4B0395A89E}" dt="2026-08-10T20:16:37.285" v="23627" actId="693"/>
          <ac:cxnSpMkLst>
            <pc:docMk/>
            <pc:sldMk cId="3056356193" sldId="344"/>
            <ac:cxnSpMk id="213" creationId="{F712DB9B-CA27-FEC6-A16A-0B57273E1A38}"/>
          </ac:cxnSpMkLst>
        </pc:cxnChg>
        <pc:cxnChg chg="add mod">
          <ac:chgData name="DOWTY, PETER (DNR)" userId="01cf875a-4e15-4928-8f93-7a0dfa1efb6b" providerId="ADAL" clId="{E9054DD1-CDF4-4BE2-A4C5-BD4B0395A89E}" dt="2026-08-10T20:16:45.100" v="23630" actId="14100"/>
          <ac:cxnSpMkLst>
            <pc:docMk/>
            <pc:sldMk cId="3056356193" sldId="344"/>
            <ac:cxnSpMk id="214" creationId="{BB9D2DB5-44D0-D10C-5387-C8FE1B0DDE7A}"/>
          </ac:cxnSpMkLst>
        </pc:cxnChg>
      </pc:sldChg>
      <pc:sldChg chg="delSp modSp add del mod">
        <pc:chgData name="DOWTY, PETER (DNR)" userId="01cf875a-4e15-4928-8f93-7a0dfa1efb6b" providerId="ADAL" clId="{E9054DD1-CDF4-4BE2-A4C5-BD4B0395A89E}" dt="2026-08-12T14:23:29.001" v="24923" actId="2696"/>
        <pc:sldMkLst>
          <pc:docMk/>
          <pc:sldMk cId="1783214092" sldId="345"/>
        </pc:sldMkLst>
        <pc:cxnChg chg="mod">
          <ac:chgData name="DOWTY, PETER (DNR)" userId="01cf875a-4e15-4928-8f93-7a0dfa1efb6b" providerId="ADAL" clId="{E9054DD1-CDF4-4BE2-A4C5-BD4B0395A89E}" dt="2026-08-12T14:21:29.754" v="24922" actId="693"/>
          <ac:cxnSpMkLst>
            <pc:docMk/>
            <pc:sldMk cId="1783214092" sldId="345"/>
            <ac:cxnSpMk id="120" creationId="{4E9969CB-528D-95D2-88CB-477BE7817D38}"/>
          </ac:cxnSpMkLst>
        </pc:cxnChg>
      </pc:sldChg>
      <pc:sldChg chg="addSp delSp modSp new mod">
        <pc:chgData name="DOWTY, PETER (DNR)" userId="01cf875a-4e15-4928-8f93-7a0dfa1efb6b" providerId="ADAL" clId="{E9054DD1-CDF4-4BE2-A4C5-BD4B0395A89E}" dt="2026-08-13T17:07:04.886" v="25958" actId="14100"/>
        <pc:sldMkLst>
          <pc:docMk/>
          <pc:sldMk cId="452578518" sldId="348"/>
        </pc:sldMkLst>
        <pc:spChg chg="add mod">
          <ac:chgData name="DOWTY, PETER (DNR)" userId="01cf875a-4e15-4928-8f93-7a0dfa1efb6b" providerId="ADAL" clId="{E9054DD1-CDF4-4BE2-A4C5-BD4B0395A89E}" dt="2026-08-13T17:07:04.886" v="25958" actId="14100"/>
          <ac:spMkLst>
            <pc:docMk/>
            <pc:sldMk cId="452578518" sldId="348"/>
            <ac:spMk id="2" creationId="{4DADFFE5-E4B6-FA34-2A42-4E01737B5E89}"/>
          </ac:spMkLst>
        </pc:spChg>
        <pc:spChg chg="add mod topLvl">
          <ac:chgData name="DOWTY, PETER (DNR)" userId="01cf875a-4e15-4928-8f93-7a0dfa1efb6b" providerId="ADAL" clId="{E9054DD1-CDF4-4BE2-A4C5-BD4B0395A89E}" dt="2026-08-11T23:55:07.463" v="24650" actId="164"/>
          <ac:spMkLst>
            <pc:docMk/>
            <pc:sldMk cId="452578518" sldId="348"/>
            <ac:spMk id="4" creationId="{7885E2F3-5476-F82C-64E8-03B35C8FE019}"/>
          </ac:spMkLst>
        </pc:spChg>
        <pc:spChg chg="add mod">
          <ac:chgData name="DOWTY, PETER (DNR)" userId="01cf875a-4e15-4928-8f93-7a0dfa1efb6b" providerId="ADAL" clId="{E9054DD1-CDF4-4BE2-A4C5-BD4B0395A89E}" dt="2026-08-11T23:56:39.954" v="24715" actId="164"/>
          <ac:spMkLst>
            <pc:docMk/>
            <pc:sldMk cId="452578518" sldId="348"/>
            <ac:spMk id="9" creationId="{0D7FAA07-4B3D-5810-55AE-D56891D09726}"/>
          </ac:spMkLst>
        </pc:spChg>
        <pc:spChg chg="add mod">
          <ac:chgData name="DOWTY, PETER (DNR)" userId="01cf875a-4e15-4928-8f93-7a0dfa1efb6b" providerId="ADAL" clId="{E9054DD1-CDF4-4BE2-A4C5-BD4B0395A89E}" dt="2026-08-11T23:56:39.954" v="24715" actId="164"/>
          <ac:spMkLst>
            <pc:docMk/>
            <pc:sldMk cId="452578518" sldId="348"/>
            <ac:spMk id="10" creationId="{ED1F4802-215F-235D-A6DE-AF673E5C25E3}"/>
          </ac:spMkLst>
        </pc:spChg>
        <pc:grpChg chg="add mod">
          <ac:chgData name="DOWTY, PETER (DNR)" userId="01cf875a-4e15-4928-8f93-7a0dfa1efb6b" providerId="ADAL" clId="{E9054DD1-CDF4-4BE2-A4C5-BD4B0395A89E}" dt="2026-08-11T23:56:39.954" v="24715" actId="164"/>
          <ac:grpSpMkLst>
            <pc:docMk/>
            <pc:sldMk cId="452578518" sldId="348"/>
            <ac:grpSpMk id="8" creationId="{F387C810-84C7-D17B-5EFF-164252861F54}"/>
          </ac:grpSpMkLst>
        </pc:grpChg>
        <pc:grpChg chg="add mod">
          <ac:chgData name="DOWTY, PETER (DNR)" userId="01cf875a-4e15-4928-8f93-7a0dfa1efb6b" providerId="ADAL" clId="{E9054DD1-CDF4-4BE2-A4C5-BD4B0395A89E}" dt="2026-08-11T23:56:39.954" v="24715" actId="164"/>
          <ac:grpSpMkLst>
            <pc:docMk/>
            <pc:sldMk cId="452578518" sldId="348"/>
            <ac:grpSpMk id="11" creationId="{4CA9343A-3BAD-E843-3F1E-4A8BBCB018E0}"/>
          </ac:grpSpMkLst>
        </pc:grpChg>
        <pc:picChg chg="add mod ord">
          <ac:chgData name="DOWTY, PETER (DNR)" userId="01cf875a-4e15-4928-8f93-7a0dfa1efb6b" providerId="ADAL" clId="{E9054DD1-CDF4-4BE2-A4C5-BD4B0395A89E}" dt="2026-08-11T23:55:07.463" v="24650" actId="164"/>
          <ac:picMkLst>
            <pc:docMk/>
            <pc:sldMk cId="452578518" sldId="348"/>
            <ac:picMk id="7" creationId="{B7679ACB-8757-7D35-50A3-6EF7C2A70250}"/>
          </ac:picMkLst>
        </pc:picChg>
      </pc:sldChg>
      <pc:sldChg chg="addSp delSp modSp new mod ord">
        <pc:chgData name="DOWTY, PETER (DNR)" userId="01cf875a-4e15-4928-8f93-7a0dfa1efb6b" providerId="ADAL" clId="{E9054DD1-CDF4-4BE2-A4C5-BD4B0395A89E}" dt="2026-08-13T17:48:23.491" v="26069" actId="1076"/>
        <pc:sldMkLst>
          <pc:docMk/>
          <pc:sldMk cId="317715470" sldId="349"/>
        </pc:sldMkLst>
        <pc:spChg chg="add ord">
          <ac:chgData name="DOWTY, PETER (DNR)" userId="01cf875a-4e15-4928-8f93-7a0dfa1efb6b" providerId="ADAL" clId="{E9054DD1-CDF4-4BE2-A4C5-BD4B0395A89E}" dt="2026-08-13T17:43:11.730" v="26058" actId="167"/>
          <ac:spMkLst>
            <pc:docMk/>
            <pc:sldMk cId="317715470" sldId="349"/>
            <ac:spMk id="4" creationId="{2FFFA8C8-2EC2-E9A0-3893-6B3E33B49A53}"/>
          </ac:spMkLst>
        </pc:spChg>
        <pc:spChg chg="mod topLvl">
          <ac:chgData name="DOWTY, PETER (DNR)" userId="01cf875a-4e15-4928-8f93-7a0dfa1efb6b" providerId="ADAL" clId="{E9054DD1-CDF4-4BE2-A4C5-BD4B0395A89E}" dt="2026-08-12T19:01:12.017" v="25223" actId="1076"/>
          <ac:spMkLst>
            <pc:docMk/>
            <pc:sldMk cId="317715470" sldId="349"/>
            <ac:spMk id="5" creationId="{04FD5AC9-B037-07E4-CE80-98E01121A22D}"/>
          </ac:spMkLst>
        </pc:spChg>
        <pc:spChg chg="mod">
          <ac:chgData name="DOWTY, PETER (DNR)" userId="01cf875a-4e15-4928-8f93-7a0dfa1efb6b" providerId="ADAL" clId="{E9054DD1-CDF4-4BE2-A4C5-BD4B0395A89E}" dt="2026-08-12T18:15:24.572" v="25172" actId="1076"/>
          <ac:spMkLst>
            <pc:docMk/>
            <pc:sldMk cId="317715470" sldId="349"/>
            <ac:spMk id="8" creationId="{7E1CA978-351F-9C22-DCF5-564A4DFE26BC}"/>
          </ac:spMkLst>
        </pc:spChg>
        <pc:spChg chg="add mod">
          <ac:chgData name="DOWTY, PETER (DNR)" userId="01cf875a-4e15-4928-8f93-7a0dfa1efb6b" providerId="ADAL" clId="{E9054DD1-CDF4-4BE2-A4C5-BD4B0395A89E}" dt="2026-08-12T19:01:12.017" v="25223" actId="1076"/>
          <ac:spMkLst>
            <pc:docMk/>
            <pc:sldMk cId="317715470" sldId="349"/>
            <ac:spMk id="9" creationId="{F4C85084-CC4E-B419-CB06-FC05356DB61B}"/>
          </ac:spMkLst>
        </pc:spChg>
        <pc:spChg chg="mod">
          <ac:chgData name="DOWTY, PETER (DNR)" userId="01cf875a-4e15-4928-8f93-7a0dfa1efb6b" providerId="ADAL" clId="{E9054DD1-CDF4-4BE2-A4C5-BD4B0395A89E}" dt="2026-08-12T18:13:43.614" v="25158" actId="1076"/>
          <ac:spMkLst>
            <pc:docMk/>
            <pc:sldMk cId="317715470" sldId="349"/>
            <ac:spMk id="13" creationId="{2D84A9E6-2FE6-FE67-A69C-38C01D085C46}"/>
          </ac:spMkLst>
        </pc:spChg>
        <pc:spChg chg="mod">
          <ac:chgData name="DOWTY, PETER (DNR)" userId="01cf875a-4e15-4928-8f93-7a0dfa1efb6b" providerId="ADAL" clId="{E9054DD1-CDF4-4BE2-A4C5-BD4B0395A89E}" dt="2026-08-12T19:01:12.017" v="25223" actId="1076"/>
          <ac:spMkLst>
            <pc:docMk/>
            <pc:sldMk cId="317715470" sldId="349"/>
            <ac:spMk id="16" creationId="{E9D009EB-DEB0-D94C-F085-41F32CBFA1A7}"/>
          </ac:spMkLst>
        </pc:spChg>
        <pc:spChg chg="add mod">
          <ac:chgData name="DOWTY, PETER (DNR)" userId="01cf875a-4e15-4928-8f93-7a0dfa1efb6b" providerId="ADAL" clId="{E9054DD1-CDF4-4BE2-A4C5-BD4B0395A89E}" dt="2026-08-12T19:58:57.243" v="25454" actId="1076"/>
          <ac:spMkLst>
            <pc:docMk/>
            <pc:sldMk cId="317715470" sldId="349"/>
            <ac:spMk id="18" creationId="{C372FA9C-4C84-4BAC-685B-3F5E67B2A511}"/>
          </ac:spMkLst>
        </pc:spChg>
        <pc:spChg chg="add ord">
          <ac:chgData name="DOWTY, PETER (DNR)" userId="01cf875a-4e15-4928-8f93-7a0dfa1efb6b" providerId="ADAL" clId="{E9054DD1-CDF4-4BE2-A4C5-BD4B0395A89E}" dt="2026-08-13T17:43:15.171" v="26059" actId="167"/>
          <ac:spMkLst>
            <pc:docMk/>
            <pc:sldMk cId="317715470" sldId="349"/>
            <ac:spMk id="21" creationId="{96B39E7D-1F62-973D-C151-E3DDD3EE3F38}"/>
          </ac:spMkLst>
        </pc:spChg>
        <pc:spChg chg="add del">
          <ac:chgData name="DOWTY, PETER (DNR)" userId="01cf875a-4e15-4928-8f93-7a0dfa1efb6b" providerId="ADAL" clId="{E9054DD1-CDF4-4BE2-A4C5-BD4B0395A89E}" dt="2026-08-13T17:42:54.906" v="26057" actId="478"/>
          <ac:spMkLst>
            <pc:docMk/>
            <pc:sldMk cId="317715470" sldId="349"/>
            <ac:spMk id="23" creationId="{F74D6A46-831A-AA33-7B12-F23A87DBD454}"/>
          </ac:spMkLst>
        </pc:spChg>
        <pc:spChg chg="add mod ord">
          <ac:chgData name="DOWTY, PETER (DNR)" userId="01cf875a-4e15-4928-8f93-7a0dfa1efb6b" providerId="ADAL" clId="{E9054DD1-CDF4-4BE2-A4C5-BD4B0395A89E}" dt="2026-08-12T15:01:48.231" v="25084" actId="164"/>
          <ac:spMkLst>
            <pc:docMk/>
            <pc:sldMk cId="317715470" sldId="349"/>
            <ac:spMk id="24" creationId="{F70EA96C-7929-93FD-D5CB-84FA75FFEAF6}"/>
          </ac:spMkLst>
        </pc:spChg>
        <pc:spChg chg="add mod">
          <ac:chgData name="DOWTY, PETER (DNR)" userId="01cf875a-4e15-4928-8f93-7a0dfa1efb6b" providerId="ADAL" clId="{E9054DD1-CDF4-4BE2-A4C5-BD4B0395A89E}" dt="2026-08-12T15:01:48.231" v="25084" actId="164"/>
          <ac:spMkLst>
            <pc:docMk/>
            <pc:sldMk cId="317715470" sldId="349"/>
            <ac:spMk id="25" creationId="{13E02513-DAA5-3FF9-8BD5-EB571027492E}"/>
          </ac:spMkLst>
        </pc:spChg>
        <pc:spChg chg="add del">
          <ac:chgData name="DOWTY, PETER (DNR)" userId="01cf875a-4e15-4928-8f93-7a0dfa1efb6b" providerId="ADAL" clId="{E9054DD1-CDF4-4BE2-A4C5-BD4B0395A89E}" dt="2026-08-13T17:42:52.259" v="26056" actId="478"/>
          <ac:spMkLst>
            <pc:docMk/>
            <pc:sldMk cId="317715470" sldId="349"/>
            <ac:spMk id="25" creationId="{33863DD9-19E5-81D8-FAD9-53809FDBDAFF}"/>
          </ac:spMkLst>
        </pc:spChg>
        <pc:spChg chg="add mod ord">
          <ac:chgData name="DOWTY, PETER (DNR)" userId="01cf875a-4e15-4928-8f93-7a0dfa1efb6b" providerId="ADAL" clId="{E9054DD1-CDF4-4BE2-A4C5-BD4B0395A89E}" dt="2026-08-12T15:01:48.231" v="25084" actId="164"/>
          <ac:spMkLst>
            <pc:docMk/>
            <pc:sldMk cId="317715470" sldId="349"/>
            <ac:spMk id="26" creationId="{BD626DDC-8A97-6C0B-CA7E-30B6355D3B28}"/>
          </ac:spMkLst>
        </pc:spChg>
        <pc:spChg chg="add">
          <ac:chgData name="DOWTY, PETER (DNR)" userId="01cf875a-4e15-4928-8f93-7a0dfa1efb6b" providerId="ADAL" clId="{E9054DD1-CDF4-4BE2-A4C5-BD4B0395A89E}" dt="2026-08-13T17:42:48.946" v="26055" actId="22"/>
          <ac:spMkLst>
            <pc:docMk/>
            <pc:sldMk cId="317715470" sldId="349"/>
            <ac:spMk id="27" creationId="{39F01111-F6B1-CE16-6649-4EEE4989DF6B}"/>
          </ac:spMkLst>
        </pc:spChg>
        <pc:spChg chg="add mod ord topLvl">
          <ac:chgData name="DOWTY, PETER (DNR)" userId="01cf875a-4e15-4928-8f93-7a0dfa1efb6b" providerId="ADAL" clId="{E9054DD1-CDF4-4BE2-A4C5-BD4B0395A89E}" dt="2026-08-12T15:01:11.196" v="25081" actId="164"/>
          <ac:spMkLst>
            <pc:docMk/>
            <pc:sldMk cId="317715470" sldId="349"/>
            <ac:spMk id="27" creationId="{4CB5D85C-9607-333E-EFC4-FA4C3429FC86}"/>
          </ac:spMkLst>
        </pc:spChg>
        <pc:spChg chg="add del mod">
          <ac:chgData name="DOWTY, PETER (DNR)" userId="01cf875a-4e15-4928-8f93-7a0dfa1efb6b" providerId="ADAL" clId="{E9054DD1-CDF4-4BE2-A4C5-BD4B0395A89E}" dt="2026-08-12T14:54:34.096" v="25035" actId="478"/>
          <ac:spMkLst>
            <pc:docMk/>
            <pc:sldMk cId="317715470" sldId="349"/>
            <ac:spMk id="28" creationId="{A99C5FC6-ED89-42EB-44A6-E12CB5122F9A}"/>
          </ac:spMkLst>
        </pc:spChg>
        <pc:spChg chg="add">
          <ac:chgData name="DOWTY, PETER (DNR)" userId="01cf875a-4e15-4928-8f93-7a0dfa1efb6b" providerId="ADAL" clId="{E9054DD1-CDF4-4BE2-A4C5-BD4B0395A89E}" dt="2026-08-13T17:42:48.946" v="26055" actId="22"/>
          <ac:spMkLst>
            <pc:docMk/>
            <pc:sldMk cId="317715470" sldId="349"/>
            <ac:spMk id="29" creationId="{3C522FEA-C167-AD13-B4B5-0DF332398A4D}"/>
          </ac:spMkLst>
        </pc:spChg>
        <pc:spChg chg="add mod ord">
          <ac:chgData name="DOWTY, PETER (DNR)" userId="01cf875a-4e15-4928-8f93-7a0dfa1efb6b" providerId="ADAL" clId="{E9054DD1-CDF4-4BE2-A4C5-BD4B0395A89E}" dt="2026-08-12T14:58:30.714" v="25060" actId="164"/>
          <ac:spMkLst>
            <pc:docMk/>
            <pc:sldMk cId="317715470" sldId="349"/>
            <ac:spMk id="29" creationId="{8B62C562-ACEE-D371-4588-1C81ABE8C0DA}"/>
          </ac:spMkLst>
        </pc:spChg>
        <pc:spChg chg="add mod ord">
          <ac:chgData name="DOWTY, PETER (DNR)" userId="01cf875a-4e15-4928-8f93-7a0dfa1efb6b" providerId="ADAL" clId="{E9054DD1-CDF4-4BE2-A4C5-BD4B0395A89E}" dt="2026-08-12T14:58:30.714" v="25060" actId="164"/>
          <ac:spMkLst>
            <pc:docMk/>
            <pc:sldMk cId="317715470" sldId="349"/>
            <ac:spMk id="30" creationId="{BEFCF42C-FF21-AF40-B099-CDAE59F9B3C0}"/>
          </ac:spMkLst>
        </pc:spChg>
        <pc:spChg chg="mod">
          <ac:chgData name="DOWTY, PETER (DNR)" userId="01cf875a-4e15-4928-8f93-7a0dfa1efb6b" providerId="ADAL" clId="{E9054DD1-CDF4-4BE2-A4C5-BD4B0395A89E}" dt="2026-08-12T19:58:57.243" v="25454" actId="1076"/>
          <ac:spMkLst>
            <pc:docMk/>
            <pc:sldMk cId="317715470" sldId="349"/>
            <ac:spMk id="49" creationId="{4F8F2A98-17C3-EAE4-F99F-0A5B449B692E}"/>
          </ac:spMkLst>
        </pc:spChg>
        <pc:spChg chg="mod">
          <ac:chgData name="DOWTY, PETER (DNR)" userId="01cf875a-4e15-4928-8f93-7a0dfa1efb6b" providerId="ADAL" clId="{E9054DD1-CDF4-4BE2-A4C5-BD4B0395A89E}" dt="2026-08-12T19:01:12.017" v="25223" actId="1076"/>
          <ac:spMkLst>
            <pc:docMk/>
            <pc:sldMk cId="317715470" sldId="349"/>
            <ac:spMk id="53" creationId="{D235C716-5A15-F4CD-7EFD-8B0AF899DD98}"/>
          </ac:spMkLst>
        </pc:spChg>
        <pc:spChg chg="mod">
          <ac:chgData name="DOWTY, PETER (DNR)" userId="01cf875a-4e15-4928-8f93-7a0dfa1efb6b" providerId="ADAL" clId="{E9054DD1-CDF4-4BE2-A4C5-BD4B0395A89E}" dt="2026-08-12T19:01:12.017" v="25223" actId="1076"/>
          <ac:spMkLst>
            <pc:docMk/>
            <pc:sldMk cId="317715470" sldId="349"/>
            <ac:spMk id="60" creationId="{B8F79DA9-02A0-785B-94A8-6BFDAAC1A066}"/>
          </ac:spMkLst>
        </pc:spChg>
        <pc:spChg chg="mod">
          <ac:chgData name="DOWTY, PETER (DNR)" userId="01cf875a-4e15-4928-8f93-7a0dfa1efb6b" providerId="ADAL" clId="{E9054DD1-CDF4-4BE2-A4C5-BD4B0395A89E}" dt="2026-08-12T19:58:57.243" v="25454" actId="1076"/>
          <ac:spMkLst>
            <pc:docMk/>
            <pc:sldMk cId="317715470" sldId="349"/>
            <ac:spMk id="64" creationId="{A724C792-718E-4412-154E-0582AE2774DB}"/>
          </ac:spMkLst>
        </pc:spChg>
        <pc:spChg chg="mod topLvl">
          <ac:chgData name="DOWTY, PETER (DNR)" userId="01cf875a-4e15-4928-8f93-7a0dfa1efb6b" providerId="ADAL" clId="{E9054DD1-CDF4-4BE2-A4C5-BD4B0395A89E}" dt="2026-08-12T19:58:57.243" v="25454" actId="1076"/>
          <ac:spMkLst>
            <pc:docMk/>
            <pc:sldMk cId="317715470" sldId="349"/>
            <ac:spMk id="67" creationId="{48982400-0CEC-82DB-C6BB-E5328DE47650}"/>
          </ac:spMkLst>
        </pc:spChg>
        <pc:spChg chg="mod">
          <ac:chgData name="DOWTY, PETER (DNR)" userId="01cf875a-4e15-4928-8f93-7a0dfa1efb6b" providerId="ADAL" clId="{E9054DD1-CDF4-4BE2-A4C5-BD4B0395A89E}" dt="2026-08-12T19:41:09.462" v="25344" actId="1076"/>
          <ac:spMkLst>
            <pc:docMk/>
            <pc:sldMk cId="317715470" sldId="349"/>
            <ac:spMk id="69" creationId="{86B1A53B-2F21-8C0A-6405-FFC1801C1998}"/>
          </ac:spMkLst>
        </pc:spChg>
        <pc:spChg chg="mod">
          <ac:chgData name="DOWTY, PETER (DNR)" userId="01cf875a-4e15-4928-8f93-7a0dfa1efb6b" providerId="ADAL" clId="{E9054DD1-CDF4-4BE2-A4C5-BD4B0395A89E}" dt="2026-08-12T18:16:12.519" v="25180" actId="1076"/>
          <ac:spMkLst>
            <pc:docMk/>
            <pc:sldMk cId="317715470" sldId="349"/>
            <ac:spMk id="75" creationId="{9D0190D5-69DE-243E-0F4F-6130AE1797B9}"/>
          </ac:spMkLst>
        </pc:spChg>
        <pc:spChg chg="mod topLvl">
          <ac:chgData name="DOWTY, PETER (DNR)" userId="01cf875a-4e15-4928-8f93-7a0dfa1efb6b" providerId="ADAL" clId="{E9054DD1-CDF4-4BE2-A4C5-BD4B0395A89E}" dt="2026-08-13T16:15:28.446" v="25758" actId="20577"/>
          <ac:spMkLst>
            <pc:docMk/>
            <pc:sldMk cId="317715470" sldId="349"/>
            <ac:spMk id="79" creationId="{2213533F-FD0C-0739-E7FC-750475401ACC}"/>
          </ac:spMkLst>
        </pc:spChg>
        <pc:spChg chg="mod topLvl">
          <ac:chgData name="DOWTY, PETER (DNR)" userId="01cf875a-4e15-4928-8f93-7a0dfa1efb6b" providerId="ADAL" clId="{E9054DD1-CDF4-4BE2-A4C5-BD4B0395A89E}" dt="2026-08-12T19:01:49.980" v="25231" actId="164"/>
          <ac:spMkLst>
            <pc:docMk/>
            <pc:sldMk cId="317715470" sldId="349"/>
            <ac:spMk id="80" creationId="{7FE1E7BC-3FFF-7A72-1B4D-33942B241A0B}"/>
          </ac:spMkLst>
        </pc:spChg>
        <pc:spChg chg="mod">
          <ac:chgData name="DOWTY, PETER (DNR)" userId="01cf875a-4e15-4928-8f93-7a0dfa1efb6b" providerId="ADAL" clId="{E9054DD1-CDF4-4BE2-A4C5-BD4B0395A89E}" dt="2026-08-12T19:01:22.944" v="25225" actId="165"/>
          <ac:spMkLst>
            <pc:docMk/>
            <pc:sldMk cId="317715470" sldId="349"/>
            <ac:spMk id="82" creationId="{BB451763-CBFA-F4AE-F5AF-A49559025E67}"/>
          </ac:spMkLst>
        </pc:spChg>
        <pc:spChg chg="mod">
          <ac:chgData name="DOWTY, PETER (DNR)" userId="01cf875a-4e15-4928-8f93-7a0dfa1efb6b" providerId="ADAL" clId="{E9054DD1-CDF4-4BE2-A4C5-BD4B0395A89E}" dt="2026-08-12T18:16:25.458" v="25183" actId="1076"/>
          <ac:spMkLst>
            <pc:docMk/>
            <pc:sldMk cId="317715470" sldId="349"/>
            <ac:spMk id="87" creationId="{C6FF5E8D-D576-6F93-BECF-778F52BB77FF}"/>
          </ac:spMkLst>
        </pc:spChg>
        <pc:spChg chg="add mod topLvl">
          <ac:chgData name="DOWTY, PETER (DNR)" userId="01cf875a-4e15-4928-8f93-7a0dfa1efb6b" providerId="ADAL" clId="{E9054DD1-CDF4-4BE2-A4C5-BD4B0395A89E}" dt="2026-08-13T17:43:25.232" v="26060" actId="165"/>
          <ac:spMkLst>
            <pc:docMk/>
            <pc:sldMk cId="317715470" sldId="349"/>
            <ac:spMk id="91" creationId="{0035B176-DCAF-4AF7-F89E-BCCE15F88358}"/>
          </ac:spMkLst>
        </pc:spChg>
        <pc:spChg chg="mod">
          <ac:chgData name="DOWTY, PETER (DNR)" userId="01cf875a-4e15-4928-8f93-7a0dfa1efb6b" providerId="ADAL" clId="{E9054DD1-CDF4-4BE2-A4C5-BD4B0395A89E}" dt="2026-08-12T18:37:09.219" v="25208" actId="1076"/>
          <ac:spMkLst>
            <pc:docMk/>
            <pc:sldMk cId="317715470" sldId="349"/>
            <ac:spMk id="95" creationId="{5D91D39F-C91D-FC15-5A22-CDB6C3EE5476}"/>
          </ac:spMkLst>
        </pc:spChg>
        <pc:spChg chg="mod">
          <ac:chgData name="DOWTY, PETER (DNR)" userId="01cf875a-4e15-4928-8f93-7a0dfa1efb6b" providerId="ADAL" clId="{E9054DD1-CDF4-4BE2-A4C5-BD4B0395A89E}" dt="2026-08-12T18:37:09.219" v="25208" actId="1076"/>
          <ac:spMkLst>
            <pc:docMk/>
            <pc:sldMk cId="317715470" sldId="349"/>
            <ac:spMk id="98" creationId="{18B64AD7-924E-8C7E-15E8-5281787974AB}"/>
          </ac:spMkLst>
        </pc:spChg>
        <pc:spChg chg="mod">
          <ac:chgData name="DOWTY, PETER (DNR)" userId="01cf875a-4e15-4928-8f93-7a0dfa1efb6b" providerId="ADAL" clId="{E9054DD1-CDF4-4BE2-A4C5-BD4B0395A89E}" dt="2026-08-12T18:37:09.219" v="25208" actId="1076"/>
          <ac:spMkLst>
            <pc:docMk/>
            <pc:sldMk cId="317715470" sldId="349"/>
            <ac:spMk id="100" creationId="{795153E4-49B9-C6B0-42F5-D95BF1BC7121}"/>
          </ac:spMkLst>
        </pc:spChg>
        <pc:spChg chg="add del mod">
          <ac:chgData name="DOWTY, PETER (DNR)" userId="01cf875a-4e15-4928-8f93-7a0dfa1efb6b" providerId="ADAL" clId="{E9054DD1-CDF4-4BE2-A4C5-BD4B0395A89E}" dt="2026-08-12T18:37:13.659" v="25209" actId="478"/>
          <ac:spMkLst>
            <pc:docMk/>
            <pc:sldMk cId="317715470" sldId="349"/>
            <ac:spMk id="103" creationId="{EDEB626C-541D-6BDE-4541-95B4471DB191}"/>
          </ac:spMkLst>
        </pc:spChg>
        <pc:spChg chg="add mod">
          <ac:chgData name="DOWTY, PETER (DNR)" userId="01cf875a-4e15-4928-8f93-7a0dfa1efb6b" providerId="ADAL" clId="{E9054DD1-CDF4-4BE2-A4C5-BD4B0395A89E}" dt="2026-08-12T19:58:57.243" v="25454" actId="1076"/>
          <ac:spMkLst>
            <pc:docMk/>
            <pc:sldMk cId="317715470" sldId="349"/>
            <ac:spMk id="106" creationId="{490845B0-D2C9-11BA-67AE-3C25748C19EE}"/>
          </ac:spMkLst>
        </pc:spChg>
        <pc:spChg chg="mod">
          <ac:chgData name="DOWTY, PETER (DNR)" userId="01cf875a-4e15-4928-8f93-7a0dfa1efb6b" providerId="ADAL" clId="{E9054DD1-CDF4-4BE2-A4C5-BD4B0395A89E}" dt="2026-08-12T18:37:09.219" v="25208" actId="1076"/>
          <ac:spMkLst>
            <pc:docMk/>
            <pc:sldMk cId="317715470" sldId="349"/>
            <ac:spMk id="109" creationId="{35EDCAE5-C1A8-0C93-DEEC-8BEB5AC4F9B7}"/>
          </ac:spMkLst>
        </pc:spChg>
        <pc:spChg chg="mod">
          <ac:chgData name="DOWTY, PETER (DNR)" userId="01cf875a-4e15-4928-8f93-7a0dfa1efb6b" providerId="ADAL" clId="{E9054DD1-CDF4-4BE2-A4C5-BD4B0395A89E}" dt="2026-08-12T19:35:27.974" v="25317" actId="1076"/>
          <ac:spMkLst>
            <pc:docMk/>
            <pc:sldMk cId="317715470" sldId="349"/>
            <ac:spMk id="111" creationId="{7A520BBA-21F6-1DBE-88BB-A4BDF238799A}"/>
          </ac:spMkLst>
        </pc:spChg>
        <pc:spChg chg="add del mod">
          <ac:chgData name="DOWTY, PETER (DNR)" userId="01cf875a-4e15-4928-8f93-7a0dfa1efb6b" providerId="ADAL" clId="{E9054DD1-CDF4-4BE2-A4C5-BD4B0395A89E}" dt="2026-08-13T17:22:25.335" v="25991" actId="478"/>
          <ac:spMkLst>
            <pc:docMk/>
            <pc:sldMk cId="317715470" sldId="349"/>
            <ac:spMk id="115" creationId="{5D511588-3DDB-EC96-B799-801B0AE32CDB}"/>
          </ac:spMkLst>
        </pc:spChg>
        <pc:spChg chg="add del mod">
          <ac:chgData name="DOWTY, PETER (DNR)" userId="01cf875a-4e15-4928-8f93-7a0dfa1efb6b" providerId="ADAL" clId="{E9054DD1-CDF4-4BE2-A4C5-BD4B0395A89E}" dt="2026-08-13T17:22:28.275" v="25993" actId="478"/>
          <ac:spMkLst>
            <pc:docMk/>
            <pc:sldMk cId="317715470" sldId="349"/>
            <ac:spMk id="116" creationId="{2307E4F5-3257-A79C-A212-6E155B03D33F}"/>
          </ac:spMkLst>
        </pc:spChg>
        <pc:spChg chg="add mod">
          <ac:chgData name="DOWTY, PETER (DNR)" userId="01cf875a-4e15-4928-8f93-7a0dfa1efb6b" providerId="ADAL" clId="{E9054DD1-CDF4-4BE2-A4C5-BD4B0395A89E}" dt="2026-08-12T19:05:27.137" v="25242"/>
          <ac:spMkLst>
            <pc:docMk/>
            <pc:sldMk cId="317715470" sldId="349"/>
            <ac:spMk id="117" creationId="{B4652F78-F32E-45AF-D436-47DCB9796B52}"/>
          </ac:spMkLst>
        </pc:spChg>
        <pc:spChg chg="add mod">
          <ac:chgData name="DOWTY, PETER (DNR)" userId="01cf875a-4e15-4928-8f93-7a0dfa1efb6b" providerId="ADAL" clId="{E9054DD1-CDF4-4BE2-A4C5-BD4B0395A89E}" dt="2026-08-12T19:58:57.243" v="25454" actId="1076"/>
          <ac:spMkLst>
            <pc:docMk/>
            <pc:sldMk cId="317715470" sldId="349"/>
            <ac:spMk id="118" creationId="{E4C50F00-0E91-F8D9-0EC5-6555F26EB977}"/>
          </ac:spMkLst>
        </pc:spChg>
        <pc:spChg chg="add mod">
          <ac:chgData name="DOWTY, PETER (DNR)" userId="01cf875a-4e15-4928-8f93-7a0dfa1efb6b" providerId="ADAL" clId="{E9054DD1-CDF4-4BE2-A4C5-BD4B0395A89E}" dt="2026-08-12T19:58:57.243" v="25454" actId="1076"/>
          <ac:spMkLst>
            <pc:docMk/>
            <pc:sldMk cId="317715470" sldId="349"/>
            <ac:spMk id="119" creationId="{390514E9-4B95-C431-5F21-4B6710EBB419}"/>
          </ac:spMkLst>
        </pc:spChg>
        <pc:spChg chg="add mod">
          <ac:chgData name="DOWTY, PETER (DNR)" userId="01cf875a-4e15-4928-8f93-7a0dfa1efb6b" providerId="ADAL" clId="{E9054DD1-CDF4-4BE2-A4C5-BD4B0395A89E}" dt="2026-08-12T19:58:11.307" v="25453" actId="206"/>
          <ac:spMkLst>
            <pc:docMk/>
            <pc:sldMk cId="317715470" sldId="349"/>
            <ac:spMk id="120" creationId="{AEA20A5F-C1A0-E433-0F55-1FE762046C3B}"/>
          </ac:spMkLst>
        </pc:spChg>
        <pc:spChg chg="add mod">
          <ac:chgData name="DOWTY, PETER (DNR)" userId="01cf875a-4e15-4928-8f93-7a0dfa1efb6b" providerId="ADAL" clId="{E9054DD1-CDF4-4BE2-A4C5-BD4B0395A89E}" dt="2026-08-12T19:19:11.078" v="25270" actId="206"/>
          <ac:spMkLst>
            <pc:docMk/>
            <pc:sldMk cId="317715470" sldId="349"/>
            <ac:spMk id="121" creationId="{15F0A95A-B5AF-282B-32B7-FE1927C85527}"/>
          </ac:spMkLst>
        </pc:spChg>
        <pc:spChg chg="add del mod">
          <ac:chgData name="DOWTY, PETER (DNR)" userId="01cf875a-4e15-4928-8f93-7a0dfa1efb6b" providerId="ADAL" clId="{E9054DD1-CDF4-4BE2-A4C5-BD4B0395A89E}" dt="2026-08-12T19:24:20.989" v="25274" actId="478"/>
          <ac:spMkLst>
            <pc:docMk/>
            <pc:sldMk cId="317715470" sldId="349"/>
            <ac:spMk id="122" creationId="{3479A8B3-BD48-6432-DB74-41BD68C9CFC4}"/>
          </ac:spMkLst>
        </pc:spChg>
        <pc:spChg chg="add mod">
          <ac:chgData name="DOWTY, PETER (DNR)" userId="01cf875a-4e15-4928-8f93-7a0dfa1efb6b" providerId="ADAL" clId="{E9054DD1-CDF4-4BE2-A4C5-BD4B0395A89E}" dt="2026-08-12T19:25:55.869" v="25287"/>
          <ac:spMkLst>
            <pc:docMk/>
            <pc:sldMk cId="317715470" sldId="349"/>
            <ac:spMk id="123" creationId="{A7556AA9-875E-7F92-AB22-4FAB3C6D7641}"/>
          </ac:spMkLst>
        </pc:spChg>
        <pc:spChg chg="add mod">
          <ac:chgData name="DOWTY, PETER (DNR)" userId="01cf875a-4e15-4928-8f93-7a0dfa1efb6b" providerId="ADAL" clId="{E9054DD1-CDF4-4BE2-A4C5-BD4B0395A89E}" dt="2026-08-13T17:48:23.491" v="26069" actId="1076"/>
          <ac:spMkLst>
            <pc:docMk/>
            <pc:sldMk cId="317715470" sldId="349"/>
            <ac:spMk id="125" creationId="{0D54BED2-7AC4-D807-7852-790DB381A2A5}"/>
          </ac:spMkLst>
        </pc:spChg>
        <pc:spChg chg="add mod">
          <ac:chgData name="DOWTY, PETER (DNR)" userId="01cf875a-4e15-4928-8f93-7a0dfa1efb6b" providerId="ADAL" clId="{E9054DD1-CDF4-4BE2-A4C5-BD4B0395A89E}" dt="2026-08-12T19:42:46.129" v="25357" actId="1076"/>
          <ac:spMkLst>
            <pc:docMk/>
            <pc:sldMk cId="317715470" sldId="349"/>
            <ac:spMk id="127" creationId="{6A5EFA06-7CF2-5746-0FA0-0AE83101C571}"/>
          </ac:spMkLst>
        </pc:spChg>
        <pc:spChg chg="add mod">
          <ac:chgData name="DOWTY, PETER (DNR)" userId="01cf875a-4e15-4928-8f93-7a0dfa1efb6b" providerId="ADAL" clId="{E9054DD1-CDF4-4BE2-A4C5-BD4B0395A89E}" dt="2026-08-12T19:44:50.622" v="25435" actId="1076"/>
          <ac:spMkLst>
            <pc:docMk/>
            <pc:sldMk cId="317715470" sldId="349"/>
            <ac:spMk id="129" creationId="{1C5ECDEB-D7FD-F6B1-2637-EF846E4BE049}"/>
          </ac:spMkLst>
        </pc:spChg>
        <pc:spChg chg="add mod">
          <ac:chgData name="DOWTY, PETER (DNR)" userId="01cf875a-4e15-4928-8f93-7a0dfa1efb6b" providerId="ADAL" clId="{E9054DD1-CDF4-4BE2-A4C5-BD4B0395A89E}" dt="2026-08-12T19:58:57.243" v="25454" actId="1076"/>
          <ac:spMkLst>
            <pc:docMk/>
            <pc:sldMk cId="317715470" sldId="349"/>
            <ac:spMk id="131" creationId="{BE9F6A88-DE16-9295-BDB4-03E1865FC3CC}"/>
          </ac:spMkLst>
        </pc:spChg>
        <pc:spChg chg="add mod">
          <ac:chgData name="DOWTY, PETER (DNR)" userId="01cf875a-4e15-4928-8f93-7a0dfa1efb6b" providerId="ADAL" clId="{E9054DD1-CDF4-4BE2-A4C5-BD4B0395A89E}" dt="2026-08-12T19:58:57.243" v="25454" actId="1076"/>
          <ac:spMkLst>
            <pc:docMk/>
            <pc:sldMk cId="317715470" sldId="349"/>
            <ac:spMk id="133" creationId="{D4503C14-24E9-7BF8-7440-DB12A60E9237}"/>
          </ac:spMkLst>
        </pc:spChg>
        <pc:spChg chg="add mod ord">
          <ac:chgData name="DOWTY, PETER (DNR)" userId="01cf875a-4e15-4928-8f93-7a0dfa1efb6b" providerId="ADAL" clId="{E9054DD1-CDF4-4BE2-A4C5-BD4B0395A89E}" dt="2026-08-12T19:33:39.489" v="25300" actId="167"/>
          <ac:spMkLst>
            <pc:docMk/>
            <pc:sldMk cId="317715470" sldId="349"/>
            <ac:spMk id="134" creationId="{66740E04-E50A-6252-9601-8E70D30BDC15}"/>
          </ac:spMkLst>
        </pc:spChg>
        <pc:spChg chg="add mod ord">
          <ac:chgData name="DOWTY, PETER (DNR)" userId="01cf875a-4e15-4928-8f93-7a0dfa1efb6b" providerId="ADAL" clId="{E9054DD1-CDF4-4BE2-A4C5-BD4B0395A89E}" dt="2026-08-12T19:35:06.542" v="25313" actId="167"/>
          <ac:spMkLst>
            <pc:docMk/>
            <pc:sldMk cId="317715470" sldId="349"/>
            <ac:spMk id="135" creationId="{31626C16-9AB1-A6A8-02E0-9B3BCC2D6F72}"/>
          </ac:spMkLst>
        </pc:spChg>
        <pc:spChg chg="mod">
          <ac:chgData name="DOWTY, PETER (DNR)" userId="01cf875a-4e15-4928-8f93-7a0dfa1efb6b" providerId="ADAL" clId="{E9054DD1-CDF4-4BE2-A4C5-BD4B0395A89E}" dt="2026-08-12T19:35:18.536" v="25316" actId="1076"/>
          <ac:spMkLst>
            <pc:docMk/>
            <pc:sldMk cId="317715470" sldId="349"/>
            <ac:spMk id="137" creationId="{334B1E03-8822-37CA-FE49-7CCF313F3B32}"/>
          </ac:spMkLst>
        </pc:spChg>
        <pc:spChg chg="add mod ord">
          <ac:chgData name="DOWTY, PETER (DNR)" userId="01cf875a-4e15-4928-8f93-7a0dfa1efb6b" providerId="ADAL" clId="{E9054DD1-CDF4-4BE2-A4C5-BD4B0395A89E}" dt="2026-08-12T19:38:48.074" v="25329" actId="208"/>
          <ac:spMkLst>
            <pc:docMk/>
            <pc:sldMk cId="317715470" sldId="349"/>
            <ac:spMk id="139" creationId="{389D2AA1-AC5B-3404-64A0-7C0EA5D77B99}"/>
          </ac:spMkLst>
        </pc:spChg>
        <pc:spChg chg="add mod ord">
          <ac:chgData name="DOWTY, PETER (DNR)" userId="01cf875a-4e15-4928-8f93-7a0dfa1efb6b" providerId="ADAL" clId="{E9054DD1-CDF4-4BE2-A4C5-BD4B0395A89E}" dt="2026-08-12T19:39:39.674" v="25334" actId="167"/>
          <ac:spMkLst>
            <pc:docMk/>
            <pc:sldMk cId="317715470" sldId="349"/>
            <ac:spMk id="142" creationId="{D5080EA2-74D9-A4C0-1424-3A7FF5B22483}"/>
          </ac:spMkLst>
        </pc:spChg>
        <pc:spChg chg="add mod ord">
          <ac:chgData name="DOWTY, PETER (DNR)" userId="01cf875a-4e15-4928-8f93-7a0dfa1efb6b" providerId="ADAL" clId="{E9054DD1-CDF4-4BE2-A4C5-BD4B0395A89E}" dt="2026-08-12T19:40:25.459" v="25339" actId="167"/>
          <ac:spMkLst>
            <pc:docMk/>
            <pc:sldMk cId="317715470" sldId="349"/>
            <ac:spMk id="143" creationId="{337BE437-FEBB-B42B-6079-BF04BB53BD32}"/>
          </ac:spMkLst>
        </pc:spChg>
        <pc:spChg chg="add mod ord">
          <ac:chgData name="DOWTY, PETER (DNR)" userId="01cf875a-4e15-4928-8f93-7a0dfa1efb6b" providerId="ADAL" clId="{E9054DD1-CDF4-4BE2-A4C5-BD4B0395A89E}" dt="2026-08-12T19:41:05.116" v="25343" actId="167"/>
          <ac:spMkLst>
            <pc:docMk/>
            <pc:sldMk cId="317715470" sldId="349"/>
            <ac:spMk id="145" creationId="{F896C291-1253-4F77-418D-B235DE0844B9}"/>
          </ac:spMkLst>
        </pc:spChg>
        <pc:spChg chg="add mod">
          <ac:chgData name="DOWTY, PETER (DNR)" userId="01cf875a-4e15-4928-8f93-7a0dfa1efb6b" providerId="ADAL" clId="{E9054DD1-CDF4-4BE2-A4C5-BD4B0395A89E}" dt="2026-08-12T19:45:46.400" v="25442" actId="206"/>
          <ac:spMkLst>
            <pc:docMk/>
            <pc:sldMk cId="317715470" sldId="349"/>
            <ac:spMk id="146" creationId="{1BC2CC1C-2EAB-B57F-2EAB-51AA545F69FD}"/>
          </ac:spMkLst>
        </pc:spChg>
        <pc:spChg chg="add mod">
          <ac:chgData name="DOWTY, PETER (DNR)" userId="01cf875a-4e15-4928-8f93-7a0dfa1efb6b" providerId="ADAL" clId="{E9054DD1-CDF4-4BE2-A4C5-BD4B0395A89E}" dt="2026-08-12T19:46:23.535" v="25449" actId="206"/>
          <ac:spMkLst>
            <pc:docMk/>
            <pc:sldMk cId="317715470" sldId="349"/>
            <ac:spMk id="147" creationId="{44E06E19-5C4A-9A69-EDF2-D889D302F219}"/>
          </ac:spMkLst>
        </pc:spChg>
        <pc:spChg chg="add mod">
          <ac:chgData name="DOWTY, PETER (DNR)" userId="01cf875a-4e15-4928-8f93-7a0dfa1efb6b" providerId="ADAL" clId="{E9054DD1-CDF4-4BE2-A4C5-BD4B0395A89E}" dt="2026-08-12T20:05:04.371" v="25470" actId="206"/>
          <ac:spMkLst>
            <pc:docMk/>
            <pc:sldMk cId="317715470" sldId="349"/>
            <ac:spMk id="152" creationId="{642914CB-3487-66DF-002F-B7C8DC6CE90B}"/>
          </ac:spMkLst>
        </pc:spChg>
        <pc:spChg chg="add mod">
          <ac:chgData name="DOWTY, PETER (DNR)" userId="01cf875a-4e15-4928-8f93-7a0dfa1efb6b" providerId="ADAL" clId="{E9054DD1-CDF4-4BE2-A4C5-BD4B0395A89E}" dt="2026-08-12T20:16:07.786" v="25564" actId="1076"/>
          <ac:spMkLst>
            <pc:docMk/>
            <pc:sldMk cId="317715470" sldId="349"/>
            <ac:spMk id="156" creationId="{5103AAA9-6902-0FBF-2C20-FAC26FA04672}"/>
          </ac:spMkLst>
        </pc:spChg>
        <pc:spChg chg="add mod">
          <ac:chgData name="DOWTY, PETER (DNR)" userId="01cf875a-4e15-4928-8f93-7a0dfa1efb6b" providerId="ADAL" clId="{E9054DD1-CDF4-4BE2-A4C5-BD4B0395A89E}" dt="2026-08-12T20:15:56.640" v="25562" actId="20577"/>
          <ac:spMkLst>
            <pc:docMk/>
            <pc:sldMk cId="317715470" sldId="349"/>
            <ac:spMk id="158" creationId="{05DAF419-A616-27CF-15EB-A707713D66DC}"/>
          </ac:spMkLst>
        </pc:spChg>
        <pc:spChg chg="add mod">
          <ac:chgData name="DOWTY, PETER (DNR)" userId="01cf875a-4e15-4928-8f93-7a0dfa1efb6b" providerId="ADAL" clId="{E9054DD1-CDF4-4BE2-A4C5-BD4B0395A89E}" dt="2026-08-12T20:09:01.730" v="25549" actId="20577"/>
          <ac:spMkLst>
            <pc:docMk/>
            <pc:sldMk cId="317715470" sldId="349"/>
            <ac:spMk id="160" creationId="{AAEE896D-3693-8184-107B-C066A6B84B7A}"/>
          </ac:spMkLst>
        </pc:spChg>
        <pc:spChg chg="add mod">
          <ac:chgData name="DOWTY, PETER (DNR)" userId="01cf875a-4e15-4928-8f93-7a0dfa1efb6b" providerId="ADAL" clId="{E9054DD1-CDF4-4BE2-A4C5-BD4B0395A89E}" dt="2026-08-12T20:09:11.232" v="25551" actId="1076"/>
          <ac:spMkLst>
            <pc:docMk/>
            <pc:sldMk cId="317715470" sldId="349"/>
            <ac:spMk id="162" creationId="{281F2B28-B38E-512C-0DE1-17B1783D0860}"/>
          </ac:spMkLst>
        </pc:spChg>
        <pc:grpChg chg="del">
          <ac:chgData name="DOWTY, PETER (DNR)" userId="01cf875a-4e15-4928-8f93-7a0dfa1efb6b" providerId="ADAL" clId="{E9054DD1-CDF4-4BE2-A4C5-BD4B0395A89E}" dt="2026-08-12T14:46:36.770" v="24977" actId="165"/>
          <ac:grpSpMkLst>
            <pc:docMk/>
            <pc:sldMk cId="317715470" sldId="349"/>
            <ac:grpSpMk id="3" creationId="{2C5C852C-E3B3-0A79-C7CA-8F9564F3B5E3}"/>
          </ac:grpSpMkLst>
        </pc:grpChg>
        <pc:grpChg chg="mod">
          <ac:chgData name="DOWTY, PETER (DNR)" userId="01cf875a-4e15-4928-8f93-7a0dfa1efb6b" providerId="ADAL" clId="{E9054DD1-CDF4-4BE2-A4C5-BD4B0395A89E}" dt="2026-08-12T18:15:24.572" v="25172" actId="1076"/>
          <ac:grpSpMkLst>
            <pc:docMk/>
            <pc:sldMk cId="317715470" sldId="349"/>
            <ac:grpSpMk id="6" creationId="{43CF22D4-9AFF-3606-B30F-F89117830944}"/>
          </ac:grpSpMkLst>
        </pc:grpChg>
        <pc:grpChg chg="mod">
          <ac:chgData name="DOWTY, PETER (DNR)" userId="01cf875a-4e15-4928-8f93-7a0dfa1efb6b" providerId="ADAL" clId="{E9054DD1-CDF4-4BE2-A4C5-BD4B0395A89E}" dt="2026-08-12T15:04:06.297" v="25110" actId="164"/>
          <ac:grpSpMkLst>
            <pc:docMk/>
            <pc:sldMk cId="317715470" sldId="349"/>
            <ac:grpSpMk id="10" creationId="{DEFFE503-B61B-0395-8E3F-098C2AC3789C}"/>
          </ac:grpSpMkLst>
        </pc:grpChg>
        <pc:grpChg chg="mod">
          <ac:chgData name="DOWTY, PETER (DNR)" userId="01cf875a-4e15-4928-8f93-7a0dfa1efb6b" providerId="ADAL" clId="{E9054DD1-CDF4-4BE2-A4C5-BD4B0395A89E}" dt="2026-08-12T18:15:24.572" v="25172" actId="1076"/>
          <ac:grpSpMkLst>
            <pc:docMk/>
            <pc:sldMk cId="317715470" sldId="349"/>
            <ac:grpSpMk id="15" creationId="{D3B8EF4B-1EBC-864A-8736-B6E42F878FBC}"/>
          </ac:grpSpMkLst>
        </pc:grpChg>
        <pc:grpChg chg="add mod">
          <ac:chgData name="DOWTY, PETER (DNR)" userId="01cf875a-4e15-4928-8f93-7a0dfa1efb6b" providerId="ADAL" clId="{E9054DD1-CDF4-4BE2-A4C5-BD4B0395A89E}" dt="2026-08-12T18:15:24.572" v="25172" actId="1076"/>
          <ac:grpSpMkLst>
            <pc:docMk/>
            <pc:sldMk cId="317715470" sldId="349"/>
            <ac:grpSpMk id="19" creationId="{2B7570E5-3083-4153-49BD-3BCA32EEA837}"/>
          </ac:grpSpMkLst>
        </pc:grpChg>
        <pc:grpChg chg="add del mod">
          <ac:chgData name="DOWTY, PETER (DNR)" userId="01cf875a-4e15-4928-8f93-7a0dfa1efb6b" providerId="ADAL" clId="{E9054DD1-CDF4-4BE2-A4C5-BD4B0395A89E}" dt="2026-08-12T14:59:09.801" v="25068" actId="478"/>
          <ac:grpSpMkLst>
            <pc:docMk/>
            <pc:sldMk cId="317715470" sldId="349"/>
            <ac:grpSpMk id="31" creationId="{A4B5955A-F1E4-B8F0-4302-547ED6AC4D55}"/>
          </ac:grpSpMkLst>
        </pc:grpChg>
        <pc:grpChg chg="add del mod">
          <ac:chgData name="DOWTY, PETER (DNR)" userId="01cf875a-4e15-4928-8f93-7a0dfa1efb6b" providerId="ADAL" clId="{E9054DD1-CDF4-4BE2-A4C5-BD4B0395A89E}" dt="2026-08-12T15:00:37.654" v="25079" actId="165"/>
          <ac:grpSpMkLst>
            <pc:docMk/>
            <pc:sldMk cId="317715470" sldId="349"/>
            <ac:grpSpMk id="34" creationId="{58035B68-BB76-F2C9-CAD7-E6C7FD455A1A}"/>
          </ac:grpSpMkLst>
        </pc:grpChg>
        <pc:grpChg chg="add mod">
          <ac:chgData name="DOWTY, PETER (DNR)" userId="01cf875a-4e15-4928-8f93-7a0dfa1efb6b" providerId="ADAL" clId="{E9054DD1-CDF4-4BE2-A4C5-BD4B0395A89E}" dt="2026-08-12T15:01:48.231" v="25084" actId="164"/>
          <ac:grpSpMkLst>
            <pc:docMk/>
            <pc:sldMk cId="317715470" sldId="349"/>
            <ac:grpSpMk id="35" creationId="{6C741B6D-115A-28D8-8306-484134BFF17A}"/>
          </ac:grpSpMkLst>
        </pc:grpChg>
        <pc:grpChg chg="add del mod">
          <ac:chgData name="DOWTY, PETER (DNR)" userId="01cf875a-4e15-4928-8f93-7a0dfa1efb6b" providerId="ADAL" clId="{E9054DD1-CDF4-4BE2-A4C5-BD4B0395A89E}" dt="2026-08-12T18:04:46.814" v="25146" actId="21"/>
          <ac:grpSpMkLst>
            <pc:docMk/>
            <pc:sldMk cId="317715470" sldId="349"/>
            <ac:grpSpMk id="36" creationId="{A3E31077-1614-63B3-D589-FA8357D773C9}"/>
          </ac:grpSpMkLst>
        </pc:grpChg>
        <pc:grpChg chg="add mod">
          <ac:chgData name="DOWTY, PETER (DNR)" userId="01cf875a-4e15-4928-8f93-7a0dfa1efb6b" providerId="ADAL" clId="{E9054DD1-CDF4-4BE2-A4C5-BD4B0395A89E}" dt="2026-08-12T15:03:32.235" v="25106" actId="164"/>
          <ac:grpSpMkLst>
            <pc:docMk/>
            <pc:sldMk cId="317715470" sldId="349"/>
            <ac:grpSpMk id="43" creationId="{99A02FE0-01D6-F611-3D4C-7BE7DE7DDE34}"/>
          </ac:grpSpMkLst>
        </pc:grpChg>
        <pc:grpChg chg="add mod">
          <ac:chgData name="DOWTY, PETER (DNR)" userId="01cf875a-4e15-4928-8f93-7a0dfa1efb6b" providerId="ADAL" clId="{E9054DD1-CDF4-4BE2-A4C5-BD4B0395A89E}" dt="2026-08-12T15:04:06.297" v="25110" actId="164"/>
          <ac:grpSpMkLst>
            <pc:docMk/>
            <pc:sldMk cId="317715470" sldId="349"/>
            <ac:grpSpMk id="44" creationId="{94406F21-9B5D-AD64-7C9F-2A9CC6E79667}"/>
          </ac:grpSpMkLst>
        </pc:grpChg>
        <pc:grpChg chg="add mod">
          <ac:chgData name="DOWTY, PETER (DNR)" userId="01cf875a-4e15-4928-8f93-7a0dfa1efb6b" providerId="ADAL" clId="{E9054DD1-CDF4-4BE2-A4C5-BD4B0395A89E}" dt="2026-08-12T18:14:57.028" v="25167" actId="1076"/>
          <ac:grpSpMkLst>
            <pc:docMk/>
            <pc:sldMk cId="317715470" sldId="349"/>
            <ac:grpSpMk id="47" creationId="{7DE10B7A-2840-35A0-497E-688E4D8CC133}"/>
          </ac:grpSpMkLst>
        </pc:grpChg>
        <pc:grpChg chg="add mod">
          <ac:chgData name="DOWTY, PETER (DNR)" userId="01cf875a-4e15-4928-8f93-7a0dfa1efb6b" providerId="ADAL" clId="{E9054DD1-CDF4-4BE2-A4C5-BD4B0395A89E}" dt="2026-08-12T18:15:02.043" v="25168" actId="1076"/>
          <ac:grpSpMkLst>
            <pc:docMk/>
            <pc:sldMk cId="317715470" sldId="349"/>
            <ac:grpSpMk id="48" creationId="{BFA455FA-4D17-5131-CF09-6A3690FE3E15}"/>
          </ac:grpSpMkLst>
        </pc:grpChg>
        <pc:grpChg chg="mod">
          <ac:chgData name="DOWTY, PETER (DNR)" userId="01cf875a-4e15-4928-8f93-7a0dfa1efb6b" providerId="ADAL" clId="{E9054DD1-CDF4-4BE2-A4C5-BD4B0395A89E}" dt="2026-08-12T15:09:32.716" v="25112"/>
          <ac:grpSpMkLst>
            <pc:docMk/>
            <pc:sldMk cId="317715470" sldId="349"/>
            <ac:grpSpMk id="50" creationId="{C2E78E2F-0777-9E8F-A7AE-A9830D2F98D1}"/>
          </ac:grpSpMkLst>
        </pc:grpChg>
        <pc:grpChg chg="add mod">
          <ac:chgData name="DOWTY, PETER (DNR)" userId="01cf875a-4e15-4928-8f93-7a0dfa1efb6b" providerId="ADAL" clId="{E9054DD1-CDF4-4BE2-A4C5-BD4B0395A89E}" dt="2026-08-12T18:15:41.091" v="25173" actId="1076"/>
          <ac:grpSpMkLst>
            <pc:docMk/>
            <pc:sldMk cId="317715470" sldId="349"/>
            <ac:grpSpMk id="62" creationId="{E145449D-5202-90AB-651F-C869C9EF730A}"/>
          </ac:grpSpMkLst>
        </pc:grpChg>
        <pc:grpChg chg="add del mod">
          <ac:chgData name="DOWTY, PETER (DNR)" userId="01cf875a-4e15-4928-8f93-7a0dfa1efb6b" providerId="ADAL" clId="{E9054DD1-CDF4-4BE2-A4C5-BD4B0395A89E}" dt="2026-08-12T18:03:36.981" v="25137" actId="165"/>
          <ac:grpSpMkLst>
            <pc:docMk/>
            <pc:sldMk cId="317715470" sldId="349"/>
            <ac:grpSpMk id="65" creationId="{5B371852-D18F-FE2B-BACE-2AD5E5B76574}"/>
          </ac:grpSpMkLst>
        </pc:grpChg>
        <pc:grpChg chg="add mod">
          <ac:chgData name="DOWTY, PETER (DNR)" userId="01cf875a-4e15-4928-8f93-7a0dfa1efb6b" providerId="ADAL" clId="{E9054DD1-CDF4-4BE2-A4C5-BD4B0395A89E}" dt="2026-08-12T19:41:09.462" v="25344" actId="1076"/>
          <ac:grpSpMkLst>
            <pc:docMk/>
            <pc:sldMk cId="317715470" sldId="349"/>
            <ac:grpSpMk id="68" creationId="{5F29D9DD-3373-E755-CA2F-C5AA9AA49F50}"/>
          </ac:grpSpMkLst>
        </pc:grpChg>
        <pc:grpChg chg="add mod">
          <ac:chgData name="DOWTY, PETER (DNR)" userId="01cf875a-4e15-4928-8f93-7a0dfa1efb6b" providerId="ADAL" clId="{E9054DD1-CDF4-4BE2-A4C5-BD4B0395A89E}" dt="2026-08-12T18:16:31.884" v="25185" actId="1076"/>
          <ac:grpSpMkLst>
            <pc:docMk/>
            <pc:sldMk cId="317715470" sldId="349"/>
            <ac:grpSpMk id="71" creationId="{FDA39074-41EA-2EC0-4560-983265F54A3A}"/>
          </ac:grpSpMkLst>
        </pc:grpChg>
        <pc:grpChg chg="add mod">
          <ac:chgData name="DOWTY, PETER (DNR)" userId="01cf875a-4e15-4928-8f93-7a0dfa1efb6b" providerId="ADAL" clId="{E9054DD1-CDF4-4BE2-A4C5-BD4B0395A89E}" dt="2026-08-12T18:16:12.519" v="25180" actId="1076"/>
          <ac:grpSpMkLst>
            <pc:docMk/>
            <pc:sldMk cId="317715470" sldId="349"/>
            <ac:grpSpMk id="74" creationId="{03BA66CA-42AA-BA2C-2D94-A7F11DFF5D16}"/>
          </ac:grpSpMkLst>
        </pc:grpChg>
        <pc:grpChg chg="add del mod">
          <ac:chgData name="DOWTY, PETER (DNR)" userId="01cf875a-4e15-4928-8f93-7a0dfa1efb6b" providerId="ADAL" clId="{E9054DD1-CDF4-4BE2-A4C5-BD4B0395A89E}" dt="2026-08-12T19:01:22.944" v="25225" actId="165"/>
          <ac:grpSpMkLst>
            <pc:docMk/>
            <pc:sldMk cId="317715470" sldId="349"/>
            <ac:grpSpMk id="77" creationId="{525BB653-A942-B8BE-E956-61415717E1F1}"/>
          </ac:grpSpMkLst>
        </pc:grpChg>
        <pc:grpChg chg="mod topLvl">
          <ac:chgData name="DOWTY, PETER (DNR)" userId="01cf875a-4e15-4928-8f93-7a0dfa1efb6b" providerId="ADAL" clId="{E9054DD1-CDF4-4BE2-A4C5-BD4B0395A89E}" dt="2026-08-12T19:01:49.980" v="25231" actId="164"/>
          <ac:grpSpMkLst>
            <pc:docMk/>
            <pc:sldMk cId="317715470" sldId="349"/>
            <ac:grpSpMk id="78" creationId="{6E6F6896-4D59-BEEB-5F9E-1B3560973B8A}"/>
          </ac:grpSpMkLst>
        </pc:grpChg>
        <pc:grpChg chg="mod">
          <ac:chgData name="DOWTY, PETER (DNR)" userId="01cf875a-4e15-4928-8f93-7a0dfa1efb6b" providerId="ADAL" clId="{E9054DD1-CDF4-4BE2-A4C5-BD4B0395A89E}" dt="2026-08-12T19:01:22.944" v="25225" actId="165"/>
          <ac:grpSpMkLst>
            <pc:docMk/>
            <pc:sldMk cId="317715470" sldId="349"/>
            <ac:grpSpMk id="81" creationId="{69EFD610-AAB9-0C49-1654-6ABFBE1D5E86}"/>
          </ac:grpSpMkLst>
        </pc:grpChg>
        <pc:grpChg chg="add mod">
          <ac:chgData name="DOWTY, PETER (DNR)" userId="01cf875a-4e15-4928-8f93-7a0dfa1efb6b" providerId="ADAL" clId="{E9054DD1-CDF4-4BE2-A4C5-BD4B0395A89E}" dt="2026-08-12T18:16:25.458" v="25183" actId="1076"/>
          <ac:grpSpMkLst>
            <pc:docMk/>
            <pc:sldMk cId="317715470" sldId="349"/>
            <ac:grpSpMk id="86" creationId="{DF935849-7E82-217B-F7E2-41D7EB51F2DA}"/>
          </ac:grpSpMkLst>
        </pc:grpChg>
        <pc:grpChg chg="add del mod">
          <ac:chgData name="DOWTY, PETER (DNR)" userId="01cf875a-4e15-4928-8f93-7a0dfa1efb6b" providerId="ADAL" clId="{E9054DD1-CDF4-4BE2-A4C5-BD4B0395A89E}" dt="2026-08-13T17:43:25.232" v="26060" actId="165"/>
          <ac:grpSpMkLst>
            <pc:docMk/>
            <pc:sldMk cId="317715470" sldId="349"/>
            <ac:grpSpMk id="92" creationId="{0B8601D9-AF82-2DA9-DB3D-3B4B7D66098C}"/>
          </ac:grpSpMkLst>
        </pc:grpChg>
        <pc:grpChg chg="mod">
          <ac:chgData name="DOWTY, PETER (DNR)" userId="01cf875a-4e15-4928-8f93-7a0dfa1efb6b" providerId="ADAL" clId="{E9054DD1-CDF4-4BE2-A4C5-BD4B0395A89E}" dt="2026-08-12T18:37:20.112" v="25213" actId="1076"/>
          <ac:grpSpMkLst>
            <pc:docMk/>
            <pc:sldMk cId="317715470" sldId="349"/>
            <ac:grpSpMk id="93" creationId="{10C29DA0-4A1C-1A69-9B62-BAC708CE51A8}"/>
          </ac:grpSpMkLst>
        </pc:grpChg>
        <pc:grpChg chg="mod">
          <ac:chgData name="DOWTY, PETER (DNR)" userId="01cf875a-4e15-4928-8f93-7a0dfa1efb6b" providerId="ADAL" clId="{E9054DD1-CDF4-4BE2-A4C5-BD4B0395A89E}" dt="2026-08-12T18:37:27.188" v="25215" actId="1076"/>
          <ac:grpSpMkLst>
            <pc:docMk/>
            <pc:sldMk cId="317715470" sldId="349"/>
            <ac:grpSpMk id="107" creationId="{99B2568E-C94C-B6E4-D414-D562D6C1CAA1}"/>
          </ac:grpSpMkLst>
        </pc:grpChg>
        <pc:grpChg chg="add mod">
          <ac:chgData name="DOWTY, PETER (DNR)" userId="01cf875a-4e15-4928-8f93-7a0dfa1efb6b" providerId="ADAL" clId="{E9054DD1-CDF4-4BE2-A4C5-BD4B0395A89E}" dt="2026-08-12T19:35:27.974" v="25317" actId="1076"/>
          <ac:grpSpMkLst>
            <pc:docMk/>
            <pc:sldMk cId="317715470" sldId="349"/>
            <ac:grpSpMk id="110" creationId="{09F69B76-8804-AEAA-40E4-FD4C3E02D463}"/>
          </ac:grpSpMkLst>
        </pc:grpChg>
        <pc:grpChg chg="add mod">
          <ac:chgData name="DOWTY, PETER (DNR)" userId="01cf875a-4e15-4928-8f93-7a0dfa1efb6b" providerId="ADAL" clId="{E9054DD1-CDF4-4BE2-A4C5-BD4B0395A89E}" dt="2026-08-12T19:25:25.905" v="25283" actId="1076"/>
          <ac:grpSpMkLst>
            <pc:docMk/>
            <pc:sldMk cId="317715470" sldId="349"/>
            <ac:grpSpMk id="113" creationId="{B006F259-82DF-75B7-58D0-4ABB84AAC758}"/>
          </ac:grpSpMkLst>
        </pc:grpChg>
        <pc:grpChg chg="add mod">
          <ac:chgData name="DOWTY, PETER (DNR)" userId="01cf875a-4e15-4928-8f93-7a0dfa1efb6b" providerId="ADAL" clId="{E9054DD1-CDF4-4BE2-A4C5-BD4B0395A89E}" dt="2026-08-12T19:35:18.536" v="25316" actId="1076"/>
          <ac:grpSpMkLst>
            <pc:docMk/>
            <pc:sldMk cId="317715470" sldId="349"/>
            <ac:grpSpMk id="136" creationId="{D0648984-C416-A960-40FD-4F467B64C633}"/>
          </ac:grpSpMkLst>
        </pc:grpChg>
        <pc:picChg chg="add mod">
          <ac:chgData name="DOWTY, PETER (DNR)" userId="01cf875a-4e15-4928-8f93-7a0dfa1efb6b" providerId="ADAL" clId="{E9054DD1-CDF4-4BE2-A4C5-BD4B0395A89E}" dt="2026-08-12T18:15:24.572" v="25172" actId="1076"/>
          <ac:picMkLst>
            <pc:docMk/>
            <pc:sldMk cId="317715470" sldId="349"/>
            <ac:picMk id="2" creationId="{3BC6B11C-5D9E-A765-2F30-17D5299092E3}"/>
          </ac:picMkLst>
        </pc:picChg>
        <pc:picChg chg="del mod topLvl">
          <ac:chgData name="DOWTY, PETER (DNR)" userId="01cf875a-4e15-4928-8f93-7a0dfa1efb6b" providerId="ADAL" clId="{E9054DD1-CDF4-4BE2-A4C5-BD4B0395A89E}" dt="2026-08-12T15:01:56.425" v="25088" actId="478"/>
          <ac:picMkLst>
            <pc:docMk/>
            <pc:sldMk cId="317715470" sldId="349"/>
            <ac:picMk id="4" creationId="{C23B4C90-2C73-FE13-083C-53FAEFD85051}"/>
          </ac:picMkLst>
        </pc:picChg>
        <pc:picChg chg="mod">
          <ac:chgData name="DOWTY, PETER (DNR)" userId="01cf875a-4e15-4928-8f93-7a0dfa1efb6b" providerId="ADAL" clId="{E9054DD1-CDF4-4BE2-A4C5-BD4B0395A89E}" dt="2026-08-12T18:15:24.572" v="25172" actId="1076"/>
          <ac:picMkLst>
            <pc:docMk/>
            <pc:sldMk cId="317715470" sldId="349"/>
            <ac:picMk id="7" creationId="{F21C788D-0400-285C-220C-AB85ACBD51E7}"/>
          </ac:picMkLst>
        </pc:picChg>
        <pc:picChg chg="mod">
          <ac:chgData name="DOWTY, PETER (DNR)" userId="01cf875a-4e15-4928-8f93-7a0dfa1efb6b" providerId="ADAL" clId="{E9054DD1-CDF4-4BE2-A4C5-BD4B0395A89E}" dt="2026-08-12T18:13:43.614" v="25158" actId="1076"/>
          <ac:picMkLst>
            <pc:docMk/>
            <pc:sldMk cId="317715470" sldId="349"/>
            <ac:picMk id="14" creationId="{160404D0-8EAE-7563-F0FD-E11C279CFCE4}"/>
          </ac:picMkLst>
        </pc:picChg>
        <pc:picChg chg="mod">
          <ac:chgData name="DOWTY, PETER (DNR)" userId="01cf875a-4e15-4928-8f93-7a0dfa1efb6b" providerId="ADAL" clId="{E9054DD1-CDF4-4BE2-A4C5-BD4B0395A89E}" dt="2026-08-12T18:15:24.572" v="25172" actId="1076"/>
          <ac:picMkLst>
            <pc:docMk/>
            <pc:sldMk cId="317715470" sldId="349"/>
            <ac:picMk id="17" creationId="{D5FDEBD4-5076-992F-BFD2-4809ACFC32C9}"/>
          </ac:picMkLst>
        </pc:picChg>
        <pc:picChg chg="add del">
          <ac:chgData name="DOWTY, PETER (DNR)" userId="01cf875a-4e15-4928-8f93-7a0dfa1efb6b" providerId="ADAL" clId="{E9054DD1-CDF4-4BE2-A4C5-BD4B0395A89E}" dt="2026-08-12T15:01:55.802" v="25087" actId="478"/>
          <ac:picMkLst>
            <pc:docMk/>
            <pc:sldMk cId="317715470" sldId="349"/>
            <ac:picMk id="21" creationId="{1F998770-5709-ADDA-2545-50337ADD7005}"/>
          </ac:picMkLst>
        </pc:picChg>
        <pc:picChg chg="add del mod">
          <ac:chgData name="DOWTY, PETER (DNR)" userId="01cf875a-4e15-4928-8f93-7a0dfa1efb6b" providerId="ADAL" clId="{E9054DD1-CDF4-4BE2-A4C5-BD4B0395A89E}" dt="2026-08-12T15:01:51.198" v="25086" actId="478"/>
          <ac:picMkLst>
            <pc:docMk/>
            <pc:sldMk cId="317715470" sldId="349"/>
            <ac:picMk id="23" creationId="{7B5C2E66-D81C-BEE9-870F-0007BD7DF818}"/>
          </ac:picMkLst>
        </pc:picChg>
        <pc:picChg chg="add mod topLvl modCrop">
          <ac:chgData name="DOWTY, PETER (DNR)" userId="01cf875a-4e15-4928-8f93-7a0dfa1efb6b" providerId="ADAL" clId="{E9054DD1-CDF4-4BE2-A4C5-BD4B0395A89E}" dt="2026-08-12T15:01:11.196" v="25081" actId="164"/>
          <ac:picMkLst>
            <pc:docMk/>
            <pc:sldMk cId="317715470" sldId="349"/>
            <ac:picMk id="33" creationId="{361D160B-2D21-735D-AF41-1902210BCF29}"/>
          </ac:picMkLst>
        </pc:picChg>
        <pc:picChg chg="add mod">
          <ac:chgData name="DOWTY, PETER (DNR)" userId="01cf875a-4e15-4928-8f93-7a0dfa1efb6b" providerId="ADAL" clId="{E9054DD1-CDF4-4BE2-A4C5-BD4B0395A89E}" dt="2026-08-12T15:03:12.174" v="25102" actId="164"/>
          <ac:picMkLst>
            <pc:docMk/>
            <pc:sldMk cId="317715470" sldId="349"/>
            <ac:picMk id="38" creationId="{385438DA-1059-74F2-DDF2-F92E94DD97C8}"/>
          </ac:picMkLst>
        </pc:picChg>
        <pc:picChg chg="add mod">
          <ac:chgData name="DOWTY, PETER (DNR)" userId="01cf875a-4e15-4928-8f93-7a0dfa1efb6b" providerId="ADAL" clId="{E9054DD1-CDF4-4BE2-A4C5-BD4B0395A89E}" dt="2026-08-12T15:03:12.174" v="25102" actId="164"/>
          <ac:picMkLst>
            <pc:docMk/>
            <pc:sldMk cId="317715470" sldId="349"/>
            <ac:picMk id="40" creationId="{288453C4-A03C-CF10-65E0-DCDB8E0DD617}"/>
          </ac:picMkLst>
        </pc:picChg>
        <pc:picChg chg="add mod">
          <ac:chgData name="DOWTY, PETER (DNR)" userId="01cf875a-4e15-4928-8f93-7a0dfa1efb6b" providerId="ADAL" clId="{E9054DD1-CDF4-4BE2-A4C5-BD4B0395A89E}" dt="2026-08-12T15:03:12.174" v="25102" actId="164"/>
          <ac:picMkLst>
            <pc:docMk/>
            <pc:sldMk cId="317715470" sldId="349"/>
            <ac:picMk id="42" creationId="{824A6E88-F3FB-5CC4-2A16-6E5AFA710B3F}"/>
          </ac:picMkLst>
        </pc:picChg>
        <pc:picChg chg="mod">
          <ac:chgData name="DOWTY, PETER (DNR)" userId="01cf875a-4e15-4928-8f93-7a0dfa1efb6b" providerId="ADAL" clId="{E9054DD1-CDF4-4BE2-A4C5-BD4B0395A89E}" dt="2026-08-12T15:09:32.716" v="25112"/>
          <ac:picMkLst>
            <pc:docMk/>
            <pc:sldMk cId="317715470" sldId="349"/>
            <ac:picMk id="55" creationId="{9845060C-05CA-F351-F6C1-D9E2855079BA}"/>
          </ac:picMkLst>
        </pc:picChg>
        <pc:picChg chg="mod">
          <ac:chgData name="DOWTY, PETER (DNR)" userId="01cf875a-4e15-4928-8f93-7a0dfa1efb6b" providerId="ADAL" clId="{E9054DD1-CDF4-4BE2-A4C5-BD4B0395A89E}" dt="2026-08-12T15:09:32.716" v="25112"/>
          <ac:picMkLst>
            <pc:docMk/>
            <pc:sldMk cId="317715470" sldId="349"/>
            <ac:picMk id="56" creationId="{26495F12-F6F2-BBD5-D2E9-1FD7850108D7}"/>
          </ac:picMkLst>
        </pc:picChg>
        <pc:picChg chg="mod">
          <ac:chgData name="DOWTY, PETER (DNR)" userId="01cf875a-4e15-4928-8f93-7a0dfa1efb6b" providerId="ADAL" clId="{E9054DD1-CDF4-4BE2-A4C5-BD4B0395A89E}" dt="2026-08-12T15:09:32.716" v="25112"/>
          <ac:picMkLst>
            <pc:docMk/>
            <pc:sldMk cId="317715470" sldId="349"/>
            <ac:picMk id="57" creationId="{91630A4F-9155-EB07-CCD4-0126A9D07AF2}"/>
          </ac:picMkLst>
        </pc:picChg>
        <pc:picChg chg="mod">
          <ac:chgData name="DOWTY, PETER (DNR)" userId="01cf875a-4e15-4928-8f93-7a0dfa1efb6b" providerId="ADAL" clId="{E9054DD1-CDF4-4BE2-A4C5-BD4B0395A89E}" dt="2026-08-12T18:13:43.614" v="25158" actId="1076"/>
          <ac:picMkLst>
            <pc:docMk/>
            <pc:sldMk cId="317715470" sldId="349"/>
            <ac:picMk id="58" creationId="{5144DC90-9A40-BC10-36BF-630D6E7E4C3D}"/>
          </ac:picMkLst>
        </pc:picChg>
        <pc:picChg chg="mod">
          <ac:chgData name="DOWTY, PETER (DNR)" userId="01cf875a-4e15-4928-8f93-7a0dfa1efb6b" providerId="ADAL" clId="{E9054DD1-CDF4-4BE2-A4C5-BD4B0395A89E}" dt="2026-08-12T18:13:43.614" v="25158" actId="1076"/>
          <ac:picMkLst>
            <pc:docMk/>
            <pc:sldMk cId="317715470" sldId="349"/>
            <ac:picMk id="61" creationId="{046CA62A-D857-52FB-924A-28C0A1A6C5B4}"/>
          </ac:picMkLst>
        </pc:picChg>
        <pc:picChg chg="mod">
          <ac:chgData name="DOWTY, PETER (DNR)" userId="01cf875a-4e15-4928-8f93-7a0dfa1efb6b" providerId="ADAL" clId="{E9054DD1-CDF4-4BE2-A4C5-BD4B0395A89E}" dt="2026-08-12T15:10:54.883" v="25120"/>
          <ac:picMkLst>
            <pc:docMk/>
            <pc:sldMk cId="317715470" sldId="349"/>
            <ac:picMk id="63" creationId="{B7BC84B8-6C9D-2772-090F-BBF76B23BCA4}"/>
          </ac:picMkLst>
        </pc:picChg>
        <pc:picChg chg="mod topLvl">
          <ac:chgData name="DOWTY, PETER (DNR)" userId="01cf875a-4e15-4928-8f93-7a0dfa1efb6b" providerId="ADAL" clId="{E9054DD1-CDF4-4BE2-A4C5-BD4B0395A89E}" dt="2026-08-12T18:03:58.579" v="25142" actId="164"/>
          <ac:picMkLst>
            <pc:docMk/>
            <pc:sldMk cId="317715470" sldId="349"/>
            <ac:picMk id="66" creationId="{27F5E3EF-2B9F-D1B2-243F-799FE03EA5CC}"/>
          </ac:picMkLst>
        </pc:picChg>
        <pc:picChg chg="mod">
          <ac:chgData name="DOWTY, PETER (DNR)" userId="01cf875a-4e15-4928-8f93-7a0dfa1efb6b" providerId="ADAL" clId="{E9054DD1-CDF4-4BE2-A4C5-BD4B0395A89E}" dt="2026-08-12T19:41:09.462" v="25344" actId="1076"/>
          <ac:picMkLst>
            <pc:docMk/>
            <pc:sldMk cId="317715470" sldId="349"/>
            <ac:picMk id="70" creationId="{85F6DB2B-BF70-F148-36A8-552EB5836290}"/>
          </ac:picMkLst>
        </pc:picChg>
        <pc:picChg chg="add mod topLvl">
          <ac:chgData name="DOWTY, PETER (DNR)" userId="01cf875a-4e15-4928-8f93-7a0dfa1efb6b" providerId="ADAL" clId="{E9054DD1-CDF4-4BE2-A4C5-BD4B0395A89E}" dt="2026-08-13T17:43:38.021" v="26062" actId="167"/>
          <ac:picMkLst>
            <pc:docMk/>
            <pc:sldMk cId="317715470" sldId="349"/>
            <ac:picMk id="73" creationId="{C51967AF-09C2-2C12-7D6D-1A6F0D10B38E}"/>
          </ac:picMkLst>
        </pc:picChg>
        <pc:picChg chg="mod">
          <ac:chgData name="DOWTY, PETER (DNR)" userId="01cf875a-4e15-4928-8f93-7a0dfa1efb6b" providerId="ADAL" clId="{E9054DD1-CDF4-4BE2-A4C5-BD4B0395A89E}" dt="2026-08-12T18:16:12.519" v="25180" actId="1076"/>
          <ac:picMkLst>
            <pc:docMk/>
            <pc:sldMk cId="317715470" sldId="349"/>
            <ac:picMk id="76" creationId="{63781BBD-56D7-B432-4A78-46F2F70701AF}"/>
          </ac:picMkLst>
        </pc:picChg>
        <pc:picChg chg="mod">
          <ac:chgData name="DOWTY, PETER (DNR)" userId="01cf875a-4e15-4928-8f93-7a0dfa1efb6b" providerId="ADAL" clId="{E9054DD1-CDF4-4BE2-A4C5-BD4B0395A89E}" dt="2026-08-12T19:01:22.944" v="25225" actId="165"/>
          <ac:picMkLst>
            <pc:docMk/>
            <pc:sldMk cId="317715470" sldId="349"/>
            <ac:picMk id="83" creationId="{F7AF7314-D41E-31AC-329B-C7E34C25C431}"/>
          </ac:picMkLst>
        </pc:picChg>
        <pc:picChg chg="mod">
          <ac:chgData name="DOWTY, PETER (DNR)" userId="01cf875a-4e15-4928-8f93-7a0dfa1efb6b" providerId="ADAL" clId="{E9054DD1-CDF4-4BE2-A4C5-BD4B0395A89E}" dt="2026-08-12T19:01:22.944" v="25225" actId="165"/>
          <ac:picMkLst>
            <pc:docMk/>
            <pc:sldMk cId="317715470" sldId="349"/>
            <ac:picMk id="84" creationId="{7FC47314-308A-90BF-3B53-C0F9D8B43CAB}"/>
          </ac:picMkLst>
        </pc:picChg>
        <pc:picChg chg="mod">
          <ac:chgData name="DOWTY, PETER (DNR)" userId="01cf875a-4e15-4928-8f93-7a0dfa1efb6b" providerId="ADAL" clId="{E9054DD1-CDF4-4BE2-A4C5-BD4B0395A89E}" dt="2026-08-12T19:01:22.944" v="25225" actId="165"/>
          <ac:picMkLst>
            <pc:docMk/>
            <pc:sldMk cId="317715470" sldId="349"/>
            <ac:picMk id="85" creationId="{6166BD0B-3E2B-60C0-A42F-BAE3256BECDA}"/>
          </ac:picMkLst>
        </pc:picChg>
        <pc:picChg chg="mod">
          <ac:chgData name="DOWTY, PETER (DNR)" userId="01cf875a-4e15-4928-8f93-7a0dfa1efb6b" providerId="ADAL" clId="{E9054DD1-CDF4-4BE2-A4C5-BD4B0395A89E}" dt="2026-08-12T18:16:25.458" v="25183" actId="1076"/>
          <ac:picMkLst>
            <pc:docMk/>
            <pc:sldMk cId="317715470" sldId="349"/>
            <ac:picMk id="88" creationId="{63C402A6-0323-2C4F-5127-7DF7C29C0926}"/>
          </ac:picMkLst>
        </pc:picChg>
        <pc:picChg chg="add mod topLvl">
          <ac:chgData name="DOWTY, PETER (DNR)" userId="01cf875a-4e15-4928-8f93-7a0dfa1efb6b" providerId="ADAL" clId="{E9054DD1-CDF4-4BE2-A4C5-BD4B0395A89E}" dt="2026-08-13T17:43:25.232" v="26060" actId="165"/>
          <ac:picMkLst>
            <pc:docMk/>
            <pc:sldMk cId="317715470" sldId="349"/>
            <ac:picMk id="90" creationId="{AA40978D-33CA-4B69-72A4-25A172BA1B99}"/>
          </ac:picMkLst>
        </pc:picChg>
        <pc:picChg chg="mod">
          <ac:chgData name="DOWTY, PETER (DNR)" userId="01cf875a-4e15-4928-8f93-7a0dfa1efb6b" providerId="ADAL" clId="{E9054DD1-CDF4-4BE2-A4C5-BD4B0395A89E}" dt="2026-08-12T18:37:09.219" v="25208" actId="1076"/>
          <ac:picMkLst>
            <pc:docMk/>
            <pc:sldMk cId="317715470" sldId="349"/>
            <ac:picMk id="94" creationId="{71270189-BCEB-0792-DE40-31398A0A3A37}"/>
          </ac:picMkLst>
        </pc:picChg>
        <pc:picChg chg="mod">
          <ac:chgData name="DOWTY, PETER (DNR)" userId="01cf875a-4e15-4928-8f93-7a0dfa1efb6b" providerId="ADAL" clId="{E9054DD1-CDF4-4BE2-A4C5-BD4B0395A89E}" dt="2026-08-12T18:37:09.219" v="25208" actId="1076"/>
          <ac:picMkLst>
            <pc:docMk/>
            <pc:sldMk cId="317715470" sldId="349"/>
            <ac:picMk id="99" creationId="{BC39607C-73B5-28E2-5BB3-79FA6BF607BE}"/>
          </ac:picMkLst>
        </pc:picChg>
        <pc:picChg chg="add del mod">
          <ac:chgData name="DOWTY, PETER (DNR)" userId="01cf875a-4e15-4928-8f93-7a0dfa1efb6b" providerId="ADAL" clId="{E9054DD1-CDF4-4BE2-A4C5-BD4B0395A89E}" dt="2026-08-12T19:35:12.858" v="25314" actId="478"/>
          <ac:picMkLst>
            <pc:docMk/>
            <pc:sldMk cId="317715470" sldId="349"/>
            <ac:picMk id="101" creationId="{05284981-5113-4D68-B194-3E6D3726A61E}"/>
          </ac:picMkLst>
        </pc:picChg>
        <pc:picChg chg="mod">
          <ac:chgData name="DOWTY, PETER (DNR)" userId="01cf875a-4e15-4928-8f93-7a0dfa1efb6b" providerId="ADAL" clId="{E9054DD1-CDF4-4BE2-A4C5-BD4B0395A89E}" dt="2026-08-12T18:37:09.219" v="25208" actId="1076"/>
          <ac:picMkLst>
            <pc:docMk/>
            <pc:sldMk cId="317715470" sldId="349"/>
            <ac:picMk id="108" creationId="{2B4AE08D-EA56-0B15-97E8-75E7F97E105B}"/>
          </ac:picMkLst>
        </pc:picChg>
        <pc:picChg chg="mod">
          <ac:chgData name="DOWTY, PETER (DNR)" userId="01cf875a-4e15-4928-8f93-7a0dfa1efb6b" providerId="ADAL" clId="{E9054DD1-CDF4-4BE2-A4C5-BD4B0395A89E}" dt="2026-08-12T19:35:27.974" v="25317" actId="1076"/>
          <ac:picMkLst>
            <pc:docMk/>
            <pc:sldMk cId="317715470" sldId="349"/>
            <ac:picMk id="112" creationId="{75961554-4EB1-2CEA-EAAA-3384C542B03B}"/>
          </ac:picMkLst>
        </pc:picChg>
        <pc:picChg chg="mod">
          <ac:chgData name="DOWTY, PETER (DNR)" userId="01cf875a-4e15-4928-8f93-7a0dfa1efb6b" providerId="ADAL" clId="{E9054DD1-CDF4-4BE2-A4C5-BD4B0395A89E}" dt="2026-08-12T19:35:18.536" v="25316" actId="1076"/>
          <ac:picMkLst>
            <pc:docMk/>
            <pc:sldMk cId="317715470" sldId="349"/>
            <ac:picMk id="138" creationId="{F20F7FCA-DC4E-7D8E-932C-E27540B33435}"/>
          </ac:picMkLst>
        </pc:picChg>
        <pc:picChg chg="add mod">
          <ac:chgData name="DOWTY, PETER (DNR)" userId="01cf875a-4e15-4928-8f93-7a0dfa1efb6b" providerId="ADAL" clId="{E9054DD1-CDF4-4BE2-A4C5-BD4B0395A89E}" dt="2026-08-13T17:43:38.021" v="26062" actId="167"/>
          <ac:picMkLst>
            <pc:docMk/>
            <pc:sldMk cId="317715470" sldId="349"/>
            <ac:picMk id="149" creationId="{38E5C828-3FAB-AF56-62EB-7835E75A0921}"/>
          </ac:picMkLst>
        </pc:picChg>
        <pc:picChg chg="add mod">
          <ac:chgData name="DOWTY, PETER (DNR)" userId="01cf875a-4e15-4928-8f93-7a0dfa1efb6b" providerId="ADAL" clId="{E9054DD1-CDF4-4BE2-A4C5-BD4B0395A89E}" dt="2026-08-13T17:43:38.021" v="26062" actId="167"/>
          <ac:picMkLst>
            <pc:docMk/>
            <pc:sldMk cId="317715470" sldId="349"/>
            <ac:picMk id="151" creationId="{A5DC99AE-277C-BC32-07B7-ACE39817A12A}"/>
          </ac:picMkLst>
        </pc:picChg>
        <pc:cxnChg chg="add mod">
          <ac:chgData name="DOWTY, PETER (DNR)" userId="01cf875a-4e15-4928-8f93-7a0dfa1efb6b" providerId="ADAL" clId="{E9054DD1-CDF4-4BE2-A4C5-BD4B0395A89E}" dt="2026-08-12T15:04:06.297" v="25110" actId="164"/>
          <ac:cxnSpMkLst>
            <pc:docMk/>
            <pc:sldMk cId="317715470" sldId="349"/>
            <ac:cxnSpMk id="46" creationId="{C4BB6019-1A6A-5E58-F0F8-7A0B60E40352}"/>
          </ac:cxnSpMkLst>
        </pc:cxnChg>
        <pc:cxnChg chg="del">
          <ac:chgData name="DOWTY, PETER (DNR)" userId="01cf875a-4e15-4928-8f93-7a0dfa1efb6b" providerId="ADAL" clId="{E9054DD1-CDF4-4BE2-A4C5-BD4B0395A89E}" dt="2026-08-12T18:37:15.007" v="25210" actId="478"/>
          <ac:cxnSpMkLst>
            <pc:docMk/>
            <pc:sldMk cId="317715470" sldId="349"/>
            <ac:cxnSpMk id="102" creationId="{BF789619-1F30-D6C6-F415-CC48C2800AE4}"/>
          </ac:cxnSpMkLst>
        </pc:cxnChg>
        <pc:cxnChg chg="del">
          <ac:chgData name="DOWTY, PETER (DNR)" userId="01cf875a-4e15-4928-8f93-7a0dfa1efb6b" providerId="ADAL" clId="{E9054DD1-CDF4-4BE2-A4C5-BD4B0395A89E}" dt="2026-08-12T18:37:15.805" v="25211" actId="478"/>
          <ac:cxnSpMkLst>
            <pc:docMk/>
            <pc:sldMk cId="317715470" sldId="349"/>
            <ac:cxnSpMk id="104" creationId="{32A21E03-F292-215E-AEC8-FA3632E48AD3}"/>
          </ac:cxnSpMkLst>
        </pc:cxnChg>
        <pc:cxnChg chg="del">
          <ac:chgData name="DOWTY, PETER (DNR)" userId="01cf875a-4e15-4928-8f93-7a0dfa1efb6b" providerId="ADAL" clId="{E9054DD1-CDF4-4BE2-A4C5-BD4B0395A89E}" dt="2026-08-12T18:37:16.543" v="25212" actId="478"/>
          <ac:cxnSpMkLst>
            <pc:docMk/>
            <pc:sldMk cId="317715470" sldId="349"/>
            <ac:cxnSpMk id="105" creationId="{FA1E4EFE-8E44-2468-3C2D-A986842A8551}"/>
          </ac:cxnSpMkLst>
        </pc:cxnChg>
        <pc:cxnChg chg="add del mod ord">
          <ac:chgData name="DOWTY, PETER (DNR)" userId="01cf875a-4e15-4928-8f93-7a0dfa1efb6b" providerId="ADAL" clId="{E9054DD1-CDF4-4BE2-A4C5-BD4B0395A89E}" dt="2026-08-13T17:22:26.917" v="25992" actId="478"/>
          <ac:cxnSpMkLst>
            <pc:docMk/>
            <pc:sldMk cId="317715470" sldId="349"/>
            <ac:cxnSpMk id="114" creationId="{588B462B-BCD6-58AC-7E39-D1E675200048}"/>
          </ac:cxnSpMkLst>
        </pc:cxnChg>
        <pc:cxnChg chg="add mod">
          <ac:chgData name="DOWTY, PETER (DNR)" userId="01cf875a-4e15-4928-8f93-7a0dfa1efb6b" providerId="ADAL" clId="{E9054DD1-CDF4-4BE2-A4C5-BD4B0395A89E}" dt="2026-08-12T19:38:19.984" v="25328" actId="208"/>
          <ac:cxnSpMkLst>
            <pc:docMk/>
            <pc:sldMk cId="317715470" sldId="349"/>
            <ac:cxnSpMk id="141" creationId="{39782686-92C7-945D-99B4-125749BF78B6}"/>
          </ac:cxnSpMkLst>
        </pc:cxnChg>
        <pc:cxnChg chg="add mod">
          <ac:chgData name="DOWTY, PETER (DNR)" userId="01cf875a-4e15-4928-8f93-7a0dfa1efb6b" providerId="ADAL" clId="{E9054DD1-CDF4-4BE2-A4C5-BD4B0395A89E}" dt="2026-08-12T20:06:37.660" v="25477" actId="1076"/>
          <ac:cxnSpMkLst>
            <pc:docMk/>
            <pc:sldMk cId="317715470" sldId="349"/>
            <ac:cxnSpMk id="154" creationId="{1CD3999C-49B0-613D-E3E2-7573B107E2B6}"/>
          </ac:cxnSpMkLst>
        </pc:cxnChg>
        <pc:cxnChg chg="add mod">
          <ac:chgData name="DOWTY, PETER (DNR)" userId="01cf875a-4e15-4928-8f93-7a0dfa1efb6b" providerId="ADAL" clId="{E9054DD1-CDF4-4BE2-A4C5-BD4B0395A89E}" dt="2026-08-12T20:06:46.216" v="25478" actId="208"/>
          <ac:cxnSpMkLst>
            <pc:docMk/>
            <pc:sldMk cId="317715470" sldId="349"/>
            <ac:cxnSpMk id="155" creationId="{F8BF32B6-C33C-ABD8-05B6-549279091C88}"/>
          </ac:cxnSpMkLst>
        </pc:cxnChg>
      </pc:sldChg>
      <pc:sldChg chg="addSp delSp modSp add mod ord">
        <pc:chgData name="DOWTY, PETER (DNR)" userId="01cf875a-4e15-4928-8f93-7a0dfa1efb6b" providerId="ADAL" clId="{E9054DD1-CDF4-4BE2-A4C5-BD4B0395A89E}" dt="2026-08-13T17:44:09.784" v="26063"/>
        <pc:sldMkLst>
          <pc:docMk/>
          <pc:sldMk cId="3905129069" sldId="350"/>
        </pc:sldMkLst>
        <pc:spChg chg="add mod">
          <ac:chgData name="DOWTY, PETER (DNR)" userId="01cf875a-4e15-4928-8f93-7a0dfa1efb6b" providerId="ADAL" clId="{E9054DD1-CDF4-4BE2-A4C5-BD4B0395A89E}" dt="2026-08-13T16:38:48.904" v="25777" actId="1076"/>
          <ac:spMkLst>
            <pc:docMk/>
            <pc:sldMk cId="3905129069" sldId="350"/>
            <ac:spMk id="4" creationId="{B2282CAE-F01D-FA02-51BA-1767E2BE8506}"/>
          </ac:spMkLst>
        </pc:spChg>
        <pc:spChg chg="mod">
          <ac:chgData name="DOWTY, PETER (DNR)" userId="01cf875a-4e15-4928-8f93-7a0dfa1efb6b" providerId="ADAL" clId="{E9054DD1-CDF4-4BE2-A4C5-BD4B0395A89E}" dt="2026-08-13T16:44:56.160" v="25791"/>
          <ac:spMkLst>
            <pc:docMk/>
            <pc:sldMk cId="3905129069" sldId="350"/>
            <ac:spMk id="23" creationId="{9BB939B6-BEAF-4FA1-92BF-83951854E514}"/>
          </ac:spMkLst>
        </pc:spChg>
        <pc:spChg chg="add del">
          <ac:chgData name="DOWTY, PETER (DNR)" userId="01cf875a-4e15-4928-8f93-7a0dfa1efb6b" providerId="ADAL" clId="{E9054DD1-CDF4-4BE2-A4C5-BD4B0395A89E}" dt="2026-08-13T17:32:25.896" v="26008" actId="478"/>
          <ac:spMkLst>
            <pc:docMk/>
            <pc:sldMk cId="3905129069" sldId="350"/>
            <ac:spMk id="25" creationId="{0B3B5906-1BB3-C120-6E66-5739287984DC}"/>
          </ac:spMkLst>
        </pc:spChg>
        <pc:spChg chg="add del mod">
          <ac:chgData name="DOWTY, PETER (DNR)" userId="01cf875a-4e15-4928-8f93-7a0dfa1efb6b" providerId="ADAL" clId="{E9054DD1-CDF4-4BE2-A4C5-BD4B0395A89E}" dt="2026-08-13T17:32:24.475" v="26007" actId="478"/>
          <ac:spMkLst>
            <pc:docMk/>
            <pc:sldMk cId="3905129069" sldId="350"/>
            <ac:spMk id="27" creationId="{FCDF3B54-7EBC-07E8-8E8F-70BFAF6938F3}"/>
          </ac:spMkLst>
        </pc:spChg>
        <pc:spChg chg="add del">
          <ac:chgData name="DOWTY, PETER (DNR)" userId="01cf875a-4e15-4928-8f93-7a0dfa1efb6b" providerId="ADAL" clId="{E9054DD1-CDF4-4BE2-A4C5-BD4B0395A89E}" dt="2026-08-13T17:32:23.916" v="26005" actId="478"/>
          <ac:spMkLst>
            <pc:docMk/>
            <pc:sldMk cId="3905129069" sldId="350"/>
            <ac:spMk id="29" creationId="{FF5FEF06-900A-B690-26AF-E93656E96630}"/>
          </ac:spMkLst>
        </pc:spChg>
        <pc:spChg chg="add del">
          <ac:chgData name="DOWTY, PETER (DNR)" userId="01cf875a-4e15-4928-8f93-7a0dfa1efb6b" providerId="ADAL" clId="{E9054DD1-CDF4-4BE2-A4C5-BD4B0395A89E}" dt="2026-08-13T17:32:27.760" v="26009" actId="478"/>
          <ac:spMkLst>
            <pc:docMk/>
            <pc:sldMk cId="3905129069" sldId="350"/>
            <ac:spMk id="31" creationId="{FE250B83-7F93-7487-BB14-69C4FB989D3A}"/>
          </ac:spMkLst>
        </pc:spChg>
        <pc:spChg chg="del">
          <ac:chgData name="DOWTY, PETER (DNR)" userId="01cf875a-4e15-4928-8f93-7a0dfa1efb6b" providerId="ADAL" clId="{E9054DD1-CDF4-4BE2-A4C5-BD4B0395A89E}" dt="2026-08-13T16:37:53.715" v="25760" actId="478"/>
          <ac:spMkLst>
            <pc:docMk/>
            <pc:sldMk cId="3905129069" sldId="350"/>
            <ac:spMk id="106" creationId="{0C936865-DC71-8ACB-93EC-80D8B91D37F6}"/>
          </ac:spMkLst>
        </pc:spChg>
        <pc:spChg chg="del">
          <ac:chgData name="DOWTY, PETER (DNR)" userId="01cf875a-4e15-4928-8f93-7a0dfa1efb6b" providerId="ADAL" clId="{E9054DD1-CDF4-4BE2-A4C5-BD4B0395A89E}" dt="2026-08-13T16:43:37.798" v="25778" actId="478"/>
          <ac:spMkLst>
            <pc:docMk/>
            <pc:sldMk cId="3905129069" sldId="350"/>
            <ac:spMk id="115" creationId="{26A3F636-7763-6796-3C02-7BA21BBD55D7}"/>
          </ac:spMkLst>
        </pc:spChg>
        <pc:spChg chg="del">
          <ac:chgData name="DOWTY, PETER (DNR)" userId="01cf875a-4e15-4928-8f93-7a0dfa1efb6b" providerId="ADAL" clId="{E9054DD1-CDF4-4BE2-A4C5-BD4B0395A89E}" dt="2026-08-13T16:43:39.909" v="25779" actId="478"/>
          <ac:spMkLst>
            <pc:docMk/>
            <pc:sldMk cId="3905129069" sldId="350"/>
            <ac:spMk id="116" creationId="{0931F60B-C2F5-E734-0C82-02C370D00133}"/>
          </ac:spMkLst>
        </pc:spChg>
        <pc:spChg chg="del">
          <ac:chgData name="DOWTY, PETER (DNR)" userId="01cf875a-4e15-4928-8f93-7a0dfa1efb6b" providerId="ADAL" clId="{E9054DD1-CDF4-4BE2-A4C5-BD4B0395A89E}" dt="2026-08-13T16:37:53.715" v="25760" actId="478"/>
          <ac:spMkLst>
            <pc:docMk/>
            <pc:sldMk cId="3905129069" sldId="350"/>
            <ac:spMk id="117" creationId="{6551DE73-38FE-6E95-E007-0E0E8C01F05C}"/>
          </ac:spMkLst>
        </pc:spChg>
        <pc:spChg chg="del">
          <ac:chgData name="DOWTY, PETER (DNR)" userId="01cf875a-4e15-4928-8f93-7a0dfa1efb6b" providerId="ADAL" clId="{E9054DD1-CDF4-4BE2-A4C5-BD4B0395A89E}" dt="2026-08-13T16:37:53.715" v="25760" actId="478"/>
          <ac:spMkLst>
            <pc:docMk/>
            <pc:sldMk cId="3905129069" sldId="350"/>
            <ac:spMk id="118" creationId="{8B68F34E-9B65-0FC9-4266-A083C05E9B17}"/>
          </ac:spMkLst>
        </pc:spChg>
        <pc:spChg chg="del">
          <ac:chgData name="DOWTY, PETER (DNR)" userId="01cf875a-4e15-4928-8f93-7a0dfa1efb6b" providerId="ADAL" clId="{E9054DD1-CDF4-4BE2-A4C5-BD4B0395A89E}" dt="2026-08-13T16:37:59.121" v="25764" actId="478"/>
          <ac:spMkLst>
            <pc:docMk/>
            <pc:sldMk cId="3905129069" sldId="350"/>
            <ac:spMk id="119" creationId="{61BBC0C8-AE80-B823-8159-B60FBDEFBCE1}"/>
          </ac:spMkLst>
        </pc:spChg>
        <pc:spChg chg="del">
          <ac:chgData name="DOWTY, PETER (DNR)" userId="01cf875a-4e15-4928-8f93-7a0dfa1efb6b" providerId="ADAL" clId="{E9054DD1-CDF4-4BE2-A4C5-BD4B0395A89E}" dt="2026-08-13T16:37:58.336" v="25763" actId="478"/>
          <ac:spMkLst>
            <pc:docMk/>
            <pc:sldMk cId="3905129069" sldId="350"/>
            <ac:spMk id="120" creationId="{29740C64-E74A-C17B-BF49-9C11F383C6D3}"/>
          </ac:spMkLst>
        </pc:spChg>
        <pc:spChg chg="del">
          <ac:chgData name="DOWTY, PETER (DNR)" userId="01cf875a-4e15-4928-8f93-7a0dfa1efb6b" providerId="ADAL" clId="{E9054DD1-CDF4-4BE2-A4C5-BD4B0395A89E}" dt="2026-08-13T16:37:57.077" v="25762" actId="478"/>
          <ac:spMkLst>
            <pc:docMk/>
            <pc:sldMk cId="3905129069" sldId="350"/>
            <ac:spMk id="121" creationId="{AD1CCEF2-3268-A183-F48B-CA62F927EDCE}"/>
          </ac:spMkLst>
        </pc:spChg>
        <pc:spChg chg="del">
          <ac:chgData name="DOWTY, PETER (DNR)" userId="01cf875a-4e15-4928-8f93-7a0dfa1efb6b" providerId="ADAL" clId="{E9054DD1-CDF4-4BE2-A4C5-BD4B0395A89E}" dt="2026-08-13T16:37:55.826" v="25761" actId="478"/>
          <ac:spMkLst>
            <pc:docMk/>
            <pc:sldMk cId="3905129069" sldId="350"/>
            <ac:spMk id="123" creationId="{A84FAD66-BB8B-A95B-3728-C522B56CFA8E}"/>
          </ac:spMkLst>
        </pc:spChg>
        <pc:spChg chg="del">
          <ac:chgData name="DOWTY, PETER (DNR)" userId="01cf875a-4e15-4928-8f93-7a0dfa1efb6b" providerId="ADAL" clId="{E9054DD1-CDF4-4BE2-A4C5-BD4B0395A89E}" dt="2026-08-13T16:38:09.666" v="25769" actId="478"/>
          <ac:spMkLst>
            <pc:docMk/>
            <pc:sldMk cId="3905129069" sldId="350"/>
            <ac:spMk id="125" creationId="{4B568F37-3012-A3C2-4FA8-4F7C021A9BCE}"/>
          </ac:spMkLst>
        </pc:spChg>
        <pc:spChg chg="del">
          <ac:chgData name="DOWTY, PETER (DNR)" userId="01cf875a-4e15-4928-8f93-7a0dfa1efb6b" providerId="ADAL" clId="{E9054DD1-CDF4-4BE2-A4C5-BD4B0395A89E}" dt="2026-08-13T16:37:53.715" v="25760" actId="478"/>
          <ac:spMkLst>
            <pc:docMk/>
            <pc:sldMk cId="3905129069" sldId="350"/>
            <ac:spMk id="127" creationId="{1342A649-B34E-6849-68F8-6266DAB04617}"/>
          </ac:spMkLst>
        </pc:spChg>
        <pc:spChg chg="del">
          <ac:chgData name="DOWTY, PETER (DNR)" userId="01cf875a-4e15-4928-8f93-7a0dfa1efb6b" providerId="ADAL" clId="{E9054DD1-CDF4-4BE2-A4C5-BD4B0395A89E}" dt="2026-08-13T16:38:19.562" v="25772" actId="478"/>
          <ac:spMkLst>
            <pc:docMk/>
            <pc:sldMk cId="3905129069" sldId="350"/>
            <ac:spMk id="129" creationId="{A90ED03F-D195-84C6-9197-C8C1450903E3}"/>
          </ac:spMkLst>
        </pc:spChg>
        <pc:spChg chg="del">
          <ac:chgData name="DOWTY, PETER (DNR)" userId="01cf875a-4e15-4928-8f93-7a0dfa1efb6b" providerId="ADAL" clId="{E9054DD1-CDF4-4BE2-A4C5-BD4B0395A89E}" dt="2026-08-13T16:37:53.715" v="25760" actId="478"/>
          <ac:spMkLst>
            <pc:docMk/>
            <pc:sldMk cId="3905129069" sldId="350"/>
            <ac:spMk id="134" creationId="{B717C8AA-1606-D43F-DF70-948575B4B2E0}"/>
          </ac:spMkLst>
        </pc:spChg>
        <pc:spChg chg="del">
          <ac:chgData name="DOWTY, PETER (DNR)" userId="01cf875a-4e15-4928-8f93-7a0dfa1efb6b" providerId="ADAL" clId="{E9054DD1-CDF4-4BE2-A4C5-BD4B0395A89E}" dt="2026-08-13T16:37:59.809" v="25765" actId="478"/>
          <ac:spMkLst>
            <pc:docMk/>
            <pc:sldMk cId="3905129069" sldId="350"/>
            <ac:spMk id="135" creationId="{1F59FCCB-78AE-44CE-CA16-52321F37B25F}"/>
          </ac:spMkLst>
        </pc:spChg>
        <pc:spChg chg="del">
          <ac:chgData name="DOWTY, PETER (DNR)" userId="01cf875a-4e15-4928-8f93-7a0dfa1efb6b" providerId="ADAL" clId="{E9054DD1-CDF4-4BE2-A4C5-BD4B0395A89E}" dt="2026-08-13T16:38:10.494" v="25770" actId="478"/>
          <ac:spMkLst>
            <pc:docMk/>
            <pc:sldMk cId="3905129069" sldId="350"/>
            <ac:spMk id="139" creationId="{0CD37E62-CEF1-7A85-E45B-1A7110E2744B}"/>
          </ac:spMkLst>
        </pc:spChg>
        <pc:spChg chg="del">
          <ac:chgData name="DOWTY, PETER (DNR)" userId="01cf875a-4e15-4928-8f93-7a0dfa1efb6b" providerId="ADAL" clId="{E9054DD1-CDF4-4BE2-A4C5-BD4B0395A89E}" dt="2026-08-13T16:38:00.753" v="25766" actId="478"/>
          <ac:spMkLst>
            <pc:docMk/>
            <pc:sldMk cId="3905129069" sldId="350"/>
            <ac:spMk id="143" creationId="{EF79CAA1-2818-6799-CB3D-0E4EED04A5DC}"/>
          </ac:spMkLst>
        </pc:spChg>
        <pc:spChg chg="del">
          <ac:chgData name="DOWTY, PETER (DNR)" userId="01cf875a-4e15-4928-8f93-7a0dfa1efb6b" providerId="ADAL" clId="{E9054DD1-CDF4-4BE2-A4C5-BD4B0395A89E}" dt="2026-08-13T16:38:02.221" v="25767" actId="478"/>
          <ac:spMkLst>
            <pc:docMk/>
            <pc:sldMk cId="3905129069" sldId="350"/>
            <ac:spMk id="147" creationId="{55DA822D-1A63-A2E8-C8F6-5DB0DE6BA8E2}"/>
          </ac:spMkLst>
        </pc:spChg>
        <pc:spChg chg="del">
          <ac:chgData name="DOWTY, PETER (DNR)" userId="01cf875a-4e15-4928-8f93-7a0dfa1efb6b" providerId="ADAL" clId="{E9054DD1-CDF4-4BE2-A4C5-BD4B0395A89E}" dt="2026-08-13T16:37:53.715" v="25760" actId="478"/>
          <ac:spMkLst>
            <pc:docMk/>
            <pc:sldMk cId="3905129069" sldId="350"/>
            <ac:spMk id="156" creationId="{39300E3C-7461-22A2-3128-F2E98E1F88C3}"/>
          </ac:spMkLst>
        </pc:spChg>
        <pc:spChg chg="del">
          <ac:chgData name="DOWTY, PETER (DNR)" userId="01cf875a-4e15-4928-8f93-7a0dfa1efb6b" providerId="ADAL" clId="{E9054DD1-CDF4-4BE2-A4C5-BD4B0395A89E}" dt="2026-08-13T16:37:53.715" v="25760" actId="478"/>
          <ac:spMkLst>
            <pc:docMk/>
            <pc:sldMk cId="3905129069" sldId="350"/>
            <ac:spMk id="158" creationId="{CC5D4777-4DDD-C93B-82D8-2283EB271D30}"/>
          </ac:spMkLst>
        </pc:spChg>
        <pc:grpChg chg="add del mod">
          <ac:chgData name="DOWTY, PETER (DNR)" userId="01cf875a-4e15-4928-8f93-7a0dfa1efb6b" providerId="ADAL" clId="{E9054DD1-CDF4-4BE2-A4C5-BD4B0395A89E}" dt="2026-08-13T16:45:07.739" v="25793" actId="478"/>
          <ac:grpSpMkLst>
            <pc:docMk/>
            <pc:sldMk cId="3905129069" sldId="350"/>
            <ac:grpSpMk id="20" creationId="{55FAA257-5E18-666F-3EFE-A0F2687CECF7}"/>
          </ac:grpSpMkLst>
        </pc:grpChg>
        <pc:grpChg chg="del">
          <ac:chgData name="DOWTY, PETER (DNR)" userId="01cf875a-4e15-4928-8f93-7a0dfa1efb6b" providerId="ADAL" clId="{E9054DD1-CDF4-4BE2-A4C5-BD4B0395A89E}" dt="2026-08-13T16:38:07.471" v="25768" actId="478"/>
          <ac:grpSpMkLst>
            <pc:docMk/>
            <pc:sldMk cId="3905129069" sldId="350"/>
            <ac:grpSpMk id="74" creationId="{76E56E17-0326-B5D3-F217-31A96A268282}"/>
          </ac:grpSpMkLst>
        </pc:grpChg>
        <pc:grpChg chg="del">
          <ac:chgData name="DOWTY, PETER (DNR)" userId="01cf875a-4e15-4928-8f93-7a0dfa1efb6b" providerId="ADAL" clId="{E9054DD1-CDF4-4BE2-A4C5-BD4B0395A89E}" dt="2026-08-13T16:38:17.954" v="25771" actId="478"/>
          <ac:grpSpMkLst>
            <pc:docMk/>
            <pc:sldMk cId="3905129069" sldId="350"/>
            <ac:grpSpMk id="86" creationId="{B34982CA-03CA-DE0A-ED2C-D0C75723FA9E}"/>
          </ac:grpSpMkLst>
        </pc:grpChg>
        <pc:grpChg chg="del">
          <ac:chgData name="DOWTY, PETER (DNR)" userId="01cf875a-4e15-4928-8f93-7a0dfa1efb6b" providerId="ADAL" clId="{E9054DD1-CDF4-4BE2-A4C5-BD4B0395A89E}" dt="2026-08-13T16:37:53.715" v="25760" actId="478"/>
          <ac:grpSpMkLst>
            <pc:docMk/>
            <pc:sldMk cId="3905129069" sldId="350"/>
            <ac:grpSpMk id="96" creationId="{54E492ED-042E-63B5-1D0A-762AAACBB524}"/>
          </ac:grpSpMkLst>
        </pc:grpChg>
        <pc:grpChg chg="del">
          <ac:chgData name="DOWTY, PETER (DNR)" userId="01cf875a-4e15-4928-8f93-7a0dfa1efb6b" providerId="ADAL" clId="{E9054DD1-CDF4-4BE2-A4C5-BD4B0395A89E}" dt="2026-08-13T16:37:53.715" v="25760" actId="478"/>
          <ac:grpSpMkLst>
            <pc:docMk/>
            <pc:sldMk cId="3905129069" sldId="350"/>
            <ac:grpSpMk id="107" creationId="{140D4E45-FEF4-2253-52F7-FD017EF96795}"/>
          </ac:grpSpMkLst>
        </pc:grpChg>
        <pc:grpChg chg="del">
          <ac:chgData name="DOWTY, PETER (DNR)" userId="01cf875a-4e15-4928-8f93-7a0dfa1efb6b" providerId="ADAL" clId="{E9054DD1-CDF4-4BE2-A4C5-BD4B0395A89E}" dt="2026-08-13T16:37:53.715" v="25760" actId="478"/>
          <ac:grpSpMkLst>
            <pc:docMk/>
            <pc:sldMk cId="3905129069" sldId="350"/>
            <ac:grpSpMk id="110" creationId="{A5D24178-14AB-95BF-8A2A-8ADC055CD1AB}"/>
          </ac:grpSpMkLst>
        </pc:grpChg>
        <pc:picChg chg="mod">
          <ac:chgData name="DOWTY, PETER (DNR)" userId="01cf875a-4e15-4928-8f93-7a0dfa1efb6b" providerId="ADAL" clId="{E9054DD1-CDF4-4BE2-A4C5-BD4B0395A89E}" dt="2026-08-13T16:44:56.160" v="25791"/>
          <ac:picMkLst>
            <pc:docMk/>
            <pc:sldMk cId="3905129069" sldId="350"/>
            <ac:picMk id="21" creationId="{6E13B7C2-EFAD-825F-3E68-9E04857FA254}"/>
          </ac:picMkLst>
        </pc:picChg>
        <pc:picChg chg="mod">
          <ac:chgData name="DOWTY, PETER (DNR)" userId="01cf875a-4e15-4928-8f93-7a0dfa1efb6b" providerId="ADAL" clId="{E9054DD1-CDF4-4BE2-A4C5-BD4B0395A89E}" dt="2026-08-13T16:44:56.160" v="25791"/>
          <ac:picMkLst>
            <pc:docMk/>
            <pc:sldMk cId="3905129069" sldId="350"/>
            <ac:picMk id="22" creationId="{7DA27E9C-4854-9D97-7158-D14E23042DBA}"/>
          </ac:picMkLst>
        </pc:picChg>
        <pc:picChg chg="mod">
          <ac:chgData name="DOWTY, PETER (DNR)" userId="01cf875a-4e15-4928-8f93-7a0dfa1efb6b" providerId="ADAL" clId="{E9054DD1-CDF4-4BE2-A4C5-BD4B0395A89E}" dt="2026-08-13T17:44:09.784" v="26063"/>
          <ac:picMkLst>
            <pc:docMk/>
            <pc:sldMk cId="3905129069" sldId="350"/>
            <ac:picMk id="149" creationId="{19911BD5-1DA7-4680-6C73-C90BDE787E8D}"/>
          </ac:picMkLst>
        </pc:picChg>
        <pc:picChg chg="mod">
          <ac:chgData name="DOWTY, PETER (DNR)" userId="01cf875a-4e15-4928-8f93-7a0dfa1efb6b" providerId="ADAL" clId="{E9054DD1-CDF4-4BE2-A4C5-BD4B0395A89E}" dt="2026-08-13T17:44:09.784" v="26063"/>
          <ac:picMkLst>
            <pc:docMk/>
            <pc:sldMk cId="3905129069" sldId="350"/>
            <ac:picMk id="151" creationId="{A5873804-CAF6-573C-DE6F-385551C8FAA4}"/>
          </ac:picMkLst>
        </pc:picChg>
        <pc:cxnChg chg="del">
          <ac:chgData name="DOWTY, PETER (DNR)" userId="01cf875a-4e15-4928-8f93-7a0dfa1efb6b" providerId="ADAL" clId="{E9054DD1-CDF4-4BE2-A4C5-BD4B0395A89E}" dt="2026-08-13T16:43:37.798" v="25778" actId="478"/>
          <ac:cxnSpMkLst>
            <pc:docMk/>
            <pc:sldMk cId="3905129069" sldId="350"/>
            <ac:cxnSpMk id="114" creationId="{08E66811-7C83-4270-F8EB-7F3D5B6C0D4A}"/>
          </ac:cxnSpMkLst>
        </pc:cxnChg>
      </pc:sldChg>
      <pc:sldChg chg="addSp delSp modSp add mod">
        <pc:chgData name="DOWTY, PETER (DNR)" userId="01cf875a-4e15-4928-8f93-7a0dfa1efb6b" providerId="ADAL" clId="{E9054DD1-CDF4-4BE2-A4C5-BD4B0395A89E}" dt="2026-08-13T17:44:38.512" v="26065" actId="478"/>
        <pc:sldMkLst>
          <pc:docMk/>
          <pc:sldMk cId="2252832025" sldId="351"/>
        </pc:sldMkLst>
        <pc:spChg chg="mod topLvl">
          <ac:chgData name="DOWTY, PETER (DNR)" userId="01cf875a-4e15-4928-8f93-7a0dfa1efb6b" providerId="ADAL" clId="{E9054DD1-CDF4-4BE2-A4C5-BD4B0395A89E}" dt="2026-08-13T17:33:50.844" v="26014" actId="166"/>
          <ac:spMkLst>
            <pc:docMk/>
            <pc:sldMk cId="2252832025" sldId="351"/>
            <ac:spMk id="21" creationId="{861BD170-0F6A-CD76-4809-3BC529A0F917}"/>
          </ac:spMkLst>
        </pc:spChg>
        <pc:spChg chg="add">
          <ac:chgData name="DOWTY, PETER (DNR)" userId="01cf875a-4e15-4928-8f93-7a0dfa1efb6b" providerId="ADAL" clId="{E9054DD1-CDF4-4BE2-A4C5-BD4B0395A89E}" dt="2026-08-13T17:02:43.086" v="25872" actId="22"/>
          <ac:spMkLst>
            <pc:docMk/>
            <pc:sldMk cId="2252832025" sldId="351"/>
            <ac:spMk id="23" creationId="{DC574F64-5DFC-7DB6-A383-06F6E29F1AE1}"/>
          </ac:spMkLst>
        </pc:spChg>
        <pc:spChg chg="add ord">
          <ac:chgData name="DOWTY, PETER (DNR)" userId="01cf875a-4e15-4928-8f93-7a0dfa1efb6b" providerId="ADAL" clId="{E9054DD1-CDF4-4BE2-A4C5-BD4B0395A89E}" dt="2026-08-13T17:34:38.210" v="26016" actId="167"/>
          <ac:spMkLst>
            <pc:docMk/>
            <pc:sldMk cId="2252832025" sldId="351"/>
            <ac:spMk id="25" creationId="{1B916D7A-4ED6-8E86-124B-4F549B2622E0}"/>
          </ac:spMkLst>
        </pc:spChg>
        <pc:spChg chg="add ord">
          <ac:chgData name="DOWTY, PETER (DNR)" userId="01cf875a-4e15-4928-8f93-7a0dfa1efb6b" providerId="ADAL" clId="{E9054DD1-CDF4-4BE2-A4C5-BD4B0395A89E}" dt="2026-08-13T17:34:45.450" v="26017" actId="167"/>
          <ac:spMkLst>
            <pc:docMk/>
            <pc:sldMk cId="2252832025" sldId="351"/>
            <ac:spMk id="27" creationId="{182697FF-D245-6C5C-A0AF-169A81A2F829}"/>
          </ac:spMkLst>
        </pc:spChg>
        <pc:spChg chg="add del">
          <ac:chgData name="DOWTY, PETER (DNR)" userId="01cf875a-4e15-4928-8f93-7a0dfa1efb6b" providerId="ADAL" clId="{E9054DD1-CDF4-4BE2-A4C5-BD4B0395A89E}" dt="2026-08-13T17:44:38.512" v="26065" actId="478"/>
          <ac:spMkLst>
            <pc:docMk/>
            <pc:sldMk cId="2252832025" sldId="351"/>
            <ac:spMk id="29" creationId="{05004FDF-5979-8113-DE3E-D0B4AECF888E}"/>
          </ac:spMkLst>
        </pc:spChg>
        <pc:spChg chg="add del">
          <ac:chgData name="DOWTY, PETER (DNR)" userId="01cf875a-4e15-4928-8f93-7a0dfa1efb6b" providerId="ADAL" clId="{E9054DD1-CDF4-4BE2-A4C5-BD4B0395A89E}" dt="2026-08-13T17:44:36.011" v="26064" actId="478"/>
          <ac:spMkLst>
            <pc:docMk/>
            <pc:sldMk cId="2252832025" sldId="351"/>
            <ac:spMk id="31" creationId="{B0C9AFEF-4DC4-3BF0-A209-46FA9F0A731B}"/>
          </ac:spMkLst>
        </pc:spChg>
        <pc:spChg chg="add">
          <ac:chgData name="DOWTY, PETER (DNR)" userId="01cf875a-4e15-4928-8f93-7a0dfa1efb6b" providerId="ADAL" clId="{E9054DD1-CDF4-4BE2-A4C5-BD4B0395A89E}" dt="2026-08-13T17:42:39.050" v="26053" actId="22"/>
          <ac:spMkLst>
            <pc:docMk/>
            <pc:sldMk cId="2252832025" sldId="351"/>
            <ac:spMk id="33" creationId="{D2460E40-590F-C63C-02B0-EF462C8C1AE6}"/>
          </ac:spMkLst>
        </pc:spChg>
        <pc:spChg chg="add">
          <ac:chgData name="DOWTY, PETER (DNR)" userId="01cf875a-4e15-4928-8f93-7a0dfa1efb6b" providerId="ADAL" clId="{E9054DD1-CDF4-4BE2-A4C5-BD4B0395A89E}" dt="2026-08-13T17:42:39.050" v="26053" actId="22"/>
          <ac:spMkLst>
            <pc:docMk/>
            <pc:sldMk cId="2252832025" sldId="351"/>
            <ac:spMk id="35" creationId="{2E554B99-C3C1-CDBD-525E-210E6719967B}"/>
          </ac:spMkLst>
        </pc:spChg>
        <pc:spChg chg="del">
          <ac:chgData name="DOWTY, PETER (DNR)" userId="01cf875a-4e15-4928-8f93-7a0dfa1efb6b" providerId="ADAL" clId="{E9054DD1-CDF4-4BE2-A4C5-BD4B0395A89E}" dt="2026-08-13T16:44:19.675" v="25783" actId="478"/>
          <ac:spMkLst>
            <pc:docMk/>
            <pc:sldMk cId="2252832025" sldId="351"/>
            <ac:spMk id="106" creationId="{00505629-76DE-3D10-4037-819D6948EE7F}"/>
          </ac:spMkLst>
        </pc:spChg>
        <pc:spChg chg="del">
          <ac:chgData name="DOWTY, PETER (DNR)" userId="01cf875a-4e15-4928-8f93-7a0dfa1efb6b" providerId="ADAL" clId="{E9054DD1-CDF4-4BE2-A4C5-BD4B0395A89E}" dt="2026-08-13T17:33:00.074" v="26010" actId="478"/>
          <ac:spMkLst>
            <pc:docMk/>
            <pc:sldMk cId="2252832025" sldId="351"/>
            <ac:spMk id="115" creationId="{1B077A9C-4ED4-98B5-F414-A2BB32E490B4}"/>
          </ac:spMkLst>
        </pc:spChg>
        <pc:spChg chg="del">
          <ac:chgData name="DOWTY, PETER (DNR)" userId="01cf875a-4e15-4928-8f93-7a0dfa1efb6b" providerId="ADAL" clId="{E9054DD1-CDF4-4BE2-A4C5-BD4B0395A89E}" dt="2026-08-13T17:33:02.773" v="26012" actId="478"/>
          <ac:spMkLst>
            <pc:docMk/>
            <pc:sldMk cId="2252832025" sldId="351"/>
            <ac:spMk id="116" creationId="{02BAC6EA-9C99-54A2-49A6-25D0B3A3A822}"/>
          </ac:spMkLst>
        </pc:spChg>
        <pc:spChg chg="del">
          <ac:chgData name="DOWTY, PETER (DNR)" userId="01cf875a-4e15-4928-8f93-7a0dfa1efb6b" providerId="ADAL" clId="{E9054DD1-CDF4-4BE2-A4C5-BD4B0395A89E}" dt="2026-08-13T16:44:19.675" v="25783" actId="478"/>
          <ac:spMkLst>
            <pc:docMk/>
            <pc:sldMk cId="2252832025" sldId="351"/>
            <ac:spMk id="117" creationId="{B8671676-B94D-0B51-CA41-8C82F593B320}"/>
          </ac:spMkLst>
        </pc:spChg>
        <pc:spChg chg="del">
          <ac:chgData name="DOWTY, PETER (DNR)" userId="01cf875a-4e15-4928-8f93-7a0dfa1efb6b" providerId="ADAL" clId="{E9054DD1-CDF4-4BE2-A4C5-BD4B0395A89E}" dt="2026-08-13T16:44:19.675" v="25783" actId="478"/>
          <ac:spMkLst>
            <pc:docMk/>
            <pc:sldMk cId="2252832025" sldId="351"/>
            <ac:spMk id="118" creationId="{F9B82B87-1132-9828-8104-491BDCDB9AA2}"/>
          </ac:spMkLst>
        </pc:spChg>
        <pc:spChg chg="del">
          <ac:chgData name="DOWTY, PETER (DNR)" userId="01cf875a-4e15-4928-8f93-7a0dfa1efb6b" providerId="ADAL" clId="{E9054DD1-CDF4-4BE2-A4C5-BD4B0395A89E}" dt="2026-08-13T16:44:25.348" v="25788" actId="478"/>
          <ac:spMkLst>
            <pc:docMk/>
            <pc:sldMk cId="2252832025" sldId="351"/>
            <ac:spMk id="119" creationId="{663CA4F1-10BB-D0F7-7D4C-D3398A2AAF6D}"/>
          </ac:spMkLst>
        </pc:spChg>
        <pc:spChg chg="del">
          <ac:chgData name="DOWTY, PETER (DNR)" userId="01cf875a-4e15-4928-8f93-7a0dfa1efb6b" providerId="ADAL" clId="{E9054DD1-CDF4-4BE2-A4C5-BD4B0395A89E}" dt="2026-08-13T16:44:24.508" v="25787" actId="478"/>
          <ac:spMkLst>
            <pc:docMk/>
            <pc:sldMk cId="2252832025" sldId="351"/>
            <ac:spMk id="120" creationId="{85D299C5-29F4-8DBC-A81A-AB5D5E667BD4}"/>
          </ac:spMkLst>
        </pc:spChg>
        <pc:spChg chg="del mod">
          <ac:chgData name="DOWTY, PETER (DNR)" userId="01cf875a-4e15-4928-8f93-7a0dfa1efb6b" providerId="ADAL" clId="{E9054DD1-CDF4-4BE2-A4C5-BD4B0395A89E}" dt="2026-08-13T16:44:23.532" v="25786" actId="478"/>
          <ac:spMkLst>
            <pc:docMk/>
            <pc:sldMk cId="2252832025" sldId="351"/>
            <ac:spMk id="121" creationId="{2A05A0E4-DBEB-2106-25EB-EE65C69791DE}"/>
          </ac:spMkLst>
        </pc:spChg>
        <pc:spChg chg="del">
          <ac:chgData name="DOWTY, PETER (DNR)" userId="01cf875a-4e15-4928-8f93-7a0dfa1efb6b" providerId="ADAL" clId="{E9054DD1-CDF4-4BE2-A4C5-BD4B0395A89E}" dt="2026-08-13T16:44:21.721" v="25784" actId="478"/>
          <ac:spMkLst>
            <pc:docMk/>
            <pc:sldMk cId="2252832025" sldId="351"/>
            <ac:spMk id="123" creationId="{F8D434A8-2FE8-1860-CEBF-6B2D01C5B8D5}"/>
          </ac:spMkLst>
        </pc:spChg>
        <pc:spChg chg="del">
          <ac:chgData name="DOWTY, PETER (DNR)" userId="01cf875a-4e15-4928-8f93-7a0dfa1efb6b" providerId="ADAL" clId="{E9054DD1-CDF4-4BE2-A4C5-BD4B0395A89E}" dt="2026-08-13T16:57:39.452" v="25839" actId="478"/>
          <ac:spMkLst>
            <pc:docMk/>
            <pc:sldMk cId="2252832025" sldId="351"/>
            <ac:spMk id="125" creationId="{0C2F8373-768A-018E-FFF1-AC1CC9F613E9}"/>
          </ac:spMkLst>
        </pc:spChg>
        <pc:spChg chg="del">
          <ac:chgData name="DOWTY, PETER (DNR)" userId="01cf875a-4e15-4928-8f93-7a0dfa1efb6b" providerId="ADAL" clId="{E9054DD1-CDF4-4BE2-A4C5-BD4B0395A89E}" dt="2026-08-13T16:44:19.675" v="25783" actId="478"/>
          <ac:spMkLst>
            <pc:docMk/>
            <pc:sldMk cId="2252832025" sldId="351"/>
            <ac:spMk id="127" creationId="{1C0BAC0B-1EDC-BD81-9140-5F8FB5CA0C6D}"/>
          </ac:spMkLst>
        </pc:spChg>
        <pc:spChg chg="del">
          <ac:chgData name="DOWTY, PETER (DNR)" userId="01cf875a-4e15-4928-8f93-7a0dfa1efb6b" providerId="ADAL" clId="{E9054DD1-CDF4-4BE2-A4C5-BD4B0395A89E}" dt="2026-08-13T16:44:19.675" v="25783" actId="478"/>
          <ac:spMkLst>
            <pc:docMk/>
            <pc:sldMk cId="2252832025" sldId="351"/>
            <ac:spMk id="134" creationId="{BA248C46-4D9F-F520-CF7D-014FAF069D18}"/>
          </ac:spMkLst>
        </pc:spChg>
        <pc:spChg chg="del">
          <ac:chgData name="DOWTY, PETER (DNR)" userId="01cf875a-4e15-4928-8f93-7a0dfa1efb6b" providerId="ADAL" clId="{E9054DD1-CDF4-4BE2-A4C5-BD4B0395A89E}" dt="2026-08-13T16:44:26.289" v="25789" actId="478"/>
          <ac:spMkLst>
            <pc:docMk/>
            <pc:sldMk cId="2252832025" sldId="351"/>
            <ac:spMk id="135" creationId="{95D03972-5E46-B63A-DD31-4FADDA85772D}"/>
          </ac:spMkLst>
        </pc:spChg>
        <pc:spChg chg="del">
          <ac:chgData name="DOWTY, PETER (DNR)" userId="01cf875a-4e15-4928-8f93-7a0dfa1efb6b" providerId="ADAL" clId="{E9054DD1-CDF4-4BE2-A4C5-BD4B0395A89E}" dt="2026-08-13T16:57:40.297" v="25840" actId="478"/>
          <ac:spMkLst>
            <pc:docMk/>
            <pc:sldMk cId="2252832025" sldId="351"/>
            <ac:spMk id="139" creationId="{C2979525-A162-01CF-08F1-0B9E8FE3B12D}"/>
          </ac:spMkLst>
        </pc:spChg>
        <pc:spChg chg="del">
          <ac:chgData name="DOWTY, PETER (DNR)" userId="01cf875a-4e15-4928-8f93-7a0dfa1efb6b" providerId="ADAL" clId="{E9054DD1-CDF4-4BE2-A4C5-BD4B0395A89E}" dt="2026-08-13T16:44:33.258" v="25790" actId="478"/>
          <ac:spMkLst>
            <pc:docMk/>
            <pc:sldMk cId="2252832025" sldId="351"/>
            <ac:spMk id="156" creationId="{4E296343-93E8-5DEC-FA54-71345395DD7C}"/>
          </ac:spMkLst>
        </pc:spChg>
        <pc:spChg chg="del">
          <ac:chgData name="DOWTY, PETER (DNR)" userId="01cf875a-4e15-4928-8f93-7a0dfa1efb6b" providerId="ADAL" clId="{E9054DD1-CDF4-4BE2-A4C5-BD4B0395A89E}" dt="2026-08-13T16:44:33.258" v="25790" actId="478"/>
          <ac:spMkLst>
            <pc:docMk/>
            <pc:sldMk cId="2252832025" sldId="351"/>
            <ac:spMk id="158" creationId="{A34A17B7-8D29-A2A6-4AD6-8A691B842CA3}"/>
          </ac:spMkLst>
        </pc:spChg>
        <pc:grpChg chg="add del mod">
          <ac:chgData name="DOWTY, PETER (DNR)" userId="01cf875a-4e15-4928-8f93-7a0dfa1efb6b" providerId="ADAL" clId="{E9054DD1-CDF4-4BE2-A4C5-BD4B0395A89E}" dt="2026-08-13T17:33:42.342" v="26013" actId="165"/>
          <ac:grpSpMkLst>
            <pc:docMk/>
            <pc:sldMk cId="2252832025" sldId="351"/>
            <ac:grpSpMk id="3" creationId="{19C64F0C-057B-D6F9-785C-2E8E76158B0C}"/>
          </ac:grpSpMkLst>
        </pc:grpChg>
        <pc:grpChg chg="del">
          <ac:chgData name="DOWTY, PETER (DNR)" userId="01cf875a-4e15-4928-8f93-7a0dfa1efb6b" providerId="ADAL" clId="{E9054DD1-CDF4-4BE2-A4C5-BD4B0395A89E}" dt="2026-08-13T16:57:37.329" v="25838" actId="478"/>
          <ac:grpSpMkLst>
            <pc:docMk/>
            <pc:sldMk cId="2252832025" sldId="351"/>
            <ac:grpSpMk id="74" creationId="{AD4DDB79-4CFA-7300-72A8-6F4BBE808A13}"/>
          </ac:grpSpMkLst>
        </pc:grpChg>
        <pc:grpChg chg="del">
          <ac:chgData name="DOWTY, PETER (DNR)" userId="01cf875a-4e15-4928-8f93-7a0dfa1efb6b" providerId="ADAL" clId="{E9054DD1-CDF4-4BE2-A4C5-BD4B0395A89E}" dt="2026-08-13T16:44:19.675" v="25783" actId="478"/>
          <ac:grpSpMkLst>
            <pc:docMk/>
            <pc:sldMk cId="2252832025" sldId="351"/>
            <ac:grpSpMk id="92" creationId="{F19A39AB-AA7B-8132-25A8-8C65DFB7C05E}"/>
          </ac:grpSpMkLst>
        </pc:grpChg>
        <pc:grpChg chg="del">
          <ac:chgData name="DOWTY, PETER (DNR)" userId="01cf875a-4e15-4928-8f93-7a0dfa1efb6b" providerId="ADAL" clId="{E9054DD1-CDF4-4BE2-A4C5-BD4B0395A89E}" dt="2026-08-13T16:44:19.675" v="25783" actId="478"/>
          <ac:grpSpMkLst>
            <pc:docMk/>
            <pc:sldMk cId="2252832025" sldId="351"/>
            <ac:grpSpMk id="93" creationId="{BE7A4C1D-D2B2-97DC-C116-74CD0B9C8C91}"/>
          </ac:grpSpMkLst>
        </pc:grpChg>
        <pc:grpChg chg="del">
          <ac:chgData name="DOWTY, PETER (DNR)" userId="01cf875a-4e15-4928-8f93-7a0dfa1efb6b" providerId="ADAL" clId="{E9054DD1-CDF4-4BE2-A4C5-BD4B0395A89E}" dt="2026-08-13T16:44:19.675" v="25783" actId="478"/>
          <ac:grpSpMkLst>
            <pc:docMk/>
            <pc:sldMk cId="2252832025" sldId="351"/>
            <ac:grpSpMk id="96" creationId="{C4D6742E-739C-17D1-E6A3-009741D86C71}"/>
          </ac:grpSpMkLst>
        </pc:grpChg>
        <pc:grpChg chg="del">
          <ac:chgData name="DOWTY, PETER (DNR)" userId="01cf875a-4e15-4928-8f93-7a0dfa1efb6b" providerId="ADAL" clId="{E9054DD1-CDF4-4BE2-A4C5-BD4B0395A89E}" dt="2026-08-13T16:44:19.675" v="25783" actId="478"/>
          <ac:grpSpMkLst>
            <pc:docMk/>
            <pc:sldMk cId="2252832025" sldId="351"/>
            <ac:grpSpMk id="110" creationId="{30AA50A3-D182-8581-A599-00E89AF5D773}"/>
          </ac:grpSpMkLst>
        </pc:grpChg>
        <pc:grpChg chg="del">
          <ac:chgData name="DOWTY, PETER (DNR)" userId="01cf875a-4e15-4928-8f93-7a0dfa1efb6b" providerId="ADAL" clId="{E9054DD1-CDF4-4BE2-A4C5-BD4B0395A89E}" dt="2026-08-13T16:44:19.675" v="25783" actId="478"/>
          <ac:grpSpMkLst>
            <pc:docMk/>
            <pc:sldMk cId="2252832025" sldId="351"/>
            <ac:grpSpMk id="136" creationId="{16148F78-8B3E-3997-66B9-6A0AE1CE78D7}"/>
          </ac:grpSpMkLst>
        </pc:grpChg>
        <pc:picChg chg="mod topLvl">
          <ac:chgData name="DOWTY, PETER (DNR)" userId="01cf875a-4e15-4928-8f93-7a0dfa1efb6b" providerId="ADAL" clId="{E9054DD1-CDF4-4BE2-A4C5-BD4B0395A89E}" dt="2026-08-13T17:35:40.406" v="26019" actId="167"/>
          <ac:picMkLst>
            <pc:docMk/>
            <pc:sldMk cId="2252832025" sldId="351"/>
            <ac:picMk id="4" creationId="{6DC64862-CE9A-AB4F-FED6-BEE847F3FC8B}"/>
          </ac:picMkLst>
        </pc:picChg>
        <pc:picChg chg="mod topLvl">
          <ac:chgData name="DOWTY, PETER (DNR)" userId="01cf875a-4e15-4928-8f93-7a0dfa1efb6b" providerId="ADAL" clId="{E9054DD1-CDF4-4BE2-A4C5-BD4B0395A89E}" dt="2026-08-13T17:33:50.844" v="26014" actId="166"/>
          <ac:picMkLst>
            <pc:docMk/>
            <pc:sldMk cId="2252832025" sldId="351"/>
            <ac:picMk id="20" creationId="{AE0CC20C-759B-33D8-03B8-2DC13354ED49}"/>
          </ac:picMkLst>
        </pc:picChg>
        <pc:picChg chg="mod">
          <ac:chgData name="DOWTY, PETER (DNR)" userId="01cf875a-4e15-4928-8f93-7a0dfa1efb6b" providerId="ADAL" clId="{E9054DD1-CDF4-4BE2-A4C5-BD4B0395A89E}" dt="2026-08-13T17:35:40.406" v="26019" actId="167"/>
          <ac:picMkLst>
            <pc:docMk/>
            <pc:sldMk cId="2252832025" sldId="351"/>
            <ac:picMk id="149" creationId="{68C993A2-7D66-97F6-55A8-FF5F16AD636E}"/>
          </ac:picMkLst>
        </pc:picChg>
        <pc:picChg chg="mod">
          <ac:chgData name="DOWTY, PETER (DNR)" userId="01cf875a-4e15-4928-8f93-7a0dfa1efb6b" providerId="ADAL" clId="{E9054DD1-CDF4-4BE2-A4C5-BD4B0395A89E}" dt="2026-08-13T17:35:40.406" v="26019" actId="167"/>
          <ac:picMkLst>
            <pc:docMk/>
            <pc:sldMk cId="2252832025" sldId="351"/>
            <ac:picMk id="151" creationId="{FA477A8F-1960-4782-0E4C-760D7AB51E5C}"/>
          </ac:picMkLst>
        </pc:picChg>
        <pc:cxnChg chg="del">
          <ac:chgData name="DOWTY, PETER (DNR)" userId="01cf875a-4e15-4928-8f93-7a0dfa1efb6b" providerId="ADAL" clId="{E9054DD1-CDF4-4BE2-A4C5-BD4B0395A89E}" dt="2026-08-13T17:33:01.228" v="26011" actId="478"/>
          <ac:cxnSpMkLst>
            <pc:docMk/>
            <pc:sldMk cId="2252832025" sldId="351"/>
            <ac:cxnSpMk id="114" creationId="{C35EEB9B-495D-C49A-C794-C5B107A26F93}"/>
          </ac:cxnSpMkLst>
        </pc:cxnChg>
        <pc:cxnChg chg="del">
          <ac:chgData name="DOWTY, PETER (DNR)" userId="01cf875a-4e15-4928-8f93-7a0dfa1efb6b" providerId="ADAL" clId="{E9054DD1-CDF4-4BE2-A4C5-BD4B0395A89E}" dt="2026-08-13T16:44:33.258" v="25790" actId="478"/>
          <ac:cxnSpMkLst>
            <pc:docMk/>
            <pc:sldMk cId="2252832025" sldId="351"/>
            <ac:cxnSpMk id="154" creationId="{EEFA2B66-F543-1DC1-2DCE-60B2AF281D81}"/>
          </ac:cxnSpMkLst>
        </pc:cxnChg>
        <pc:cxnChg chg="del">
          <ac:chgData name="DOWTY, PETER (DNR)" userId="01cf875a-4e15-4928-8f93-7a0dfa1efb6b" providerId="ADAL" clId="{E9054DD1-CDF4-4BE2-A4C5-BD4B0395A89E}" dt="2026-08-13T16:44:33.258" v="25790" actId="478"/>
          <ac:cxnSpMkLst>
            <pc:docMk/>
            <pc:sldMk cId="2252832025" sldId="351"/>
            <ac:cxnSpMk id="155" creationId="{7037C91A-DC96-26D8-F169-3861B0F5251A}"/>
          </ac:cxnSpMkLst>
        </pc:cxnChg>
      </pc:sldChg>
      <pc:sldChg chg="addSp delSp modSp add mod ord">
        <pc:chgData name="DOWTY, PETER (DNR)" userId="01cf875a-4e15-4928-8f93-7a0dfa1efb6b" providerId="ADAL" clId="{E9054DD1-CDF4-4BE2-A4C5-BD4B0395A89E}" dt="2026-08-13T17:40:51.075" v="26044" actId="166"/>
        <pc:sldMkLst>
          <pc:docMk/>
          <pc:sldMk cId="1129504498" sldId="352"/>
        </pc:sldMkLst>
        <pc:spChg chg="add mod">
          <ac:chgData name="DOWTY, PETER (DNR)" userId="01cf875a-4e15-4928-8f93-7a0dfa1efb6b" providerId="ADAL" clId="{E9054DD1-CDF4-4BE2-A4C5-BD4B0395A89E}" dt="2026-08-13T17:02:05.228" v="25866" actId="1076"/>
          <ac:spMkLst>
            <pc:docMk/>
            <pc:sldMk cId="1129504498" sldId="352"/>
            <ac:spMk id="3" creationId="{B8D37788-0EBF-F1A4-3105-3D4BB87ECF1F}"/>
          </ac:spMkLst>
        </pc:spChg>
        <pc:spChg chg="add mod">
          <ac:chgData name="DOWTY, PETER (DNR)" userId="01cf875a-4e15-4928-8f93-7a0dfa1efb6b" providerId="ADAL" clId="{E9054DD1-CDF4-4BE2-A4C5-BD4B0395A89E}" dt="2026-08-13T17:02:01.167" v="25865" actId="1076"/>
          <ac:spMkLst>
            <pc:docMk/>
            <pc:sldMk cId="1129504498" sldId="352"/>
            <ac:spMk id="20" creationId="{9898237E-D506-69BA-FAA2-CF3EA999EF92}"/>
          </ac:spMkLst>
        </pc:spChg>
        <pc:spChg chg="add">
          <ac:chgData name="DOWTY, PETER (DNR)" userId="01cf875a-4e15-4928-8f93-7a0dfa1efb6b" providerId="ADAL" clId="{E9054DD1-CDF4-4BE2-A4C5-BD4B0395A89E}" dt="2026-08-13T17:02:45.547" v="25873" actId="22"/>
          <ac:spMkLst>
            <pc:docMk/>
            <pc:sldMk cId="1129504498" sldId="352"/>
            <ac:spMk id="22" creationId="{8026248C-CC61-877A-E8E8-BF76550FFAF2}"/>
          </ac:spMkLst>
        </pc:spChg>
        <pc:spChg chg="add ord">
          <ac:chgData name="DOWTY, PETER (DNR)" userId="01cf875a-4e15-4928-8f93-7a0dfa1efb6b" providerId="ADAL" clId="{E9054DD1-CDF4-4BE2-A4C5-BD4B0395A89E}" dt="2026-08-13T17:37:35.374" v="26025" actId="167"/>
          <ac:spMkLst>
            <pc:docMk/>
            <pc:sldMk cId="1129504498" sldId="352"/>
            <ac:spMk id="24" creationId="{570F2CCF-9E26-D299-82E7-18023CE179AC}"/>
          </ac:spMkLst>
        </pc:spChg>
        <pc:spChg chg="add ord">
          <ac:chgData name="DOWTY, PETER (DNR)" userId="01cf875a-4e15-4928-8f93-7a0dfa1efb6b" providerId="ADAL" clId="{E9054DD1-CDF4-4BE2-A4C5-BD4B0395A89E}" dt="2026-08-13T17:37:30.361" v="26024" actId="167"/>
          <ac:spMkLst>
            <pc:docMk/>
            <pc:sldMk cId="1129504498" sldId="352"/>
            <ac:spMk id="26" creationId="{85C50DF5-4696-D9FB-CC0A-6E369FB79F4E}"/>
          </ac:spMkLst>
        </pc:spChg>
        <pc:spChg chg="add mod">
          <ac:chgData name="DOWTY, PETER (DNR)" userId="01cf875a-4e15-4928-8f93-7a0dfa1efb6b" providerId="ADAL" clId="{E9054DD1-CDF4-4BE2-A4C5-BD4B0395A89E}" dt="2026-08-13T17:38:45.223" v="26038" actId="207"/>
          <ac:spMkLst>
            <pc:docMk/>
            <pc:sldMk cId="1129504498" sldId="352"/>
            <ac:spMk id="28" creationId="{89B57013-950C-C935-434E-A4261F8F3013}"/>
          </ac:spMkLst>
        </pc:spChg>
        <pc:spChg chg="add mod">
          <ac:chgData name="DOWTY, PETER (DNR)" userId="01cf875a-4e15-4928-8f93-7a0dfa1efb6b" providerId="ADAL" clId="{E9054DD1-CDF4-4BE2-A4C5-BD4B0395A89E}" dt="2026-08-13T17:38:53.698" v="26039" actId="207"/>
          <ac:spMkLst>
            <pc:docMk/>
            <pc:sldMk cId="1129504498" sldId="352"/>
            <ac:spMk id="30" creationId="{815840CB-B45A-0E32-3A85-A0ACA436AEA1}"/>
          </ac:spMkLst>
        </pc:spChg>
        <pc:spChg chg="mod topLvl">
          <ac:chgData name="DOWTY, PETER (DNR)" userId="01cf875a-4e15-4928-8f93-7a0dfa1efb6b" providerId="ADAL" clId="{E9054DD1-CDF4-4BE2-A4C5-BD4B0395A89E}" dt="2026-08-13T17:39:18.404" v="26040" actId="165"/>
          <ac:spMkLst>
            <pc:docMk/>
            <pc:sldMk cId="1129504498" sldId="352"/>
            <ac:spMk id="91" creationId="{F727F186-F06B-5B00-6152-991C0B250310}"/>
          </ac:spMkLst>
        </pc:spChg>
        <pc:spChg chg="mod">
          <ac:chgData name="DOWTY, PETER (DNR)" userId="01cf875a-4e15-4928-8f93-7a0dfa1efb6b" providerId="ADAL" clId="{E9054DD1-CDF4-4BE2-A4C5-BD4B0395A89E}" dt="2026-08-13T17:36:59.050" v="26020" actId="166"/>
          <ac:spMkLst>
            <pc:docMk/>
            <pc:sldMk cId="1129504498" sldId="352"/>
            <ac:spMk id="106" creationId="{4C120410-22E7-F9AB-EE3F-63B518D62392}"/>
          </ac:spMkLst>
        </pc:spChg>
        <pc:spChg chg="del">
          <ac:chgData name="DOWTY, PETER (DNR)" userId="01cf875a-4e15-4928-8f93-7a0dfa1efb6b" providerId="ADAL" clId="{E9054DD1-CDF4-4BE2-A4C5-BD4B0395A89E}" dt="2026-08-13T17:37:41.569" v="26026" actId="478"/>
          <ac:spMkLst>
            <pc:docMk/>
            <pc:sldMk cId="1129504498" sldId="352"/>
            <ac:spMk id="115" creationId="{747587D0-FC92-5769-BCB9-6E7B3132CB9D}"/>
          </ac:spMkLst>
        </pc:spChg>
        <pc:spChg chg="del">
          <ac:chgData name="DOWTY, PETER (DNR)" userId="01cf875a-4e15-4928-8f93-7a0dfa1efb6b" providerId="ADAL" clId="{E9054DD1-CDF4-4BE2-A4C5-BD4B0395A89E}" dt="2026-08-13T17:37:44.193" v="26028" actId="478"/>
          <ac:spMkLst>
            <pc:docMk/>
            <pc:sldMk cId="1129504498" sldId="352"/>
            <ac:spMk id="116" creationId="{C63452C2-E17E-89C7-812B-E45F51A39D60}"/>
          </ac:spMkLst>
        </pc:spChg>
        <pc:spChg chg="del">
          <ac:chgData name="DOWTY, PETER (DNR)" userId="01cf875a-4e15-4928-8f93-7a0dfa1efb6b" providerId="ADAL" clId="{E9054DD1-CDF4-4BE2-A4C5-BD4B0395A89E}" dt="2026-08-13T16:45:53.465" v="25797" actId="478"/>
          <ac:spMkLst>
            <pc:docMk/>
            <pc:sldMk cId="1129504498" sldId="352"/>
            <ac:spMk id="117" creationId="{3A27D482-30B5-D989-EB2F-86035BFA7149}"/>
          </ac:spMkLst>
        </pc:spChg>
        <pc:spChg chg="del">
          <ac:chgData name="DOWTY, PETER (DNR)" userId="01cf875a-4e15-4928-8f93-7a0dfa1efb6b" providerId="ADAL" clId="{E9054DD1-CDF4-4BE2-A4C5-BD4B0395A89E}" dt="2026-08-13T16:45:54.634" v="25798" actId="478"/>
          <ac:spMkLst>
            <pc:docMk/>
            <pc:sldMk cId="1129504498" sldId="352"/>
            <ac:spMk id="118" creationId="{FEBBC136-A55C-1DF8-F6BF-13D9352E14A6}"/>
          </ac:spMkLst>
        </pc:spChg>
        <pc:spChg chg="del">
          <ac:chgData name="DOWTY, PETER (DNR)" userId="01cf875a-4e15-4928-8f93-7a0dfa1efb6b" providerId="ADAL" clId="{E9054DD1-CDF4-4BE2-A4C5-BD4B0395A89E}" dt="2026-08-13T16:45:56.573" v="25800" actId="478"/>
          <ac:spMkLst>
            <pc:docMk/>
            <pc:sldMk cId="1129504498" sldId="352"/>
            <ac:spMk id="119" creationId="{75669D81-20A3-0C19-04C4-10CDE8798BBB}"/>
          </ac:spMkLst>
        </pc:spChg>
        <pc:spChg chg="del">
          <ac:chgData name="DOWTY, PETER (DNR)" userId="01cf875a-4e15-4928-8f93-7a0dfa1efb6b" providerId="ADAL" clId="{E9054DD1-CDF4-4BE2-A4C5-BD4B0395A89E}" dt="2026-08-13T16:45:55.768" v="25799" actId="478"/>
          <ac:spMkLst>
            <pc:docMk/>
            <pc:sldMk cId="1129504498" sldId="352"/>
            <ac:spMk id="120" creationId="{12E3A972-1AE6-1861-7233-D5F0BC12DB04}"/>
          </ac:spMkLst>
        </pc:spChg>
        <pc:spChg chg="del">
          <ac:chgData name="DOWTY, PETER (DNR)" userId="01cf875a-4e15-4928-8f93-7a0dfa1efb6b" providerId="ADAL" clId="{E9054DD1-CDF4-4BE2-A4C5-BD4B0395A89E}" dt="2026-08-13T16:45:57.235" v="25801" actId="478"/>
          <ac:spMkLst>
            <pc:docMk/>
            <pc:sldMk cId="1129504498" sldId="352"/>
            <ac:spMk id="121" creationId="{50FB711E-B2C2-BC5B-37BC-5F7185EC5C00}"/>
          </ac:spMkLst>
        </pc:spChg>
        <pc:spChg chg="del">
          <ac:chgData name="DOWTY, PETER (DNR)" userId="01cf875a-4e15-4928-8f93-7a0dfa1efb6b" providerId="ADAL" clId="{E9054DD1-CDF4-4BE2-A4C5-BD4B0395A89E}" dt="2026-08-13T16:45:58.193" v="25802" actId="478"/>
          <ac:spMkLst>
            <pc:docMk/>
            <pc:sldMk cId="1129504498" sldId="352"/>
            <ac:spMk id="123" creationId="{B00C3D42-FA2F-D9DA-23BF-1E4C8C861E89}"/>
          </ac:spMkLst>
        </pc:spChg>
        <pc:spChg chg="del">
          <ac:chgData name="DOWTY, PETER (DNR)" userId="01cf875a-4e15-4928-8f93-7a0dfa1efb6b" providerId="ADAL" clId="{E9054DD1-CDF4-4BE2-A4C5-BD4B0395A89E}" dt="2026-08-13T17:02:18.356" v="25868" actId="478"/>
          <ac:spMkLst>
            <pc:docMk/>
            <pc:sldMk cId="1129504498" sldId="352"/>
            <ac:spMk id="125" creationId="{96C54034-3E60-B2B1-35FB-E845CE29B227}"/>
          </ac:spMkLst>
        </pc:spChg>
        <pc:spChg chg="mod">
          <ac:chgData name="DOWTY, PETER (DNR)" userId="01cf875a-4e15-4928-8f93-7a0dfa1efb6b" providerId="ADAL" clId="{E9054DD1-CDF4-4BE2-A4C5-BD4B0395A89E}" dt="2026-08-13T17:36:59.050" v="26020" actId="166"/>
          <ac:spMkLst>
            <pc:docMk/>
            <pc:sldMk cId="1129504498" sldId="352"/>
            <ac:spMk id="127" creationId="{4DAD0B44-1C6C-0454-B170-4CF50C6F9EB2}"/>
          </ac:spMkLst>
        </pc:spChg>
        <pc:spChg chg="mod">
          <ac:chgData name="DOWTY, PETER (DNR)" userId="01cf875a-4e15-4928-8f93-7a0dfa1efb6b" providerId="ADAL" clId="{E9054DD1-CDF4-4BE2-A4C5-BD4B0395A89E}" dt="2026-08-13T17:40:51.075" v="26044" actId="166"/>
          <ac:spMkLst>
            <pc:docMk/>
            <pc:sldMk cId="1129504498" sldId="352"/>
            <ac:spMk id="131" creationId="{19AEBE01-5E59-3EDD-28CD-1B6CBCE09AD6}"/>
          </ac:spMkLst>
        </pc:spChg>
        <pc:spChg chg="mod">
          <ac:chgData name="DOWTY, PETER (DNR)" userId="01cf875a-4e15-4928-8f93-7a0dfa1efb6b" providerId="ADAL" clId="{E9054DD1-CDF4-4BE2-A4C5-BD4B0395A89E}" dt="2026-08-13T17:40:51.075" v="26044" actId="166"/>
          <ac:spMkLst>
            <pc:docMk/>
            <pc:sldMk cId="1129504498" sldId="352"/>
            <ac:spMk id="133" creationId="{F7BEE5DC-119B-6892-F08E-BE2E9571E3B4}"/>
          </ac:spMkLst>
        </pc:spChg>
        <pc:spChg chg="mod">
          <ac:chgData name="DOWTY, PETER (DNR)" userId="01cf875a-4e15-4928-8f93-7a0dfa1efb6b" providerId="ADAL" clId="{E9054DD1-CDF4-4BE2-A4C5-BD4B0395A89E}" dt="2026-08-13T17:36:59.050" v="26020" actId="166"/>
          <ac:spMkLst>
            <pc:docMk/>
            <pc:sldMk cId="1129504498" sldId="352"/>
            <ac:spMk id="134" creationId="{0A5A5115-0725-13FE-FA25-B6049BAF8043}"/>
          </ac:spMkLst>
        </pc:spChg>
        <pc:spChg chg="mod">
          <ac:chgData name="DOWTY, PETER (DNR)" userId="01cf875a-4e15-4928-8f93-7a0dfa1efb6b" providerId="ADAL" clId="{E9054DD1-CDF4-4BE2-A4C5-BD4B0395A89E}" dt="2026-08-13T17:36:59.050" v="26020" actId="166"/>
          <ac:spMkLst>
            <pc:docMk/>
            <pc:sldMk cId="1129504498" sldId="352"/>
            <ac:spMk id="135" creationId="{0E1D62DB-D9EC-D6F5-838A-889048138AB7}"/>
          </ac:spMkLst>
        </pc:spChg>
        <pc:spChg chg="add del">
          <ac:chgData name="DOWTY, PETER (DNR)" userId="01cf875a-4e15-4928-8f93-7a0dfa1efb6b" providerId="ADAL" clId="{E9054DD1-CDF4-4BE2-A4C5-BD4B0395A89E}" dt="2026-08-13T17:02:35.698" v="25871" actId="478"/>
          <ac:spMkLst>
            <pc:docMk/>
            <pc:sldMk cId="1129504498" sldId="352"/>
            <ac:spMk id="139" creationId="{FC32792A-FFF2-913E-B6C5-BFA8C7AE6B40}"/>
          </ac:spMkLst>
        </pc:spChg>
        <pc:spChg chg="mod">
          <ac:chgData name="DOWTY, PETER (DNR)" userId="01cf875a-4e15-4928-8f93-7a0dfa1efb6b" providerId="ADAL" clId="{E9054DD1-CDF4-4BE2-A4C5-BD4B0395A89E}" dt="2026-08-13T17:40:51.075" v="26044" actId="166"/>
          <ac:spMkLst>
            <pc:docMk/>
            <pc:sldMk cId="1129504498" sldId="352"/>
            <ac:spMk id="142" creationId="{393DF5CE-3D28-4A69-FAB0-A3A740C503FB}"/>
          </ac:spMkLst>
        </pc:spChg>
        <pc:spChg chg="ord">
          <ac:chgData name="DOWTY, PETER (DNR)" userId="01cf875a-4e15-4928-8f93-7a0dfa1efb6b" providerId="ADAL" clId="{E9054DD1-CDF4-4BE2-A4C5-BD4B0395A89E}" dt="2026-08-13T17:37:18.994" v="26023" actId="166"/>
          <ac:spMkLst>
            <pc:docMk/>
            <pc:sldMk cId="1129504498" sldId="352"/>
            <ac:spMk id="143" creationId="{4772047D-3FBE-E8E8-6D05-6AC48809EB4B}"/>
          </ac:spMkLst>
        </pc:spChg>
        <pc:spChg chg="mod">
          <ac:chgData name="DOWTY, PETER (DNR)" userId="01cf875a-4e15-4928-8f93-7a0dfa1efb6b" providerId="ADAL" clId="{E9054DD1-CDF4-4BE2-A4C5-BD4B0395A89E}" dt="2026-08-13T17:40:51.075" v="26044" actId="166"/>
          <ac:spMkLst>
            <pc:docMk/>
            <pc:sldMk cId="1129504498" sldId="352"/>
            <ac:spMk id="145" creationId="{9B987373-A612-1D15-2035-0B30BCB35267}"/>
          </ac:spMkLst>
        </pc:spChg>
        <pc:spChg chg="ord">
          <ac:chgData name="DOWTY, PETER (DNR)" userId="01cf875a-4e15-4928-8f93-7a0dfa1efb6b" providerId="ADAL" clId="{E9054DD1-CDF4-4BE2-A4C5-BD4B0395A89E}" dt="2026-08-13T17:37:12.031" v="26022" actId="166"/>
          <ac:spMkLst>
            <pc:docMk/>
            <pc:sldMk cId="1129504498" sldId="352"/>
            <ac:spMk id="147" creationId="{EB674568-0C5A-8934-A938-E214661BD3B4}"/>
          </ac:spMkLst>
        </pc:spChg>
        <pc:spChg chg="mod">
          <ac:chgData name="DOWTY, PETER (DNR)" userId="01cf875a-4e15-4928-8f93-7a0dfa1efb6b" providerId="ADAL" clId="{E9054DD1-CDF4-4BE2-A4C5-BD4B0395A89E}" dt="2026-08-13T17:40:51.075" v="26044" actId="166"/>
          <ac:spMkLst>
            <pc:docMk/>
            <pc:sldMk cId="1129504498" sldId="352"/>
            <ac:spMk id="160" creationId="{5F8C7178-2661-7C21-2468-36096A98B9F1}"/>
          </ac:spMkLst>
        </pc:spChg>
        <pc:spChg chg="mod">
          <ac:chgData name="DOWTY, PETER (DNR)" userId="01cf875a-4e15-4928-8f93-7a0dfa1efb6b" providerId="ADAL" clId="{E9054DD1-CDF4-4BE2-A4C5-BD4B0395A89E}" dt="2026-08-13T17:40:51.075" v="26044" actId="166"/>
          <ac:spMkLst>
            <pc:docMk/>
            <pc:sldMk cId="1129504498" sldId="352"/>
            <ac:spMk id="162" creationId="{93348791-EE46-B99E-88C6-56255FF2BF22}"/>
          </ac:spMkLst>
        </pc:spChg>
        <pc:grpChg chg="mod">
          <ac:chgData name="DOWTY, PETER (DNR)" userId="01cf875a-4e15-4928-8f93-7a0dfa1efb6b" providerId="ADAL" clId="{E9054DD1-CDF4-4BE2-A4C5-BD4B0395A89E}" dt="2026-08-13T17:40:51.075" v="26044" actId="166"/>
          <ac:grpSpMkLst>
            <pc:docMk/>
            <pc:sldMk cId="1129504498" sldId="352"/>
            <ac:grpSpMk id="15" creationId="{E3388F8E-3B7F-94C6-973B-4027F462C0FD}"/>
          </ac:grpSpMkLst>
        </pc:grpChg>
        <pc:grpChg chg="mod">
          <ac:chgData name="DOWTY, PETER (DNR)" userId="01cf875a-4e15-4928-8f93-7a0dfa1efb6b" providerId="ADAL" clId="{E9054DD1-CDF4-4BE2-A4C5-BD4B0395A89E}" dt="2026-08-13T17:40:51.075" v="26044" actId="166"/>
          <ac:grpSpMkLst>
            <pc:docMk/>
            <pc:sldMk cId="1129504498" sldId="352"/>
            <ac:grpSpMk id="68" creationId="{53A094B5-4B43-8519-FE16-686DC993313D}"/>
          </ac:grpSpMkLst>
        </pc:grpChg>
        <pc:grpChg chg="del">
          <ac:chgData name="DOWTY, PETER (DNR)" userId="01cf875a-4e15-4928-8f93-7a0dfa1efb6b" providerId="ADAL" clId="{E9054DD1-CDF4-4BE2-A4C5-BD4B0395A89E}" dt="2026-08-13T17:02:16.860" v="25867" actId="478"/>
          <ac:grpSpMkLst>
            <pc:docMk/>
            <pc:sldMk cId="1129504498" sldId="352"/>
            <ac:grpSpMk id="74" creationId="{32A0F292-604C-0C04-2DED-211B817A1411}"/>
          </ac:grpSpMkLst>
        </pc:grpChg>
        <pc:grpChg chg="mod">
          <ac:chgData name="DOWTY, PETER (DNR)" userId="01cf875a-4e15-4928-8f93-7a0dfa1efb6b" providerId="ADAL" clId="{E9054DD1-CDF4-4BE2-A4C5-BD4B0395A89E}" dt="2026-08-13T17:39:25.684" v="26041" actId="166"/>
          <ac:grpSpMkLst>
            <pc:docMk/>
            <pc:sldMk cId="1129504498" sldId="352"/>
            <ac:grpSpMk id="86" creationId="{52D5A2CE-5B0E-7239-4A01-2F49D9898544}"/>
          </ac:grpSpMkLst>
        </pc:grpChg>
        <pc:grpChg chg="del">
          <ac:chgData name="DOWTY, PETER (DNR)" userId="01cf875a-4e15-4928-8f93-7a0dfa1efb6b" providerId="ADAL" clId="{E9054DD1-CDF4-4BE2-A4C5-BD4B0395A89E}" dt="2026-08-13T17:39:18.404" v="26040" actId="165"/>
          <ac:grpSpMkLst>
            <pc:docMk/>
            <pc:sldMk cId="1129504498" sldId="352"/>
            <ac:grpSpMk id="92" creationId="{39440A43-60B7-EEA8-2ADA-B5BDC86DFC73}"/>
          </ac:grpSpMkLst>
        </pc:grpChg>
        <pc:grpChg chg="mod">
          <ac:chgData name="DOWTY, PETER (DNR)" userId="01cf875a-4e15-4928-8f93-7a0dfa1efb6b" providerId="ADAL" clId="{E9054DD1-CDF4-4BE2-A4C5-BD4B0395A89E}" dt="2026-08-13T17:36:59.050" v="26020" actId="166"/>
          <ac:grpSpMkLst>
            <pc:docMk/>
            <pc:sldMk cId="1129504498" sldId="352"/>
            <ac:grpSpMk id="93" creationId="{83C53004-7314-ED1E-5B81-FBE4958F8E69}"/>
          </ac:grpSpMkLst>
        </pc:grpChg>
        <pc:grpChg chg="mod">
          <ac:chgData name="DOWTY, PETER (DNR)" userId="01cf875a-4e15-4928-8f93-7a0dfa1efb6b" providerId="ADAL" clId="{E9054DD1-CDF4-4BE2-A4C5-BD4B0395A89E}" dt="2026-08-13T17:36:59.050" v="26020" actId="166"/>
          <ac:grpSpMkLst>
            <pc:docMk/>
            <pc:sldMk cId="1129504498" sldId="352"/>
            <ac:grpSpMk id="96" creationId="{6BC79B95-2A12-B6B8-45B4-9444995AB3B6}"/>
          </ac:grpSpMkLst>
        </pc:grpChg>
        <pc:grpChg chg="mod">
          <ac:chgData name="DOWTY, PETER (DNR)" userId="01cf875a-4e15-4928-8f93-7a0dfa1efb6b" providerId="ADAL" clId="{E9054DD1-CDF4-4BE2-A4C5-BD4B0395A89E}" dt="2026-08-13T17:36:59.050" v="26020" actId="166"/>
          <ac:grpSpMkLst>
            <pc:docMk/>
            <pc:sldMk cId="1129504498" sldId="352"/>
            <ac:grpSpMk id="107" creationId="{2BC9EDC7-3EA7-F5BF-2A54-491C6CE0F925}"/>
          </ac:grpSpMkLst>
        </pc:grpChg>
        <pc:grpChg chg="mod">
          <ac:chgData name="DOWTY, PETER (DNR)" userId="01cf875a-4e15-4928-8f93-7a0dfa1efb6b" providerId="ADAL" clId="{E9054DD1-CDF4-4BE2-A4C5-BD4B0395A89E}" dt="2026-08-13T17:36:59.050" v="26020" actId="166"/>
          <ac:grpSpMkLst>
            <pc:docMk/>
            <pc:sldMk cId="1129504498" sldId="352"/>
            <ac:grpSpMk id="110" creationId="{B682EDF1-E74D-1572-684B-FDC518A6E8EF}"/>
          </ac:grpSpMkLst>
        </pc:grpChg>
        <pc:grpChg chg="mod">
          <ac:chgData name="DOWTY, PETER (DNR)" userId="01cf875a-4e15-4928-8f93-7a0dfa1efb6b" providerId="ADAL" clId="{E9054DD1-CDF4-4BE2-A4C5-BD4B0395A89E}" dt="2026-08-13T17:36:59.050" v="26020" actId="166"/>
          <ac:grpSpMkLst>
            <pc:docMk/>
            <pc:sldMk cId="1129504498" sldId="352"/>
            <ac:grpSpMk id="136" creationId="{17EFBCD3-6707-C771-3E4E-76EB23EA781A}"/>
          </ac:grpSpMkLst>
        </pc:grpChg>
        <pc:picChg chg="mod topLvl">
          <ac:chgData name="DOWTY, PETER (DNR)" userId="01cf875a-4e15-4928-8f93-7a0dfa1efb6b" providerId="ADAL" clId="{E9054DD1-CDF4-4BE2-A4C5-BD4B0395A89E}" dt="2026-08-13T17:40:27.248" v="26043" actId="167"/>
          <ac:picMkLst>
            <pc:docMk/>
            <pc:sldMk cId="1129504498" sldId="352"/>
            <ac:picMk id="73" creationId="{3F3F45B0-8AFA-91DD-0D90-015621A2A2F5}"/>
          </ac:picMkLst>
        </pc:picChg>
        <pc:picChg chg="mod topLvl">
          <ac:chgData name="DOWTY, PETER (DNR)" userId="01cf875a-4e15-4928-8f93-7a0dfa1efb6b" providerId="ADAL" clId="{E9054DD1-CDF4-4BE2-A4C5-BD4B0395A89E}" dt="2026-08-13T17:39:18.404" v="26040" actId="165"/>
          <ac:picMkLst>
            <pc:docMk/>
            <pc:sldMk cId="1129504498" sldId="352"/>
            <ac:picMk id="90" creationId="{835E6CC5-7A44-D7A5-F8CF-C0C8A30D59BD}"/>
          </ac:picMkLst>
        </pc:picChg>
        <pc:picChg chg="mod">
          <ac:chgData name="DOWTY, PETER (DNR)" userId="01cf875a-4e15-4928-8f93-7a0dfa1efb6b" providerId="ADAL" clId="{E9054DD1-CDF4-4BE2-A4C5-BD4B0395A89E}" dt="2026-08-13T17:40:27.248" v="26043" actId="167"/>
          <ac:picMkLst>
            <pc:docMk/>
            <pc:sldMk cId="1129504498" sldId="352"/>
            <ac:picMk id="149" creationId="{B5005732-6BD6-FCBC-8F56-55618B8B1806}"/>
          </ac:picMkLst>
        </pc:picChg>
        <pc:picChg chg="mod">
          <ac:chgData name="DOWTY, PETER (DNR)" userId="01cf875a-4e15-4928-8f93-7a0dfa1efb6b" providerId="ADAL" clId="{E9054DD1-CDF4-4BE2-A4C5-BD4B0395A89E}" dt="2026-08-13T17:40:27.248" v="26043" actId="167"/>
          <ac:picMkLst>
            <pc:docMk/>
            <pc:sldMk cId="1129504498" sldId="352"/>
            <ac:picMk id="151" creationId="{2A48FCD5-5E48-66A0-5FBB-60C8220F6CCE}"/>
          </ac:picMkLst>
        </pc:picChg>
        <pc:cxnChg chg="del">
          <ac:chgData name="DOWTY, PETER (DNR)" userId="01cf875a-4e15-4928-8f93-7a0dfa1efb6b" providerId="ADAL" clId="{E9054DD1-CDF4-4BE2-A4C5-BD4B0395A89E}" dt="2026-08-13T17:37:42.977" v="26027" actId="478"/>
          <ac:cxnSpMkLst>
            <pc:docMk/>
            <pc:sldMk cId="1129504498" sldId="352"/>
            <ac:cxnSpMk id="114" creationId="{E6D1F043-3926-6FBB-3986-68CEAAC003E4}"/>
          </ac:cxnSpMkLst>
        </pc:cxnChg>
        <pc:cxnChg chg="mod">
          <ac:chgData name="DOWTY, PETER (DNR)" userId="01cf875a-4e15-4928-8f93-7a0dfa1efb6b" providerId="ADAL" clId="{E9054DD1-CDF4-4BE2-A4C5-BD4B0395A89E}" dt="2026-08-13T17:36:59.050" v="26020" actId="166"/>
          <ac:cxnSpMkLst>
            <pc:docMk/>
            <pc:sldMk cId="1129504498" sldId="352"/>
            <ac:cxnSpMk id="141" creationId="{C9E8389A-A9AE-2512-AD4B-62D9EE2ADBDC}"/>
          </ac:cxnSpMkLst>
        </pc:cxnChg>
      </pc:sldChg>
      <pc:sldChg chg="addSp delSp modSp add mod ord">
        <pc:chgData name="DOWTY, PETER (DNR)" userId="01cf875a-4e15-4928-8f93-7a0dfa1efb6b" providerId="ADAL" clId="{E9054DD1-CDF4-4BE2-A4C5-BD4B0395A89E}" dt="2026-08-13T17:49:04.925" v="26076" actId="1076"/>
        <pc:sldMkLst>
          <pc:docMk/>
          <pc:sldMk cId="3215305346" sldId="353"/>
        </pc:sldMkLst>
        <pc:spChg chg="add del ord">
          <ac:chgData name="DOWTY, PETER (DNR)" userId="01cf875a-4e15-4928-8f93-7a0dfa1efb6b" providerId="ADAL" clId="{E9054DD1-CDF4-4BE2-A4C5-BD4B0395A89E}" dt="2026-08-13T17:48:45.935" v="26071" actId="478"/>
          <ac:spMkLst>
            <pc:docMk/>
            <pc:sldMk cId="3215305346" sldId="353"/>
            <ac:spMk id="4" creationId="{772FCE8A-48AB-3EB9-358F-5C04B6E3943C}"/>
          </ac:spMkLst>
        </pc:spChg>
        <pc:spChg chg="add ord">
          <ac:chgData name="DOWTY, PETER (DNR)" userId="01cf875a-4e15-4928-8f93-7a0dfa1efb6b" providerId="ADAL" clId="{E9054DD1-CDF4-4BE2-A4C5-BD4B0395A89E}" dt="2026-08-13T17:41:44.790" v="26049" actId="167"/>
          <ac:spMkLst>
            <pc:docMk/>
            <pc:sldMk cId="3215305346" sldId="353"/>
            <ac:spMk id="21" creationId="{FD007D30-4780-49CB-2109-8ACB222C955C}"/>
          </ac:spMkLst>
        </pc:spChg>
        <pc:spChg chg="add del">
          <ac:chgData name="DOWTY, PETER (DNR)" userId="01cf875a-4e15-4928-8f93-7a0dfa1efb6b" providerId="ADAL" clId="{E9054DD1-CDF4-4BE2-A4C5-BD4B0395A89E}" dt="2026-08-13T17:42:19.725" v="26052" actId="478"/>
          <ac:spMkLst>
            <pc:docMk/>
            <pc:sldMk cId="3215305346" sldId="353"/>
            <ac:spMk id="23" creationId="{33E56456-151A-D13C-4FF2-D29CBFA95C46}"/>
          </ac:spMkLst>
        </pc:spChg>
        <pc:spChg chg="add del ord">
          <ac:chgData name="DOWTY, PETER (DNR)" userId="01cf875a-4e15-4928-8f93-7a0dfa1efb6b" providerId="ADAL" clId="{E9054DD1-CDF4-4BE2-A4C5-BD4B0395A89E}" dt="2026-08-13T17:49:01.213" v="26075" actId="478"/>
          <ac:spMkLst>
            <pc:docMk/>
            <pc:sldMk cId="3215305346" sldId="353"/>
            <ac:spMk id="25" creationId="{E0ABC68A-A126-6D20-12E9-1654FDBD40DF}"/>
          </ac:spMkLst>
        </pc:spChg>
        <pc:spChg chg="add">
          <ac:chgData name="DOWTY, PETER (DNR)" userId="01cf875a-4e15-4928-8f93-7a0dfa1efb6b" providerId="ADAL" clId="{E9054DD1-CDF4-4BE2-A4C5-BD4B0395A89E}" dt="2026-08-13T17:42:42.294" v="26054" actId="22"/>
          <ac:spMkLst>
            <pc:docMk/>
            <pc:sldMk cId="3215305346" sldId="353"/>
            <ac:spMk id="27" creationId="{23D01E02-899B-7CEE-E2DA-7750EC59162B}"/>
          </ac:spMkLst>
        </pc:spChg>
        <pc:spChg chg="add">
          <ac:chgData name="DOWTY, PETER (DNR)" userId="01cf875a-4e15-4928-8f93-7a0dfa1efb6b" providerId="ADAL" clId="{E9054DD1-CDF4-4BE2-A4C5-BD4B0395A89E}" dt="2026-08-13T17:42:42.294" v="26054" actId="22"/>
          <ac:spMkLst>
            <pc:docMk/>
            <pc:sldMk cId="3215305346" sldId="353"/>
            <ac:spMk id="29" creationId="{9A729817-23F1-471F-C220-413E3413BC62}"/>
          </ac:spMkLst>
        </pc:spChg>
        <pc:spChg chg="mod topLvl">
          <ac:chgData name="DOWTY, PETER (DNR)" userId="01cf875a-4e15-4928-8f93-7a0dfa1efb6b" providerId="ADAL" clId="{E9054DD1-CDF4-4BE2-A4C5-BD4B0395A89E}" dt="2026-08-13T17:45:05.552" v="26066" actId="165"/>
          <ac:spMkLst>
            <pc:docMk/>
            <pc:sldMk cId="3215305346" sldId="353"/>
            <ac:spMk id="91" creationId="{BF4B5E8A-C807-0613-6EF6-74147E3C1D9A}"/>
          </ac:spMkLst>
        </pc:spChg>
        <pc:spChg chg="del">
          <ac:chgData name="DOWTY, PETER (DNR)" userId="01cf875a-4e15-4928-8f93-7a0dfa1efb6b" providerId="ADAL" clId="{E9054DD1-CDF4-4BE2-A4C5-BD4B0395A89E}" dt="2026-08-13T17:41:35.900" v="26046" actId="478"/>
          <ac:spMkLst>
            <pc:docMk/>
            <pc:sldMk cId="3215305346" sldId="353"/>
            <ac:spMk id="115" creationId="{D3C2824C-6897-BBE2-D2B5-097BC42ED28A}"/>
          </ac:spMkLst>
        </pc:spChg>
        <pc:spChg chg="del">
          <ac:chgData name="DOWTY, PETER (DNR)" userId="01cf875a-4e15-4928-8f93-7a0dfa1efb6b" providerId="ADAL" clId="{E9054DD1-CDF4-4BE2-A4C5-BD4B0395A89E}" dt="2026-08-13T17:41:37.364" v="26047" actId="478"/>
          <ac:spMkLst>
            <pc:docMk/>
            <pc:sldMk cId="3215305346" sldId="353"/>
            <ac:spMk id="116" creationId="{4F8C8B2E-281D-0A02-918C-16481F03C990}"/>
          </ac:spMkLst>
        </pc:spChg>
        <pc:spChg chg="add del mod">
          <ac:chgData name="DOWTY, PETER (DNR)" userId="01cf875a-4e15-4928-8f93-7a0dfa1efb6b" providerId="ADAL" clId="{E9054DD1-CDF4-4BE2-A4C5-BD4B0395A89E}" dt="2026-08-13T17:49:04.925" v="26076" actId="1076"/>
          <ac:spMkLst>
            <pc:docMk/>
            <pc:sldMk cId="3215305346" sldId="353"/>
            <ac:spMk id="125" creationId="{0088054D-8435-6433-C8EF-0EEF39204CE9}"/>
          </ac:spMkLst>
        </pc:spChg>
        <pc:grpChg chg="del">
          <ac:chgData name="DOWTY, PETER (DNR)" userId="01cf875a-4e15-4928-8f93-7a0dfa1efb6b" providerId="ADAL" clId="{E9054DD1-CDF4-4BE2-A4C5-BD4B0395A89E}" dt="2026-08-13T17:45:05.552" v="26066" actId="165"/>
          <ac:grpSpMkLst>
            <pc:docMk/>
            <pc:sldMk cId="3215305346" sldId="353"/>
            <ac:grpSpMk id="92" creationId="{E624C45B-4A1C-A197-B60C-2FED482DBE25}"/>
          </ac:grpSpMkLst>
        </pc:grpChg>
        <pc:picChg chg="mod topLvl">
          <ac:chgData name="DOWTY, PETER (DNR)" userId="01cf875a-4e15-4928-8f93-7a0dfa1efb6b" providerId="ADAL" clId="{E9054DD1-CDF4-4BE2-A4C5-BD4B0395A89E}" dt="2026-08-13T17:45:18.299" v="26068" actId="167"/>
          <ac:picMkLst>
            <pc:docMk/>
            <pc:sldMk cId="3215305346" sldId="353"/>
            <ac:picMk id="73" creationId="{59942F73-69BB-48F2-037B-E87AAE9CDBC1}"/>
          </ac:picMkLst>
        </pc:picChg>
        <pc:picChg chg="mod topLvl">
          <ac:chgData name="DOWTY, PETER (DNR)" userId="01cf875a-4e15-4928-8f93-7a0dfa1efb6b" providerId="ADAL" clId="{E9054DD1-CDF4-4BE2-A4C5-BD4B0395A89E}" dt="2026-08-13T17:45:05.552" v="26066" actId="165"/>
          <ac:picMkLst>
            <pc:docMk/>
            <pc:sldMk cId="3215305346" sldId="353"/>
            <ac:picMk id="90" creationId="{F343FB9D-60F4-17AF-88EA-C44CEC40A96E}"/>
          </ac:picMkLst>
        </pc:picChg>
        <pc:picChg chg="mod">
          <ac:chgData name="DOWTY, PETER (DNR)" userId="01cf875a-4e15-4928-8f93-7a0dfa1efb6b" providerId="ADAL" clId="{E9054DD1-CDF4-4BE2-A4C5-BD4B0395A89E}" dt="2026-08-13T17:45:18.299" v="26068" actId="167"/>
          <ac:picMkLst>
            <pc:docMk/>
            <pc:sldMk cId="3215305346" sldId="353"/>
            <ac:picMk id="149" creationId="{5B1131E1-9C86-F188-791D-15B3689D75B3}"/>
          </ac:picMkLst>
        </pc:picChg>
        <pc:picChg chg="mod">
          <ac:chgData name="DOWTY, PETER (DNR)" userId="01cf875a-4e15-4928-8f93-7a0dfa1efb6b" providerId="ADAL" clId="{E9054DD1-CDF4-4BE2-A4C5-BD4B0395A89E}" dt="2026-08-13T17:45:18.299" v="26068" actId="167"/>
          <ac:picMkLst>
            <pc:docMk/>
            <pc:sldMk cId="3215305346" sldId="353"/>
            <ac:picMk id="151" creationId="{999CF28D-A6F2-AAE7-E318-8C0740465245}"/>
          </ac:picMkLst>
        </pc:picChg>
        <pc:cxnChg chg="del">
          <ac:chgData name="DOWTY, PETER (DNR)" userId="01cf875a-4e15-4928-8f93-7a0dfa1efb6b" providerId="ADAL" clId="{E9054DD1-CDF4-4BE2-A4C5-BD4B0395A89E}" dt="2026-08-13T17:41:38.507" v="26048" actId="478"/>
          <ac:cxnSpMkLst>
            <pc:docMk/>
            <pc:sldMk cId="3215305346" sldId="353"/>
            <ac:cxnSpMk id="114" creationId="{48D68343-E427-15A1-F60D-55171E5718A5}"/>
          </ac:cxnSpMkLst>
        </pc:cxnChg>
      </pc:sldChg>
      <pc:sldChg chg="addSp delSp modSp add del mod">
        <pc:chgData name="DOWTY, PETER (DNR)" userId="01cf875a-4e15-4928-8f93-7a0dfa1efb6b" providerId="ADAL" clId="{E9054DD1-CDF4-4BE2-A4C5-BD4B0395A89E}" dt="2026-08-13T17:41:15.895" v="26045" actId="2696"/>
        <pc:sldMkLst>
          <pc:docMk/>
          <pc:sldMk cId="1626275969" sldId="354"/>
        </pc:sldMkLst>
        <pc:spChg chg="add mod ord">
          <ac:chgData name="DOWTY, PETER (DNR)" userId="01cf875a-4e15-4928-8f93-7a0dfa1efb6b" providerId="ADAL" clId="{E9054DD1-CDF4-4BE2-A4C5-BD4B0395A89E}" dt="2026-08-13T17:16:04.995" v="25970" actId="207"/>
          <ac:spMkLst>
            <pc:docMk/>
            <pc:sldMk cId="1626275969" sldId="354"/>
            <ac:spMk id="4" creationId="{0E290FA0-9448-E7E3-43EA-AA05C51DC220}"/>
          </ac:spMkLst>
        </pc:spChg>
        <pc:spChg chg="add mod ord">
          <ac:chgData name="DOWTY, PETER (DNR)" userId="01cf875a-4e15-4928-8f93-7a0dfa1efb6b" providerId="ADAL" clId="{E9054DD1-CDF4-4BE2-A4C5-BD4B0395A89E}" dt="2026-08-13T17:17:35.009" v="25982" actId="167"/>
          <ac:spMkLst>
            <pc:docMk/>
            <pc:sldMk cId="1626275969" sldId="354"/>
            <ac:spMk id="21" creationId="{D1FAF055-319F-5AD7-4383-EB53D9ABF499}"/>
          </ac:spMkLst>
        </pc:spChg>
        <pc:spChg chg="mod topLvl">
          <ac:chgData name="DOWTY, PETER (DNR)" userId="01cf875a-4e15-4928-8f93-7a0dfa1efb6b" providerId="ADAL" clId="{E9054DD1-CDF4-4BE2-A4C5-BD4B0395A89E}" dt="2026-08-13T17:23:49.491" v="26002" actId="165"/>
          <ac:spMkLst>
            <pc:docMk/>
            <pc:sldMk cId="1626275969" sldId="354"/>
            <ac:spMk id="91" creationId="{E41CD96D-3E54-24A0-E3A0-2ABA63F3D33D}"/>
          </ac:spMkLst>
        </pc:spChg>
        <pc:spChg chg="mod">
          <ac:chgData name="DOWTY, PETER (DNR)" userId="01cf875a-4e15-4928-8f93-7a0dfa1efb6b" providerId="ADAL" clId="{E9054DD1-CDF4-4BE2-A4C5-BD4B0395A89E}" dt="2026-08-13T17:17:57.728" v="25985" actId="207"/>
          <ac:spMkLst>
            <pc:docMk/>
            <pc:sldMk cId="1626275969" sldId="354"/>
            <ac:spMk id="115" creationId="{DC956590-9495-85D8-F344-93088FEE5D40}"/>
          </ac:spMkLst>
        </pc:spChg>
        <pc:spChg chg="mod">
          <ac:chgData name="DOWTY, PETER (DNR)" userId="01cf875a-4e15-4928-8f93-7a0dfa1efb6b" providerId="ADAL" clId="{E9054DD1-CDF4-4BE2-A4C5-BD4B0395A89E}" dt="2026-08-13T17:17:48.037" v="25984" actId="1076"/>
          <ac:spMkLst>
            <pc:docMk/>
            <pc:sldMk cId="1626275969" sldId="354"/>
            <ac:spMk id="116" creationId="{C64A2F8E-D745-4B83-6574-A62679D71A54}"/>
          </ac:spMkLst>
        </pc:spChg>
        <pc:grpChg chg="del">
          <ac:chgData name="DOWTY, PETER (DNR)" userId="01cf875a-4e15-4928-8f93-7a0dfa1efb6b" providerId="ADAL" clId="{E9054DD1-CDF4-4BE2-A4C5-BD4B0395A89E}" dt="2026-08-13T17:23:49.491" v="26002" actId="165"/>
          <ac:grpSpMkLst>
            <pc:docMk/>
            <pc:sldMk cId="1626275969" sldId="354"/>
            <ac:grpSpMk id="92" creationId="{F8B4F88E-821E-47F2-1294-BB93371EABDE}"/>
          </ac:grpSpMkLst>
        </pc:grpChg>
        <pc:picChg chg="mod topLvl">
          <ac:chgData name="DOWTY, PETER (DNR)" userId="01cf875a-4e15-4928-8f93-7a0dfa1efb6b" providerId="ADAL" clId="{E9054DD1-CDF4-4BE2-A4C5-BD4B0395A89E}" dt="2026-08-13T17:23:54.859" v="26003" actId="167"/>
          <ac:picMkLst>
            <pc:docMk/>
            <pc:sldMk cId="1626275969" sldId="354"/>
            <ac:picMk id="73" creationId="{DCF756FA-C852-8DD9-37D2-2D183E22EE11}"/>
          </ac:picMkLst>
        </pc:picChg>
        <pc:picChg chg="mod topLvl">
          <ac:chgData name="DOWTY, PETER (DNR)" userId="01cf875a-4e15-4928-8f93-7a0dfa1efb6b" providerId="ADAL" clId="{E9054DD1-CDF4-4BE2-A4C5-BD4B0395A89E}" dt="2026-08-13T17:23:49.491" v="26002" actId="165"/>
          <ac:picMkLst>
            <pc:docMk/>
            <pc:sldMk cId="1626275969" sldId="354"/>
            <ac:picMk id="90" creationId="{06B4BBBF-C10B-2D01-404F-EC822993F8E7}"/>
          </ac:picMkLst>
        </pc:picChg>
        <pc:picChg chg="mod">
          <ac:chgData name="DOWTY, PETER (DNR)" userId="01cf875a-4e15-4928-8f93-7a0dfa1efb6b" providerId="ADAL" clId="{E9054DD1-CDF4-4BE2-A4C5-BD4B0395A89E}" dt="2026-08-13T17:24:00.103" v="26004" actId="167"/>
          <ac:picMkLst>
            <pc:docMk/>
            <pc:sldMk cId="1626275969" sldId="354"/>
            <ac:picMk id="149" creationId="{5539DFB6-0480-2F72-F057-9B0BD32BB5AA}"/>
          </ac:picMkLst>
        </pc:picChg>
        <pc:picChg chg="mod">
          <ac:chgData name="DOWTY, PETER (DNR)" userId="01cf875a-4e15-4928-8f93-7a0dfa1efb6b" providerId="ADAL" clId="{E9054DD1-CDF4-4BE2-A4C5-BD4B0395A89E}" dt="2026-08-13T17:23:42.134" v="26001" actId="167"/>
          <ac:picMkLst>
            <pc:docMk/>
            <pc:sldMk cId="1626275969" sldId="354"/>
            <ac:picMk id="151" creationId="{9340AC82-4E4A-1754-02C3-7A317580AD39}"/>
          </ac:picMkLst>
        </pc:picChg>
        <pc:cxnChg chg="del">
          <ac:chgData name="DOWTY, PETER (DNR)" userId="01cf875a-4e15-4928-8f93-7a0dfa1efb6b" providerId="ADAL" clId="{E9054DD1-CDF4-4BE2-A4C5-BD4B0395A89E}" dt="2026-08-13T17:13:56.118" v="25960" actId="478"/>
          <ac:cxnSpMkLst>
            <pc:docMk/>
            <pc:sldMk cId="1626275969" sldId="354"/>
            <ac:cxnSpMk id="114" creationId="{6C0D1CEB-58B5-8023-22C8-E82C9EA32FD3}"/>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8-09T17:07:17.869" v="6112" actId="1076"/>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sldChg chg="addSp modSp mod">
        <pc:chgData name="Pete Dowty" userId="91aba14b6835b0ae" providerId="LiveId" clId="{660F8803-2738-5EFD-95AE-06E7480F19FB}" dt="2026-08-08T05:17:31.460" v="5201" actId="207"/>
        <pc:sldMkLst>
          <pc:docMk/>
          <pc:sldMk cId="2123458636" sldId="333"/>
        </pc:sldMkLst>
        <pc:spChg chg="add mod">
          <ac:chgData name="Pete Dowty" userId="91aba14b6835b0ae" providerId="LiveId" clId="{660F8803-2738-5EFD-95AE-06E7480F19FB}" dt="2026-08-08T05:17:31.460" v="5201" actId="207"/>
          <ac:spMkLst>
            <pc:docMk/>
            <pc:sldMk cId="2123458636" sldId="333"/>
            <ac:spMk id="50" creationId="{F764F5B0-1E60-72D5-94DD-519DC306B05B}"/>
          </ac:spMkLst>
        </pc:spChg>
      </pc:sldChg>
      <pc:sldChg chg="addSp modSp mod">
        <pc:chgData name="Pete Dowty" userId="91aba14b6835b0ae" providerId="LiveId" clId="{660F8803-2738-5EFD-95AE-06E7480F19FB}" dt="2026-08-08T05:18:59.795" v="5204" actId="207"/>
        <pc:sldMkLst>
          <pc:docMk/>
          <pc:sldMk cId="1244049411" sldId="334"/>
        </pc:sldMkLst>
        <pc:spChg chg="add mod">
          <ac:chgData name="Pete Dowty" userId="91aba14b6835b0ae" providerId="LiveId" clId="{660F8803-2738-5EFD-95AE-06E7480F19FB}" dt="2026-08-08T05:18:59.795" v="5204" actId="207"/>
          <ac:spMkLst>
            <pc:docMk/>
            <pc:sldMk cId="1244049411" sldId="334"/>
            <ac:spMk id="48" creationId="{D00C35ED-1796-558B-C7B9-9BAD5EC034C1}"/>
          </ac:spMkLst>
        </pc:spChg>
      </pc:sldChg>
      <pc:sldChg chg="addSp modSp mod">
        <pc:chgData name="Pete Dowty" userId="91aba14b6835b0ae" providerId="LiveId" clId="{660F8803-2738-5EFD-95AE-06E7480F19FB}" dt="2026-08-08T05:22:46.861" v="5229" actId="208"/>
        <pc:sldMkLst>
          <pc:docMk/>
          <pc:sldMk cId="843958716" sldId="335"/>
        </pc:sldMkLst>
        <pc:spChg chg="add mod">
          <ac:chgData name="Pete Dowty" userId="91aba14b6835b0ae" providerId="LiveId" clId="{660F8803-2738-5EFD-95AE-06E7480F19FB}" dt="2026-08-08T05:22:10.905" v="5226" actId="1076"/>
          <ac:spMkLst>
            <pc:docMk/>
            <pc:sldMk cId="843958716" sldId="335"/>
            <ac:spMk id="4" creationId="{14C7CF49-F65E-CE87-D368-F78C24370CD9}"/>
          </ac:spMkLst>
        </pc:spChg>
        <pc:cxnChg chg="add mod">
          <ac:chgData name="Pete Dowty" userId="91aba14b6835b0ae" providerId="LiveId" clId="{660F8803-2738-5EFD-95AE-06E7480F19FB}" dt="2026-08-08T05:22:46.861" v="5229" actId="208"/>
          <ac:cxnSpMkLst>
            <pc:docMk/>
            <pc:sldMk cId="843958716" sldId="335"/>
            <ac:cxnSpMk id="27" creationId="{66306DDF-29E0-81B1-9FC4-5EBD8CD2BD56}"/>
          </ac:cxnSpMkLst>
        </pc:cxnChg>
      </pc:sldChg>
      <pc:sldChg chg="addSp delSp modSp new mod">
        <pc:chgData name="Pete Dowty" userId="91aba14b6835b0ae" providerId="LiveId" clId="{660F8803-2738-5EFD-95AE-06E7480F19FB}" dt="2026-08-09T15:05:18.138" v="5399" actId="1076"/>
        <pc:sldMkLst>
          <pc:docMk/>
          <pc:sldMk cId="2187319872" sldId="337"/>
        </pc:sldMkLst>
        <pc:spChg chg="add mod">
          <ac:chgData name="Pete Dowty" userId="91aba14b6835b0ae" providerId="LiveId" clId="{660F8803-2738-5EFD-95AE-06E7480F19FB}" dt="2026-08-09T13:54:11.984" v="5286" actId="1076"/>
          <ac:spMkLst>
            <pc:docMk/>
            <pc:sldMk cId="2187319872" sldId="337"/>
            <ac:spMk id="24" creationId="{C32A2FE1-7E0C-BFC7-7C2F-AAC754655A66}"/>
          </ac:spMkLst>
        </pc:spChg>
        <pc:spChg chg="add mod">
          <ac:chgData name="Pete Dowty" userId="91aba14b6835b0ae" providerId="LiveId" clId="{660F8803-2738-5EFD-95AE-06E7480F19FB}" dt="2026-08-09T13:54:08.853" v="5285" actId="1076"/>
          <ac:spMkLst>
            <pc:docMk/>
            <pc:sldMk cId="2187319872" sldId="337"/>
            <ac:spMk id="25" creationId="{44A55749-B97C-E956-AA30-7AB33B8CB02E}"/>
          </ac:spMkLst>
        </pc:spChg>
        <pc:spChg chg="add mod">
          <ac:chgData name="Pete Dowty" userId="91aba14b6835b0ae" providerId="LiveId" clId="{660F8803-2738-5EFD-95AE-06E7480F19FB}" dt="2026-08-09T13:57:37.924" v="5300" actId="166"/>
          <ac:spMkLst>
            <pc:docMk/>
            <pc:sldMk cId="2187319872" sldId="337"/>
            <ac:spMk id="26" creationId="{EEFFD4DB-E362-8DDD-47C0-A7F4C32A5477}"/>
          </ac:spMkLst>
        </pc:spChg>
        <pc:spChg chg="add mod">
          <ac:chgData name="Pete Dowty" userId="91aba14b6835b0ae" providerId="LiveId" clId="{660F8803-2738-5EFD-95AE-06E7480F19FB}" dt="2026-08-09T14:57:21.195" v="5319" actId="1076"/>
          <ac:spMkLst>
            <pc:docMk/>
            <pc:sldMk cId="2187319872" sldId="337"/>
            <ac:spMk id="35" creationId="{3361538A-6B43-8F72-4F49-40DFBBEB34D5}"/>
          </ac:spMkLst>
        </pc:spChg>
        <pc:spChg chg="add mod">
          <ac:chgData name="Pete Dowty" userId="91aba14b6835b0ae" providerId="LiveId" clId="{660F8803-2738-5EFD-95AE-06E7480F19FB}" dt="2026-08-09T15:04:03.831" v="5362" actId="1076"/>
          <ac:spMkLst>
            <pc:docMk/>
            <pc:sldMk cId="2187319872" sldId="337"/>
            <ac:spMk id="39" creationId="{0E5CF8A4-2AC3-CD56-6805-7DA0F3BADE77}"/>
          </ac:spMkLst>
        </pc:spChg>
        <pc:spChg chg="mod topLvl">
          <ac:chgData name="Pete Dowty" userId="91aba14b6835b0ae" providerId="LiveId" clId="{660F8803-2738-5EFD-95AE-06E7480F19FB}" dt="2026-08-09T15:05:18.138" v="5399" actId="1076"/>
          <ac:spMkLst>
            <pc:docMk/>
            <pc:sldMk cId="2187319872" sldId="337"/>
            <ac:spMk id="42" creationId="{FC197B29-2A7E-74BA-B842-CD2919FA76AB}"/>
          </ac:spMkLst>
        </pc:spChg>
        <pc:spChg chg="add mod">
          <ac:chgData name="Pete Dowty" userId="91aba14b6835b0ae" providerId="LiveId" clId="{660F8803-2738-5EFD-95AE-06E7480F19FB}" dt="2026-08-09T15:05:14.100" v="5398" actId="1076"/>
          <ac:spMkLst>
            <pc:docMk/>
            <pc:sldMk cId="2187319872" sldId="337"/>
            <ac:spMk id="43" creationId="{7E3EE248-9D00-ACC7-6CA9-2E81CEE5CFD1}"/>
          </ac:spMkLst>
        </pc:spChg>
        <pc:grpChg chg="add mod">
          <ac:chgData name="Pete Dowty" userId="91aba14b6835b0ae" providerId="LiveId" clId="{660F8803-2738-5EFD-95AE-06E7480F19FB}" dt="2026-08-09T14:56:45.116" v="5305" actId="1076"/>
          <ac:grpSpMkLst>
            <pc:docMk/>
            <pc:sldMk cId="2187319872" sldId="337"/>
            <ac:grpSpMk id="34" creationId="{F55FA10D-8626-5CD2-78FF-0093A65343BD}"/>
          </ac:grpSpMkLst>
        </pc:grpChg>
        <pc:grpChg chg="add mod">
          <ac:chgData name="Pete Dowty" userId="91aba14b6835b0ae" providerId="LiveId" clId="{660F8803-2738-5EFD-95AE-06E7480F19FB}" dt="2026-08-09T14:57:52.618" v="5322" actId="1076"/>
          <ac:grpSpMkLst>
            <pc:docMk/>
            <pc:sldMk cId="2187319872" sldId="337"/>
            <ac:grpSpMk id="36" creationId="{A6DEE0EC-1168-4A7D-79E0-F244FD9FF674}"/>
          </ac:grpSpMkLst>
        </pc:grpChg>
        <pc:picChg chg="add mod">
          <ac:chgData name="Pete Dowty" userId="91aba14b6835b0ae" providerId="LiveId" clId="{660F8803-2738-5EFD-95AE-06E7480F19FB}" dt="2026-08-09T14:57:49.655" v="5321" actId="1076"/>
          <ac:picMkLst>
            <pc:docMk/>
            <pc:sldMk cId="2187319872" sldId="337"/>
            <ac:picMk id="20" creationId="{FFE78E1D-72BB-A772-583B-2F493B84BAE7}"/>
          </ac:picMkLst>
        </pc:picChg>
        <pc:picChg chg="add mod">
          <ac:chgData name="Pete Dowty" userId="91aba14b6835b0ae" providerId="LiveId" clId="{660F8803-2738-5EFD-95AE-06E7480F19FB}" dt="2026-08-09T13:52:18.768" v="5280" actId="1076"/>
          <ac:picMkLst>
            <pc:docMk/>
            <pc:sldMk cId="2187319872" sldId="337"/>
            <ac:picMk id="23" creationId="{024F0DE4-82C7-EC38-7916-F92314512022}"/>
          </ac:picMkLst>
        </pc:picChg>
        <pc:picChg chg="mod topLvl">
          <ac:chgData name="Pete Dowty" userId="91aba14b6835b0ae" providerId="LiveId" clId="{660F8803-2738-5EFD-95AE-06E7480F19FB}" dt="2026-08-09T15:04:38.561" v="5368" actId="1076"/>
          <ac:picMkLst>
            <pc:docMk/>
            <pc:sldMk cId="2187319872" sldId="337"/>
            <ac:picMk id="41" creationId="{AD64B66C-2E30-7275-D100-1817FBEAE83F}"/>
          </ac:picMkLst>
        </pc:picChg>
        <pc:cxnChg chg="add mod">
          <ac:chgData name="Pete Dowty" userId="91aba14b6835b0ae" providerId="LiveId" clId="{660F8803-2738-5EFD-95AE-06E7480F19FB}" dt="2026-08-09T13:57:12.781" v="5297" actId="554"/>
          <ac:cxnSpMkLst>
            <pc:docMk/>
            <pc:sldMk cId="2187319872" sldId="337"/>
            <ac:cxnSpMk id="28" creationId="{698267A3-244F-F5A4-11D3-69C5776B2AA2}"/>
          </ac:cxnSpMkLst>
        </pc:cxnChg>
        <pc:cxnChg chg="add mod">
          <ac:chgData name="Pete Dowty" userId="91aba14b6835b0ae" providerId="LiveId" clId="{660F8803-2738-5EFD-95AE-06E7480F19FB}" dt="2026-08-09T13:57:16.881" v="5298" actId="408"/>
          <ac:cxnSpMkLst>
            <pc:docMk/>
            <pc:sldMk cId="2187319872" sldId="337"/>
            <ac:cxnSpMk id="29" creationId="{2DE4176E-C5D9-3DB6-A68B-9A0F9E377A4C}"/>
          </ac:cxnSpMkLst>
        </pc:cxnChg>
        <pc:cxnChg chg="add mod">
          <ac:chgData name="Pete Dowty" userId="91aba14b6835b0ae" providerId="LiveId" clId="{660F8803-2738-5EFD-95AE-06E7480F19FB}" dt="2026-08-09T13:57:16.881" v="5298" actId="408"/>
          <ac:cxnSpMkLst>
            <pc:docMk/>
            <pc:sldMk cId="2187319872" sldId="337"/>
            <ac:cxnSpMk id="30" creationId="{3AA60AEE-33BC-1530-157B-C485500964A1}"/>
          </ac:cxnSpMkLst>
        </pc:cxnChg>
        <pc:cxnChg chg="add mod">
          <ac:chgData name="Pete Dowty" userId="91aba14b6835b0ae" providerId="LiveId" clId="{660F8803-2738-5EFD-95AE-06E7480F19FB}" dt="2026-08-09T13:57:16.881" v="5298" actId="408"/>
          <ac:cxnSpMkLst>
            <pc:docMk/>
            <pc:sldMk cId="2187319872" sldId="337"/>
            <ac:cxnSpMk id="31" creationId="{68345CD0-75D6-27FA-4623-150FF2FF8A4D}"/>
          </ac:cxnSpMkLst>
        </pc:cxnChg>
        <pc:cxnChg chg="add mod">
          <ac:chgData name="Pete Dowty" userId="91aba14b6835b0ae" providerId="LiveId" clId="{660F8803-2738-5EFD-95AE-06E7480F19FB}" dt="2026-08-09T13:57:12.781" v="5297" actId="554"/>
          <ac:cxnSpMkLst>
            <pc:docMk/>
            <pc:sldMk cId="2187319872" sldId="337"/>
            <ac:cxnSpMk id="32" creationId="{343264FA-5AF1-879E-EA89-7DF9D019E36E}"/>
          </ac:cxnSpMkLst>
        </pc:cxnChg>
      </pc:sldChg>
      <pc:sldChg chg="addSp delSp modSp new mod">
        <pc:chgData name="Pete Dowty" userId="91aba14b6835b0ae" providerId="LiveId" clId="{660F8803-2738-5EFD-95AE-06E7480F19FB}" dt="2026-08-09T15:54:33.662" v="5714" actId="208"/>
        <pc:sldMkLst>
          <pc:docMk/>
          <pc:sldMk cId="596241064" sldId="338"/>
        </pc:sldMkLst>
        <pc:spChg chg="add mod">
          <ac:chgData name="Pete Dowty" userId="91aba14b6835b0ae" providerId="LiveId" clId="{660F8803-2738-5EFD-95AE-06E7480F19FB}" dt="2026-08-09T15:23:12.099" v="5517" actId="207"/>
          <ac:spMkLst>
            <pc:docMk/>
            <pc:sldMk cId="596241064" sldId="338"/>
            <ac:spMk id="2" creationId="{8644881F-C1ED-9FC6-4367-A925F3C613E7}"/>
          </ac:spMkLst>
        </pc:spChg>
        <pc:spChg chg="add mod">
          <ac:chgData name="Pete Dowty" userId="91aba14b6835b0ae" providerId="LiveId" clId="{660F8803-2738-5EFD-95AE-06E7480F19FB}" dt="2026-08-09T15:23:12.099" v="5517" actId="207"/>
          <ac:spMkLst>
            <pc:docMk/>
            <pc:sldMk cId="596241064" sldId="338"/>
            <ac:spMk id="3" creationId="{708E5B5B-550F-C2DA-4A04-4B83E03956E3}"/>
          </ac:spMkLst>
        </pc:spChg>
        <pc:spChg chg="add mod">
          <ac:chgData name="Pete Dowty" userId="91aba14b6835b0ae" providerId="LiveId" clId="{660F8803-2738-5EFD-95AE-06E7480F19FB}" dt="2026-08-09T15:51:33.924" v="5704" actId="13822"/>
          <ac:spMkLst>
            <pc:docMk/>
            <pc:sldMk cId="596241064" sldId="338"/>
            <ac:spMk id="6" creationId="{BD71BD08-FC46-D311-1D22-A638B4CD70DB}"/>
          </ac:spMkLst>
        </pc:spChg>
        <pc:spChg chg="add mod">
          <ac:chgData name="Pete Dowty" userId="91aba14b6835b0ae" providerId="LiveId" clId="{660F8803-2738-5EFD-95AE-06E7480F19FB}" dt="2026-08-09T15:51:33.924" v="5704" actId="13822"/>
          <ac:spMkLst>
            <pc:docMk/>
            <pc:sldMk cId="596241064" sldId="338"/>
            <ac:spMk id="7" creationId="{BA8D85C8-F443-EC89-1265-FD3082CB0B0D}"/>
          </ac:spMkLst>
        </pc:spChg>
        <pc:spChg chg="add mod">
          <ac:chgData name="Pete Dowty" userId="91aba14b6835b0ae" providerId="LiveId" clId="{660F8803-2738-5EFD-95AE-06E7480F19FB}" dt="2026-08-09T15:26:37.082" v="5519" actId="692"/>
          <ac:spMkLst>
            <pc:docMk/>
            <pc:sldMk cId="596241064" sldId="338"/>
            <ac:spMk id="8" creationId="{A8296AC9-BB34-EEFD-E3B2-540E5D29062E}"/>
          </ac:spMkLst>
        </pc:spChg>
        <pc:spChg chg="add mod">
          <ac:chgData name="Pete Dowty" userId="91aba14b6835b0ae" providerId="LiveId" clId="{660F8803-2738-5EFD-95AE-06E7480F19FB}" dt="2026-08-09T15:26:37.082" v="5519" actId="692"/>
          <ac:spMkLst>
            <pc:docMk/>
            <pc:sldMk cId="596241064" sldId="338"/>
            <ac:spMk id="9" creationId="{C302E816-2173-182E-66C8-EE6A447DF21D}"/>
          </ac:spMkLst>
        </pc:spChg>
        <pc:spChg chg="add mod">
          <ac:chgData name="Pete Dowty" userId="91aba14b6835b0ae" providerId="LiveId" clId="{660F8803-2738-5EFD-95AE-06E7480F19FB}" dt="2026-08-09T15:26:37.082" v="5519" actId="692"/>
          <ac:spMkLst>
            <pc:docMk/>
            <pc:sldMk cId="596241064" sldId="338"/>
            <ac:spMk id="10" creationId="{83976A62-1C39-F45B-7BFF-46D9B9EE5FD4}"/>
          </ac:spMkLst>
        </pc:spChg>
        <pc:spChg chg="add mod">
          <ac:chgData name="Pete Dowty" userId="91aba14b6835b0ae" providerId="LiveId" clId="{660F8803-2738-5EFD-95AE-06E7480F19FB}" dt="2026-08-09T15:47:13.914" v="5631" actId="1076"/>
          <ac:spMkLst>
            <pc:docMk/>
            <pc:sldMk cId="596241064" sldId="338"/>
            <ac:spMk id="21" creationId="{12BF3D80-DCEA-A892-D066-0414F7B308BB}"/>
          </ac:spMkLst>
        </pc:spChg>
        <pc:spChg chg="add mod">
          <ac:chgData name="Pete Dowty" userId="91aba14b6835b0ae" providerId="LiveId" clId="{660F8803-2738-5EFD-95AE-06E7480F19FB}" dt="2026-08-09T15:47:13.914" v="5631" actId="1076"/>
          <ac:spMkLst>
            <pc:docMk/>
            <pc:sldMk cId="596241064" sldId="338"/>
            <ac:spMk id="22" creationId="{EF77302F-463C-D8A1-AF65-A973CB8EAD73}"/>
          </ac:spMkLst>
        </pc:spChg>
        <pc:spChg chg="add mod">
          <ac:chgData name="Pete Dowty" userId="91aba14b6835b0ae" providerId="LiveId" clId="{660F8803-2738-5EFD-95AE-06E7480F19FB}" dt="2026-08-09T15:47:13.914" v="5631" actId="1076"/>
          <ac:spMkLst>
            <pc:docMk/>
            <pc:sldMk cId="596241064" sldId="338"/>
            <ac:spMk id="23" creationId="{8314C85B-945C-E861-2BC5-A1885CF5ED79}"/>
          </ac:spMkLst>
        </pc:spChg>
        <pc:spChg chg="add mod">
          <ac:chgData name="Pete Dowty" userId="91aba14b6835b0ae" providerId="LiveId" clId="{660F8803-2738-5EFD-95AE-06E7480F19FB}" dt="2026-08-09T15:50:23.693" v="5702" actId="20577"/>
          <ac:spMkLst>
            <pc:docMk/>
            <pc:sldMk cId="596241064" sldId="338"/>
            <ac:spMk id="24" creationId="{035CBC25-499B-7D85-CBE0-FBCBCA1697EC}"/>
          </ac:spMkLst>
        </pc:spChg>
        <pc:spChg chg="add mod">
          <ac:chgData name="Pete Dowty" userId="91aba14b6835b0ae" providerId="LiveId" clId="{660F8803-2738-5EFD-95AE-06E7480F19FB}" dt="2026-08-09T15:54:33.662" v="5714" actId="208"/>
          <ac:spMkLst>
            <pc:docMk/>
            <pc:sldMk cId="596241064" sldId="338"/>
            <ac:spMk id="25" creationId="{ACD7BB25-0652-2ECD-79C2-5E1D315266DC}"/>
          </ac:spMkLst>
        </pc:spChg>
        <pc:spChg chg="add mod">
          <ac:chgData name="Pete Dowty" userId="91aba14b6835b0ae" providerId="LiveId" clId="{660F8803-2738-5EFD-95AE-06E7480F19FB}" dt="2026-08-09T15:54:33.662" v="5714" actId="208"/>
          <ac:spMkLst>
            <pc:docMk/>
            <pc:sldMk cId="596241064" sldId="338"/>
            <ac:spMk id="26" creationId="{4458D86A-48AB-CFE9-95E7-8FAE43E60475}"/>
          </ac:spMkLst>
        </pc:spChg>
        <pc:cxnChg chg="add mod">
          <ac:chgData name="Pete Dowty" userId="91aba14b6835b0ae" providerId="LiveId" clId="{660F8803-2738-5EFD-95AE-06E7480F19FB}" dt="2026-08-09T15:54:33.662" v="5714" actId="208"/>
          <ac:cxnSpMkLst>
            <pc:docMk/>
            <pc:sldMk cId="596241064" sldId="338"/>
            <ac:cxnSpMk id="28" creationId="{5B8B6D10-622E-220E-561F-F9C5EE1770B6}"/>
          </ac:cxnSpMkLst>
        </pc:cxnChg>
        <pc:cxnChg chg="add mod">
          <ac:chgData name="Pete Dowty" userId="91aba14b6835b0ae" providerId="LiveId" clId="{660F8803-2738-5EFD-95AE-06E7480F19FB}" dt="2026-08-09T15:54:33.662" v="5714" actId="208"/>
          <ac:cxnSpMkLst>
            <pc:docMk/>
            <pc:sldMk cId="596241064" sldId="338"/>
            <ac:cxnSpMk id="30" creationId="{571FAF04-2C9C-BA75-C39B-567666F3C9BB}"/>
          </ac:cxnSpMkLst>
        </pc:cxnChg>
      </pc:sldChg>
      <pc:sldChg chg="addSp delSp modSp add mod">
        <pc:chgData name="Pete Dowty" userId="91aba14b6835b0ae" providerId="LiveId" clId="{660F8803-2738-5EFD-95AE-06E7480F19FB}" dt="2026-08-09T17:06:06.080" v="6107" actId="20577"/>
        <pc:sldMkLst>
          <pc:docMk/>
          <pc:sldMk cId="609132950" sldId="339"/>
        </pc:sldMkLst>
        <pc:spChg chg="add mod">
          <ac:chgData name="Pete Dowty" userId="91aba14b6835b0ae" providerId="LiveId" clId="{660F8803-2738-5EFD-95AE-06E7480F19FB}" dt="2026-08-09T17:06:06.080" v="6107" actId="20577"/>
          <ac:spMkLst>
            <pc:docMk/>
            <pc:sldMk cId="609132950" sldId="339"/>
            <ac:spMk id="4" creationId="{7CFDA4C9-8801-68F4-CCD1-6553F29BD93F}"/>
          </ac:spMkLst>
        </pc:spChg>
        <pc:spChg chg="add mod">
          <ac:chgData name="Pete Dowty" userId="91aba14b6835b0ae" providerId="LiveId" clId="{660F8803-2738-5EFD-95AE-06E7480F19FB}" dt="2026-08-09T16:15:58.185" v="6008" actId="1076"/>
          <ac:spMkLst>
            <pc:docMk/>
            <pc:sldMk cId="609132950" sldId="339"/>
            <ac:spMk id="11" creationId="{17C56A05-7A9C-5FF9-D3E6-9DF0E7A63B6D}"/>
          </ac:spMkLst>
        </pc:spChg>
        <pc:spChg chg="add mod">
          <ac:chgData name="Pete Dowty" userId="91aba14b6835b0ae" providerId="LiveId" clId="{660F8803-2738-5EFD-95AE-06E7480F19FB}" dt="2026-08-09T16:15:52.533" v="6007" actId="1076"/>
          <ac:spMkLst>
            <pc:docMk/>
            <pc:sldMk cId="609132950" sldId="339"/>
            <ac:spMk id="12" creationId="{097A0951-22C6-5274-8BFC-D24C8F14700A}"/>
          </ac:spMkLst>
        </pc:spChg>
        <pc:spChg chg="add mod">
          <ac:chgData name="Pete Dowty" userId="91aba14b6835b0ae" providerId="LiveId" clId="{660F8803-2738-5EFD-95AE-06E7480F19FB}" dt="2026-08-09T16:15:58.185" v="6008" actId="1076"/>
          <ac:spMkLst>
            <pc:docMk/>
            <pc:sldMk cId="609132950" sldId="339"/>
            <ac:spMk id="13" creationId="{DFA75256-69FC-D505-3104-F1E9CBEDE5BB}"/>
          </ac:spMkLst>
        </pc:spChg>
        <pc:spChg chg="add mod">
          <ac:chgData name="Pete Dowty" userId="91aba14b6835b0ae" providerId="LiveId" clId="{660F8803-2738-5EFD-95AE-06E7480F19FB}" dt="2026-08-09T16:15:52.533" v="6007" actId="1076"/>
          <ac:spMkLst>
            <pc:docMk/>
            <pc:sldMk cId="609132950" sldId="339"/>
            <ac:spMk id="14" creationId="{994E19BD-27C6-6902-7BBA-1748714E8087}"/>
          </ac:spMkLst>
        </pc:spChg>
        <pc:spChg chg="add mod">
          <ac:chgData name="Pete Dowty" userId="91aba14b6835b0ae" providerId="LiveId" clId="{660F8803-2738-5EFD-95AE-06E7480F19FB}" dt="2026-08-09T16:15:52.533" v="6007" actId="1076"/>
          <ac:spMkLst>
            <pc:docMk/>
            <pc:sldMk cId="609132950" sldId="339"/>
            <ac:spMk id="15" creationId="{B533AEF0-66E1-6983-E318-B7510BA6B578}"/>
          </ac:spMkLst>
        </pc:spChg>
        <pc:spChg chg="add mod">
          <ac:chgData name="Pete Dowty" userId="91aba14b6835b0ae" providerId="LiveId" clId="{660F8803-2738-5EFD-95AE-06E7480F19FB}" dt="2026-08-09T16:55:59.304" v="6056" actId="1076"/>
          <ac:spMkLst>
            <pc:docMk/>
            <pc:sldMk cId="609132950" sldId="339"/>
            <ac:spMk id="16" creationId="{0746D8E3-1652-5F2F-D849-7AECDA3B207A}"/>
          </ac:spMkLst>
        </pc:spChg>
        <pc:spChg chg="add mod">
          <ac:chgData name="Pete Dowty" userId="91aba14b6835b0ae" providerId="LiveId" clId="{660F8803-2738-5EFD-95AE-06E7480F19FB}" dt="2026-08-09T16:15:52.533" v="6007" actId="1076"/>
          <ac:spMkLst>
            <pc:docMk/>
            <pc:sldMk cId="609132950" sldId="339"/>
            <ac:spMk id="17" creationId="{84E5050C-DB6A-E7A7-4401-90E1E372E006}"/>
          </ac:spMkLst>
        </pc:spChg>
        <pc:spChg chg="add mod">
          <ac:chgData name="Pete Dowty" userId="91aba14b6835b0ae" providerId="LiveId" clId="{660F8803-2738-5EFD-95AE-06E7480F19FB}" dt="2026-08-09T16:15:52.533" v="6007" actId="1076"/>
          <ac:spMkLst>
            <pc:docMk/>
            <pc:sldMk cId="609132950" sldId="339"/>
            <ac:spMk id="18" creationId="{2ECECDB5-A5C9-3416-6EDC-AFFB14A07249}"/>
          </ac:spMkLst>
        </pc:spChg>
        <pc:spChg chg="add mod">
          <ac:chgData name="Pete Dowty" userId="91aba14b6835b0ae" providerId="LiveId" clId="{660F8803-2738-5EFD-95AE-06E7480F19FB}" dt="2026-08-09T16:16:39.855" v="6019" actId="20577"/>
          <ac:spMkLst>
            <pc:docMk/>
            <pc:sldMk cId="609132950" sldId="339"/>
            <ac:spMk id="19" creationId="{BD40863C-0640-4097-09B0-F733E327A5F2}"/>
          </ac:spMkLst>
        </pc:spChg>
        <pc:spChg chg="add mod">
          <ac:chgData name="Pete Dowty" userId="91aba14b6835b0ae" providerId="LiveId" clId="{660F8803-2738-5EFD-95AE-06E7480F19FB}" dt="2026-08-09T16:16:58.519" v="6021" actId="1076"/>
          <ac:spMkLst>
            <pc:docMk/>
            <pc:sldMk cId="609132950" sldId="339"/>
            <ac:spMk id="20" creationId="{AD583667-9007-8052-EC77-8F11E8AC8357}"/>
          </ac:spMkLst>
        </pc:spChg>
        <pc:spChg chg="mod">
          <ac:chgData name="Pete Dowty" userId="91aba14b6835b0ae" providerId="LiveId" clId="{660F8803-2738-5EFD-95AE-06E7480F19FB}" dt="2026-08-09T16:15:52.533" v="6007" actId="1076"/>
          <ac:spMkLst>
            <pc:docMk/>
            <pc:sldMk cId="609132950" sldId="339"/>
            <ac:spMk id="21" creationId="{C2250C06-0C38-0623-21C1-675716F429A7}"/>
          </ac:spMkLst>
        </pc:spChg>
        <pc:spChg chg="mod">
          <ac:chgData name="Pete Dowty" userId="91aba14b6835b0ae" providerId="LiveId" clId="{660F8803-2738-5EFD-95AE-06E7480F19FB}" dt="2026-08-09T16:15:52.533" v="6007" actId="1076"/>
          <ac:spMkLst>
            <pc:docMk/>
            <pc:sldMk cId="609132950" sldId="339"/>
            <ac:spMk id="22" creationId="{0274040D-ACEA-29D3-730A-684ADEF85A13}"/>
          </ac:spMkLst>
        </pc:spChg>
        <pc:spChg chg="mod">
          <ac:chgData name="Pete Dowty" userId="91aba14b6835b0ae" providerId="LiveId" clId="{660F8803-2738-5EFD-95AE-06E7480F19FB}" dt="2026-08-09T16:15:52.533" v="6007" actId="1076"/>
          <ac:spMkLst>
            <pc:docMk/>
            <pc:sldMk cId="609132950" sldId="339"/>
            <ac:spMk id="23" creationId="{727497E6-74A4-FFA3-3C36-821C1E39424E}"/>
          </ac:spMkLst>
        </pc:spChg>
        <pc:spChg chg="mod">
          <ac:chgData name="Pete Dowty" userId="91aba14b6835b0ae" providerId="LiveId" clId="{660F8803-2738-5EFD-95AE-06E7480F19FB}" dt="2026-08-09T16:15:58.185" v="6008" actId="1076"/>
          <ac:spMkLst>
            <pc:docMk/>
            <pc:sldMk cId="609132950" sldId="339"/>
            <ac:spMk id="24" creationId="{D826E8B6-FF10-9E83-368F-619C8FC9C760}"/>
          </ac:spMkLst>
        </pc:spChg>
        <pc:spChg chg="add mod">
          <ac:chgData name="Pete Dowty" userId="91aba14b6835b0ae" providerId="LiveId" clId="{660F8803-2738-5EFD-95AE-06E7480F19FB}" dt="2026-08-09T16:17:16.218" v="6029" actId="20577"/>
          <ac:spMkLst>
            <pc:docMk/>
            <pc:sldMk cId="609132950" sldId="339"/>
            <ac:spMk id="27" creationId="{F52A5B9B-C585-B9E3-567E-C6F2D684018F}"/>
          </ac:spMkLst>
        </pc:spChg>
        <pc:spChg chg="add mod">
          <ac:chgData name="Pete Dowty" userId="91aba14b6835b0ae" providerId="LiveId" clId="{660F8803-2738-5EFD-95AE-06E7480F19FB}" dt="2026-08-09T16:56:02.311" v="6057" actId="1076"/>
          <ac:spMkLst>
            <pc:docMk/>
            <pc:sldMk cId="609132950" sldId="339"/>
            <ac:spMk id="29" creationId="{46774760-1C91-E5AF-7CB2-AA32B11B3DE1}"/>
          </ac:spMkLst>
        </pc:spChg>
      </pc:sldChg>
      <pc:sldChg chg="addSp modSp new mod">
        <pc:chgData name="Pete Dowty" userId="91aba14b6835b0ae" providerId="LiveId" clId="{660F8803-2738-5EFD-95AE-06E7480F19FB}" dt="2026-08-09T17:03:40.961" v="6103" actId="208"/>
        <pc:sldMkLst>
          <pc:docMk/>
          <pc:sldMk cId="3811273947" sldId="340"/>
        </pc:sldMkLst>
        <pc:spChg chg="add mod">
          <ac:chgData name="Pete Dowty" userId="91aba14b6835b0ae" providerId="LiveId" clId="{660F8803-2738-5EFD-95AE-06E7480F19FB}" dt="2026-08-09T16:59:16.310" v="6068" actId="207"/>
          <ac:spMkLst>
            <pc:docMk/>
            <pc:sldMk cId="3811273947" sldId="340"/>
            <ac:spMk id="2" creationId="{70A4C6C9-0263-8807-63D7-8D1572A026A5}"/>
          </ac:spMkLst>
        </pc:spChg>
        <pc:spChg chg="add mod">
          <ac:chgData name="Pete Dowty" userId="91aba14b6835b0ae" providerId="LiveId" clId="{660F8803-2738-5EFD-95AE-06E7480F19FB}" dt="2026-08-09T16:59:33.191" v="6071" actId="207"/>
          <ac:spMkLst>
            <pc:docMk/>
            <pc:sldMk cId="3811273947" sldId="340"/>
            <ac:spMk id="3" creationId="{2EA693FE-4744-190D-E307-0B4D9B7428C7}"/>
          </ac:spMkLst>
        </pc:spChg>
        <pc:spChg chg="add mod">
          <ac:chgData name="Pete Dowty" userId="91aba14b6835b0ae" providerId="LiveId" clId="{660F8803-2738-5EFD-95AE-06E7480F19FB}" dt="2026-08-09T16:59:25.432" v="6070" actId="1076"/>
          <ac:spMkLst>
            <pc:docMk/>
            <pc:sldMk cId="3811273947" sldId="340"/>
            <ac:spMk id="4" creationId="{CBC4DCA9-DBFE-E348-68FF-2DDDE108C853}"/>
          </ac:spMkLst>
        </pc:spChg>
        <pc:spChg chg="add mod">
          <ac:chgData name="Pete Dowty" userId="91aba14b6835b0ae" providerId="LiveId" clId="{660F8803-2738-5EFD-95AE-06E7480F19FB}" dt="2026-08-09T17:03:40.961" v="6103" actId="208"/>
          <ac:spMkLst>
            <pc:docMk/>
            <pc:sldMk cId="3811273947" sldId="340"/>
            <ac:spMk id="22" creationId="{1CECA6A3-2007-8BAA-BC3E-E45858B272E8}"/>
          </ac:spMkLst>
        </pc:spChg>
        <pc:picChg chg="add mod">
          <ac:chgData name="Pete Dowty" userId="91aba14b6835b0ae" providerId="LiveId" clId="{660F8803-2738-5EFD-95AE-06E7480F19FB}" dt="2026-08-09T17:00:12.662" v="6075" actId="1076"/>
          <ac:picMkLst>
            <pc:docMk/>
            <pc:sldMk cId="3811273947" sldId="340"/>
            <ac:picMk id="6" creationId="{14E44D94-CEC8-0CDA-8642-46EFAD197764}"/>
          </ac:picMkLst>
        </pc:picChg>
        <pc:picChg chg="add mod">
          <ac:chgData name="Pete Dowty" userId="91aba14b6835b0ae" providerId="LiveId" clId="{660F8803-2738-5EFD-95AE-06E7480F19FB}" dt="2026-08-09T17:01:18.692" v="6086" actId="1076"/>
          <ac:picMkLst>
            <pc:docMk/>
            <pc:sldMk cId="3811273947" sldId="340"/>
            <ac:picMk id="7" creationId="{02815124-EF53-754E-0D98-BC4AB9AE17A3}"/>
          </ac:picMkLst>
        </pc:picChg>
        <pc:picChg chg="add mod">
          <ac:chgData name="Pete Dowty" userId="91aba14b6835b0ae" providerId="LiveId" clId="{660F8803-2738-5EFD-95AE-06E7480F19FB}" dt="2026-08-09T17:01:43.172" v="6091" actId="1076"/>
          <ac:picMkLst>
            <pc:docMk/>
            <pc:sldMk cId="3811273947" sldId="340"/>
            <ac:picMk id="8" creationId="{A7B23CD9-7016-ED15-3C5F-FEB19AA146A3}"/>
          </ac:picMkLst>
        </pc:picChg>
        <pc:picChg chg="add mod">
          <ac:chgData name="Pete Dowty" userId="91aba14b6835b0ae" providerId="LiveId" clId="{660F8803-2738-5EFD-95AE-06E7480F19FB}" dt="2026-08-09T17:00:58.374" v="6083" actId="1076"/>
          <ac:picMkLst>
            <pc:docMk/>
            <pc:sldMk cId="3811273947" sldId="340"/>
            <ac:picMk id="9" creationId="{B79A98DB-F9D0-AA03-8AF7-D1573737234B}"/>
          </ac:picMkLst>
        </pc:picChg>
        <pc:picChg chg="add mod">
          <ac:chgData name="Pete Dowty" userId="91aba14b6835b0ae" providerId="LiveId" clId="{660F8803-2738-5EFD-95AE-06E7480F19FB}" dt="2026-08-09T17:02:04.341" v="6093" actId="1076"/>
          <ac:picMkLst>
            <pc:docMk/>
            <pc:sldMk cId="3811273947" sldId="340"/>
            <ac:picMk id="13" creationId="{DF3DA73C-C900-274C-0BD2-ADF18B201882}"/>
          </ac:picMkLst>
        </pc:picChg>
        <pc:cxnChg chg="add mod">
          <ac:chgData name="Pete Dowty" userId="91aba14b6835b0ae" providerId="LiveId" clId="{660F8803-2738-5EFD-95AE-06E7480F19FB}" dt="2026-08-09T17:01:31.302" v="6088" actId="11529"/>
          <ac:cxnSpMkLst>
            <pc:docMk/>
            <pc:sldMk cId="3811273947" sldId="340"/>
            <ac:cxnSpMk id="11" creationId="{22DEF787-5C94-6488-767A-84667BA075AD}"/>
          </ac:cxnSpMkLst>
        </pc:cxnChg>
        <pc:cxnChg chg="add mod">
          <ac:chgData name="Pete Dowty" userId="91aba14b6835b0ae" providerId="LiveId" clId="{660F8803-2738-5EFD-95AE-06E7480F19FB}" dt="2026-08-09T17:01:40.744" v="6090" actId="1076"/>
          <ac:cxnSpMkLst>
            <pc:docMk/>
            <pc:sldMk cId="3811273947" sldId="340"/>
            <ac:cxnSpMk id="12" creationId="{05A60A8F-4B34-0584-F478-329A79DBEE60}"/>
          </ac:cxnSpMkLst>
        </pc:cxnChg>
        <pc:cxnChg chg="add">
          <ac:chgData name="Pete Dowty" userId="91aba14b6835b0ae" providerId="LiveId" clId="{660F8803-2738-5EFD-95AE-06E7480F19FB}" dt="2026-08-09T17:02:33.327" v="6094" actId="11529"/>
          <ac:cxnSpMkLst>
            <pc:docMk/>
            <pc:sldMk cId="3811273947" sldId="340"/>
            <ac:cxnSpMk id="15" creationId="{0C0FC6EE-565F-CB65-7731-9F72AB99C91E}"/>
          </ac:cxnSpMkLst>
        </pc:cxnChg>
        <pc:cxnChg chg="add">
          <ac:chgData name="Pete Dowty" userId="91aba14b6835b0ae" providerId="LiveId" clId="{660F8803-2738-5EFD-95AE-06E7480F19FB}" dt="2026-08-09T17:02:45.931" v="6095" actId="11529"/>
          <ac:cxnSpMkLst>
            <pc:docMk/>
            <pc:sldMk cId="3811273947" sldId="340"/>
            <ac:cxnSpMk id="17" creationId="{6E1E93ED-6A9A-FD16-0D29-99F545282493}"/>
          </ac:cxnSpMkLst>
        </pc:cxnChg>
        <pc:cxnChg chg="add">
          <ac:chgData name="Pete Dowty" userId="91aba14b6835b0ae" providerId="LiveId" clId="{660F8803-2738-5EFD-95AE-06E7480F19FB}" dt="2026-08-09T17:02:50.743" v="6096" actId="11529"/>
          <ac:cxnSpMkLst>
            <pc:docMk/>
            <pc:sldMk cId="3811273947" sldId="340"/>
            <ac:cxnSpMk id="19" creationId="{A32C159C-57EA-63D9-C523-2334CC8BFB21}"/>
          </ac:cxnSpMkLst>
        </pc:cxnChg>
        <pc:cxnChg chg="add">
          <ac:chgData name="Pete Dowty" userId="91aba14b6835b0ae" providerId="LiveId" clId="{660F8803-2738-5EFD-95AE-06E7480F19FB}" dt="2026-08-09T17:03:00.184" v="6097" actId="11529"/>
          <ac:cxnSpMkLst>
            <pc:docMk/>
            <pc:sldMk cId="3811273947" sldId="340"/>
            <ac:cxnSpMk id="21" creationId="{95A7B837-EDE6-682D-08BE-196BED0A7D32}"/>
          </ac:cxnSpMkLst>
        </pc:cxn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8/13/2026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image" Target="../media/image11.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png"/><Relationship Id="rId7" Type="http://schemas.openxmlformats.org/officeDocument/2006/relationships/image" Target="../media/image9.jpe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sv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1.png"/><Relationship Id="rId5" Type="http://schemas.openxmlformats.org/officeDocument/2006/relationships/image" Target="../media/image7.svg"/><Relationship Id="rId10" Type="http://schemas.openxmlformats.org/officeDocument/2006/relationships/image" Target="../media/image1.png"/><Relationship Id="rId4" Type="http://schemas.openxmlformats.org/officeDocument/2006/relationships/image" Target="../media/image6.svg"/><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image" Target="../media/image11.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3.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4.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5.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1.png"/><Relationship Id="rId7" Type="http://schemas.openxmlformats.org/officeDocument/2006/relationships/image" Target="../media/image7.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4.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3.png"/><Relationship Id="rId9" Type="http://schemas.openxmlformats.org/officeDocument/2006/relationships/image" Target="../media/image9.jpeg"/></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svg"/><Relationship Id="rId4" Type="http://schemas.openxmlformats.org/officeDocument/2006/relationships/image" Target="../media/image33.svg"/></Relationships>
</file>

<file path=ppt/slides/_rels/slide37.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png"/><Relationship Id="rId7" Type="http://schemas.openxmlformats.org/officeDocument/2006/relationships/image" Target="../media/image11.pn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9.jpeg"/><Relationship Id="rId4" Type="http://schemas.openxmlformats.org/officeDocument/2006/relationships/image" Target="../media/image10.png"/><Relationship Id="rId9"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1.png"/><Relationship Id="rId4" Type="http://schemas.openxmlformats.org/officeDocument/2006/relationships/image" Target="../media/image10.png"/></Relationships>
</file>

<file path=ppt/slides/_rels/slide39.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38.svg"/><Relationship Id="rId7"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0.png"/><Relationship Id="rId4" Type="http://schemas.openxmlformats.org/officeDocument/2006/relationships/image" Target="../media/image39.sv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 Id="rId5" Type="http://schemas.openxmlformats.org/officeDocument/2006/relationships/image" Target="../media/image46.sv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46.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4.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4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58.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92.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63.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5.png"/><Relationship Id="rId5" Type="http://schemas.openxmlformats.org/officeDocument/2006/relationships/image" Target="../media/image94.jpeg"/><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99.png"/><Relationship Id="rId4" Type="http://schemas.openxmlformats.org/officeDocument/2006/relationships/image" Target="../media/image98.png"/></Relationships>
</file>

<file path=ppt/slides/_rels/slide6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 Id="rId4" Type="http://schemas.openxmlformats.org/officeDocument/2006/relationships/image" Target="../media/image107.png"/></Relationships>
</file>

<file path=ppt/slides/_rels/slide73.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93.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11.tiff"/><Relationship Id="rId7" Type="http://schemas.openxmlformats.org/officeDocument/2006/relationships/image" Target="../media/image115.tiff"/><Relationship Id="rId2" Type="http://schemas.openxmlformats.org/officeDocument/2006/relationships/image" Target="../media/image110.tiff"/><Relationship Id="rId1" Type="http://schemas.openxmlformats.org/officeDocument/2006/relationships/slideLayout" Target="../slideLayouts/slideLayout7.xml"/><Relationship Id="rId6" Type="http://schemas.openxmlformats.org/officeDocument/2006/relationships/image" Target="../media/image114.tiff"/><Relationship Id="rId5" Type="http://schemas.openxmlformats.org/officeDocument/2006/relationships/image" Target="../media/image113.tiff"/><Relationship Id="rId4" Type="http://schemas.openxmlformats.org/officeDocument/2006/relationships/image" Target="../media/image112.tif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81.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82.xml.rels><?xml version="1.0" encoding="UTF-8" standalone="yes"?>
<Relationships xmlns="http://schemas.openxmlformats.org/package/2006/relationships"><Relationship Id="rId8" Type="http://schemas.openxmlformats.org/officeDocument/2006/relationships/image" Target="../media/image135.png"/><Relationship Id="rId3" Type="http://schemas.openxmlformats.org/officeDocument/2006/relationships/image" Target="../media/image128.png"/><Relationship Id="rId7" Type="http://schemas.openxmlformats.org/officeDocument/2006/relationships/image" Target="../media/image133.png"/><Relationship Id="rId2" Type="http://schemas.openxmlformats.org/officeDocument/2006/relationships/image" Target="../media/image126.png"/><Relationship Id="rId1" Type="http://schemas.openxmlformats.org/officeDocument/2006/relationships/slideLayout" Target="../slideLayouts/slideLayout7.xml"/><Relationship Id="rId6" Type="http://schemas.openxmlformats.org/officeDocument/2006/relationships/image" Target="../media/image132.png"/><Relationship Id="rId5" Type="http://schemas.openxmlformats.org/officeDocument/2006/relationships/image" Target="../media/image130.png"/><Relationship Id="rId4" Type="http://schemas.openxmlformats.org/officeDocument/2006/relationships/image" Target="../media/image12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8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 Id="rId4" Type="http://schemas.openxmlformats.org/officeDocument/2006/relationships/image" Target="../media/image137.png"/></Relationships>
</file>

<file path=ppt/slides/_rels/slide8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39.png"/><Relationship Id="rId1" Type="http://schemas.openxmlformats.org/officeDocument/2006/relationships/slideLayout" Target="../slideLayouts/slideLayout7.xml"/><Relationship Id="rId5" Type="http://schemas.openxmlformats.org/officeDocument/2006/relationships/image" Target="../media/image144.png"/><Relationship Id="rId4" Type="http://schemas.openxmlformats.org/officeDocument/2006/relationships/image" Target="../media/image1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AD806F9C-BA78-2864-2AD0-B777E847320E}"/>
              </a:ext>
            </a:extLst>
          </p:cNvPr>
          <p:cNvSpPr/>
          <p:nvPr/>
        </p:nvSpPr>
        <p:spPr>
          <a:xfrm>
            <a:off x="2987507"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C02CE1B7-E5B2-B9EB-8F70-7760F57345B0}"/>
              </a:ext>
            </a:extLst>
          </p:cNvPr>
          <p:cNvSpPr/>
          <p:nvPr/>
        </p:nvSpPr>
        <p:spPr>
          <a:xfrm>
            <a:off x="4926304" y="2981105"/>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EA68E7AA-BBA8-6D7A-3EB4-6FA2894EFD16}"/>
              </a:ext>
            </a:extLst>
          </p:cNvPr>
          <p:cNvSpPr/>
          <p:nvPr/>
        </p:nvSpPr>
        <p:spPr>
          <a:xfrm>
            <a:off x="7115473"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Tree>
    <p:extLst>
      <p:ext uri="{BB962C8B-B14F-4D97-AF65-F5344CB8AC3E}">
        <p14:creationId xmlns:p14="http://schemas.microsoft.com/office/powerpoint/2010/main" val="3097502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7776502F-2CBB-C23D-B596-AAF182CF5980}"/>
              </a:ext>
            </a:extLst>
          </p:cNvPr>
          <p:cNvSpPr/>
          <p:nvPr/>
        </p:nvSpPr>
        <p:spPr>
          <a:xfrm>
            <a:off x="4291205"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A612D8A5-5ECF-C3A2-5E91-3057046BD175}"/>
              </a:ext>
            </a:extLst>
          </p:cNvPr>
          <p:cNvSpPr/>
          <p:nvPr/>
        </p:nvSpPr>
        <p:spPr>
          <a:xfrm>
            <a:off x="6230002" y="3098799"/>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dirty="0"/>
              <a:t>Data processing</a:t>
            </a:r>
          </a:p>
        </p:txBody>
      </p:sp>
      <p:sp>
        <p:nvSpPr>
          <p:cNvPr id="7" name="Rounded Rectangle 22">
            <a:extLst>
              <a:ext uri="{FF2B5EF4-FFF2-40B4-BE49-F238E27FC236}">
                <a16:creationId xmlns:a16="http://schemas.microsoft.com/office/drawing/2014/main" id="{65164C9C-2BEE-37FE-7F30-7FBE863CC23D}"/>
              </a:ext>
            </a:extLst>
          </p:cNvPr>
          <p:cNvSpPr/>
          <p:nvPr/>
        </p:nvSpPr>
        <p:spPr>
          <a:xfrm>
            <a:off x="8419171"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9" name="Rounded Rectangle 23">
            <a:extLst>
              <a:ext uri="{FF2B5EF4-FFF2-40B4-BE49-F238E27FC236}">
                <a16:creationId xmlns:a16="http://schemas.microsoft.com/office/drawing/2014/main" id="{5F694ED4-2D40-6B3B-74F8-C23023A2CBAB}"/>
              </a:ext>
            </a:extLst>
          </p:cNvPr>
          <p:cNvSpPr/>
          <p:nvPr/>
        </p:nvSpPr>
        <p:spPr>
          <a:xfrm>
            <a:off x="2109708" y="3098798"/>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Tree>
    <p:extLst>
      <p:ext uri="{BB962C8B-B14F-4D97-AF65-F5344CB8AC3E}">
        <p14:creationId xmlns:p14="http://schemas.microsoft.com/office/powerpoint/2010/main" val="2973103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A8296AC9-BB34-EEFD-E3B2-540E5D29062E}"/>
              </a:ext>
            </a:extLst>
          </p:cNvPr>
          <p:cNvSpPr/>
          <p:nvPr/>
        </p:nvSpPr>
        <p:spPr>
          <a:xfrm>
            <a:off x="497078" y="2169209"/>
            <a:ext cx="9361025" cy="404819"/>
          </a:xfrm>
          <a:custGeom>
            <a:avLst/>
            <a:gdLst>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09600 h 609600"/>
              <a:gd name="csX1" fmla="*/ 2673532 w 9379132"/>
              <a:gd name="csY1" fmla="*/ 87086 h 609600"/>
              <a:gd name="csX2" fmla="*/ 9379132 w 9379132"/>
              <a:gd name="csY2" fmla="*/ 0 h 609600"/>
              <a:gd name="csX3" fmla="*/ 9379132 w 9379132"/>
              <a:gd name="csY3" fmla="*/ 0 h 609600"/>
              <a:gd name="csX0" fmla="*/ 0 w 9379132"/>
              <a:gd name="csY0" fmla="*/ 730744 h 730744"/>
              <a:gd name="csX1" fmla="*/ 2673532 w 9379132"/>
              <a:gd name="csY1" fmla="*/ 0 h 730744"/>
              <a:gd name="csX2" fmla="*/ 9379132 w 9379132"/>
              <a:gd name="csY2" fmla="*/ 121144 h 730744"/>
              <a:gd name="csX3" fmla="*/ 9379132 w 9379132"/>
              <a:gd name="csY3" fmla="*/ 121144 h 730744"/>
              <a:gd name="csX0" fmla="*/ 0 w 9379132"/>
              <a:gd name="csY0" fmla="*/ 730744 h 730744"/>
              <a:gd name="csX1" fmla="*/ 2673532 w 9379132"/>
              <a:gd name="csY1" fmla="*/ 0 h 730744"/>
              <a:gd name="csX2" fmla="*/ 9379132 w 9379132"/>
              <a:gd name="csY2" fmla="*/ 121144 h 730744"/>
              <a:gd name="csX3" fmla="*/ 9379132 w 9379132"/>
              <a:gd name="csY3" fmla="*/ 30609 h 730744"/>
              <a:gd name="csX0" fmla="*/ 0 w 9379132"/>
              <a:gd name="csY0" fmla="*/ 730744 h 730744"/>
              <a:gd name="csX1" fmla="*/ 2673532 w 9379132"/>
              <a:gd name="csY1" fmla="*/ 0 h 730744"/>
              <a:gd name="csX2" fmla="*/ 9379132 w 9379132"/>
              <a:gd name="csY2" fmla="*/ 121144 h 730744"/>
              <a:gd name="csX0" fmla="*/ 0 w 9361025"/>
              <a:gd name="csY0" fmla="*/ 404819 h 404819"/>
              <a:gd name="csX1" fmla="*/ 2655425 w 9361025"/>
              <a:gd name="csY1" fmla="*/ 0 h 404819"/>
              <a:gd name="csX2" fmla="*/ 9361025 w 9361025"/>
              <a:gd name="csY2" fmla="*/ 121144 h 404819"/>
            </a:gdLst>
            <a:ahLst/>
            <a:cxnLst>
              <a:cxn ang="0">
                <a:pos x="csX0" y="csY0"/>
              </a:cxn>
              <a:cxn ang="0">
                <a:pos x="csX1" y="csY1"/>
              </a:cxn>
              <a:cxn ang="0">
                <a:pos x="csX2" y="csY2"/>
              </a:cxn>
            </a:cxnLst>
            <a:rect l="l" t="t" r="r" b="b"/>
            <a:pathLst>
              <a:path w="9361025" h="404819">
                <a:moveTo>
                  <a:pt x="0" y="404819"/>
                </a:moveTo>
                <a:cubicBezTo>
                  <a:pt x="825136" y="385950"/>
                  <a:pt x="1379619" y="14514"/>
                  <a:pt x="2655425" y="0"/>
                </a:cubicBezTo>
                <a:lnTo>
                  <a:pt x="9361025" y="121144"/>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C302E816-2173-182E-66C8-EE6A447DF21D}"/>
              </a:ext>
            </a:extLst>
          </p:cNvPr>
          <p:cNvSpPr/>
          <p:nvPr/>
        </p:nvSpPr>
        <p:spPr>
          <a:xfrm>
            <a:off x="502169" y="2580548"/>
            <a:ext cx="9355933" cy="49441"/>
          </a:xfrm>
          <a:custGeom>
            <a:avLst/>
            <a:gdLst>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00894 h 466168"/>
              <a:gd name="csX1" fmla="*/ 2638269 w 9293902"/>
              <a:gd name="csY1" fmla="*/ 1090 h 466168"/>
              <a:gd name="csX2" fmla="*/ 4257207 w 9293902"/>
              <a:gd name="csY2" fmla="*/ 428310 h 466168"/>
              <a:gd name="csX3" fmla="*/ 6048532 w 9293902"/>
              <a:gd name="csY3" fmla="*/ 377484 h 466168"/>
              <a:gd name="csX4" fmla="*/ 7337686 w 9293902"/>
              <a:gd name="csY4" fmla="*/ 405825 h 466168"/>
              <a:gd name="csX5" fmla="*/ 9293902 w 9293902"/>
              <a:gd name="csY5" fmla="*/ 443300 h 466168"/>
              <a:gd name="csX0" fmla="*/ 0 w 9293902"/>
              <a:gd name="csY0" fmla="*/ 58798 h 224072"/>
              <a:gd name="csX1" fmla="*/ 2638269 w 9293902"/>
              <a:gd name="csY1" fmla="*/ 5185 h 224072"/>
              <a:gd name="csX2" fmla="*/ 4257207 w 9293902"/>
              <a:gd name="csY2" fmla="*/ 186214 h 224072"/>
              <a:gd name="csX3" fmla="*/ 6048532 w 9293902"/>
              <a:gd name="csY3" fmla="*/ 135388 h 224072"/>
              <a:gd name="csX4" fmla="*/ 7337686 w 9293902"/>
              <a:gd name="csY4" fmla="*/ 163729 h 224072"/>
              <a:gd name="csX5" fmla="*/ 9293902 w 9293902"/>
              <a:gd name="csY5" fmla="*/ 201204 h 224072"/>
            </a:gdLst>
            <a:ahLst/>
            <a:cxnLst>
              <a:cxn ang="0">
                <a:pos x="csX0" y="csY0"/>
              </a:cxn>
              <a:cxn ang="0">
                <a:pos x="csX1" y="csY1"/>
              </a:cxn>
              <a:cxn ang="0">
                <a:pos x="csX2" y="csY2"/>
              </a:cxn>
              <a:cxn ang="0">
                <a:pos x="csX3" y="csY3"/>
              </a:cxn>
              <a:cxn ang="0">
                <a:pos x="csX4" y="csY4"/>
              </a:cxn>
              <a:cxn ang="0">
                <a:pos x="csX5" y="csY5"/>
              </a:cxn>
            </a:cxnLst>
            <a:rect l="l" t="t" r="r" b="b"/>
            <a:pathLst>
              <a:path w="9293902" h="224072">
                <a:moveTo>
                  <a:pt x="0" y="58798"/>
                </a:moveTo>
                <a:cubicBezTo>
                  <a:pt x="964367" y="33189"/>
                  <a:pt x="1928735" y="-16051"/>
                  <a:pt x="2638269" y="5185"/>
                </a:cubicBezTo>
                <a:cubicBezTo>
                  <a:pt x="3347804" y="26421"/>
                  <a:pt x="3688830" y="164514"/>
                  <a:pt x="4257207" y="186214"/>
                </a:cubicBezTo>
                <a:lnTo>
                  <a:pt x="6048532" y="135388"/>
                </a:lnTo>
                <a:cubicBezTo>
                  <a:pt x="6561945" y="131641"/>
                  <a:pt x="6796791" y="77536"/>
                  <a:pt x="7337686" y="163729"/>
                </a:cubicBezTo>
                <a:cubicBezTo>
                  <a:pt x="7878581" y="249923"/>
                  <a:pt x="8586241" y="225563"/>
                  <a:pt x="9293902" y="201204"/>
                </a:cubicBez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83976A62-1C39-F45B-7BFF-46D9B9EE5FD4}"/>
              </a:ext>
            </a:extLst>
          </p:cNvPr>
          <p:cNvSpPr/>
          <p:nvPr/>
        </p:nvSpPr>
        <p:spPr>
          <a:xfrm>
            <a:off x="488739" y="2583727"/>
            <a:ext cx="9331378" cy="532076"/>
          </a:xfrm>
          <a:custGeom>
            <a:avLst/>
            <a:gdLst>
              <a:gd name="csX0" fmla="*/ 0 w 9331377"/>
              <a:gd name="csY0" fmla="*/ 0 h 352269"/>
              <a:gd name="csX1" fmla="*/ 4302177 w 9331377"/>
              <a:gd name="csY1" fmla="*/ 314793 h 352269"/>
              <a:gd name="csX2" fmla="*/ 7442617 w 9331377"/>
              <a:gd name="csY2" fmla="*/ 329783 h 352269"/>
              <a:gd name="csX3" fmla="*/ 9331377 w 9331377"/>
              <a:gd name="csY3" fmla="*/ 352269 h 352269"/>
              <a:gd name="csX0" fmla="*/ 0 w 9331377"/>
              <a:gd name="csY0" fmla="*/ 4074 h 356343"/>
              <a:gd name="csX1" fmla="*/ 4302177 w 9331377"/>
              <a:gd name="csY1" fmla="*/ 318867 h 356343"/>
              <a:gd name="csX2" fmla="*/ 7442617 w 9331377"/>
              <a:gd name="csY2" fmla="*/ 333857 h 356343"/>
              <a:gd name="csX3" fmla="*/ 9331377 w 9331377"/>
              <a:gd name="csY3" fmla="*/ 356343 h 356343"/>
              <a:gd name="csX0" fmla="*/ 0 w 9331377"/>
              <a:gd name="csY0" fmla="*/ 3531 h 355800"/>
              <a:gd name="csX1" fmla="*/ 4302177 w 9331377"/>
              <a:gd name="csY1" fmla="*/ 318324 h 355800"/>
              <a:gd name="csX2" fmla="*/ 7442617 w 9331377"/>
              <a:gd name="csY2" fmla="*/ 333314 h 355800"/>
              <a:gd name="csX3" fmla="*/ 9331377 w 9331377"/>
              <a:gd name="csY3" fmla="*/ 355800 h 355800"/>
              <a:gd name="csX0" fmla="*/ 0 w 9340431"/>
              <a:gd name="csY0" fmla="*/ 3531 h 333576"/>
              <a:gd name="csX1" fmla="*/ 4302177 w 9340431"/>
              <a:gd name="csY1" fmla="*/ 318324 h 333576"/>
              <a:gd name="csX2" fmla="*/ 7442617 w 9340431"/>
              <a:gd name="csY2" fmla="*/ 333314 h 333576"/>
              <a:gd name="csX3" fmla="*/ 9340431 w 9340431"/>
              <a:gd name="csY3" fmla="*/ 192838 h 333576"/>
              <a:gd name="csX0" fmla="*/ 0 w 9340431"/>
              <a:gd name="csY0" fmla="*/ 3531 h 318324"/>
              <a:gd name="csX1" fmla="*/ 4302177 w 9340431"/>
              <a:gd name="csY1" fmla="*/ 318324 h 318324"/>
              <a:gd name="csX2" fmla="*/ 7451671 w 9340431"/>
              <a:gd name="csY2" fmla="*/ 188458 h 318324"/>
              <a:gd name="csX3" fmla="*/ 9340431 w 9340431"/>
              <a:gd name="csY3" fmla="*/ 192838 h 318324"/>
              <a:gd name="csX0" fmla="*/ 0 w 9340431"/>
              <a:gd name="csY0" fmla="*/ 4768 h 219973"/>
              <a:gd name="csX1" fmla="*/ 4293124 w 9340431"/>
              <a:gd name="csY1" fmla="*/ 219973 h 219973"/>
              <a:gd name="csX2" fmla="*/ 7451671 w 9340431"/>
              <a:gd name="csY2" fmla="*/ 189695 h 219973"/>
              <a:gd name="csX3" fmla="*/ 9340431 w 9340431"/>
              <a:gd name="csY3" fmla="*/ 194075 h 219973"/>
              <a:gd name="csX0" fmla="*/ 0 w 9331378"/>
              <a:gd name="csY0" fmla="*/ 2253 h 534329"/>
              <a:gd name="csX1" fmla="*/ 4284071 w 9331378"/>
              <a:gd name="csY1" fmla="*/ 534329 h 534329"/>
              <a:gd name="csX2" fmla="*/ 7442618 w 9331378"/>
              <a:gd name="csY2" fmla="*/ 504051 h 534329"/>
              <a:gd name="csX3" fmla="*/ 9331378 w 9331378"/>
              <a:gd name="csY3" fmla="*/ 508431 h 534329"/>
              <a:gd name="csX0" fmla="*/ 0 w 9331378"/>
              <a:gd name="csY0" fmla="*/ 0 h 532076"/>
              <a:gd name="csX1" fmla="*/ 4284071 w 9331378"/>
              <a:gd name="csY1" fmla="*/ 532076 h 532076"/>
              <a:gd name="csX2" fmla="*/ 7442618 w 9331378"/>
              <a:gd name="csY2" fmla="*/ 501798 h 532076"/>
              <a:gd name="csX3" fmla="*/ 9331378 w 9331378"/>
              <a:gd name="csY3" fmla="*/ 506178 h 532076"/>
              <a:gd name="csX0" fmla="*/ 0 w 9331378"/>
              <a:gd name="csY0" fmla="*/ 0 h 532076"/>
              <a:gd name="csX1" fmla="*/ 4284071 w 9331378"/>
              <a:gd name="csY1" fmla="*/ 532076 h 532076"/>
              <a:gd name="csX2" fmla="*/ 7442618 w 9331378"/>
              <a:gd name="csY2" fmla="*/ 501798 h 532076"/>
              <a:gd name="csX3" fmla="*/ 9331378 w 9331378"/>
              <a:gd name="csY3" fmla="*/ 506178 h 532076"/>
            </a:gdLst>
            <a:ahLst/>
            <a:cxnLst>
              <a:cxn ang="0">
                <a:pos x="csX0" y="csY0"/>
              </a:cxn>
              <a:cxn ang="0">
                <a:pos x="csX1" y="csY1"/>
              </a:cxn>
              <a:cxn ang="0">
                <a:pos x="csX2" y="csY2"/>
              </a:cxn>
              <a:cxn ang="0">
                <a:pos x="csX3" y="csY3"/>
              </a:cxn>
            </a:cxnLst>
            <a:rect l="l" t="t" r="r" b="b"/>
            <a:pathLst>
              <a:path w="9331378" h="532076">
                <a:moveTo>
                  <a:pt x="0" y="0"/>
                </a:moveTo>
                <a:cubicBezTo>
                  <a:pt x="1503710" y="192917"/>
                  <a:pt x="3043635" y="529578"/>
                  <a:pt x="4284071" y="532076"/>
                </a:cubicBezTo>
                <a:lnTo>
                  <a:pt x="7442618" y="501798"/>
                </a:lnTo>
                <a:lnTo>
                  <a:pt x="9331378" y="506178"/>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12BF3D80-DCEA-A892-D066-0414F7B308BB}"/>
              </a:ext>
            </a:extLst>
          </p:cNvPr>
          <p:cNvSpPr/>
          <p:nvPr/>
        </p:nvSpPr>
        <p:spPr>
          <a:xfrm>
            <a:off x="4436061"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EF77302F-463C-D8A1-AF65-A973CB8EAD73}"/>
              </a:ext>
            </a:extLst>
          </p:cNvPr>
          <p:cNvSpPr/>
          <p:nvPr/>
        </p:nvSpPr>
        <p:spPr>
          <a:xfrm>
            <a:off x="6374858" y="5479861"/>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23" name="Rounded Rectangle 22">
            <a:extLst>
              <a:ext uri="{FF2B5EF4-FFF2-40B4-BE49-F238E27FC236}">
                <a16:creationId xmlns:a16="http://schemas.microsoft.com/office/drawing/2014/main" id="{8314C85B-945C-E861-2BC5-A1885CF5ED79}"/>
              </a:ext>
            </a:extLst>
          </p:cNvPr>
          <p:cNvSpPr/>
          <p:nvPr/>
        </p:nvSpPr>
        <p:spPr>
          <a:xfrm>
            <a:off x="8564027"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035CBC25-499B-7D85-CBE0-FBCBCA1697EC}"/>
              </a:ext>
            </a:extLst>
          </p:cNvPr>
          <p:cNvSpPr/>
          <p:nvPr/>
        </p:nvSpPr>
        <p:spPr>
          <a:xfrm>
            <a:off x="2254564" y="5479860"/>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25" name="Right Bracket 24">
            <a:extLst>
              <a:ext uri="{FF2B5EF4-FFF2-40B4-BE49-F238E27FC236}">
                <a16:creationId xmlns:a16="http://schemas.microsoft.com/office/drawing/2014/main" id="{ACD7BB25-0652-2ECD-79C2-5E1D315266DC}"/>
              </a:ext>
            </a:extLst>
          </p:cNvPr>
          <p:cNvSpPr/>
          <p:nvPr/>
        </p:nvSpPr>
        <p:spPr>
          <a:xfrm rot="5400000">
            <a:off x="3885689" y="2377240"/>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ket 25">
            <a:extLst>
              <a:ext uri="{FF2B5EF4-FFF2-40B4-BE49-F238E27FC236}">
                <a16:creationId xmlns:a16="http://schemas.microsoft.com/office/drawing/2014/main" id="{4458D86A-48AB-CFE9-95E7-8FAE43E60475}"/>
              </a:ext>
            </a:extLst>
          </p:cNvPr>
          <p:cNvSpPr/>
          <p:nvPr/>
        </p:nvSpPr>
        <p:spPr>
          <a:xfrm rot="5400000">
            <a:off x="7015373" y="2415337"/>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5B8B6D10-622E-220E-561F-F9C5EE1770B6}"/>
              </a:ext>
            </a:extLst>
          </p:cNvPr>
          <p:cNvCxnSpPr/>
          <p:nvPr/>
        </p:nvCxnSpPr>
        <p:spPr>
          <a:xfrm flipH="1" flipV="1">
            <a:off x="4188822" y="4070195"/>
            <a:ext cx="822004" cy="105936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1FAF04-2C9C-BA75-C39B-567666F3C9BB}"/>
              </a:ext>
            </a:extLst>
          </p:cNvPr>
          <p:cNvCxnSpPr/>
          <p:nvPr/>
        </p:nvCxnSpPr>
        <p:spPr>
          <a:xfrm flipV="1">
            <a:off x="7074809" y="4092498"/>
            <a:ext cx="0" cy="1092819"/>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 name="Rounded Rectangle 1">
            <a:extLst>
              <a:ext uri="{FF2B5EF4-FFF2-40B4-BE49-F238E27FC236}">
                <a16:creationId xmlns:a16="http://schemas.microsoft.com/office/drawing/2014/main" id="{8644881F-C1ED-9FC6-4367-A925F3C613E7}"/>
              </a:ext>
            </a:extLst>
          </p:cNvPr>
          <p:cNvSpPr/>
          <p:nvPr/>
        </p:nvSpPr>
        <p:spPr>
          <a:xfrm>
            <a:off x="2560319" y="2041643"/>
            <a:ext cx="1158240" cy="727683"/>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monitoring data entered</a:t>
            </a:r>
          </a:p>
        </p:txBody>
      </p:sp>
      <p:sp>
        <p:nvSpPr>
          <p:cNvPr id="3" name="Rounded Rectangle 2">
            <a:extLst>
              <a:ext uri="{FF2B5EF4-FFF2-40B4-BE49-F238E27FC236}">
                <a16:creationId xmlns:a16="http://schemas.microsoft.com/office/drawing/2014/main" id="{708E5B5B-550F-C2DA-4A04-4B83E03956E3}"/>
              </a:ext>
            </a:extLst>
          </p:cNvPr>
          <p:cNvSpPr/>
          <p:nvPr/>
        </p:nvSpPr>
        <p:spPr>
          <a:xfrm>
            <a:off x="4188822" y="2381795"/>
            <a:ext cx="1158240" cy="1053737"/>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planting, </a:t>
            </a:r>
            <a:r>
              <a:rPr lang="en-US" sz="1200" dirty="0" err="1"/>
              <a:t>donor_site</a:t>
            </a:r>
            <a:r>
              <a:rPr lang="en-US" sz="1200" dirty="0"/>
              <a:t>, project data</a:t>
            </a:r>
          </a:p>
        </p:txBody>
      </p:sp>
      <p:sp>
        <p:nvSpPr>
          <p:cNvPr id="6" name="Rounded Rectangle 5">
            <a:extLst>
              <a:ext uri="{FF2B5EF4-FFF2-40B4-BE49-F238E27FC236}">
                <a16:creationId xmlns:a16="http://schemas.microsoft.com/office/drawing/2014/main" id="{BD71BD08-FC46-D311-1D22-A638B4CD70DB}"/>
              </a:ext>
            </a:extLst>
          </p:cNvPr>
          <p:cNvSpPr/>
          <p:nvPr/>
        </p:nvSpPr>
        <p:spPr>
          <a:xfrm>
            <a:off x="5956662" y="2057436"/>
            <a:ext cx="1158240" cy="727683"/>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graphs</a:t>
            </a:r>
          </a:p>
        </p:txBody>
      </p:sp>
      <p:sp>
        <p:nvSpPr>
          <p:cNvPr id="7" name="Rounded Rectangle 6">
            <a:extLst>
              <a:ext uri="{FF2B5EF4-FFF2-40B4-BE49-F238E27FC236}">
                <a16:creationId xmlns:a16="http://schemas.microsoft.com/office/drawing/2014/main" id="{BA8D85C8-F443-EC89-1265-FD3082CB0B0D}"/>
              </a:ext>
            </a:extLst>
          </p:cNvPr>
          <p:cNvSpPr/>
          <p:nvPr/>
        </p:nvSpPr>
        <p:spPr>
          <a:xfrm>
            <a:off x="7280364" y="2400300"/>
            <a:ext cx="1158240" cy="1028699"/>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View</a:t>
            </a:r>
          </a:p>
        </p:txBody>
      </p:sp>
    </p:spTree>
    <p:extLst>
      <p:ext uri="{BB962C8B-B14F-4D97-AF65-F5344CB8AC3E}">
        <p14:creationId xmlns:p14="http://schemas.microsoft.com/office/powerpoint/2010/main" val="596241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0EAB5-9635-78B3-D316-00FB80FF7CBF}"/>
            </a:ext>
          </a:extLst>
        </p:cNvPr>
        <p:cNvGrpSpPr/>
        <p:nvPr/>
      </p:nvGrpSpPr>
      <p:grpSpPr>
        <a:xfrm>
          <a:off x="0" y="0"/>
          <a:ext cx="0" cy="0"/>
          <a:chOff x="0" y="0"/>
          <a:chExt cx="0" cy="0"/>
        </a:xfrm>
      </p:grpSpPr>
      <p:cxnSp>
        <p:nvCxnSpPr>
          <p:cNvPr id="31" name="Straight Arrow Connector 30">
            <a:extLst>
              <a:ext uri="{FF2B5EF4-FFF2-40B4-BE49-F238E27FC236}">
                <a16:creationId xmlns:a16="http://schemas.microsoft.com/office/drawing/2014/main" id="{C15B1C5B-015F-EDF0-6597-8D7332D26695}"/>
              </a:ext>
            </a:extLst>
          </p:cNvPr>
          <p:cNvCxnSpPr/>
          <p:nvPr/>
        </p:nvCxnSpPr>
        <p:spPr>
          <a:xfrm>
            <a:off x="2878281" y="4114654"/>
            <a:ext cx="0" cy="839542"/>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21" name="Rounded Rectangle 20">
            <a:extLst>
              <a:ext uri="{FF2B5EF4-FFF2-40B4-BE49-F238E27FC236}">
                <a16:creationId xmlns:a16="http://schemas.microsoft.com/office/drawing/2014/main" id="{C2250C06-0C38-0623-21C1-675716F429A7}"/>
              </a:ext>
            </a:extLst>
          </p:cNvPr>
          <p:cNvSpPr/>
          <p:nvPr/>
        </p:nvSpPr>
        <p:spPr>
          <a:xfrm>
            <a:off x="4247579"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0274040D-ACEA-29D3-730A-684ADEF85A13}"/>
              </a:ext>
            </a:extLst>
          </p:cNvPr>
          <p:cNvSpPr/>
          <p:nvPr/>
        </p:nvSpPr>
        <p:spPr>
          <a:xfrm>
            <a:off x="6129081"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monitoring graphs</a:t>
            </a:r>
          </a:p>
        </p:txBody>
      </p:sp>
      <p:sp>
        <p:nvSpPr>
          <p:cNvPr id="23" name="Rounded Rectangle 22">
            <a:extLst>
              <a:ext uri="{FF2B5EF4-FFF2-40B4-BE49-F238E27FC236}">
                <a16:creationId xmlns:a16="http://schemas.microsoft.com/office/drawing/2014/main" id="{727497E6-74A4-FFA3-3C36-821C1E39424E}"/>
              </a:ext>
            </a:extLst>
          </p:cNvPr>
          <p:cNvSpPr/>
          <p:nvPr/>
        </p:nvSpPr>
        <p:spPr>
          <a:xfrm>
            <a:off x="10392828"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D826E8B6-FF10-9E83-368F-619C8FC9C760}"/>
              </a:ext>
            </a:extLst>
          </p:cNvPr>
          <p:cNvSpPr/>
          <p:nvPr/>
        </p:nvSpPr>
        <p:spPr>
          <a:xfrm>
            <a:off x="844347" y="2141086"/>
            <a:ext cx="1149531" cy="1053737"/>
          </a:xfrm>
          <a:prstGeom prst="roundRect">
            <a:avLst/>
          </a:prstGeom>
          <a:solidFill>
            <a:schemeClr val="accent1">
              <a:lumMod val="20000"/>
              <a:lumOff val="80000"/>
            </a:schemeClr>
          </a:solidFill>
          <a:ln>
            <a:solidFill>
              <a:schemeClr val="accent1">
                <a:lumMod val="60000"/>
                <a:lumOff val="40000"/>
              </a:schemeClr>
            </a:solidFill>
          </a:ln>
          <a:effectLst/>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import Matrix</a:t>
            </a:r>
          </a:p>
        </p:txBody>
      </p:sp>
      <p:sp>
        <p:nvSpPr>
          <p:cNvPr id="4" name="Rounded Rectangle 3">
            <a:extLst>
              <a:ext uri="{FF2B5EF4-FFF2-40B4-BE49-F238E27FC236}">
                <a16:creationId xmlns:a16="http://schemas.microsoft.com/office/drawing/2014/main" id="{7CFDA4C9-8801-68F4-CCD1-6553F29BD93F}"/>
              </a:ext>
            </a:extLst>
          </p:cNvPr>
          <p:cNvSpPr/>
          <p:nvPr/>
        </p:nvSpPr>
        <p:spPr>
          <a:xfrm>
            <a:off x="8260954"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QA database view</a:t>
            </a:r>
          </a:p>
        </p:txBody>
      </p:sp>
      <p:sp>
        <p:nvSpPr>
          <p:cNvPr id="11" name="TextBox 10">
            <a:extLst>
              <a:ext uri="{FF2B5EF4-FFF2-40B4-BE49-F238E27FC236}">
                <a16:creationId xmlns:a16="http://schemas.microsoft.com/office/drawing/2014/main" id="{17C56A05-7A9C-5FF9-D3E6-9DF0E7A63B6D}"/>
              </a:ext>
            </a:extLst>
          </p:cNvPr>
          <p:cNvSpPr txBox="1"/>
          <p:nvPr/>
        </p:nvSpPr>
        <p:spPr>
          <a:xfrm>
            <a:off x="844348" y="3657599"/>
            <a:ext cx="934684" cy="400110"/>
          </a:xfrm>
          <a:prstGeom prst="rect">
            <a:avLst/>
          </a:prstGeom>
          <a:noFill/>
        </p:spPr>
        <p:txBody>
          <a:bodyPr wrap="square" rtlCol="0">
            <a:spAutoFit/>
          </a:bodyPr>
          <a:lstStyle/>
          <a:p>
            <a:r>
              <a:rPr lang="en-US" sz="1000" dirty="0">
                <a:solidFill>
                  <a:schemeClr val="accent1"/>
                </a:solidFill>
              </a:rPr>
              <a:t>local Excel spreadsheet</a:t>
            </a:r>
          </a:p>
        </p:txBody>
      </p:sp>
      <p:sp>
        <p:nvSpPr>
          <p:cNvPr id="12" name="TextBox 11">
            <a:extLst>
              <a:ext uri="{FF2B5EF4-FFF2-40B4-BE49-F238E27FC236}">
                <a16:creationId xmlns:a16="http://schemas.microsoft.com/office/drawing/2014/main" id="{097A0951-22C6-5274-8BFC-D24C8F14700A}"/>
              </a:ext>
            </a:extLst>
          </p:cNvPr>
          <p:cNvSpPr txBox="1"/>
          <p:nvPr/>
        </p:nvSpPr>
        <p:spPr>
          <a:xfrm>
            <a:off x="6207695" y="3611433"/>
            <a:ext cx="934684" cy="246221"/>
          </a:xfrm>
          <a:prstGeom prst="rect">
            <a:avLst/>
          </a:prstGeom>
          <a:noFill/>
        </p:spPr>
        <p:txBody>
          <a:bodyPr wrap="square" rtlCol="0">
            <a:spAutoFit/>
          </a:bodyPr>
          <a:lstStyle/>
          <a:p>
            <a:r>
              <a:rPr lang="en-US" sz="1000" dirty="0">
                <a:solidFill>
                  <a:schemeClr val="accent2">
                    <a:lumMod val="75000"/>
                  </a:schemeClr>
                </a:solidFill>
              </a:rPr>
              <a:t>Online layers</a:t>
            </a:r>
          </a:p>
        </p:txBody>
      </p:sp>
      <p:sp>
        <p:nvSpPr>
          <p:cNvPr id="13" name="TextBox 12">
            <a:extLst>
              <a:ext uri="{FF2B5EF4-FFF2-40B4-BE49-F238E27FC236}">
                <a16:creationId xmlns:a16="http://schemas.microsoft.com/office/drawing/2014/main" id="{DFA75256-69FC-D505-3104-F1E9CBEDE5BB}"/>
              </a:ext>
            </a:extLst>
          </p:cNvPr>
          <p:cNvSpPr txBox="1"/>
          <p:nvPr/>
        </p:nvSpPr>
        <p:spPr>
          <a:xfrm>
            <a:off x="880692" y="4320430"/>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14" name="TextBox 13">
            <a:extLst>
              <a:ext uri="{FF2B5EF4-FFF2-40B4-BE49-F238E27FC236}">
                <a16:creationId xmlns:a16="http://schemas.microsoft.com/office/drawing/2014/main" id="{994E19BD-27C6-6902-7BBA-1748714E8087}"/>
              </a:ext>
            </a:extLst>
          </p:cNvPr>
          <p:cNvSpPr txBox="1"/>
          <p:nvPr/>
        </p:nvSpPr>
        <p:spPr>
          <a:xfrm>
            <a:off x="8345770" y="4811424"/>
            <a:ext cx="934684" cy="400110"/>
          </a:xfrm>
          <a:prstGeom prst="rect">
            <a:avLst/>
          </a:prstGeom>
          <a:noFill/>
        </p:spPr>
        <p:txBody>
          <a:bodyPr wrap="square" rtlCol="0">
            <a:spAutoFit/>
          </a:bodyPr>
          <a:lstStyle/>
          <a:p>
            <a:r>
              <a:rPr lang="en-US" sz="1000" dirty="0">
                <a:solidFill>
                  <a:schemeClr val="accent2">
                    <a:lumMod val="75000"/>
                  </a:schemeClr>
                </a:solidFill>
              </a:rPr>
              <a:t>Online layers (View)</a:t>
            </a:r>
          </a:p>
        </p:txBody>
      </p:sp>
      <p:sp>
        <p:nvSpPr>
          <p:cNvPr id="15" name="TextBox 14">
            <a:extLst>
              <a:ext uri="{FF2B5EF4-FFF2-40B4-BE49-F238E27FC236}">
                <a16:creationId xmlns:a16="http://schemas.microsoft.com/office/drawing/2014/main" id="{B533AEF0-66E1-6983-E318-B7510BA6B578}"/>
              </a:ext>
            </a:extLst>
          </p:cNvPr>
          <p:cNvSpPr txBox="1"/>
          <p:nvPr/>
        </p:nvSpPr>
        <p:spPr>
          <a:xfrm>
            <a:off x="10500251" y="3654477"/>
            <a:ext cx="934684" cy="1169551"/>
          </a:xfrm>
          <a:prstGeom prst="rect">
            <a:avLst/>
          </a:prstGeom>
          <a:noFill/>
        </p:spPr>
        <p:txBody>
          <a:bodyPr wrap="square" rtlCol="0">
            <a:spAutoFit/>
          </a:bodyPr>
          <a:lstStyle/>
          <a:p>
            <a:r>
              <a:rPr lang="en-US" sz="1000" dirty="0">
                <a:solidFill>
                  <a:schemeClr val="accent2">
                    <a:lumMod val="75000"/>
                  </a:schemeClr>
                </a:solidFill>
              </a:rPr>
              <a:t>Online layers (DEV)</a:t>
            </a:r>
          </a:p>
          <a:p>
            <a:endParaRPr lang="en-US" sz="1000" dirty="0">
              <a:solidFill>
                <a:schemeClr val="accent2">
                  <a:lumMod val="75000"/>
                </a:schemeClr>
              </a:solidFill>
            </a:endParaRPr>
          </a:p>
          <a:p>
            <a:endParaRPr lang="en-US" sz="1000" dirty="0">
              <a:solidFill>
                <a:schemeClr val="accent2">
                  <a:lumMod val="75000"/>
                </a:schemeClr>
              </a:solidFill>
            </a:endParaRPr>
          </a:p>
          <a:p>
            <a:endParaRPr lang="en-US" sz="1000" dirty="0">
              <a:solidFill>
                <a:schemeClr val="accent2">
                  <a:lumMod val="75000"/>
                </a:schemeClr>
              </a:solidFill>
            </a:endParaRPr>
          </a:p>
          <a:p>
            <a:r>
              <a:rPr lang="en-US" sz="1000" dirty="0">
                <a:solidFill>
                  <a:schemeClr val="accent2">
                    <a:lumMod val="75000"/>
                  </a:schemeClr>
                </a:solidFill>
              </a:rPr>
              <a:t> Online layers (PROD)</a:t>
            </a:r>
          </a:p>
        </p:txBody>
      </p:sp>
      <p:sp>
        <p:nvSpPr>
          <p:cNvPr id="16" name="TextBox 15">
            <a:extLst>
              <a:ext uri="{FF2B5EF4-FFF2-40B4-BE49-F238E27FC236}">
                <a16:creationId xmlns:a16="http://schemas.microsoft.com/office/drawing/2014/main" id="{0746D8E3-1652-5F2F-D849-7AECDA3B207A}"/>
              </a:ext>
            </a:extLst>
          </p:cNvPr>
          <p:cNvSpPr txBox="1"/>
          <p:nvPr/>
        </p:nvSpPr>
        <p:spPr>
          <a:xfrm>
            <a:off x="6191290" y="4903662"/>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17" name="TextBox 16">
            <a:extLst>
              <a:ext uri="{FF2B5EF4-FFF2-40B4-BE49-F238E27FC236}">
                <a16:creationId xmlns:a16="http://schemas.microsoft.com/office/drawing/2014/main" id="{84E5050C-DB6A-E7A7-4401-90E1E372E006}"/>
              </a:ext>
            </a:extLst>
          </p:cNvPr>
          <p:cNvSpPr txBox="1"/>
          <p:nvPr/>
        </p:nvSpPr>
        <p:spPr>
          <a:xfrm>
            <a:off x="8345770" y="3611433"/>
            <a:ext cx="934684" cy="400110"/>
          </a:xfrm>
          <a:prstGeom prst="rect">
            <a:avLst/>
          </a:prstGeom>
          <a:noFill/>
        </p:spPr>
        <p:txBody>
          <a:bodyPr wrap="square" rtlCol="0">
            <a:spAutoFit/>
          </a:bodyPr>
          <a:lstStyle/>
          <a:p>
            <a:r>
              <a:rPr lang="en-US" sz="1000" dirty="0">
                <a:solidFill>
                  <a:schemeClr val="accent2">
                    <a:lumMod val="75000"/>
                  </a:schemeClr>
                </a:solidFill>
              </a:rPr>
              <a:t>Online layers (DB)</a:t>
            </a:r>
          </a:p>
        </p:txBody>
      </p:sp>
      <p:sp>
        <p:nvSpPr>
          <p:cNvPr id="18" name="TextBox 17">
            <a:extLst>
              <a:ext uri="{FF2B5EF4-FFF2-40B4-BE49-F238E27FC236}">
                <a16:creationId xmlns:a16="http://schemas.microsoft.com/office/drawing/2014/main" id="{2ECECDB5-A5C9-3416-6EDC-AFFB14A07249}"/>
              </a:ext>
            </a:extLst>
          </p:cNvPr>
          <p:cNvSpPr txBox="1"/>
          <p:nvPr/>
        </p:nvSpPr>
        <p:spPr>
          <a:xfrm>
            <a:off x="4247579" y="3714544"/>
            <a:ext cx="934684" cy="400110"/>
          </a:xfrm>
          <a:prstGeom prst="rect">
            <a:avLst/>
          </a:prstGeom>
          <a:noFill/>
        </p:spPr>
        <p:txBody>
          <a:bodyPr wrap="square" rtlCol="0">
            <a:spAutoFit/>
          </a:bodyPr>
          <a:lstStyle/>
          <a:p>
            <a:r>
              <a:rPr lang="en-US" sz="1000" dirty="0">
                <a:solidFill>
                  <a:schemeClr val="accent2">
                    <a:lumMod val="75000"/>
                  </a:schemeClr>
                </a:solidFill>
              </a:rPr>
              <a:t>Enter new data Online</a:t>
            </a:r>
          </a:p>
        </p:txBody>
      </p:sp>
      <p:sp>
        <p:nvSpPr>
          <p:cNvPr id="19" name="Rounded Rectangle 18">
            <a:extLst>
              <a:ext uri="{FF2B5EF4-FFF2-40B4-BE49-F238E27FC236}">
                <a16:creationId xmlns:a16="http://schemas.microsoft.com/office/drawing/2014/main" id="{BD40863C-0640-4097-09B0-F733E327A5F2}"/>
              </a:ext>
            </a:extLst>
          </p:cNvPr>
          <p:cNvSpPr/>
          <p:nvPr/>
        </p:nvSpPr>
        <p:spPr>
          <a:xfrm>
            <a:off x="2366076"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publish Matrix</a:t>
            </a:r>
          </a:p>
        </p:txBody>
      </p:sp>
      <p:sp>
        <p:nvSpPr>
          <p:cNvPr id="20" name="TextBox 19">
            <a:extLst>
              <a:ext uri="{FF2B5EF4-FFF2-40B4-BE49-F238E27FC236}">
                <a16:creationId xmlns:a16="http://schemas.microsoft.com/office/drawing/2014/main" id="{AD583667-9007-8052-EC77-8F11E8AC8357}"/>
              </a:ext>
            </a:extLst>
          </p:cNvPr>
          <p:cNvSpPr txBox="1"/>
          <p:nvPr/>
        </p:nvSpPr>
        <p:spPr>
          <a:xfrm>
            <a:off x="2366076" y="3657599"/>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27" name="TextBox 26">
            <a:extLst>
              <a:ext uri="{FF2B5EF4-FFF2-40B4-BE49-F238E27FC236}">
                <a16:creationId xmlns:a16="http://schemas.microsoft.com/office/drawing/2014/main" id="{F52A5B9B-C585-B9E3-567E-C6F2D684018F}"/>
              </a:ext>
            </a:extLst>
          </p:cNvPr>
          <p:cNvSpPr txBox="1"/>
          <p:nvPr/>
        </p:nvSpPr>
        <p:spPr>
          <a:xfrm>
            <a:off x="2366076" y="4374702"/>
            <a:ext cx="934684" cy="400110"/>
          </a:xfrm>
          <a:prstGeom prst="rect">
            <a:avLst/>
          </a:prstGeom>
          <a:noFill/>
        </p:spPr>
        <p:txBody>
          <a:bodyPr wrap="square" rtlCol="0">
            <a:spAutoFit/>
          </a:bodyPr>
          <a:lstStyle/>
          <a:p>
            <a:r>
              <a:rPr lang="en-US" sz="1000" dirty="0">
                <a:solidFill>
                  <a:schemeClr val="accent2">
                    <a:lumMod val="75000"/>
                  </a:schemeClr>
                </a:solidFill>
                <a:effectLst>
                  <a:glow rad="190500">
                    <a:schemeClr val="bg1"/>
                  </a:glow>
                </a:effectLst>
              </a:rPr>
              <a:t>Online layers (DEV)</a:t>
            </a:r>
          </a:p>
        </p:txBody>
      </p:sp>
      <p:sp>
        <p:nvSpPr>
          <p:cNvPr id="29" name="TextBox 28">
            <a:extLst>
              <a:ext uri="{FF2B5EF4-FFF2-40B4-BE49-F238E27FC236}">
                <a16:creationId xmlns:a16="http://schemas.microsoft.com/office/drawing/2014/main" id="{46774760-1C91-E5AF-7CB2-AA32B11B3DE1}"/>
              </a:ext>
            </a:extLst>
          </p:cNvPr>
          <p:cNvSpPr txBox="1"/>
          <p:nvPr/>
        </p:nvSpPr>
        <p:spPr>
          <a:xfrm>
            <a:off x="6191290" y="4114654"/>
            <a:ext cx="934684" cy="553998"/>
          </a:xfrm>
          <a:prstGeom prst="rect">
            <a:avLst/>
          </a:prstGeom>
          <a:noFill/>
        </p:spPr>
        <p:txBody>
          <a:bodyPr wrap="square" rtlCol="0">
            <a:spAutoFit/>
          </a:bodyPr>
          <a:lstStyle/>
          <a:p>
            <a:r>
              <a:rPr lang="en-US" sz="1000" dirty="0">
                <a:solidFill>
                  <a:schemeClr val="accent1"/>
                </a:solidFill>
              </a:rPr>
              <a:t>local monitoring graphs</a:t>
            </a:r>
          </a:p>
        </p:txBody>
      </p:sp>
      <p:sp>
        <p:nvSpPr>
          <p:cNvPr id="3" name="TextBox 2">
            <a:extLst>
              <a:ext uri="{FF2B5EF4-FFF2-40B4-BE49-F238E27FC236}">
                <a16:creationId xmlns:a16="http://schemas.microsoft.com/office/drawing/2014/main" id="{10439089-2FDB-2680-4C20-DB8620CD749C}"/>
              </a:ext>
            </a:extLst>
          </p:cNvPr>
          <p:cNvSpPr txBox="1"/>
          <p:nvPr/>
        </p:nvSpPr>
        <p:spPr>
          <a:xfrm>
            <a:off x="8345770" y="4228098"/>
            <a:ext cx="1069834" cy="400110"/>
          </a:xfrm>
          <a:prstGeom prst="rect">
            <a:avLst/>
          </a:prstGeom>
          <a:noFill/>
        </p:spPr>
        <p:txBody>
          <a:bodyPr wrap="square" rtlCol="0">
            <a:spAutoFit/>
          </a:bodyPr>
          <a:lstStyle/>
          <a:p>
            <a:r>
              <a:rPr lang="en-US" sz="1000" dirty="0">
                <a:solidFill>
                  <a:schemeClr val="accent1"/>
                </a:solidFill>
              </a:rPr>
              <a:t>Local  memory (View)</a:t>
            </a:r>
          </a:p>
        </p:txBody>
      </p:sp>
      <p:cxnSp>
        <p:nvCxnSpPr>
          <p:cNvPr id="7" name="Straight Arrow Connector 6">
            <a:extLst>
              <a:ext uri="{FF2B5EF4-FFF2-40B4-BE49-F238E27FC236}">
                <a16:creationId xmlns:a16="http://schemas.microsoft.com/office/drawing/2014/main" id="{8F141845-F6FF-4F79-49E5-46EF98C2B7B1}"/>
              </a:ext>
            </a:extLst>
          </p:cNvPr>
          <p:cNvCxnSpPr/>
          <p:nvPr/>
        </p:nvCxnSpPr>
        <p:spPr>
          <a:xfrm>
            <a:off x="1312752"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FDF660C-42DD-5667-7A85-E5FA508AEC67}"/>
              </a:ext>
            </a:extLst>
          </p:cNvPr>
          <p:cNvCxnSpPr/>
          <p:nvPr/>
        </p:nvCxnSpPr>
        <p:spPr>
          <a:xfrm>
            <a:off x="2750161"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98E5FE7-D483-2ED7-D841-A0857F9D394B}"/>
              </a:ext>
            </a:extLst>
          </p:cNvPr>
          <p:cNvCxnSpPr/>
          <p:nvPr/>
        </p:nvCxnSpPr>
        <p:spPr>
          <a:xfrm>
            <a:off x="6508206" y="3829110"/>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6F66302-46E6-398A-53AC-885D167E6662}"/>
              </a:ext>
            </a:extLst>
          </p:cNvPr>
          <p:cNvCxnSpPr/>
          <p:nvPr/>
        </p:nvCxnSpPr>
        <p:spPr>
          <a:xfrm>
            <a:off x="6539413" y="466865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CE6BD2BA-80EB-023A-E5B2-18D393CCE3DF}"/>
              </a:ext>
            </a:extLst>
          </p:cNvPr>
          <p:cNvCxnSpPr/>
          <p:nvPr/>
        </p:nvCxnSpPr>
        <p:spPr>
          <a:xfrm>
            <a:off x="8652197" y="397188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12D2C2CF-DD6A-2481-79D1-E730D691FAEA}"/>
              </a:ext>
            </a:extLst>
          </p:cNvPr>
          <p:cNvCxnSpPr/>
          <p:nvPr/>
        </p:nvCxnSpPr>
        <p:spPr>
          <a:xfrm>
            <a:off x="8666085" y="4577768"/>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2AFF47B-8793-459A-C703-38F67F0453F8}"/>
              </a:ext>
            </a:extLst>
          </p:cNvPr>
          <p:cNvCxnSpPr/>
          <p:nvPr/>
        </p:nvCxnSpPr>
        <p:spPr>
          <a:xfrm>
            <a:off x="10796189" y="4114654"/>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8A21A8D9-33E0-42F9-6956-4D1F98E24C4E}"/>
              </a:ext>
            </a:extLst>
          </p:cNvPr>
          <p:cNvSpPr txBox="1"/>
          <p:nvPr/>
        </p:nvSpPr>
        <p:spPr>
          <a:xfrm>
            <a:off x="3584031" y="6431462"/>
            <a:ext cx="6647526" cy="276999"/>
          </a:xfrm>
          <a:prstGeom prst="rect">
            <a:avLst/>
          </a:prstGeom>
          <a:noFill/>
        </p:spPr>
        <p:txBody>
          <a:bodyPr wrap="square" rtlCol="0">
            <a:spAutoFit/>
          </a:bodyPr>
          <a:lstStyle/>
          <a:p>
            <a:r>
              <a:rPr lang="en-US" sz="1200" dirty="0">
                <a:solidFill>
                  <a:schemeClr val="tx1">
                    <a:lumMod val="50000"/>
                    <a:lumOff val="50000"/>
                  </a:schemeClr>
                </a:solidFill>
              </a:rPr>
              <a:t>“local” = local network; C: drive and K: drive if connected to network.</a:t>
            </a:r>
          </a:p>
        </p:txBody>
      </p:sp>
      <p:sp>
        <p:nvSpPr>
          <p:cNvPr id="36" name="TextBox 35">
            <a:extLst>
              <a:ext uri="{FF2B5EF4-FFF2-40B4-BE49-F238E27FC236}">
                <a16:creationId xmlns:a16="http://schemas.microsoft.com/office/drawing/2014/main" id="{E993F1C1-57D3-0B8A-EFFA-11A1D55FC921}"/>
              </a:ext>
            </a:extLst>
          </p:cNvPr>
          <p:cNvSpPr txBox="1"/>
          <p:nvPr/>
        </p:nvSpPr>
        <p:spPr>
          <a:xfrm>
            <a:off x="7154514" y="3752144"/>
            <a:ext cx="934684" cy="400110"/>
          </a:xfrm>
          <a:prstGeom prst="rect">
            <a:avLst/>
          </a:prstGeom>
          <a:noFill/>
        </p:spPr>
        <p:txBody>
          <a:bodyPr wrap="square" rtlCol="0">
            <a:spAutoFit/>
          </a:bodyPr>
          <a:lstStyle/>
          <a:p>
            <a:r>
              <a:rPr lang="en-US" sz="1000" dirty="0">
                <a:solidFill>
                  <a:schemeClr val="accent1"/>
                </a:solidFill>
              </a:rPr>
              <a:t>local file geodatabase</a:t>
            </a:r>
          </a:p>
        </p:txBody>
      </p:sp>
      <p:cxnSp>
        <p:nvCxnSpPr>
          <p:cNvPr id="38" name="Straight Arrow Connector 37">
            <a:extLst>
              <a:ext uri="{FF2B5EF4-FFF2-40B4-BE49-F238E27FC236}">
                <a16:creationId xmlns:a16="http://schemas.microsoft.com/office/drawing/2014/main" id="{AE943B56-3F9B-D0B1-1423-C2724E78864B}"/>
              </a:ext>
            </a:extLst>
          </p:cNvPr>
          <p:cNvCxnSpPr/>
          <p:nvPr/>
        </p:nvCxnSpPr>
        <p:spPr>
          <a:xfrm flipH="1">
            <a:off x="6907794" y="4152254"/>
            <a:ext cx="234585" cy="168176"/>
          </a:xfrm>
          <a:prstGeom prst="straightConnector1">
            <a:avLst/>
          </a:prstGeom>
          <a:ln>
            <a:solidFill>
              <a:schemeClr val="accent1">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9B7474E8-4DE6-9293-8287-69DDF1B608DB}"/>
              </a:ext>
            </a:extLst>
          </p:cNvPr>
          <p:cNvGrpSpPr/>
          <p:nvPr/>
        </p:nvGrpSpPr>
        <p:grpSpPr>
          <a:xfrm>
            <a:off x="9280454" y="563935"/>
            <a:ext cx="1032689" cy="707009"/>
            <a:chOff x="9238725" y="4302791"/>
            <a:chExt cx="1032689" cy="707009"/>
          </a:xfrm>
        </p:grpSpPr>
        <p:pic>
          <p:nvPicPr>
            <p:cNvPr id="40" name="Picture 39">
              <a:extLst>
                <a:ext uri="{FF2B5EF4-FFF2-40B4-BE49-F238E27FC236}">
                  <a16:creationId xmlns:a16="http://schemas.microsoft.com/office/drawing/2014/main" id="{114E1EDA-C2F5-CAB3-080B-F1CA9EC634B3}"/>
                </a:ext>
              </a:extLst>
            </p:cNvPr>
            <p:cNvPicPr>
              <a:picLocks noChangeAspect="1"/>
            </p:cNvPicPr>
            <p:nvPr/>
          </p:nvPicPr>
          <p:blipFill>
            <a:blip r:embed="rId2"/>
            <a:srcRect l="29157" t="15753" r="28313" b="35554"/>
            <a:stretch>
              <a:fillRect/>
            </a:stretch>
          </p:blipFill>
          <p:spPr>
            <a:xfrm>
              <a:off x="9534262" y="4302791"/>
              <a:ext cx="441614" cy="449956"/>
            </a:xfrm>
            <a:prstGeom prst="rect">
              <a:avLst/>
            </a:prstGeom>
          </p:spPr>
        </p:pic>
        <p:sp>
          <p:nvSpPr>
            <p:cNvPr id="41" name="TextBox 40">
              <a:extLst>
                <a:ext uri="{FF2B5EF4-FFF2-40B4-BE49-F238E27FC236}">
                  <a16:creationId xmlns:a16="http://schemas.microsoft.com/office/drawing/2014/main" id="{FB863584-0D5F-B393-6FF6-EB5FF64AD19E}"/>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sp>
        <p:nvSpPr>
          <p:cNvPr id="42" name="Freeform: Shape 41">
            <a:extLst>
              <a:ext uri="{FF2B5EF4-FFF2-40B4-BE49-F238E27FC236}">
                <a16:creationId xmlns:a16="http://schemas.microsoft.com/office/drawing/2014/main" id="{457D2443-6F5C-06A9-CDC4-BABF2873F8AD}"/>
              </a:ext>
            </a:extLst>
          </p:cNvPr>
          <p:cNvSpPr/>
          <p:nvPr/>
        </p:nvSpPr>
        <p:spPr>
          <a:xfrm>
            <a:off x="9736282" y="1423555"/>
            <a:ext cx="176857" cy="768927"/>
          </a:xfrm>
          <a:custGeom>
            <a:avLst/>
            <a:gdLst>
              <a:gd name="csX0" fmla="*/ 0 w 176645"/>
              <a:gd name="csY0" fmla="*/ 768927 h 768927"/>
              <a:gd name="csX1" fmla="*/ 176645 w 176645"/>
              <a:gd name="csY1" fmla="*/ 0 h 768927"/>
              <a:gd name="csX0" fmla="*/ 0 w 176717"/>
              <a:gd name="csY0" fmla="*/ 768927 h 768927"/>
              <a:gd name="csX1" fmla="*/ 176645 w 176717"/>
              <a:gd name="csY1" fmla="*/ 0 h 768927"/>
              <a:gd name="csX0" fmla="*/ 0 w 176857"/>
              <a:gd name="csY0" fmla="*/ 768927 h 768927"/>
              <a:gd name="csX1" fmla="*/ 176645 w 176857"/>
              <a:gd name="csY1" fmla="*/ 0 h 768927"/>
            </a:gdLst>
            <a:ahLst/>
            <a:cxnLst>
              <a:cxn ang="0">
                <a:pos x="csX0" y="csY0"/>
              </a:cxn>
              <a:cxn ang="0">
                <a:pos x="csX1" y="csY1"/>
              </a:cxn>
            </a:cxnLst>
            <a:rect l="l" t="t" r="r" b="b"/>
            <a:pathLst>
              <a:path w="176857" h="768927">
                <a:moveTo>
                  <a:pt x="0" y="768927"/>
                </a:moveTo>
                <a:cubicBezTo>
                  <a:pt x="142010" y="574964"/>
                  <a:pt x="180108" y="277091"/>
                  <a:pt x="176645"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8546397-9ACA-1929-628D-2CC15A09A2E1}"/>
              </a:ext>
            </a:extLst>
          </p:cNvPr>
          <p:cNvSpPr txBox="1"/>
          <p:nvPr/>
        </p:nvSpPr>
        <p:spPr>
          <a:xfrm>
            <a:off x="2580923" y="5731811"/>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5" name="TextBox 4">
            <a:extLst>
              <a:ext uri="{FF2B5EF4-FFF2-40B4-BE49-F238E27FC236}">
                <a16:creationId xmlns:a16="http://schemas.microsoft.com/office/drawing/2014/main" id="{E09CDE88-AEB3-1B09-13C4-A1568F1A2466}"/>
              </a:ext>
            </a:extLst>
          </p:cNvPr>
          <p:cNvSpPr txBox="1"/>
          <p:nvPr/>
        </p:nvSpPr>
        <p:spPr>
          <a:xfrm>
            <a:off x="2580923" y="4942803"/>
            <a:ext cx="934684" cy="553998"/>
          </a:xfrm>
          <a:prstGeom prst="rect">
            <a:avLst/>
          </a:prstGeom>
          <a:noFill/>
        </p:spPr>
        <p:txBody>
          <a:bodyPr wrap="square" rtlCol="0">
            <a:spAutoFit/>
          </a:bodyPr>
          <a:lstStyle/>
          <a:p>
            <a:r>
              <a:rPr lang="en-US" sz="1000" dirty="0">
                <a:solidFill>
                  <a:schemeClr val="accent1"/>
                </a:solidFill>
              </a:rPr>
              <a:t>local monitoring graphs</a:t>
            </a:r>
          </a:p>
        </p:txBody>
      </p:sp>
      <p:cxnSp>
        <p:nvCxnSpPr>
          <p:cNvPr id="6" name="Straight Arrow Connector 5">
            <a:extLst>
              <a:ext uri="{FF2B5EF4-FFF2-40B4-BE49-F238E27FC236}">
                <a16:creationId xmlns:a16="http://schemas.microsoft.com/office/drawing/2014/main" id="{8CEA6404-C9AE-703E-3CEA-1368230CFE53}"/>
              </a:ext>
            </a:extLst>
          </p:cNvPr>
          <p:cNvCxnSpPr/>
          <p:nvPr/>
        </p:nvCxnSpPr>
        <p:spPr>
          <a:xfrm>
            <a:off x="2929046" y="5496801"/>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09132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C51967AF-09C2-2C12-7D6D-1A6F0D10B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38E5C828-3FAB-AF56-62EB-7835E75A0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A5DC99AE-277C-BC32-07B7-ACE39817A1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21" name="Freeform: Shape 20">
            <a:extLst>
              <a:ext uri="{FF2B5EF4-FFF2-40B4-BE49-F238E27FC236}">
                <a16:creationId xmlns:a16="http://schemas.microsoft.com/office/drawing/2014/main" id="{96B39E7D-1F62-973D-C151-E3DDD3EE3F38}"/>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reeform: Shape 3">
            <a:extLst>
              <a:ext uri="{FF2B5EF4-FFF2-40B4-BE49-F238E27FC236}">
                <a16:creationId xmlns:a16="http://schemas.microsoft.com/office/drawing/2014/main" id="{2FFFA8C8-2EC2-E9A0-3893-6B3E33B49A53}"/>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Freeform: Shape 144">
            <a:extLst>
              <a:ext uri="{FF2B5EF4-FFF2-40B4-BE49-F238E27FC236}">
                <a16:creationId xmlns:a16="http://schemas.microsoft.com/office/drawing/2014/main" id="{F896C291-1253-4F77-418D-B235DE0844B9}"/>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337BE437-FEBB-B42B-6079-BF04BB53BD32}"/>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D5080EA2-74D9-A4C0-1424-3A7FF5B22483}"/>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Freeform: Shape 138">
            <a:extLst>
              <a:ext uri="{FF2B5EF4-FFF2-40B4-BE49-F238E27FC236}">
                <a16:creationId xmlns:a16="http://schemas.microsoft.com/office/drawing/2014/main" id="{389D2AA1-AC5B-3404-64A0-7C0EA5D77B99}"/>
              </a:ext>
            </a:extLst>
          </p:cNvPr>
          <p:cNvSpPr/>
          <p:nvPr/>
        </p:nvSpPr>
        <p:spPr>
          <a:xfrm>
            <a:off x="1384205" y="4302658"/>
            <a:ext cx="1214138" cy="1730403"/>
          </a:xfrm>
          <a:custGeom>
            <a:avLst/>
            <a:gdLst>
              <a:gd name="csX0" fmla="*/ 278464 w 1048008"/>
              <a:gd name="csY0" fmla="*/ 0 h 1782349"/>
              <a:gd name="csX1" fmla="*/ 43073 w 1048008"/>
              <a:gd name="csY1" fmla="*/ 1602464 h 1782349"/>
              <a:gd name="csX2" fmla="*/ 1048008 w 1048008"/>
              <a:gd name="csY2" fmla="*/ 1674891 h 1782349"/>
              <a:gd name="csX0" fmla="*/ 407361 w 1176905"/>
              <a:gd name="csY0" fmla="*/ 0 h 1782349"/>
              <a:gd name="csX1" fmla="*/ 171970 w 1176905"/>
              <a:gd name="csY1" fmla="*/ 1602464 h 1782349"/>
              <a:gd name="csX2" fmla="*/ 1176905 w 1176905"/>
              <a:gd name="csY2" fmla="*/ 1674891 h 1782349"/>
              <a:gd name="csX0" fmla="*/ 444594 w 1214138"/>
              <a:gd name="csY0" fmla="*/ 0 h 1745802"/>
              <a:gd name="csX1" fmla="*/ 136775 w 1214138"/>
              <a:gd name="csY1" fmla="*/ 1520983 h 1745802"/>
              <a:gd name="csX2" fmla="*/ 1214138 w 1214138"/>
              <a:gd name="csY2" fmla="*/ 1674891 h 1745802"/>
              <a:gd name="csX0" fmla="*/ 444594 w 1214138"/>
              <a:gd name="csY0" fmla="*/ 0 h 1730403"/>
              <a:gd name="csX1" fmla="*/ 136775 w 1214138"/>
              <a:gd name="csY1" fmla="*/ 1520983 h 1730403"/>
              <a:gd name="csX2" fmla="*/ 1214138 w 1214138"/>
              <a:gd name="csY2" fmla="*/ 1674891 h 1730403"/>
            </a:gdLst>
            <a:ahLst/>
            <a:cxnLst>
              <a:cxn ang="0">
                <a:pos x="csX0" y="csY0"/>
              </a:cxn>
              <a:cxn ang="0">
                <a:pos x="csX1" y="csY1"/>
              </a:cxn>
              <a:cxn ang="0">
                <a:pos x="csX2" y="csY2"/>
              </a:cxn>
            </a:cxnLst>
            <a:rect l="l" t="t" r="r" b="b"/>
            <a:pathLst>
              <a:path w="1214138" h="1730403">
                <a:moveTo>
                  <a:pt x="444594" y="0"/>
                </a:moveTo>
                <a:cubicBezTo>
                  <a:pt x="-198957" y="308573"/>
                  <a:pt x="8518" y="1241835"/>
                  <a:pt x="136775" y="1520983"/>
                </a:cubicBezTo>
                <a:cubicBezTo>
                  <a:pt x="265032" y="1800131"/>
                  <a:pt x="739585" y="1742037"/>
                  <a:pt x="1214138" y="1674891"/>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Shape 134">
            <a:extLst>
              <a:ext uri="{FF2B5EF4-FFF2-40B4-BE49-F238E27FC236}">
                <a16:creationId xmlns:a16="http://schemas.microsoft.com/office/drawing/2014/main" id="{31626C16-9AB1-A6A8-02E0-9B3BCC2D6F72}"/>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66740E04-E50A-6252-9601-8E70D30BDC15}"/>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43CF22D4-9AFF-3606-B30F-F89117830944}"/>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F21C788D-0400-285C-220C-AB85ACBD51E7}"/>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E1CA978-351F-9C22-DCF5-564A4DFE26BC}"/>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D3B8EF4B-1EBC-864A-8736-B6E42F878FBC}"/>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E9D009EB-DEB0-D94C-F085-41F32CBFA1A7}"/>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D5FDEBD4-5076-992F-BFD2-4809ACFC32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2B7570E5-3083-4153-49BD-3BCA32EEA837}"/>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3BC6B11C-5D9E-A765-2F30-17D5299092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C372FA9C-4C84-4BAC-685B-3F5E67B2A511}"/>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7DE10B7A-2840-35A0-497E-688E4D8CC13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F4C85084-CC4E-B419-CB06-FC05356DB61B}"/>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DEFFE503-B61B-0395-8E3F-098C2AC3789C}"/>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99CC32C8-3222-71E5-DB89-90DFBE31FE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DC9D97E8-EC97-AFA0-9B21-A1DD6EC329A0}"/>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2D84A9E6-2FE6-FE67-A69C-38C01D085C46}"/>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160404D0-8EAE-7563-F0FD-E11C279CFCE4}"/>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94406F21-9B5D-AD64-7C9F-2A9CC6E79667}"/>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04FD5AC9-B037-07E4-CE80-98E01121A22D}"/>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99A02FE0-01D6-F611-3D4C-7BE7DE7DDE34}"/>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385438DA-1059-74F2-DDF2-F92E94DD97C8}"/>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288453C4-A03C-CF10-65E0-DCDB8E0DD617}"/>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824A6E88-F3FB-5CC4-2A16-6E5AFA710B3F}"/>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C4BB6019-1A6A-5E58-F0F8-7A0B60E40352}"/>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BFA455FA-4D17-5131-CF09-6A3690FE3E15}"/>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4F8F2A98-17C3-EAE4-F99F-0A5B449B692E}"/>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C2E78E2F-0777-9E8F-A7AE-A9830D2F98D1}"/>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5144DC90-9A40-BC10-36BF-630D6E7E4C3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163C27B2-75CF-2837-15FE-6837EBB200D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B8F79DA9-02A0-785B-94A8-6BFDAAC1A066}"/>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046CA62A-D857-52FB-924A-28C0A1A6C5B4}"/>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C53FDE75-9EFF-4C66-7539-464D3CD9F070}"/>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D235C716-5A15-F4CD-7EFD-8B0AF899DD98}"/>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D73633EC-D4FC-890D-A6D3-725BA035B281}"/>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9845060C-05CA-F351-F6C1-D9E2855079BA}"/>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26495F12-F6F2-BBD5-D2E9-1FD7850108D7}"/>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91630A4F-9155-EB07-CCD4-0126A9D07AF2}"/>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2BBBD0A0-56E7-969D-31EA-E59D6E758AFD}"/>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E145449D-5202-90AB-651F-C869C9EF730A}"/>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B7BC84B8-6C9D-2772-090F-BBF76B23BCA4}"/>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A724C792-718E-4412-154E-0582AE2774DB}"/>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FDA39074-41EA-2EC0-4560-983265F54A3A}"/>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27F5E3EF-2B9F-D1B2-243F-799FE03EA5CC}"/>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48982400-0CEC-82DB-C6BB-E5328DE47650}"/>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5F29D9DD-3373-E755-CA2F-C5AA9AA49F50}"/>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86B1A53B-2F21-8C0A-6405-FFC1801C1998}"/>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85F6DB2B-BF70-F148-36A8-552EB58362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4" name="Group 73">
            <a:extLst>
              <a:ext uri="{FF2B5EF4-FFF2-40B4-BE49-F238E27FC236}">
                <a16:creationId xmlns:a16="http://schemas.microsoft.com/office/drawing/2014/main" id="{03BA66CA-42AA-BA2C-2D94-A7F11DFF5D16}"/>
              </a:ext>
            </a:extLst>
          </p:cNvPr>
          <p:cNvGrpSpPr/>
          <p:nvPr/>
        </p:nvGrpSpPr>
        <p:grpSpPr>
          <a:xfrm>
            <a:off x="1931214" y="4079276"/>
            <a:ext cx="318419" cy="221863"/>
            <a:chOff x="7105015" y="2182625"/>
            <a:chExt cx="318419" cy="221863"/>
          </a:xfrm>
        </p:grpSpPr>
        <p:sp>
          <p:nvSpPr>
            <p:cNvPr id="75" name="Oval 74">
              <a:extLst>
                <a:ext uri="{FF2B5EF4-FFF2-40B4-BE49-F238E27FC236}">
                  <a16:creationId xmlns:a16="http://schemas.microsoft.com/office/drawing/2014/main" id="{9D0190D5-69DE-243E-0F4F-6130AE1797B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Picture 4" descr="R: R Logo">
              <a:extLst>
                <a:ext uri="{FF2B5EF4-FFF2-40B4-BE49-F238E27FC236}">
                  <a16:creationId xmlns:a16="http://schemas.microsoft.com/office/drawing/2014/main" id="{63781BBD-56D7-B432-4A78-46F2F70701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B006F259-82DF-75B7-58D0-4ABB84AAC758}"/>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6E6F6896-4D59-BEEB-5F9E-1B3560973B8A}"/>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69EFD610-AAB9-0C49-1654-6ABFBE1D5E86}"/>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F7AF7314-D41E-31AC-329B-C7E34C25C431}"/>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7FC47314-308A-90BF-3B53-C0F9D8B43CA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6166BD0B-3E2B-60C0-A42F-BAE3256BECDA}"/>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BB451763-CBFA-F4AE-F5AF-A49559025E67}"/>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2213533F-FD0C-0739-E7FC-750475401ACC}"/>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7FE1E7BC-3FFF-7A72-1B4D-33942B241A0B}"/>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DF935849-7E82-217B-F7E2-41D7EB51F2DA}"/>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C6FF5E8D-D576-6F93-BECF-778F52BB77FF}"/>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63C402A6-0323-2C4F-5127-7DF7C29C092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pic>
        <p:nvPicPr>
          <p:cNvPr id="90" name="Picture 4" descr="R: R Logo">
            <a:extLst>
              <a:ext uri="{FF2B5EF4-FFF2-40B4-BE49-F238E27FC236}">
                <a16:creationId xmlns:a16="http://schemas.microsoft.com/office/drawing/2014/main" id="{AA40978D-33CA-4B69-72A4-25A172BA1B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0035B176-DCAF-4AF7-F89E-BCCE15F88358}"/>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grpSp>
        <p:nvGrpSpPr>
          <p:cNvPr id="93" name="Group 92">
            <a:extLst>
              <a:ext uri="{FF2B5EF4-FFF2-40B4-BE49-F238E27FC236}">
                <a16:creationId xmlns:a16="http://schemas.microsoft.com/office/drawing/2014/main" id="{10C29DA0-4A1C-1A69-9B62-BAC708CE51A8}"/>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71270189-BCEB-0792-DE40-31398A0A3A37}"/>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5D91D39F-C91D-FC15-5A22-CDB6C3EE5476}"/>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3A27457D-EFFE-C6F7-B0F8-50F24B25D003}"/>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64D2D8C0-B3A2-3736-2920-DF06147BCD9B}"/>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BC39607C-73B5-28E2-5BB3-79FA6BF607BE}"/>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795153E4-49B9-C6B0-42F5-D95BF1BC7121}"/>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18B64AD7-924E-8C7E-15E8-5281787974AB}"/>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490845B0-D2C9-11BA-67AE-3C25748C19EE}"/>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99B2568E-C94C-B6E4-D414-D562D6C1CAA1}"/>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2B4AE08D-EA56-0B15-97E8-75E7F97E10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35EDCAE5-C1A8-0C93-DEEC-8BEB5AC4F9B7}"/>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09F69B76-8804-AEAA-40E4-FD4C3E02D463}"/>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7A520BBA-21F6-1DBE-88BB-A4BDF238799A}"/>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75961554-4EB1-2CEA-EAAA-3384C542B0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17" name="Freeform: Shape 116">
            <a:extLst>
              <a:ext uri="{FF2B5EF4-FFF2-40B4-BE49-F238E27FC236}">
                <a16:creationId xmlns:a16="http://schemas.microsoft.com/office/drawing/2014/main" id="{B4652F78-F32E-45AF-D436-47DCB9796B52}"/>
              </a:ext>
            </a:extLst>
          </p:cNvPr>
          <p:cNvSpPr/>
          <p:nvPr/>
        </p:nvSpPr>
        <p:spPr>
          <a:xfrm>
            <a:off x="2906162" y="1124893"/>
            <a:ext cx="977774" cy="679010"/>
          </a:xfrm>
          <a:custGeom>
            <a:avLst/>
            <a:gdLst>
              <a:gd name="csX0" fmla="*/ 977774 w 977774"/>
              <a:gd name="csY0" fmla="*/ 0 h 679010"/>
              <a:gd name="csX1" fmla="*/ 0 w 977774"/>
              <a:gd name="csY1" fmla="*/ 679010 h 679010"/>
              <a:gd name="csX0" fmla="*/ 977774 w 977774"/>
              <a:gd name="csY0" fmla="*/ 0 h 679010"/>
              <a:gd name="csX1" fmla="*/ 0 w 977774"/>
              <a:gd name="csY1" fmla="*/ 679010 h 679010"/>
              <a:gd name="csX0" fmla="*/ 977774 w 977774"/>
              <a:gd name="csY0" fmla="*/ 0 h 679010"/>
              <a:gd name="csX1" fmla="*/ 0 w 977774"/>
              <a:gd name="csY1" fmla="*/ 679010 h 679010"/>
            </a:gdLst>
            <a:ahLst/>
            <a:cxnLst>
              <a:cxn ang="0">
                <a:pos x="csX0" y="csY0"/>
              </a:cxn>
              <a:cxn ang="0">
                <a:pos x="csX1" y="csY1"/>
              </a:cxn>
            </a:cxnLst>
            <a:rect l="l" t="t" r="r" b="b"/>
            <a:pathLst>
              <a:path w="977774" h="679010">
                <a:moveTo>
                  <a:pt x="977774" y="0"/>
                </a:moveTo>
                <a:cubicBezTo>
                  <a:pt x="615636" y="208230"/>
                  <a:pt x="226337" y="344031"/>
                  <a:pt x="0" y="67901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Shape 117">
            <a:extLst>
              <a:ext uri="{FF2B5EF4-FFF2-40B4-BE49-F238E27FC236}">
                <a16:creationId xmlns:a16="http://schemas.microsoft.com/office/drawing/2014/main" id="{E4C50F00-0E91-F8D9-0EC5-6555F26EB977}"/>
              </a:ext>
            </a:extLst>
          </p:cNvPr>
          <p:cNvSpPr/>
          <p:nvPr/>
        </p:nvSpPr>
        <p:spPr>
          <a:xfrm>
            <a:off x="4372823" y="1179214"/>
            <a:ext cx="217284" cy="669956"/>
          </a:xfrm>
          <a:custGeom>
            <a:avLst/>
            <a:gdLst>
              <a:gd name="csX0" fmla="*/ 0 w 298765"/>
              <a:gd name="csY0" fmla="*/ 0 h 769544"/>
              <a:gd name="csX1" fmla="*/ 298765 w 298765"/>
              <a:gd name="csY1" fmla="*/ 769544 h 769544"/>
              <a:gd name="csX0" fmla="*/ 0 w 298765"/>
              <a:gd name="csY0" fmla="*/ 0 h 769544"/>
              <a:gd name="csX1" fmla="*/ 298765 w 298765"/>
              <a:gd name="csY1" fmla="*/ 769544 h 769544"/>
              <a:gd name="csX0" fmla="*/ 0 w 298765"/>
              <a:gd name="csY0" fmla="*/ 0 h 769544"/>
              <a:gd name="csX1" fmla="*/ 298765 w 298765"/>
              <a:gd name="csY1" fmla="*/ 769544 h 769544"/>
              <a:gd name="csX0" fmla="*/ 0 w 217284"/>
              <a:gd name="csY0" fmla="*/ 0 h 669956"/>
              <a:gd name="csX1" fmla="*/ 217284 w 217284"/>
              <a:gd name="csY1" fmla="*/ 669956 h 669956"/>
            </a:gdLst>
            <a:ahLst/>
            <a:cxnLst>
              <a:cxn ang="0">
                <a:pos x="csX0" y="csY0"/>
              </a:cxn>
              <a:cxn ang="0">
                <a:pos x="csX1" y="csY1"/>
              </a:cxn>
            </a:cxnLst>
            <a:rect l="l" t="t" r="r" b="b"/>
            <a:pathLst>
              <a:path w="217284" h="669956">
                <a:moveTo>
                  <a:pt x="0" y="0"/>
                </a:moveTo>
                <a:cubicBezTo>
                  <a:pt x="135802" y="256515"/>
                  <a:pt x="153910" y="395334"/>
                  <a:pt x="217284" y="66995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Freeform: Shape 118">
            <a:extLst>
              <a:ext uri="{FF2B5EF4-FFF2-40B4-BE49-F238E27FC236}">
                <a16:creationId xmlns:a16="http://schemas.microsoft.com/office/drawing/2014/main" id="{390514E9-4B95-C431-5F21-4B6710EBB419}"/>
              </a:ext>
            </a:extLst>
          </p:cNvPr>
          <p:cNvSpPr/>
          <p:nvPr/>
        </p:nvSpPr>
        <p:spPr>
          <a:xfrm>
            <a:off x="2299580" y="1161107"/>
            <a:ext cx="2878302" cy="2915216"/>
          </a:xfrm>
          <a:custGeom>
            <a:avLst/>
            <a:gdLst>
              <a:gd name="csX0" fmla="*/ 2272420 w 2963735"/>
              <a:gd name="csY0" fmla="*/ 0 h 2915216"/>
              <a:gd name="csX1" fmla="*/ 2824681 w 2963735"/>
              <a:gd name="csY1" fmla="*/ 1113576 h 2915216"/>
              <a:gd name="csX2" fmla="*/ 0 w 2963735"/>
              <a:gd name="csY2" fmla="*/ 2915216 h 2915216"/>
              <a:gd name="csX0" fmla="*/ 2272420 w 2954843"/>
              <a:gd name="csY0" fmla="*/ 0 h 2915216"/>
              <a:gd name="csX1" fmla="*/ 2824681 w 2954843"/>
              <a:gd name="csY1" fmla="*/ 1113576 h 2915216"/>
              <a:gd name="csX2" fmla="*/ 0 w 2954843"/>
              <a:gd name="csY2" fmla="*/ 2915216 h 2915216"/>
              <a:gd name="csX0" fmla="*/ 2272420 w 2878302"/>
              <a:gd name="csY0" fmla="*/ 0 h 2915216"/>
              <a:gd name="csX1" fmla="*/ 2824681 w 2878302"/>
              <a:gd name="csY1" fmla="*/ 1113576 h 2915216"/>
              <a:gd name="csX2" fmla="*/ 0 w 2878302"/>
              <a:gd name="csY2" fmla="*/ 2915216 h 2915216"/>
              <a:gd name="csX0" fmla="*/ 2272420 w 2878302"/>
              <a:gd name="csY0" fmla="*/ 0 h 2915216"/>
              <a:gd name="csX1" fmla="*/ 2824681 w 2878302"/>
              <a:gd name="csY1" fmla="*/ 1113576 h 2915216"/>
              <a:gd name="csX2" fmla="*/ 0 w 2878302"/>
              <a:gd name="csY2" fmla="*/ 2915216 h 2915216"/>
            </a:gdLst>
            <a:ahLst/>
            <a:cxnLst>
              <a:cxn ang="0">
                <a:pos x="csX0" y="csY0"/>
              </a:cxn>
              <a:cxn ang="0">
                <a:pos x="csX1" y="csY1"/>
              </a:cxn>
              <a:cxn ang="0">
                <a:pos x="csX2" y="csY2"/>
              </a:cxn>
            </a:cxnLst>
            <a:rect l="l" t="t" r="r" b="b"/>
            <a:pathLst>
              <a:path w="2878302" h="2915216">
                <a:moveTo>
                  <a:pt x="2272420" y="0"/>
                </a:moveTo>
                <a:cubicBezTo>
                  <a:pt x="2674545" y="295746"/>
                  <a:pt x="3013295" y="799723"/>
                  <a:pt x="2824681" y="1113576"/>
                </a:cubicBezTo>
                <a:cubicBezTo>
                  <a:pt x="2572693" y="1463643"/>
                  <a:pt x="1222972" y="2257330"/>
                  <a:pt x="0" y="291521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AEA20A5F-C1A0-E433-0F55-1FE762046C3B}"/>
              </a:ext>
            </a:extLst>
          </p:cNvPr>
          <p:cNvSpPr/>
          <p:nvPr/>
        </p:nvSpPr>
        <p:spPr>
          <a:xfrm>
            <a:off x="4087756" y="1157643"/>
            <a:ext cx="1092989" cy="4564049"/>
          </a:xfrm>
          <a:custGeom>
            <a:avLst/>
            <a:gdLst>
              <a:gd name="csX0" fmla="*/ 485030 w 1097686"/>
              <a:gd name="csY0" fmla="*/ 0 h 4564049"/>
              <a:gd name="csX1" fmla="*/ 1097280 w 1097686"/>
              <a:gd name="csY1" fmla="*/ 890546 h 4564049"/>
              <a:gd name="csX2" fmla="*/ 405517 w 1097686"/>
              <a:gd name="csY2" fmla="*/ 2353586 h 4564049"/>
              <a:gd name="csX3" fmla="*/ 0 w 1097686"/>
              <a:gd name="csY3" fmla="*/ 4564049 h 4564049"/>
              <a:gd name="csX0" fmla="*/ 485030 w 1097588"/>
              <a:gd name="csY0" fmla="*/ 0 h 4564049"/>
              <a:gd name="csX1" fmla="*/ 1097280 w 1097588"/>
              <a:gd name="csY1" fmla="*/ 890546 h 4564049"/>
              <a:gd name="csX2" fmla="*/ 405517 w 1097588"/>
              <a:gd name="csY2" fmla="*/ 2353586 h 4564049"/>
              <a:gd name="csX3" fmla="*/ 0 w 1097588"/>
              <a:gd name="csY3" fmla="*/ 4564049 h 4564049"/>
              <a:gd name="csX0" fmla="*/ 485030 w 1110580"/>
              <a:gd name="csY0" fmla="*/ 0 h 4564049"/>
              <a:gd name="csX1" fmla="*/ 1110281 w 1110580"/>
              <a:gd name="csY1" fmla="*/ 894879 h 4564049"/>
              <a:gd name="csX2" fmla="*/ 405517 w 1110580"/>
              <a:gd name="csY2" fmla="*/ 2353586 h 4564049"/>
              <a:gd name="csX3" fmla="*/ 0 w 1110580"/>
              <a:gd name="csY3" fmla="*/ 4564049 h 4564049"/>
              <a:gd name="csX0" fmla="*/ 485030 w 1110419"/>
              <a:gd name="csY0" fmla="*/ 0 h 4564049"/>
              <a:gd name="csX1" fmla="*/ 1110281 w 1110419"/>
              <a:gd name="csY1" fmla="*/ 894879 h 4564049"/>
              <a:gd name="csX2" fmla="*/ 405517 w 1110419"/>
              <a:gd name="csY2" fmla="*/ 2353586 h 4564049"/>
              <a:gd name="csX3" fmla="*/ 0 w 1110419"/>
              <a:gd name="csY3" fmla="*/ 4564049 h 4564049"/>
              <a:gd name="csX0" fmla="*/ 485030 w 1093089"/>
              <a:gd name="csY0" fmla="*/ 0 h 4564049"/>
              <a:gd name="csX1" fmla="*/ 1092946 w 1093089"/>
              <a:gd name="csY1" fmla="*/ 894879 h 4564049"/>
              <a:gd name="csX2" fmla="*/ 405517 w 1093089"/>
              <a:gd name="csY2" fmla="*/ 2353586 h 4564049"/>
              <a:gd name="csX3" fmla="*/ 0 w 1093089"/>
              <a:gd name="csY3" fmla="*/ 4564049 h 4564049"/>
              <a:gd name="csX0" fmla="*/ 485030 w 1093097"/>
              <a:gd name="csY0" fmla="*/ 0 h 4564049"/>
              <a:gd name="csX1" fmla="*/ 1092946 w 1093097"/>
              <a:gd name="csY1" fmla="*/ 894879 h 4564049"/>
              <a:gd name="csX2" fmla="*/ 405517 w 1093097"/>
              <a:gd name="csY2" fmla="*/ 2353586 h 4564049"/>
              <a:gd name="csX3" fmla="*/ 0 w 1093097"/>
              <a:gd name="csY3" fmla="*/ 4564049 h 4564049"/>
              <a:gd name="csX0" fmla="*/ 485030 w 1092970"/>
              <a:gd name="csY0" fmla="*/ 0 h 4564049"/>
              <a:gd name="csX1" fmla="*/ 1092946 w 1092970"/>
              <a:gd name="csY1" fmla="*/ 894879 h 4564049"/>
              <a:gd name="csX2" fmla="*/ 405517 w 1092970"/>
              <a:gd name="csY2" fmla="*/ 2353586 h 4564049"/>
              <a:gd name="csX3" fmla="*/ 0 w 1092970"/>
              <a:gd name="csY3" fmla="*/ 4564049 h 4564049"/>
              <a:gd name="csX0" fmla="*/ 485030 w 1092989"/>
              <a:gd name="csY0" fmla="*/ 0 h 4564049"/>
              <a:gd name="csX1" fmla="*/ 1092946 w 1092989"/>
              <a:gd name="csY1" fmla="*/ 894879 h 4564049"/>
              <a:gd name="csX2" fmla="*/ 514158 w 1092989"/>
              <a:gd name="csY2" fmla="*/ 2362640 h 4564049"/>
              <a:gd name="csX3" fmla="*/ 0 w 1092989"/>
              <a:gd name="csY3" fmla="*/ 4564049 h 4564049"/>
            </a:gdLst>
            <a:ahLst/>
            <a:cxnLst>
              <a:cxn ang="0">
                <a:pos x="csX0" y="csY0"/>
              </a:cxn>
              <a:cxn ang="0">
                <a:pos x="csX1" y="csY1"/>
              </a:cxn>
              <a:cxn ang="0">
                <a:pos x="csX2" y="csY2"/>
              </a:cxn>
              <a:cxn ang="0">
                <a:pos x="csX3" y="csY3"/>
              </a:cxn>
            </a:cxnLst>
            <a:rect l="l" t="t" r="r" b="b"/>
            <a:pathLst>
              <a:path w="1092989" h="4564049">
                <a:moveTo>
                  <a:pt x="485030" y="0"/>
                </a:moveTo>
                <a:cubicBezTo>
                  <a:pt x="715443" y="188469"/>
                  <a:pt x="1088091" y="501106"/>
                  <a:pt x="1092946" y="894879"/>
                </a:cubicBezTo>
                <a:cubicBezTo>
                  <a:pt x="1097801" y="1288652"/>
                  <a:pt x="697038" y="1750389"/>
                  <a:pt x="514158" y="2362640"/>
                </a:cubicBezTo>
                <a:cubicBezTo>
                  <a:pt x="331278" y="2974891"/>
                  <a:pt x="111318" y="3764943"/>
                  <a:pt x="0" y="4564049"/>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Shape 120">
            <a:extLst>
              <a:ext uri="{FF2B5EF4-FFF2-40B4-BE49-F238E27FC236}">
                <a16:creationId xmlns:a16="http://schemas.microsoft.com/office/drawing/2014/main" id="{15F0A95A-B5AF-282B-32B7-FE1927C85527}"/>
              </a:ext>
            </a:extLst>
          </p:cNvPr>
          <p:cNvSpPr/>
          <p:nvPr/>
        </p:nvSpPr>
        <p:spPr>
          <a:xfrm>
            <a:off x="4579654" y="1162341"/>
            <a:ext cx="603118" cy="2672542"/>
          </a:xfrm>
          <a:custGeom>
            <a:avLst/>
            <a:gdLst>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3118"/>
              <a:gd name="csY0" fmla="*/ 0 h 2672542"/>
              <a:gd name="csX1" fmla="*/ 598516 w 603118"/>
              <a:gd name="csY1" fmla="*/ 897775 h 2672542"/>
              <a:gd name="csX2" fmla="*/ 320040 w 603118"/>
              <a:gd name="csY2" fmla="*/ 2672542 h 2672542"/>
            </a:gdLst>
            <a:ahLst/>
            <a:cxnLst>
              <a:cxn ang="0">
                <a:pos x="csX0" y="csY0"/>
              </a:cxn>
              <a:cxn ang="0">
                <a:pos x="csX1" y="csY1"/>
              </a:cxn>
              <a:cxn ang="0">
                <a:pos x="csX2" y="csY2"/>
              </a:cxn>
            </a:cxnLst>
            <a:rect l="l" t="t" r="r" b="b"/>
            <a:pathLst>
              <a:path w="603118" h="2672542">
                <a:moveTo>
                  <a:pt x="0" y="0"/>
                </a:moveTo>
                <a:cubicBezTo>
                  <a:pt x="272588" y="226175"/>
                  <a:pt x="586741" y="527167"/>
                  <a:pt x="598516" y="897775"/>
                </a:cubicBezTo>
                <a:cubicBezTo>
                  <a:pt x="631074" y="1484516"/>
                  <a:pt x="485948" y="2007870"/>
                  <a:pt x="320040" y="2672542"/>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Shape 122">
            <a:extLst>
              <a:ext uri="{FF2B5EF4-FFF2-40B4-BE49-F238E27FC236}">
                <a16:creationId xmlns:a16="http://schemas.microsoft.com/office/drawing/2014/main" id="{A7556AA9-875E-7F92-AB22-4FAB3C6D7641}"/>
              </a:ext>
            </a:extLst>
          </p:cNvPr>
          <p:cNvSpPr/>
          <p:nvPr/>
        </p:nvSpPr>
        <p:spPr>
          <a:xfrm>
            <a:off x="4671588" y="1106786"/>
            <a:ext cx="2299580" cy="4644428"/>
          </a:xfrm>
          <a:custGeom>
            <a:avLst/>
            <a:gdLst>
              <a:gd name="csX0" fmla="*/ 0 w 2299580"/>
              <a:gd name="csY0" fmla="*/ 0 h 4644428"/>
              <a:gd name="csX1" fmla="*/ 778598 w 2299580"/>
              <a:gd name="csY1" fmla="*/ 1032095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Lst>
            <a:ahLst/>
            <a:cxnLst>
              <a:cxn ang="0">
                <a:pos x="csX0" y="csY0"/>
              </a:cxn>
              <a:cxn ang="0">
                <a:pos x="csX1" y="csY1"/>
              </a:cxn>
              <a:cxn ang="0">
                <a:pos x="csX2" y="csY2"/>
              </a:cxn>
              <a:cxn ang="0">
                <a:pos x="csX3" y="csY3"/>
              </a:cxn>
            </a:cxnLst>
            <a:rect l="l" t="t" r="r" b="b"/>
            <a:pathLst>
              <a:path w="2299580" h="4644428">
                <a:moveTo>
                  <a:pt x="0" y="0"/>
                </a:moveTo>
                <a:cubicBezTo>
                  <a:pt x="318380" y="313098"/>
                  <a:pt x="543208" y="564334"/>
                  <a:pt x="860079" y="986828"/>
                </a:cubicBezTo>
                <a:cubicBezTo>
                  <a:pt x="1176950" y="1409322"/>
                  <a:pt x="1674891" y="1860486"/>
                  <a:pt x="1955548" y="2426329"/>
                </a:cubicBezTo>
                <a:cubicBezTo>
                  <a:pt x="2236205" y="2992172"/>
                  <a:pt x="2136617" y="3786612"/>
                  <a:pt x="2299580" y="4644428"/>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0D54BED2-7AC4-D807-7852-790DB381A2A5}"/>
              </a:ext>
            </a:extLst>
          </p:cNvPr>
          <p:cNvSpPr txBox="1"/>
          <p:nvPr/>
        </p:nvSpPr>
        <p:spPr>
          <a:xfrm>
            <a:off x="2096147" y="4296493"/>
            <a:ext cx="587322" cy="338554"/>
          </a:xfrm>
          <a:prstGeom prst="rect">
            <a:avLst/>
          </a:prstGeom>
          <a:noFill/>
        </p:spPr>
        <p:txBody>
          <a:bodyPr wrap="square" rtlCol="0">
            <a:spAutoFit/>
          </a:bodyPr>
          <a:lstStyle/>
          <a:p>
            <a:r>
              <a:rPr lang="en-US" sz="800" i="1" dirty="0">
                <a:solidFill>
                  <a:srgbClr val="C00000"/>
                </a:solidFill>
              </a:rPr>
              <a:t>Data Entry</a:t>
            </a:r>
          </a:p>
        </p:txBody>
      </p:sp>
      <p:sp>
        <p:nvSpPr>
          <p:cNvPr id="127" name="TextBox 126">
            <a:extLst>
              <a:ext uri="{FF2B5EF4-FFF2-40B4-BE49-F238E27FC236}">
                <a16:creationId xmlns:a16="http://schemas.microsoft.com/office/drawing/2014/main" id="{6A5EFA06-7CF2-5746-0FA0-0AE83101C571}"/>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sp>
        <p:nvSpPr>
          <p:cNvPr id="129" name="TextBox 128">
            <a:extLst>
              <a:ext uri="{FF2B5EF4-FFF2-40B4-BE49-F238E27FC236}">
                <a16:creationId xmlns:a16="http://schemas.microsoft.com/office/drawing/2014/main" id="{1C5ECDEB-D7FD-F6B1-2637-EF846E4BE049}"/>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BE9F6A88-DE16-9295-BDB4-03E1865FC3CC}"/>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D4503C14-24E9-7BF8-7440-DB12A60E9237}"/>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grpSp>
        <p:nvGrpSpPr>
          <p:cNvPr id="136" name="Group 135">
            <a:extLst>
              <a:ext uri="{FF2B5EF4-FFF2-40B4-BE49-F238E27FC236}">
                <a16:creationId xmlns:a16="http://schemas.microsoft.com/office/drawing/2014/main" id="{D0648984-C416-A960-40FD-4F467B64C633}"/>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334B1E03-8822-37CA-FE49-7CCF313F3B3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F20F7FCA-DC4E-7D8E-932C-E27540B334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39782686-92C7-945D-99B4-125749BF78B6}"/>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6" name="Freeform: Shape 145">
            <a:extLst>
              <a:ext uri="{FF2B5EF4-FFF2-40B4-BE49-F238E27FC236}">
                <a16:creationId xmlns:a16="http://schemas.microsoft.com/office/drawing/2014/main" id="{1BC2CC1C-2EAB-B57F-2EAB-51AA545F69FD}"/>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44E06E19-5C4A-9A69-EDF2-D889D302F219}"/>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42914CB-3487-66DF-002F-B7C8DC6CE90B}"/>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1CD3999C-49B0-613D-E3E2-7573B107E2B6}"/>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F8BF32B6-C33C-ABD8-05B6-549279091C88}"/>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5103AAA9-6902-0FBF-2C20-FAC26FA04672}"/>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05DAF419-A616-27CF-15EB-A707713D66DC}"/>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160" name="TextBox 159">
            <a:extLst>
              <a:ext uri="{FF2B5EF4-FFF2-40B4-BE49-F238E27FC236}">
                <a16:creationId xmlns:a16="http://schemas.microsoft.com/office/drawing/2014/main" id="{AAEE896D-3693-8184-107B-C066A6B84B7A}"/>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281F2B28-B38E-512C-0DE1-17B1783D0860}"/>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7" name="TextBox 26">
            <a:extLst>
              <a:ext uri="{FF2B5EF4-FFF2-40B4-BE49-F238E27FC236}">
                <a16:creationId xmlns:a16="http://schemas.microsoft.com/office/drawing/2014/main" id="{39F01111-F6B1-CE16-6649-4EEE4989DF6B}"/>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29" name="TextBox 28">
            <a:extLst>
              <a:ext uri="{FF2B5EF4-FFF2-40B4-BE49-F238E27FC236}">
                <a16:creationId xmlns:a16="http://schemas.microsoft.com/office/drawing/2014/main" id="{3C522FEA-C167-AD13-B4B5-0DF332398A4D}"/>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31771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E850-6095-FE60-900C-19214E0D1F19}"/>
            </a:ext>
          </a:extLst>
        </p:cNvPr>
        <p:cNvGrpSpPr/>
        <p:nvPr/>
      </p:nvGrpSpPr>
      <p:grpSpPr>
        <a:xfrm>
          <a:off x="0" y="0"/>
          <a:ext cx="0" cy="0"/>
          <a:chOff x="0" y="0"/>
          <a:chExt cx="0" cy="0"/>
        </a:xfrm>
      </p:grpSpPr>
      <p:sp>
        <p:nvSpPr>
          <p:cNvPr id="145" name="Freeform: Shape 144">
            <a:extLst>
              <a:ext uri="{FF2B5EF4-FFF2-40B4-BE49-F238E27FC236}">
                <a16:creationId xmlns:a16="http://schemas.microsoft.com/office/drawing/2014/main" id="{D909F20D-78F7-3CD7-1290-B020B044C8EB}"/>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24DF0F21-C3FE-80A5-0D40-667E1442B7C5}"/>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DF98D652-5511-EA5C-D257-4A4596370DFA}"/>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120D25FD-15E3-2A95-741D-C5C0A95EBD38}"/>
                </a:ext>
              </a:extLst>
            </p:cNvPr>
            <p:cNvPicPr>
              <a:picLocks noChangeAspect="1"/>
            </p:cNvPicPr>
            <p:nvPr/>
          </p:nvPicPr>
          <p:blipFill>
            <a:blip r:embed="rId2"/>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7FF692F-3802-2C50-141E-907DA4F108B1}"/>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FC6CB1C7-0028-692F-DA1C-84F243D3798D}"/>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033DE95A-965C-A3EF-F800-00BD99B8416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1BF05417-8AB2-D6A6-4524-DC6A6B850F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667B93F1-40C6-1ADC-C74B-0A4CF9892E9C}"/>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E2F17B47-19D6-56B7-A86F-F6D56B80D0E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A595D9B7-84BE-B735-35C8-DDEE308E02BC}"/>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4967B711-0BA4-0DC3-72D9-E05CC09C869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B0896113-1727-A5A7-A35D-012D7460FCCE}"/>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1C0DF7EC-E51B-C775-0C22-D3406550764E}"/>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D6507414-7B4F-AB59-A400-C44ACAF139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85BDE7AC-02B7-93EB-200E-BBFEEC27F56E}"/>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9F1F4672-19D1-A087-1F8F-0BE36F6D6552}"/>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09E13246-8855-0875-0C94-3425839EAC66}"/>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527D4E45-5B32-881F-FCB0-5A5A88C5B1A4}"/>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88A3D8DF-1B71-F476-0854-4E944F120E04}"/>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0DB63EF3-8BCD-8CA0-B00E-1B55030A024E}"/>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1C42FCC6-A593-87A6-F7D5-CDA1E7F56458}"/>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3F9254AD-6BCA-4011-63D8-81CB13AC71B0}"/>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254AEB3B-8130-111C-671C-DFE6AFA15481}"/>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C2816F39-A776-361D-011C-B21FE0930DAB}"/>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8315CC94-3D69-5B92-52D9-C6959669113C}"/>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7EEE9168-EDC3-673F-7FB5-E0FBC07DAF7F}"/>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FEF9841B-8641-62C8-5CD0-1BE4F244C10B}"/>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C4057EDB-ECB6-B016-74AF-97BB0BA4A3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DB5C50E5-B978-2446-DB05-7A57FF1ACCEA}"/>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E87A9973-B1A7-1007-381F-A7BCB1A08A34}"/>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E9095607-7864-C220-3D88-DF0485C2E4DE}"/>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51A5AB98-584F-A97A-880B-F6F9ED9E1070}"/>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F2EC3B56-ADAF-CAAF-6255-7ED2D26A383B}"/>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6D1A29E7-A150-C2AE-5F5A-4248DB7454B5}"/>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F731E439-3786-B8CA-BB93-7378D7FACEAB}"/>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86F215AF-57C7-9217-FA0B-A81955F6DD54}"/>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E8B012F5-B16B-3ADE-65AE-912D410E1C1D}"/>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35656A5F-A573-7BB9-1A69-A4B58A5B620A}"/>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C84B8696-0C93-C368-0C6B-E954CD5483A0}"/>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570DFE75-C304-A5AF-830E-DB4850E63CE7}"/>
                </a:ext>
              </a:extLst>
            </p:cNvPr>
            <p:cNvPicPr>
              <a:picLocks noChangeAspect="1"/>
            </p:cNvPicPr>
            <p:nvPr/>
          </p:nvPicPr>
          <p:blipFill>
            <a:blip r:embed="rId7"/>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3F0D5E1D-1DB9-2A40-E18E-37A4D191D943}"/>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B5791946-134A-669D-FD25-F586E1ABF450}"/>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A6CF2633-D6AE-A7BC-72C9-282E3E8AE9B6}"/>
                </a:ext>
              </a:extLst>
            </p:cNvPr>
            <p:cNvPicPr>
              <a:picLocks noChangeAspect="1"/>
            </p:cNvPicPr>
            <p:nvPr/>
          </p:nvPicPr>
          <p:blipFill>
            <a:blip r:embed="rId8"/>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F4BA5873-DD6E-0EAB-BA14-3EB94BA9EBD9}"/>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EFDB648D-64C0-8BDE-A83C-337BA0725649}"/>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399A1FFB-F95B-6FE9-ACD0-B9141B84F161}"/>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346F93B3-CD5A-5772-F376-0A71FF956F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31" name="TextBox 130">
            <a:extLst>
              <a:ext uri="{FF2B5EF4-FFF2-40B4-BE49-F238E27FC236}">
                <a16:creationId xmlns:a16="http://schemas.microsoft.com/office/drawing/2014/main" id="{F6983740-6512-3046-8C48-22F8EBCE4DE7}"/>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8B674F10-F7DC-21D4-3692-927C0944677F}"/>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46" name="Freeform: Shape 145">
            <a:extLst>
              <a:ext uri="{FF2B5EF4-FFF2-40B4-BE49-F238E27FC236}">
                <a16:creationId xmlns:a16="http://schemas.microsoft.com/office/drawing/2014/main" id="{8F853C3A-C5F6-6BD1-1EDF-FABD4A1DB5D2}"/>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9" name="Picture 4" descr="Computer user - icon by Adioma">
            <a:extLst>
              <a:ext uri="{FF2B5EF4-FFF2-40B4-BE49-F238E27FC236}">
                <a16:creationId xmlns:a16="http://schemas.microsoft.com/office/drawing/2014/main" id="{19911BD5-1DA7-4680-6C73-C90BDE787E8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A5873804-CAF6-573C-DE6F-385551C8FAA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152" name="Freeform: Shape 151">
            <a:extLst>
              <a:ext uri="{FF2B5EF4-FFF2-40B4-BE49-F238E27FC236}">
                <a16:creationId xmlns:a16="http://schemas.microsoft.com/office/drawing/2014/main" id="{C71AFDDD-F075-111C-90E9-0C3424B247D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TextBox 159">
            <a:extLst>
              <a:ext uri="{FF2B5EF4-FFF2-40B4-BE49-F238E27FC236}">
                <a16:creationId xmlns:a16="http://schemas.microsoft.com/office/drawing/2014/main" id="{76C4C374-4539-B2D0-7084-4036694D97E1}"/>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6798ECD3-D9C4-2A21-C61F-7E6FBB99D150}"/>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4" name="Freeform: Shape 3">
            <a:extLst>
              <a:ext uri="{FF2B5EF4-FFF2-40B4-BE49-F238E27FC236}">
                <a16:creationId xmlns:a16="http://schemas.microsoft.com/office/drawing/2014/main" id="{B2282CAE-F01D-FA02-51BA-1767E2BE8506}"/>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129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276DB-F0E8-9A3C-37B4-9CF105B44DB5}"/>
            </a:ext>
          </a:extLst>
        </p:cNvPr>
        <p:cNvGrpSpPr/>
        <p:nvPr/>
      </p:nvGrpSpPr>
      <p:grpSpPr>
        <a:xfrm>
          <a:off x="0" y="0"/>
          <a:ext cx="0" cy="0"/>
          <a:chOff x="0" y="0"/>
          <a:chExt cx="0" cy="0"/>
        </a:xfrm>
      </p:grpSpPr>
      <p:pic>
        <p:nvPicPr>
          <p:cNvPr id="149" name="Picture 4" descr="Computer user - icon by Adioma">
            <a:extLst>
              <a:ext uri="{FF2B5EF4-FFF2-40B4-BE49-F238E27FC236}">
                <a16:creationId xmlns:a16="http://schemas.microsoft.com/office/drawing/2014/main" id="{68C993A2-7D66-97F6-55A8-FF5F16AD636E}"/>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FA477A8F-1960-4782-0E4C-760D7AB51E5C}"/>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omputer user - icon by Adioma">
            <a:extLst>
              <a:ext uri="{FF2B5EF4-FFF2-40B4-BE49-F238E27FC236}">
                <a16:creationId xmlns:a16="http://schemas.microsoft.com/office/drawing/2014/main" id="{6DC64862-CE9A-AB4F-FED6-BEE847F3FC8B}"/>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7" name="Freeform: Shape 26">
            <a:extLst>
              <a:ext uri="{FF2B5EF4-FFF2-40B4-BE49-F238E27FC236}">
                <a16:creationId xmlns:a16="http://schemas.microsoft.com/office/drawing/2014/main" id="{182697FF-D245-6C5C-A0AF-169A81A2F829}"/>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B916D7A-4ED6-8E86-124B-4F549B2622E0}"/>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Freeform: Shape 144">
            <a:extLst>
              <a:ext uri="{FF2B5EF4-FFF2-40B4-BE49-F238E27FC236}">
                <a16:creationId xmlns:a16="http://schemas.microsoft.com/office/drawing/2014/main" id="{9D2E1643-A529-2005-C37D-75B1F9D084BE}"/>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5F91FEF6-4EA2-167C-73DC-ADB62A62D2A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6E9A470F-9159-8277-A4B5-75EAF72988D0}"/>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1911127C-A088-2CE6-3FE2-B094CB6C7E3C}"/>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55054DC3-B394-70F6-EFAE-98010524B34B}"/>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6B154396-AFF7-23EF-7A97-B66779003412}"/>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8CE943B8-AFB8-7AC5-4E1A-522DF4833DDA}"/>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9D0F4EED-D221-80F1-0E3E-92BA786E33A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FAEED175-8114-F92D-1E8E-BA1D74867B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CA35153C-FFFE-E4F4-D88A-697D6E76AB14}"/>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D87E45C3-CEC0-EFBA-7CE0-266A3E593A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3482E9DE-6018-0DB0-4695-11F5C6AA932D}"/>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58B873DF-6B0F-BF64-686A-D5425E3D209C}"/>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6D2F91D4-76CA-FE80-F2B8-DAA4FAB3FF70}"/>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5DD42712-E8C0-78D7-2320-1A02BF9E98F7}"/>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BBB24039-6DA5-07A8-2B1A-0983F8812E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5935C246-8E98-3A4C-441F-AB2C7387AEB1}"/>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A2563F0F-6D76-290C-A856-70174D1D2CB3}"/>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F1057A45-C715-8EDA-3769-D1126FC61E59}"/>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1860CEB6-0DBE-4175-7EA0-2AA5ECFF6CFE}"/>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12643B51-EA91-5746-9782-694F53CB2502}"/>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22633EFB-4095-14CA-4D29-42B8B1FABBA1}"/>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B60BE52E-AF40-FEE2-D78B-A4C95906E52E}"/>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AF470B7E-32A7-9341-FDA8-1FDA17BA5182}"/>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8E3CE91E-DF1A-B1E6-3764-16BAC67FE92F}"/>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078254EE-E375-D26A-4D19-2EA36B265CC5}"/>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202CAC0A-8851-FCAE-EB34-638F2C765368}"/>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318A3804-F1AE-0171-2124-207C89C8D0B0}"/>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D5384D90-D391-3E39-9CAE-149B03FCF7B7}"/>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FCF50AEF-F6E6-DF25-F39D-DA13A9D59CF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E907D901-6F36-566D-CE2B-058510F65386}"/>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629E672F-FEFF-D633-268E-F24457AB031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BBA7A65F-FD8F-551D-EF20-1445469AA9E0}"/>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2F629147-BB4A-14A1-02DF-EF14AB4FBDC3}"/>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CB227CDF-3EAA-0152-2FD3-D9966A1EDF7A}"/>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A7A1560D-1076-9317-43E2-2AEE918FB960}"/>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E0BD7715-7A5F-C216-533B-BA45BB5E9476}"/>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3880E3B4-C85A-A5FA-52E8-7B9C6674C346}"/>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E594A17E-E653-CA75-BFC0-F75B262E7D72}"/>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7345123E-5EF4-CF4D-11B7-F785B34257B4}"/>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330B5DD8-203F-0469-B6D3-A97D95170A69}"/>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7B784D66-9A5B-D8E2-915F-D48D6C98ED5F}"/>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85126767-B2C5-03E7-E4C9-14500FA864A1}"/>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3ABA9302-CE6A-B305-5098-02159E718D5F}"/>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C8472F46-877E-0A81-A405-0FDE7EAB8995}"/>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ECCB432D-DD8D-81B8-7671-4F88C84C3521}"/>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43A67AED-B102-79DC-A2DE-47A74CACF0DB}"/>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BB234FFF-CA3E-711D-D3F7-CF99C40E93F1}"/>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BB23CCB5-15F6-244E-AA58-8450AAEA14B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375E9D0B-3CE1-FFCD-1DD6-B58188D4116E}"/>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0FB11E12-B984-E84A-5F28-80CFDECD65E6}"/>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0926ABA9-F9FF-3538-A4D3-3EB41626ECC0}"/>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0FD8BD05-33BE-D52D-11C5-EEEC4EF3736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11F7EEA8-91EA-A7E3-C0D9-1F30A59F8D7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71A1BEE1-4BA7-26CE-8981-D950E9E09664}"/>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D7DB0107-A9D9-F8D8-3F00-099E2B0125FC}"/>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5643BC38-52E7-EE0E-7633-30524825E2B4}"/>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92A55604-4192-6213-5D3B-24EFB84F3544}"/>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8A161D87-3525-39AC-0C54-A8956310CC01}"/>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C6C87C8B-2765-8E96-4D70-DCFBA30EDD6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146095B5-4365-A0D1-B0DC-64A4E35695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29" name="TextBox 128">
            <a:extLst>
              <a:ext uri="{FF2B5EF4-FFF2-40B4-BE49-F238E27FC236}">
                <a16:creationId xmlns:a16="http://schemas.microsoft.com/office/drawing/2014/main" id="{90F4947E-CEDC-D1F1-BAC4-00B8610850D0}"/>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EBCC22F9-750D-C61C-B2FD-67C2A158C616}"/>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D740212D-CEE2-D036-5AE1-AF9E7A79E3D8}"/>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46" name="Freeform: Shape 145">
            <a:extLst>
              <a:ext uri="{FF2B5EF4-FFF2-40B4-BE49-F238E27FC236}">
                <a16:creationId xmlns:a16="http://schemas.microsoft.com/office/drawing/2014/main" id="{88AF4701-FE97-559C-FEB5-6A0C5E046312}"/>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C5D3EDBD-FD6C-7D49-B1D1-A38F7A4A9AF3}"/>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DE4FE9A-D898-05A4-E854-C5EA154463E6}"/>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TextBox 159">
            <a:extLst>
              <a:ext uri="{FF2B5EF4-FFF2-40B4-BE49-F238E27FC236}">
                <a16:creationId xmlns:a16="http://schemas.microsoft.com/office/drawing/2014/main" id="{176A8355-DC1D-EE77-3084-8479F0BE0710}"/>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AE6AAF2B-8575-6ADB-CA68-CD623E1789C1}"/>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3" name="Freeform: Shape 22">
            <a:extLst>
              <a:ext uri="{FF2B5EF4-FFF2-40B4-BE49-F238E27FC236}">
                <a16:creationId xmlns:a16="http://schemas.microsoft.com/office/drawing/2014/main" id="{DC574F64-5DFC-7DB6-A383-06F6E29F1AE1}"/>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4" descr="R: R Logo">
            <a:extLst>
              <a:ext uri="{FF2B5EF4-FFF2-40B4-BE49-F238E27FC236}">
                <a16:creationId xmlns:a16="http://schemas.microsoft.com/office/drawing/2014/main" id="{AE0CC20C-759B-33D8-03B8-2DC13354ED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861BD170-0F6A-CD76-4809-3BC529A0F917}"/>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sp>
        <p:nvSpPr>
          <p:cNvPr id="33" name="TextBox 32">
            <a:extLst>
              <a:ext uri="{FF2B5EF4-FFF2-40B4-BE49-F238E27FC236}">
                <a16:creationId xmlns:a16="http://schemas.microsoft.com/office/drawing/2014/main" id="{D2460E40-590F-C63C-02B0-EF462C8C1AE6}"/>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35" name="TextBox 34">
            <a:extLst>
              <a:ext uri="{FF2B5EF4-FFF2-40B4-BE49-F238E27FC236}">
                <a16:creationId xmlns:a16="http://schemas.microsoft.com/office/drawing/2014/main" id="{2E554B99-C3C1-CDBD-525E-210E6719967B}"/>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2252832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83A32-5D87-E6F1-9008-7D73C2675808}"/>
            </a:ext>
          </a:extLst>
        </p:cNvPr>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3F3F45B0-8AFA-91DD-0D90-015621A2A2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B5005732-6BD6-FCBC-8F56-55618B8B1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2A48FCD5-5E48-66A0-5FBB-60C8220F6C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24" name="Freeform: Shape 23">
            <a:extLst>
              <a:ext uri="{FF2B5EF4-FFF2-40B4-BE49-F238E27FC236}">
                <a16:creationId xmlns:a16="http://schemas.microsoft.com/office/drawing/2014/main" id="{570F2CCF-9E26-D299-82E7-18023CE179AC}"/>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85C50DF5-4696-D9FB-CC0A-6E369FB79F4E}"/>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455CD92-C86C-6670-6797-623A51B8ED2B}"/>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E64B6020-0480-AA40-DA18-793A52B43303}"/>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CA1BD59C-0669-B6CD-64CB-92FCB23F1151}"/>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9" name="Group 18">
            <a:extLst>
              <a:ext uri="{FF2B5EF4-FFF2-40B4-BE49-F238E27FC236}">
                <a16:creationId xmlns:a16="http://schemas.microsoft.com/office/drawing/2014/main" id="{A2761986-0580-9972-69B3-CB41CBDE5794}"/>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5A34F289-0878-7C15-688C-D8F62CD560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FB3EFBF9-99FA-3298-1398-55941DD9D1CE}"/>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A66F1676-145B-BF4F-90E6-E0B8F083CA2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B5B0616F-64F1-44FD-D4ED-4E8B81BC6E80}"/>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12ADBDA0-A1A3-6F91-7D7D-BBA3E4C03579}"/>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91F9777C-B3F9-A376-404D-0E41FE8A771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977CC65F-BD49-0A1C-B0B3-0D3F0564B07E}"/>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25ED3707-30C6-AA1D-E17D-0CB62CA2F3BB}"/>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2CCC1105-7EF9-BAB2-EF68-AC62254F707B}"/>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D2FFC705-A987-2186-E726-655AFDBDEDB6}"/>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B527F550-7235-5835-1EAB-560E559E56DE}"/>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2F0EDD0C-6A1E-3814-C73D-57E7F35280AA}"/>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D9EE46B2-0818-E380-CD2E-ACD06D686F54}"/>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395BA46E-7363-2E23-8DE8-B98F42023E58}"/>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9FCCD62C-3F5C-66C9-34A7-0B89AD3219DE}"/>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6A47F1FB-5669-87F4-651B-38475B0E115A}"/>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F0AA9B98-718A-E915-4076-C5244D5D5209}"/>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E296A719-9328-E81F-CF33-A54521342826}"/>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2229E60F-A624-89CC-5390-43B3D9DCB750}"/>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39F609E1-415A-C93F-7E3B-BE0893848C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968F52B2-DE5F-9909-930F-EBC7BCAD63E6}"/>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468332BB-2D6A-49FB-239A-7B5866958E9E}"/>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ACE88911-D4F5-230E-6187-42560DE0F033}"/>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B3599DED-3774-5229-4B9A-A5828B846023}"/>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1AD2AC63-D2FA-3CFA-3F61-4FB5DEABCABF}"/>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1B5C8ED8-4775-0BC2-496C-9CC04C3A9EA2}"/>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BE33E4FD-DABD-D624-BD16-4B00C21187AF}"/>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1315092F-A620-598A-6943-2F814FA2978D}"/>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4DEB0E9C-A5F4-2EEF-24E8-1A2803E8CBB4}"/>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F0A339A4-9B68-E082-2F77-85EA9CF05DEB}"/>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52ABBEBB-C9EF-0E26-F46C-68B3AAF0FE0B}"/>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B80E6906-5AEE-6F37-C2E0-6E5ABC6EB11D}"/>
                </a:ext>
              </a:extLst>
            </p:cNvPr>
            <p:cNvPicPr>
              <a:picLocks noChangeAspect="1"/>
            </p:cNvPicPr>
            <p:nvPr/>
          </p:nvPicPr>
          <p:blipFill>
            <a:blip r:embed="rId7"/>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78F9FC3A-2F77-9419-16B7-B07956B70BEF}"/>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962CA7FE-F89F-5968-0C50-92604C4AFD67}"/>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3660321B-8377-44BF-4235-729E5EDAD1A4}"/>
                </a:ext>
              </a:extLst>
            </p:cNvPr>
            <p:cNvPicPr>
              <a:picLocks noChangeAspect="1"/>
            </p:cNvPicPr>
            <p:nvPr/>
          </p:nvPicPr>
          <p:blipFill>
            <a:blip r:embed="rId8"/>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BBE35153-9F59-3A8F-6609-446DDBE65F64}"/>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113" name="Group 112">
            <a:extLst>
              <a:ext uri="{FF2B5EF4-FFF2-40B4-BE49-F238E27FC236}">
                <a16:creationId xmlns:a16="http://schemas.microsoft.com/office/drawing/2014/main" id="{03DA58DB-A4A5-6711-D59D-F759EAD381E0}"/>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4B120EAF-A22E-03D2-C61A-579E883F3429}"/>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F5DC6923-E045-7DDD-E117-177169D505EB}"/>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EBFF5830-7067-1078-1734-B9F07356F171}"/>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AADC44E9-5CF7-4C25-E5CF-27CD8779044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F09EC38B-F134-C737-19EA-F8DF3C914A1A}"/>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F82615A7-8EF4-CEB5-77A3-5036F8122551}"/>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42220347-8E72-7BA5-514D-F09B7F1007AD}"/>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D1A38D28-2232-3ED6-5586-6DE5F73B3796}"/>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90" name="Picture 4" descr="R: R Logo">
            <a:extLst>
              <a:ext uri="{FF2B5EF4-FFF2-40B4-BE49-F238E27FC236}">
                <a16:creationId xmlns:a16="http://schemas.microsoft.com/office/drawing/2014/main" id="{835E6CC5-7A44-D7A5-F8CF-C0C8A30D59B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F727F186-F06B-5B00-6152-991C0B250310}"/>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sp>
        <p:nvSpPr>
          <p:cNvPr id="129" name="TextBox 128">
            <a:extLst>
              <a:ext uri="{FF2B5EF4-FFF2-40B4-BE49-F238E27FC236}">
                <a16:creationId xmlns:a16="http://schemas.microsoft.com/office/drawing/2014/main" id="{8C18A47E-27AA-4E50-C73B-3C9267F286EA}"/>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46" name="Freeform: Shape 145">
            <a:extLst>
              <a:ext uri="{FF2B5EF4-FFF2-40B4-BE49-F238E27FC236}">
                <a16:creationId xmlns:a16="http://schemas.microsoft.com/office/drawing/2014/main" id="{07805A77-44BF-7D97-3964-57409748EE97}"/>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73FA796-A504-6CE6-C0C4-3427A1A4BAF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6A1ECEF9-C68E-5708-05F3-C6BE374657BE}"/>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68F0DF17-4929-00D7-C9D1-DE980906F194}"/>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15FFF311-4E03-6D6E-DC3D-ED64E4D7ECD0}"/>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1B97125D-2F84-BA51-0247-59FFDD637CE6}"/>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3" name="TextBox 2">
            <a:extLst>
              <a:ext uri="{FF2B5EF4-FFF2-40B4-BE49-F238E27FC236}">
                <a16:creationId xmlns:a16="http://schemas.microsoft.com/office/drawing/2014/main" id="{B8D37788-0EBF-F1A4-3105-3D4BB87ECF1F}"/>
              </a:ext>
            </a:extLst>
          </p:cNvPr>
          <p:cNvSpPr txBox="1"/>
          <p:nvPr/>
        </p:nvSpPr>
        <p:spPr>
          <a:xfrm>
            <a:off x="1940885" y="5628615"/>
            <a:ext cx="853712" cy="261610"/>
          </a:xfrm>
          <a:prstGeom prst="rect">
            <a:avLst/>
          </a:prstGeom>
          <a:noFill/>
        </p:spPr>
        <p:txBody>
          <a:bodyPr wrap="square" rtlCol="0">
            <a:spAutoFit/>
          </a:bodyPr>
          <a:lstStyle/>
          <a:p>
            <a:r>
              <a:rPr lang="en-US" sz="1100" i="1" dirty="0">
                <a:solidFill>
                  <a:srgbClr val="C00000"/>
                </a:solidFill>
              </a:rPr>
              <a:t>appends</a:t>
            </a:r>
          </a:p>
        </p:txBody>
      </p:sp>
      <p:sp>
        <p:nvSpPr>
          <p:cNvPr id="20" name="TextBox 19">
            <a:extLst>
              <a:ext uri="{FF2B5EF4-FFF2-40B4-BE49-F238E27FC236}">
                <a16:creationId xmlns:a16="http://schemas.microsoft.com/office/drawing/2014/main" id="{9898237E-D506-69BA-FAA2-CF3EA999EF92}"/>
              </a:ext>
            </a:extLst>
          </p:cNvPr>
          <p:cNvSpPr txBox="1"/>
          <p:nvPr/>
        </p:nvSpPr>
        <p:spPr>
          <a:xfrm>
            <a:off x="2584516" y="4831006"/>
            <a:ext cx="853712" cy="261610"/>
          </a:xfrm>
          <a:prstGeom prst="rect">
            <a:avLst/>
          </a:prstGeom>
          <a:noFill/>
        </p:spPr>
        <p:txBody>
          <a:bodyPr wrap="square" rtlCol="0">
            <a:spAutoFit/>
          </a:bodyPr>
          <a:lstStyle/>
          <a:p>
            <a:r>
              <a:rPr lang="en-US" sz="1100" i="1" dirty="0">
                <a:solidFill>
                  <a:srgbClr val="C00000"/>
                </a:solidFill>
              </a:rPr>
              <a:t>overwrites</a:t>
            </a:r>
          </a:p>
        </p:txBody>
      </p:sp>
      <p:sp>
        <p:nvSpPr>
          <p:cNvPr id="22" name="Freeform: Shape 21">
            <a:extLst>
              <a:ext uri="{FF2B5EF4-FFF2-40B4-BE49-F238E27FC236}">
                <a16:creationId xmlns:a16="http://schemas.microsoft.com/office/drawing/2014/main" id="{8026248C-CC61-877A-E8E8-BF76550FFAF2}"/>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89B57013-950C-C935-434E-A4261F8F3013}"/>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30" name="TextBox 29">
            <a:extLst>
              <a:ext uri="{FF2B5EF4-FFF2-40B4-BE49-F238E27FC236}">
                <a16:creationId xmlns:a16="http://schemas.microsoft.com/office/drawing/2014/main" id="{815840CB-B45A-0E32-3A85-A0ACA436AEA1}"/>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
        <p:nvSpPr>
          <p:cNvPr id="135" name="Freeform: Shape 134">
            <a:extLst>
              <a:ext uri="{FF2B5EF4-FFF2-40B4-BE49-F238E27FC236}">
                <a16:creationId xmlns:a16="http://schemas.microsoft.com/office/drawing/2014/main" id="{0E1D62DB-D9EC-D6F5-838A-889048138AB7}"/>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0A5A5115-0725-13FE-FA25-B6049BAF8043}"/>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a:extLst>
              <a:ext uri="{FF2B5EF4-FFF2-40B4-BE49-F238E27FC236}">
                <a16:creationId xmlns:a16="http://schemas.microsoft.com/office/drawing/2014/main" id="{83C53004-7314-ED1E-5B81-FBE4958F8E69}"/>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2B5FD34F-1E42-797C-E6C8-E7B23A0A31DB}"/>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76D974C1-3287-85C4-BF78-A26CD7E7455C}"/>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6BC79B95-2A12-B6B8-45B4-9444995AB3B6}"/>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FDB2C865-9FF1-E06A-8935-0F1323348C26}"/>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FB871B62-6407-F549-A301-31989FB23772}"/>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0A1E1587-418B-22AF-1C2E-4717376FEDFF}"/>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1F6EB4EC-478D-FAA8-C26D-B8862AC384FE}"/>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4C120410-22E7-F9AB-EE3F-63B518D62392}"/>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2BC9EDC7-3EA7-F5BF-2A54-491C6CE0F925}"/>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DCCEB497-ECA5-85A9-52BA-6F1DC0D52D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9EC4C0CF-6083-F559-25A0-501C1320BBA9}"/>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B682EDF1-E74D-1572-684B-FDC518A6E8EF}"/>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8EF0AD16-6C34-3423-D33E-282F97717B7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9CE0C13F-283E-9C01-D668-E38A1C0D52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27" name="TextBox 126">
            <a:extLst>
              <a:ext uri="{FF2B5EF4-FFF2-40B4-BE49-F238E27FC236}">
                <a16:creationId xmlns:a16="http://schemas.microsoft.com/office/drawing/2014/main" id="{4DAD0B44-1C6C-0454-B170-4CF50C6F9EB2}"/>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grpSp>
        <p:nvGrpSpPr>
          <p:cNvPr id="136" name="Group 135">
            <a:extLst>
              <a:ext uri="{FF2B5EF4-FFF2-40B4-BE49-F238E27FC236}">
                <a16:creationId xmlns:a16="http://schemas.microsoft.com/office/drawing/2014/main" id="{17EFBCD3-6707-C771-3E4E-76EB23EA781A}"/>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1CF55DE9-0772-844A-5F28-C963E4A386D0}"/>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6DC950B9-E1CA-F62D-C524-BED6D79FC00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C9E8389A-A9AE-2512-AD4B-62D9EE2ADBDC}"/>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7" name="Freeform: Shape 146">
            <a:extLst>
              <a:ext uri="{FF2B5EF4-FFF2-40B4-BE49-F238E27FC236}">
                <a16:creationId xmlns:a16="http://schemas.microsoft.com/office/drawing/2014/main" id="{EB674568-0C5A-8934-A938-E214661BD3B4}"/>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4772047D-3FBE-E8E8-6D05-6AC48809EB4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6" name="Group 85">
            <a:extLst>
              <a:ext uri="{FF2B5EF4-FFF2-40B4-BE49-F238E27FC236}">
                <a16:creationId xmlns:a16="http://schemas.microsoft.com/office/drawing/2014/main" id="{52D5A2CE-5B0E-7239-4A01-2F49D9898544}"/>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26989DF1-FD50-1F7F-6E94-BB451051CB63}"/>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A1537DED-5299-F126-426E-89F88AC9501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45" name="Freeform: Shape 144">
            <a:extLst>
              <a:ext uri="{FF2B5EF4-FFF2-40B4-BE49-F238E27FC236}">
                <a16:creationId xmlns:a16="http://schemas.microsoft.com/office/drawing/2014/main" id="{9B987373-A612-1D15-2035-0B30BCB35267}"/>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393DF5CE-3D28-4A69-FAB0-A3A740C503FB}"/>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E3388F8E-3B7F-94C6-973B-4027F462C0FD}"/>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00D475AD-995A-C9D0-0679-AE99CCD4DAB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804C9747-10F2-EC07-EF00-9FFD725711B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53A094B5-4B43-8519-FE16-686DC993313D}"/>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CA70B418-4962-25F9-F6C0-A92ECA78201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4A94B777-49DD-8180-57DC-1A2D3FDBB79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31" name="TextBox 130">
            <a:extLst>
              <a:ext uri="{FF2B5EF4-FFF2-40B4-BE49-F238E27FC236}">
                <a16:creationId xmlns:a16="http://schemas.microsoft.com/office/drawing/2014/main" id="{19AEBE01-5E59-3EDD-28CD-1B6CBCE09AD6}"/>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F7BEE5DC-119B-6892-F08E-BE2E9571E3B4}"/>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60" name="TextBox 159">
            <a:extLst>
              <a:ext uri="{FF2B5EF4-FFF2-40B4-BE49-F238E27FC236}">
                <a16:creationId xmlns:a16="http://schemas.microsoft.com/office/drawing/2014/main" id="{5F8C7178-2661-7C21-2468-36096A98B9F1}"/>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93348791-EE46-B99E-88C6-56255FF2BF22}"/>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Tree>
    <p:extLst>
      <p:ext uri="{BB962C8B-B14F-4D97-AF65-F5344CB8AC3E}">
        <p14:creationId xmlns:p14="http://schemas.microsoft.com/office/powerpoint/2010/main" val="112950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E4373-01F5-1D1A-9DF8-D4E53C599EF4}"/>
            </a:ext>
          </a:extLst>
        </p:cNvPr>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59942F73-69BB-48F2-037B-E87AAE9CDB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5B1131E1-9C86-F188-791D-15B3689D75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999CF28D-A6F2-AAE7-E318-8C07404652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Shape 3">
            <a:extLst>
              <a:ext uri="{FF2B5EF4-FFF2-40B4-BE49-F238E27FC236}">
                <a16:creationId xmlns:a16="http://schemas.microsoft.com/office/drawing/2014/main" id="{772FCE8A-48AB-3EB9-358F-5C04B6E3943C}"/>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FD007D30-4780-49CB-2109-8ACB222C955C}"/>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Shape 144">
            <a:extLst>
              <a:ext uri="{FF2B5EF4-FFF2-40B4-BE49-F238E27FC236}">
                <a16:creationId xmlns:a16="http://schemas.microsoft.com/office/drawing/2014/main" id="{3634FD00-E741-DA15-F8A7-2E631D369AF2}"/>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E04238E0-70F5-5EB0-2471-0501AC62CA1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7A43DD9C-1B46-AA3C-F6DA-932A2E672E2A}"/>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Freeform: Shape 138">
            <a:extLst>
              <a:ext uri="{FF2B5EF4-FFF2-40B4-BE49-F238E27FC236}">
                <a16:creationId xmlns:a16="http://schemas.microsoft.com/office/drawing/2014/main" id="{5DE51035-4A32-F5A4-EA98-A3F074AB00CE}"/>
              </a:ext>
            </a:extLst>
          </p:cNvPr>
          <p:cNvSpPr/>
          <p:nvPr/>
        </p:nvSpPr>
        <p:spPr>
          <a:xfrm>
            <a:off x="1384205" y="4302658"/>
            <a:ext cx="1214138" cy="1730403"/>
          </a:xfrm>
          <a:custGeom>
            <a:avLst/>
            <a:gdLst>
              <a:gd name="csX0" fmla="*/ 278464 w 1048008"/>
              <a:gd name="csY0" fmla="*/ 0 h 1782349"/>
              <a:gd name="csX1" fmla="*/ 43073 w 1048008"/>
              <a:gd name="csY1" fmla="*/ 1602464 h 1782349"/>
              <a:gd name="csX2" fmla="*/ 1048008 w 1048008"/>
              <a:gd name="csY2" fmla="*/ 1674891 h 1782349"/>
              <a:gd name="csX0" fmla="*/ 407361 w 1176905"/>
              <a:gd name="csY0" fmla="*/ 0 h 1782349"/>
              <a:gd name="csX1" fmla="*/ 171970 w 1176905"/>
              <a:gd name="csY1" fmla="*/ 1602464 h 1782349"/>
              <a:gd name="csX2" fmla="*/ 1176905 w 1176905"/>
              <a:gd name="csY2" fmla="*/ 1674891 h 1782349"/>
              <a:gd name="csX0" fmla="*/ 444594 w 1214138"/>
              <a:gd name="csY0" fmla="*/ 0 h 1745802"/>
              <a:gd name="csX1" fmla="*/ 136775 w 1214138"/>
              <a:gd name="csY1" fmla="*/ 1520983 h 1745802"/>
              <a:gd name="csX2" fmla="*/ 1214138 w 1214138"/>
              <a:gd name="csY2" fmla="*/ 1674891 h 1745802"/>
              <a:gd name="csX0" fmla="*/ 444594 w 1214138"/>
              <a:gd name="csY0" fmla="*/ 0 h 1730403"/>
              <a:gd name="csX1" fmla="*/ 136775 w 1214138"/>
              <a:gd name="csY1" fmla="*/ 1520983 h 1730403"/>
              <a:gd name="csX2" fmla="*/ 1214138 w 1214138"/>
              <a:gd name="csY2" fmla="*/ 1674891 h 1730403"/>
            </a:gdLst>
            <a:ahLst/>
            <a:cxnLst>
              <a:cxn ang="0">
                <a:pos x="csX0" y="csY0"/>
              </a:cxn>
              <a:cxn ang="0">
                <a:pos x="csX1" y="csY1"/>
              </a:cxn>
              <a:cxn ang="0">
                <a:pos x="csX2" y="csY2"/>
              </a:cxn>
            </a:cxnLst>
            <a:rect l="l" t="t" r="r" b="b"/>
            <a:pathLst>
              <a:path w="1214138" h="1730403">
                <a:moveTo>
                  <a:pt x="444594" y="0"/>
                </a:moveTo>
                <a:cubicBezTo>
                  <a:pt x="-198957" y="308573"/>
                  <a:pt x="8518" y="1241835"/>
                  <a:pt x="136775" y="1520983"/>
                </a:cubicBezTo>
                <a:cubicBezTo>
                  <a:pt x="265032" y="1800131"/>
                  <a:pt x="739585" y="1742037"/>
                  <a:pt x="1214138" y="1674891"/>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Shape 134">
            <a:extLst>
              <a:ext uri="{FF2B5EF4-FFF2-40B4-BE49-F238E27FC236}">
                <a16:creationId xmlns:a16="http://schemas.microsoft.com/office/drawing/2014/main" id="{BAF99171-5E43-9445-6F99-2271DBB41697}"/>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9B6CB0FC-2D98-BD18-5658-55D94887D6A5}"/>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FA833BB0-7DC2-C0D2-3E46-7EA3F3E3AB31}"/>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9C158EC9-A8C2-30BF-6F2E-050AC1181C90}"/>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17DC152-C844-ADA6-75CC-4D08ACEE4D7D}"/>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21D4D43D-FB33-224E-AD74-779F79F600C1}"/>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E3D2051A-0356-0B74-7422-856F58EC197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091E39FF-98A0-2BB1-A177-58CCFD6E29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B8812280-0219-7780-8377-6B6027DD3B17}"/>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141AD144-8ACA-8066-6A3C-4767A34BDA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27281E3C-71B3-282E-6F99-557B642C7817}"/>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39C58EB7-F99D-42E5-5DED-586D113F6174}"/>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3D804AFD-9BC4-97A1-E1EA-8D9D02C1FE79}"/>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49A053E8-5F95-2BFD-835A-BBB78AF6A574}"/>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BC7DFD30-0F91-272F-9E10-953F0EE8B8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65C092C2-1CE5-B061-FD69-A4EFF329690B}"/>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91608474-1B27-97EE-1711-73170BE63094}"/>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56C797EB-0D3F-EB8E-0FFB-AC05541054AD}"/>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93242D87-17DE-A823-AFBA-D913E8B309C1}"/>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040DBB45-8B00-36A0-DBFC-287053C1EA78}"/>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C49CD62A-16D4-46B9-6A91-D814A2C38661}"/>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87CC88D9-0A3C-C86A-D745-F448690A5EE8}"/>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81832E85-EF07-8401-833F-21E5B981812E}"/>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24CCEF1B-746A-3713-C660-4646F6DCCC95}"/>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147EAC02-A8D5-BC8E-6ACF-AD110921C1DB}"/>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CB01DDBB-CBE7-32C8-A849-299265AAB316}"/>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91077790-BEC1-FA55-3A4F-30E75D423152}"/>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92EFB037-342E-C3A0-A61D-E4B482EA1B2C}"/>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4D4DF723-D8AD-3CC2-D173-B61277E506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B2B719CD-C006-8094-8C94-07B7CEC85CAB}"/>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1A7D9920-2709-0FAF-6618-FF4C6735B65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23C59A43-D9E0-DBF1-1E4A-F6C52062319D}"/>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7FD3F1B4-9AA3-B1EA-7B7F-0CF67AC4E277}"/>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6B64CEA4-E90C-5646-9B0B-01ABB53214F7}"/>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47D4C983-8864-5A40-5FFE-6A44C20854A4}"/>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B0070BE7-0BF8-0B9D-6C7A-B90DFAC1CD47}"/>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EDCCC4F4-0792-80E2-C3CB-51ABF1D59A7F}"/>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5E594559-9E8F-BC60-ACAB-B25B05747315}"/>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C15EC801-9A5C-6F79-F8E8-20DCD7929C79}"/>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C42BE250-E64F-02B9-2516-DC211FB4B853}"/>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AAF7D552-C29C-9F7C-8B7F-2FD54B6A609F}"/>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E766F3C7-9098-2E43-03C6-AB24BB187E06}"/>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00BFFBC7-C3F3-B399-4ADB-1132B9E03DC5}"/>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EB5CFAEA-7D13-FF09-2F48-D8D6233F905E}"/>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334CBBE5-72E5-BDDB-F275-4ADE4CF15045}"/>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EB8664A0-D509-9FF4-A77A-48D00739376C}"/>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5F2CFC4A-384B-B0DE-0041-637EBCF2CA8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8CC47E8F-B7FD-C456-075E-237E767FA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4" name="Group 73">
            <a:extLst>
              <a:ext uri="{FF2B5EF4-FFF2-40B4-BE49-F238E27FC236}">
                <a16:creationId xmlns:a16="http://schemas.microsoft.com/office/drawing/2014/main" id="{769AA377-CD25-A8C6-ED3E-BCC86D939670}"/>
              </a:ext>
            </a:extLst>
          </p:cNvPr>
          <p:cNvGrpSpPr/>
          <p:nvPr/>
        </p:nvGrpSpPr>
        <p:grpSpPr>
          <a:xfrm>
            <a:off x="1931214" y="4079276"/>
            <a:ext cx="318419" cy="221863"/>
            <a:chOff x="7105015" y="2182625"/>
            <a:chExt cx="318419" cy="221863"/>
          </a:xfrm>
        </p:grpSpPr>
        <p:sp>
          <p:nvSpPr>
            <p:cNvPr id="75" name="Oval 74">
              <a:extLst>
                <a:ext uri="{FF2B5EF4-FFF2-40B4-BE49-F238E27FC236}">
                  <a16:creationId xmlns:a16="http://schemas.microsoft.com/office/drawing/2014/main" id="{5F67955A-4729-661B-18B2-DADC90385E6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Picture 4" descr="R: R Logo">
              <a:extLst>
                <a:ext uri="{FF2B5EF4-FFF2-40B4-BE49-F238E27FC236}">
                  <a16:creationId xmlns:a16="http://schemas.microsoft.com/office/drawing/2014/main" id="{E3347C9D-A6BE-CF5C-6E55-BAB866FDD0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303CD5F0-5D80-5373-32A5-2AAEF355FC6C}"/>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BB2797F0-6188-DA29-F3B4-AD52C7035AB7}"/>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416EC618-5AA8-0246-8465-95957126787D}"/>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E10DAC29-EACF-4587-A7FE-6611B8598657}"/>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20AE3BC5-811D-9FB4-802D-DEE090C322D1}"/>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3484ECB7-6A99-5AE7-C034-8E9FDF2F2110}"/>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FDB19F16-2E48-8A40-F717-976D9352BCDD}"/>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1E8293BE-3F56-85E3-7A0E-2AE723C949D2}"/>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E8DD6F58-6176-E725-9575-38E389F67B6D}"/>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F6B63A5E-8F5D-A2A5-79DE-E99AE138C6C4}"/>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FEFA8AFC-6FC5-01D3-9A19-0E2B2F6CD3B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A5356999-D85A-5157-6A1B-403EA6E33E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pic>
        <p:nvPicPr>
          <p:cNvPr id="90" name="Picture 4" descr="R: R Logo">
            <a:extLst>
              <a:ext uri="{FF2B5EF4-FFF2-40B4-BE49-F238E27FC236}">
                <a16:creationId xmlns:a16="http://schemas.microsoft.com/office/drawing/2014/main" id="{F343FB9D-60F4-17AF-88EA-C44CEC40A9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BF4B5E8A-C807-0613-6EF6-74147E3C1D9A}"/>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grpSp>
        <p:nvGrpSpPr>
          <p:cNvPr id="93" name="Group 92">
            <a:extLst>
              <a:ext uri="{FF2B5EF4-FFF2-40B4-BE49-F238E27FC236}">
                <a16:creationId xmlns:a16="http://schemas.microsoft.com/office/drawing/2014/main" id="{435E8283-1E0D-8328-DADA-25E4C3380A52}"/>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5171E27C-0ED0-8D33-4372-F6A1B2A90431}"/>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5E527838-E934-2718-77E7-BC734B5FAC0A}"/>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EFAB05F6-D54A-E1EB-CDFD-2284563FE668}"/>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8ECA3996-565F-3D14-4396-180D02EF93ED}"/>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6C4C908B-932A-6058-D86D-8613F9D057C7}"/>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28BAD753-3D96-02F6-F3DC-8AAB1E6F3396}"/>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51E2C941-83A9-DB8C-C7CC-132F699CF860}"/>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B013AB72-808B-87D3-E694-FEBF02CAB144}"/>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5BD5E64D-22B9-5246-239F-4C744EAC01BE}"/>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BA090CAF-F5E2-D51E-97E8-141052BEDED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1196FA90-3D8E-B9F2-7C56-AF98AB5F1FFC}"/>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8835E342-A018-F0C2-C424-98331E47C116}"/>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A3F58FFF-6AF3-85E5-E583-E8E65967B707}"/>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B06777F3-C5EE-4D4F-0FC9-E8AA63DC8F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17" name="Freeform: Shape 116">
            <a:extLst>
              <a:ext uri="{FF2B5EF4-FFF2-40B4-BE49-F238E27FC236}">
                <a16:creationId xmlns:a16="http://schemas.microsoft.com/office/drawing/2014/main" id="{F17BCF96-F769-4623-B3E1-B83CB1DA5BCE}"/>
              </a:ext>
            </a:extLst>
          </p:cNvPr>
          <p:cNvSpPr/>
          <p:nvPr/>
        </p:nvSpPr>
        <p:spPr>
          <a:xfrm>
            <a:off x="2906162" y="1124893"/>
            <a:ext cx="977774" cy="679010"/>
          </a:xfrm>
          <a:custGeom>
            <a:avLst/>
            <a:gdLst>
              <a:gd name="csX0" fmla="*/ 977774 w 977774"/>
              <a:gd name="csY0" fmla="*/ 0 h 679010"/>
              <a:gd name="csX1" fmla="*/ 0 w 977774"/>
              <a:gd name="csY1" fmla="*/ 679010 h 679010"/>
              <a:gd name="csX0" fmla="*/ 977774 w 977774"/>
              <a:gd name="csY0" fmla="*/ 0 h 679010"/>
              <a:gd name="csX1" fmla="*/ 0 w 977774"/>
              <a:gd name="csY1" fmla="*/ 679010 h 679010"/>
              <a:gd name="csX0" fmla="*/ 977774 w 977774"/>
              <a:gd name="csY0" fmla="*/ 0 h 679010"/>
              <a:gd name="csX1" fmla="*/ 0 w 977774"/>
              <a:gd name="csY1" fmla="*/ 679010 h 679010"/>
            </a:gdLst>
            <a:ahLst/>
            <a:cxnLst>
              <a:cxn ang="0">
                <a:pos x="csX0" y="csY0"/>
              </a:cxn>
              <a:cxn ang="0">
                <a:pos x="csX1" y="csY1"/>
              </a:cxn>
            </a:cxnLst>
            <a:rect l="l" t="t" r="r" b="b"/>
            <a:pathLst>
              <a:path w="977774" h="679010">
                <a:moveTo>
                  <a:pt x="977774" y="0"/>
                </a:moveTo>
                <a:cubicBezTo>
                  <a:pt x="615636" y="208230"/>
                  <a:pt x="226337" y="344031"/>
                  <a:pt x="0" y="67901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Shape 117">
            <a:extLst>
              <a:ext uri="{FF2B5EF4-FFF2-40B4-BE49-F238E27FC236}">
                <a16:creationId xmlns:a16="http://schemas.microsoft.com/office/drawing/2014/main" id="{3E0E2555-91D1-444A-2EF9-53A02F1FD2A4}"/>
              </a:ext>
            </a:extLst>
          </p:cNvPr>
          <p:cNvSpPr/>
          <p:nvPr/>
        </p:nvSpPr>
        <p:spPr>
          <a:xfrm>
            <a:off x="4372823" y="1179214"/>
            <a:ext cx="217284" cy="669956"/>
          </a:xfrm>
          <a:custGeom>
            <a:avLst/>
            <a:gdLst>
              <a:gd name="csX0" fmla="*/ 0 w 298765"/>
              <a:gd name="csY0" fmla="*/ 0 h 769544"/>
              <a:gd name="csX1" fmla="*/ 298765 w 298765"/>
              <a:gd name="csY1" fmla="*/ 769544 h 769544"/>
              <a:gd name="csX0" fmla="*/ 0 w 298765"/>
              <a:gd name="csY0" fmla="*/ 0 h 769544"/>
              <a:gd name="csX1" fmla="*/ 298765 w 298765"/>
              <a:gd name="csY1" fmla="*/ 769544 h 769544"/>
              <a:gd name="csX0" fmla="*/ 0 w 298765"/>
              <a:gd name="csY0" fmla="*/ 0 h 769544"/>
              <a:gd name="csX1" fmla="*/ 298765 w 298765"/>
              <a:gd name="csY1" fmla="*/ 769544 h 769544"/>
              <a:gd name="csX0" fmla="*/ 0 w 217284"/>
              <a:gd name="csY0" fmla="*/ 0 h 669956"/>
              <a:gd name="csX1" fmla="*/ 217284 w 217284"/>
              <a:gd name="csY1" fmla="*/ 669956 h 669956"/>
            </a:gdLst>
            <a:ahLst/>
            <a:cxnLst>
              <a:cxn ang="0">
                <a:pos x="csX0" y="csY0"/>
              </a:cxn>
              <a:cxn ang="0">
                <a:pos x="csX1" y="csY1"/>
              </a:cxn>
            </a:cxnLst>
            <a:rect l="l" t="t" r="r" b="b"/>
            <a:pathLst>
              <a:path w="217284" h="669956">
                <a:moveTo>
                  <a:pt x="0" y="0"/>
                </a:moveTo>
                <a:cubicBezTo>
                  <a:pt x="135802" y="256515"/>
                  <a:pt x="153910" y="395334"/>
                  <a:pt x="217284" y="66995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Freeform: Shape 118">
            <a:extLst>
              <a:ext uri="{FF2B5EF4-FFF2-40B4-BE49-F238E27FC236}">
                <a16:creationId xmlns:a16="http://schemas.microsoft.com/office/drawing/2014/main" id="{21A02820-8280-9887-A0E0-4827E2AD347F}"/>
              </a:ext>
            </a:extLst>
          </p:cNvPr>
          <p:cNvSpPr/>
          <p:nvPr/>
        </p:nvSpPr>
        <p:spPr>
          <a:xfrm>
            <a:off x="2299580" y="1161107"/>
            <a:ext cx="2878302" cy="2915216"/>
          </a:xfrm>
          <a:custGeom>
            <a:avLst/>
            <a:gdLst>
              <a:gd name="csX0" fmla="*/ 2272420 w 2963735"/>
              <a:gd name="csY0" fmla="*/ 0 h 2915216"/>
              <a:gd name="csX1" fmla="*/ 2824681 w 2963735"/>
              <a:gd name="csY1" fmla="*/ 1113576 h 2915216"/>
              <a:gd name="csX2" fmla="*/ 0 w 2963735"/>
              <a:gd name="csY2" fmla="*/ 2915216 h 2915216"/>
              <a:gd name="csX0" fmla="*/ 2272420 w 2954843"/>
              <a:gd name="csY0" fmla="*/ 0 h 2915216"/>
              <a:gd name="csX1" fmla="*/ 2824681 w 2954843"/>
              <a:gd name="csY1" fmla="*/ 1113576 h 2915216"/>
              <a:gd name="csX2" fmla="*/ 0 w 2954843"/>
              <a:gd name="csY2" fmla="*/ 2915216 h 2915216"/>
              <a:gd name="csX0" fmla="*/ 2272420 w 2878302"/>
              <a:gd name="csY0" fmla="*/ 0 h 2915216"/>
              <a:gd name="csX1" fmla="*/ 2824681 w 2878302"/>
              <a:gd name="csY1" fmla="*/ 1113576 h 2915216"/>
              <a:gd name="csX2" fmla="*/ 0 w 2878302"/>
              <a:gd name="csY2" fmla="*/ 2915216 h 2915216"/>
              <a:gd name="csX0" fmla="*/ 2272420 w 2878302"/>
              <a:gd name="csY0" fmla="*/ 0 h 2915216"/>
              <a:gd name="csX1" fmla="*/ 2824681 w 2878302"/>
              <a:gd name="csY1" fmla="*/ 1113576 h 2915216"/>
              <a:gd name="csX2" fmla="*/ 0 w 2878302"/>
              <a:gd name="csY2" fmla="*/ 2915216 h 2915216"/>
            </a:gdLst>
            <a:ahLst/>
            <a:cxnLst>
              <a:cxn ang="0">
                <a:pos x="csX0" y="csY0"/>
              </a:cxn>
              <a:cxn ang="0">
                <a:pos x="csX1" y="csY1"/>
              </a:cxn>
              <a:cxn ang="0">
                <a:pos x="csX2" y="csY2"/>
              </a:cxn>
            </a:cxnLst>
            <a:rect l="l" t="t" r="r" b="b"/>
            <a:pathLst>
              <a:path w="2878302" h="2915216">
                <a:moveTo>
                  <a:pt x="2272420" y="0"/>
                </a:moveTo>
                <a:cubicBezTo>
                  <a:pt x="2674545" y="295746"/>
                  <a:pt x="3013295" y="799723"/>
                  <a:pt x="2824681" y="1113576"/>
                </a:cubicBezTo>
                <a:cubicBezTo>
                  <a:pt x="2572693" y="1463643"/>
                  <a:pt x="1222972" y="2257330"/>
                  <a:pt x="0" y="291521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43BD0F15-2392-C75D-6191-0C811337CA08}"/>
              </a:ext>
            </a:extLst>
          </p:cNvPr>
          <p:cNvSpPr/>
          <p:nvPr/>
        </p:nvSpPr>
        <p:spPr>
          <a:xfrm>
            <a:off x="4087756" y="1157643"/>
            <a:ext cx="1092989" cy="4564049"/>
          </a:xfrm>
          <a:custGeom>
            <a:avLst/>
            <a:gdLst>
              <a:gd name="csX0" fmla="*/ 485030 w 1097686"/>
              <a:gd name="csY0" fmla="*/ 0 h 4564049"/>
              <a:gd name="csX1" fmla="*/ 1097280 w 1097686"/>
              <a:gd name="csY1" fmla="*/ 890546 h 4564049"/>
              <a:gd name="csX2" fmla="*/ 405517 w 1097686"/>
              <a:gd name="csY2" fmla="*/ 2353586 h 4564049"/>
              <a:gd name="csX3" fmla="*/ 0 w 1097686"/>
              <a:gd name="csY3" fmla="*/ 4564049 h 4564049"/>
              <a:gd name="csX0" fmla="*/ 485030 w 1097588"/>
              <a:gd name="csY0" fmla="*/ 0 h 4564049"/>
              <a:gd name="csX1" fmla="*/ 1097280 w 1097588"/>
              <a:gd name="csY1" fmla="*/ 890546 h 4564049"/>
              <a:gd name="csX2" fmla="*/ 405517 w 1097588"/>
              <a:gd name="csY2" fmla="*/ 2353586 h 4564049"/>
              <a:gd name="csX3" fmla="*/ 0 w 1097588"/>
              <a:gd name="csY3" fmla="*/ 4564049 h 4564049"/>
              <a:gd name="csX0" fmla="*/ 485030 w 1110580"/>
              <a:gd name="csY0" fmla="*/ 0 h 4564049"/>
              <a:gd name="csX1" fmla="*/ 1110281 w 1110580"/>
              <a:gd name="csY1" fmla="*/ 894879 h 4564049"/>
              <a:gd name="csX2" fmla="*/ 405517 w 1110580"/>
              <a:gd name="csY2" fmla="*/ 2353586 h 4564049"/>
              <a:gd name="csX3" fmla="*/ 0 w 1110580"/>
              <a:gd name="csY3" fmla="*/ 4564049 h 4564049"/>
              <a:gd name="csX0" fmla="*/ 485030 w 1110419"/>
              <a:gd name="csY0" fmla="*/ 0 h 4564049"/>
              <a:gd name="csX1" fmla="*/ 1110281 w 1110419"/>
              <a:gd name="csY1" fmla="*/ 894879 h 4564049"/>
              <a:gd name="csX2" fmla="*/ 405517 w 1110419"/>
              <a:gd name="csY2" fmla="*/ 2353586 h 4564049"/>
              <a:gd name="csX3" fmla="*/ 0 w 1110419"/>
              <a:gd name="csY3" fmla="*/ 4564049 h 4564049"/>
              <a:gd name="csX0" fmla="*/ 485030 w 1093089"/>
              <a:gd name="csY0" fmla="*/ 0 h 4564049"/>
              <a:gd name="csX1" fmla="*/ 1092946 w 1093089"/>
              <a:gd name="csY1" fmla="*/ 894879 h 4564049"/>
              <a:gd name="csX2" fmla="*/ 405517 w 1093089"/>
              <a:gd name="csY2" fmla="*/ 2353586 h 4564049"/>
              <a:gd name="csX3" fmla="*/ 0 w 1093089"/>
              <a:gd name="csY3" fmla="*/ 4564049 h 4564049"/>
              <a:gd name="csX0" fmla="*/ 485030 w 1093097"/>
              <a:gd name="csY0" fmla="*/ 0 h 4564049"/>
              <a:gd name="csX1" fmla="*/ 1092946 w 1093097"/>
              <a:gd name="csY1" fmla="*/ 894879 h 4564049"/>
              <a:gd name="csX2" fmla="*/ 405517 w 1093097"/>
              <a:gd name="csY2" fmla="*/ 2353586 h 4564049"/>
              <a:gd name="csX3" fmla="*/ 0 w 1093097"/>
              <a:gd name="csY3" fmla="*/ 4564049 h 4564049"/>
              <a:gd name="csX0" fmla="*/ 485030 w 1092970"/>
              <a:gd name="csY0" fmla="*/ 0 h 4564049"/>
              <a:gd name="csX1" fmla="*/ 1092946 w 1092970"/>
              <a:gd name="csY1" fmla="*/ 894879 h 4564049"/>
              <a:gd name="csX2" fmla="*/ 405517 w 1092970"/>
              <a:gd name="csY2" fmla="*/ 2353586 h 4564049"/>
              <a:gd name="csX3" fmla="*/ 0 w 1092970"/>
              <a:gd name="csY3" fmla="*/ 4564049 h 4564049"/>
              <a:gd name="csX0" fmla="*/ 485030 w 1092989"/>
              <a:gd name="csY0" fmla="*/ 0 h 4564049"/>
              <a:gd name="csX1" fmla="*/ 1092946 w 1092989"/>
              <a:gd name="csY1" fmla="*/ 894879 h 4564049"/>
              <a:gd name="csX2" fmla="*/ 514158 w 1092989"/>
              <a:gd name="csY2" fmla="*/ 2362640 h 4564049"/>
              <a:gd name="csX3" fmla="*/ 0 w 1092989"/>
              <a:gd name="csY3" fmla="*/ 4564049 h 4564049"/>
            </a:gdLst>
            <a:ahLst/>
            <a:cxnLst>
              <a:cxn ang="0">
                <a:pos x="csX0" y="csY0"/>
              </a:cxn>
              <a:cxn ang="0">
                <a:pos x="csX1" y="csY1"/>
              </a:cxn>
              <a:cxn ang="0">
                <a:pos x="csX2" y="csY2"/>
              </a:cxn>
              <a:cxn ang="0">
                <a:pos x="csX3" y="csY3"/>
              </a:cxn>
            </a:cxnLst>
            <a:rect l="l" t="t" r="r" b="b"/>
            <a:pathLst>
              <a:path w="1092989" h="4564049">
                <a:moveTo>
                  <a:pt x="485030" y="0"/>
                </a:moveTo>
                <a:cubicBezTo>
                  <a:pt x="715443" y="188469"/>
                  <a:pt x="1088091" y="501106"/>
                  <a:pt x="1092946" y="894879"/>
                </a:cubicBezTo>
                <a:cubicBezTo>
                  <a:pt x="1097801" y="1288652"/>
                  <a:pt x="697038" y="1750389"/>
                  <a:pt x="514158" y="2362640"/>
                </a:cubicBezTo>
                <a:cubicBezTo>
                  <a:pt x="331278" y="2974891"/>
                  <a:pt x="111318" y="3764943"/>
                  <a:pt x="0" y="4564049"/>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Shape 120">
            <a:extLst>
              <a:ext uri="{FF2B5EF4-FFF2-40B4-BE49-F238E27FC236}">
                <a16:creationId xmlns:a16="http://schemas.microsoft.com/office/drawing/2014/main" id="{5E547DEF-1C95-A00A-A57B-CB985627E99C}"/>
              </a:ext>
            </a:extLst>
          </p:cNvPr>
          <p:cNvSpPr/>
          <p:nvPr/>
        </p:nvSpPr>
        <p:spPr>
          <a:xfrm>
            <a:off x="4579654" y="1162341"/>
            <a:ext cx="603118" cy="2672542"/>
          </a:xfrm>
          <a:custGeom>
            <a:avLst/>
            <a:gdLst>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3118"/>
              <a:gd name="csY0" fmla="*/ 0 h 2672542"/>
              <a:gd name="csX1" fmla="*/ 598516 w 603118"/>
              <a:gd name="csY1" fmla="*/ 897775 h 2672542"/>
              <a:gd name="csX2" fmla="*/ 320040 w 603118"/>
              <a:gd name="csY2" fmla="*/ 2672542 h 2672542"/>
            </a:gdLst>
            <a:ahLst/>
            <a:cxnLst>
              <a:cxn ang="0">
                <a:pos x="csX0" y="csY0"/>
              </a:cxn>
              <a:cxn ang="0">
                <a:pos x="csX1" y="csY1"/>
              </a:cxn>
              <a:cxn ang="0">
                <a:pos x="csX2" y="csY2"/>
              </a:cxn>
            </a:cxnLst>
            <a:rect l="l" t="t" r="r" b="b"/>
            <a:pathLst>
              <a:path w="603118" h="2672542">
                <a:moveTo>
                  <a:pt x="0" y="0"/>
                </a:moveTo>
                <a:cubicBezTo>
                  <a:pt x="272588" y="226175"/>
                  <a:pt x="586741" y="527167"/>
                  <a:pt x="598516" y="897775"/>
                </a:cubicBezTo>
                <a:cubicBezTo>
                  <a:pt x="631074" y="1484516"/>
                  <a:pt x="485948" y="2007870"/>
                  <a:pt x="320040" y="2672542"/>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Shape 122">
            <a:extLst>
              <a:ext uri="{FF2B5EF4-FFF2-40B4-BE49-F238E27FC236}">
                <a16:creationId xmlns:a16="http://schemas.microsoft.com/office/drawing/2014/main" id="{B4AAF4A8-D9FF-0C6D-0E72-58CCE28DB8C4}"/>
              </a:ext>
            </a:extLst>
          </p:cNvPr>
          <p:cNvSpPr/>
          <p:nvPr/>
        </p:nvSpPr>
        <p:spPr>
          <a:xfrm>
            <a:off x="4671588" y="1106786"/>
            <a:ext cx="2299580" cy="4644428"/>
          </a:xfrm>
          <a:custGeom>
            <a:avLst/>
            <a:gdLst>
              <a:gd name="csX0" fmla="*/ 0 w 2299580"/>
              <a:gd name="csY0" fmla="*/ 0 h 4644428"/>
              <a:gd name="csX1" fmla="*/ 778598 w 2299580"/>
              <a:gd name="csY1" fmla="*/ 1032095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Lst>
            <a:ahLst/>
            <a:cxnLst>
              <a:cxn ang="0">
                <a:pos x="csX0" y="csY0"/>
              </a:cxn>
              <a:cxn ang="0">
                <a:pos x="csX1" y="csY1"/>
              </a:cxn>
              <a:cxn ang="0">
                <a:pos x="csX2" y="csY2"/>
              </a:cxn>
              <a:cxn ang="0">
                <a:pos x="csX3" y="csY3"/>
              </a:cxn>
            </a:cxnLst>
            <a:rect l="l" t="t" r="r" b="b"/>
            <a:pathLst>
              <a:path w="2299580" h="4644428">
                <a:moveTo>
                  <a:pt x="0" y="0"/>
                </a:moveTo>
                <a:cubicBezTo>
                  <a:pt x="318380" y="313098"/>
                  <a:pt x="543208" y="564334"/>
                  <a:pt x="860079" y="986828"/>
                </a:cubicBezTo>
                <a:cubicBezTo>
                  <a:pt x="1176950" y="1409322"/>
                  <a:pt x="1674891" y="1860486"/>
                  <a:pt x="1955548" y="2426329"/>
                </a:cubicBezTo>
                <a:cubicBezTo>
                  <a:pt x="2236205" y="2992172"/>
                  <a:pt x="2136617" y="3786612"/>
                  <a:pt x="2299580" y="4644428"/>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0088054D-8435-6433-C8EF-0EEF39204CE9}"/>
              </a:ext>
            </a:extLst>
          </p:cNvPr>
          <p:cNvSpPr txBox="1"/>
          <p:nvPr/>
        </p:nvSpPr>
        <p:spPr>
          <a:xfrm>
            <a:off x="1977307" y="4349276"/>
            <a:ext cx="587322" cy="338554"/>
          </a:xfrm>
          <a:prstGeom prst="rect">
            <a:avLst/>
          </a:prstGeom>
          <a:noFill/>
        </p:spPr>
        <p:txBody>
          <a:bodyPr wrap="square" rtlCol="0">
            <a:spAutoFit/>
          </a:bodyPr>
          <a:lstStyle/>
          <a:p>
            <a:r>
              <a:rPr lang="en-US" sz="800" i="1" dirty="0">
                <a:solidFill>
                  <a:srgbClr val="C00000"/>
                </a:solidFill>
              </a:rPr>
              <a:t>Data Entry</a:t>
            </a:r>
          </a:p>
        </p:txBody>
      </p:sp>
      <p:sp>
        <p:nvSpPr>
          <p:cNvPr id="127" name="TextBox 126">
            <a:extLst>
              <a:ext uri="{FF2B5EF4-FFF2-40B4-BE49-F238E27FC236}">
                <a16:creationId xmlns:a16="http://schemas.microsoft.com/office/drawing/2014/main" id="{60DAB57B-9C0A-8A5E-597F-D2655BDAB9DD}"/>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sp>
        <p:nvSpPr>
          <p:cNvPr id="129" name="TextBox 128">
            <a:extLst>
              <a:ext uri="{FF2B5EF4-FFF2-40B4-BE49-F238E27FC236}">
                <a16:creationId xmlns:a16="http://schemas.microsoft.com/office/drawing/2014/main" id="{C0CBEB8B-9F70-6B51-FCDC-EE8EE63B4269}"/>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ACC81952-0087-BE4F-EE5A-FA4B2E4D53A7}"/>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F2C8C250-9BD0-139F-C006-E3A1B3C5FD8A}"/>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grpSp>
        <p:nvGrpSpPr>
          <p:cNvPr id="136" name="Group 135">
            <a:extLst>
              <a:ext uri="{FF2B5EF4-FFF2-40B4-BE49-F238E27FC236}">
                <a16:creationId xmlns:a16="http://schemas.microsoft.com/office/drawing/2014/main" id="{33350C3D-A71D-D4E0-011E-F9C76BB955A4}"/>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4C6F0029-1751-2F73-6063-7BB84B0F564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3C7BA742-FC87-EB7E-4B40-F919B35DFC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238B8E09-4FD8-6464-AB2B-942D96AA8292}"/>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6" name="Freeform: Shape 145">
            <a:extLst>
              <a:ext uri="{FF2B5EF4-FFF2-40B4-BE49-F238E27FC236}">
                <a16:creationId xmlns:a16="http://schemas.microsoft.com/office/drawing/2014/main" id="{C8198F6D-4D33-D939-FFD7-411EE22313F9}"/>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97643844-061E-FA51-816C-6D2ACA11E3A1}"/>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E56DD55C-C052-AFFB-F7F1-5F6772495EA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B149690A-6236-C557-9EC7-2F138BC32EAE}"/>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F00D58FB-9816-9BF9-024B-5BB3578698E1}"/>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4061C15E-47BB-9F4C-C76C-A225A2172266}"/>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6CE2C059-3BC3-F0FB-AB48-A0A877DB000F}"/>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160" name="TextBox 159">
            <a:extLst>
              <a:ext uri="{FF2B5EF4-FFF2-40B4-BE49-F238E27FC236}">
                <a16:creationId xmlns:a16="http://schemas.microsoft.com/office/drawing/2014/main" id="{72E867DD-D993-0BAB-1237-24E026D30295}"/>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716B3557-1EF9-7C17-AB73-E7E47EAA9928}"/>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7" name="TextBox 26">
            <a:extLst>
              <a:ext uri="{FF2B5EF4-FFF2-40B4-BE49-F238E27FC236}">
                <a16:creationId xmlns:a16="http://schemas.microsoft.com/office/drawing/2014/main" id="{23D01E02-899B-7CEE-E2DA-7750EC59162B}"/>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29" name="TextBox 28">
            <a:extLst>
              <a:ext uri="{FF2B5EF4-FFF2-40B4-BE49-F238E27FC236}">
                <a16:creationId xmlns:a16="http://schemas.microsoft.com/office/drawing/2014/main" id="{9A729817-23F1-471F-C220-413E3413BC62}"/>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3215305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70A4C6C9-0263-8807-63D7-8D1572A026A5}"/>
              </a:ext>
            </a:extLst>
          </p:cNvPr>
          <p:cNvSpPr/>
          <p:nvPr/>
        </p:nvSpPr>
        <p:spPr>
          <a:xfrm rot="16200000">
            <a:off x="4711339" y="-1158240"/>
            <a:ext cx="365760" cy="5068389"/>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n 2">
            <a:extLst>
              <a:ext uri="{FF2B5EF4-FFF2-40B4-BE49-F238E27FC236}">
                <a16:creationId xmlns:a16="http://schemas.microsoft.com/office/drawing/2014/main" id="{2EA693FE-4744-190D-E307-0B4D9B7428C7}"/>
              </a:ext>
            </a:extLst>
          </p:cNvPr>
          <p:cNvSpPr/>
          <p:nvPr/>
        </p:nvSpPr>
        <p:spPr>
          <a:xfrm rot="16200000">
            <a:off x="3004460" y="1158239"/>
            <a:ext cx="365760" cy="435430"/>
          </a:xfrm>
          <a:prstGeom prst="can">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CBC4DCA9-DBFE-E348-68FF-2DDDE108C853}"/>
              </a:ext>
            </a:extLst>
          </p:cNvPr>
          <p:cNvSpPr/>
          <p:nvPr/>
        </p:nvSpPr>
        <p:spPr>
          <a:xfrm rot="16200000">
            <a:off x="5172899" y="1158239"/>
            <a:ext cx="365760" cy="43543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Document outline">
            <a:extLst>
              <a:ext uri="{FF2B5EF4-FFF2-40B4-BE49-F238E27FC236}">
                <a16:creationId xmlns:a16="http://schemas.microsoft.com/office/drawing/2014/main" id="{14E44D94-CEC8-0CDA-8642-46EFAD19776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62373" y="2635355"/>
            <a:ext cx="414504" cy="414504"/>
          </a:xfrm>
          <a:prstGeom prst="rect">
            <a:avLst/>
          </a:prstGeom>
        </p:spPr>
      </p:pic>
      <p:pic>
        <p:nvPicPr>
          <p:cNvPr id="7" name="Graphic 6" descr="Document outline">
            <a:extLst>
              <a:ext uri="{FF2B5EF4-FFF2-40B4-BE49-F238E27FC236}">
                <a16:creationId xmlns:a16="http://schemas.microsoft.com/office/drawing/2014/main" id="{02815124-EF53-754E-0D98-BC4AB9AE17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86967" y="2662279"/>
            <a:ext cx="414504" cy="414504"/>
          </a:xfrm>
          <a:prstGeom prst="rect">
            <a:avLst/>
          </a:prstGeom>
        </p:spPr>
      </p:pic>
      <p:pic>
        <p:nvPicPr>
          <p:cNvPr id="8" name="Picture 4" descr="Computer user - icon by Adioma">
            <a:extLst>
              <a:ext uri="{FF2B5EF4-FFF2-40B4-BE49-F238E27FC236}">
                <a16:creationId xmlns:a16="http://schemas.microsoft.com/office/drawing/2014/main" id="{A7B23CD9-7016-ED15-3C5F-FEB19AA14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2708" y="356102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mputer user - icon by Adioma">
            <a:extLst>
              <a:ext uri="{FF2B5EF4-FFF2-40B4-BE49-F238E27FC236}">
                <a16:creationId xmlns:a16="http://schemas.microsoft.com/office/drawing/2014/main" id="{B79A98DB-F9D0-AA03-8AF7-D15737372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4970" y="3548206"/>
            <a:ext cx="449309" cy="44038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22DEF787-5C94-6488-767A-84667BA075AD}"/>
              </a:ext>
            </a:extLst>
          </p:cNvPr>
          <p:cNvCxnSpPr/>
          <p:nvPr/>
        </p:nvCxnSpPr>
        <p:spPr>
          <a:xfrm>
            <a:off x="2969624" y="3076783"/>
            <a:ext cx="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5A60A8F-4B34-0584-F478-329A79DBEE60}"/>
              </a:ext>
            </a:extLst>
          </p:cNvPr>
          <p:cNvCxnSpPr/>
          <p:nvPr/>
        </p:nvCxnSpPr>
        <p:spPr>
          <a:xfrm>
            <a:off x="4916204" y="3090676"/>
            <a:ext cx="0" cy="352217"/>
          </a:xfrm>
          <a:prstGeom prst="line">
            <a:avLst/>
          </a:prstGeom>
        </p:spPr>
        <p:style>
          <a:lnRef idx="2">
            <a:schemeClr val="accent1"/>
          </a:lnRef>
          <a:fillRef idx="0">
            <a:schemeClr val="accent1"/>
          </a:fillRef>
          <a:effectRef idx="1">
            <a:schemeClr val="accent1"/>
          </a:effectRef>
          <a:fontRef idx="minor">
            <a:schemeClr val="tx1"/>
          </a:fontRef>
        </p:style>
      </p:cxnSp>
      <p:pic>
        <p:nvPicPr>
          <p:cNvPr id="13" name="Graphic 12" descr="Document outline">
            <a:extLst>
              <a:ext uri="{FF2B5EF4-FFF2-40B4-BE49-F238E27FC236}">
                <a16:creationId xmlns:a16="http://schemas.microsoft.com/office/drawing/2014/main" id="{DF3DA73C-C900-274C-0BD2-ADF18B20188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9677" y="2676172"/>
            <a:ext cx="414504" cy="414504"/>
          </a:xfrm>
          <a:prstGeom prst="rect">
            <a:avLst/>
          </a:prstGeom>
        </p:spPr>
      </p:pic>
      <p:cxnSp>
        <p:nvCxnSpPr>
          <p:cNvPr id="15" name="Straight Connector 14">
            <a:extLst>
              <a:ext uri="{FF2B5EF4-FFF2-40B4-BE49-F238E27FC236}">
                <a16:creationId xmlns:a16="http://schemas.microsoft.com/office/drawing/2014/main" id="{0C0FC6EE-565F-CB65-7731-9F72AB99C91E}"/>
              </a:ext>
            </a:extLst>
          </p:cNvPr>
          <p:cNvCxnSpPr/>
          <p:nvPr/>
        </p:nvCxnSpPr>
        <p:spPr>
          <a:xfrm flipV="1">
            <a:off x="5138064" y="3090676"/>
            <a:ext cx="43543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E1E93ED-6A9A-FD16-0D29-99F545282493}"/>
              </a:ext>
            </a:extLst>
          </p:cNvPr>
          <p:cNvCxnSpPr/>
          <p:nvPr/>
        </p:nvCxnSpPr>
        <p:spPr>
          <a:xfrm flipV="1">
            <a:off x="2969624" y="1694985"/>
            <a:ext cx="20725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32C159C-57EA-63D9-C523-2334CC8BFB21}"/>
              </a:ext>
            </a:extLst>
          </p:cNvPr>
          <p:cNvCxnSpPr/>
          <p:nvPr/>
        </p:nvCxnSpPr>
        <p:spPr>
          <a:xfrm flipH="1" flipV="1">
            <a:off x="3405055" y="1728439"/>
            <a:ext cx="1367653" cy="9069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5A7B837-EDE6-682D-08BE-196BED0A7D32}"/>
              </a:ext>
            </a:extLst>
          </p:cNvPr>
          <p:cNvCxnSpPr/>
          <p:nvPr/>
        </p:nvCxnSpPr>
        <p:spPr>
          <a:xfrm flipH="1" flipV="1">
            <a:off x="5319677" y="1694985"/>
            <a:ext cx="16672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ight Arrow 21">
            <a:extLst>
              <a:ext uri="{FF2B5EF4-FFF2-40B4-BE49-F238E27FC236}">
                <a16:creationId xmlns:a16="http://schemas.microsoft.com/office/drawing/2014/main" id="{1CECA6A3-2007-8BAA-BC3E-E45858B272E8}"/>
              </a:ext>
            </a:extLst>
          </p:cNvPr>
          <p:cNvSpPr/>
          <p:nvPr/>
        </p:nvSpPr>
        <p:spPr>
          <a:xfrm>
            <a:off x="3706695" y="1314621"/>
            <a:ext cx="1129728" cy="122663"/>
          </a:xfrm>
          <a:prstGeom prst="rightArrow">
            <a:avLst/>
          </a:prstGeom>
          <a:solidFill>
            <a:schemeClr val="accent4">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1273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45F6F9-EE63-815B-73E0-783A14EDBF53}"/>
              </a:ext>
            </a:extLst>
          </p:cNvPr>
          <p:cNvSpPr txBox="1"/>
          <p:nvPr/>
        </p:nvSpPr>
        <p:spPr>
          <a:xfrm>
            <a:off x="2245259" y="316871"/>
            <a:ext cx="4590107" cy="369332"/>
          </a:xfrm>
          <a:prstGeom prst="rect">
            <a:avLst/>
          </a:prstGeom>
          <a:noFill/>
        </p:spPr>
        <p:txBody>
          <a:bodyPr wrap="square" rtlCol="0">
            <a:spAutoFit/>
          </a:bodyPr>
          <a:lstStyle/>
          <a:p>
            <a:r>
              <a:rPr lang="en-US" dirty="0"/>
              <a:t>Data Entry</a:t>
            </a:r>
          </a:p>
        </p:txBody>
      </p:sp>
      <p:sp>
        <p:nvSpPr>
          <p:cNvPr id="4" name="TextBox 3">
            <a:extLst>
              <a:ext uri="{FF2B5EF4-FFF2-40B4-BE49-F238E27FC236}">
                <a16:creationId xmlns:a16="http://schemas.microsoft.com/office/drawing/2014/main" id="{6AA1F1B4-CC9E-ADAB-414A-55088A01CD27}"/>
              </a:ext>
            </a:extLst>
          </p:cNvPr>
          <p:cNvSpPr txBox="1"/>
          <p:nvPr/>
        </p:nvSpPr>
        <p:spPr>
          <a:xfrm>
            <a:off x="1127156" y="1575304"/>
            <a:ext cx="809834" cy="307777"/>
          </a:xfrm>
          <a:prstGeom prst="rect">
            <a:avLst/>
          </a:prstGeom>
          <a:noFill/>
        </p:spPr>
        <p:txBody>
          <a:bodyPr wrap="square" rtlCol="0">
            <a:spAutoFit/>
          </a:bodyPr>
          <a:lstStyle/>
          <a:p>
            <a:r>
              <a:rPr lang="en-US" sz="1400" dirty="0"/>
              <a:t>planting</a:t>
            </a:r>
          </a:p>
        </p:txBody>
      </p:sp>
      <p:sp>
        <p:nvSpPr>
          <p:cNvPr id="6" name="TextBox 5">
            <a:extLst>
              <a:ext uri="{FF2B5EF4-FFF2-40B4-BE49-F238E27FC236}">
                <a16:creationId xmlns:a16="http://schemas.microsoft.com/office/drawing/2014/main" id="{A7428530-F42D-9FE8-58AF-ABD13F03899E}"/>
              </a:ext>
            </a:extLst>
          </p:cNvPr>
          <p:cNvSpPr txBox="1"/>
          <p:nvPr/>
        </p:nvSpPr>
        <p:spPr>
          <a:xfrm>
            <a:off x="1127156" y="2708509"/>
            <a:ext cx="1557196" cy="307777"/>
          </a:xfrm>
          <a:prstGeom prst="rect">
            <a:avLst/>
          </a:prstGeom>
          <a:noFill/>
        </p:spPr>
        <p:txBody>
          <a:bodyPr wrap="square" rtlCol="0">
            <a:spAutoFit/>
          </a:bodyPr>
          <a:lstStyle/>
          <a:p>
            <a:r>
              <a:rPr lang="en-US" sz="1400" dirty="0"/>
              <a:t>Monitoring data</a:t>
            </a:r>
          </a:p>
        </p:txBody>
      </p:sp>
      <p:sp>
        <p:nvSpPr>
          <p:cNvPr id="8" name="TextBox 7">
            <a:extLst>
              <a:ext uri="{FF2B5EF4-FFF2-40B4-BE49-F238E27FC236}">
                <a16:creationId xmlns:a16="http://schemas.microsoft.com/office/drawing/2014/main" id="{EBF95C78-9CD4-36DA-E7AF-ACCB763E3294}"/>
              </a:ext>
            </a:extLst>
          </p:cNvPr>
          <p:cNvSpPr txBox="1"/>
          <p:nvPr/>
        </p:nvSpPr>
        <p:spPr>
          <a:xfrm>
            <a:off x="1127156" y="3841714"/>
            <a:ext cx="1638677" cy="307777"/>
          </a:xfrm>
          <a:prstGeom prst="rect">
            <a:avLst/>
          </a:prstGeom>
          <a:noFill/>
        </p:spPr>
        <p:txBody>
          <a:bodyPr wrap="square" rtlCol="0">
            <a:spAutoFit/>
          </a:bodyPr>
          <a:lstStyle/>
          <a:p>
            <a:r>
              <a:rPr lang="en-US" sz="1400" dirty="0" err="1"/>
              <a:t>Planting_locations</a:t>
            </a:r>
            <a:endParaRPr lang="en-US" sz="1400" dirty="0"/>
          </a:p>
        </p:txBody>
      </p:sp>
      <p:sp>
        <p:nvSpPr>
          <p:cNvPr id="10" name="TextBox 9">
            <a:extLst>
              <a:ext uri="{FF2B5EF4-FFF2-40B4-BE49-F238E27FC236}">
                <a16:creationId xmlns:a16="http://schemas.microsoft.com/office/drawing/2014/main" id="{B059FFB2-94BE-DDA0-E194-82907EE78E6C}"/>
              </a:ext>
            </a:extLst>
          </p:cNvPr>
          <p:cNvSpPr txBox="1"/>
          <p:nvPr/>
        </p:nvSpPr>
        <p:spPr>
          <a:xfrm>
            <a:off x="1127156" y="4974919"/>
            <a:ext cx="1638677" cy="307777"/>
          </a:xfrm>
          <a:prstGeom prst="rect">
            <a:avLst/>
          </a:prstGeom>
          <a:noFill/>
        </p:spPr>
        <p:txBody>
          <a:bodyPr wrap="square" rtlCol="0">
            <a:spAutoFit/>
          </a:bodyPr>
          <a:lstStyle/>
          <a:p>
            <a:r>
              <a:rPr lang="en-US" sz="1400" dirty="0" err="1"/>
              <a:t>Donor_sites</a:t>
            </a:r>
            <a:endParaRPr lang="en-US" sz="1400" dirty="0"/>
          </a:p>
        </p:txBody>
      </p:sp>
      <p:sp>
        <p:nvSpPr>
          <p:cNvPr id="12" name="TextBox 11">
            <a:extLst>
              <a:ext uri="{FF2B5EF4-FFF2-40B4-BE49-F238E27FC236}">
                <a16:creationId xmlns:a16="http://schemas.microsoft.com/office/drawing/2014/main" id="{1EBBF101-94B2-6A9A-50F2-1983AC387896}"/>
              </a:ext>
            </a:extLst>
          </p:cNvPr>
          <p:cNvSpPr txBox="1"/>
          <p:nvPr/>
        </p:nvSpPr>
        <p:spPr>
          <a:xfrm>
            <a:off x="2684348" y="1342380"/>
            <a:ext cx="1638677" cy="307777"/>
          </a:xfrm>
          <a:prstGeom prst="rect">
            <a:avLst/>
          </a:prstGeom>
          <a:noFill/>
        </p:spPr>
        <p:txBody>
          <a:bodyPr wrap="square" rtlCol="0">
            <a:spAutoFit/>
          </a:bodyPr>
          <a:lstStyle/>
          <a:p>
            <a:r>
              <a:rPr lang="en-US" sz="1400" dirty="0" err="1"/>
              <a:t>Planting_locations</a:t>
            </a:r>
            <a:endParaRPr lang="en-US" sz="1400" dirty="0"/>
          </a:p>
        </p:txBody>
      </p:sp>
      <p:sp>
        <p:nvSpPr>
          <p:cNvPr id="14" name="TextBox 13">
            <a:extLst>
              <a:ext uri="{FF2B5EF4-FFF2-40B4-BE49-F238E27FC236}">
                <a16:creationId xmlns:a16="http://schemas.microsoft.com/office/drawing/2014/main" id="{516C90B3-843A-73E8-4A7E-EE8FD350B62F}"/>
              </a:ext>
            </a:extLst>
          </p:cNvPr>
          <p:cNvSpPr txBox="1"/>
          <p:nvPr/>
        </p:nvSpPr>
        <p:spPr>
          <a:xfrm>
            <a:off x="2684348" y="1691860"/>
            <a:ext cx="1638677" cy="307777"/>
          </a:xfrm>
          <a:prstGeom prst="rect">
            <a:avLst/>
          </a:prstGeom>
          <a:noFill/>
        </p:spPr>
        <p:txBody>
          <a:bodyPr wrap="square" rtlCol="0">
            <a:spAutoFit/>
          </a:bodyPr>
          <a:lstStyle/>
          <a:p>
            <a:r>
              <a:rPr lang="en-US" sz="1400" dirty="0" err="1"/>
              <a:t>Donor_sites</a:t>
            </a:r>
            <a:endParaRPr lang="en-US" sz="1400" dirty="0"/>
          </a:p>
        </p:txBody>
      </p:sp>
      <p:sp>
        <p:nvSpPr>
          <p:cNvPr id="16" name="TextBox 15">
            <a:extLst>
              <a:ext uri="{FF2B5EF4-FFF2-40B4-BE49-F238E27FC236}">
                <a16:creationId xmlns:a16="http://schemas.microsoft.com/office/drawing/2014/main" id="{15919A9E-7AAF-95C7-57E8-8A37FD1AD43A}"/>
              </a:ext>
            </a:extLst>
          </p:cNvPr>
          <p:cNvSpPr txBox="1"/>
          <p:nvPr/>
        </p:nvSpPr>
        <p:spPr>
          <a:xfrm>
            <a:off x="2684348" y="2041339"/>
            <a:ext cx="1638677" cy="307777"/>
          </a:xfrm>
          <a:prstGeom prst="rect">
            <a:avLst/>
          </a:prstGeom>
          <a:noFill/>
        </p:spPr>
        <p:txBody>
          <a:bodyPr wrap="square" rtlCol="0">
            <a:spAutoFit/>
          </a:bodyPr>
          <a:lstStyle/>
          <a:p>
            <a:r>
              <a:rPr lang="en-US" sz="1400" dirty="0"/>
              <a:t>Sub-project</a:t>
            </a:r>
          </a:p>
        </p:txBody>
      </p:sp>
      <p:sp>
        <p:nvSpPr>
          <p:cNvPr id="17" name="Left Bracket 16">
            <a:extLst>
              <a:ext uri="{FF2B5EF4-FFF2-40B4-BE49-F238E27FC236}">
                <a16:creationId xmlns:a16="http://schemas.microsoft.com/office/drawing/2014/main" id="{56CDCD74-C300-A7BE-52E7-04C8E2F1FD98}"/>
              </a:ext>
            </a:extLst>
          </p:cNvPr>
          <p:cNvSpPr/>
          <p:nvPr/>
        </p:nvSpPr>
        <p:spPr>
          <a:xfrm>
            <a:off x="2638629" y="1342380"/>
            <a:ext cx="45719" cy="939093"/>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2C5F4360-2CA3-6A6B-9E8F-C774834F8472}"/>
              </a:ext>
            </a:extLst>
          </p:cNvPr>
          <p:cNvCxnSpPr>
            <a:cxnSpLocks/>
            <a:stCxn id="4" idx="3"/>
          </p:cNvCxnSpPr>
          <p:nvPr/>
        </p:nvCxnSpPr>
        <p:spPr>
          <a:xfrm flipV="1">
            <a:off x="1936990" y="1729192"/>
            <a:ext cx="561766" cy="1"/>
          </a:xfrm>
          <a:prstGeom prst="line">
            <a:avLst/>
          </a:prstGeom>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A64F2496-D889-C3E7-4742-ED7CD637DC6E}"/>
              </a:ext>
            </a:extLst>
          </p:cNvPr>
          <p:cNvSpPr txBox="1"/>
          <p:nvPr/>
        </p:nvSpPr>
        <p:spPr>
          <a:xfrm>
            <a:off x="5056360" y="1638580"/>
            <a:ext cx="2236206" cy="461665"/>
          </a:xfrm>
          <a:prstGeom prst="rect">
            <a:avLst/>
          </a:prstGeom>
          <a:noFill/>
        </p:spPr>
        <p:txBody>
          <a:bodyPr wrap="square" rtlCol="0">
            <a:spAutoFit/>
          </a:bodyPr>
          <a:lstStyle/>
          <a:p>
            <a:pPr marL="171450" indent="-171450">
              <a:buFont typeface="Arial" panose="020B0604020202020204" pitchFamily="34" charset="0"/>
              <a:buChar char="•"/>
            </a:pPr>
            <a:r>
              <a:rPr lang="en-US" sz="1200" dirty="0"/>
              <a:t>Select existing</a:t>
            </a:r>
          </a:p>
          <a:p>
            <a:pPr marL="171450" indent="-171450">
              <a:buFont typeface="Arial" panose="020B0604020202020204" pitchFamily="34" charset="0"/>
              <a:buChar char="•"/>
            </a:pPr>
            <a:r>
              <a:rPr lang="en-US" sz="1200" dirty="0"/>
              <a:t>Enter new</a:t>
            </a:r>
          </a:p>
        </p:txBody>
      </p:sp>
      <p:sp>
        <p:nvSpPr>
          <p:cNvPr id="23" name="TextBox 22">
            <a:extLst>
              <a:ext uri="{FF2B5EF4-FFF2-40B4-BE49-F238E27FC236}">
                <a16:creationId xmlns:a16="http://schemas.microsoft.com/office/drawing/2014/main" id="{761D7E09-3F36-14BE-36BC-8BBBB1F70A75}"/>
              </a:ext>
            </a:extLst>
          </p:cNvPr>
          <p:cNvSpPr txBox="1"/>
          <p:nvPr/>
        </p:nvSpPr>
        <p:spPr>
          <a:xfrm>
            <a:off x="5056360" y="2670530"/>
            <a:ext cx="2236206" cy="276999"/>
          </a:xfrm>
          <a:prstGeom prst="rect">
            <a:avLst/>
          </a:prstGeom>
          <a:noFill/>
        </p:spPr>
        <p:txBody>
          <a:bodyPr wrap="square" rtlCol="0">
            <a:spAutoFit/>
          </a:bodyPr>
          <a:lstStyle/>
          <a:p>
            <a:pPr marL="171450" indent="-171450">
              <a:buFont typeface="Arial" panose="020B0604020202020204" pitchFamily="34" charset="0"/>
              <a:buChar char="•"/>
            </a:pPr>
            <a:r>
              <a:rPr lang="en-US" sz="1200" dirty="0"/>
              <a:t>Select existing</a:t>
            </a:r>
          </a:p>
        </p:txBody>
      </p:sp>
      <p:sp>
        <p:nvSpPr>
          <p:cNvPr id="25" name="TextBox 24">
            <a:extLst>
              <a:ext uri="{FF2B5EF4-FFF2-40B4-BE49-F238E27FC236}">
                <a16:creationId xmlns:a16="http://schemas.microsoft.com/office/drawing/2014/main" id="{10505A96-B8E5-F4B5-A790-6BB0C2F4A585}"/>
              </a:ext>
            </a:extLst>
          </p:cNvPr>
          <p:cNvSpPr txBox="1"/>
          <p:nvPr/>
        </p:nvSpPr>
        <p:spPr>
          <a:xfrm>
            <a:off x="2901635" y="2679008"/>
            <a:ext cx="1638677" cy="307777"/>
          </a:xfrm>
          <a:prstGeom prst="rect">
            <a:avLst/>
          </a:prstGeom>
          <a:noFill/>
        </p:spPr>
        <p:txBody>
          <a:bodyPr wrap="square" rtlCol="0">
            <a:spAutoFit/>
          </a:bodyPr>
          <a:lstStyle/>
          <a:p>
            <a:r>
              <a:rPr lang="en-US" sz="1400" dirty="0"/>
              <a:t>Planting</a:t>
            </a:r>
          </a:p>
        </p:txBody>
      </p:sp>
      <p:sp>
        <p:nvSpPr>
          <p:cNvPr id="27" name="Left Bracket 26">
            <a:extLst>
              <a:ext uri="{FF2B5EF4-FFF2-40B4-BE49-F238E27FC236}">
                <a16:creationId xmlns:a16="http://schemas.microsoft.com/office/drawing/2014/main" id="{A8694A1A-F858-9668-2303-4C6914FE964A}"/>
              </a:ext>
            </a:extLst>
          </p:cNvPr>
          <p:cNvSpPr/>
          <p:nvPr/>
        </p:nvSpPr>
        <p:spPr>
          <a:xfrm>
            <a:off x="2880285" y="2617157"/>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6D21D181-8CC4-5304-6070-1BA1859C3019}"/>
              </a:ext>
            </a:extLst>
          </p:cNvPr>
          <p:cNvSpPr txBox="1"/>
          <p:nvPr/>
        </p:nvSpPr>
        <p:spPr>
          <a:xfrm>
            <a:off x="3339220" y="3817598"/>
            <a:ext cx="1638677" cy="307777"/>
          </a:xfrm>
          <a:prstGeom prst="rect">
            <a:avLst/>
          </a:prstGeom>
          <a:noFill/>
        </p:spPr>
        <p:txBody>
          <a:bodyPr wrap="square" rtlCol="0">
            <a:spAutoFit/>
          </a:bodyPr>
          <a:lstStyle/>
          <a:p>
            <a:r>
              <a:rPr lang="en-US" sz="1400" dirty="0"/>
              <a:t>Restoration area</a:t>
            </a:r>
          </a:p>
        </p:txBody>
      </p:sp>
      <p:sp>
        <p:nvSpPr>
          <p:cNvPr id="31" name="Left Bracket 30">
            <a:extLst>
              <a:ext uri="{FF2B5EF4-FFF2-40B4-BE49-F238E27FC236}">
                <a16:creationId xmlns:a16="http://schemas.microsoft.com/office/drawing/2014/main" id="{FF5420C1-EB8A-AAE2-CAC9-5C880AA25BEB}"/>
              </a:ext>
            </a:extLst>
          </p:cNvPr>
          <p:cNvSpPr/>
          <p:nvPr/>
        </p:nvSpPr>
        <p:spPr>
          <a:xfrm>
            <a:off x="3293501" y="3814493"/>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1AB8D3EA-03A5-5914-0C9F-64E61CEB3691}"/>
              </a:ext>
            </a:extLst>
          </p:cNvPr>
          <p:cNvSpPr txBox="1"/>
          <p:nvPr/>
        </p:nvSpPr>
        <p:spPr>
          <a:xfrm>
            <a:off x="3066107" y="4978024"/>
            <a:ext cx="2236206" cy="307777"/>
          </a:xfrm>
          <a:prstGeom prst="rect">
            <a:avLst/>
          </a:prstGeom>
          <a:noFill/>
        </p:spPr>
        <p:txBody>
          <a:bodyPr wrap="square" rtlCol="0">
            <a:spAutoFit/>
          </a:bodyPr>
          <a:lstStyle/>
          <a:p>
            <a:r>
              <a:rPr lang="en-US" sz="1400" dirty="0" err="1"/>
              <a:t>Donor_collection_pts</a:t>
            </a:r>
            <a:endParaRPr lang="en-US" sz="1400" dirty="0"/>
          </a:p>
        </p:txBody>
      </p:sp>
      <p:sp>
        <p:nvSpPr>
          <p:cNvPr id="35" name="Left Bracket 34">
            <a:extLst>
              <a:ext uri="{FF2B5EF4-FFF2-40B4-BE49-F238E27FC236}">
                <a16:creationId xmlns:a16="http://schemas.microsoft.com/office/drawing/2014/main" id="{A88204EA-7BCA-1EBF-05C7-8912D3286C51}"/>
              </a:ext>
            </a:extLst>
          </p:cNvPr>
          <p:cNvSpPr/>
          <p:nvPr/>
        </p:nvSpPr>
        <p:spPr>
          <a:xfrm>
            <a:off x="3020388" y="4974919"/>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7" name="TextBox 36">
            <a:extLst>
              <a:ext uri="{FF2B5EF4-FFF2-40B4-BE49-F238E27FC236}">
                <a16:creationId xmlns:a16="http://schemas.microsoft.com/office/drawing/2014/main" id="{D5DC1874-6BB1-B52F-AD71-51C3246D3AEF}"/>
              </a:ext>
            </a:extLst>
          </p:cNvPr>
          <p:cNvSpPr txBox="1"/>
          <p:nvPr/>
        </p:nvSpPr>
        <p:spPr>
          <a:xfrm>
            <a:off x="1086415" y="6108124"/>
            <a:ext cx="1638677" cy="307777"/>
          </a:xfrm>
          <a:prstGeom prst="rect">
            <a:avLst/>
          </a:prstGeom>
          <a:noFill/>
        </p:spPr>
        <p:txBody>
          <a:bodyPr wrap="square" rtlCol="0">
            <a:spAutoFit/>
          </a:bodyPr>
          <a:lstStyle/>
          <a:p>
            <a:r>
              <a:rPr lang="en-US" sz="1400" dirty="0"/>
              <a:t>Sub-project</a:t>
            </a:r>
          </a:p>
        </p:txBody>
      </p:sp>
      <p:sp>
        <p:nvSpPr>
          <p:cNvPr id="39" name="TextBox 38">
            <a:extLst>
              <a:ext uri="{FF2B5EF4-FFF2-40B4-BE49-F238E27FC236}">
                <a16:creationId xmlns:a16="http://schemas.microsoft.com/office/drawing/2014/main" id="{F44F24DD-C19B-A993-B680-E1F0B85C1385}"/>
              </a:ext>
            </a:extLst>
          </p:cNvPr>
          <p:cNvSpPr txBox="1"/>
          <p:nvPr/>
        </p:nvSpPr>
        <p:spPr>
          <a:xfrm>
            <a:off x="5166510" y="3797351"/>
            <a:ext cx="2637575" cy="461665"/>
          </a:xfrm>
          <a:prstGeom prst="rect">
            <a:avLst/>
          </a:prstGeom>
          <a:noFill/>
        </p:spPr>
        <p:txBody>
          <a:bodyPr wrap="square" rtlCol="0">
            <a:spAutoFit/>
          </a:bodyPr>
          <a:lstStyle/>
          <a:p>
            <a:pPr marL="171450" indent="-171450">
              <a:buFont typeface="Arial" panose="020B0604020202020204" pitchFamily="34" charset="0"/>
              <a:buChar char="•"/>
            </a:pPr>
            <a:r>
              <a:rPr lang="en-US" sz="1200" dirty="0"/>
              <a:t>Select existing</a:t>
            </a:r>
          </a:p>
          <a:p>
            <a:pPr marL="171450" indent="-171450">
              <a:buFont typeface="Arial" panose="020B0604020202020204" pitchFamily="34" charset="0"/>
              <a:buChar char="•"/>
            </a:pPr>
            <a:r>
              <a:rPr lang="en-US" sz="1200" dirty="0"/>
              <a:t>Enter new restoration area name</a:t>
            </a:r>
          </a:p>
        </p:txBody>
      </p:sp>
      <p:sp>
        <p:nvSpPr>
          <p:cNvPr id="41" name="TextBox 40">
            <a:extLst>
              <a:ext uri="{FF2B5EF4-FFF2-40B4-BE49-F238E27FC236}">
                <a16:creationId xmlns:a16="http://schemas.microsoft.com/office/drawing/2014/main" id="{0BCE2F75-EE5F-6076-8F6E-996ABDE17DA9}"/>
              </a:ext>
            </a:extLst>
          </p:cNvPr>
          <p:cNvSpPr txBox="1"/>
          <p:nvPr/>
        </p:nvSpPr>
        <p:spPr>
          <a:xfrm>
            <a:off x="5348031" y="4897974"/>
            <a:ext cx="2456055" cy="646331"/>
          </a:xfrm>
          <a:prstGeom prst="rect">
            <a:avLst/>
          </a:prstGeom>
          <a:noFill/>
        </p:spPr>
        <p:txBody>
          <a:bodyPr wrap="square" rtlCol="0">
            <a:spAutoFit/>
          </a:bodyPr>
          <a:lstStyle/>
          <a:p>
            <a:pPr marL="171450" indent="-171450">
              <a:buFont typeface="Arial" panose="020B0604020202020204" pitchFamily="34" charset="0"/>
              <a:buChar char="•"/>
            </a:pPr>
            <a:r>
              <a:rPr lang="en-US" sz="1200" dirty="0"/>
              <a:t>Select existing </a:t>
            </a:r>
            <a:r>
              <a:rPr lang="en-US" sz="1200"/>
              <a:t>donor site</a:t>
            </a:r>
            <a:endParaRPr lang="en-US" sz="1200" dirty="0"/>
          </a:p>
          <a:p>
            <a:pPr marL="171450" indent="-171450">
              <a:buFont typeface="Arial" panose="020B0604020202020204" pitchFamily="34" charset="0"/>
              <a:buChar char="•"/>
            </a:pPr>
            <a:r>
              <a:rPr lang="en-US" sz="1200" dirty="0"/>
              <a:t>Enter new donor site</a:t>
            </a:r>
          </a:p>
          <a:p>
            <a:pPr marL="171450" indent="-171450">
              <a:buFont typeface="Arial" panose="020B0604020202020204" pitchFamily="34" charset="0"/>
              <a:buChar char="•"/>
            </a:pPr>
            <a:r>
              <a:rPr lang="en-US" sz="1200" dirty="0"/>
              <a:t>Enter new donor collection pt</a:t>
            </a:r>
          </a:p>
        </p:txBody>
      </p:sp>
      <p:sp>
        <p:nvSpPr>
          <p:cNvPr id="43" name="TextBox 42">
            <a:extLst>
              <a:ext uri="{FF2B5EF4-FFF2-40B4-BE49-F238E27FC236}">
                <a16:creationId xmlns:a16="http://schemas.microsoft.com/office/drawing/2014/main" id="{1A66D094-8C0B-132F-E19D-2C5152DAD215}"/>
              </a:ext>
            </a:extLst>
          </p:cNvPr>
          <p:cNvSpPr txBox="1"/>
          <p:nvPr/>
        </p:nvSpPr>
        <p:spPr>
          <a:xfrm>
            <a:off x="5056360" y="5930431"/>
            <a:ext cx="2236206" cy="461665"/>
          </a:xfrm>
          <a:prstGeom prst="rect">
            <a:avLst/>
          </a:prstGeom>
          <a:noFill/>
        </p:spPr>
        <p:txBody>
          <a:bodyPr wrap="square" rtlCol="0">
            <a:spAutoFit/>
          </a:bodyPr>
          <a:lstStyle/>
          <a:p>
            <a:pPr marL="171450" indent="-171450">
              <a:buFont typeface="Arial" panose="020B0604020202020204" pitchFamily="34" charset="0"/>
              <a:buChar char="•"/>
            </a:pPr>
            <a:r>
              <a:rPr lang="en-US" sz="1200" dirty="0"/>
              <a:t>Select existing</a:t>
            </a:r>
          </a:p>
          <a:p>
            <a:pPr marL="171450" indent="-171450">
              <a:buFont typeface="Arial" panose="020B0604020202020204" pitchFamily="34" charset="0"/>
              <a:buChar char="•"/>
            </a:pPr>
            <a:r>
              <a:rPr lang="en-US" sz="1200" dirty="0"/>
              <a:t>Enter new</a:t>
            </a:r>
          </a:p>
        </p:txBody>
      </p:sp>
    </p:spTree>
    <p:extLst>
      <p:ext uri="{BB962C8B-B14F-4D97-AF65-F5344CB8AC3E}">
        <p14:creationId xmlns:p14="http://schemas.microsoft.com/office/powerpoint/2010/main" val="38821332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514539" y="289679"/>
            <a:ext cx="10674036" cy="59631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sz="1600" dirty="0"/>
              <a:t>How to more appropriately represent the methods study ‘grid’ plantings?</a:t>
            </a:r>
          </a:p>
          <a:p>
            <a:pPr marL="342900" indent="-342900">
              <a:spcAft>
                <a:spcPts val="300"/>
              </a:spcAft>
              <a:buAutoNum type="arabicPeriod"/>
            </a:pPr>
            <a:r>
              <a:rPr lang="en-US" sz="1600" dirty="0"/>
              <a:t>Two sets of BESE plantings are now included and none were removed from the Matrix Planting sheet.</a:t>
            </a:r>
          </a:p>
          <a:p>
            <a:pPr marL="342900" indent="-342900">
              <a:spcAft>
                <a:spcPts val="300"/>
              </a:spcAft>
              <a:buAutoNum type="arabicPeriod"/>
            </a:pPr>
            <a:r>
              <a:rPr lang="en-US" sz="1600" dirty="0"/>
              <a:t>Now bringing in ‘Name’ from Matrix </a:t>
            </a:r>
            <a:r>
              <a:rPr lang="en-US" sz="1400" dirty="0">
                <a:solidFill>
                  <a:schemeClr val="tx1">
                    <a:lumMod val="50000"/>
                    <a:lumOff val="50000"/>
                  </a:schemeClr>
                </a:solidFill>
              </a:rPr>
              <a:t>(requires an input table for naming when multiple </a:t>
            </a:r>
            <a:r>
              <a:rPr lang="en-US" sz="1400" dirty="0" err="1">
                <a:solidFill>
                  <a:schemeClr val="tx1">
                    <a:lumMod val="50000"/>
                    <a:lumOff val="50000"/>
                  </a:schemeClr>
                </a:solidFill>
              </a:rPr>
              <a:t>gps</a:t>
            </a:r>
            <a:r>
              <a:rPr lang="en-US" sz="1400" dirty="0">
                <a:solidFill>
                  <a:schemeClr val="tx1">
                    <a:lumMod val="50000"/>
                    <a:lumOff val="50000"/>
                  </a:schemeClr>
                </a:solidFill>
              </a:rPr>
              <a:t>-pt-names)</a:t>
            </a:r>
          </a:p>
          <a:p>
            <a:pPr marL="342900" indent="-342900">
              <a:spcAft>
                <a:spcPts val="300"/>
              </a:spcAft>
              <a:buAutoNum type="arabicPeriod"/>
            </a:pPr>
            <a:r>
              <a:rPr lang="en-US" sz="1600" dirty="0"/>
              <a:t>Simplify two notes columns in Monitoring table?</a:t>
            </a:r>
          </a:p>
          <a:p>
            <a:pPr marL="342900" indent="-342900">
              <a:spcAft>
                <a:spcPts val="300"/>
              </a:spcAft>
              <a:buAutoNum type="arabicPeriod"/>
            </a:pPr>
            <a:r>
              <a:rPr lang="en-US" sz="1600" dirty="0"/>
              <a:t>Does the ‘</a:t>
            </a:r>
            <a:r>
              <a:rPr lang="en-US" sz="1600" dirty="0" err="1"/>
              <a:t>monitoring_collection_points</a:t>
            </a:r>
            <a:r>
              <a:rPr lang="en-US" sz="1600" dirty="0"/>
              <a:t>’ layer make sense?</a:t>
            </a:r>
          </a:p>
          <a:p>
            <a:pPr marL="342900" indent="-342900">
              <a:spcAft>
                <a:spcPts val="300"/>
              </a:spcAft>
              <a:buAutoNum type="arabicPeriod"/>
            </a:pPr>
            <a:r>
              <a:rPr lang="en-US" sz="1600" dirty="0"/>
              <a:t>Use of dev &amp; prod</a:t>
            </a:r>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21 records no monitoring data </a:t>
            </a:r>
            <a:r>
              <a:rPr lang="en-US" sz="1100" dirty="0">
                <a:solidFill>
                  <a:schemeClr val="tx1">
                    <a:lumMod val="50000"/>
                    <a:lumOff val="50000"/>
                  </a:schemeClr>
                </a:solidFill>
              </a:rPr>
              <a:t>(19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=NA;   2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=“unknown”)</a:t>
            </a:r>
          </a:p>
          <a:p>
            <a:pPr marL="171450" indent="-171450">
              <a:spcAft>
                <a:spcPts val="300"/>
              </a:spcAft>
              <a:buFont typeface="Arial" panose="020B0604020202020204" pitchFamily="34" charset="0"/>
              <a:buChar char="•"/>
            </a:pPr>
            <a:r>
              <a:rPr lang="en-US" sz="1400" dirty="0" err="1">
                <a:solidFill>
                  <a:schemeClr val="tx1">
                    <a:lumMod val="50000"/>
                    <a:lumOff val="50000"/>
                  </a:schemeClr>
                </a:solidFill>
              </a:rPr>
              <a:t>plantingID</a:t>
            </a:r>
            <a:r>
              <a:rPr lang="en-US" sz="1400" dirty="0">
                <a:solidFill>
                  <a:schemeClr val="tx1">
                    <a:lumMod val="50000"/>
                    <a:lumOff val="50000"/>
                  </a:schemeClr>
                </a:solidFill>
              </a:rPr>
              <a:t> = DB_test_6___2022-06-16__rebar__DPW;   has monitoring date (05-31-2022) that precedes the planting date (6-16-2022).</a:t>
            </a:r>
          </a:p>
          <a:p>
            <a:pPr marL="171450" indent="-171450">
              <a:spcAft>
                <a:spcPts val="300"/>
              </a:spcAft>
              <a:buFont typeface="Arial" panose="020B0604020202020204" pitchFamily="34" charset="0"/>
              <a:buChar char="•"/>
            </a:pPr>
            <a:endParaRPr lang="en-US" sz="14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CA9343A-3BAD-E843-3F1E-4A8BBCB018E0}"/>
              </a:ext>
            </a:extLst>
          </p:cNvPr>
          <p:cNvGrpSpPr/>
          <p:nvPr/>
        </p:nvGrpSpPr>
        <p:grpSpPr>
          <a:xfrm>
            <a:off x="146773" y="714839"/>
            <a:ext cx="11717385" cy="3790636"/>
            <a:chOff x="146773" y="714839"/>
            <a:chExt cx="11717385" cy="3790636"/>
          </a:xfrm>
        </p:grpSpPr>
        <p:grpSp>
          <p:nvGrpSpPr>
            <p:cNvPr id="8" name="Group 7">
              <a:extLst>
                <a:ext uri="{FF2B5EF4-FFF2-40B4-BE49-F238E27FC236}">
                  <a16:creationId xmlns:a16="http://schemas.microsoft.com/office/drawing/2014/main" id="{F387C810-84C7-D17B-5EFF-164252861F54}"/>
                </a:ext>
              </a:extLst>
            </p:cNvPr>
            <p:cNvGrpSpPr/>
            <p:nvPr/>
          </p:nvGrpSpPr>
          <p:grpSpPr>
            <a:xfrm>
              <a:off x="146773" y="2352525"/>
              <a:ext cx="11717385" cy="2152950"/>
              <a:chOff x="146773" y="2352525"/>
              <a:chExt cx="11717385" cy="2152950"/>
            </a:xfrm>
          </p:grpSpPr>
          <p:pic>
            <p:nvPicPr>
              <p:cNvPr id="7" name="Picture 6">
                <a:extLst>
                  <a:ext uri="{FF2B5EF4-FFF2-40B4-BE49-F238E27FC236}">
                    <a16:creationId xmlns:a16="http://schemas.microsoft.com/office/drawing/2014/main" id="{B7679ACB-8757-7D35-50A3-6EF7C2A70250}"/>
                  </a:ext>
                </a:extLst>
              </p:cNvPr>
              <p:cNvPicPr>
                <a:picLocks noChangeAspect="1"/>
              </p:cNvPicPr>
              <p:nvPr/>
            </p:nvPicPr>
            <p:blipFill>
              <a:blip r:embed="rId2"/>
              <a:stretch>
                <a:fillRect/>
              </a:stretch>
            </p:blipFill>
            <p:spPr>
              <a:xfrm>
                <a:off x="146773" y="2352525"/>
                <a:ext cx="11717385" cy="2152950"/>
              </a:xfrm>
              <a:prstGeom prst="rect">
                <a:avLst/>
              </a:prstGeom>
            </p:spPr>
          </p:pic>
          <p:sp>
            <p:nvSpPr>
              <p:cNvPr id="4" name="Rectangle 3">
                <a:extLst>
                  <a:ext uri="{FF2B5EF4-FFF2-40B4-BE49-F238E27FC236}">
                    <a16:creationId xmlns:a16="http://schemas.microsoft.com/office/drawing/2014/main" id="{7885E2F3-5476-F82C-64E8-03B35C8FE019}"/>
                  </a:ext>
                </a:extLst>
              </p:cNvPr>
              <p:cNvSpPr/>
              <p:nvPr/>
            </p:nvSpPr>
            <p:spPr>
              <a:xfrm>
                <a:off x="5748950" y="2806574"/>
                <a:ext cx="5703684" cy="25349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0D7FAA07-4B3D-5810-55AE-D56891D09726}"/>
                </a:ext>
              </a:extLst>
            </p:cNvPr>
            <p:cNvSpPr txBox="1"/>
            <p:nvPr/>
          </p:nvSpPr>
          <p:spPr>
            <a:xfrm>
              <a:off x="6609030" y="714839"/>
              <a:ext cx="3766241" cy="646331"/>
            </a:xfrm>
            <a:prstGeom prst="rect">
              <a:avLst/>
            </a:prstGeom>
            <a:noFill/>
          </p:spPr>
          <p:txBody>
            <a:bodyPr wrap="square" rtlCol="0">
              <a:spAutoFit/>
            </a:bodyPr>
            <a:lstStyle/>
            <a:p>
              <a:r>
                <a:rPr lang="en-US" dirty="0">
                  <a:solidFill>
                    <a:srgbClr val="C00000"/>
                  </a:solidFill>
                </a:rPr>
                <a:t>Should the monitoring date by 5/31 but in 2023?</a:t>
              </a:r>
            </a:p>
          </p:txBody>
        </p:sp>
        <p:sp>
          <p:nvSpPr>
            <p:cNvPr id="10" name="Freeform: Shape 9">
              <a:extLst>
                <a:ext uri="{FF2B5EF4-FFF2-40B4-BE49-F238E27FC236}">
                  <a16:creationId xmlns:a16="http://schemas.microsoft.com/office/drawing/2014/main" id="{ED1F4802-215F-235D-A6DE-AF673E5C25E3}"/>
                </a:ext>
              </a:extLst>
            </p:cNvPr>
            <p:cNvSpPr/>
            <p:nvPr/>
          </p:nvSpPr>
          <p:spPr>
            <a:xfrm>
              <a:off x="6037841" y="1004935"/>
              <a:ext cx="580242" cy="1865014"/>
            </a:xfrm>
            <a:custGeom>
              <a:avLst/>
              <a:gdLst>
                <a:gd name="csX0" fmla="*/ 579422 w 579422"/>
                <a:gd name="csY0" fmla="*/ 0 h 1865014"/>
                <a:gd name="csX1" fmla="*/ 0 w 579422"/>
                <a:gd name="csY1" fmla="*/ 1865014 h 1865014"/>
                <a:gd name="csX0" fmla="*/ 579422 w 579422"/>
                <a:gd name="csY0" fmla="*/ 0 h 1865014"/>
                <a:gd name="csX1" fmla="*/ 0 w 579422"/>
                <a:gd name="csY1" fmla="*/ 1865014 h 1865014"/>
                <a:gd name="csX0" fmla="*/ 580242 w 580242"/>
                <a:gd name="csY0" fmla="*/ 0 h 1865014"/>
                <a:gd name="csX1" fmla="*/ 820 w 580242"/>
                <a:gd name="csY1" fmla="*/ 1865014 h 1865014"/>
              </a:gdLst>
              <a:ahLst/>
              <a:cxnLst>
                <a:cxn ang="0">
                  <a:pos x="csX0" y="csY0"/>
                </a:cxn>
                <a:cxn ang="0">
                  <a:pos x="csX1" y="csY1"/>
                </a:cxn>
              </a:cxnLst>
              <a:rect l="l" t="t" r="r" b="b"/>
              <a:pathLst>
                <a:path w="580242" h="1865014">
                  <a:moveTo>
                    <a:pt x="580242" y="0"/>
                  </a:moveTo>
                  <a:cubicBezTo>
                    <a:pt x="178871" y="214265"/>
                    <a:pt x="-14269" y="1161862"/>
                    <a:pt x="820" y="1865014"/>
                  </a:cubicBezTo>
                </a:path>
              </a:pathLst>
            </a:custGeom>
            <a:noFill/>
            <a:ln>
              <a:solidFill>
                <a:srgbClr val="C00000"/>
              </a:solidFill>
              <a:headEnd type="none" w="med" len="med"/>
              <a:tailEnd type="triangle" w="med" len="med"/>
            </a:ln>
            <a:effectLst>
              <a:glow rad="38100">
                <a:schemeClr val="bg1"/>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4DADFFE5-E4B6-FA34-2A42-4E01737B5E89}"/>
              </a:ext>
            </a:extLst>
          </p:cNvPr>
          <p:cNvSpPr txBox="1"/>
          <p:nvPr/>
        </p:nvSpPr>
        <p:spPr>
          <a:xfrm>
            <a:off x="733332" y="443620"/>
            <a:ext cx="3241140" cy="1169551"/>
          </a:xfrm>
          <a:prstGeom prst="rect">
            <a:avLst/>
          </a:prstGeom>
          <a:noFill/>
        </p:spPr>
        <p:txBody>
          <a:bodyPr wrap="square" rtlCol="0">
            <a:spAutoFit/>
          </a:bodyPr>
          <a:lstStyle/>
          <a:p>
            <a:r>
              <a:rPr lang="en-US" sz="2000" dirty="0"/>
              <a:t>Monitoring data table</a:t>
            </a:r>
          </a:p>
          <a:p>
            <a:endParaRPr lang="en-US" dirty="0"/>
          </a:p>
          <a:p>
            <a:r>
              <a:rPr lang="en-US" sz="1600" dirty="0"/>
              <a:t>Instance of negative value for ‘</a:t>
            </a:r>
            <a:r>
              <a:rPr lang="en-US" sz="1600" dirty="0" err="1"/>
              <a:t>days_since_planted</a:t>
            </a:r>
            <a:r>
              <a:rPr lang="en-US" sz="1600" dirty="0"/>
              <a:t>’</a:t>
            </a:r>
          </a:p>
        </p:txBody>
      </p:sp>
    </p:spTree>
    <p:extLst>
      <p:ext uri="{BB962C8B-B14F-4D97-AF65-F5344CB8AC3E}">
        <p14:creationId xmlns:p14="http://schemas.microsoft.com/office/powerpoint/2010/main" val="4525785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50" name="TextBox 49">
            <a:extLst>
              <a:ext uri="{FF2B5EF4-FFF2-40B4-BE49-F238E27FC236}">
                <a16:creationId xmlns:a16="http://schemas.microsoft.com/office/drawing/2014/main" id="{F764F5B0-1E60-72D5-94DD-519DC306B05B}"/>
              </a:ext>
            </a:extLst>
          </p:cNvPr>
          <p:cNvSpPr txBox="1"/>
          <p:nvPr/>
        </p:nvSpPr>
        <p:spPr>
          <a:xfrm>
            <a:off x="7141987" y="3893061"/>
            <a:ext cx="429757" cy="369332"/>
          </a:xfrm>
          <a:prstGeom prst="rect">
            <a:avLst/>
          </a:prstGeom>
          <a:noFill/>
        </p:spPr>
        <p:txBody>
          <a:bodyPr wrap="square" rtlCol="0">
            <a:spAutoFit/>
          </a:bodyPr>
          <a:lstStyle/>
          <a:p>
            <a:r>
              <a:rPr lang="en-US" dirty="0">
                <a:solidFill>
                  <a:srgbClr val="FDA9B2"/>
                </a:solidFill>
              </a:rPr>
              <a:t>K:</a:t>
            </a:r>
          </a:p>
        </p:txBody>
      </p:sp>
    </p:spTree>
    <p:extLst>
      <p:ext uri="{BB962C8B-B14F-4D97-AF65-F5344CB8AC3E}">
        <p14:creationId xmlns:p14="http://schemas.microsoft.com/office/powerpoint/2010/main" val="21234586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48" name="TextBox 47">
            <a:extLst>
              <a:ext uri="{FF2B5EF4-FFF2-40B4-BE49-F238E27FC236}">
                <a16:creationId xmlns:a16="http://schemas.microsoft.com/office/drawing/2014/main" id="{D00C35ED-1796-558B-C7B9-9BAD5EC034C1}"/>
              </a:ext>
            </a:extLst>
          </p:cNvPr>
          <p:cNvSpPr txBox="1"/>
          <p:nvPr/>
        </p:nvSpPr>
        <p:spPr>
          <a:xfrm>
            <a:off x="7271349" y="2595433"/>
            <a:ext cx="429757" cy="369332"/>
          </a:xfrm>
          <a:prstGeom prst="rect">
            <a:avLst/>
          </a:prstGeom>
          <a:noFill/>
        </p:spPr>
        <p:txBody>
          <a:bodyPr wrap="square" rtlCol="0">
            <a:spAutoFit/>
          </a:bodyPr>
          <a:lstStyle/>
          <a:p>
            <a:r>
              <a:rPr lang="en-US" dirty="0">
                <a:solidFill>
                  <a:srgbClr val="E58591"/>
                </a:solidFill>
              </a:rPr>
              <a:t>K:</a:t>
            </a:r>
          </a:p>
        </p:txBody>
      </p:sp>
    </p:spTree>
    <p:extLst>
      <p:ext uri="{BB962C8B-B14F-4D97-AF65-F5344CB8AC3E}">
        <p14:creationId xmlns:p14="http://schemas.microsoft.com/office/powerpoint/2010/main" val="12440494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1CE95-B078-69A5-844F-328F6FCDE460}"/>
            </a:ext>
          </a:extLst>
        </p:cNvPr>
        <p:cNvGrpSpPr/>
        <p:nvPr/>
      </p:nvGrpSpPr>
      <p:grpSpPr>
        <a:xfrm>
          <a:off x="0" y="0"/>
          <a:ext cx="0" cy="0"/>
          <a:chOff x="0" y="0"/>
          <a:chExt cx="0" cy="0"/>
        </a:xfrm>
      </p:grpSpPr>
      <p:sp>
        <p:nvSpPr>
          <p:cNvPr id="170" name="Arrow: Right 169">
            <a:extLst>
              <a:ext uri="{FF2B5EF4-FFF2-40B4-BE49-F238E27FC236}">
                <a16:creationId xmlns:a16="http://schemas.microsoft.com/office/drawing/2014/main" id="{93146CCD-C0A1-10EC-5E4D-60B55C91923C}"/>
              </a:ext>
            </a:extLst>
          </p:cNvPr>
          <p:cNvSpPr/>
          <p:nvPr/>
        </p:nvSpPr>
        <p:spPr>
          <a:xfrm>
            <a:off x="4977465" y="2446518"/>
            <a:ext cx="1853186" cy="137160"/>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9" name="Arrow: Right 138">
            <a:extLst>
              <a:ext uri="{FF2B5EF4-FFF2-40B4-BE49-F238E27FC236}">
                <a16:creationId xmlns:a16="http://schemas.microsoft.com/office/drawing/2014/main" id="{E1E75A20-9E2E-EE55-B155-6A376CC3EB57}"/>
              </a:ext>
            </a:extLst>
          </p:cNvPr>
          <p:cNvSpPr/>
          <p:nvPr/>
        </p:nvSpPr>
        <p:spPr>
          <a:xfrm rot="14214916">
            <a:off x="3282533" y="1493168"/>
            <a:ext cx="1452855" cy="136432"/>
          </a:xfrm>
          <a:prstGeom prst="rightArrow">
            <a:avLst/>
          </a:prstGeom>
          <a:solidFill>
            <a:srgbClr val="CAEEFB">
              <a:alpha val="76078"/>
            </a:srgb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1C654E2E-5919-27BD-AC64-C1066A6D745B}"/>
              </a:ext>
            </a:extLst>
          </p:cNvPr>
          <p:cNvSpPr/>
          <p:nvPr/>
        </p:nvSpPr>
        <p:spPr>
          <a:xfrm rot="18149105">
            <a:off x="4448821" y="1639454"/>
            <a:ext cx="1311340" cy="137160"/>
          </a:xfrm>
          <a:prstGeom prst="rightArrow">
            <a:avLst/>
          </a:prstGeom>
          <a:solidFill>
            <a:srgbClr val="CAEEFB">
              <a:alpha val="76078"/>
            </a:srgb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6" name="Arrow: Right 165">
            <a:extLst>
              <a:ext uri="{FF2B5EF4-FFF2-40B4-BE49-F238E27FC236}">
                <a16:creationId xmlns:a16="http://schemas.microsoft.com/office/drawing/2014/main" id="{DF70D2C1-390C-010F-423E-AC33520E9377}"/>
              </a:ext>
            </a:extLst>
          </p:cNvPr>
          <p:cNvSpPr/>
          <p:nvPr/>
        </p:nvSpPr>
        <p:spPr>
          <a:xfrm rot="8048713">
            <a:off x="2786904" y="3307850"/>
            <a:ext cx="1799586" cy="114945"/>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1" name="Arrow: Right 200">
            <a:extLst>
              <a:ext uri="{FF2B5EF4-FFF2-40B4-BE49-F238E27FC236}">
                <a16:creationId xmlns:a16="http://schemas.microsoft.com/office/drawing/2014/main" id="{F2AA1C56-F13C-CABB-C72E-C79A050CDCC8}"/>
              </a:ext>
            </a:extLst>
          </p:cNvPr>
          <p:cNvSpPr/>
          <p:nvPr/>
        </p:nvSpPr>
        <p:spPr>
          <a:xfrm rot="4304552">
            <a:off x="4020600" y="3686328"/>
            <a:ext cx="2033680" cy="137160"/>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FC9C5D1-C715-7B15-1756-54108A19CA1A}"/>
              </a:ext>
            </a:extLst>
          </p:cNvPr>
          <p:cNvSpPr/>
          <p:nvPr/>
        </p:nvSpPr>
        <p:spPr>
          <a:xfrm>
            <a:off x="4946073" y="2712027"/>
            <a:ext cx="4168700" cy="2743200"/>
          </a:xfrm>
          <a:custGeom>
            <a:avLst/>
            <a:gdLst>
              <a:gd name="csX0" fmla="*/ 0 w 4168700"/>
              <a:gd name="csY0" fmla="*/ 0 h 2743200"/>
              <a:gd name="csX1" fmla="*/ 3917372 w 4168700"/>
              <a:gd name="csY1" fmla="*/ 1610591 h 2743200"/>
              <a:gd name="csX2" fmla="*/ 3449782 w 4168700"/>
              <a:gd name="csY2" fmla="*/ 2743200 h 2743200"/>
            </a:gdLst>
            <a:ahLst/>
            <a:cxnLst>
              <a:cxn ang="0">
                <a:pos x="csX0" y="csY0"/>
              </a:cxn>
              <a:cxn ang="0">
                <a:pos x="csX1" y="csY1"/>
              </a:cxn>
              <a:cxn ang="0">
                <a:pos x="csX2" y="csY2"/>
              </a:cxn>
            </a:cxnLst>
            <a:rect l="l" t="t" r="r" b="b"/>
            <a:pathLst>
              <a:path w="4168700" h="2743200">
                <a:moveTo>
                  <a:pt x="0" y="0"/>
                </a:moveTo>
                <a:cubicBezTo>
                  <a:pt x="1671204" y="576695"/>
                  <a:pt x="3342408" y="1153391"/>
                  <a:pt x="3917372" y="1610591"/>
                </a:cubicBezTo>
                <a:cubicBezTo>
                  <a:pt x="4492336" y="2067791"/>
                  <a:pt x="3971059" y="2405495"/>
                  <a:pt x="3449782" y="2743200"/>
                </a:cubicBezTo>
              </a:path>
            </a:pathLst>
          </a:custGeom>
          <a:noFill/>
          <a:ln w="635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8940B954-46F3-DE49-96B3-38B0D5308654}"/>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F1F458C2-F229-8822-36AC-C2C473D734B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68CF2616-16F4-C86C-09CA-3F66052A8BB5}"/>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D609521A-9DF3-DF6D-6D99-08D29B516F1C}"/>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D09790FB-23B4-D2D7-7E04-24BAAF1F8D89}"/>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866C4C06-002E-552D-6CD5-0F113B4A507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4FD7FD1B-2EB0-63A6-CD13-A2DFA3BF74B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059C0C8F-1742-9527-09BA-E9456C634264}"/>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F920B678-D2A9-2AC9-89A1-2A4BC0CF46A6}"/>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E23C3ED0-BF28-C994-65C4-54417612F0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6A2E3147-3E01-1FE8-34D8-06955DDF24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67491" y="213251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5C323213-AC0E-D596-99BF-24A65CA611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9C8B2447-76C6-4176-BA41-E06166878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grpSp>
        <p:nvGrpSpPr>
          <p:cNvPr id="90" name="Group 89">
            <a:extLst>
              <a:ext uri="{FF2B5EF4-FFF2-40B4-BE49-F238E27FC236}">
                <a16:creationId xmlns:a16="http://schemas.microsoft.com/office/drawing/2014/main" id="{B01FB49A-A70E-EBC8-203F-2C6A1F7B02BB}"/>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56CEF1CF-EFBC-5B1D-5617-4302A20861B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F9845DCC-1666-8F22-AD28-36FCABBDBB18}"/>
                </a:ext>
              </a:extLst>
            </p:cNvPr>
            <p:cNvSpPr txBox="1"/>
            <p:nvPr/>
          </p:nvSpPr>
          <p:spPr>
            <a:xfrm>
              <a:off x="8563060" y="2212550"/>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a:t>
              </a:r>
            </a:p>
          </p:txBody>
        </p:sp>
      </p:grpSp>
      <p:grpSp>
        <p:nvGrpSpPr>
          <p:cNvPr id="91" name="Group 90">
            <a:extLst>
              <a:ext uri="{FF2B5EF4-FFF2-40B4-BE49-F238E27FC236}">
                <a16:creationId xmlns:a16="http://schemas.microsoft.com/office/drawing/2014/main" id="{FACB2A58-46F7-1A0B-E867-9B24081178C4}"/>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EDDB2326-498E-070D-7445-24E9B3D7A0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CF305BD-1FB1-87D3-64AB-30F9B7A652B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1445C3B9-4FF2-79CB-3911-9C1FA0591EDC}"/>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9833D19E-CCB4-161F-A269-0674D184576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2EC2B5CB-28C1-9867-F6B6-A0E016ACB0FD}"/>
              </a:ext>
            </a:extLst>
          </p:cNvPr>
          <p:cNvGrpSpPr/>
          <p:nvPr/>
        </p:nvGrpSpPr>
        <p:grpSpPr>
          <a:xfrm>
            <a:off x="1915626" y="4691507"/>
            <a:ext cx="826587" cy="716330"/>
            <a:chOff x="1114536" y="3766595"/>
            <a:chExt cx="826587" cy="716330"/>
          </a:xfrm>
        </p:grpSpPr>
        <p:pic>
          <p:nvPicPr>
            <p:cNvPr id="99" name="Picture 98" descr="App - ArcGIS Survey123">
              <a:extLst>
                <a:ext uri="{FF2B5EF4-FFF2-40B4-BE49-F238E27FC236}">
                  <a16:creationId xmlns:a16="http://schemas.microsoft.com/office/drawing/2014/main" id="{FE9704F9-DE9F-D1AF-9B38-41FB8057EB00}"/>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D9A8CDCE-597F-949B-C26B-CF7D5B1A9DBA}"/>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8FA5290E-5AA9-295D-695A-717370D7BE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266C6DF8-19D2-D599-50E7-5248A7ED3361}"/>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FB1595C6-1DD5-C903-2179-9FD262C92356}"/>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1C55D2A8-BB50-6B91-A839-9DC4AACE9949}"/>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D7C029F3-18C9-C037-3DC5-367E9806D18B}"/>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D50120CA-8E30-28E4-1429-18FDA10B88D7}"/>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F5EFE385-8BC6-2136-0F25-F273612F3B5C}"/>
              </a:ext>
            </a:extLst>
          </p:cNvPr>
          <p:cNvCxnSpPr/>
          <p:nvPr/>
        </p:nvCxnSpPr>
        <p:spPr>
          <a:xfrm>
            <a:off x="803037" y="2960483"/>
            <a:ext cx="10251244"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110ED018-0FC7-D251-0170-76273759ED92}"/>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9332BA02-3820-FA38-2CCA-9F4642103044}"/>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CA47212A-080A-597E-B251-FABEDCE9BDF0}"/>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5D75C1D2-D361-5B3D-39D0-277E93BE382A}"/>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5240219B-1E65-A9F1-4064-1A4CC756EE7A}"/>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FEB8E7C8-7858-7ACF-943E-21644FD27306}"/>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B0F06C00-B5E6-F105-ADEA-6D53B5FC0503}"/>
              </a:ext>
            </a:extLst>
          </p:cNvPr>
          <p:cNvGrpSpPr/>
          <p:nvPr/>
        </p:nvGrpSpPr>
        <p:grpSpPr>
          <a:xfrm>
            <a:off x="8448793" y="651877"/>
            <a:ext cx="2317172" cy="1921633"/>
            <a:chOff x="8375073" y="802521"/>
            <a:chExt cx="2317172" cy="1921633"/>
          </a:xfrm>
        </p:grpSpPr>
        <p:grpSp>
          <p:nvGrpSpPr>
            <p:cNvPr id="110" name="Group 109">
              <a:extLst>
                <a:ext uri="{FF2B5EF4-FFF2-40B4-BE49-F238E27FC236}">
                  <a16:creationId xmlns:a16="http://schemas.microsoft.com/office/drawing/2014/main" id="{88F111DD-7666-827B-6826-187441536D87}"/>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4EFD82AB-D787-1877-496A-6D641D1704D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F9145372-F4CA-83E2-4DA2-5F1C0729384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F0966BB5-745A-A111-C4DE-ED84B8BD67A5}"/>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E7D1BB1C-1158-7A29-CD89-5B106252C6C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E71DF4F0-D68A-681B-292D-70E5D03907F8}"/>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5D3147F9-623B-86A9-CB25-7D09BC1CDCE4}"/>
                </a:ext>
              </a:extLst>
            </p:cNvPr>
            <p:cNvSpPr txBox="1"/>
            <p:nvPr/>
          </p:nvSpPr>
          <p:spPr>
            <a:xfrm>
              <a:off x="8799914" y="2308656"/>
              <a:ext cx="1518997" cy="415498"/>
            </a:xfrm>
            <a:prstGeom prst="rect">
              <a:avLst/>
            </a:prstGeom>
            <a:noFill/>
          </p:spPr>
          <p:txBody>
            <a:bodyPr wrap="square" rtlCol="0">
              <a:spAutoFit/>
            </a:bodyPr>
            <a:lstStyle/>
            <a:p>
              <a:pPr algn="ctr"/>
              <a:r>
                <a:rPr lang="en-US" sz="1200" i="1" dirty="0">
                  <a:solidFill>
                    <a:schemeClr val="bg1">
                      <a:lumMod val="50000"/>
                    </a:schemeClr>
                  </a:solidFill>
                </a:rPr>
                <a:t>DNR Network</a:t>
              </a:r>
            </a:p>
            <a:p>
              <a:pPr algn="ctr"/>
              <a:r>
                <a:rPr lang="en-US" sz="900" i="1" dirty="0">
                  <a:solidFill>
                    <a:schemeClr val="bg1">
                      <a:lumMod val="50000"/>
                    </a:schemeClr>
                  </a:solidFill>
                </a:rPr>
                <a:t>(web accessible location)</a:t>
              </a:r>
            </a:p>
          </p:txBody>
        </p:sp>
        <p:sp>
          <p:nvSpPr>
            <p:cNvPr id="137" name="Rectangle: Rounded Corners 136">
              <a:extLst>
                <a:ext uri="{FF2B5EF4-FFF2-40B4-BE49-F238E27FC236}">
                  <a16:creationId xmlns:a16="http://schemas.microsoft.com/office/drawing/2014/main" id="{FBA291DE-CA57-35C4-EEA5-CBFCAB09EA68}"/>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0AEB6112-C6D7-7B8F-9711-4A6167F72726}"/>
              </a:ext>
            </a:extLst>
          </p:cNvPr>
          <p:cNvGrpSpPr/>
          <p:nvPr/>
        </p:nvGrpSpPr>
        <p:grpSpPr>
          <a:xfrm>
            <a:off x="3850140" y="274202"/>
            <a:ext cx="1171255" cy="893878"/>
            <a:chOff x="3886558" y="501484"/>
            <a:chExt cx="1171255" cy="893878"/>
          </a:xfrm>
        </p:grpSpPr>
        <p:pic>
          <p:nvPicPr>
            <p:cNvPr id="74" name="Graphic 73" descr="Database outline">
              <a:extLst>
                <a:ext uri="{FF2B5EF4-FFF2-40B4-BE49-F238E27FC236}">
                  <a16:creationId xmlns:a16="http://schemas.microsoft.com/office/drawing/2014/main" id="{F77DE004-942C-B6E9-97A3-FFAE5CA571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9D6AA185-DA5C-D83A-8A75-D6EB8A72F407}"/>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cxnSp>
        <p:nvCxnSpPr>
          <p:cNvPr id="154" name="Straight Arrow Connector 153">
            <a:extLst>
              <a:ext uri="{FF2B5EF4-FFF2-40B4-BE49-F238E27FC236}">
                <a16:creationId xmlns:a16="http://schemas.microsoft.com/office/drawing/2014/main" id="{A7CB3AE1-45D2-755B-307C-B6D6D404D04E}"/>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780D8A21-9B80-22D6-9CEE-9A7D01740919}"/>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3" name="Left Bracket 162">
            <a:extLst>
              <a:ext uri="{FF2B5EF4-FFF2-40B4-BE49-F238E27FC236}">
                <a16:creationId xmlns:a16="http://schemas.microsoft.com/office/drawing/2014/main" id="{4A6114C5-5669-51FE-4D24-BCDA5E9569F2}"/>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51699950-E7BB-1182-7762-A8739DA488FF}"/>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8" name="TextBox 167">
            <a:extLst>
              <a:ext uri="{FF2B5EF4-FFF2-40B4-BE49-F238E27FC236}">
                <a16:creationId xmlns:a16="http://schemas.microsoft.com/office/drawing/2014/main" id="{AF400BF4-97E1-2AF0-9ADF-3CCD2F9A0854}"/>
              </a:ext>
            </a:extLst>
          </p:cNvPr>
          <p:cNvSpPr txBox="1"/>
          <p:nvPr/>
        </p:nvSpPr>
        <p:spPr>
          <a:xfrm>
            <a:off x="3674944" y="330587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2" name="TextBox 171">
            <a:extLst>
              <a:ext uri="{FF2B5EF4-FFF2-40B4-BE49-F238E27FC236}">
                <a16:creationId xmlns:a16="http://schemas.microsoft.com/office/drawing/2014/main" id="{C890923E-CD12-D576-74D1-3917BA0FB94D}"/>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365B8A1A-9892-1165-D269-2047B9BE4C97}"/>
              </a:ext>
            </a:extLst>
          </p:cNvPr>
          <p:cNvCxnSpPr>
            <a:cxnSpLocks/>
          </p:cNvCxnSpPr>
          <p:nvPr/>
        </p:nvCxnSpPr>
        <p:spPr>
          <a:xfrm flipV="1">
            <a:off x="4724195" y="2712027"/>
            <a:ext cx="2354498" cy="1941434"/>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88FFF23E-5D13-1109-F045-B87BA15C9786}"/>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FC7696D3-80F5-3F5D-027D-ADA9D19B8DB8}"/>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1D3F4AC1-6A02-9A53-C935-8F9960866DB0}"/>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266D4595-37CD-612A-4ED7-26B013D4D09A}"/>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87E744EE-0444-C343-55D7-3C8AF99B9860}"/>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AB9AEC2D-7DB7-7340-6448-B08A32C478A3}"/>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116810E5-284F-768D-ADE3-BAB6FD7BB68F}"/>
                </a:ext>
              </a:extLst>
            </p:cNvPr>
            <p:cNvSpPr txBox="1"/>
            <p:nvPr/>
          </p:nvSpPr>
          <p:spPr>
            <a:xfrm>
              <a:off x="8563060" y="2212550"/>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a:t>
              </a:r>
            </a:p>
          </p:txBody>
        </p:sp>
      </p:grpSp>
      <p:grpSp>
        <p:nvGrpSpPr>
          <p:cNvPr id="186" name="Group 185">
            <a:extLst>
              <a:ext uri="{FF2B5EF4-FFF2-40B4-BE49-F238E27FC236}">
                <a16:creationId xmlns:a16="http://schemas.microsoft.com/office/drawing/2014/main" id="{78307BFE-331F-856B-303C-F8D07562F167}"/>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91857790-07B8-B8E4-1C69-56CF29A7EE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7B045D44-1094-F7CB-AF9D-0E19F69BA9E8}"/>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6D21539D-F338-BADA-A906-D55125A1344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5841CC41-DC8F-4841-4CF4-48A47A9B8984}"/>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1CC7C854-BC9B-B4E7-0005-21D74EF29E02}"/>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42AF8EF5-68A7-49C3-F0D4-F19AF5B72BA2}"/>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0BE20B33-A89B-E3D7-953D-63D626B0592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4FD3C4A7-B704-E855-511D-B91E7FDBBE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03" name="Straight Arrow Connector 202">
            <a:extLst>
              <a:ext uri="{FF2B5EF4-FFF2-40B4-BE49-F238E27FC236}">
                <a16:creationId xmlns:a16="http://schemas.microsoft.com/office/drawing/2014/main" id="{D59F725B-04D8-DBA7-4D61-56D1C4238CD4}"/>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4" name="Straight Arrow Connector 203">
            <a:extLst>
              <a:ext uri="{FF2B5EF4-FFF2-40B4-BE49-F238E27FC236}">
                <a16:creationId xmlns:a16="http://schemas.microsoft.com/office/drawing/2014/main" id="{9FC0333C-F711-E361-9BEF-DC2A080CABEF}"/>
              </a:ext>
            </a:extLst>
          </p:cNvPr>
          <p:cNvCxnSpPr/>
          <p:nvPr/>
        </p:nvCxnSpPr>
        <p:spPr>
          <a:xfrm>
            <a:off x="2828134"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A866B50D-9C75-0A3F-C0F0-8A07EDEE0705}"/>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3ADACFB8-3E34-E64F-87D0-A65CE8FEE6D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0F92AAC0-6E4C-47D4-E7F3-6B71FF83F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D4650D13-2B49-0E8C-A4D1-33712C690F89}"/>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9793F951-516D-F59A-3AD3-AF08B37D23CC}"/>
              </a:ext>
            </a:extLst>
          </p:cNvPr>
          <p:cNvCxnSpPr>
            <a:cxnSpLocks/>
            <a:stCxn id="89" idx="3"/>
          </p:cNvCxnSpPr>
          <p:nvPr/>
        </p:nvCxnSpPr>
        <p:spPr>
          <a:xfrm>
            <a:off x="7080219" y="5251915"/>
            <a:ext cx="860411" cy="229722"/>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90BB2C72-1F3A-7352-7F59-D73E47F33D01}"/>
              </a:ext>
            </a:extLst>
          </p:cNvPr>
          <p:cNvGrpSpPr/>
          <p:nvPr/>
        </p:nvGrpSpPr>
        <p:grpSpPr>
          <a:xfrm>
            <a:off x="8007221" y="5463307"/>
            <a:ext cx="318419" cy="221863"/>
            <a:chOff x="7105015" y="2182625"/>
            <a:chExt cx="318419" cy="221863"/>
          </a:xfrm>
        </p:grpSpPr>
        <p:sp>
          <p:nvSpPr>
            <p:cNvPr id="210" name="Oval 209">
              <a:extLst>
                <a:ext uri="{FF2B5EF4-FFF2-40B4-BE49-F238E27FC236}">
                  <a16:creationId xmlns:a16="http://schemas.microsoft.com/office/drawing/2014/main" id="{204A89C8-401B-0064-3963-044522DF902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E0C83F86-57BA-33EE-0367-F4CDBB8F7F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F712DB9B-CA27-FEC6-A16A-0B57273E1A38}"/>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BB9D2DB5-44D0-D10C-5387-C8FE1B0DDE7A}"/>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CA0E7387-30E7-6C22-6864-6F51016A591E}"/>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3E32E70A-602F-8CAB-1B83-94CECDDF1DF6}"/>
              </a:ext>
            </a:extLst>
          </p:cNvPr>
          <p:cNvGrpSpPr/>
          <p:nvPr/>
        </p:nvGrpSpPr>
        <p:grpSpPr>
          <a:xfrm>
            <a:off x="2721548" y="4069368"/>
            <a:ext cx="318419" cy="221863"/>
            <a:chOff x="7105015" y="2182625"/>
            <a:chExt cx="318419" cy="221863"/>
          </a:xfrm>
        </p:grpSpPr>
        <p:sp>
          <p:nvSpPr>
            <p:cNvPr id="219" name="Oval 218">
              <a:extLst>
                <a:ext uri="{FF2B5EF4-FFF2-40B4-BE49-F238E27FC236}">
                  <a16:creationId xmlns:a16="http://schemas.microsoft.com/office/drawing/2014/main" id="{D6616B55-C322-4B86-68E2-1B689908688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E2215600-E253-452C-D66A-477A2CB09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4" name="Straight Arrow Connector 3">
            <a:extLst>
              <a:ext uri="{FF2B5EF4-FFF2-40B4-BE49-F238E27FC236}">
                <a16:creationId xmlns:a16="http://schemas.microsoft.com/office/drawing/2014/main" id="{0C4E53D8-A079-E28E-FB0E-BEAB1A105C53}"/>
              </a:ext>
            </a:extLst>
          </p:cNvPr>
          <p:cNvCxnSpPr/>
          <p:nvPr/>
        </p:nvCxnSpPr>
        <p:spPr>
          <a:xfrm flipH="1">
            <a:off x="2453489" y="4384964"/>
            <a:ext cx="268059" cy="280353"/>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D6CA2B6-36A5-A2C1-1C62-D44DC190B82A}"/>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cxnSp>
        <p:nvCxnSpPr>
          <p:cNvPr id="9" name="Straight Arrow Connector 8">
            <a:extLst>
              <a:ext uri="{FF2B5EF4-FFF2-40B4-BE49-F238E27FC236}">
                <a16:creationId xmlns:a16="http://schemas.microsoft.com/office/drawing/2014/main" id="{2F71B3D8-CC88-EB1C-484D-79106B3603C3}"/>
              </a:ext>
            </a:extLst>
          </p:cNvPr>
          <p:cNvCxnSpPr>
            <a:cxnSpLocks/>
          </p:cNvCxnSpPr>
          <p:nvPr/>
        </p:nvCxnSpPr>
        <p:spPr>
          <a:xfrm flipH="1">
            <a:off x="7358952" y="5655641"/>
            <a:ext cx="565835" cy="154057"/>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CF01EC07-C20D-7805-E3D9-DB062F2C079C}"/>
              </a:ext>
            </a:extLst>
          </p:cNvPr>
          <p:cNvSpPr txBox="1"/>
          <p:nvPr/>
        </p:nvSpPr>
        <p:spPr>
          <a:xfrm>
            <a:off x="5722625" y="3118718"/>
            <a:ext cx="587322" cy="246221"/>
          </a:xfrm>
          <a:prstGeom prst="rect">
            <a:avLst/>
          </a:prstGeom>
          <a:noFill/>
        </p:spPr>
        <p:txBody>
          <a:bodyPr wrap="square" rtlCol="0">
            <a:spAutoFit/>
          </a:bodyPr>
          <a:lstStyle/>
          <a:p>
            <a:r>
              <a:rPr lang="en-US" sz="1000" i="1" dirty="0">
                <a:solidFill>
                  <a:srgbClr val="C00000"/>
                </a:solidFill>
              </a:rPr>
              <a:t>Go Live</a:t>
            </a:r>
          </a:p>
        </p:txBody>
      </p:sp>
    </p:spTree>
    <p:extLst>
      <p:ext uri="{BB962C8B-B14F-4D97-AF65-F5344CB8AC3E}">
        <p14:creationId xmlns:p14="http://schemas.microsoft.com/office/powerpoint/2010/main" val="30563561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FE78E1D-72BB-A772-583B-2F493B84BAE7}"/>
              </a:ext>
            </a:extLst>
          </p:cNvPr>
          <p:cNvPicPr>
            <a:picLocks noChangeAspect="1"/>
          </p:cNvPicPr>
          <p:nvPr/>
        </p:nvPicPr>
        <p:blipFill>
          <a:blip r:embed="rId2"/>
          <a:stretch>
            <a:fillRect/>
          </a:stretch>
        </p:blipFill>
        <p:spPr>
          <a:xfrm>
            <a:off x="833047" y="5125158"/>
            <a:ext cx="581891" cy="590576"/>
          </a:xfrm>
          <a:prstGeom prst="rect">
            <a:avLst/>
          </a:prstGeom>
        </p:spPr>
      </p:pic>
      <p:pic>
        <p:nvPicPr>
          <p:cNvPr id="23" name="Picture 22">
            <a:extLst>
              <a:ext uri="{FF2B5EF4-FFF2-40B4-BE49-F238E27FC236}">
                <a16:creationId xmlns:a16="http://schemas.microsoft.com/office/drawing/2014/main" id="{024F0DE4-82C7-EC38-7916-F92314512022}"/>
              </a:ext>
            </a:extLst>
          </p:cNvPr>
          <p:cNvPicPr>
            <a:picLocks noChangeAspect="1"/>
          </p:cNvPicPr>
          <p:nvPr/>
        </p:nvPicPr>
        <p:blipFill>
          <a:blip r:embed="rId2"/>
          <a:stretch>
            <a:fillRect/>
          </a:stretch>
        </p:blipFill>
        <p:spPr>
          <a:xfrm>
            <a:off x="9006543" y="5114900"/>
            <a:ext cx="581891" cy="590576"/>
          </a:xfrm>
          <a:prstGeom prst="rect">
            <a:avLst/>
          </a:prstGeom>
        </p:spPr>
      </p:pic>
      <p:sp>
        <p:nvSpPr>
          <p:cNvPr id="24" name="Can 23">
            <a:extLst>
              <a:ext uri="{FF2B5EF4-FFF2-40B4-BE49-F238E27FC236}">
                <a16:creationId xmlns:a16="http://schemas.microsoft.com/office/drawing/2014/main" id="{C32A2FE1-7E0C-BFC7-7C2F-AAC754655A66}"/>
              </a:ext>
            </a:extLst>
          </p:cNvPr>
          <p:cNvSpPr/>
          <p:nvPr/>
        </p:nvSpPr>
        <p:spPr>
          <a:xfrm>
            <a:off x="2947804" y="5229842"/>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an 24">
            <a:extLst>
              <a:ext uri="{FF2B5EF4-FFF2-40B4-BE49-F238E27FC236}">
                <a16:creationId xmlns:a16="http://schemas.microsoft.com/office/drawing/2014/main" id="{44A55749-B97C-E956-AA30-7AB33B8CB02E}"/>
              </a:ext>
            </a:extLst>
          </p:cNvPr>
          <p:cNvSpPr/>
          <p:nvPr/>
        </p:nvSpPr>
        <p:spPr>
          <a:xfrm>
            <a:off x="11016483" y="5219584"/>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A6DEE0EC-1168-4A7D-79E0-F244FD9FF674}"/>
              </a:ext>
            </a:extLst>
          </p:cNvPr>
          <p:cNvGrpSpPr/>
          <p:nvPr/>
        </p:nvGrpSpPr>
        <p:grpSpPr>
          <a:xfrm>
            <a:off x="1803375" y="5219584"/>
            <a:ext cx="755991" cy="401724"/>
            <a:chOff x="1512273" y="2850326"/>
            <a:chExt cx="755991" cy="401724"/>
          </a:xfrm>
        </p:grpSpPr>
        <p:grpSp>
          <p:nvGrpSpPr>
            <p:cNvPr id="34" name="Group 33">
              <a:extLst>
                <a:ext uri="{FF2B5EF4-FFF2-40B4-BE49-F238E27FC236}">
                  <a16:creationId xmlns:a16="http://schemas.microsoft.com/office/drawing/2014/main" id="{F55FA10D-8626-5CD2-78FF-0093A65343BD}"/>
                </a:ext>
              </a:extLst>
            </p:cNvPr>
            <p:cNvGrpSpPr/>
            <p:nvPr/>
          </p:nvGrpSpPr>
          <p:grpSpPr>
            <a:xfrm>
              <a:off x="1512273" y="2850326"/>
              <a:ext cx="724829" cy="401724"/>
              <a:chOff x="1271239" y="2176961"/>
              <a:chExt cx="724829" cy="401724"/>
            </a:xfrm>
          </p:grpSpPr>
          <p:cxnSp>
            <p:nvCxnSpPr>
              <p:cNvPr id="28" name="Straight Connector 27">
                <a:extLst>
                  <a:ext uri="{FF2B5EF4-FFF2-40B4-BE49-F238E27FC236}">
                    <a16:creationId xmlns:a16="http://schemas.microsoft.com/office/drawing/2014/main" id="{698267A3-244F-F5A4-11D3-69C5776B2AA2}"/>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DE4176E-C5D9-3DB6-A68B-9A0F9E377A4C}"/>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AA60AEE-33BC-1530-157B-C485500964A1}"/>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68345CD0-75D6-27FA-4623-150FF2FF8A4D}"/>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343264FA-5AF1-879E-EA89-7DF9D019E36E}"/>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EEFFD4DB-E362-8DDD-47C0-A7F4C32A5477}"/>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35" name="TextBox 34">
              <a:extLst>
                <a:ext uri="{FF2B5EF4-FFF2-40B4-BE49-F238E27FC236}">
                  <a16:creationId xmlns:a16="http://schemas.microsoft.com/office/drawing/2014/main" id="{3361538A-6B43-8F72-4F49-40DFBBEB34D5}"/>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sp>
        <p:nvSpPr>
          <p:cNvPr id="39" name="Can 38">
            <a:extLst>
              <a:ext uri="{FF2B5EF4-FFF2-40B4-BE49-F238E27FC236}">
                <a16:creationId xmlns:a16="http://schemas.microsoft.com/office/drawing/2014/main" id="{0E5CF8A4-2AC3-CD56-6805-7DA0F3BADE77}"/>
              </a:ext>
            </a:extLst>
          </p:cNvPr>
          <p:cNvSpPr/>
          <p:nvPr/>
        </p:nvSpPr>
        <p:spPr>
          <a:xfrm>
            <a:off x="5250294" y="1994720"/>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descr="A diagram of a feature layer showing point, multipoint, polyline, polygon, and multipatch as possible geometric types">
            <a:extLst>
              <a:ext uri="{FF2B5EF4-FFF2-40B4-BE49-F238E27FC236}">
                <a16:creationId xmlns:a16="http://schemas.microsoft.com/office/drawing/2014/main" id="{AD64B66C-2E30-7275-D100-1817FBEAE83F}"/>
              </a:ext>
            </a:extLst>
          </p:cNvPr>
          <p:cNvPicPr>
            <a:picLocks noChangeAspect="1"/>
          </p:cNvPicPr>
          <p:nvPr/>
        </p:nvPicPr>
        <p:blipFill>
          <a:blip r:embed="rId3"/>
          <a:srcRect l="40239" t="52257" r="39899" b="11474"/>
          <a:stretch>
            <a:fillRect/>
          </a:stretch>
        </p:blipFill>
        <p:spPr>
          <a:xfrm>
            <a:off x="6301211" y="1917100"/>
            <a:ext cx="522514" cy="536448"/>
          </a:xfrm>
          <a:prstGeom prst="rect">
            <a:avLst/>
          </a:prstGeom>
        </p:spPr>
      </p:pic>
      <p:sp>
        <p:nvSpPr>
          <p:cNvPr id="42" name="TextBox 41">
            <a:extLst>
              <a:ext uri="{FF2B5EF4-FFF2-40B4-BE49-F238E27FC236}">
                <a16:creationId xmlns:a16="http://schemas.microsoft.com/office/drawing/2014/main" id="{FC197B29-2A7E-74BA-B842-CD2919FA76AB}"/>
              </a:ext>
            </a:extLst>
          </p:cNvPr>
          <p:cNvSpPr txBox="1"/>
          <p:nvPr/>
        </p:nvSpPr>
        <p:spPr>
          <a:xfrm>
            <a:off x="5054589" y="2453548"/>
            <a:ext cx="884568" cy="230832"/>
          </a:xfrm>
          <a:prstGeom prst="rect">
            <a:avLst/>
          </a:prstGeom>
          <a:noFill/>
        </p:spPr>
        <p:txBody>
          <a:bodyPr wrap="square" rtlCol="0">
            <a:spAutoFit/>
          </a:bodyPr>
          <a:lstStyle/>
          <a:p>
            <a:pPr algn="ctr"/>
            <a:r>
              <a:rPr lang="en-US" sz="900" dirty="0"/>
              <a:t>hosted data</a:t>
            </a:r>
          </a:p>
        </p:txBody>
      </p:sp>
      <p:sp>
        <p:nvSpPr>
          <p:cNvPr id="43" name="TextBox 42">
            <a:extLst>
              <a:ext uri="{FF2B5EF4-FFF2-40B4-BE49-F238E27FC236}">
                <a16:creationId xmlns:a16="http://schemas.microsoft.com/office/drawing/2014/main" id="{7E3EE248-9D00-ACC7-6CA9-2E81CEE5CFD1}"/>
              </a:ext>
            </a:extLst>
          </p:cNvPr>
          <p:cNvSpPr txBox="1"/>
          <p:nvPr/>
        </p:nvSpPr>
        <p:spPr>
          <a:xfrm>
            <a:off x="6120184" y="2453548"/>
            <a:ext cx="884568" cy="230832"/>
          </a:xfrm>
          <a:prstGeom prst="rect">
            <a:avLst/>
          </a:prstGeom>
          <a:noFill/>
        </p:spPr>
        <p:txBody>
          <a:bodyPr wrap="square" rtlCol="0">
            <a:spAutoFit/>
          </a:bodyPr>
          <a:lstStyle/>
          <a:p>
            <a:pPr algn="ctr"/>
            <a:r>
              <a:rPr lang="en-US" sz="900" dirty="0"/>
              <a:t>feature layer</a:t>
            </a:r>
          </a:p>
        </p:txBody>
      </p:sp>
      <p:sp>
        <p:nvSpPr>
          <p:cNvPr id="2" name="TextBox 1">
            <a:extLst>
              <a:ext uri="{FF2B5EF4-FFF2-40B4-BE49-F238E27FC236}">
                <a16:creationId xmlns:a16="http://schemas.microsoft.com/office/drawing/2014/main" id="{E4FD9103-3C96-5A60-09B9-37042D178E63}"/>
              </a:ext>
            </a:extLst>
          </p:cNvPr>
          <p:cNvSpPr txBox="1"/>
          <p:nvPr/>
        </p:nvSpPr>
        <p:spPr>
          <a:xfrm>
            <a:off x="7465397" y="336916"/>
            <a:ext cx="4499572" cy="815608"/>
          </a:xfrm>
          <a:prstGeom prst="rect">
            <a:avLst/>
          </a:prstGeom>
          <a:noFill/>
        </p:spPr>
        <p:txBody>
          <a:bodyPr wrap="square" rtlCol="0">
            <a:spAutoFit/>
          </a:bodyPr>
          <a:lstStyle/>
          <a:p>
            <a:pPr>
              <a:spcAft>
                <a:spcPts val="600"/>
              </a:spcAft>
            </a:pPr>
            <a:r>
              <a:rPr lang="en-US" sz="1400" dirty="0"/>
              <a:t>Workflow requires overwriting the hosted data.</a:t>
            </a:r>
          </a:p>
          <a:p>
            <a:r>
              <a:rPr lang="en-US" sz="1400" dirty="0"/>
              <a:t>The processing and resulting data reside at the users computer/machine/system.</a:t>
            </a:r>
          </a:p>
        </p:txBody>
      </p:sp>
      <p:grpSp>
        <p:nvGrpSpPr>
          <p:cNvPr id="3" name="Group 2">
            <a:extLst>
              <a:ext uri="{FF2B5EF4-FFF2-40B4-BE49-F238E27FC236}">
                <a16:creationId xmlns:a16="http://schemas.microsoft.com/office/drawing/2014/main" id="{447EADFD-6BAB-6E2C-0D8D-95400E5C86F2}"/>
              </a:ext>
            </a:extLst>
          </p:cNvPr>
          <p:cNvGrpSpPr/>
          <p:nvPr/>
        </p:nvGrpSpPr>
        <p:grpSpPr>
          <a:xfrm>
            <a:off x="9924463" y="5209326"/>
            <a:ext cx="755991" cy="401724"/>
            <a:chOff x="1512273" y="2850326"/>
            <a:chExt cx="755991" cy="401724"/>
          </a:xfrm>
        </p:grpSpPr>
        <p:grpSp>
          <p:nvGrpSpPr>
            <p:cNvPr id="4" name="Group 3">
              <a:extLst>
                <a:ext uri="{FF2B5EF4-FFF2-40B4-BE49-F238E27FC236}">
                  <a16:creationId xmlns:a16="http://schemas.microsoft.com/office/drawing/2014/main" id="{60CB249C-E466-017A-243F-DAC61E882B24}"/>
                </a:ext>
              </a:extLst>
            </p:cNvPr>
            <p:cNvGrpSpPr/>
            <p:nvPr/>
          </p:nvGrpSpPr>
          <p:grpSpPr>
            <a:xfrm>
              <a:off x="1512273" y="2850326"/>
              <a:ext cx="724829" cy="401724"/>
              <a:chOff x="1271239" y="2176961"/>
              <a:chExt cx="724829" cy="401724"/>
            </a:xfrm>
          </p:grpSpPr>
          <p:cxnSp>
            <p:nvCxnSpPr>
              <p:cNvPr id="6" name="Straight Connector 5">
                <a:extLst>
                  <a:ext uri="{FF2B5EF4-FFF2-40B4-BE49-F238E27FC236}">
                    <a16:creationId xmlns:a16="http://schemas.microsoft.com/office/drawing/2014/main" id="{8CC43EA9-FFAE-4CCA-3CA8-9D3E0D40F938}"/>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5EE1754-7FAB-D09D-B153-E45B04FD75BA}"/>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F29D665-838F-4D46-D901-4BDD995B7DA3}"/>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4B30BB9-DD08-B8B7-43E1-CAF7A0C8F63E}"/>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7396AE-585E-9BB0-385C-C40767200DE9}"/>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A988FE98-F796-F97A-8109-7C0E61A8A9F6}"/>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 name="TextBox 4">
              <a:extLst>
                <a:ext uri="{FF2B5EF4-FFF2-40B4-BE49-F238E27FC236}">
                  <a16:creationId xmlns:a16="http://schemas.microsoft.com/office/drawing/2014/main" id="{8E12FD50-DB37-8075-7911-05BCCA7D1BF8}"/>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pic>
        <p:nvPicPr>
          <p:cNvPr id="13" name="Graphic 12" descr="Building outline">
            <a:extLst>
              <a:ext uri="{FF2B5EF4-FFF2-40B4-BE49-F238E27FC236}">
                <a16:creationId xmlns:a16="http://schemas.microsoft.com/office/drawing/2014/main" id="{7911F836-9DA8-BDB3-3B00-33A263D0CB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34538" y="5993817"/>
            <a:ext cx="638294" cy="638294"/>
          </a:xfrm>
          <a:prstGeom prst="rect">
            <a:avLst/>
          </a:prstGeom>
        </p:spPr>
      </p:pic>
      <p:pic>
        <p:nvPicPr>
          <p:cNvPr id="15" name="Graphic 14" descr="House with solid fill">
            <a:extLst>
              <a:ext uri="{FF2B5EF4-FFF2-40B4-BE49-F238E27FC236}">
                <a16:creationId xmlns:a16="http://schemas.microsoft.com/office/drawing/2014/main" id="{5938ED2B-5147-90A9-3FE6-653A2D25B43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58644" y="5993817"/>
            <a:ext cx="638294" cy="638294"/>
          </a:xfrm>
          <a:prstGeom prst="rect">
            <a:avLst/>
          </a:prstGeom>
        </p:spPr>
      </p:pic>
      <p:grpSp>
        <p:nvGrpSpPr>
          <p:cNvPr id="12" name="Group 11">
            <a:extLst>
              <a:ext uri="{FF2B5EF4-FFF2-40B4-BE49-F238E27FC236}">
                <a16:creationId xmlns:a16="http://schemas.microsoft.com/office/drawing/2014/main" id="{A3E31077-1614-63B3-D589-FA8357D773C9}"/>
              </a:ext>
            </a:extLst>
          </p:cNvPr>
          <p:cNvGrpSpPr/>
          <p:nvPr/>
        </p:nvGrpSpPr>
        <p:grpSpPr>
          <a:xfrm>
            <a:off x="10206683" y="373800"/>
            <a:ext cx="885217" cy="931659"/>
            <a:chOff x="8063447" y="4787234"/>
            <a:chExt cx="885217" cy="931659"/>
          </a:xfrm>
        </p:grpSpPr>
        <p:sp>
          <p:nvSpPr>
            <p:cNvPr id="14" name="Freeform: Shape 13">
              <a:extLst>
                <a:ext uri="{FF2B5EF4-FFF2-40B4-BE49-F238E27FC236}">
                  <a16:creationId xmlns:a16="http://schemas.microsoft.com/office/drawing/2014/main" id="{F70EA96C-7929-93FD-D5CB-84FA75FFEAF6}"/>
                </a:ext>
              </a:extLst>
            </p:cNvPr>
            <p:cNvSpPr/>
            <p:nvPr/>
          </p:nvSpPr>
          <p:spPr>
            <a:xfrm>
              <a:off x="8063447" y="4950380"/>
              <a:ext cx="885217" cy="768513"/>
            </a:xfrm>
            <a:custGeom>
              <a:avLst/>
              <a:gdLst>
                <a:gd name="csX0" fmla="*/ 126459 w 885217"/>
                <a:gd name="csY0" fmla="*/ 0 h 714983"/>
                <a:gd name="csX1" fmla="*/ 0 w 885217"/>
                <a:gd name="csY1" fmla="*/ 710119 h 714983"/>
                <a:gd name="csX2" fmla="*/ 466927 w 885217"/>
                <a:gd name="csY2" fmla="*/ 714983 h 714983"/>
                <a:gd name="csX3" fmla="*/ 885217 w 885217"/>
                <a:gd name="csY3" fmla="*/ 710119 h 714983"/>
                <a:gd name="csX4" fmla="*/ 778212 w 885217"/>
                <a:gd name="csY4" fmla="*/ 0 h 714983"/>
                <a:gd name="csX5" fmla="*/ 447472 w 885217"/>
                <a:gd name="csY5" fmla="*/ 4864 h 714983"/>
                <a:gd name="csX6" fmla="*/ 126459 w 885217"/>
                <a:gd name="csY6" fmla="*/ 0 h 714983"/>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6991 h 731974"/>
                <a:gd name="csX1" fmla="*/ 0 w 885217"/>
                <a:gd name="csY1" fmla="*/ 727110 h 731974"/>
                <a:gd name="csX2" fmla="*/ 466927 w 885217"/>
                <a:gd name="csY2" fmla="*/ 731974 h 731974"/>
                <a:gd name="csX3" fmla="*/ 885217 w 885217"/>
                <a:gd name="csY3" fmla="*/ 727110 h 731974"/>
                <a:gd name="csX4" fmla="*/ 778212 w 885217"/>
                <a:gd name="csY4" fmla="*/ 16991 h 731974"/>
                <a:gd name="csX5" fmla="*/ 447472 w 885217"/>
                <a:gd name="csY5" fmla="*/ 21855 h 731974"/>
                <a:gd name="csX6" fmla="*/ 126459 w 885217"/>
                <a:gd name="csY6" fmla="*/ 16991 h 731974"/>
                <a:gd name="csX0" fmla="*/ 126459 w 885217"/>
                <a:gd name="csY0" fmla="*/ 16991 h 731974"/>
                <a:gd name="csX1" fmla="*/ 0 w 885217"/>
                <a:gd name="csY1" fmla="*/ 727110 h 731974"/>
                <a:gd name="csX2" fmla="*/ 466927 w 885217"/>
                <a:gd name="csY2" fmla="*/ 731974 h 731974"/>
                <a:gd name="csX3" fmla="*/ 885217 w 885217"/>
                <a:gd name="csY3" fmla="*/ 727110 h 731974"/>
                <a:gd name="csX4" fmla="*/ 778212 w 885217"/>
                <a:gd name="csY4" fmla="*/ 16991 h 731974"/>
                <a:gd name="csX5" fmla="*/ 447472 w 885217"/>
                <a:gd name="csY5" fmla="*/ 21855 h 731974"/>
                <a:gd name="csX6" fmla="*/ 126459 w 885217"/>
                <a:gd name="csY6" fmla="*/ 16991 h 731974"/>
                <a:gd name="csX0" fmla="*/ 126459 w 885217"/>
                <a:gd name="csY0" fmla="*/ 16991 h 759024"/>
                <a:gd name="csX1" fmla="*/ 0 w 885217"/>
                <a:gd name="csY1" fmla="*/ 727110 h 759024"/>
                <a:gd name="csX2" fmla="*/ 466927 w 885217"/>
                <a:gd name="csY2" fmla="*/ 731974 h 759024"/>
                <a:gd name="csX3" fmla="*/ 885217 w 885217"/>
                <a:gd name="csY3" fmla="*/ 727110 h 759024"/>
                <a:gd name="csX4" fmla="*/ 778212 w 885217"/>
                <a:gd name="csY4" fmla="*/ 16991 h 759024"/>
                <a:gd name="csX5" fmla="*/ 447472 w 885217"/>
                <a:gd name="csY5" fmla="*/ 21855 h 759024"/>
                <a:gd name="csX6" fmla="*/ 126459 w 885217"/>
                <a:gd name="csY6" fmla="*/ 16991 h 759024"/>
                <a:gd name="csX0" fmla="*/ 126459 w 885217"/>
                <a:gd name="csY0" fmla="*/ 16991 h 768513"/>
                <a:gd name="csX1" fmla="*/ 0 w 885217"/>
                <a:gd name="csY1" fmla="*/ 727110 h 768513"/>
                <a:gd name="csX2" fmla="*/ 466927 w 885217"/>
                <a:gd name="csY2" fmla="*/ 731974 h 768513"/>
                <a:gd name="csX3" fmla="*/ 885217 w 885217"/>
                <a:gd name="csY3" fmla="*/ 727110 h 768513"/>
                <a:gd name="csX4" fmla="*/ 778212 w 885217"/>
                <a:gd name="csY4" fmla="*/ 16991 h 768513"/>
                <a:gd name="csX5" fmla="*/ 447472 w 885217"/>
                <a:gd name="csY5" fmla="*/ 21855 h 768513"/>
                <a:gd name="csX6" fmla="*/ 126459 w 885217"/>
                <a:gd name="csY6" fmla="*/ 16991 h 768513"/>
                <a:gd name="csX0" fmla="*/ 126459 w 885217"/>
                <a:gd name="csY0" fmla="*/ 16991 h 768513"/>
                <a:gd name="csX1" fmla="*/ 0 w 885217"/>
                <a:gd name="csY1" fmla="*/ 727110 h 768513"/>
                <a:gd name="csX2" fmla="*/ 466927 w 885217"/>
                <a:gd name="csY2" fmla="*/ 731974 h 768513"/>
                <a:gd name="csX3" fmla="*/ 885217 w 885217"/>
                <a:gd name="csY3" fmla="*/ 727110 h 768513"/>
                <a:gd name="csX4" fmla="*/ 778212 w 885217"/>
                <a:gd name="csY4" fmla="*/ 16991 h 768513"/>
                <a:gd name="csX5" fmla="*/ 447472 w 885217"/>
                <a:gd name="csY5" fmla="*/ 21855 h 768513"/>
                <a:gd name="csX6" fmla="*/ 126459 w 885217"/>
                <a:gd name="csY6" fmla="*/ 16991 h 7685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85217" h="768513">
                  <a:moveTo>
                    <a:pt x="126459" y="16991"/>
                  </a:moveTo>
                  <a:lnTo>
                    <a:pt x="0" y="727110"/>
                  </a:lnTo>
                  <a:cubicBezTo>
                    <a:pt x="145914" y="796824"/>
                    <a:pt x="325877" y="764400"/>
                    <a:pt x="466927" y="731974"/>
                  </a:cubicBezTo>
                  <a:cubicBezTo>
                    <a:pt x="606357" y="696307"/>
                    <a:pt x="740923" y="680093"/>
                    <a:pt x="885217" y="727110"/>
                  </a:cubicBezTo>
                  <a:lnTo>
                    <a:pt x="778212" y="16991"/>
                  </a:lnTo>
                  <a:cubicBezTo>
                    <a:pt x="643646" y="-15434"/>
                    <a:pt x="552855" y="5643"/>
                    <a:pt x="447472" y="21855"/>
                  </a:cubicBezTo>
                  <a:cubicBezTo>
                    <a:pt x="340468" y="34826"/>
                    <a:pt x="233463" y="52659"/>
                    <a:pt x="126459" y="16991"/>
                  </a:cubicBezTo>
                  <a:close/>
                </a:path>
              </a:pathLst>
            </a:custGeom>
            <a:solidFill>
              <a:srgbClr val="E5D2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BD626DDC-8A97-6C0B-CA7E-30B6355D3B28}"/>
                </a:ext>
              </a:extLst>
            </p:cNvPr>
            <p:cNvSpPr/>
            <p:nvPr/>
          </p:nvSpPr>
          <p:spPr>
            <a:xfrm>
              <a:off x="8304206" y="4787234"/>
              <a:ext cx="403698" cy="642034"/>
            </a:xfrm>
            <a:custGeom>
              <a:avLst/>
              <a:gdLst>
                <a:gd name="csX0" fmla="*/ 0 w 403698"/>
                <a:gd name="csY0" fmla="*/ 14591 h 486383"/>
                <a:gd name="csX1" fmla="*/ 393970 w 403698"/>
                <a:gd name="csY1" fmla="*/ 0 h 486383"/>
                <a:gd name="csX2" fmla="*/ 403698 w 403698"/>
                <a:gd name="csY2" fmla="*/ 53502 h 486383"/>
                <a:gd name="csX3" fmla="*/ 398834 w 403698"/>
                <a:gd name="csY3" fmla="*/ 316149 h 486383"/>
                <a:gd name="csX4" fmla="*/ 204281 w 403698"/>
                <a:gd name="csY4" fmla="*/ 486383 h 486383"/>
                <a:gd name="csX5" fmla="*/ 9728 w 403698"/>
                <a:gd name="csY5" fmla="*/ 316149 h 486383"/>
                <a:gd name="csX6" fmla="*/ 0 w 403698"/>
                <a:gd name="csY6" fmla="*/ 14591 h 486383"/>
                <a:gd name="csX0" fmla="*/ 0 w 403698"/>
                <a:gd name="csY0" fmla="*/ 113564 h 585356"/>
                <a:gd name="csX1" fmla="*/ 393970 w 403698"/>
                <a:gd name="csY1" fmla="*/ 98973 h 585356"/>
                <a:gd name="csX2" fmla="*/ 403698 w 403698"/>
                <a:gd name="csY2" fmla="*/ 152475 h 585356"/>
                <a:gd name="csX3" fmla="*/ 398834 w 403698"/>
                <a:gd name="csY3" fmla="*/ 415122 h 585356"/>
                <a:gd name="csX4" fmla="*/ 204281 w 403698"/>
                <a:gd name="csY4" fmla="*/ 585356 h 585356"/>
                <a:gd name="csX5" fmla="*/ 9728 w 403698"/>
                <a:gd name="csY5" fmla="*/ 415122 h 585356"/>
                <a:gd name="csX6" fmla="*/ 0 w 403698"/>
                <a:gd name="csY6" fmla="*/ 113564 h 585356"/>
                <a:gd name="csX0" fmla="*/ 0 w 403698"/>
                <a:gd name="csY0" fmla="*/ 170242 h 642034"/>
                <a:gd name="csX1" fmla="*/ 393970 w 403698"/>
                <a:gd name="csY1" fmla="*/ 155651 h 642034"/>
                <a:gd name="csX2" fmla="*/ 403698 w 403698"/>
                <a:gd name="csY2" fmla="*/ 209153 h 642034"/>
                <a:gd name="csX3" fmla="*/ 398834 w 403698"/>
                <a:gd name="csY3" fmla="*/ 471800 h 642034"/>
                <a:gd name="csX4" fmla="*/ 204281 w 403698"/>
                <a:gd name="csY4" fmla="*/ 642034 h 642034"/>
                <a:gd name="csX5" fmla="*/ 9728 w 403698"/>
                <a:gd name="csY5" fmla="*/ 471800 h 642034"/>
                <a:gd name="csX6" fmla="*/ 0 w 403698"/>
                <a:gd name="csY6" fmla="*/ 170242 h 64203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3698" h="642034">
                  <a:moveTo>
                    <a:pt x="0" y="170242"/>
                  </a:moveTo>
                  <a:cubicBezTo>
                    <a:pt x="145915" y="-34039"/>
                    <a:pt x="238328" y="-72949"/>
                    <a:pt x="393970" y="155651"/>
                  </a:cubicBezTo>
                  <a:lnTo>
                    <a:pt x="403698" y="209153"/>
                  </a:lnTo>
                  <a:cubicBezTo>
                    <a:pt x="402077" y="296702"/>
                    <a:pt x="400455" y="384251"/>
                    <a:pt x="398834" y="471800"/>
                  </a:cubicBezTo>
                  <a:lnTo>
                    <a:pt x="204281" y="642034"/>
                  </a:lnTo>
                  <a:lnTo>
                    <a:pt x="9728" y="471800"/>
                  </a:lnTo>
                  <a:lnTo>
                    <a:pt x="0" y="170242"/>
                  </a:lnTo>
                  <a:close/>
                </a:path>
              </a:pathLst>
            </a:custGeom>
            <a:solidFill>
              <a:schemeClr val="bg1"/>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3E02513-DAA5-3FF9-8BD5-EB571027492E}"/>
                </a:ext>
              </a:extLst>
            </p:cNvPr>
            <p:cNvSpPr/>
            <p:nvPr/>
          </p:nvSpPr>
          <p:spPr>
            <a:xfrm>
              <a:off x="8375516" y="4903698"/>
              <a:ext cx="277238" cy="489630"/>
            </a:xfrm>
            <a:custGeom>
              <a:avLst/>
              <a:gdLst>
                <a:gd name="csX0" fmla="*/ 0 w 277238"/>
                <a:gd name="csY0" fmla="*/ 262647 h 403698"/>
                <a:gd name="csX1" fmla="*/ 145915 w 277238"/>
                <a:gd name="csY1" fmla="*/ 403698 h 403698"/>
                <a:gd name="csX2" fmla="*/ 277238 w 277238"/>
                <a:gd name="csY2" fmla="*/ 267511 h 403698"/>
                <a:gd name="csX3" fmla="*/ 277238 w 277238"/>
                <a:gd name="csY3" fmla="*/ 0 h 403698"/>
                <a:gd name="csX4" fmla="*/ 0 w 277238"/>
                <a:gd name="csY4" fmla="*/ 4864 h 403698"/>
                <a:gd name="csX5" fmla="*/ 0 w 277238"/>
                <a:gd name="csY5" fmla="*/ 262647 h 403698"/>
                <a:gd name="csX0" fmla="*/ 0 w 277238"/>
                <a:gd name="csY0" fmla="*/ 334535 h 475586"/>
                <a:gd name="csX1" fmla="*/ 145915 w 277238"/>
                <a:gd name="csY1" fmla="*/ 475586 h 475586"/>
                <a:gd name="csX2" fmla="*/ 277238 w 277238"/>
                <a:gd name="csY2" fmla="*/ 339399 h 475586"/>
                <a:gd name="csX3" fmla="*/ 277238 w 277238"/>
                <a:gd name="csY3" fmla="*/ 71888 h 475586"/>
                <a:gd name="csX4" fmla="*/ 0 w 277238"/>
                <a:gd name="csY4" fmla="*/ 76752 h 475586"/>
                <a:gd name="csX5" fmla="*/ 0 w 277238"/>
                <a:gd name="csY5" fmla="*/ 334535 h 475586"/>
                <a:gd name="csX0" fmla="*/ 0 w 277238"/>
                <a:gd name="csY0" fmla="*/ 360625 h 501676"/>
                <a:gd name="csX1" fmla="*/ 145915 w 277238"/>
                <a:gd name="csY1" fmla="*/ 501676 h 501676"/>
                <a:gd name="csX2" fmla="*/ 277238 w 277238"/>
                <a:gd name="csY2" fmla="*/ 365489 h 501676"/>
                <a:gd name="csX3" fmla="*/ 277238 w 277238"/>
                <a:gd name="csY3" fmla="*/ 97978 h 501676"/>
                <a:gd name="csX4" fmla="*/ 0 w 277238"/>
                <a:gd name="csY4" fmla="*/ 102842 h 501676"/>
                <a:gd name="csX5" fmla="*/ 0 w 277238"/>
                <a:gd name="csY5" fmla="*/ 360625 h 501676"/>
                <a:gd name="csX0" fmla="*/ 0 w 277238"/>
                <a:gd name="csY0" fmla="*/ 348579 h 489630"/>
                <a:gd name="csX1" fmla="*/ 145915 w 277238"/>
                <a:gd name="csY1" fmla="*/ 489630 h 489630"/>
                <a:gd name="csX2" fmla="*/ 277238 w 277238"/>
                <a:gd name="csY2" fmla="*/ 353443 h 489630"/>
                <a:gd name="csX3" fmla="*/ 277238 w 277238"/>
                <a:gd name="csY3" fmla="*/ 85932 h 489630"/>
                <a:gd name="csX4" fmla="*/ 0 w 277238"/>
                <a:gd name="csY4" fmla="*/ 90796 h 489630"/>
                <a:gd name="csX5" fmla="*/ 0 w 277238"/>
                <a:gd name="csY5" fmla="*/ 348579 h 489630"/>
              </a:gdLst>
              <a:ahLst/>
              <a:cxnLst>
                <a:cxn ang="0">
                  <a:pos x="csX0" y="csY0"/>
                </a:cxn>
                <a:cxn ang="0">
                  <a:pos x="csX1" y="csY1"/>
                </a:cxn>
                <a:cxn ang="0">
                  <a:pos x="csX2" y="csY2"/>
                </a:cxn>
                <a:cxn ang="0">
                  <a:pos x="csX3" y="csY3"/>
                </a:cxn>
                <a:cxn ang="0">
                  <a:pos x="csX4" y="csY4"/>
                </a:cxn>
                <a:cxn ang="0">
                  <a:pos x="csX5" y="csY5"/>
                </a:cxn>
              </a:cxnLst>
              <a:rect l="l" t="t" r="r" b="b"/>
              <a:pathLst>
                <a:path w="277238" h="489630">
                  <a:moveTo>
                    <a:pt x="0" y="348579"/>
                  </a:moveTo>
                  <a:lnTo>
                    <a:pt x="145915" y="489630"/>
                  </a:lnTo>
                  <a:lnTo>
                    <a:pt x="277238" y="353443"/>
                  </a:lnTo>
                  <a:lnTo>
                    <a:pt x="277238" y="85932"/>
                  </a:lnTo>
                  <a:cubicBezTo>
                    <a:pt x="160505" y="-48635"/>
                    <a:pt x="102140" y="-8102"/>
                    <a:pt x="0" y="90796"/>
                  </a:cubicBezTo>
                  <a:lnTo>
                    <a:pt x="0" y="348579"/>
                  </a:lnTo>
                  <a:close/>
                </a:path>
              </a:pathLst>
            </a:custGeom>
            <a:solidFill>
              <a:srgbClr val="E5A894"/>
            </a:solidFill>
            <a:ln w="50800">
              <a:solidFill>
                <a:srgbClr val="C7552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6C741B6D-115A-28D8-8306-484134BFF17A}"/>
                </a:ext>
              </a:extLst>
            </p:cNvPr>
            <p:cNvGrpSpPr/>
            <p:nvPr/>
          </p:nvGrpSpPr>
          <p:grpSpPr>
            <a:xfrm>
              <a:off x="8458200" y="4990304"/>
              <a:ext cx="111869" cy="314437"/>
              <a:chOff x="8317607" y="3655072"/>
              <a:chExt cx="111869" cy="314437"/>
            </a:xfrm>
          </p:grpSpPr>
          <p:pic>
            <p:nvPicPr>
              <p:cNvPr id="33" name="Picture 32">
                <a:extLst>
                  <a:ext uri="{FF2B5EF4-FFF2-40B4-BE49-F238E27FC236}">
                    <a16:creationId xmlns:a16="http://schemas.microsoft.com/office/drawing/2014/main" id="{361D160B-2D21-735D-AF41-1902210BCF29}"/>
                  </a:ext>
                </a:extLst>
              </p:cNvPr>
              <p:cNvPicPr>
                <a:picLocks noChangeAspect="1"/>
              </p:cNvPicPr>
              <p:nvPr/>
            </p:nvPicPr>
            <p:blipFill>
              <a:blip r:embed="rId6"/>
              <a:srcRect l="18008" r="51410" b="28166"/>
              <a:stretch>
                <a:fillRect/>
              </a:stretch>
            </p:blipFill>
            <p:spPr>
              <a:xfrm>
                <a:off x="8373542" y="3746160"/>
                <a:ext cx="55934" cy="223349"/>
              </a:xfrm>
              <a:prstGeom prst="rect">
                <a:avLst/>
              </a:prstGeom>
            </p:spPr>
          </p:pic>
          <p:sp>
            <p:nvSpPr>
              <p:cNvPr id="27" name="Oval 26">
                <a:extLst>
                  <a:ext uri="{FF2B5EF4-FFF2-40B4-BE49-F238E27FC236}">
                    <a16:creationId xmlns:a16="http://schemas.microsoft.com/office/drawing/2014/main" id="{4CB5D85C-9607-333E-EFC4-FA4C3429FC86}"/>
                  </a:ext>
                </a:extLst>
              </p:cNvPr>
              <p:cNvSpPr/>
              <p:nvPr/>
            </p:nvSpPr>
            <p:spPr>
              <a:xfrm>
                <a:off x="8317607" y="3655072"/>
                <a:ext cx="111868" cy="111868"/>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1873198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C7CF49-F65E-CE87-D368-F78C24370CD9}"/>
              </a:ext>
            </a:extLst>
          </p:cNvPr>
          <p:cNvSpPr/>
          <p:nvPr/>
        </p:nvSpPr>
        <p:spPr>
          <a:xfrm>
            <a:off x="7058494" y="1925248"/>
            <a:ext cx="818484" cy="638583"/>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Web map for QA</a:t>
            </a:r>
          </a:p>
        </p:txBody>
      </p:sp>
      <p:cxnSp>
        <p:nvCxnSpPr>
          <p:cNvPr id="27" name="Straight Arrow Connector 26">
            <a:extLst>
              <a:ext uri="{FF2B5EF4-FFF2-40B4-BE49-F238E27FC236}">
                <a16:creationId xmlns:a16="http://schemas.microsoft.com/office/drawing/2014/main" id="{66306DDF-29E0-81B1-9FC4-5EBD8CD2BD56}"/>
              </a:ext>
            </a:extLst>
          </p:cNvPr>
          <p:cNvCxnSpPr>
            <a:stCxn id="10" idx="3"/>
          </p:cNvCxnSpPr>
          <p:nvPr/>
        </p:nvCxnSpPr>
        <p:spPr>
          <a:xfrm flipV="1">
            <a:off x="5988528" y="2255520"/>
            <a:ext cx="966520" cy="17564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27105</TotalTime>
  <Words>5262</Words>
  <Application>Microsoft Office PowerPoint</Application>
  <PresentationFormat>Widescreen</PresentationFormat>
  <Paragraphs>1310</Paragraphs>
  <Slides>87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87</vt:i4>
      </vt:variant>
    </vt:vector>
  </HeadingPairs>
  <TitlesOfParts>
    <vt:vector size="95"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36</cp:revision>
  <dcterms:created xsi:type="dcterms:W3CDTF">2026-02-18T17:07:24Z</dcterms:created>
  <dcterms:modified xsi:type="dcterms:W3CDTF">2026-08-13T23:20:07Z</dcterms:modified>
  <cp:category/>
</cp:coreProperties>
</file>