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300" r:id="rId5"/>
    <p:sldId id="298" r:id="rId6"/>
    <p:sldId id="301" r:id="rId7"/>
    <p:sldId id="299" r:id="rId8"/>
    <p:sldId id="290" r:id="rId9"/>
    <p:sldId id="291" r:id="rId10"/>
    <p:sldId id="294" r:id="rId11"/>
    <p:sldId id="287" r:id="rId12"/>
    <p:sldId id="281" r:id="rId13"/>
    <p:sldId id="292" r:id="rId14"/>
    <p:sldId id="283" r:id="rId15"/>
    <p:sldId id="284" r:id="rId16"/>
    <p:sldId id="295" r:id="rId17"/>
    <p:sldId id="297" r:id="rId18"/>
    <p:sldId id="288" r:id="rId19"/>
    <p:sldId id="289" r:id="rId20"/>
    <p:sldId id="273" r:id="rId21"/>
    <p:sldId id="271" r:id="rId22"/>
    <p:sldId id="272" r:id="rId23"/>
    <p:sldId id="276" r:id="rId24"/>
    <p:sldId id="277" r:id="rId25"/>
    <p:sldId id="274" r:id="rId26"/>
    <p:sldId id="278" r:id="rId27"/>
    <p:sldId id="280" r:id="rId28"/>
    <p:sldId id="286" r:id="rId29"/>
    <p:sldId id="282" r:id="rId30"/>
    <p:sldId id="285" r:id="rId31"/>
    <p:sldId id="275" r:id="rId32"/>
    <p:sldId id="270" r:id="rId33"/>
    <p:sldId id="265" r:id="rId34"/>
    <p:sldId id="268" r:id="rId35"/>
    <p:sldId id="269" r:id="rId36"/>
    <p:sldId id="267" r:id="rId37"/>
    <p:sldId id="266" r:id="rId38"/>
    <p:sldId id="257" r:id="rId39"/>
    <p:sldId id="258" r:id="rId40"/>
    <p:sldId id="259" r:id="rId41"/>
    <p:sldId id="260" r:id="rId42"/>
    <p:sldId id="261" r:id="rId43"/>
    <p:sldId id="262" r:id="rId44"/>
    <p:sldId id="263" r:id="rId45"/>
    <p:sldId id="264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  <a:srgbClr val="00E600"/>
    <a:srgbClr val="006300"/>
    <a:srgbClr val="FB7700"/>
    <a:srgbClr val="FFFFCC"/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DD71D2-1D85-41AA-B9AD-00CF3E34DA03}" v="62" dt="2026-06-02T00:27:01.3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9" autoAdjust="0"/>
    <p:restoredTop sz="96182" autoAdjust="0"/>
  </p:normalViewPr>
  <p:slideViewPr>
    <p:cSldViewPr snapToGrid="0">
      <p:cViewPr varScale="1">
        <p:scale>
          <a:sx n="98" d="100"/>
          <a:sy n="98" d="100"/>
        </p:scale>
        <p:origin x="930" y="312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28T16:33:03.475" v="5262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modSld sldOrd">
      <pc:chgData name="DOWTY, PETER (DNR)" userId="01cf875a-4e15-4928-8f93-7a0dfa1efb6b" providerId="ADAL" clId="{E9054DD1-CDF4-4BE2-A4C5-BD4B0395A89E}" dt="2026-06-02T00:28:08.596" v="11786" actId="20577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5-20T13:53:09.982" v="5353" actId="207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5-29T21:43:04.152" v="10957" actId="478"/>
        <pc:sldMkLst>
          <pc:docMk/>
          <pc:sldMk cId="1516653873" sldId="293"/>
        </pc:sldMkLst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2" creationId="{E7BF4D14-A4D1-93A8-76A3-D435EC839610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3" creationId="{5CCBF447-E85D-DE1B-00B9-CF455512E997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46" creationId="{2C178F59-5A89-0F0B-6EEC-94108E517F3A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88" creationId="{3D783572-A73B-ED99-766A-18671BDF430E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0" creationId="{DFB55729-7F66-1BC7-216A-64873B858B14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3" creationId="{FCF36621-4193-B5F3-4F0F-A694E6D4D1BB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6" creationId="{01D914F6-F616-1A89-671F-BF70191132D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43" creationId="{793434A3-F9AC-E6F6-6A70-F744D97BC2A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69" creationId="{2AEC2FBB-DA1E-82A3-167B-0AC9688BB7D8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70" creationId="{86581388-3743-819B-C7FC-1EF1FFD7D450}"/>
          </ac:inkMkLst>
        </pc:inkChg>
        <pc:cxnChg chg="add">
          <ac:chgData name="DOWTY, PETER (DNR)" userId="01cf875a-4e15-4928-8f93-7a0dfa1efb6b" providerId="ADAL" clId="{E9054DD1-CDF4-4BE2-A4C5-BD4B0395A89E}" dt="2026-05-27T18:50:14.393" v="8055" actId="11529"/>
          <ac:cxnSpMkLst>
            <pc:docMk/>
            <pc:sldMk cId="1516653873" sldId="293"/>
            <ac:cxnSpMk id="4" creationId="{61DCB009-B2E8-6B02-0883-D2343377C5F7}"/>
          </ac:cxnSpMkLst>
        </pc:cxnChg>
        <pc:cxnChg chg="add mod">
          <ac:chgData name="DOWTY, PETER (DNR)" userId="01cf875a-4e15-4928-8f93-7a0dfa1efb6b" providerId="ADAL" clId="{E9054DD1-CDF4-4BE2-A4C5-BD4B0395A89E}" dt="2026-05-27T18:50:19.585" v="8057" actId="1076"/>
          <ac:cxnSpMkLst>
            <pc:docMk/>
            <pc:sldMk cId="1516653873" sldId="293"/>
            <ac:cxnSpMk id="6" creationId="{F41871AF-B70B-59EF-FA7A-B221090CE401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6T17:32:36.808" v="6637" actId="1076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5-26T17:32:36.808" v="663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modSp add mod">
        <pc:chgData name="DOWTY, PETER (DNR)" userId="01cf875a-4e15-4928-8f93-7a0dfa1efb6b" providerId="ADAL" clId="{E9054DD1-CDF4-4BE2-A4C5-BD4B0395A89E}" dt="2026-06-01T23:45:27.037" v="11644" actId="20577"/>
        <pc:sldMkLst>
          <pc:docMk/>
          <pc:sldMk cId="3701697570" sldId="300"/>
        </pc:sldMkLst>
        <pc:spChg chg="add mod">
          <ac:chgData name="DOWTY, PETER (DNR)" userId="01cf875a-4e15-4928-8f93-7a0dfa1efb6b" providerId="ADAL" clId="{E9054DD1-CDF4-4BE2-A4C5-BD4B0395A89E}" dt="2026-05-29T14:20:42.919" v="9609" actId="1076"/>
          <ac:spMkLst>
            <pc:docMk/>
            <pc:sldMk cId="3701697570" sldId="300"/>
            <ac:spMk id="2" creationId="{4F8426A0-E49E-1138-20EC-D0BA380060CD}"/>
          </ac:spMkLst>
        </pc:spChg>
        <pc:spChg chg="add mod">
          <ac:chgData name="DOWTY, PETER (DNR)" userId="01cf875a-4e15-4928-8f93-7a0dfa1efb6b" providerId="ADAL" clId="{E9054DD1-CDF4-4BE2-A4C5-BD4B0395A89E}" dt="2026-05-29T14:20:55.224" v="9612" actId="14100"/>
          <ac:spMkLst>
            <pc:docMk/>
            <pc:sldMk cId="3701697570" sldId="300"/>
            <ac:spMk id="3" creationId="{57969FA4-EA39-C279-9D94-EBC1578B3C66}"/>
          </ac:spMkLst>
        </pc:spChg>
        <pc:spChg chg="add mod">
          <ac:chgData name="DOWTY, PETER (DNR)" userId="01cf875a-4e15-4928-8f93-7a0dfa1efb6b" providerId="ADAL" clId="{E9054DD1-CDF4-4BE2-A4C5-BD4B0395A89E}" dt="2026-05-29T14:26:49.353" v="9675" actId="14100"/>
          <ac:spMkLst>
            <pc:docMk/>
            <pc:sldMk cId="3701697570" sldId="300"/>
            <ac:spMk id="5" creationId="{1CDEFB59-D190-3B2B-55D8-2893B1669917}"/>
          </ac:spMkLst>
        </pc:spChg>
        <pc:spChg chg="add mod">
          <ac:chgData name="DOWTY, PETER (DNR)" userId="01cf875a-4e15-4928-8f93-7a0dfa1efb6b" providerId="ADAL" clId="{E9054DD1-CDF4-4BE2-A4C5-BD4B0395A89E}" dt="2026-05-29T14:26:59.006" v="9682" actId="20577"/>
          <ac:spMkLst>
            <pc:docMk/>
            <pc:sldMk cId="3701697570" sldId="300"/>
            <ac:spMk id="6" creationId="{5946A0F8-C3AF-0EDB-F8D4-19F02A1A6DB5}"/>
          </ac:spMkLst>
        </pc:spChg>
        <pc:spChg chg="add mod">
          <ac:chgData name="DOWTY, PETER (DNR)" userId="01cf875a-4e15-4928-8f93-7a0dfa1efb6b" providerId="ADAL" clId="{E9054DD1-CDF4-4BE2-A4C5-BD4B0395A89E}" dt="2026-06-01T16:01:13.987" v="11173" actId="1076"/>
          <ac:spMkLst>
            <pc:docMk/>
            <pc:sldMk cId="3701697570" sldId="300"/>
            <ac:spMk id="7" creationId="{FF40C092-55A9-27A3-75DD-75D8ADCCA058}"/>
          </ac:spMkLst>
        </pc:spChg>
        <pc:spChg chg="add mod">
          <ac:chgData name="DOWTY, PETER (DNR)" userId="01cf875a-4e15-4928-8f93-7a0dfa1efb6b" providerId="ADAL" clId="{E9054DD1-CDF4-4BE2-A4C5-BD4B0395A89E}" dt="2026-06-01T17:26:34.464" v="11241" actId="14838"/>
          <ac:spMkLst>
            <pc:docMk/>
            <pc:sldMk cId="3701697570" sldId="300"/>
            <ac:spMk id="8" creationId="{23BAEB87-20AC-A22D-70C4-7B754A122240}"/>
          </ac:spMkLst>
        </pc:spChg>
        <pc:spChg chg="add mod">
          <ac:chgData name="DOWTY, PETER (DNR)" userId="01cf875a-4e15-4928-8f93-7a0dfa1efb6b" providerId="ADAL" clId="{E9054DD1-CDF4-4BE2-A4C5-BD4B0395A89E}" dt="2026-06-01T17:30:01.302" v="11245" actId="20577"/>
          <ac:spMkLst>
            <pc:docMk/>
            <pc:sldMk cId="3701697570" sldId="300"/>
            <ac:spMk id="9" creationId="{369CE988-5AFE-5A19-CD5F-6D28FFA66A0F}"/>
          </ac:spMkLst>
        </pc:spChg>
        <pc:spChg chg="add mod">
          <ac:chgData name="DOWTY, PETER (DNR)" userId="01cf875a-4e15-4928-8f93-7a0dfa1efb6b" providerId="ADAL" clId="{E9054DD1-CDF4-4BE2-A4C5-BD4B0395A89E}" dt="2026-06-01T17:30:51.395" v="11256" actId="1076"/>
          <ac:spMkLst>
            <pc:docMk/>
            <pc:sldMk cId="3701697570" sldId="300"/>
            <ac:spMk id="10" creationId="{5BAEF0B5-BD97-6BDA-5D25-5677C29B3F49}"/>
          </ac:spMkLst>
        </pc:spChg>
        <pc:spChg chg="add mod">
          <ac:chgData name="DOWTY, PETER (DNR)" userId="01cf875a-4e15-4928-8f93-7a0dfa1efb6b" providerId="ADAL" clId="{E9054DD1-CDF4-4BE2-A4C5-BD4B0395A89E}" dt="2026-06-01T17:59:31.913" v="11290" actId="14838"/>
          <ac:spMkLst>
            <pc:docMk/>
            <pc:sldMk cId="3701697570" sldId="300"/>
            <ac:spMk id="11" creationId="{83375011-D077-BBF6-2DE0-41D8989B0F52}"/>
          </ac:spMkLst>
        </pc:spChg>
        <pc:spChg chg="add mod">
          <ac:chgData name="DOWTY, PETER (DNR)" userId="01cf875a-4e15-4928-8f93-7a0dfa1efb6b" providerId="ADAL" clId="{E9054DD1-CDF4-4BE2-A4C5-BD4B0395A89E}" dt="2026-06-01T18:04:17.600" v="11305" actId="1076"/>
          <ac:spMkLst>
            <pc:docMk/>
            <pc:sldMk cId="3701697570" sldId="300"/>
            <ac:spMk id="12" creationId="{6D0F4D1D-57DF-6BE7-9E83-188172B6B6C8}"/>
          </ac:spMkLst>
        </pc:spChg>
        <pc:spChg chg="add mod">
          <ac:chgData name="DOWTY, PETER (DNR)" userId="01cf875a-4e15-4928-8f93-7a0dfa1efb6b" providerId="ADAL" clId="{E9054DD1-CDF4-4BE2-A4C5-BD4B0395A89E}" dt="2026-06-01T18:07:45.400" v="11309" actId="1076"/>
          <ac:spMkLst>
            <pc:docMk/>
            <pc:sldMk cId="3701697570" sldId="300"/>
            <ac:spMk id="13" creationId="{F91C2B01-AC12-764B-79EF-A7F257C71872}"/>
          </ac:spMkLst>
        </pc:spChg>
        <pc:spChg chg="add mod">
          <ac:chgData name="DOWTY, PETER (DNR)" userId="01cf875a-4e15-4928-8f93-7a0dfa1efb6b" providerId="ADAL" clId="{E9054DD1-CDF4-4BE2-A4C5-BD4B0395A89E}" dt="2026-06-01T17:31:17.023" v="11263" actId="1036"/>
          <ac:spMkLst>
            <pc:docMk/>
            <pc:sldMk cId="3701697570" sldId="300"/>
            <ac:spMk id="14" creationId="{36971DE4-4CBD-EDE4-3ACD-C3124D509FC7}"/>
          </ac:spMkLst>
        </pc:spChg>
        <pc:spChg chg="add mod">
          <ac:chgData name="DOWTY, PETER (DNR)" userId="01cf875a-4e15-4928-8f93-7a0dfa1efb6b" providerId="ADAL" clId="{E9054DD1-CDF4-4BE2-A4C5-BD4B0395A89E}" dt="2026-06-01T18:07:48.861" v="11310" actId="1076"/>
          <ac:spMkLst>
            <pc:docMk/>
            <pc:sldMk cId="3701697570" sldId="300"/>
            <ac:spMk id="15" creationId="{B7F15C5C-AFCA-0BF5-6390-4DFB21D63651}"/>
          </ac:spMkLst>
        </pc:spChg>
        <pc:spChg chg="add mod">
          <ac:chgData name="DOWTY, PETER (DNR)" userId="01cf875a-4e15-4928-8f93-7a0dfa1efb6b" providerId="ADAL" clId="{E9054DD1-CDF4-4BE2-A4C5-BD4B0395A89E}" dt="2026-06-01T18:03:21.164" v="11293"/>
          <ac:spMkLst>
            <pc:docMk/>
            <pc:sldMk cId="3701697570" sldId="300"/>
            <ac:spMk id="16" creationId="{C5933EC5-69EF-7FC7-59B8-85038D3ADA01}"/>
          </ac:spMkLst>
        </pc:spChg>
        <pc:spChg chg="add mod">
          <ac:chgData name="DOWTY, PETER (DNR)" userId="01cf875a-4e15-4928-8f93-7a0dfa1efb6b" providerId="ADAL" clId="{E9054DD1-CDF4-4BE2-A4C5-BD4B0395A89E}" dt="2026-06-01T18:03:21.434" v="11294"/>
          <ac:spMkLst>
            <pc:docMk/>
            <pc:sldMk cId="3701697570" sldId="300"/>
            <ac:spMk id="17" creationId="{A3B115F8-9203-A430-CF7F-1A8381EF855E}"/>
          </ac:spMkLst>
        </pc:spChg>
        <pc:spChg chg="add mod">
          <ac:chgData name="DOWTY, PETER (DNR)" userId="01cf875a-4e15-4928-8f93-7a0dfa1efb6b" providerId="ADAL" clId="{E9054DD1-CDF4-4BE2-A4C5-BD4B0395A89E}" dt="2026-06-01T18:03:46.537" v="11300" actId="1076"/>
          <ac:spMkLst>
            <pc:docMk/>
            <pc:sldMk cId="3701697570" sldId="300"/>
            <ac:spMk id="18" creationId="{C423B364-AC14-8AD7-03A8-B3B4D4B0E489}"/>
          </ac:spMkLst>
        </pc:spChg>
        <pc:spChg chg="add mod">
          <ac:chgData name="DOWTY, PETER (DNR)" userId="01cf875a-4e15-4928-8f93-7a0dfa1efb6b" providerId="ADAL" clId="{E9054DD1-CDF4-4BE2-A4C5-BD4B0395A89E}" dt="2026-06-01T23:45:27.037" v="11644" actId="20577"/>
          <ac:spMkLst>
            <pc:docMk/>
            <pc:sldMk cId="3701697570" sldId="300"/>
            <ac:spMk id="19" creationId="{22C398EC-3790-1A26-0CF3-C81C936DFD9B}"/>
          </ac:spMkLst>
        </pc:spChg>
        <pc:picChg chg="mod modCrop">
          <ac:chgData name="DOWTY, PETER (DNR)" userId="01cf875a-4e15-4928-8f93-7a0dfa1efb6b" providerId="ADAL" clId="{E9054DD1-CDF4-4BE2-A4C5-BD4B0395A89E}" dt="2026-05-29T14:24:02.342" v="9667" actId="1076"/>
          <ac:picMkLst>
            <pc:docMk/>
            <pc:sldMk cId="3701697570" sldId="300"/>
            <ac:picMk id="4" creationId="{A4994006-6A44-A169-2456-160DCB237C7F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2T00:28:08.596" v="11786" actId="20577"/>
        <pc:sldMkLst>
          <pc:docMk/>
          <pc:sldMk cId="1835506812" sldId="301"/>
        </pc:sldMkLst>
        <pc:spChg chg="add del mod">
          <ac:chgData name="DOWTY, PETER (DNR)" userId="01cf875a-4e15-4928-8f93-7a0dfa1efb6b" providerId="ADAL" clId="{E9054DD1-CDF4-4BE2-A4C5-BD4B0395A89E}" dt="2026-06-01T18:09:05.511" v="11313"/>
          <ac:spMkLst>
            <pc:docMk/>
            <pc:sldMk cId="1835506812" sldId="301"/>
            <ac:spMk id="2" creationId="{62904FF4-3D5E-7D44-C4F1-900FC87E63AC}"/>
          </ac:spMkLst>
        </pc:spChg>
        <pc:spChg chg="add del mod">
          <ac:chgData name="DOWTY, PETER (DNR)" userId="01cf875a-4e15-4928-8f93-7a0dfa1efb6b" providerId="ADAL" clId="{E9054DD1-CDF4-4BE2-A4C5-BD4B0395A89E}" dt="2026-06-02T00:10:41.166" v="11734" actId="478"/>
          <ac:spMkLst>
            <pc:docMk/>
            <pc:sldMk cId="1835506812" sldId="301"/>
            <ac:spMk id="3" creationId="{F3C4716F-4361-8103-5A71-D487AFBB02F3}"/>
          </ac:spMkLst>
        </pc:spChg>
        <pc:spChg chg="add del mod">
          <ac:chgData name="DOWTY, PETER (DNR)" userId="01cf875a-4e15-4928-8f93-7a0dfa1efb6b" providerId="ADAL" clId="{E9054DD1-CDF4-4BE2-A4C5-BD4B0395A89E}" dt="2026-06-02T00:10:44.517" v="11736" actId="478"/>
          <ac:spMkLst>
            <pc:docMk/>
            <pc:sldMk cId="1835506812" sldId="301"/>
            <ac:spMk id="4" creationId="{77C6C626-E9EC-A0B7-508E-3B3987BE3D7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1T21:53:35.118" v="11490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1T21:53:35.118" v="11490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1T21:53:35.118" v="1149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">
          <ac:chgData name="DOWTY, PETER (DNR)" userId="01cf875a-4e15-4928-8f93-7a0dfa1efb6b" providerId="ADAL" clId="{E9054DD1-CDF4-4BE2-A4C5-BD4B0395A89E}" dt="2026-06-02T00:02:24.471" v="11682" actId="1076"/>
          <ac:spMkLst>
            <pc:docMk/>
            <pc:sldMk cId="1835506812" sldId="301"/>
            <ac:spMk id="40" creationId="{F9B41955-2698-27EF-DFB7-B9458D458BF2}"/>
          </ac:spMkLst>
        </pc:spChg>
        <pc:spChg chg="add mod">
          <ac:chgData name="DOWTY, PETER (DNR)" userId="01cf875a-4e15-4928-8f93-7a0dfa1efb6b" providerId="ADAL" clId="{E9054DD1-CDF4-4BE2-A4C5-BD4B0395A89E}" dt="2026-06-02T00:04:14.735" v="11687" actId="14100"/>
          <ac:spMkLst>
            <pc:docMk/>
            <pc:sldMk cId="1835506812" sldId="301"/>
            <ac:spMk id="41" creationId="{97E9ED0C-4867-CDF1-203C-119CBCCB986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42" creationId="{4D05E129-6657-2B61-FC22-474CF742D16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43" creationId="{0E2418D5-12D6-28F3-284D-422D1EE108B1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cxnChg chg="add del mod">
          <ac:chgData name="DOWTY, PETER (DNR)" userId="01cf875a-4e15-4928-8f93-7a0dfa1efb6b" providerId="ADAL" clId="{E9054DD1-CDF4-4BE2-A4C5-BD4B0395A89E}" dt="2026-06-01T23:21:48.396" v="11622" actId="478"/>
          <ac:cxnSpMkLst>
            <pc:docMk/>
            <pc:sldMk cId="1835506812" sldId="301"/>
            <ac:cxnSpMk id="25" creationId="{8B2DAAAE-4D2E-2117-A34C-8C5E8FA77644}"/>
          </ac:cxnSpMkLst>
        </pc:cxn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  <pc:inkChg chg="add reco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8" creationId="{177AA5C4-47A3-76BA-01D3-0A81CCA782A7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1" creationId="{68673011-D174-AF93-9BBB-2BE16A0BCB7B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3" creationId="{5CCBF447-E85D-DE1B-00B9-CF455512E997}"/>
          </ac:inkMkLst>
        </pc:inkChg>
        <pc:inkChg chg="add reco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8" creationId="{29F273C8-0E74-B099-B191-569A0DF86222}"/>
          </ac:inkMkLst>
        </pc:inkChg>
        <pc:inkChg chg="add reco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5" creationId="{EEC673ED-D6E7-DAC3-E593-4BCE97BBCD19}"/>
          </ac:inkMkLst>
        </pc:inkChg>
        <pc:inkChg chg="add">
          <ac:chgData name="Pete Dowty" userId="91aba14b6835b0ae" providerId="LiveId" clId="{19439AC1-6599-4CEB-9020-36158C74069D}" dt="2026-05-26T04:25:33.144" v="41"/>
          <ac:inkMkLst>
            <pc:docMk/>
            <pc:sldMk cId="1516653873" sldId="293"/>
            <ac:inkMk id="46" creationId="{2C178F59-5A89-0F0B-6EEC-94108E517F3A}"/>
          </ac:inkMkLst>
        </pc:inkChg>
        <pc:inkChg chg="add reco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9" creationId="{00B74A52-E821-9E8D-F981-5DF7BB408468}"/>
          </ac:inkMkLst>
        </pc:inkChg>
        <pc:inkChg chg="add reco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4" creationId="{4DD0322B-D460-C506-AD12-88DE6446A14B}"/>
          </ac:inkMkLst>
        </pc:inkChg>
        <pc:inkChg chg="add reco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60" creationId="{5A29B7A8-7B10-295A-AE84-C78B5142F01A}"/>
          </ac:inkMkLst>
        </pc:inkChg>
        <pc:inkChg chg="add reco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7" creationId="{F5EF785E-12F3-F132-DE74-65DB075DC5F8}"/>
          </ac:inkMkLst>
        </pc:inkChg>
        <pc:inkChg chg="add reco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1" creationId="{A4799A46-50E6-FF1F-5567-8B8B78D45669}"/>
          </ac:inkMkLst>
        </pc:inkChg>
        <pc:inkChg chg="add reco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100" creationId="{DFB55729-7F66-1BC7-216A-64873B858B14}"/>
          </ac:inkMkLst>
        </pc:inkChg>
        <pc:inkChg chg="add reco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3" creationId="{FCF36621-4193-B5F3-4F0F-A694E6D4D1BB}"/>
          </ac:inkMkLst>
        </pc:inkChg>
        <pc:inkChg chg="add">
          <ac:chgData name="Pete Dowty" userId="91aba14b6835b0ae" providerId="LiveId" clId="{19439AC1-6599-4CEB-9020-36158C74069D}" dt="2026-05-26T04:27:31.186" v="98"/>
          <ac:inkMkLst>
            <pc:docMk/>
            <pc:sldMk cId="1516653873" sldId="293"/>
            <ac:inkMk id="104" creationId="{14F6AA6B-461D-8D21-F2CB-A3F8D51BCE37}"/>
          </ac:inkMkLst>
        </pc:inkChg>
        <pc:inkChg chg="add">
          <ac:chgData name="Pete Dowty" userId="91aba14b6835b0ae" providerId="LiveId" clId="{19439AC1-6599-4CEB-9020-36158C74069D}" dt="2026-05-26T04:27:31.454" v="99"/>
          <ac:inkMkLst>
            <pc:docMk/>
            <pc:sldMk cId="1516653873" sldId="293"/>
            <ac:inkMk id="105" creationId="{CFCF7316-1EF3-71A3-A932-84A0924BF735}"/>
          </ac:inkMkLst>
        </pc:inkChg>
        <pc:inkChg chg="add">
          <ac:chgData name="Pete Dowty" userId="91aba14b6835b0ae" providerId="LiveId" clId="{19439AC1-6599-4CEB-9020-36158C74069D}" dt="2026-05-26T04:27:31.752" v="100"/>
          <ac:inkMkLst>
            <pc:docMk/>
            <pc:sldMk cId="1516653873" sldId="293"/>
            <ac:inkMk id="106" creationId="{01D914F6-F616-1A89-671F-BF70191132DF}"/>
          </ac:inkMkLst>
        </pc:inkChg>
        <pc:inkChg chg="add">
          <ac:chgData name="Pete Dowty" userId="91aba14b6835b0ae" providerId="LiveId" clId="{19439AC1-6599-4CEB-9020-36158C74069D}" dt="2026-05-26T04:27:32.585" v="101"/>
          <ac:inkMkLst>
            <pc:docMk/>
            <pc:sldMk cId="1516653873" sldId="293"/>
            <ac:inkMk id="107" creationId="{BD673292-87F9-2573-88E8-2CF80054C6BD}"/>
          </ac:inkMkLst>
        </pc:inkChg>
        <pc:inkChg chg="add">
          <ac:chgData name="Pete Dowty" userId="91aba14b6835b0ae" providerId="LiveId" clId="{19439AC1-6599-4CEB-9020-36158C74069D}" dt="2026-05-26T04:27:33.003" v="102"/>
          <ac:inkMkLst>
            <pc:docMk/>
            <pc:sldMk cId="1516653873" sldId="293"/>
            <ac:inkMk id="108" creationId="{B995B687-A087-867C-2618-C5706F279D99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0" creationId="{DC477494-728B-F54A-7C1A-1EE09783BBCA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3" creationId="{793434A3-F9AC-E6F6-6A70-F744D97BC2AF}"/>
          </ac:inkMkLst>
        </pc:inkChg>
        <pc:inkChg chg="add reco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8" creationId="{C8867167-38E0-3126-651B-281E3C01D1F9}"/>
          </ac:inkMkLst>
        </pc:inkChg>
        <pc:inkChg chg="add reco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9" creationId="{2AEC2FBB-DA1E-82A3-167B-0AC9688BB7D8}"/>
          </ac:inkMkLst>
        </pc:inkChg>
        <pc:inkChg chg="add reco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4" creationId="{A795A658-FD09-1070-5441-1C571FF90340}"/>
          </ac:inkMkLst>
        </pc:inkChg>
        <pc:inkChg chg="add reco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9" creationId="{528E1CE3-0728-1860-D43A-DA874D56AB75}"/>
          </ac:inkMkLst>
        </pc:inkChg>
        <pc:inkChg chg="add reco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9" creationId="{A702B7C0-565B-B309-47C1-0B082DD7E857}"/>
          </ac:inkMkLst>
        </pc:inkChg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5-06T03:51:16.985" v="438" actId="1076"/>
      <pc:docMkLst>
        <pc:docMk/>
      </pc:docMkLst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7.90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228 333 8101,'17'9'600,"-5"-1"0,-2-6 1,-3 4-1,-3 5 1,-2 5-50,-2 1 0,-6 1 1,1-1-1,1 1-541,2-1 1,-4 7 0,-2 1 0,0 0-405,1 0 1,1 4-1,6-5 1,-2-3-853,-4-2 0,4 1 1246,-4 3 0,4-4 0,2 7 0</inkml:trace>
  <inkml:trace contextRef="#ctx0" brushRef="#br0" timeOffset="474">333 1 7235,'-18'0'0,"1"0"0,-1 0 177,1 0 1,5 6-1,0 1 1,-1 1 175,-3 0 0,1 5 0,-1 1 0,1 7-57,-5 8 1,-1 1 0,4 3 0,-1 5 8,1 5 0,-1 9 0,1 9 0,1 1 105,5 4 0,3 2 0,8 1 0,0-1-86,0-4 0,2-11 1,5-12-1,9-7-219,5-4 1,10-11 0,-2-9-1,4-4-70,2-8 1,6-2 0,2-14 0,3-7 133,9-6 1,-3-12 0,4-5 0,-5-7 37,-5-3 0,-7-2 0,0 4 0,-8-2-16,-8 1 0,-11 9 0,-6 3 0,-6 1-73,-6-1 1,-11 6 0,-14-2-1,-8 4-418,-8 3 0,-5 4 1,-5 3-1,-1 4-714,2 7 0,2 7 0,1 13 0,3 7-486,3 13 0,6 14 1500,12 9 0,4 11 0,8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7.5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1 699 9081,'12'0'1186,"-1"0"0,-5 0 1,6 0-815,1 0 0,3 0 1,1 0-323,1 0 0,5 0 0,2 0 0,0-2-417,1-4 0,3 4 0,-4-6 1,2 2-82,4 1 1,-4-7 0,1 4 447,-3-1 0,6-3 0,-4-6 0</inkml:trace>
  <inkml:trace contextRef="#ctx0" brushRef="#br0" timeOffset="298">472 18 7866,'0'-18'1802,"0"18"1,0 12 0,0 13-1391,0 8 0,0 4 0,0 4 0,-2 5-292,-3 5 1,3 1-1,-6 0 1,2 1-300,0-1 1,-5-1 0,3-5-1,0-5-583,0-4 1,-3-8 0,3-2-3059,-2-2 3820,6-9 0,-3-16 0,7-10 0</inkml:trace>
  <inkml:trace contextRef="#ctx0" brushRef="#br0" timeOffset="630">717 192 7866,'-12'6'493,"1"0"0,-1 0-204,2 2 0,-5 1 1,5 9-1,-2 1 109,1 4 1,5-3 0,-4 3-1,1-2-55,-1 3 0,4-3 0,-4 6 0,1-2-196,-1-3 1,6-3 0,-4-1-61,1-1 1,5-5-51,-4-1 1,6-7-110,6 2 0,3-4 1,9-2 110,-1 0 0,1 0 0,-1 0-28,1 0 1,-1 0 0,1 2 0,-1 2-15,0 2 0,7 0 0,-1-6 1,-2 0-156,-1 0 0,3 0 0,0 0 0,-1 0-461,-3 0 0,-1 0 0,-1 0 0,0 0-1723,1 0 2342,-1 0 0,1-8 0,-1-2 0</inkml:trace>
  <inkml:trace contextRef="#ctx0" brushRef="#br0" timeOffset="997">944 367 7934,'-16'8'768,"5"3"1,3-1 0,8 2-136,0 1 1,2-5-1,6-2-325,9-4 0,1-2 0,7 0 1,-2 0-216,0 0 0,3 0 1,-5-2-1,2-4-205,-1-6 1,3-1-1,-2-1 1,-3 3-276,-7-3 0,3-2 1,-7-1 5,1 0 1,-4 1 143,-12 4 0,-9 5 0,-11 7 0,1 2 259,0 3 1,-4 5 0,4 8-1,-1-1 443,1 0 0,2 3 1,5 1-1,1 4-265,-1 3 1,3-5 0,1 4-1,5-2-458,1-3 1,2 3-1,8-2 1,4-1-286,5-3 1,7-2 0,3-1 0,4-4-267,3-7 1,1-3 0,6-2 808,0 0 0,7-7 0,3-3 0</inkml:trace>
  <inkml:trace contextRef="#ctx0" brushRef="#br0" timeOffset="1380">1485 280 7916,'-17'9'61,"-1"1"1,1-6 0,-1 4 402,1 1 0,5 1 1,3 4-1,1-3-27,4 3 0,-4 1 0,2 3 0,3-1-100,1 1 0,7 1 1,3 3-1,2-1-226,3-6 1,5 3-1,3-8 1,3 1-231,-3 1 0,4-8 0,-2 2 1,-1-4-13,-3-2 0,-1 0 0,-1-2 1,1-2-356,-1-2 0,-5-8 1,-1 3-1,1-5 154,-2-1 0,3-1 0,-7 1 0,0-1 464,2 1 1,-6-1 0,3 1 1324,-3-1-963,-2 1 1,-2 9 0,-3 10 0,-7 14 399,-4 11 0,-7 8 0,-2 6 0,0 5-317,-1 5 1,-3 9 0,4 4 0,-2 4-845,-4 1 0,6 1 0,1-2 1,5-4-193,2-5 1,5-7 0,2-6 0,2-7 458,5-8 0,-7-5 0,0-9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2.82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192 681 8049,'-2'10'728,"-2"-2"0,-3-2-246,-3-1 1,4 9-1,-6-2 1,-1 5-238,-3 6 1,5 1 0,-1 9 0,-2 4-257,-1-1 1,3 7 0,3-2 0,-1 0-284,0 1 1,6-7 0,-1 2-1,3-8-955,2-4 1,0-1 1248,0-7 0,0-7 0,0-2 0</inkml:trace>
  <inkml:trace contextRef="#ctx0" brushRef="#br0" timeOffset="287">0 734 8044,'12'0'264,"-1"0"0,-5 0 0,6 0 1,-1-2 325,-1-4 1,6-2-1,-3-5 1,7 1-232,3-2 0,6 5 0,-4-1 0,1 2-209,-1 4 1,4-3 0,-6 1 0,-1 2-97,-3 2 0,-4 10 1,-3 3-1,-6 5-19,-4 1 1,-2 3-1,-2 1 1,-6 2-54,-9-1 1,-1 3-1,-7-2 1,2-1-113,-1-3 1,-5-4 129,6-3 0,-8 4 0,4-7 0</inkml:trace>
  <inkml:trace contextRef="#ctx0" brushRef="#br0" timeOffset="567">646 838 7773,'2'10'1194,"4"-4"1,-2-4 0,8-2-1033,1 0 0,3 0 0,1 0 0,3 0-59,3 0 0,-2 0 0,8-2 0,0-2-544,-1-2 1,5-5 0,-4 3 0,4 0 440,2 0 0,-1-5 0,1 3 0</inkml:trace>
  <inkml:trace contextRef="#ctx0" brushRef="#br0" timeOffset="1232">1519 402 7541,'-7'15'1060,"-3"-1"-782,0-2 0,-5-3 0,3 5 1,-3-2-56,-3 1 0,3 3 1,1-1-1,2 1-143,-1 1 1,-1-3-1,1 9 1,3-4-75,2-1 1,2-6-1,6-1-207,0 3 0,2-1 18,4-1 1,4-4 0,7-10 142,1-4 0,-1-2 0,1-5 165,-1 1 1,-5 8 0,-2-4 398,-3 1 0,5 7-218,-6 0 0,0 2 0,-6 11 0,0 5-48,0 3 1,-6 4 0,-2-2 0,-4 7-299,-7 3 1,0 1 0,-11-1-1,1-2-353,2-1 1,-6-3 0,6 4 0,-2-4-549,0-2 1,7-9-1,-1-10 941,4-5 0,-6-1 0,-3 0 0</inkml:trace>
  <inkml:trace contextRef="#ctx0" brushRef="#br0" timeOffset="1834">1747 594 7977,'0'12'-1192,"0"-1"1490,0 3 0,-2-4 0,-2 1 0,-4 3 337,-2 1 0,1 3 0,-5 1 1,2 2-286,-1 3 0,-1 7 1,1-4-1,3 2-281,2 0 0,-5 0 0,3 6 0,-2 0-42,1 0 1,5-8 0,-4-3-1,2-5-523,4-2 322,2 1 1,2-10-1,0-8 1,0-10-19,0-6 1,0-9-1,2-2 1,2-2 158,2 0 0,6-6 0,-5-6 0,3 2-54,4 2 0,1 3 0,3-1 0,-1 0 129,1 0 0,-1 2 1,1 4-1,-1 5 179,1 5 1,-1 3-1,-1 3 1,-3 3 38,-1 2 0,-1 5 0,5 8-131,-4 7 1,-5 5 0,-7 5-1,0 1-188,0-2 1,0-1 0,0-3 0,0 1-714,0-1 0,0 1-218,0-1 0,-2-1-425,-3-5 1415,3-3 0,-6-8 0,8 0 0</inkml:trace>
  <inkml:trace contextRef="#ctx0" brushRef="#br0" timeOffset="2151">2166 542 9801,'-18'0'1166,"7"0"-546,-1 0 1,6 0 0,-4 2-270,3 3 0,-5-1-282,6 8 0,-5-6 34,5 5 1,0-5 0,6 6-534,0 1 0,2-3 380,4 2 0,1-6 0,7 3 0,-2-1 300,1-4 1,3 4 0,-1-1-84,-3 3 0,1-4 0,-7 6-92,-2 1 1,-4 3-1,-4 1-515,-2 1 0,-7-3 1,-1-1-1,-5-3-573,-4 3 0,-3 0 0,5-1 1013,-2-1 0,-8-1 0,4 7 0</inkml:trace>
  <inkml:trace contextRef="#ctx0" brushRef="#br0" timeOffset="2383">2445 821 7960,'16'2'1260,"-3"2"-454,-1 2 0,-1 5 0,7-5-505,-1-2 1,1-2-1,-1-2 1,1 0-312,-1 0 1,-3 0 0,1 0-1,5-2-362,-1-4 0,1 2 1,-3-5-1,1-1-2183,-1 0 2555,8-1 0,-5-7 0,5 1 0</inkml:trace>
  <inkml:trace contextRef="#ctx0" brushRef="#br0" timeOffset="2866">3004 629 7827,'17'0'0,"1"0"1109,-1 0-651,-7 0 0,-2 8 0,-10 3 0,-2 5-142,-2 1 0,-5 9 1,5 3-1,0 4-148,-2 2 0,6 1 1,-6 3-1,3 4-239,-1 2 1,-6-7-1,6 3 1,2-4-654,2-2 1,-3-8 0,-1-4 0,2-3 723,2-3 0,-6 1 0,-1-1 0</inkml:trace>
  <inkml:trace contextRef="#ctx0" brushRef="#br0" timeOffset="3150">2969 542 8414,'12'-6'642,"-1"0"0,1 0 0,7 6-181,5 0 0,-5 2 0,4 4 0,-3 4-284,-3-1 0,5 7 0,-3-5 0,-5 5-89,-5 1 1,3 1-1,-6-1 1,-2 1-44,-2-1 1,-10 7 0,-4-1-1,-3-2-120,-3-1 1,-7-3 0,-2 1 0,-2-1-340,0 0 0,1-5 0,-3-2 0,4-2-254,2-5 0,-4 5 1,6-2-1,1-4-997,3-6 1665,9-6 0,-5-7 0,5-1 0</inkml:trace>
  <inkml:trace contextRef="#ctx0" brushRef="#br0" timeOffset="3567">3563 0 7938,'-12'6'0,"1"2"401,-3 1 1,0 5 0,1 7-1,3 5 305,2 1 0,2 10 0,6 9 0,0 5-272,0 1 0,0 6 1,0 2-1,0 3-200,0 3 0,0 1 0,0 1 1,0-6-222,0-9 0,-5-3 0,-1-9 1,0-2-4299,-2-2 4285,6-10 0,-13-2 0,5-7 0</inkml:trace>
  <inkml:trace contextRef="#ctx0" brushRef="#br0" timeOffset="4034">3179 454 8213,'0'18'2209,"-6"-7"-1822,0 1 1,2-2 0,10 1-239,6-5 0,5-4 1,6-2-1,6 0-183,4 0 1,8 0-1,4-2 1,3-2-273,7-2 0,1-5 0,-4 3 1,1 0-304,-1 1 1,-7-1 0,-3 4-1,-3-2-10,-4 2 1,-4 2 0,-11 0-62,3-4 680,4 5 549,-8-7 0,-11 16 0,-19 1 0,-5 3 103,-1 0 1,-3-1 0,-1 5 0,-1-3-95,7-1 1,-3-2-1,7 3 1,-3-1-262,3 1 0,3-3 0,8 2-99,0 1 0,0-3 1,2 2 10,4 1 1,3-3 0,11 0-1,1-1 67,2 1 1,1-4 0,-7 4 0,1-1-3,-1 1 0,0 0 0,1 3-180,-1-1 0,-7 0 0,-4 5 0,-6-1-398,-6-5 1,-6 5 0,-9-7-1,-4 3-605,-2 0 0,-2-3 0,-6 5 909,0-2 0,-8-8 0,-2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9.4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332 315 7170,'10'0'2132,"-2"-8"-1183,-8-4 1,6 3 80,0-3 1,-1 0-217,-5-5 0,-2 5-613,-3 0 0,-5 9 1,-8-3-1,1 6-34,0 6 1,-9 3-1,-1 9 1,-2-1-136,0 1 0,2 5 0,-4 2 0,4 0-29,1 1 1,5 3 0,7-6-1,5-2-300,1-1 0,2-3 0,8-1 0,4-3 14,6-1 0,11-8 0,6 2 0,6-4 321,6-2 1,-5 0 0,5 0 0,-4-2 108,-2-4 0,0 4 0,-2-4 0,-4 4 198,-6 2 1,-5 2-27,-7 4 0,-5 4 0,-12 7 0,-7 1-246,-9-1 1,1 6-1,-10 1 1,-4-1-457,-4 2 1,-1-5 0,5 3 0,0-2-383,0 2 1,0-9-1,2 4 1,4-5-2131,6-3 2895,3-2 0,10-1 0,3 3 0</inkml:trace>
  <inkml:trace contextRef="#ctx0" brushRef="#br0" timeOffset="1161">752 454 6767,'9'0'-381,"-1"0"889,-8 0 1861,0 0-1840,0 8 0,0-4 1,0 8-1,-2 1-178,-4 3 1,4 3 0,-5 2 0,1 5-172,0 1 1,-8 2-1,5 6 1,-3 0-97,0 0 0,3-2 1,-3-2-1,4-4-206,1-2 0,5-2-48,-4-5 0,4-4 120,2-9 1,0-12-1,2-17 17,4 3 0,-3-4 1,7 0-1,0-1-104,0 1 1,-7-6-1,5 4 1,-2-2-113,0 0 1,6 5 0,-5-3 0,1 0 179,0 0 1,3 11 0,-3-1 0,0 1 3,0 1 1,5-1 0,-1 5 160,3 5 0,-3 4 0,0 2 99,1 0 0,1 8 0,0 3 0,-5 5 20,-1 1 0,-2 1 0,-6-1 0,0 1-79,0-1 0,0 6 0,-2 1 1,-4-3-194,-6-2 0,-3-1 1,-3-1-1,1 1 11,-1-1 0,1 1 0,0-1 0,-1-1-1604,1-5 1650,-9 5 0,7-14 0,-6 6 0</inkml:trace>
  <inkml:trace contextRef="#ctx0" brushRef="#br0" timeOffset="1794">1223 140 7971,'10'0'2947,"-2"0"-2536,-8 0 0,0 8 0,0 5 1,-2 7 33,-4 3 1,2 8-1,-8 0 1,1 6-185,1 4 0,-6 5 1,5-3-1,-3 2-204,3 3 1,-5 1-1,6-3 1,-1-5-587,-1-4 1,8-2 0,-2-2-1,4-4-1335,2-6 0,0-3-681,0-3 2545,0-7 0,8-3 0,2-7 0</inkml:trace>
  <inkml:trace contextRef="#ctx0" brushRef="#br0" timeOffset="2060">1555 437 7971,'-8'17'740,"-3"1"1,3-7 0,0-1 0,2 0-57,0 0 0,-5-5 1,5 7-1,0 2-269,-2 1 1,4 3 0,-5-1 0,-1 1-364,0-1 1,6 0 0,-3 3 0,1 1-435,0 2 1,-2 1 0,4-7-2783,-1 1 3164,-1-1 0,6 1 0,0-1 0</inkml:trace>
  <inkml:trace contextRef="#ctx0" brushRef="#br0" timeOffset="2444">1433 297 7883,'-18'0'0,"1"0"895,-1 0 1,9-2-1,5-4-486,8-5 0,7 1 0,11-2 1,3-1-510,2-3 1,2 5-1,4-1 1,-2 0-154,-2 3 1,0-7 0,6 6 0,0-1-318,0-1 1,0 2-1,0-3 1,0 1-21,0-1 0,-6-1 1,-2 0-1,-2 3 590,-3-3 0,3 5 0,-2-1 0,-1 2 0,-9 2 267,-1 6 0,-8 2 0,1 4 1,-5 8 556,-5 7 0,-3 0 0,-6 8 0,5 2 73,1 2 0,-4 8 0,4 2 0,1 0-427,-1-1 0,0 7 1,4-5-1,-2 3-437,3 0 0,1-3 0,2 3 1,0-6-454,0-5 0,0-7 1,0-1-1,2-3-3158,3-4 617,-3-1 2961,6-3 0,-16-7 0,-1-2 0</inkml:trace>
  <inkml:trace contextRef="#ctx0" brushRef="#br0" timeOffset="2627">1730 489 8220,'-18'0'2703,"10"0"-1913,8 0 0,16-6 0,15-1 0,8-3-347,7-4 1,7-1 0,5-3 0,8 1-523,8-1 1,5-5 0,7-2-1,-1 0-1142,2 0 1221,-19 1 0,16-1 0,-22-2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13.19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84 7636,'10'-17'215,"-2"5"1,-8 0 1014,0-1 0,0 3-418,0-2 0,-2 9 1,-2-1-139,-2 8 0,0 15 0,4 16 0,-2 10-265,-2 5 0,-5 8 1,3 2-1,0 2-570,1 4 1,-5 4-1,6 4 1,0 2-635,-2-3 1,7-9 0,-5-7 0,4-7-2329,2-3 3123,0-16 0,8-6 0,1-17 0</inkml:trace>
  <inkml:trace contextRef="#ctx0" brushRef="#br0" timeOffset="334">0 486 7656,'0'11'904,"0"1"-322,0 2 0,0-5 0,2 1 1,4-2-281,6-4 1,3-2 0,5-2-1,3 0 111,6 0 1,6 0 0,6 0 0,3 0-71,1 0 1,4 0-1,-9 0 1,-1 2-156,-2 3 1,-6-1-1,-6 8 1,-7 2-83,-3 1 1,-7 4 0,-4 3 0,-8 3-69,-8 2 1,-11-4-1,-6 5 1,-6-1-290,-6 0 0,4-6 1,-3 1-1,3-7-256,2-3 1,0-6-1,2 3 1,4-1-647,6-4 1,3-4 0,5-6 0,3-5 1152,6-5 0,-3-9 0,-1-2 0</inkml:trace>
  <inkml:trace contextRef="#ctx0" brushRef="#br0" timeOffset="653">629 591 7579,'-11'0'-1391,"-1"0"2648,-2 0 1,-1 5 8,-3 1 0,1 2-310,-1-2 1,9-2-647,3 7 1,6-5 0,6 4 0,5 0-285,5-1 0,1 1 0,1 4 1,1-5-450,4-1 1,-1 4 0,5-5 0,0 1-889,0 0 1311,-5-2 0,11-6 0,-6 0 0</inkml:trace>
  <inkml:trace contextRef="#ctx0" brushRef="#br0" timeOffset="818">891 503 7579,'-35'18'574,"0"1"1,2 4 0,4 7 614,6 3 1,3 9 0,5 5 0,3 3-545,6 3 1,5-1-1,1-2 1,0-1-1317,0-2 0,0-1 1,1 5-1,3-3 671,2-1 0,8-9 0,-5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20.6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245 681 5799,'0'-9'1756,"0"1"-1029,0 8 0,0-2 925,0-4-977,0 4 0,-2-11-376,-4 7 1,-3 0 0,-9 6-171,1 0 1,5 2 0,0 2 0,-1 3-13,-3 3 1,-1 8-1,-1 7 1,3 0-56,3 0 0,-1 6 0,5-2 0,0 4-182,0 2 0,3-2 0,6-2 0,5-3 25,6-3 1,3-8 0,3-7 0,-1-2 44,1-4 1,5-4-1,0-6 1,-1-6 37,-3-3 1,-1-5 0,1-3 0,0-6 31,-1-4 1,1 4 0,-11 2 0,0-1 85,0 1 0,3 6 1,-5-2-1,-2 3 853,-2 3-724,-2 7 1,-2 4 0,-2 14 0,-4 8 29,-1 5 1,3 12-1,-4 0 1,0 8-80,1 3 1,-3-3 0,-5 7 0,-1 5-458,1 3 1,-3 2-1,-1-5 1,-2-3-192,1-3 1,-3-6-1,2-12 1,1-6-835,3-4 1,2-9-202,-1-4 1,8-18 1496,5-5 0,3-12 0,2 1 0</inkml:trace>
  <inkml:trace contextRef="#ctx0" brushRef="#br0" timeOffset="450">559 856 7151,'0'17'-680,"0"-5"2379,0 0-991,0-8-472,0 3 1,2-7-1,2-2-154,2-3 0,6 1 0,-5-8 0,3 0-71,4 3 0,-5-7 0,3 3 0,2-7-48,1-3 0,-3 0 1,0 5-1,-1 1 50,-1-1 1,5-5 0,-5 0 0,0 1 96,-4 3 0,-4 1 0,-4 3 124,-4 3 0,-4 4 0,-9 8 0,-3 2 56,-1 4 1,-8 10 0,2 9-1,-2 2-61,2 4 0,-2 8 1,5 4-1,3 1 11,4 5 0,-3-5 0,13 3 0,-1 0-192,4-3 0,6-1 1,6-10-1,6-4-1267,3-6 0,10-5 0,3-7 0,1-5-1338,0-4 2557,-8-2 0,12-8 0,-6-1 0</inkml:trace>
  <inkml:trace contextRef="#ctx0" brushRef="#br0" timeOffset="900">926 856 9998,'-10'-8'1344,"1"6"-1058,3-4 1,-4 4-1,-7 2 1,-1 2-14,1 4 0,5 2 0,1 6 0,-3-3-126,-2 3 0,-1 1 0,1 5 0,3 1-47,1 2 0,8 1 0,-1-7 0,5 1-156,5-1 0,5-5 0,8-3 0,-1-1-18,0-4 1,9-4 0,1-4-1,2-4 66,0-1 0,-6-9 0,5-7 1,-3 0 11,-4 0 1,-3-7-1,-5 5 1,-3-2 107,-2 0 1,-3 8 0,-7-4 0,-5 1-157,-11 1 1,1 0 0,-8 5-1,1 3-560,1 3 1,-6-2 0,6 9 0,1 1-405,3 2 0,1 2 0,3 2 113,3 4 0,4 3 895,8 9 0,0-1 0,0 1 0</inkml:trace>
  <inkml:trace contextRef="#ctx0" brushRef="#br0" timeOffset="1749">1171 716 7696,'17'0'-366,"1"0"1,-7-6-1,-1-1 2798,-2-3-615,-2 6-1376,-6-11 0,0 20 0,0 1 0,0 8 1,0 3 0,-2 3 1,-2 1-1,-2 2-224,2-1 1,0 3 0,0 0-1,-2 0-248,3 0 1,-1-1-1,0-7 1,-2 1-251,2-1 0,2 1-369,2-1 0,0-9 338,0-8 1,6-10 0,2-11 0,1-2 32,5 1 0,-4-5 1,1-2-1,3-4 64,1-2 1,3 6 0,1 0 0,1 0-8,-3 2 1,5 1 0,-11 9 61,5-1 1,-5 9 0,-1 5 840,-2 8 0,-2 7 1,-6 13-1,0 5 243,0 4 0,0 2 1,0 0-1,0-1-535,0 1 0,0 0 1,0 0-1,0-2-404,0-4 1,0-3 0,0-9-1,0 0-964,0 1 596,0-8 1,0-10 0,0-12-1,0-4 16,0-1 1,2-6-1,1-2 1,5-3 38,2-3 0,-6 4 0,2-2 0,-2 0 7,1 2 0,-3-4 0,4 7 0,-4 3 84,-2 2 0,2 7 1445,4 0-757,-4 9 0,6 3 0,-8 11 0,0 5-111,0 1 0,0 3 0,0 1 0,0 2-166,0-1 0,5-3 0,3 0 0,2 3-124,3 1 1,3-2 0,1-7 0,1-2 48,-1 1 1,1-5 0,1-2 0,3-4-130,1-2 0,6 0 1,-6-2-1,0-4-236,3-6 0,-5-3 0,6-3 0,-2 1-106,-3-1 0,-3-1 0,-1-2 0,-3-3 83,-3 3 0,1 0 1,-7-1 166,-2-1 1,-2 0 0,-4 7 201,-4 5 1,-3 3 0,-9 8 0,1 2 108,-1 4 0,1 3 0,-1 9 0,1 1-17,-1 4 0,7-1 0,-1 5 0,0 0-113,3 0 1,1 0-1,8 4 1,0-1-390,0 1 0,4-6 1,6-2-1,7-4-352,2-1 1,9-3 0,1-3 0,6-6 44,5-4 1,-3-10 0,6-5 0,-2-9 635,-1-7 0,1-12 0,-6-3 0</inkml:trace>
  <inkml:trace contextRef="#ctx0" brushRef="#br0" timeOffset="1950">2376 0 7668,'-18'16'241,"1"-5"0,-1 5 0,1-3 0,-1 9 437,1 7 0,5 4 0,3 4 0,-1 4-264,0 5 1,4 12-1,-3 6 1,-1 6-384,0 6 1,4-4 0,-3 3 0,-1-3-404,0-2 0,6-10 0,-3-7 0,1-11-727,0-5 0,-6-10-1170,7-3 2269,-9-13 0,4-19 0,-7-11 0</inkml:trace>
  <inkml:trace contextRef="#ctx0" brushRef="#br0" timeOffset="2748">1852 524 6798,'11'0'2479,"1"0"-2133,2 0 0,3 0 0,4 0 0,5 0-215,1 0 0,8 6 0,7 2 0,1-1-43,0 1 0,0 4 0,-5-4 0,3 1 85,-2 5 0,-4-1 0,-6 1 1,-6-2-180,-3 1 1,-5 3 0,-3 1 0,-6 1 85,-4-1 0,-2 6 0,0 1 0,-2-3 198,-4-1 0,2-3 0,-6 2 0,1 3 49,-1 1 0,6 0 0,-4-5 0,2-1-12,1 1 0,-1-7-277,6 1-189,0-8 0,0-4 0,0-12-8,0-3 1,6-9 0,1-1 0,3 0-25,4 0 0,-1-4 0,1 5 0,-3 1 137,3-2 1,-4 5 0,1-3 0,3 6-2,1 5 0,-3-2 0,0 7 1,1-1-231,3 0 1,-5 2 0,1 6-414,2 0 0,-5 2 0,3 4 238,2 6 1,-5 3-1,1 3 1,0-1-9,-1 1 1,1-7 0,4-1 0,-3 0 205,3-1 0,-4-5 1,1 2-1,3-4 254,1-2 0,-3 0 0,0 0 0,-6 0 0,5 0 395,-7 0 1,2 0 0,-12-2 1521,-6-4 1,3 4-834,-3-3 1,6 3-534,-5 2 0,5 0 1,-4 2-263,2 3 0,2 5 0,6 8-178,0-1 1,0 0-1,0 1-17,0-1 1,8 1 0,4-3-94,3-3 1,5-4-1,1-10 1,4-4-30,3-6 1,-5-3 0,6-3 0,0 1 287,-2-1 0,4-3 1,-7 2-1,-3 3 389,-2 1 1,-7 7-1,0 2-125,1 4 1,-5 10 0,-2 5-1,-4 11-66,-2 11 1,0 7 0,-2 13 0,-2 3-375,-2 6 0,-8 4 0,3 0 0,-5-2-586,-1-2 1,-1-2 0,-1 0 0,-2-10-156,-3-9 0,1-8 0,6-6 0,-1-8-3295,1-7 3952,7-6 0,-13-8 0,3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3.14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86 8609,'-10'-8'1488,"2"6"0,8-8-203,0 5-328,0 3-485,0-6-265,0 8-539,0 0 0,2-6 372,4 0 0,-4-2 107,4 3 0,-4 1 511,-2-8-450,0 8 1,0-2-1,-2 10 1,-2 4-39,-2 2 0,0-4 0,5 5-179,-5 3 0,4-4-163,-4 1 1,6-7-298,6 2 0,-2-4 0,5-4-576,-1-4 1,0 2 0,-4-7 1044,2-3 0,7-2 0,-3-1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4.85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524 361 7997,'0'18'51,"0"-7"348,0 1 1,-2-8 744,-4 2 399,4-4-1150,-5-2 0,9-2 1,3-4-60,7-6 1,4 2 0,3-1-1,2-1-184,3 2 0,-1-3 1,-4 5-1,3 0-138,1 1 1,-2-1-1,-7 4 83,-2-2 1,-9 2 0,3 10-55,-4 6 0,-10 9 0,-3 4 1,-5 2 97,-1 4 1,-6-3 0,-1 1 0,3 0 70,2-2 0,1 4 0,1-8 1,1 1-150,4 1 0,5-12 0,7 5-272,0-3 1,2-5 0,3 0 0,7-2 3,4-5 0,3-1 0,2-4 0,3-1-326,-3-3 0,0-8 0,1 3 0,1-3-734,-2 2 1,-1-3 1266,-3 3 0,8-3 0,3-3 0</inkml:trace>
  <inkml:trace contextRef="#ctx0" brushRef="#br0" timeOffset="765">612 117 6349,'-8'-10'1405,"-2"2"-1052,-7 8 0,-1 2 0,1 2-142,-1 2 0,1 7 1,-1-1-1,1 4 61,-1 1 1,-1 8-1,-2 4 1,-5 6 142,-1 6 0,4 6 0,-6 13 0,0 8-39,2 5 0,1 17 1,11-5-1,3 0-236,6-1 0,12-26 1,8-6-1,7-15-79,8-13 0,12-9 0,5-17 0,5-4-111,1-5 0,7-20 0,1-10 1,4-9 88,8-9 0,-3-3 1,-31 27-1,-2-2 1,30-36 116,-8-3 1,-9-2 0,-6 7 0,-9 1-27,-12 8 1,-11 7-1,-13 9 1,-5 5-71,-11 4 1,-7 10 0,-12 4 0,-6 3-321,-9 3 0,-4 1 0,-12 3 1,-6 3-457,-3 2 1,-5 10 0,-5 12 0,-1 7 120,1 8 0,9 20 0,9 9 0,10 8 595,11 4 0,5 7 0,8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5.5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210 193 8036,'0'9'1370,"0"-1"202,0-8-1096,-8 0 0,0-2 0,-5-2 271,1-1 0,6-1-451,-6 6 0,7 0 0,-7 0 4,-2 0 1,5 0-1,-1 2 1,0 4 52,1 5 1,-1 7 0,-4 5 0,3 8-133,-3 8 1,0 0-1,3 7 1,5 3-129,4 1 0,2 2 0,0 1 0,0-3-124,0-3 1,8-6 0,3-12-1,7-8-73,5-7 0,-1-1 0,5-7 0,0-4 65,0-6 0,-4-6 0,5-9 0,-3-4 38,-4-6 0,-1 1 0,-5 1 0,-1 0 10,-3 0 0,-7 4 0,2-4 1,-4 1-30,-2 5 0,-8-4 0,-4 1 0,-3 3-41,-2 2 1,-1 3 0,1 3-1,-1 3-20,1 2 1,-1 2 0,1 6 99,-1 0 1,3 8-1,3 4-34,6 3 1,4 3-1,2-1 1,0 1-2,0-1 1,8 1-1,6-1 1,5-1-17,4-5 0,8-1 0,-1-6 0,3 2-61,1-3 0,1-1 0,0-2 1,0 0-383,0 0 0,-6 0 0,-2-2 1,-1-1-632,-5-3 1,-2-2 1105,-1 2 0,-1-4 0,1-7 0</inkml:trace>
  <inkml:trace contextRef="#ctx0" brushRef="#br0" timeOffset="483">681 455 6745,'-17'7'735,"-1"-5"0,7 12-140,-1-8 0,10 5-328,2-5 1,8 0-1,9-6-118,1 0 0,-1-2 0,1-2 0,-1-3-193,1-3 0,-1-2 0,1-3 0,-3 1-66,-3 2 0,3 1 277,-3-7 0,-4 1-21,-3-1 1,-10 9 0,-7 5-1,-4 8 14,-1 7 0,-6 5 0,-3 3 0,-1 5-87,-4 5 0,6-2 0,2 2 0,3 2-157,3 2 0,7 2 0,4-2 1,4-4-518,2-6 1,8-3-1,6-5 1,7-3-164,8-6 0,-2-4 1,2-2-1,3-2 764,1-4 0,1-4 0,1-7 0</inkml:trace>
  <inkml:trace contextRef="#ctx0" brushRef="#br0" timeOffset="752">1135 1 7869,'-17'2'234,"-1"3"0,7-1 0,1 8 1,2 3 454,4 7 0,2 5 0,2 8 1,0 0-207,0 0 0,0 5 1,0 3-1,2 2-362,4 3 1,2 3-1,6-1 1,-3-1-172,3-3 1,-5-13 0,1 0 0,0-4-722,0-1 0,-7-7-2498,3 2 2020,-4-11 0,-8-6 1249,1-12 0,-17-12 0,3-9 0</inkml:trace>
  <inkml:trace contextRef="#ctx0" brushRef="#br0" timeOffset="934">873 315 7869,'0'17'157,"2"-5"424,4 0 0,-2-8 0,8 1 0,3-3-25,6-2 0,7-2 0,8-1 0,7-5-438,10-2 1,1-2 0,8-5 0,0 0-289,0-1 0,0 1 1,0-1-1,-9 1 170,-11-1 0,-5 1 0,-2-1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9.67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350 498 8217,'11'0'1974,"1"0"1,-8-2-980,2-4 0,-6 4 1,-6-4-356,-6 4 0,1 2 0,-5 0 0,-3 0-119,-1 0 1,-7 10-1,-2 5 1,-4 9-255,-2 3 0,0 2 0,2 6 0,2 2-391,2 3 1,10-3-1,1 4 1,10-6-531,6-6 0,6-4 1,8-9-1,11-3-458,8-1 0,6-8 0,4 0 0,4-8 1112,-1-8 0,7-3 0,-7-3 0</inkml:trace>
  <inkml:trace contextRef="#ctx0" brushRef="#br0" timeOffset="533">594 707 7784,'18'-17'-726,"-7"7"0,-1 2 736,-2 0 0,5-1 248,-1-9 1,-4 7 0,0 1 0,-3 0 279,1 0 1,0 5 0,-4-5 200,4 2 1,-4-5 21,4 1 0,-6 4-295,-6 2 1,-4 4 0,-7 2 0,-1 2 114,1 4 0,-7 6 0,-1 9 0,0 4-189,0 3 1,-4-5-1,5 6 1,3 0-191,2-2 0,1 4 0,3-7 1,3-3-210,6-2 0,6-3 0,6-3 0,7-3-157,9-2 0,5-4 1,8-10-1,2-8-197,4-7 0,-5 0 1,5-6-1,-4-1-61,-2 1 0,-8 0 0,-4-4 1,-3 4 44,-3 2 0,-7 1 0,-4 7 0,-4-1-113,-2 1 1,-14 7 0,-3 4 0,-5 4-193,-3 2 0,0 0 0,-4 2 0,4 4 682,-1 6 0,7 3 0,-6 3 0</inkml:trace>
  <inkml:trace contextRef="#ctx0" brushRef="#br0" timeOffset="1117">961 672 6732,'17'0'15,"-5"0"315,0 0 0,-6 0 0,5-2-73,3-4 1,-5 4-1,1-5 201,-2-1 1,6 4-125,-3-8 1,-3 7-1,0-5 954,-1 2-87,-5-5-747,6 3 1,-16 0 0,-3 4-18,-5 4 1,-3 2 0,-3 2 0,-3 4-100,-2 6 1,4 3 0,-4 3 0,1-1-145,5 1 1,2 5 0,1 0 0,3-1-107,3-3 0,-2-2 1,9 1-1,1-1-74,2 1 0,10-6 0,5-3 0,9-1-63,7-4 0,4-8 0,2-4 0,-1-3-41,1-9 0,-2 3 0,-2-9 0,-3 3-68,-3 0 0,-2-6 0,-7 4 0,-3-1-46,-1 1 1,-8 2 0,0 5 0,-8 1-382,-8-1 0,-3 9 1,-5 1-1,-1 2-302,-2 0 1,-3 1 0,5 5-718,-2 0 1,-1 7 1603,7 5 0,-1 3 0,1 3 0</inkml:trace>
  <inkml:trace contextRef="#ctx0" brushRef="#br0" timeOffset="1500">1328 637 12833,'0'12'2323,"-2"0"-1793,-4 1 1,4-3-1,-4 1-168,4 3 0,2 2 1,0 1-147,0 0 1,0-5 0,0 0 2,0 1 1,0-3-184,0 2 0,-2-8-65,-3 1 1,3-5-1,-4-5 50,4-7 1,2-4-1,0-3 1,0-4-96,0-6 1,8-4 0,3 0-1,3 2 42,-3 1 1,5 7 0,-4-4-1,3 2 37,3 3 0,-1 3 0,1 4 1,-1 1-413,0 2 1,-5 8 0,0-1 0,1 3-216,3 2 0,-1 2 0,-1 1 0,-2 5-533,1 2 1,1-4-1,-1 3 1,-1-1-1495,2-4 2649,-7-2 0,17 6 0,-5 2 0</inkml:trace>
  <inkml:trace contextRef="#ctx0" brushRef="#br0" timeOffset="1949">2061 43 7835,'2'-15'1243,"2"1"686,2 3 0,0 9-1050,-6 2 1,0 9 0,2 15 0,2 3-191,1 0 1,3 6 0,-4-2 0,4 6-281,1 4 0,1 1 0,4-3 1,-5 2-309,-1-2 0,4-2 0,-4-2 0,-1-2-140,1-4 0,-2-4 0,-6-8 1,0 1 29,0-1-105,0-7 1,-2-4 0,-4-12-217,-5-6 1,1 3-1,-2-3 1,-1-2-402,-3-1 0,-1-3 0,-1 1 1,-1 1 287,-5 5 1,3-3 0,-6 6 0,0 1 355,0-1 0,3 2 1,-3 6-1,0 0 479,0 0 0,6 8 1,-3 5-1,3 9 187,-2 7 1,3 0 0,-3 2 0,5 2 78,7-2 0,3 0 0,8 4 0,0-2-309,0-4 1,8 0 0,5-9 0,9-7-213,7-3 0,6-4 0,6-6 0,3-2-622,1-4 1,5-4 0,-3-9-1,3-4-854,3-6 1,-7 1 0,-1-1 0,-1-2 1338,1-2 0,-6-9 0,4-3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6:00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297 280 6909,'10'2'1229,"-6"4"236,-8 5 1,-6 7 0,-9 7 0,-3 10-865,-1 10 1,-8 7 0,4 4 0,-2 2-644,0-1 1,7 3-1,-1-2 1,4-2-618,1-1 0,3-13 0,3-7 0,6-10-1402,4-5 2061,2-3 0,8-15 0,2-4 0</inkml:trace>
  <inkml:trace contextRef="#ctx0" brushRef="#br0" timeOffset="284">157 489 7753,'0'18'0,"0"1"0,0 3 802,0 1 1,0 0 0,0-5 0,2-1-42,4 1 0,6 5 0,11 0 0,6-3-400,4-7 1,2 3 0,0-5 0,0 5 210,0 1 1,-8-5 0,-4-2-167,-3-3 1,-11 1-1,-5-4-347,-8 2 0,-11 2 0,-10-4 0,-2 1-513,-5-1 0,0-2 0,-1-2 0,1 0-795,3 0 1,2 0 0,-2 0-1,6 0-1232,3 0 2481,11-8 0,-7-1 0,6-9 0</inkml:trace>
  <inkml:trace contextRef="#ctx0" brushRef="#br0" timeOffset="733">873 524 7706,'-15'2'1101,"3"4"0,-1 4 0,7 7 0,0 3 281,-2 3 1,4 4 0,-5 10 0,-1 2-808,0 2 0,6-1 0,-3-5 1,1-2-406,0-4 0,0-3 1,6-9-109,0 0 0,2-7 23,4-4 1,4-12 0,5-7-1,-1-7-327,-3-3 1,1 0 0,4 3-1,-3-1-123,-1-2 1,-6-3 0,5 3-1,3-4-279,1 0 1,-3 0 0,0 5 0,1-1 189,3 2 0,-5 1 0,1 5 1,0 1 579,-3 2 1,7 9 0,-4-3 0,3 6 307,3 6 0,-1 5 0,0 11 1,1 3-33,-1 2 0,7 2 0,1 4 0,2-4-40,4-6 0,8 3 1,4-5-1,-1-4-298,1-3 1,6-10-1,-5 2 1,3-6-241,-1-6 1,-9-6-1,-2-9 1,-10-2-134,-5 1 0,-9-3 0,-1 2 0,-2 1-182,-4 3 1,-12 2 0,-8 1 0,-7 4-75,-4 7 0,-2-3 1,-6 2-1,2 4-247,4 6 1,-2 4-1,8 5 1,1-1-737,3 2 0,3 7 1548,5 2 0,-5 0 0,6-5 0</inkml:trace>
  <inkml:trace contextRef="#ctx0" brushRef="#br0" timeOffset="1134">2078 699 10279,'-17'-10'0,"0"3"811,-1-1 0,-5 6 0,0-4 0,-1 4-542,-1 2 0,4 0 1,-7 0-1,1 0-232,0 0 0,6 2 0,-2 4 0,3 4 73,3-1 0,5 7 0,2-5 0,3 5-210,3 1 1,2 1 0,2-1 0,2 1-88,3-1 1,-1-1 0,8-3 0,2-1 56,1 2 1,8-7 0,1 1 0,-1-2 9,2 0 1,-3 0 0,5-8 0,0-2 79,0-2 1,-6-8-1,5 5 1,-3-3 112,0 0 1,0 1 0,-5-7-1,-1 1 364,1-1 1,-8 7 0,-3-1 58,1-2 1,-8 9-1,2 5-148,-6 9 1,-9 7 0,3 3 0,-2 5-312,1 5 1,-1 4 0,-4 2 0,3 1-609,1 5 0,6-4 0,-3 2 0,1-6-1060,4-4 1,2-8 683,2 3 947,8-13 0,2-11 0,7-9 0</inkml:trace>
  <inkml:trace contextRef="#ctx0" brushRef="#br0" timeOffset="1633">2533 0 7834,'-18'12'659,"-1"0"1,-3 3 381,-1 7 0,-2 7 1,3 11-1,-3 9 103,-2 7 0,6 6 0,-3 8 0,3 0-458,-2 0 0,5-2 0,-1-2 0,5-4-920,1-2 0,3-2 0,-2-7 1,1-5 324,1-5 1,-3-12 235,7-6 1,0-13-1743,6-10 0,0-8 0,2-9 0,2-3-128,2-3 1,1 4-1,-3-6 1,4-1 999,2-3 0,-5-4 1,7-2-1,2 0 491,1 0 1,5 6 0,1 0 0,2 0 206,-1 2 1,3 2 0,-2 7 0,0 1 533,3-1 1,-7 3 0,4 3 0,-3 6 261,-3 4 1,1 4 0,-1 4 0,-1 6-268,-5 3 0,3 3 0,-8-1 0,-1 1-363,3-1 1,-6 1-1,4-1 1,-4 1 938,-2-1 1,6 1-1,0-1-798,-3 0 1,-1 1 0,-2-1-1,0 1-401,0-1 0,0 7 1,0-1-1,-2-2-221,-3-1 1,1-1-1,-6 2 1,0 3-278,1-3 1,5-2 0,-4-1 0,2-1-670,0 1 1,1-1 0,5 1-217,0-1 0,0 1-578,0-1 0,7-1 1900,5-5 0,11-3 0,4-8 0</inkml:trace>
  <inkml:trace contextRef="#ctx0" brushRef="#br0" timeOffset="2269">3371 53 9027,'10'-8'1966,"-3"8"0,-9 2-1117,-3 14 1,-3 11 0,-6 15 0,4 9-117,3 5 1,-5 10 0,6 0 0,2 8-208,2 7 1,2 3 0,0-3 0,0-5-404,0-4 1,0-10 0,0-4-1,0-8-1230,0-9 784,0-8 1,-2-25 0,-1-8 0,-5-12-70,-2-9 1,4 0 0,-5-8-1,-3-1 7,-1 3 1,-9-6-1,1 4 1,0-4 287,-3-2 1,7 0 0,-4-2 0,3-1 112,3-3 1,-1 6 0,1 6 0,0 0 492,-1 2 1,6 9 227,1 12 0,7 8 0,-2 8 1,4 9-533,2 7 0,2 3 0,2 6 0,4 0-995,1-1 1,9-1-1,7-2 1,2-1-136,4 1 0,4-4 1,4 0-1,4-4 925,1-7 0,3 1 0,5-7 0</inkml:trace>
  <inkml:trace contextRef="#ctx0" brushRef="#br0" timeOffset="2550">3825 629 7747,'-29'-12'975,"2"-1"1,1 1 185,5 3 1,7 3 0,3 6-599,-3 0 0,5 0 0,-1 2 0,0 4-337,0 5 0,7 10 0,-5 3 0,2-1 364,0 2 0,2-3 0,8 7 0,4 0-108,2-2 0,9-2 0,8-7 0,4-3-332,4-3 1,-2 1 0,12-7 0,-3-4 10,-3-6 0,-4-5 0,-4-9 0,-4 1-179,-1-1 1,-5-1 0,-9-3-1,-7-1-464,-3 2 1,-9-4 0,-7 1 0,-7 3 98,-8 2 1,-12 7-1,-6 2 1,-3 2-705,-3 5 1,9 1 0,3 2 0,4 0-279,2 0 0,8 5 0,6 3 1365,7 2 0,6 2 0,8 5 0</inkml:trace>
  <inkml:trace contextRef="#ctx0" brushRef="#br0" timeOffset="3383">4174 594 6677,'18'0'4294,"-7"0"-2777,1 0 1,-6 0 0,3 2-620,-1 4 1,-2-2-1,-6 9 1,0 5-236,0 3 1,0 10 0,0-2 0,0 4-362,0 2 1,0-6 0,0 1 0,0-1-269,0-2 0,0 4 0,2-8-300,4-2 1,5-9 0,13-6-1,3-6-374,0-6 0,6-9 1,-4-11-1,4-1 197,2-4 0,-2-2 1,-2-2-1,-4 0 219,-1 0 0,-3 0 0,-6 1 0,-1-1 211,-5 0 0,-1 8 0,-6 3 0,2 5 376,-2 1 1,-4 3 0,-6 3-9,-6 6 1,3 10 0,-3 4 0,-2 2-61,-1 3 0,3 5 0,2 3 0,1 2-82,-1-1 0,6 3 0,-2-2 0,4 1-210,2 1 1,0-6-1,0 4 1,0-3-110,0-3 0,2 1 0,4-3 36,6-3 1,-2 2-1,1-9 1,3-1-3,1-2 1,3-4 0,-1-4 0,1-3-5,-1-1 0,1-6 0,-3 5 0,-1-3 34,-3 3 0,1-5 1,3 4-1,-1-3 46,-2-3 1,-3 7 0,5-1 0,-4-1 6,-3-3 0,1 4 0,-4 1-65,2-3 1,2-1 0,-4-3-4,1 1 0,3 5 1,-4 0 6,2-1 0,7 5 61,-1 2 0,-2 4 0,1 2 158,3 0 1,-4 2-1,-1 4 1,1 6 696,0 3 0,-4 9 1,3 1-1,-1 4-111,-4 8 1,-2 0 0,-2 7-1,0 1-384,0 0 1,-2-1 0,-4 5 0,-5-5-267,-5-1 1,-1-4-1,-1-8-349,1-2-328,-1-8 1,8-13 0,5-20 0,5-11-2,5-4 1,5-6-1,8 2 1,1-8-3,4-7 1,4-3 0,8 1 0,0 1 123,0-2 0,2 7 0,2 1 1,0 4 231,-6 2 0,0 14 0,-10 5 0,-2 7 894,-1 5 1,-5 12 0,-3 9 0,-6 10-208,-4 6 0,-2 2 0,2 0 0,1 0 586,3 0 1,2-2 0,-4-2 0,4-4-1133,1-2 0,-3 4 0,4-5 0,-2-3-2451,-4-2 0,-1-1-892,3-1 3421,-4-7 0,14-2 0,-7-8 0</inkml:trace>
  <inkml:trace contextRef="#ctx0" brushRef="#br0" timeOffset="3549">6078 1171 7617,'-41'-8'0,"0"-4"0,8 4 2145,10 3 1,13 3-671,10 2 1,10-2-1,13-4-1475,6-6 0,12-11 0,4-4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54.5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140 812 7945,'10'-8'235,"3"4"0,-5-7 1690,2-3 88,-7-1-1483,5 5 0,-8 10 0,-2 14 0,-2 5-167,-1 4 0,-9 10 0,2 0 0,-1 6-326,1 0 0,-3 4 0,5-1 0,-2 3-389,1 3 0,-1-5 0,-4-2 0,3-6-1022,1-6 0,8-2-369,-1-4 1,3-13 1742,2-4 0,7-12 0,3-11 0</inkml:trace>
  <inkml:trace contextRef="#ctx0" brushRef="#br0" timeOffset="264">87 707 10127,'18'0'984,"5"0"0,2 2 1,3 2-510,3 2 1,2 8-1,0-3 1,-2 5-189,-2 1 0,-8 1 1,2-1-1,-5 1-118,-7-1 1,-3 0 0,-8 1 0,-2-1-261,-4 1 0,-9-1 0,-10 1 0,-2-1-339,-4 1 0,-2-7 1,-2-1-1,0 0-220,0-1 1,2-5-1,2 2 1,4-4-300,1-2 0,9-8 0,7-3 949,2-5 0,-5-9 0,3-2 0</inkml:trace>
  <inkml:trace contextRef="#ctx0" brushRef="#br0" timeOffset="1033">646 760 7819,'-9'7'996,"1"-3"1,6 6 156,-4-2 1,4 5 0,-4-1-361,4 4 1,2 1 0,0 0-300,0 1 0,0-1 1,0 1-77,0-1 1,-5 1 0,-1-1 64,2 1 1,0-9-99,-2-3 0,2-4-548,-7-2 1,7-2-1,-2-4-209,4-5 0,2-7 0,0-5 0,2-4-99,4 0 1,3-6-1,9 6 1,-1-3 275,1 1 0,-1 8 0,1-2 1,-1 3 268,1 3 1,-1 1 0,1 5 63,-1 5 1,1 6 0,-1 6-186,0 5 0,-5 5 0,0 1 0,1 1-104,3-1 0,-5 6 1,1-1-1,2-5-530,1-3 0,-3-2 1,0 3-1,1-3 223,3-6 0,-5-5 1,1-1-1,1 0 73,3 0 1,1-1-1,1-3 1,-3-4 124,-3-2 0,4-1 0,-7-7 136,1 1 0,4-1 0,-7 3 0,1 1 0,0 2 1,-2 1 875,-6-7 1294,0 9 273,0 1-1216,0 8 1,0 2-614,0 4 1,0-3-275,0 9 0,2-6 1,3 4 15,7-3 0,-2-1-218,1-6 1,-5 0 168,6 0 1,-8-8-141,2-3 1,-6 3 0,-4 0 0,-4 2-55,-2 1 1,-7-1 0,-8 6-1,-1 0 4,1 0 1,-6 0 0,4 2 0,-2 2 37,0 1 0,5 9 0,-3-2 0,4 3-116,7 3 1,1-1 0,9 1-1,2 1-361,2 4 1,2-3 0,2 3-1,6-6-591,9-5 1,9 4 0,9-7-1,0 3-250,-1 0 0,1-9 1287,0 3 0,0 4 0,0 0 0</inkml:trace>
  <inkml:trace contextRef="#ctx0" brushRef="#br0" timeOffset="1495">1554 742 7778,'6'-17'180,"0"-1"0,6 1 1,-5-1-1,1 1 698,0-1 1,0 3-1,-4 1 1537,1 3-1867,1-1 1,-8 2 0,-3 6 0,-9 8-82,-7 8 0,1 3 1,-3 5-1,2 1-274,-3 3 0,5 5 1,-4-6-1,5-2-167,6-1 0,-3 3 1,5 0-1,1-1-102,3-3 0,4-2 0,2 1 0,0-1-394,0 1 1,2-7 0,4-1 7,5-2 0,5 4 291,1-7 0,-5 1 1,-2-4-9,-3 4 1,-3-4 0,-10 6 0,-5-2-405,-5-1 1,-1 1 0,-1-4 0,1 2-125,-1 2 0,1 0 1,-1-6-1,1 0-1691,-1 0 2398,1 0 0,0 7 0,-1 3 0</inkml:trace>
  <inkml:trace contextRef="#ctx0" brushRef="#br0" timeOffset="1796">1502 899 7684,'12'6'282,"-1"0"0,-1 2 1,4-4-1,-3 1 587,3-1 0,3-2 0,5-2 0,3 0-520,2 0 1,-4-6 0,4-1 0,1-3-272,-1-4 1,0-1 0,2-3 0,-6 1 15,-3 0 0,-3-7 1,-1 1-1,-5 2-165,-5 1 0,-4 9 1,-2-1-1,-2 0-134,-4 3 0,-5 1 0,-11 8 0,-3 0 83,-2 0 0,0 8 1,-4 3-1,4 5 100,1 1 0,3 1 0,6-1 0,-1 1-42,1-1 1,7 1-1,2-1 1,2 0-279,1 1 1,-1-1 0,8 1-161,4-1 0,9-1 0,8-3 0,1-3-607,1-2 1,-6-2 1108,5-6 0,3 0 0,0 0 0</inkml:trace>
  <inkml:trace contextRef="#ctx0" brushRef="#br0" timeOffset="2195">2061 760 7797,'-27'2'419,"3"1"1,5 5 470,2 2 1,7 2-1,4 5-442,4 1 1,2-1-1,0 0 1,0 1 207,0-1 0,8 1-533,3-1 1,5-1-1,1-5-207,1-5 0,-6-4 0,-1-2-242,3 0 1,-4-2-1,1-4 1,1-5-140,-2-5 0,5-1 0,-5-1 0,1 1 99,1-1 0,0 1 0,3 0 637,-3-1 0,3 1 249,-3-1 1,-2 8 68,1 5 0,-7 5 1,2 5-90,-4 7 0,-2 4 0,0 1 0,2 2-272,4 5 0,-4-3 0,4 6 0,-5-2-400,-1-3 1,6-3 0,0-1 0,0-1-451,2 1 0,-4-7 0,7-1-375,3-2 0,-5-2 0,1-8 0,0-4-1532,0-6 2529,1-3 0,7-3 0,-1 1 0</inkml:trace>
  <inkml:trace contextRef="#ctx0" brushRef="#br0" timeOffset="2429">2812 113 7797,'-27'8'472,"-6"-2"1,4 12 0,-2 7 605,1 6 1,5 12-1,8 3 1,-1 6-79,1 7 0,-1 1 1,3 6-1,1-4-553,3-2 1,5 4 0,-4-6-1,2-1-627,4-3 0,2-9 1,2-5-1,0-5-591,0-6 1,6-3 0,2-11-467,2-3 1,-4-5 0,3-8-171,-1-5 1,-2 2-1,-8-8 1407,-4-1 0,-11-11 0,-11-3 0</inkml:trace>
  <inkml:trace contextRef="#ctx0" brushRef="#br0" timeOffset="2596">2270 568 9748,'-7'0'3441,"7"0"-3023,9 0 1,15 0-1,7 0 1,6 0-395,3 0 0,9 0 1,-3 0-1,7-2-535,5-4 1,-4 4 0,5-6 510,-5 0 0,-9-1 0,-3-9 0</inkml:trace>
  <inkml:trace contextRef="#ctx0" brushRef="#br0" timeOffset="2947">3266 341 7698,'17'-24'0,"1"-1"394,-1-2 1,-1 4 0,-3-5 0,-1 1 497,2 0 1,-1 0 0,1-2 0,-4 6-138,-3 3 0,-1 3 0,-6-1 149,0 1 1,-2 9-1,-6 8 1,-9 12-46,-10 9 1,-6 14 0,-4 13 0,-4 9-342,-5 7 1,1 6 0,-2 5-1,1 5-741,1-1 0,2 7 0,9-5 1,-1 5-1140,0 1 0,8 4 0,5-5 1362,9-13 0,5-9 0,8-11 0</inkml:trace>
  <inkml:trace contextRef="#ctx0" brushRef="#br0" timeOffset="3697">3668 742 8128,'-12'-11'872,"0"1"-414,-1 2 0,3 0 0,-2 4 44,-1-1 1,-3-1 0,-1 6 0,-1 0-80,1 0 0,-6 0 0,-3 0 0,-1 2-83,-4 4 0,4 3 0,-2 9 1,0-1-110,2 1 0,-4-1 0,9 1 0,5-1-214,3 1 1,10 5-1,0 0-393,8-2 0,8-9 1,11-6-1,6-4-7,4-2 1,10-2-1,4-4 1,1-6 94,-1-3 1,1-8 0,-5-1 0,0 1 221,-1-2 0,-1 5 1,-8-3-1,-4 4 512,-6 1 0,-11 1-216,-6-1 1,-14 11-1,-7 7 1,-9 11-49,-3 11 1,4-1 0,-4 8-1,1 2 523,5 2 0,-4 2 0,2 0 0,3-2-673,7-4 1,-1 2 0,6-6 0,0 1-1706,1-1 1,1-8 444,6-5 1,8-10-1,5-2 1228,9-10 0,5-13 0,8-4 0</inkml:trace>
  <inkml:trace contextRef="#ctx0" brushRef="#br0" timeOffset="3928">3982 341 9026,'-23'7'315,"-1"5"1,1 5 0,8 5 0,1 5-116,2 6 1,8-2 0,-1 12 0,3-3 693,2 1 0,0 6 0,0-5 0,2 1-833,3 0 0,-3-2 1,4-7-1,-2 1-511,2 0 1,-4-2-1,4-4 1,-4-5-83,-2-5 0,-2-7 0,-4-3-169,-6-1 1,3-2 700,-3-6 0,0-15 0,-5-5 0</inkml:trace>
  <inkml:trace contextRef="#ctx0" brushRef="#br0" timeOffset="4145">3877 707 7758,'18'10'326,"-1"-4"0,1-4 0,-1 0 296,0 4 0,1-3 0,-1 7 0,1 0 159,-1-1 0,1-3 0,-1 6 0,-1 2-4,-5 1 1,3 3-1,-8-1 1,-2 2-405,-2 5 1,-12-5 0,-6 4-1,-7-1-662,-4 1 1,-2-4 0,-6 5 0,0-5-289,0-1 0,2-7 1,2-1-1,4-2-1265,2-4 0,1-3 1842,7-1 0,-1 0 0,1 0 0</inkml:trace>
  <inkml:trace contextRef="#ctx0" brushRef="#br0" timeOffset="4531">4593 672 8347,'0'-9'3092,"-8"1"-2580,-3 8 0,-5 0 1,-1 2-140,-1 4 1,1-2-1,-1 7 1,1 1-219,-1-2 1,3 5 0,1-3 0,3 1-128,-3-1 1,6 3 0,3-3 9,3 4 1,2 1 0,2-1 0,3-3 29,7-1 1,4-1-1,1 5 1,0-2 337,1-3 1,-1 1 0,1 5-234,-1 1 1,-7-1-1,-4 1 1,-4-1-245,-2 1 1,-2-1-1,-4-1 1,-6-3-611,-3-1 0,-3-6 0,1 3 0,-1-1-715,1-4 1,-6-2 0,-1-2 0,3 0 1395,2 0 0,1-8 0,1-2 0</inkml:trace>
  <inkml:trace contextRef="#ctx0" brushRef="#br0" timeOffset="4830">4488 934 9174,'18'8'942,"1"-6"1,3 4-1,3-4-411,2-2 1,2 0 0,8 0 0,2-2-288,2-4 1,5-4 0,-3-7-1,-2-3-367,-5-3 0,1 2 1,-11-6-1,-3 1 3,-4 5 0,1-4 0,-16 2-262,-6 1 1,-8 9 0,-11 3 0,-5 2 70,-1 4 0,-2 2 1,-4 4-1,2 4 197,2 6 1,6 3 0,-5 3 0,3-1 136,4 1 0,3-1 0,5 1 1,3 1 58,2 4 0,-3-1 1,5 5-1,2-2-246,2-4 0,10 5 1,5-3-1,9-4-299,7-5 0,4-1 1,2-7-1,2-2 78,3-2 1,-3-2-1,6-2 385,0-4 0,-6-11 0,5-10 0</inkml:trace>
  <inkml:trace contextRef="#ctx0" brushRef="#br0" timeOffset="5213">5239 725 7785,'-17'17'773,"-1"1"1,3-1 0,1 1-384,3-1 1,7 2 0,-2 3-1,4 3-4,2 2 1,0-4 0,0 5 0,0-1-36,0 0 0,0-6 1,0 3-1,0-5-130,0-2 1,0-5-360,0 0 0,8-10 0,2-2-253,-1-10 0,7-6 0,-7-3 0,3-2 44,0-3 0,-6-1 0,5 4 0,1-4-4,-2-3 0,5 7 0,-5-2 0,1 2 419,1-3 1,-2 11-1,3-5 1393,-1 3-1010,0-1 0,3 14 1,-3 8-1,-6 10 75,-4 7 0,-2-2 0,0 6 0,0 1-238,0-1 0,0 0 1,0 4-1,0-4-504,0-2 1,1-1 0,5-7-118,6 0 0,-2-7 0,1-4 0,3-4-571,1-2 1,3-2 0,-1-4-1,3-5-885,3-5 1,-2-3 1788,8-5 0,1-3 0,5-8 0</inkml:trace>
  <inkml:trace contextRef="#ctx0" brushRef="#br0" timeOffset="5430">6200 131 8545,'-23'0'944,"-1"0"1,-7 0-1,2 4 1,-4 7-257,-2 13 0,-5 11 0,-3 11 0,0 12 15,0 8 1,3 12 0,5 2 0,2-1-376,4-3 1,9-4 0,11-2 0,1-3-587,4-3 1,2-5 0,4-15 0,4-9-81,5-10 1,11-5 0,1-5-1,-2-3-766,-1-6 0,-3-6 1,-1-6 550,-5-6 0,-3-9 0,-8-2 553,0 1 0,-8-5 0,-1 0 0</inkml:trace>
  <inkml:trace contextRef="#ctx0" brushRef="#br0" timeOffset="5579">5589 602 8516,'11'0'1975,"1"0"-1365,2 0 1,1 0 0,4 0 0,5 2-496,5 4 0,6-4 0,4 4 1,5-4-1314,7-2 1,-3 0 1197,10 0 0,4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05.4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225 278 8352,'-11'0'2899,"-1"0"-1735,8 7-647,-4-5 0,8 4-259,0-12 1,8-2 0,4-5-110,3 1 1,3 3 0,-1-3-69,1 6 0,-1 4-77,1 2 0,-9 2 0,-3 4 0,-4 6 9,-2 3 1,0 3-1,0-1 1,-2 0-136,-4 1 0,2 3 0,-5-1 0,1-5-427,4 1 1,-4-1 96,3 3 1,-1-7 515,6 1 0,2-8 0,3 2 89,7-4 1,4-2-1,1 0 1,1 0 290,-1 0 0,1 0 0,-1 2 0,0 1 41,1 3 1,-1 2 0,-1-2 0,-3 6-57,-1 3 0,-8 3 0,2 1 0,-4 4-137,-2 6 1,-14-2 0,-5 3-1,-5 1-488,-1 2 0,-6-4 0,2-2 0,-2-2-705,2-4 1,-2-1 0,6-5 0,-1-3-465,1-6 0,2-4 1,7-4-1,3-4 1365,1-6 0,1-11 0,-7-4 0</inkml:trace>
  <inkml:trace contextRef="#ctx0" brushRef="#br0" timeOffset="500">365 16 7940,'-23'-2'79,"-2"-2"0,-1-2 1,1 2-1,4 4 0,1 6 1,1 6 400,-4 3 1,3 10 0,-3 4-1,4 4-155,1 2 1,1 16-1,-1 9 1,1 12-46,-1 9 0,7 7 1,1 3-1,2 4-194,4 2 1,12-8 0,9-2 0,11-13-222,5-14 0,9-11 0,5-22 1,5-10 149,6-9 1,5-10 0,6-11 0,3-16-30,4-14 1,2-9 0,1-7 0,-7-5 150,-6-4 0,-16-3 0,1-3 0,-9-2 888,-9 2 0,-7 10 1,-15 6-1,-7 4-745,-8 1 1,-15 9 0,-18 3 0,-11 6-685,-9 6 1,-15 4 0,-1 7 0,-9 3-555,-7 3 0,-2 6 0,3 14 1,3 13-1371,4 18 2070,37-15 0,2 5 0,5 11 1,2 5-1,-3 0 0,-1-1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5.8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122 560 8088,'10'0'3473,"-2"2"-2848,-8 3 1,0-1 0,0 8 0,-2 1-280,-4 3 0,2 1 0,-6 3 0,3 1 13,3 2 1,-6 7 0,0-5-1,-1 0-321,-1 0 0,6-1 1,-3-5-1,-1 2-1447,0 3 1,6-1-943,-2-6 2351,4 1 0,-5-8 0,-3-3 0</inkml:trace>
  <inkml:trace contextRef="#ctx0" brushRef="#br0" timeOffset="947">524 612 7841,'0'-17'842,"2"7"1009,4 4-836,-4 4 1,5 4-732,-7 4 0,0 4 0,0 7 1,-2 0-185,-3 1 0,1 1 1,-6 3-1,0 1-62,1-2 0,3-1 0,-4-3-451,2 1 0,-3-1-1151,5 1 1105,0-9 1,8-3-1,4-12 180,5-5 0,5-7 0,3-3 0,3-4 122,1-3 0,6 5 0,-4-4 1,3 0 220,3 0 0,-6 5 0,0-1 0,-2 4 518,1 1 1,-1 8-305,-6 5 1,-7 5-1,-4 5 1,-4 7 196,-2 4 1,0 7 0,-2 2-1,-2 0-217,-2 1 0,-7 5 0,1-4 1,-2 0-275,3-4 1,-5-1-1,5-1 1,-5 0-83,-1-5 1,5 1 0,0-7-835,-1 0 666,5-3 0,0-9 0,10-3 0,2-7 129,2-4 0,7-1 0,-3 0 0,2-1 36,-1 1 0,-1-7 0,4 1 0,-5 2 98,-1 1 0,6 5 0,-5 1 0,3 3 82,0-3 0,-6 0 1,5 1 105,3 1 1,-5 8 0,3-2 311,2 5 0,-5 1 1,3 1-323,2 5 0,-7-2 0,1 8-276,0 1 1,0 3 0,3 1 0,-3-1-409,0-4 0,-6 3 0,6-5 0,-3 1-741,1 1 0,8-2 1,-5 3 1249,1-1 0,6-8 0,-7 4 0</inkml:trace>
  <inkml:trace contextRef="#ctx0" brushRef="#br0" timeOffset="1331">1310 577 7898,'-18'0'0,"3"8"0,1 3 0,3 5 929,-3 1 0,4 9 1,-1 5-1,-3 6-114,-1 3 1,-5 11 0,-3 1 0,-6 10-503,-4 6 1,-2 0 0,0-2 0,0-6-368,0-5 1,2-3 0,4-15-1,6-6-475,3-4 241,3-11 1,7-11-1,4-12 37,4-11 1,2-1 0,2-10-1,4-2 20,6-2 0,3-2 0,3-2 0,-1-4-72,1-5 0,7-5 0,2-1 1,2-1 3,0 1 1,2-1 0,10 1 0,4 2 245,-1 3 0,1 4 0,-6 10 0,2 4 365,-3 6 0,-9 6 0,-5 5 0,-5 8 89,-1 8 0,-3 8 1,-3 9-1,-6 4-271,-4 2 0,-2-3 0,0 5 0,0 0-267,0-2 1,-2 6 0,-2-6 0,-2 2-524,2 0 0,-4-7 1,2 1-1,3-4-2084,1-1 2744,2-1 0,-8 1 0,-2-1 0</inkml:trace>
  <inkml:trace contextRef="#ctx0" brushRef="#br0" timeOffset="1664">1677 647 7898,'-8'-18'323,"4"9"1,-6 1 0,1 2 438,-1 0 0,4 1 1,-6 6-1,-3 3 0,-7 2 0,3 10 0,-4-1 0,3 8-263,3 5 1,-6 1-1,-1 4 1,5-2-320,5-2 1,1-2 0,7 4-1,2-4-147,2-1 1,4-5 0,6-9 0,7-7-11,7-3 1,3-2-1,-4-2 1,5-3-127,1-7 1,-4-6 0,4-3 0,-2-2-10,-3 1 1,-3-3-1,-3 2 1,-3 2-102,-1 1 0,-8 3 0,2-1 0,-5 1-376,-1-1 0,-1 1 1,-5-1-461,-6 1 0,2 5 1,-1 3-400,-3 1 1,-1 2 1447,-3 6 0,1 8 0,-1 1 0</inkml:trace>
  <inkml:trace contextRef="#ctx0" brushRef="#br0" timeOffset="2031">1956 699 13167,'-12'6'817,"1"0"1,5 8-1,-4-3 1,0 5-553,1 1 1,-3 6-1,-3 1 1,1-3-67,2-2 0,3-1 0,-5-1 0,4 1-68,3-1 1,-5-5-1,4-2-437,-1-3 93,5 7 0,-4-20 0,8 0 0,2-7 84,4-5 1,3-1-1,9-2 1,-1-5 77,1-1 1,1-2-1,2-6 1,3 0 48,-3 0 0,4 2 1,1 2-1,-1 4 136,0 2 1,-2 4-1,-3 7 1,1 4-23,2 2 0,-5-3 0,-7 5 0,3 2-383,2 2 1,-5 10 0,1 2 0,-1 1-587,-1 1 1,4 0-1,-8 5 1,-1 1-1401,3-1 0,-4 0 2257,8 1 0,-1-1 0,7 1 0</inkml:trace>
  <inkml:trace contextRef="#ctx0" brushRef="#br0" timeOffset="2334">2794 36 8312,'-17'-18'3996,"-1"9"-3022,1 3 0,-1 12 1,3 5-1,1 7-355,3 5 0,-1 4 0,-5 8 0,-1 2 53,1 4 1,1-3-1,1 11 1,1 3-476,0 5 1,-11 9 0,10-2-1,-1 4-476,3 1 0,3-8 1,-2-7-1,6-8 263,4-3 0,2-8 0,0-8-1467,0-2 0,2-9 1,4-10 305,6-4 1,-2-2 0,1 0 0,1-2-2287,-2-4 3463,5-4 0,-5-7 0,7-1 0</inkml:trace>
  <inkml:trace contextRef="#ctx0" brushRef="#br0" timeOffset="2566">2218 507 7781,'-18'0'416,"1"0"748,0 0 1,9 0-1,8 0-391,10 0 0,13 0 0,6 0 0,4 0-414,2 0 1,8-2 0,3-2 0,6-3-371,7-3 0,-5 4 1,4-6-1,-5 1-296,-7 1 0,-1 0 0,-8 7 0,-2-3-3625,-8 2 3932,-6 2 0,-19 10 0,-4 1 0</inkml:trace>
  <inkml:trace contextRef="#ctx0" brushRef="#br0" timeOffset="2997">297 140 7987,'-64'10'723,"4"-4"0,5-4 1180,11-2 1,13 0-1444,7 0 0,26-2 1,14-4-1,11-5-593,10-5 0,9-1 0,3-1 0,7 1 133,8-1 0,20-7 0,5-2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9.9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1 158 7294,'9'17'-674,"-3"1"0,4-1 622,1 1 0,5-9 52,1-3 0,1-4 0,-1-2 0</inkml:trace>
  <inkml:trace contextRef="#ctx0" brushRef="#br0" timeOffset="300">88 1 7924,'-2'11'-675,"-4"1"-541,4-8 1216,-13 4 0,13-1 0,-6 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1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 7924,'18'0'2389,"-1"0"-1554,-7-8 1,-2 14-1,-10 0 1,-2 10-307,-2 7 1,-8 4-1,5 10 1,-3 4-315,0 5 0,1 5 1,-5 1-1,3 1-451,1-1 0,2 0 0,-3-1 0,1-5-218,-1-5 1,3-6 0,0-4-1,2-4-925,4-2 1,-3-1-1060,1-7 2438,0-7 0,-2-2 0,-1-8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4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138 123 7842,'-32'10'370,"0"-3"1,5-1 591,2 0 0,10 2-492,9-2 0,13-4 0,11 3 0,11-5 25,10-5 0,5 1 0,9-8 1,-1-2-226,1-1 1,-1 3-1,0 1 1,3-3-338,3-1 0,-4 3 0,5 0 0,-5 1-481,-2 1 1,-1 0 0,-5 6 0,-5-2-619,-4 3 0,-10 1 0,-6 4 563,-7 3 0,-6-1 0,-8 8 603,0 2 0,0 1 0,0 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7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52 7842,'11'-5'835,"1"-1"0,-8-2 181,2 2 0,-4 6-460,-2 0 0,-8 2 1,-4 10-1,-5 1-56,-6 3 0,1 1 1,-7 3-1,0 1-16,2 2 1,-4 3-1,7-5 1,3 4-204,2 2 0,9-5 0,4 1-276,4-4 1,12-3 0,7-4 0,13-7 52,8-3 0,1-15 0,8-5 0,-1-3-142,-1-4 0,3-1 1,-9-5-1,-4 2-4,-4-2 1,-11 0 0,-3 0 0,-9 4 5,-6 2 1,-12 3 0,-7 11-1,-11 5-380,-5 4 1,-7 2 0,-3 0-1,0 2-252,1 4 0,1 2 0,8 5 0,4-1-931,6 1 0,11 3 1645,6 1 0,4 1 0,2-1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5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455 141 8088,'-6'-28'189,"0"5"1,1 4 0,3 1 84,-4 1 0,2 1 0,-8 5 0,-1 5 692,-3 4 0,-3 10 0,-5 5 0,-5 7-141,-4 3 1,-2 14-1,0 0 1,1 5-371,-1 7 1,0 7 0,2 2 0,4-1-323,5-3 1,13-2 0,5 1-1,4-1-250,2 0 0,10-9 0,7-8 0,10-12-53,6-9 1,8-6 0,2-8 0,1-2-27,5-4 1,-1-4 0,1-9 0,-5-2 80,-1-3 1,-4-7 0,-10 4 0,-6-2 117,-3 0 0,-5 6 0,-3-5 0,-6 1 85,-4 0 0,-4 6 0,-4-3 0,-6 5 17,-3 2 0,-9-1 0,1 1 0,0-1-138,-2 1 0,3-1 0,-5 3 0,2 3 37,4 6 0,1 4 1,3 2-26,-1 0 1,3 8 0,3 4 44,6 3 0,6 3 0,6-1 92,6 1 1,3-7 0,3-1 0,1-2-72,4-4 1,-1-2-1,7-2 1,0 0-121,-2 0 1,10 0 0,-6 0-1,0-2-112,2-4 1,6-4 0,2-7 0,-3-1 23,-1 1 0,-4-7 0,-2-1 0,-2 0 183,3 0 1,-7-4 0,-2 5 0,-5 3 376,-7 2 1,-1 1-1,-6 1 480,2-1 1,-3 3-1,-8 3-261,-7 6 0,-2 6 0,1 8 0,1 7-295,-1 7 0,-3 9 1,-1-2-1,-1 4-148,1 2 1,1 6 0,3 1 0,1 1-642,-2 0 1,-1 3 0,-1-3 0,3 0-544,1-1 0,2-3 1,-1-8-1,3-4-1165,0-1 0,6-3-2201,-4-6 4377,4-7 0,2-2 0,0-8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9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717 245 7777,'5'-18'0,"3"1"466,2 0 1,-4-1 0,3 1-1,1-1 214,0 1 1,-4-1 0,3 1 0,-1-1 512,-4 1 1,4-1-479,-3 1 0,-6 7 0,-11 4 1,-6 4-9,-5 2 1,-4 8-1,-8 6 1,-2 5-94,-4 4 0,5 9 0,-5-3 0,4 4-346,2 2 0,2-1 0,4 3 0,8 0-251,7-2 1,6 4-1,8-12 1,2 0-25,4-3 1,11-5 0,13-3-1,5-3 15,5-1 1,3-8 0,5 1 0,-1-3 20,2-2 0,-7-2 1,-3-1-1,-8-3 282,-8 2-123,5-6 1,-25 8 0,-6-2 0,-21 10-257,-17 12 0,-9 1 1,-8 10-1,-8 2-885,-8 2 1,-3 8 0,-5 2 0,4-1-1007,1 1 1602,5 5 1,-6-3-1,8 8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6.8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176 717 7983,'0'-18'2077,"-6"1"-684,0-1 0,-8 9 1,5 5-774,-1 8 0,-6 5 0,5 9 0,-3 1-392,3 5 1,-5 1 0,4 6 0,-1-2-234,1 2 0,-1 2 0,7 2 0,2-2-519,2-4 0,2 2 1,2-8-1,4-1-823,5-3 0,13-9 0,5-4 0,6-4 1347,5-2 0,5-8 0,7-2 0</inkml:trace>
  <inkml:trace contextRef="#ctx0" brushRef="#br0" timeOffset="681">525 647 7714,'-29'12'0,"2"-3"653,1-1 0,-1 6 1,8-3-1,5 5-151,5 1 0,3 1 1,6-1-1,0 1-195,0-1 1,7-5 0,5-1 0,6 1-55,5-2 1,-2 3-1,8-7 1,2-2-94,2-2 1,0-2 0,-2 0-1,-3 0-150,-3 0 1,4-6-1,-6-2 1,0-1-68,3-5 1,-13-1-1,5-3 1,-5 1-123,-3-1 1,4 1-1,-9-1 1,-1 1 18,-2-1 0,-4 1 1,-3 1 161,-7 5 1,-4-3-1,-1 8 1,-3 2 66,-3 2 1,4 8 0,-6 2 0,1 4 148,1 7 1,0-1-1,3 7 1,1-2-34,1 0 1,-3 3 0,11-5 0,1 4-216,3 2 0,4 1 1,2 1-1,4-6-142,7-4 0,1-7 0,13-2 0,1-3-55,3-3 1,-2-2 0,2-4 0,2-4-133,2-5 1,8-12 0,-1-5-1,-1-1 182,-2 0 0,-8 0 1,0-6-1,0 2 151,-1 4 0,-5 2 0,-10 7 0,-3 1 1744,-2 4-1081,-2 9 0,-6 0 1,0 12-102,0 5 1,-6 7 0,0 5 0,2 4-261,2 0 1,-4 6 0,1-3 0,1 1-198,2-2 1,-4 2 0,0-6-1,2 0-146,2 0 1,2-7-1,-2-8 1,-1-1-1124,-3 1 706,0-6 0,6 2 1,2-12-1,2-6 130,2-3 1,7-5 0,-3-1-1,1-4-13,1-2 0,0 3 1,5-3-1,-1 2 213,-5 4 1,5 1-1,-4 3 1,1-1 286,-1 1 0,3 7 0,-3 4 15,3 4 1,-3 4 0,-2 6 0,-2 7 130,-5 7 1,5 7 0,0-4 0,0 2-754,0 4 0,3-3 0,-3-1 0,0-2-943,-1-4 0,7-1 1417,-2-3 0,3-7 0,3-2 0</inkml:trace>
  <inkml:trace contextRef="#ctx0" brushRef="#br0" timeOffset="932">1765 18 9024,'-31'29'0,"-4"0"607,-2 2 1,2 16-1,6 5 1,6 5-303,3 3 0,9 4 1,-1 12-1,-2 3 277,-1 1 0,5-3 1,2-9-1,3-4-1298,-1-5 0,0-9 1,6-9-1,0-12-1416,0-8 1651,0-11 1,2-4 0,2-14-1,2-8-1284,-3-5 1765,-1-2 0,-9-2 0,-3-3 0</inkml:trace>
  <inkml:trace contextRef="#ctx0" brushRef="#br0" timeOffset="1280">1451 507 7693,'11'6'189,"1"0"0,-6 6 0,3-5 0,1 1 257,0 0 0,1 5 0,7-1 0,-1 4 138,1 1 0,5 8 1,0 4-1,-1 4-27,-3 2 0,-1 0 1,-1 0-1,-1 2-286,-5 4 1,3-4 0,-8 1 0,-3-5-111,-1-3 0,-2-9 0,-2 0 0,-1-5 84,-3-5 0,-2-7-461,2 2 1,4-6-1,-4-6-98,4-5 0,2-5 1,0-3-1,0-3-19,0-1 0,2-2 0,2 3 0,4-3 13,2-2 1,1 6 0,7-3-1,-1 3 243,1-2 0,-7 9 0,1-3 0,2 3 23,1 4 0,3-3 0,-1 7 0,1 2-299,-1 2 0,1 2 0,-1 0 0,0 2-130,1 4 1,-1 4 0,3 7 0,1 1 482,2-1 0,8 1 0,-3-1 0</inkml:trace>
  <inkml:trace contextRef="#ctx0" brushRef="#br0" timeOffset="1563">2254 857 8233,'-25'0'496,"5"0"1,-5 0 0,2 0 256,-1 0 1,1 0 340,6 0 1,1 7-935,5 5 0,3-2 0,10-1 0,4 1-62,5 0 1,7-4-1,3 3 1,4 1 15,2 0 0,-5-6 1,1 1-1,-4-3 229,-1-2 0,5 0 1,0-2-134,-1-3 1,-3-5 0,-3-8-354,-5 1 1,3-1 0,-8 1-682,-2 0 1,-2-1-1,-2 1-311,0-1 1,-8 6 0,-4 3 1134,-3 1 0,-3 2 0,1 6 0</inkml:trace>
  <inkml:trace contextRef="#ctx0" brushRef="#br0" timeOffset="1796">2516 752 7648,'-6'11'474,"-2"-1"1,0 0 1104,1-1 0,1 5 0,6 7 0,0 3-860,0-3 0,0 4 0,0-1 0,2-3-499,4-2 0,-4-1 1,5-1-610,1 1 1,-4-3-1984,8-3 1235,-8-4 1,5-14 0,-5-2 0,2-2 1136,-2-3 0,6-11 0,-1-3 0</inkml:trace>
  <inkml:trace contextRef="#ctx0" brushRef="#br0" timeOffset="2213">3040 1 10504,'0'25'1692,"-2"-4"0,-2 8 1,-2 4-925,2 6 1,2 8-1,4 9 1,2 6-289,2 6 1,8-2-1,-5 8 1,3-6-284,0-4 1,-1-8 0,5 2 0,-3-5-494,-1-7 1,-6-11 0,3-12 0,-1-3 804,-4-3-755,-2-7 0,-2-10-458,0-12 0,-2-1 0,-2-1 0,-4 3 126,-1-3 1,3 0 0,-4 1 0,0 1 313,1-1 0,-3-3 0,-5 1 179,-1 3 0,1-2 1,-1 8 320,1 3 1,5 1 0,1 2-29,-3 0 1,-2 7 0,1 5 0,1 4-157,3 1 1,5 2-1,-4 3 1,0 3-344,1 2 0,5-5 0,-2 1 0,4-4-191,2-1 1,2-1-1,4 1 1,6-3-410,3-3 0,10-4 1,4-8-1,4-2-636,2-4 1527,0-4 0,8-15 0,2-2 0</inkml:trace>
  <inkml:trace contextRef="#ctx0" brushRef="#br0" timeOffset="2548">3773 577 8401,'-17'-17'1546,"5"7"1,1 4-428,-3 4 1,-2 2 0,-1 0-1,-1 2-493,1 4 0,0 4 1,-1 7-1,-1 2-280,-5 5 0,5-5 0,-4 6 0,5-1-261,7-1 1,-5 2 0,6-3-1,-1 3-118,-1 2 0,8-4 1,-2 4-1,4-1-278,2-5 0,0-2 0,2-3 0,4-3-34,6-1 1,3-6-1,3 4 1,-1-3 239,1-3 1,-1 4 0,1-2 0,-1-2 304,1-2 0,-1 4 0,1 1 101,-1 3 1,-5-6 0,-3 4-56,-1-1 0,-4 3 0,-10 6-371,-5-5 1,-7 5 0,-3-7-1,-5 3-1027,-1 0 0,-4-3 0,-8 5 0,-3-4-2618,-3-2 3770,6-3 0,-19 3 0,4 2 0</inkml:trace>
  <inkml:trace contextRef="#ctx0" brushRef="#br0" timeOffset="2713">2568 368 7677,'-25'0'1933,"6"-2"0,-3-4-1022,9-6 1,9 2 0,15 1 0,13 1-1338,7 4 0,6 0 0,1 0 0,5-2 426,2 3 0,-6-7 0,3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5.83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103 0 10024,'-10'8'0,"5"4"0,3 3 0,2 5 851,0 3 0,0 6 0,0 10 0,0 4-717,0 1 0,2 1 0,1 2 0,5-7-582,2-3 1,-6-2 0,4-2 0,-3-4-2464,1-6 2911,0-3 0,-6-10 0,0-3 0</inkml:trace>
  <inkml:trace contextRef="#ctx0" brushRef="#br0" timeOffset="499">348 140 7678,'11'-6'0,"-1"-1"163,-2-3 1,5 4 0,-3-6 686,0-1 1,3 3-222,-7-1 0,-2 7 0,-10-2-286,-5 4 0,-11 2 0,-3 0 0,0 2-100,0 4 0,-7-2 0,3 7 0,-4 1-56,-2-2 1,6 5 0,2-5 0,2 1-157,4 1 0,1-2 1,3 3-1,-1-1-347,1 2 0,7-5 102,4 3 1,6-2 0,6 1 0,6-5 91,3-4 0,5-2 0,1 0 1,4 0 64,2 0 0,1 0 1,1 0-1,-4 0 222,0 0 1,-11 0 0,3 0 870,-1 0-486,-1 0 0,-13 2 0,-10 4 1,-9 5-234,-6 5 1,-8 1 0,2 1 0,-4-1-204,-2 1 0,7 1 0,5 1 0,4-1-161,1-3 1,3-3 0,3 5-448,6-1 0,8-7 1,8-4-280,7-5 0,12-1 1,1 0-1,5-1-550,5-5 1,5-4 1322,7-7 0,1-9 0,-1-1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1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297 637 7664,'-17'0'0,"-1"0"72,1 0 1,-7 0 0,1 0-1,2 0 462,1 0 1,-1 8 0,0 6 0,3 5-252,3 4 0,-5 2 0,10-1 1,1 3-146,3 0 0,4 6 0,2-6 1,2 0-137,4-3 1,3-5-1,9-1 1,-1-3-33,1-3 0,1-5 1,3-7-1,1-1 57,-2-5 1,-1-4-1,-3-7 1,1-3 43,-1-3 1,1 3 0,-1-3 438,0 4 1,-1 1 140,-4 1 1,1 9-1,-7 8-218,-2 10 1,-10 13 0,-6 8-1,-3 8-121,-3 7 0,1 5 0,-2 3 0,-5 4-444,-5 7 0,-4 1 1,0-1-1,2-4-242,2-7 1,2-6 0,-2-15-568,6-3 0,11-15 1,6-17-133,4-13 1,10-11-1,4-10 1,3-3 98,2-2 0,7-8 974,-1 3 0,8-20 0,-4-6 0</inkml:trace>
  <inkml:trace contextRef="#ctx0" brushRef="#br0" timeOffset="309">384 725 7819,'0'17'279,"0"0"0,0 1 0,0-1 241,0 1 1,2-1 0,2 3-1,4 1-122,2 2 0,1 1 1,9-7-1,3 1-162,6-1 1,-2-1 0,2-5 0,2-5-164,2-4 1,4-4 0,2-6 0,2-7-77,-2-7 1,-8-9 0,-4 2 0,-2-2-23,-4 2 1,-3-4 0,-7 4 0,-5-2-19,-4 2 0,-2-2 0,0 6 0,-4-1 24,-7 1 0,-3 4 0,-13 7 0,0 4 14,0 3 1,-2 1 0,-4 8 0,1 6 75,3 9 0,8 2 0,-4 11 0,2 1-157,-1 2 0,7 2 0,5-1 0,0 1-346,3 0 1,1 6 0,8 0 0,4-2-315,8-3 0,1-1 0,14-2 0,0-3-1340,1-7 2086,1-12 0,13 5 0,3-6 0</inkml:trace>
  <inkml:trace contextRef="#ctx0" brushRef="#br0" timeOffset="611">1153 655 7664,'-2'-10'124,"-2"2"510,-2 0 0,-7 6 0,1-3-166,-4 3 0,1 9 0,1 5 0,3 4-53,-3 1 0,-2 8 1,-1 4-1,2 3-169,3-3 0,-2 4 1,8-4-1,3 4-149,1 2 0,2-2 1,2-4-1,1-6-1,3-4 1,14-1-1,-3-3 1,4-3-59,5-6 0,-1-12 0,6-8 0,-4-5-69,-2-4 0,4-8 0,-7 2 1,-5-4-60,-3-2 1,-4 0 0,1 2 0,-5 2-88,-4 2 0,-4 1 1,-4-3-1,-5 4-955,-5 2 0,-7-2 1,-2 7 1131,-3 5 0,-8 1 0,-9-3 0</inkml:trace>
  <inkml:trace contextRef="#ctx0" brushRef="#br0" timeOffset="1692">1572 655 7723,'-16'7'560,"5"5"1,3 4-1,2 3 1,0 2 0,2 5-1,2 1 215,2 4 1,0 4 0,0 4 0,2 1-550,4-1 1,-4-2 0,4-2 0,-4-2-339,-2-4 1,6-4 0,0-7-515,-3-1 313,-1-7 1,4-10 0,2-14 0,0-5-104,0-4 0,3-7 0,-3 5 0,0-2 116,-1-4 1,7-2 0,-4-2 0,1 0 90,1 0 1,-2 0 0,3 0 0,-3 0 175,-2 1 0,3 1 1,-3 3 764,2 7 1,0 8-185,1 9 0,3 8 0,-8 17 1,-2 4 9,-3 7 1,5 3-1,0 3 1,0 3-293,2 2 1,-6 0 0,3-4 0,-1 1-204,2 3 1,-4-6 0,4-8 0,-4-2-309,-2-3-2,0-3 1,0-11 60,0-8 1,0-8 0,0-9 0,0-1 20,0 1 0,6-6 0,-1-3 0,-1 1-118,-2 0 0,-2-4 0,0 4 1,0-1 138,0 1 0,2 4 0,2 7 1,2 2 440,-2-1 24,-2 5 1,4 2 0,-1 12 138,-1 6 0,0 3 1,0 3-1,4 1-199,2 4 0,-5-3 1,7 1-1,2-5-73,1-5 0,3 1 1,1 4-1,2-5-285,3-5 0,7-4 1,-4-2-1,2-2-80,0-4 1,0-4-1,6-7 1,-2-2 0,-4-5 0,2-1 0,-8-6 0,-1 2 37,-3-2 0,-9 4 0,-4 0 1,-4 1 63,-2 5 0,-8 2 1,-4 3-1,-3 4 57,-3 7 0,-1 5 0,-2 5 0,-5 7 112,-1 4 1,6 3 0,-2 2 0,3 5-49,3 1 0,-1-4 0,3 4 0,1 0-117,2 1 1,9-1 0,-3 4-1,4-4-373,2-2 1,8 4-1,5-5 1,9-3-438,7-2 0,4-7 0,2-2 0,-1-3-1626,1-3 2507,0-2 0,0-17 0,0-5 0</inkml:trace>
  <inkml:trace contextRef="#ctx0" brushRef="#br0" timeOffset="2492">2742 463 7655,'10'-26'-41,"3"1"1,-7-6 0,0 4 79,2 2 1,-6 1-1,5 7 295,1-1 1,-6 7 0,6 1 152,0 2 0,-6 10 0,3 10 1,-3 5-19,-2 7 1,0 3 0,0 8 0,0 2 12,0 3 0,0 5 1,0 7-1,-2 1-384,-3-1 0,3 1 0,-6-1 0,2 0-645,0 1 0,-5-9 0,5-3 0,0-4-334,-2-2 1,6-8 0,-6-6 20,1-7 0,3-6 860,-8-8 0,1-8 0,-7-2 0</inkml:trace>
  <inkml:trace contextRef="#ctx0" brushRef="#br0" timeOffset="2892">2550 567 9717,'17'0'255,"3"0"1,3 0-1,8 0-97,8 0 0,6 0 0,7 0 0,2 0-14,4 0 0,-3 0 1,1 0-1,-7 2 99,-9 4 0,-5-2 0,-8 8 0,-7 1 122,-7 3 1,-9 1 0,2 1 0,-6-1-5,-6 1 0,-3-1 0,-9-1 0,1-3-133,-1-1 1,1-1 0,-1 5 0,1-2-105,-1-3 1,7-7 0,1 4 0,0-2-66,1-1-461,5 1 130,-4-6 0,8-2 0,0-3 116,0-7 0,8 2 0,3-1 72,5-3 0,-1 4 0,-1 1 1,-2-1-309,1 0 0,3 6 1,1-3-382,1-1 1,1 4 0,2-6 0,3 2-2129,-3 5 2901,-2 1 0,7-6 0,1-2 0</inkml:trace>
  <inkml:trace contextRef="#ctx0" brushRef="#br0" timeOffset="3091">3528 567 7655,'-18'0'642,"1"6"0,1 2 0,3 2 266,1 3 1,6 3-1,-3 3 1,1 2-497,4 3 1,2 7 0,4-4 0,2 2-356,2 0 0,7-6 0,-1 5 0,2-3-667,-3-4 1,5-1 0,-5-5-455,5-3 0,1-4 0,1-8-188,-1 0 0,-1-8 1252,-5-4 0,13-3 0,-5-3 0</inkml:trace>
  <inkml:trace contextRef="#ctx0" brushRef="#br0" timeOffset="3425">3720 655 7655,'-8'17'246,"-1"1"260,-1-1 1,2 1-1,8-1 1,0 0-117,0 1 1,2-1-1,4 1 1,5-3-217,5-3 0,1 2 1,3-9-1,1-1-145,2-2 1,9-2-1,-5 0 1,2-2-68,0-4 1,0-9 0,4-10 0,-2-1-62,-2 1 1,-7-4-1,1 4 1,-4-2 147,-1-4 0,-7 4 0,-1-1 0,-2 3 61,-4 4 1,-2 1-1,-2 3 1,-2-1 184,-4 1 1,2 7 0,-8 4 0,-1 5-154,-3 1 0,1 1 1,1 5-1,2 8-117,-1 7 0,-3-1 1,1 5-1,1-2-135,3 0 0,7 7 0,-2-7 0,4 0-645,2 2 0,0-3 0,0 5 0,0-2-263,0-4 1,8-3-1,5-5 1018,9-1 0,-3-8 0,6 4 0</inkml:trace>
  <inkml:trace contextRef="#ctx0" brushRef="#br0" timeOffset="3641">4593 428 7655,'-23'2'514,"-2"1"1,-1 5 178,1 2 1,2 2 0,7 5 0,5 0-119,5 1 0,4 5 0,2 2 0,0 3-322,0 3 1,2 4 0,2 3 0,4 5-361,1 2 0,-5-1 0,2 5 0,-4-4-690,-2-3 0,-8-1 1,-5-6-1,-7-2-227,-3-4 1,-6-4-1,4-7 1024,-3-1 0,-8-7 0,-9-2 0</inkml:trace>
  <inkml:trace contextRef="#ctx0" brushRef="#br0" timeOffset="3807">3441 26 7655,'-33'-12'1451,"3"1"0,7 9-1273,12 2 1,11 2 0,13 7 0,8 1-563,9 0 384,10-6 0,-3 11 0,6-5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7.7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280 629 7932,'-2'-10'1328,"-2"2"-704,-2 1 0,1 3 579,5-8-317,0 8 1,0-5 855,0 3-1058,0 4 0,-2 8-472,-4 11 1,4-1-1,-4-5 1,4 3 145,2 1 1,-2 3 0,-2-1 0,-2 1-394,3-1 0,1 1 1,4-1-1,1 1-413,3-1 1,8-5 0,-3-3 0,5-1-190,1-4 1,1-2 0,1-2 0,3 0-342,1 0 0,8-8 1,-4-3-1,2-7-1327,0-5 2305,0 3 0,6-13 0,0 6 0</inkml:trace>
  <inkml:trace contextRef="#ctx0" brushRef="#br0" timeOffset="216">629 332 7766,'-8'10'246,"-1"5"0,-9-3 0,3 3 409,3 3 1,-3 9 0,5 6 0,-2 8-60,1 3 1,7 3-1,-2 5 1,4 1-610,2-1 0,0 0 0,0 1 0,0-3-398,0-3 1,0 7-1,0-9 1,0-8-891,0-10 1,6-8 1300,0-1 0,7-16 0,-3-4 0</inkml:trace>
  <inkml:trace contextRef="#ctx0" brushRef="#br0" timeOffset="651">420 262 7636,'-20'0'0,"-1"0"74,-2 0 1,-3 2-1,5 2 1,-2 2 383,1-2 0,-3 3 0,0 1 0,0 4-79,0 7 0,-1 1 0,5 9 0,-4 4 55,-2 5 0,7 9 1,1 9-1,7 4 5,4 3 0,3 1 1,5 4-1,1-4-94,5-6 0,12-12 1,11-5-1,6-6-298,6-6 1,5-11-1,10-13 1,5-5 31,1-5 1,2-13 0,4-13-1,-4-8 58,-6-7 0,0-5 1,-4-3-1,-3-4-7,-1-6 1,-13 2 0,-4-1-1,-8 3-80,-9 4 0,-1 2 0,-11 5 0,-6 7 129,-7 7 0,-15 9 1,-7 1-1,-7 4-218,-9 5 1,-3 10 0,-3 1 0,-1 5-763,-4 5 0,-5 9 0,-6 15 0,1 12-959,4 7 0,5 13 0,13 3 1760,5 4 0,-4 1 0,1 1 0</inkml:trace>
  <inkml:trace contextRef="#ctx0" brushRef="#br0" timeOffset="1400">1834 734 7826,'0'-18'-5,"-2"1"1,-2-1 327,-1 1 1,-1-1 0,6-1 0,0-2 459,0-3 1,-2 1-1,-4 6-194,-6-1 1,-3 6-1,-3 3 1,1 1-151,0 4 0,-7 4 0,-1 8 0,-2 9-74,-4 10 0,4 6 0,-1 4 1,3 2-175,4 2 0,1 7 1,5-1-1,3 1-310,6-1 1,5-4 0,4-10-1,7-2-183,8-2 1,13-16 0,4-1 0,9-8-598,7-4 1,1-8 0,0-3 0,1-7-311,-1-5 0,-1-4 0,-3-8 1209,-1 0 0,-8 0 0,3 0 0</inkml:trace>
  <inkml:trace contextRef="#ctx0" brushRef="#br0" timeOffset="1970">2219 542 8718,'0'17'604,"0"0"381,0 1 1,0 1 0,0 3 0,0 3-380,0 2 0,0 2 1,0 8-1,0 2-297,0 2 0,0-1 0,0-5 0,0 0-143,0 0 1,0-8 0,0-3-62,0-5-78,0-2 1,0-15-1,1-9 1,3-11-541,2-5 1,2-6-1,-4 4 1,4-3 194,1-3 1,1-2-1,4-2 1,-3 0 80,3 1 0,-5 1 0,3 2 1,0 3 317,-3 3 1,7 2-1,-4 7 239,3 5 0,-3 3 0,-1 10-48,3 4 1,2 3 0,-1 9-1,-1-1 14,-3 1 0,7 5 0,5 0 1,0-1-114,3-3 1,-5-3 0,8-3-1,2-3-222,2-2 0,-4-3 0,0-5 0,2 0-143,2 0 1,-4-1 0,-1-5 0,-3-6-68,-4-3 1,-3-9 0,-7 1 0,-5 2-60,-4 1 1,-2 3-1,-2-1 1,-4 1-29,-5-1 0,-5 7 1,-3 1-1,-5 2-89,-5 4 0,-4 2 0,-2 4 1,2 4 106,4 6 1,-2 9-1,8 2 1,2-1-47,1-3 1,3 5-1,1 1 1,5 0-395,5 0 1,4 4 767,2-5 0,8 7 0,1-4 0</inkml:trace>
  <inkml:trace contextRef="#ctx0" brushRef="#br0" timeOffset="2417">3179 734 7653,'0'-18'595,"0"1"1,0 5-319,0 0 0,0 7 1,-2-5 145,-4 2 0,-3 2-304,-9 6 0,3 8 1,1 2-1,4 1-64,3 1 0,-5 0 0,4 5-140,-2 1 1,7-1-1,-3 1-71,4-1 0,2-5 0,2-3-22,4-1 1,3-2-1,9-6 1,-1 0 37,1 0 1,-1-6-1,1-2 1,1-1 115,4-5 0,-3-1 0,3-3 1,-4 1 128,-1-1 1,-1 1 0,-1-1 379,-5 1 0,3 5 10,-8 0 1,-2 16 0,-8 4 0,-4 12-131,-2 9 0,1 0 1,-5 4-1,4 2-247,3-4 0,-5 4 1,6-6-1,2 2-324,2-2 0,2 2 1,2-10-1,4-3-350,6-5 1,-1-9-1,5 2 1,3-6-163,1-6 0,1-3 0,2-11 1,5-5 65,-1-10 0,4 0 1,-6-8 651,2 1 0,2-3 0,6-7 0</inkml:trace>
  <inkml:trace contextRef="#ctx0" brushRef="#br0" timeOffset="2617">3773 0 7653,'-16'2'250,"3"4"0,1 6 705,-2 3 0,5 10 0,-3 6 0,-1 8-353,-3 8 1,-3 13 0,-3 10-1,-1 11-312,2 10 0,1 1 0,5 5 1,1-2-728,2-4 1,9-12 0,-3-11 0,4-13-599,2-13 0,-2-7 163,-4-6 0,4-13 0,-4-16 87,4-10 0,4-13 1,2-6 784,2-4 0,0-10 0,-6-1 0</inkml:trace>
  <inkml:trace contextRef="#ctx0" brushRef="#br0" timeOffset="2950">3528 559 7653,'0'25'149,"0"-3"0,0 5 0,0-2 309,0-4 0,2 6 0,2 1 0,4-1-62,2-4 0,7 2 1,8-1-1,2-3-145,5-2 1,0-7 0,1-2-1,0-3-81,2-3 0,-4-2 0,10-6 0,-6-5-114,-6-9 1,2-5 0,-7 0 0,-3-6-47,-2-4 0,-7 3 0,-2 1 1,-3 0-19,-3 2 0,-2-6 0,-2 6 1,-2 0 250,-4 3 0,-3 11 0,-9 3 0,1 2 248,-1 5 0,-5 4 0,0 11 0,0 11-106,-3 8 0,5 6 0,-6 2 1,2 4-274,3 1 0,9-3 0,3 4 0,2-1-331,4 1 1,4-6 0,6 0 0,8-8-856,7-8 0,14-11 1,12-6-1,5-8 1074,6-10 0,20-7 0,11-16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5.63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71 682 7661,'0'-18'956,"0"1"251,0-1 0,0 7-468,0-1 1,0 10-404,0 2 1,0 14 0,0 11 0,-2 2-185,-4 4 0,2 4 0,-6 4 1,2 2-128,5-2 1,-5 3-1,2-1 1,0-2-106,-2-2 1,6-2 0,-3-2 0,3-4-362,2-6 0,7-11 1,5-7 272,4-3 1,1-4 0,1-5 0,-1-9 114,0-5 1,1-10 0,-1 2 0,1-4 81,-1-2 1,1 6-1,-3 0 1,-1-1 43,-2 3 0,-9 2 1,3 8-1,-2 1 157,2 4 1,-4 3-87,4 3 1,-6 12 0,-4 0-1,-2 7-67,2 5 0,-4-1 1,3 1-1,1 1-40,2 4 0,-4-3 1,0 3-79,2-4 0,2-1 0,2-1 1,0 1 1,2-9 0,2-1 69,2 0 1,7-6 0,-3 2 0,2-6 125,-1-4 0,1-8 1,6 3-1,-1-5 63,1-1 1,-7-1-1,1 1 1,1-1 32,3 1 0,-4-1 1,-3 1-147,-1 0 0,4-1-245,-7 1 0,3 1-1519,-2 4-1990,-4-3 769,6 13 2879,-8-6 0,8 8 0,1 0 0</inkml:trace>
  <inkml:trace contextRef="#ctx0" brushRef="#br0" timeOffset="232">787 612 7661,'-12'-6'882,"0"0"-133,-1 2 1,-3 4-1,1 8-142,3 10 1,-2 1-1,7 8 1,-1 0-122,0 1 0,0-1 0,5 4 1,-3-2-488,2 2 0,2-4 0,0 0 1,-2-1-302,-2-5 0,0-2 0,6-1-1167,0-1 1,-2-7 24,-3-4 1,1-4-312,-8-2 1755,8-8 0,-11-10 0,5-9 0</inkml:trace>
  <inkml:trace contextRef="#ctx0" brushRef="#br0" timeOffset="514">926 106 7661,'0'-18'790,"8"1"1,4-1-353,3 1 1,3 1-1,-1 5 1,1 5 27,-1 4 1,6 2-1,1 0 1,-5 2-69,-5 4 0,-1 11 0,-5 12 1,0 6 19,0 6 0,-3 3 0,-5 9 0,-2 1-243,-3 4 1,-5 1 0,-8 7 0,-1 1-348,-4-1 0,3-2 0,-5 2 1,2-3-460,0-3 1,-1-10 0,7-11-1,-1-8-646,1-8 0,-1-3 677,1-3 1,7-9 0,4-8 219,4-10 1,2-5 379,0-3 0,8-7 0,2-2 0</inkml:trace>
  <inkml:trace contextRef="#ctx0" brushRef="#br0" timeOffset="1035">926 315 7661,'-17'10'-714,"1"-2"1,3-3 1413,1 1 0,2 8 0,-3-4 0,3 1-198,2 1 0,3-1 0,5 7 1,1-1-190,5 1 1,4 5-1,7 0 1,1-1-117,-1-3 0,3-1 0,1-3 1,4-1-120,3-3 0,-7-7 1,4 2-1,-2-4 19,1-2 0,5-2 1,-4-4-1,0-7-171,0-9 0,1 1 1,-5-8-1,4-2-22,2-2 1,-3-8-1,3 0 1,-2 3 75,-4 1 1,-1 2 0,-3 0-1,1 0-69,-1 0 0,-5 8 371,0 3 1,-11 23 0,-1 12 0,-9 14 93,-7 8 0,-3 10 0,-3 6 0,-1 7-49,2 8 1,-1 6 0,1 4 0,-2 3-265,2 3 1,1-7 0,3 1 0,1-6-272,4-4 0,5-17 0,7-7-22,0-12 1,2-19 205,3-9 0,3-7 1,6-13-1,-3-3 34,3-6 0,2-2 0,1 0 0,1 2 161,-1-2 0,0 5 0,1 3 0,-3 4 209,-3 1 0,4 8 0,-5 5-57,5 3 1,-1 4 0,-1 3 0,-4 9-247,-3 7 0,5 12 0,-4 10 0,-1 2-268,1 3 1,4-3-1,-4-1 1,1-1-1153,5-4 0,-4-4 0,1-6-855,3-6 2198,1-11 0,11 3 0,1-5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34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227 183 7734,'0'-27'0,"0"4"-67,0 4 0,0 1 0,0 1 0,0-1 632,0 1 1,2 1 0,2 3 27,2 1 0,0 10 0,-8 4-177,-4 13 0,2 7 0,-8 11 1,1 6-50,1 3 1,-5 5 0,3 5 0,-2 3-298,3 3 1,-3-4 0,6 6 0,1-2-140,-1 1 0,-6-1 1,4-8-1,-1-3-155,-1-6 1,1-6-1499,-7-6 1,3-14 1721,3-15 0,4-15 0,8-12 0</inkml:trace>
  <inkml:trace contextRef="#ctx0" brushRef="#br0" timeOffset="365">507 114 7712,'-8'27'0,"-4"-4"231,-3-4 0,-3 7 0,-1 3 0,-3 4 272,-1 2 1,0 0-1,4-1 1,-3 1-365,-1 0 1,-8-2 0,2-2 0,-4-3-174,-2-3 0,6-2 0,2-5 0,1-3 199,5-3-107,2-5 0,11-8 1,8-3-10,9-2 1,3 0 0,4 6-1,3 0 219,0 0 0,3 0 1,-1 0-1,4 2 9,3 4 1,1-2 0,6 7 0,0 3-124,-1 1 0,1-3 0,0 0 1,2-1-138,4-1 0,-4 4 1,4-9-1,-5-1-111,-1-2 1,0 4-1,-2 0 1,-4-4-693,-5-6 0,-7 0 0,-3-8-772,-3-1 0,-7-3 1558,2-1 0,4-8 0,-1-3 0</inkml:trace>
  <inkml:trace contextRef="#ctx0" brushRef="#br0" timeOffset="748">804 393 7658,'-22'17'24,"5"1"0,-3-6 1,14-1-1,3 3 178,1 1 1,9 1 0,7-3-1,5-3 278,5-2 0,5-2 0,-4-6 0,0 0-320,0 0 0,5 0 0,-5-2 0,0-2-41,0-2 0,-1-8 0,-7 3 0,0-5-54,1-1 1,-6-1-1,-3-1-16,-1-4 1,-2 3-1,-6-3 1,-2 4-8,-4 1 1,-4 8 0,-7 3 0,-1 1-42,1 0 1,-6 2-1,-1 10 1,1 6 184,-2 3 1,6 3 0,-5 1-1,5 2-14,1 3 0,1 5 1,1-4-1,5 2-51,5 4 0,4 2 0,2 2 1,0-2-408,0-4 0,10 2 1,5-8-1,7-1-337,-1-3 0,4-7 1,0-2-1,1-3-175,-1-3 1,4-8-1,-4-3 798,2-3 0,-5-10 0,3-7 0</inkml:trace>
  <inkml:trace contextRef="#ctx0" brushRef="#br0" timeOffset="998">1170 288 7658,'0'27'-66,"0"4"0,0-5 1,0 1 825,0 4 1,0 0 0,2 0 0,2-4-505,2-2 0,13 6 0,-1-3 0,1-3-368,1-8 0,-1 1 0,2-9 0,3 1-155,-3-4 0,-2-4 0,-1-4 0,-1-4-315,1-6 1,-3-3 0,-1-3 0,-4-1 581,-3-4 0,7-4 0,-4-8 0</inkml:trace>
  <inkml:trace contextRef="#ctx0" brushRef="#br0" timeOffset="1180">1624 218 7892,'-29'33'0,"0"0"466,-2 2 1,-2 4 0,-2 17 0,0 6 375,0 8 1,0 12 0,0-1 0,2 7-559,4 5 1,-2 0 0,8 2 0,4-10-873,5-5 1,-1-12-1,3-10 1,-4-6-390,-1-5 0,5-20 1,1-15 324,-3-8 0,6-6 652,2-4 0,4-12 0,2-9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8.6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208 730 7948,'-6'12'247,"0"0"1,-6-7 0,7 7 0,-1 2 170,-2 1 0,6 10 1,-6 6-1,2 6-151,1 4 0,-3 10 0,4-1 1,-4 6-170,-1 1 1,-1 3 0,-4-2 0,5-2-309,1-1 1,-6-5 0,5-3 0,-3-9-754,0-7 0,6-7-291,-5-13 0,7-5 1254,-2-12 0,12-11 0,4-10 0</inkml:trace>
  <inkml:trace contextRef="#ctx0" brushRef="#br0" timeOffset="304">68 818 7788,'-8'-10'531,"6"0"-232,-4 4 1,6 4 0,6-3 0,6 3-27,3 2 0,11 0 0,3 0 0,4 0 92,2 0 1,0 0 0,0 2 0,-1 2-84,1 1 0,0 9 0,-2-2 1,-4 5-189,-5 6 0,-11-3 1,-3 5-1,-2-2-37,-4 1 1,-10 1-1,-6-4 1,-5 2-251,-7-1 0,-1-3 0,-6-3 0,2-3-400,-2-1 1,4-6 0,-2 3 0,0-1-217,1-4 0,1-2 1,6-2-23,-2 0 0,1-8 831,11-3 0,-5-13 0,6-3 0</inkml:trace>
  <inkml:trace contextRef="#ctx0" brushRef="#br0" timeOffset="535">854 67 8464,'-18'2'0,"1"5"493,-1 11 1,1 3 0,0 14 0,-1 8 34,1 5 0,5 12 0,0 6 0,-1 8-308,-3 8 1,-1-3 0,-1 3-1,3-1-426,3-1 0,-3 1 0,5-11 0,-2-8-256,1-5 1,1-13-1,-4-3 1,5-6-636,1-6 0,2-10 1097,6-7 0,0-8 0,0 4 0</inkml:trace>
  <inkml:trace contextRef="#ctx0" brushRef="#br0" timeOffset="1268">1011 765 7769,'0'-17'627,"0"-1"-15,0 1 0,-2 7-260,-4 4 0,2 4 1,-7 2-111,-3 0 1,-1 2 0,-3 4 0,1 6-34,-1 3 0,1 3 0,-1 1 0,1 4-66,-1 7 0,3-3 1,1 0-1,5 0-529,1 0 0,-4-5 1,6 3-16,3 0 0,1-6 0,4 3 232,3-9 1,7-5 0,9-10 0,3-4 111,-3-5 1,4-5 0,-2-3 0,1-3 100,1-1 0,-6-6 1,5 4-1,-5-2 25,-1-4 0,-3 5 0,-3 3 0,-5 4 263,1 1 0,-6 1-76,4-1 0,-12 11 0,-5 7 0,-5 9-129,-1 7 0,-1 7 0,1 2 0,-1 2-155,1 5 0,5 1 1,0 0-1,1-2-84,1-2 1,2-6 0,6 4 0,-2-2-448,-1-3 0,-1-3 0,8-3-321,4-5 1,3-5 0,9-10 162,-1-2 0,3-7 717,3 1 0,-4-11 0,7-4 0</inkml:trace>
  <inkml:trace contextRef="#ctx0" brushRef="#br0" timeOffset="1702">1360 695 7759,'-7'12'0,"-5"0"215,-4 1 1,-1 3 0,1 1-1,3 1 169,1-1 0,3 8 1,-5 3-1,4 1-28,2 0 1,-3-6 0,5 4-1,2 0-142,2 1 0,-4-7 0,1 2-76,1-3-824,2-3 462,2-7 1,0-4 0,2-12 0,2-6 53,1-3 1,9-3 0,-4 1 0,1-1 6,1 1 0,0-1 0,5-1 0,0-2 58,1-3 1,-6-1 0,-1 6 0,3-1 198,1 5 1,1 1-1,-3-3 1,-1 1 268,2 4 0,-7 3 0,1 5-73,0-2 1,-6 8 0,4 10-1,-4 3 42,-2 3 0,0 1 1,0 4-1,-2 5-144,-4-1 1,4 6 0,-6-6 0,2 2-127,1 0 0,-7-8 1,6 3-1,2-5-426,2-1 1,-4-1 0,1 0-2419,1 1 2306,2-8 0,2-5 0,2-8 0,2-5-1526,1-2 2002,9-2 0,-4-5 0,7 0 0</inkml:trace>
  <inkml:trace contextRef="#ctx0" brushRef="#br0" timeOffset="2052">2164 67 7785,'0'-18'225,"-2"3"1,-2 1 441,-2 2 1,-8 9-1,3-1-176,-5 8 1,-1 7 0,-1 13-1,-1 5-129,-4 4 0,1 11 0,-7 7 0,-2 7 194,-2 4 0,0 4 1,2 10-1,2 5-555,-2 5 1,6-1 0,2-2 0,3-5-304,3-6 0,5-6 1,2-16-1,3-5-2780,3-10 1593,2-8 0,2-19-169,0-8 1658,7-8 0,-5-17 0,6-2 0</inkml:trace>
  <inkml:trace contextRef="#ctx0" brushRef="#br0" timeOffset="2402">1622 538 8121,'-17'12'0,"-1"-2"318,1-3 1,1 7 0,5-2-20,5 3 1,6-3 0,6-1 0,5 1-304,5-2 1,7 5-1,2-5 1,1 0-63,-1-5 0,6 3 0,-4-2 0,2 0-181,0 2 0,-5-6 0,5 3 1,0-3 71,-2-2 0,-2 0 0,-7 0 0,-1 0-89,1 0 463,-1 0 0,-1 2 1,-7 4 271,-9 6 1,-2 3 0,-9 3-1,-1 1-46,2 4 0,-5 5 1,3 5-1,-1-2-127,1-2 0,-4 0 0,7 4 1,-3-4-397,0-6 0,9-3 0,-5-3-1580,0 1 415,6-1 0,-4-9 0,10-8 1263,2-10 0,8-5 0,-5-3 0</inkml:trace>
  <inkml:trace contextRef="#ctx0" brushRef="#br0" timeOffset="2801">2216 800 7744,'-25'25'0,"-2"3"0,0 1 679,3 0 1,11-2-1,3 4 1,2-2-99,4 2 1,2-6-1,2-1-559,0-5-195,0-1 1,8-9 0,4-5 52,3-8 1,3 0 0,-1-7 0,1-5-122,-1-5 1,1 1 0,-1-5-1,1 2-17,-1 0 1,0-6 0,1 5 0,1 1 185,5-2 1,-7 5 0,3-3 0,-7 4 210,1 1 0,1 1 0,3 1 553,-1 5 1,-7 5-414,-4 12 1,-4 11 0,-2 12 0,-2 4 190,-4 2 0,2 0 0,-6 0 0,2 0-531,5 0 1,1-2 0,2-2 0,0-4-638,0-2 1,0-2-1,0-5-2100,0-1 2798,0-7 0,0-2 0,0-8 0</inkml:trace>
  <inkml:trace contextRef="#ctx0" brushRef="#br0" timeOffset="3051">2775 922 7759,'-37'18'552,"0"-1"1,2 3 217,8 3 0,6 4 1,5 8-1,3 2-440,1 4 0,8 3 0,-2 9 0,4-1-304,2 1 0,-2 1 1,-3 0-1,-7 1-217,-4-5 1,-1-9 0,0-2-1,-3-6-210,-3-4 1,3-14 0,-3 1-1,6-5-161,5-1 0,-3-6 1,5 0 561,0-8 0,-5-6 0,5-7 0</inkml:trace>
  <inkml:trace contextRef="#ctx0" brushRef="#br0" timeOffset="3250">2356 364 7750,'-35'0'753,"8"0"0,3 0 0,7 2-886,5 3 1,5-1 0,9 6 0,3 0 420,7-1 0,3 3 0,5 4 1,1-3-832,3-1 0,5-6 0,-6 5 0,0 1-1009,2-2 1552,3 5 0,7-5 0,-1 7 0</inkml:trace>
  <inkml:trace contextRef="#ctx0" brushRef="#br0" timeOffset="3484">3404 119 7777,'-27'29'550,"3"0"0,7 2 1,5 10-1,6 8 87,4 7 1,2 4-1,0 6 1,0-2-984,0 2 0,0-4 1,0-2-1,0-5-36,0-11 0,-2-11 0,-3-6 0,-5-1-409,0-5 1,-5-9 790,3-7 0,-4-3 0,-1-2 0</inkml:trace>
  <inkml:trace contextRef="#ctx0" brushRef="#br0" timeOffset="3717">3002 84 7670,'-17'0'820,"-1"0"0,3 8-193,3 4 0,12 3 0,13 3 0,11-1-371,11 0 1,2 1 0,9-1 0,3 3-172,1 3 1,2-5 0,-1 1 0,-3-5-308,-1-1 0,-8 3 0,2 1 0,-6 1-515,-6-1 1,-10-5 736,-7-1 0,-8 1 0,3 5 0</inkml:trace>
  <inkml:trace contextRef="#ctx0" brushRef="#br0" timeOffset="3933">3072 1027 7662,'-18'18'681,"11"-3"0,7-3 61,9-6 1,9-4-1,3-2 1,4 0-660,3 0 0,-5 0 1,4 0-1,-2-2-304,-3-4 0,3 4 0,-2-6 1,-2 2-956,-1 1 0,-9-3 1176,1 2 0,0-4 0,5-7 0</inkml:trace>
  <inkml:trace contextRef="#ctx0" brushRef="#br0" timeOffset="4167">3823 416 7677,'-23'23'0,"-3"1"435,-1-3 0,8 6 0,-1 4 0,9 6 346,3 4 0,0 7 0,4-1 1,-2 1-679,3-1 0,1 1 0,2-7 0,0-2-972,0-2 0,0-10 1,0-4-1127,0-3 1125,0-11 1,0-3 869,0-12 0,0-3 0,0-9 0</inkml:trace>
  <inkml:trace contextRef="#ctx0" brushRef="#br0" timeOffset="4418">3718 84 10000,'17'4'0,"1"6"744,-1 7 1,3 20 0,1 4-1,4 9-210,3 8 1,-1 10 0,2 10 0,-6 0-158,-3-1 1,-11-1 0,-3-6 0,-4-2-489,-2-4 1,-8-6 0,-5-11 0,-9-9 12,-7-7 0,-2 0 0,0-7 0,2-5-637,-2-5 1,6-1 0,1-7 0,3-2 734,-2-2 0,3-10 0,-5-2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5.4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455 315 7575,'0'-10'1336,"-2"2"-371,-4 8 0,-4 0-523,-7 0 0,-1 8 1,3 4-99,3 3 1,-2 3-1,7-1-103,-3 1 1,0-1 0,-1 1 0,5-1 1,4 0 0,4-1 40,4-4 0,3-3 1,11-5-1,1 2-7,2-2 1,7-2-1,-7-2 1,-2 0-137,-1 0 0,-3 6 0,0 1 0,1 1-46,-1 0 1,-5 6-1,-2-3-552,-2 5 1,-5 7-1,-8 0 1,-7-1-558,-4-3 1,-3 0 0,-2 3 0,-3 1-724,3-2 0,2-9 1738,1-6 0,1 4 0,-1-1 0</inkml:trace>
  <inkml:trace contextRef="#ctx0" brushRef="#br0" timeOffset="449">385 192 8099,'-18'0'607,"1"0"0,5 0 2011,1 0-2248,7 0 0,4 0 1,11 0-1,5 0-46,1 0 0,1-5 0,1-1 0,3 2-117,1 2 0,0-4 0,-5 0 0,-1 2-1236,0 3 0,1 1 0,-1 0 0,1 0-1613,-1 0 2642,-7 0 0,6 7 0,-7 3 0</inkml:trace>
  <inkml:trace contextRef="#ctx0" brushRef="#br0" timeOffset="983">437 53 7992,'-33'0'-63,"2"0"1,4 0-30,2 0 1,-6 8 0,4 5 0,-3 8 531,1 9 1,6 12-1,-4 11 1,2 11-31,3 9 0,3 19 0,11-42 0,0 1 0,2-1 0,1 0-23,1 2 1,2-1-1,2 42 1,8-7 0,9-16-218,10-16 1,14-13 0,6-18-1,5-11-1,6-8 1,8-20-1,6-9 1,-4-12 74,0-10 1,4-11-1,1-8 1,-37 31 0,-2-2-38,1 0 0,-2-1 0,25-40 0,-13 4 0,-4-1-134,-8 1 0,-8 4 0,-13 6 0,-9 6-209,-6 3 1,-17 11 0,-17 3 0,-11 6-440,-8 6 0,-12 6 1,0 11-1,-8 6-317,-4 4 1,-1 12-1,-4 11 1,1 18 49,3 18 1,43-21 0,2 3 656,-2 4 0,0 2 0,2 1 0,0 3 0,1 3 1,1 0-1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9.43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228 340 7787,'-6'-12'155,"0"1"1,0 5-1,4-4 1,-2 1 1140,-1-1 0,-3 6-947,2-2 0,2 4 1,-8 2-183,-1 0 0,3 0 0,-2 2 0,-1 6 26,-3 9 0,5 3 1,-1 9-1,-2 2-35,-1 2 0,-1 10 1,3 3-1,3 5-118,2 1 1,3 0 0,7 1-1,3-3-76,7-3 0,5-6 0,7-12 0,3-8 13,0-7 0,8-7 0,-2-7 1,4 0 42,-4 0 1,2-13 0,-8-5 0,2-3-12,0-4 1,-8 0-1,1-6 1,-7 3 34,-3 3 1,-8-4 0,2 6-1,-4 1 18,-2 3 1,-2 2 0,-4-1 0,-6 1-1,-3-1 1,1 8 0,-3 3-111,-9-1 1,9 6-1,0-4 1,1 4 5,0 2 1,5 8 0,1 4 12,2 3 0,3-3 0,5-1 49,0 3 1,7 0-1,5-1 1,3-3 74,3-2 1,-1-1 0,3-3-1,1 2 17,2-2 1,8-2 0,-3-2-1,1 0-92,0 0 1,-8 0-1,2 0 1,-1 0-84,1 0 0,-9-6 1,3 0-579,-1 2 1,-1-3-101,3 1 0,-7-6-224,1 6 0,-8-1-25,2 1 0,-4 2 133,-2-8 0,0 6 857,0-5 0,7 7 0,3-4 0</inkml:trace>
  <inkml:trace contextRef="#ctx0" brushRef="#br0" timeOffset="349">752 515 8653,'-10'2'1702,"4"4"0,4-3-1422,2 9 1,2-8-1,4 2 1,5-4-61,5-2 1,-4 6 0,-1-1 0,3-1-22,1-2 0,-3-2 1,0 0 406,1 0-466,3-8-195,-7 6 1,-3-5-1,-12 7 1,-5 0 6,-5 0 1,-1 6 0,-1 1 0,-1 5 164,-4 7 1,3-1 0,-5 7-1,2-2-53,0 1 1,5 5-1,8-6 1,3 0-139,3 2 0,2-5 0,4 3-212,4-3 0,9-11 0,10-3 0,2-4-176,4-2 0,2-2 0,2-4 0,0-5-193,0-5 0,6-1 1,-2-1-1,-4 1 33,-4-1 1,-10-3 621,2 3 0,5-11 0,-1 10 0</inkml:trace>
  <inkml:trace contextRef="#ctx0" brushRef="#br0" timeOffset="700">1345 113 8047,'10'-25'13,"-2"5"1,-6-3 1354,4 4 0,-5 7-725,5 0 1,-4 11-1,-4 1 1,-4 9 56,-5 7 1,1 11 0,-2 6-1,1 8-168,1 3 0,-5 9 0,3 5 1,-2-2-360,3-1 0,-3 3 0,8 2 0,1 0-353,-3 0 1,6-7 0,-4-9 0,4-3-1442,2-8 1,6 0 740,0-10 1,5-9 0,-3-14 520,2-10 0,-6-5 1,2-5-1,-5-1-382,-1-2 1,0-3 0,-1 5 0,-3-4 100,-2-2 0,-8 3 1,3-5 639,-5-2 0,-1-2 0,-1-2 0</inkml:trace>
  <inkml:trace contextRef="#ctx0" brushRef="#br0" timeOffset="848">1136 427 8015,'-12'-15'129,"2"1"1,1 5 355,-1 1 1,6 0 845,-2 2 1,4 6-484,2 0 1,4 6 0,6 8-1,7-5-229,3-1 0,7 4 1,2-6-1,4-2-430,2-3 0,6-1 0,1 0 0,1-1-559,0-5 1,3 2 0,-3-6 0,0 2-3146,-1 4 3515,-9 3 0,0-7 0,-5-2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4.3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181 694 7868,'9'-12'0,"-1"2"0,-2 1 106,0-1 1,0 4 0,-4-6 1859,3-1-760,-3 5 0,4 2-629,-12 12 0,2 4 0,-5 7 0,-1 3-285,0 3 1,1-2 0,-5 6 0,4 1-367,3-1 0,-5-4 0,6 4 0,0-2 175,-1-3 0,5-3 0,-4-1-101,4-1 0,-6 1 0,-2-1 0</inkml:trace>
  <inkml:trace contextRef="#ctx0" brushRef="#br0" timeOffset="465">408 659 10974,'0'17'1697,"0"1"-1443,0-1 0,0 1 1,-2-1-1,-2 2-73,-2 5 1,0-5 0,6 4 54,0-3 1,0-3-1,0 1-904,0-1 1,0-5 194,0 0 0,0-11 305,0-1 0,6-1 0,2-11 0,0-2 37,-1-1 1,7-3 0,-2 1 0,1-1 147,-1 1 0,3 5 1,-3 1 395,4-3 0,-5 6 0,1 2-118,1 5 1,-3 1-1,0 1 1,-2 5-32,-5 6 1,1 0 0,0 3 0,2 4-316,-2 1 1,-2-1 0,-2-1 0,0-1-1309,0 1 1,0-1 285,0 1 1,8-9 1072,3-3 0,5-4 0,1-2 0</inkml:trace>
  <inkml:trace contextRef="#ctx0" brushRef="#br0" timeOffset="663">984 641 7892,'-10'12'0,"-5"0"582,-6 1 1,-3 8 0,7 5-1,-1-1 324,1 0 1,1 10 0,3-4 0,3 0-844,2 2 0,2-2 0,6 0-1079,0-2 0,0-7-516,0 1 1,8-13 1531,4-10 0,-4-8 0,-1-10 0</inkml:trace>
  <inkml:trace contextRef="#ctx0" brushRef="#br0" timeOffset="949">1141 222 8871,'12'0'3073,"0"0"-2402,1 0 1,1 10 0,-1 5 0,-1 9-200,2 3 1,-5 8 0,3 7-1,0 3-207,-3 4 0,5 1 1,-6 2-1,-1 1-507,1-1 0,-2-5 0,-6-3 0,0-3-234,0-8 0,-2 0 1,-2-10-1,-4-3-779,-1-7 1,3 1-1,-6-8 429,-1-2 0,-3-2 0,-1-2 826,-1 0 0,-7-8 0,-2-2 0</inkml:trace>
  <inkml:trace contextRef="#ctx0" brushRef="#br0" timeOffset="1298">967 729 13345,'29'0'0,"0"0"360,2 0 1,8 0 0,3 0 0,1 0-242,0 0 1,5 0-1,-3 0 1,1 0-172,1 0 0,-8 0 0,2 0 1,-6-2-305,-6-4 1,-4 4-550,-8-4 1004,1 4 1,-16 4-1,-8 4 579,-8 6 1,-3 3 0,1 3-257,5-1 1,-3-5 0,8-1 0,2 3-86,2 1 1,-3 3 0,-1-1-378,2 1 0,2-1 0,4 1-513,4-1 0,-2-1 0,5-3 1,1-3-2164,0-2 1,1-2 2715,7-6 0,-1 0 0,1 0 0</inkml:trace>
  <inkml:trace contextRef="#ctx0" brushRef="#br0" timeOffset="1881">1857 798 8936,'-17'-7'431,"-1"5"1,3-6 0,1 2 207,3 0 0,5 1 1046,-6 5 1,1 0-1159,-7 0 0,6 5 0,3 3-323,1 2 1,2-4 0,6 5 20,0 3 0,0 1-431,0 3 1,2-7 0,4-1 0,6-2-142,3-4 0,3-2 1,1-2-1,2 0 106,3 0 0,5-6 0,-4-2 0,2-2-60,4-3 0,-6-3 1,1-1-1,-3-1 216,0 1 1,0 0-1,-7-1 1,-2 1 435,-3-1 1,-7 1-66,2-1 0,-4 10 0,-4 8-73,-4 10 1,2 6 0,-7 3 0,-1 2-134,2 3 1,2 5 0,8-6 0,0-2-111,0-1 1,0-3 0,0 1 0,2-3-39,4-3 0,4 2 0,7-9 0,1-1 17,-1-2 1,3-10-1,1-3 1,2-5-35,-1-1 1,-3-7 0,-1-1 0,-1-2-7,0-4 1,1 4 0,-1-2 0,-1-2-17,-4-2 0,1-8 1,-7-2-1,-2-1-67,-2-5 1,-2-3-1,-2-6 1,-4-5-231,-6 1 1,-1 10 0,-3 11 0,1 8 605,-5 10 0,-1 2 0,4 19 0,-3 9 188,-3 15 0,1 17 0,-5 7 0,2 7-124,4 5 1,-4 4 0,3 8-1,5-2-612,3-4 0,4 9 0,-3-5 0,3-2-1187,2-6 0,3-7 1533,5-7 0,-8 5 0,-2-7 0</inkml:trace>
  <inkml:trace contextRef="#ctx0" brushRef="#br0" timeOffset="2080">1473 432 8881,'-27'0'0,"4"2"12,3 3 1,5-1 0,3 8-663,6 2 1,6-5 0,4 3 649,2 1 0,8-5 0,-5 0 0</inkml:trace>
  <inkml:trace contextRef="#ctx0" brushRef="#br0" timeOffset="2263">844 327 7993,'-33'0'-51,"4"0"0,4 0-708,8 0 759,7 8 0,2-6 0,8 5 0</inkml:trace>
  <inkml:trace contextRef="#ctx0" brushRef="#br0" timeOffset="2446">198 257 7814,'-68'0'0,"8"2"589,14 4 0,22-4-1217,30 4 628,4-4 0,31-2 0,-5 0 0</inkml:trace>
  <inkml:trace contextRef="#ctx0" brushRef="#br0" timeOffset="3030">2958 82 7835,'11'-7'167,"-1"-5"0,0-4 1,-1-1 1258,5 0 0,-6 5-676,-3 12 0,-5 8 1,-7 25-1,-9 7-6,-5 9 1,-12 5 0,0 14 0,-6 0-244,0 4 1,-5 9 0,-3 1 0,-3 3-655,23-41 0,1 0 0,-24 41 0,3-4 0,8-7 274,8-8 0,6-13 1,10-15-6482,3-7 6360,4-13 0,24-26 0,3-11 0</inkml:trace>
  <inkml:trace contextRef="#ctx0" brushRef="#br0" timeOffset="3848">3097 781 7859,'18'-8'427,"-9"4"521,-3-7 1,-4-1 241,-2-5-86,0 7 1,-2 2-1,-4 10-173,-5 4 0,-3 4 0,1 9 0,1 4-466,-2 6 1,5 4 0,-1 2 0,0 0-274,1 0 1,3 0-1,-4-2 1,2-2-186,4-2 1,1-5 0,-1 3-228,-2-2 1,2-12-5,10-13 1,-2-9-1,7-14 1,3-7-35,1-3 0,-3-2 0,0 1 0,1-1 111,3 0 1,1-2-1,1-2 1,-3-2-162,-3 2 1,3 3-1,-3 1 1,4 2-150,1 4 1,1 3 0,-1 11-18,0 3 0,1 4 0,-1 10-88,1 4 0,-3 4 1,-1 5-1,-2 1-167,1 1 1,-3-3 0,2 9 0,1-3 174,3-3 0,-5 1 0,-1-1 0,-2 1 554,-4-1 0,3-5 0,-1-1 0,-2 3 0,-2 1-107,-2 3 1,-2-3 0,-2-1-1,-4-4 520,-1-3 0,3 5 0,-4-4 275,2 2 0,3 1 242,5 7 0,0-7 0,2-1 0,3-2-319,7-4 0,4-2 0,3-2 1,2 0-418,3 0 1,9-8-1,0-4 1,5-5-216,1-7 0,-2 3 0,-2-6 0,0 0-120,0 0 1,-2-3-1,-4-3 1,-6 4-265,-3 6 1,-11-2-1,-3 2 279,-4 1 0,-10 9 0,-3 3 0,-7 2 72,-5 4 1,-2 10 0,-6 6 0,2 5 77,-3 6 1,5-1 0,0 5 0,2 0-201,4 0 0,1-3 1,5 3-1,1 0-225,2 0 1,9-6 0,-3 5 0,6-3-112,6 0 0,3 1 0,11-9 1,3-3-56,6-6 0,10-5 0,2-1 0,-3 0 567,-1 0 0,6-7 0,2-3 0</inkml:trace>
  <inkml:trace contextRef="#ctx0" brushRef="#br0" timeOffset="4413">4302 781 7859,'-17'2'213,"-1"2"0,-1 4 545,-4 1 0,9 3 1,-3 7-1,1 5-184,1 5 0,-5 4 1,-1 4-1,-2 1-87,1 3 1,-3 8-1,0-1 1,-2 8-229,-4 8 0,-1-3 0,1-3 0,4-6-347,2-5 0,2-12 1,7-12-62,5-4 1,3-11-321,8-8 0,0-10 0,0-11 0,2-4 114,4-2 0,-3-4 0,11-8 1,4-2 94,3 2 0,4-5 0,-2-3 0,6-5-28,4-6 1,2 3-1,2-3 1,2 4 418,2 1 1,5 7 0,-5 3 0,-2 6 434,-2 10 1,-4 13-1,-4 9 1,-6 3 44,-3 2 1,-11 13 0,-1 7-1,-2 5-255,0 6 1,0-4 0,-8 2 0,-4 0-265,-6-2 1,2 4 0,-1-7 0,-3-1-158,-1 2 0,3-11 1,2 3-1,1-3-151,-1-4 0,4-1-560,-6-3 565,9-4 0,-3 6 0,10-10 0,3-2 72,3-2 1,4-7-1,7 3 1,2-2 62,-1 1 1,-1 1-1,0-4 1,5 3 86,1-3 0,2-1 0,4-5 1,-4-1 137,-6-2 0,2-1 1,-1 7-1,-5-1 460,-5 1 0,-1-1-188,-7 1 1,-2 7 0,-10 4-372,-5 4 0,-5 10 0,-3 4 0,-3 5-54,-1 7 0,0-3 0,5 8 0,1 0-674,-1-2 1,3 4-1,1-5 1,5-1-877,1 0 0,2-2 0,8-5 1554,4-1 0,3 1 0,9-1 0</inkml:trace>
  <inkml:trace contextRef="#ctx0" brushRef="#br0" timeOffset="4863">5071 851 7722,'-43'0'169,"6"0"0,-4 0 0,5 0 719,1 0 0,6 2 0,1 4 0,3 3-418,4 1 0,3 6 1,5-5-1,3 5-226,2 1 1,2-5 0,6-1-215,0 3 0,2-4 1,4-1-146,6-1 1,5-2 0,5-6 0,1 0-69,-2 0 1,5 0 0,-1 0 0,0 0-22,0 0 0,0-6 1,-3-2-1,1-1 11,-2-5 0,-1 4 1,-3-1-1,1-1 66,-1 2 0,-1-5 0,-3 5 339,-1 1 173,-8-7 1,2 14-1,-12-4 1,-6 4-95,-3 2 1,-1 2 0,3 4-1,1 6-100,-2 3 0,1 3 1,-1-1-1,4 3-157,3 3 1,1-4-1,6 5 1,0-5-78,0-2 1,0 1-1,0-1 1,2-1-295,4-4 0,3-5 0,9-7 0,1 0-469,4 0 0,3-2 1,5-5-1,0-9-37,6-5 1,-2-10 0,5 2 0,-5-4 265,-6-2 1,4 0 576,-4 0 0,4-8 0,2-2 0</inkml:trace>
  <inkml:trace contextRef="#ctx0" brushRef="#br0" timeOffset="5046">5734 257 7722,'-17'0'321,"-1"0"1,1 0 0,-2 2 818,-5 4 1,3 5-1,-6 13 1,0 7-409,-1 8 0,5 7 0,-4 10 0,2 5-242,3 1 1,3-4-1,3 4 1,5 0-494,5 0 1,4-13-1,2-3 1,2-7-337,4-4 0,-2-8 0,7-5 0,3-9-462,1-7 0,-3-4 1,0-2-1,-1-2-703,-1-4 0,6-4 1504,-5-7 0,-3-8 0,0-2 0</inkml:trace>
  <inkml:trace contextRef="#ctx0" brushRef="#br0" timeOffset="5213">5245 571 7722,'-19'0'511,"-4"0"0,11-2 1326,0-3 1,18 3-1,12-6 1,11 2-1031,10 0 0,5-1 0,11 1 1,5-4-862,10 0 0,1-5 0,11 5 0,3-2-916,6 1 0,1 1 1,3-3 969,-6 1 0,2 0 0,-11-5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2.6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7793,'10'-18'0,"-4"1"347,-4-1 1,-2 1-1,0-1 643,0 1 0,0-1-160,0 1 0,-8 1-462,-4 5 0,-3 5 1,-5 12-1,-1 5-79,-2 5 0,-2 9 0,3 4 0,-1 4-168,2 2 1,1-6-1,5 0 1,1 0-76,2-1 0,9 3 1,-3-8-1,4-2-316,2-1 0,8-11 0,3-3 0,7-4-3,5-2 1,2-8 0,6-3 0,-2-7 67,2-5 0,-3 2 1,-1-7-1,-2 1 129,-4 0 0,-1 6 1,-3-4-1,-1 1 159,-5 1 0,3 0 0,-8 5 369,-2 1 1,-4 1-196,-6 5 1,2 5-1,-8 12 1,1 7-21,1 9 1,-6-3 0,7 6-1,-1 0-49,4 5 0,-2-3 1,3 0-1,-1-2-185,-2-4 1,6-1 0,-4-3 0,4 1-175,2-1 0,0 1-129,0-1 1,8-7-277,4-4 0,3-12 0,1-6-124,-5-3 0,5 3 1,-6 0-1,1-1 12,1-3 1,-2-1 0,3 1 0,-1 3-558,1 1 1245,3 0 0,1-5 0,1 0 0</inkml:trace>
  <inkml:trace contextRef="#ctx0" brushRef="#br0" timeOffset="416">595 629 7963,'-16'18'1761,"2"-1"-891,3 0 0,7-5 0,-2 0-17,4 1 0,2 3 148,0 1 0,0 1-468,0-1-575,0-7 0,8-2 0,2-10-140,-1-4 1,7-4 0,-5-7 0,3-1-140,-2 1 1,3-1 0,-3 1-1,3-2 47,3-5 0,3 5 0,-1-4 0,-5 3 303,1 3 1,-1-1-1,3 1 117,-1-1 0,-5 9 863,-1 3 1,-7 12-1,2 7 1,-4 7-498,-2 3 1,0 8-1,0-4 1,0 2-278,0 0 0,0-2 0,0 4 0,0-3-202,0-3 1,0 4 0,2-8 0,2-3-244,2-5 1,0-1-1039,-6 5 566,0-7 0,0-10-198,0-11 1,0-5-1,0-1-52,0-1 0,1 3 0,3 1-82,2 2 0,2 1 1014,-2-7 0,11-7 0,10-2 0</inkml:trace>
  <inkml:trace contextRef="#ctx0" brushRef="#br0" timeOffset="800">1555 0 7746,'-29'28'1227,"0"-5"1,8 6-1,-3 6 1,3 11-355,-2 11 0,11 3 1,-2 6-1,7-4-159,1-2 1,0-2-1,8-7 1,4-5-620,5-5 1,-1-12 0,2-6 0,1-5-270,3-6 1,-5-5 115,1-7 1,-2-2 0,3-3-332,-1-7 1,-8-4 0,2-1-1,-4-1 9,-2 1 0,-2 0 0,-4-3 1,-6-1-137,-3-3 0,-3 1 0,-1 8 0,-4 1 208,-6 2 1,1 9-1,-1-3 1,-2 4 590,-2 2 0,4 2 0,2 6 0,0 7 258,0 6 1,5 10 0,-1-1 0,5 3 62,7 1 0,-3 7 0,8 0 1,3-2-337,1-2 0,9-4 0,5-4 1,5-8-449,7-7 0,5-1 1,10-7-1,3-2-1414,3-2 0,4-12 0,9-5 1594,6-7 0,11-17 0,5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18.31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175 704 7837,'0'-11'674,"0"-1"1,0 6-6,0-5 0,0 5-50,0-6 1,0 6 791,0-5-926,0-1 0,-2 2 1,-4 5-287,-6 3 1,3 4 0,-3 1-1,-2 5-48,-1 2 0,-1 4 0,3 7 0,1 2-2,-1-1 0,-1 3 0,0 0 0,5 0-263,1 0 0,2 5 1,6-7-1,0-2-387,0-1 1,8-5 0,3-1-1,5-5-415,1-1 0,7 4 1,-1-6-1,0-3 916,3-1 0,1-9 0,8-3 0</inkml:trace>
  <inkml:trace contextRef="#ctx0" brushRef="#br0" timeOffset="586">489 722 7986,'-2'-12'243,"-4"1"0,4 5 0,-5-4 568,-1 2 1,4 3-278,-8 5 1,1 0 0,-7 1-154,1 5 0,1 4 0,3 7 0,1 3-97,-2 3 1,7-3-1,1 3 1,4-2-94,2 2 1,0-3 0,2 1 0,4-5-104,5-5 0,7-7 0,5 2 0,6-4-99,4-2 0,2-10 0,0-5 1,0-8-75,0-5 1,0 5 0,-2-6 0,-4-2-63,-6-2 1,-5 4-1,-7 2 1,-5 1-142,-4 5 1,-10 4 0,-5 5 0,-9 6-257,-7 4 1,-4 2 0,-2 0 0,0 2-115,0 4 1,6 4-1,2 9 1,0 2 187,0 3 0,6 1 0,-3-4 0,7 3 470,5-3 0,4-2 0,1 7 0,-3 1 0</inkml:trace>
  <inkml:trace contextRef="#ctx0" brushRef="#br0" timeOffset="937">996 285 7938,'0'-11'1032,"0"-1"0,0 10 0,0 2-524,0 10 0,-6 7 0,-2 7 0,-2 7-195,-3 7 1,1 7-1,-2 5 1,-1-1-335,1-2 0,1-1 1,-5 7-1,1-1-200,-1 0 0,7-13 0,1-6 1,2-6-423,4-5 1,2-9 0,4-3-52,4-2 1,-2-12 0,8-12 0,1-7 162,3-4 1,1 4 0,1-7 0,-1-1 530,1-2 0,-1-2 0,1 1 0,-1-9 0,1-2 0</inkml:trace>
  <inkml:trace contextRef="#ctx0" brushRef="#br0" timeOffset="1101">1153 181 8443,'-18'0'730,"7"9"0,1 9 0,0 9-198,0 6 0,-1 10 0,-7 5 0,1 10-369,-1 12 0,3 0 1,1 6-1,5-5-419,1-1 1,2-15-1,6-9 1,0-9-513,0-8 1,0-9-1,2-11 1,4-1-480,5-4 1,-1-8 1246,2-2 0,-1-15 0,7 1 0</inkml:trace>
  <inkml:trace contextRef="#ctx0" brushRef="#br0" timeOffset="1586">1397 687 7898,'0'-19'-121,"0"-3"0,0-1 339,0 2 0,0 1 1,-2 3 411,-4-1 0,3 1 1,-9 1-256,-2 5 0,-1-3 0,-3 8 0,1 2-84,-1 2 1,-1 12 0,-2 6 0,-3 7 37,3 4 1,2 2 0,1 6 0,1 0-160,-1 0 0,7 0 0,1 0 0,2-2-171,4-4 0,2-4 0,4-7 1,4-3-46,6-3 1,9-4-1,4-8 1,2-2-115,5-4 1,-5-10-1,2-9 1,0 0-87,-2 0 1,-2-5 0,-7 5 0,-1 0 60,1 0 0,-9-4 0,-3 5 0,-4 3-11,-2 2 1,0 1 0,-2 1 0,-4-1-276,-5 1 1,-5 5 0,-1 2 0,-1 3-368,1 3 0,5 2 1,1 2-327,-3 0 1164,-2 0 0,-1 15 0,-1 5 0</inkml:trace>
  <inkml:trace contextRef="#ctx0" brushRef="#br0" timeOffset="1903">1764 582 7898,'0'-17'288,"0"-1"0,0 1 929,0-1 1,0 1-313,0-1 0,-8 9 0,-3 5-422,-5 8 1,-1 5 0,-1 9 0,1 1-244,-1 5 1,1 3-1,-1 8 1,1-2-206,-1-4 1,9 4 0,1-6 0,2 2-458,0 0 0,0-8 1,6 3-1,2-5-401,4-1 1,-2-1 0,8-1 0,1-3 137,3-1 0,1-8 0,1 2 0,-1-5 685,1-1 0,-1 0 0,1 0 0</inkml:trace>
  <inkml:trace contextRef="#ctx0" brushRef="#br0" timeOffset="2485">2008 774 7898,'6'-17'0,"2"-1"124,2 1 1,-6 5 0,3 1 0,-1-3 274,0-1 0,6-3 0,-5 1 1,3 1 140,4 4 0,-7-3 0,1 3 0,-2-3 244,0-3 0,0 1-413,-6-1 1,-2 9-1,-4 3 1,-6 4-97,-3 2 1,-3 8-1,1 3 1,-3 5-83,-3 1 1,4 7-1,-5 1 1,5 0-150,2 0 0,-1 4 1,1-3-1,1-1-224,5 0 0,3-2 0,8-5 0,0-1 30,0 1 0,2-3 1,4-3-1,5-6-19,5-4 1,9-2 0,2-2-1,2-4 107,0-6 0,0-9 0,4-2 0,-2-1 55,-1-1 0,-9 4 0,2-6 0,-3-1 43,-3 1 1,-1 6-1,-3-2 1,-3 3 703,-2 3-556,-3 7 1,-12 4 0,-5 12-1,-4 6 157,-1 3 0,5 8 0,1 3 0,-1-1-420,2 0 0,-3 4 0,7-4 1,2 1-383,2-1 1,2-2 0,0-5-1,2-1-425,4 1 1,4-7 0,7-1-1,1-2 345,-1-4 1,2-2 0,3-4-1,1-4-152,-2-6 0,5-3 0,-3-3 1,-2 1-734,-1-1 1426,-3-7 0,1-2 0,-1-8 0</inkml:trace>
  <inkml:trace contextRef="#ctx0" brushRef="#br0" timeOffset="2718">2620 146 9280,'-8'-10'724,"4"10"1,-6 13 0,3 7-109,3 3 0,-4 14 0,2 0 0,2 6-340,2 5 1,2 10 0,0 6 0,0 4-642,0 2 1,0-2-1,0-4 1,2-8-206,4-7 1,-4-14 0,6-12-365,0-4 1,-7-11 325,5-8 1,-4-8 0,-2-9 0,0 0 238,0-1 0,0-5 0,0 0 0,-2-1 369,-4-1 0,-1 0 0,-7-6 0,2 2 0,1 0 0,-7-6 0</inkml:trace>
  <inkml:trace contextRef="#ctx0" brushRef="#br0" timeOffset="3021">2515 565 7898,'0'-12'333,"0"0"1,-2 9 505,-4-3 0,4 6 0,-4 6-426,4 5 0,2 5 1,0 1-1,2 1-22,4-1 0,2 1 0,6-1 0,-3 1-127,3-1 0,1-1 0,3-3 0,1-3-191,4-2 1,-1-3-1,5-5 1,0 0 74,0 0 1,2-2 0,4-3 0,-3-9-306,-7-7 0,2 1 0,-4-3 0,-3 4-36,-5 1 1,-7 1 305,6-1 0,-10 3 0,-2 3 0,-10 6-39,-5 4 0,-3 12 1,1 5-1,-3 7 4,-3-1 0,4 6 0,-5 2 0,7 3-284,5-3 0,-1 4 0,7-6 0,2 2-378,2 0 0,2-8 1,2 3-1,6-7-193,9-5 0,3-5 0,9-7 0,4-1-2,5-5 0,5-12 1,6-11 778,-3-4 0,-7-10 0,4-1 0</inkml:trace>
  <inkml:trace contextRef="#ctx0" brushRef="#br0" timeOffset="3386">3458 41 7866,'0'-12'301,"0"1"1293,0-3 1,-2 10-838,-4 10 0,2 6 0,-7 19 0,-3 3-212,-1 5 1,3 10 0,0-1 0,1 7-75,1 3 1,-4 6 0,9-4 0,1 0-479,2 0 1,2-1 0,0-9 0,0-3-676,0-7 0,0-11 0,2-7 213,4-9 1,-5-7 261,5-12 0,-4-3 0,-2-9 1,0 1-92,0-1 1,-2-5 0,-2 0-1,-3-1 89,-3-1 0,0 4 0,-5-6 0,1 1 23,1 5 1,-9 4-1,7 3 1,-7 4 481,1 3 1,2 1 0,1 6 0,1 2 374,-1 4 1,1 11 0,-1 12 0,3 4-132,3 2 1,-2 2 0,7 2 0,-1 3-76,0 3 1,4-6 0,10 2 0,6-6-702,3-6 1,11-4-1,5-10 1,5-3-1042,5-6 0,8-6 0,-1-6 1277,9-6 0,5-11 0,7-4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3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6.png"/><Relationship Id="rId50" Type="http://schemas.openxmlformats.org/officeDocument/2006/relationships/customXml" Target="../ink/ink25.xml"/><Relationship Id="rId55" Type="http://schemas.openxmlformats.org/officeDocument/2006/relationships/image" Target="../media/image30.png"/><Relationship Id="rId63" Type="http://schemas.openxmlformats.org/officeDocument/2006/relationships/image" Target="../media/image34.png"/><Relationship Id="rId7" Type="http://schemas.openxmlformats.org/officeDocument/2006/relationships/image" Target="../media/image6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7.png"/><Relationship Id="rId11" Type="http://schemas.openxmlformats.org/officeDocument/2006/relationships/image" Target="../media/image8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1.png"/><Relationship Id="rId40" Type="http://schemas.openxmlformats.org/officeDocument/2006/relationships/customXml" Target="../ink/ink20.xml"/><Relationship Id="rId45" Type="http://schemas.openxmlformats.org/officeDocument/2006/relationships/image" Target="../media/image25.png"/><Relationship Id="rId53" Type="http://schemas.openxmlformats.org/officeDocument/2006/relationships/image" Target="../media/image29.png"/><Relationship Id="rId58" Type="http://schemas.openxmlformats.org/officeDocument/2006/relationships/customXml" Target="../ink/ink29.xml"/><Relationship Id="rId5" Type="http://schemas.openxmlformats.org/officeDocument/2006/relationships/image" Target="../media/image5.png"/><Relationship Id="rId61" Type="http://schemas.openxmlformats.org/officeDocument/2006/relationships/image" Target="../media/image33.png"/><Relationship Id="rId19" Type="http://schemas.openxmlformats.org/officeDocument/2006/relationships/image" Target="../media/image12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6.png"/><Relationship Id="rId30" Type="http://schemas.openxmlformats.org/officeDocument/2006/relationships/customXml" Target="../ink/ink15.xml"/><Relationship Id="rId35" Type="http://schemas.openxmlformats.org/officeDocument/2006/relationships/image" Target="../media/image20.png"/><Relationship Id="rId43" Type="http://schemas.openxmlformats.org/officeDocument/2006/relationships/image" Target="../media/image24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8" Type="http://schemas.openxmlformats.org/officeDocument/2006/relationships/customXml" Target="../ink/ink4.xml"/><Relationship Id="rId51" Type="http://schemas.openxmlformats.org/officeDocument/2006/relationships/image" Target="../media/image28.png"/><Relationship Id="rId3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11.png"/><Relationship Id="rId25" Type="http://schemas.openxmlformats.org/officeDocument/2006/relationships/image" Target="../media/image15.png"/><Relationship Id="rId33" Type="http://schemas.openxmlformats.org/officeDocument/2006/relationships/image" Target="../media/image19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2.png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10.png"/><Relationship Id="rId23" Type="http://schemas.openxmlformats.org/officeDocument/2006/relationships/image" Target="../media/image14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7.png"/><Relationship Id="rId57" Type="http://schemas.openxmlformats.org/officeDocument/2006/relationships/image" Target="../media/image31.png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5.png"/><Relationship Id="rId4" Type="http://schemas.openxmlformats.org/officeDocument/2006/relationships/customXml" Target="../ink/ink2.xml"/><Relationship Id="rId9" Type="http://schemas.openxmlformats.org/officeDocument/2006/relationships/image" Target="../media/image7.png"/><Relationship Id="rId13" Type="http://schemas.openxmlformats.org/officeDocument/2006/relationships/image" Target="../media/image9.png"/><Relationship Id="rId18" Type="http://schemas.openxmlformats.org/officeDocument/2006/relationships/customXml" Target="../ink/ink9.xml"/><Relationship Id="rId39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41.xml"/><Relationship Id="rId26" Type="http://schemas.openxmlformats.org/officeDocument/2006/relationships/customXml" Target="../ink/ink45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49.xml"/><Relationship Id="rId42" Type="http://schemas.openxmlformats.org/officeDocument/2006/relationships/customXml" Target="../ink/ink53.xml"/><Relationship Id="rId47" Type="http://schemas.openxmlformats.org/officeDocument/2006/relationships/image" Target="../media/image60.png"/><Relationship Id="rId50" Type="http://schemas.openxmlformats.org/officeDocument/2006/relationships/customXml" Target="../ink/ink57.xml"/><Relationship Id="rId7" Type="http://schemas.openxmlformats.org/officeDocument/2006/relationships/image" Target="../media/image401.png"/><Relationship Id="rId2" Type="http://schemas.openxmlformats.org/officeDocument/2006/relationships/customXml" Target="../ink/ink33.xml"/><Relationship Id="rId16" Type="http://schemas.openxmlformats.org/officeDocument/2006/relationships/customXml" Target="../ink/ink40.xml"/><Relationship Id="rId29" Type="http://schemas.openxmlformats.org/officeDocument/2006/relationships/image" Target="../media/image51.png"/><Relationship Id="rId11" Type="http://schemas.openxmlformats.org/officeDocument/2006/relationships/image" Target="../media/image42.png"/><Relationship Id="rId24" Type="http://schemas.openxmlformats.org/officeDocument/2006/relationships/customXml" Target="../ink/ink44.xml"/><Relationship Id="rId32" Type="http://schemas.openxmlformats.org/officeDocument/2006/relationships/customXml" Target="../ink/ink48.xml"/><Relationship Id="rId37" Type="http://schemas.openxmlformats.org/officeDocument/2006/relationships/image" Target="../media/image55.png"/><Relationship Id="rId40" Type="http://schemas.openxmlformats.org/officeDocument/2006/relationships/customXml" Target="../ink/ink52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37.xml"/><Relationship Id="rId19" Type="http://schemas.openxmlformats.org/officeDocument/2006/relationships/image" Target="../media/image46.png"/><Relationship Id="rId31" Type="http://schemas.openxmlformats.org/officeDocument/2006/relationships/image" Target="../media/image52.png"/><Relationship Id="rId44" Type="http://schemas.openxmlformats.org/officeDocument/2006/relationships/customXml" Target="../ink/ink54.xml"/><Relationship Id="rId52" Type="http://schemas.openxmlformats.org/officeDocument/2006/relationships/customXml" Target="../ink/ink58.xml"/><Relationship Id="rId4" Type="http://schemas.openxmlformats.org/officeDocument/2006/relationships/customXml" Target="../ink/ink34.xml"/><Relationship Id="rId9" Type="http://schemas.openxmlformats.org/officeDocument/2006/relationships/image" Target="../media/image41.png"/><Relationship Id="rId14" Type="http://schemas.openxmlformats.org/officeDocument/2006/relationships/customXml" Target="../ink/ink39.xml"/><Relationship Id="rId22" Type="http://schemas.openxmlformats.org/officeDocument/2006/relationships/customXml" Target="../ink/ink43.xml"/><Relationship Id="rId27" Type="http://schemas.openxmlformats.org/officeDocument/2006/relationships/image" Target="../media/image50.png"/><Relationship Id="rId30" Type="http://schemas.openxmlformats.org/officeDocument/2006/relationships/customXml" Target="../ink/ink47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56.xml"/><Relationship Id="rId8" Type="http://schemas.openxmlformats.org/officeDocument/2006/relationships/customXml" Target="../ink/ink36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38.xml"/><Relationship Id="rId17" Type="http://schemas.openxmlformats.org/officeDocument/2006/relationships/image" Target="../media/image45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51.xml"/><Relationship Id="rId46" Type="http://schemas.openxmlformats.org/officeDocument/2006/relationships/customXml" Target="../ink/ink55.xml"/><Relationship Id="rId20" Type="http://schemas.openxmlformats.org/officeDocument/2006/relationships/customXml" Target="../ink/ink42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46.xml"/><Relationship Id="rId36" Type="http://schemas.openxmlformats.org/officeDocument/2006/relationships/customXml" Target="../ink/ink50.xml"/><Relationship Id="rId49" Type="http://schemas.openxmlformats.org/officeDocument/2006/relationships/image" Target="../media/image61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67.xml"/><Relationship Id="rId26" Type="http://schemas.openxmlformats.org/officeDocument/2006/relationships/customXml" Target="../ink/ink71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75.xml"/><Relationship Id="rId42" Type="http://schemas.openxmlformats.org/officeDocument/2006/relationships/customXml" Target="../ink/ink79.xml"/><Relationship Id="rId47" Type="http://schemas.openxmlformats.org/officeDocument/2006/relationships/image" Target="../media/image86.png"/><Relationship Id="rId50" Type="http://schemas.openxmlformats.org/officeDocument/2006/relationships/customXml" Target="../ink/ink83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59.xml"/><Relationship Id="rId16" Type="http://schemas.openxmlformats.org/officeDocument/2006/relationships/customXml" Target="../ink/ink66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70.xml"/><Relationship Id="rId32" Type="http://schemas.openxmlformats.org/officeDocument/2006/relationships/customXml" Target="../ink/ink74.xml"/><Relationship Id="rId37" Type="http://schemas.openxmlformats.org/officeDocument/2006/relationships/image" Target="../media/image81.png"/><Relationship Id="rId40" Type="http://schemas.openxmlformats.org/officeDocument/2006/relationships/customXml" Target="../ink/ink78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60.xml"/><Relationship Id="rId9" Type="http://schemas.openxmlformats.org/officeDocument/2006/relationships/image" Target="../media/image67.png"/><Relationship Id="rId14" Type="http://schemas.openxmlformats.org/officeDocument/2006/relationships/customXml" Target="../ink/ink65.xml"/><Relationship Id="rId22" Type="http://schemas.openxmlformats.org/officeDocument/2006/relationships/customXml" Target="../ink/ink69.xml"/><Relationship Id="rId27" Type="http://schemas.openxmlformats.org/officeDocument/2006/relationships/image" Target="../media/image76.png"/><Relationship Id="rId30" Type="http://schemas.openxmlformats.org/officeDocument/2006/relationships/customXml" Target="../ink/ink73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82.xml"/><Relationship Id="rId56" Type="http://schemas.openxmlformats.org/officeDocument/2006/relationships/customXml" Target="../ink/ink86.xml"/><Relationship Id="rId8" Type="http://schemas.openxmlformats.org/officeDocument/2006/relationships/customXml" Target="../ink/ink62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64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77.xml"/><Relationship Id="rId46" Type="http://schemas.openxmlformats.org/officeDocument/2006/relationships/customXml" Target="../ink/ink81.xml"/><Relationship Id="rId20" Type="http://schemas.openxmlformats.org/officeDocument/2006/relationships/customXml" Target="../ink/ink68.xml"/><Relationship Id="rId41" Type="http://schemas.openxmlformats.org/officeDocument/2006/relationships/image" Target="../media/image83.png"/><Relationship Id="rId54" Type="http://schemas.openxmlformats.org/officeDocument/2006/relationships/customXml" Target="../ink/ink8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1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72.xml"/><Relationship Id="rId36" Type="http://schemas.openxmlformats.org/officeDocument/2006/relationships/customXml" Target="../ink/ink76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63.xml"/><Relationship Id="rId31" Type="http://schemas.openxmlformats.org/officeDocument/2006/relationships/image" Target="../media/image78.png"/><Relationship Id="rId44" Type="http://schemas.openxmlformats.org/officeDocument/2006/relationships/customXml" Target="../ink/ink80.xml"/><Relationship Id="rId52" Type="http://schemas.openxmlformats.org/officeDocument/2006/relationships/customXml" Target="../ink/ink8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107.xml"/><Relationship Id="rId84" Type="http://schemas.openxmlformats.org/officeDocument/2006/relationships/customXml" Target="../ink/ink125.xml"/><Relationship Id="rId138" Type="http://schemas.openxmlformats.org/officeDocument/2006/relationships/customXml" Target="../ink/ink152.xml"/><Relationship Id="rId159" Type="http://schemas.openxmlformats.org/officeDocument/2006/relationships/customXml" Target="../ink/ink162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102.xml"/><Relationship Id="rId53" Type="http://schemas.openxmlformats.org/officeDocument/2006/relationships/image" Target="../media/image261.png"/><Relationship Id="rId74" Type="http://schemas.openxmlformats.org/officeDocument/2006/relationships/customXml" Target="../ink/ink120.xml"/><Relationship Id="rId128" Type="http://schemas.openxmlformats.org/officeDocument/2006/relationships/customXml" Target="../ink/ink147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97.xml"/><Relationship Id="rId43" Type="http://schemas.openxmlformats.org/officeDocument/2006/relationships/image" Target="../media/image210.png"/><Relationship Id="rId118" Type="http://schemas.openxmlformats.org/officeDocument/2006/relationships/customXml" Target="../ink/ink142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58.xml"/><Relationship Id="rId12" Type="http://schemas.openxmlformats.org/officeDocument/2006/relationships/customXml" Target="../ink/ink92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105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37.xml"/><Relationship Id="rId124" Type="http://schemas.openxmlformats.org/officeDocument/2006/relationships/customXml" Target="../ink/ink145.xml"/><Relationship Id="rId129" Type="http://schemas.openxmlformats.org/officeDocument/2006/relationships/image" Target="../media/image640.png"/><Relationship Id="rId54" Type="http://schemas.openxmlformats.org/officeDocument/2006/relationships/customXml" Target="../ink/ink113.xml"/><Relationship Id="rId70" Type="http://schemas.openxmlformats.org/officeDocument/2006/relationships/customXml" Target="../ink/ink118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131.xml"/><Relationship Id="rId140" Type="http://schemas.openxmlformats.org/officeDocument/2006/relationships/customXml" Target="../ink/ink153.xml"/><Relationship Id="rId145" Type="http://schemas.openxmlformats.org/officeDocument/2006/relationships/image" Target="../media/image720.png"/><Relationship Id="rId161" Type="http://schemas.openxmlformats.org/officeDocument/2006/relationships/customXml" Target="../ink/ink163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9.xml"/><Relationship Id="rId23" Type="http://schemas.openxmlformats.org/officeDocument/2006/relationships/image" Target="../media/image1111.png"/><Relationship Id="rId28" Type="http://schemas.openxmlformats.org/officeDocument/2006/relationships/customXml" Target="../ink/ink100.xml"/><Relationship Id="rId49" Type="http://schemas.openxmlformats.org/officeDocument/2006/relationships/image" Target="../media/image241.png"/><Relationship Id="rId114" Type="http://schemas.openxmlformats.org/officeDocument/2006/relationships/customXml" Target="../ink/ink140.xml"/><Relationship Id="rId119" Type="http://schemas.openxmlformats.org/officeDocument/2006/relationships/image" Target="../media/image590.png"/><Relationship Id="rId44" Type="http://schemas.openxmlformats.org/officeDocument/2006/relationships/customXml" Target="../ink/ink108.xml"/><Relationship Id="rId60" Type="http://schemas.openxmlformats.org/officeDocument/2006/relationships/customXml" Target="../ink/ink116.xml"/><Relationship Id="rId81" Type="http://schemas.openxmlformats.org/officeDocument/2006/relationships/image" Target="../media/image400.png"/><Relationship Id="rId86" Type="http://schemas.openxmlformats.org/officeDocument/2006/relationships/customXml" Target="../ink/ink126.xml"/><Relationship Id="rId130" Type="http://schemas.openxmlformats.org/officeDocument/2006/relationships/customXml" Target="../ink/ink148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61.xml"/><Relationship Id="rId13" Type="http://schemas.openxmlformats.org/officeDocument/2006/relationships/image" Target="../media/image611.png"/><Relationship Id="rId18" Type="http://schemas.openxmlformats.org/officeDocument/2006/relationships/customXml" Target="../ink/ink95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103.xml"/><Relationship Id="rId50" Type="http://schemas.openxmlformats.org/officeDocument/2006/relationships/customXml" Target="../ink/ink111.xml"/><Relationship Id="rId55" Type="http://schemas.openxmlformats.org/officeDocument/2006/relationships/image" Target="../media/image270.png"/><Relationship Id="rId76" Type="http://schemas.openxmlformats.org/officeDocument/2006/relationships/customXml" Target="../ink/ink121.xml"/><Relationship Id="rId97" Type="http://schemas.openxmlformats.org/officeDocument/2006/relationships/image" Target="../media/image480.png"/><Relationship Id="rId104" Type="http://schemas.openxmlformats.org/officeDocument/2006/relationships/customXml" Target="../ink/ink135.xml"/><Relationship Id="rId120" Type="http://schemas.openxmlformats.org/officeDocument/2006/relationships/customXml" Target="../ink/ink143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56.xml"/><Relationship Id="rId167" Type="http://schemas.openxmlformats.org/officeDocument/2006/relationships/customXml" Target="../ink/ink166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129.xml"/><Relationship Id="rId162" Type="http://schemas.openxmlformats.org/officeDocument/2006/relationships/image" Target="../media/image330.png"/><Relationship Id="rId2" Type="http://schemas.openxmlformats.org/officeDocument/2006/relationships/customXml" Target="../ink/ink87.xml"/><Relationship Id="rId29" Type="http://schemas.openxmlformats.org/officeDocument/2006/relationships/image" Target="../media/image140.png"/><Relationship Id="rId24" Type="http://schemas.openxmlformats.org/officeDocument/2006/relationships/customXml" Target="../ink/ink98.xml"/><Relationship Id="rId40" Type="http://schemas.openxmlformats.org/officeDocument/2006/relationships/customXml" Target="../ink/ink106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38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51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124.xml"/><Relationship Id="rId152" Type="http://schemas.openxmlformats.org/officeDocument/2006/relationships/customXml" Target="../ink/ink159.xml"/><Relationship Id="rId19" Type="http://schemas.openxmlformats.org/officeDocument/2006/relationships/image" Target="../media/image911.png"/><Relationship Id="rId14" Type="http://schemas.openxmlformats.org/officeDocument/2006/relationships/customXml" Target="../ink/ink93.xml"/><Relationship Id="rId30" Type="http://schemas.openxmlformats.org/officeDocument/2006/relationships/customXml" Target="../ink/ink101.xml"/><Relationship Id="rId35" Type="http://schemas.openxmlformats.org/officeDocument/2006/relationships/image" Target="../media/image170.png"/><Relationship Id="rId56" Type="http://schemas.openxmlformats.org/officeDocument/2006/relationships/customXml" Target="../ink/ink114.xml"/><Relationship Id="rId77" Type="http://schemas.openxmlformats.org/officeDocument/2006/relationships/image" Target="../media/image380.png"/><Relationship Id="rId100" Type="http://schemas.openxmlformats.org/officeDocument/2006/relationships/customXml" Target="../ink/ink133.xml"/><Relationship Id="rId105" Type="http://schemas.openxmlformats.org/officeDocument/2006/relationships/image" Target="../media/image520.png"/><Relationship Id="rId126" Type="http://schemas.openxmlformats.org/officeDocument/2006/relationships/customXml" Target="../ink/ink146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90.xml"/><Relationship Id="rId51" Type="http://schemas.openxmlformats.org/officeDocument/2006/relationships/image" Target="../media/image251.png"/><Relationship Id="rId72" Type="http://schemas.openxmlformats.org/officeDocument/2006/relationships/customXml" Target="../ink/ink119.xml"/><Relationship Id="rId93" Type="http://schemas.openxmlformats.org/officeDocument/2006/relationships/image" Target="../media/image460.png"/><Relationship Id="rId98" Type="http://schemas.openxmlformats.org/officeDocument/2006/relationships/customXml" Target="../ink/ink132.xml"/><Relationship Id="rId121" Type="http://schemas.openxmlformats.org/officeDocument/2006/relationships/image" Target="../media/image600.png"/><Relationship Id="rId142" Type="http://schemas.openxmlformats.org/officeDocument/2006/relationships/customXml" Target="../ink/ink154.xml"/><Relationship Id="rId163" Type="http://schemas.openxmlformats.org/officeDocument/2006/relationships/customXml" Target="../ink/ink164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109.xml"/><Relationship Id="rId116" Type="http://schemas.openxmlformats.org/officeDocument/2006/relationships/customXml" Target="../ink/ink141.xml"/><Relationship Id="rId137" Type="http://schemas.openxmlformats.org/officeDocument/2006/relationships/image" Target="../media/image680.png"/><Relationship Id="rId158" Type="http://schemas.openxmlformats.org/officeDocument/2006/relationships/image" Target="../media/image94.png"/><Relationship Id="rId20" Type="http://schemas.openxmlformats.org/officeDocument/2006/relationships/customXml" Target="../ink/ink96.xml"/><Relationship Id="rId41" Type="http://schemas.openxmlformats.org/officeDocument/2006/relationships/image" Target="../media/image200.png"/><Relationship Id="rId62" Type="http://schemas.openxmlformats.org/officeDocument/2006/relationships/customXml" Target="../ink/ink117.xml"/><Relationship Id="rId83" Type="http://schemas.openxmlformats.org/officeDocument/2006/relationships/image" Target="../media/image412.png"/><Relationship Id="rId88" Type="http://schemas.openxmlformats.org/officeDocument/2006/relationships/customXml" Target="../ink/ink127.xml"/><Relationship Id="rId111" Type="http://schemas.openxmlformats.org/officeDocument/2006/relationships/image" Target="../media/image550.png"/><Relationship Id="rId132" Type="http://schemas.openxmlformats.org/officeDocument/2006/relationships/customXml" Target="../ink/ink149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104.xml"/><Relationship Id="rId57" Type="http://schemas.openxmlformats.org/officeDocument/2006/relationships/image" Target="../media/image280.png"/><Relationship Id="rId106" Type="http://schemas.openxmlformats.org/officeDocument/2006/relationships/customXml" Target="../ink/ink136.xml"/><Relationship Id="rId127" Type="http://schemas.openxmlformats.org/officeDocument/2006/relationships/image" Target="../media/image630.png"/><Relationship Id="rId10" Type="http://schemas.openxmlformats.org/officeDocument/2006/relationships/customXml" Target="../ink/ink91.xml"/><Relationship Id="rId31" Type="http://schemas.openxmlformats.org/officeDocument/2006/relationships/image" Target="../media/image150.png"/><Relationship Id="rId52" Type="http://schemas.openxmlformats.org/officeDocument/2006/relationships/customXml" Target="../ink/ink112.xml"/><Relationship Id="rId73" Type="http://schemas.openxmlformats.org/officeDocument/2006/relationships/image" Target="../media/image360.png"/><Relationship Id="rId78" Type="http://schemas.openxmlformats.org/officeDocument/2006/relationships/customXml" Target="../ink/ink122.xml"/><Relationship Id="rId94" Type="http://schemas.openxmlformats.org/officeDocument/2006/relationships/customXml" Target="../ink/ink130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44.xml"/><Relationship Id="rId143" Type="http://schemas.openxmlformats.org/officeDocument/2006/relationships/image" Target="../media/image712.png"/><Relationship Id="rId148" Type="http://schemas.openxmlformats.org/officeDocument/2006/relationships/customXml" Target="../ink/ink157.xml"/><Relationship Id="rId164" Type="http://schemas.openxmlformats.org/officeDocument/2006/relationships/image" Target="../media/image790.png"/><Relationship Id="rId4" Type="http://schemas.openxmlformats.org/officeDocument/2006/relationships/customXml" Target="../ink/ink88.xml"/><Relationship Id="rId9" Type="http://schemas.openxmlformats.org/officeDocument/2006/relationships/image" Target="../media/image411.png"/><Relationship Id="rId26" Type="http://schemas.openxmlformats.org/officeDocument/2006/relationships/customXml" Target="../ink/ink99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39.xml"/><Relationship Id="rId133" Type="http://schemas.openxmlformats.org/officeDocument/2006/relationships/image" Target="../media/image660.png"/><Relationship Id="rId154" Type="http://schemas.openxmlformats.org/officeDocument/2006/relationships/customXml" Target="../ink/ink160.xml"/><Relationship Id="rId16" Type="http://schemas.openxmlformats.org/officeDocument/2006/relationships/customXml" Target="../ink/ink94.xml"/><Relationship Id="rId37" Type="http://schemas.openxmlformats.org/officeDocument/2006/relationships/image" Target="../media/image180.png"/><Relationship Id="rId58" Type="http://schemas.openxmlformats.org/officeDocument/2006/relationships/customXml" Target="../ink/ink115.xml"/><Relationship Id="rId79" Type="http://schemas.openxmlformats.org/officeDocument/2006/relationships/image" Target="../media/image390.png"/><Relationship Id="rId102" Type="http://schemas.openxmlformats.org/officeDocument/2006/relationships/customXml" Target="../ink/ink134.xml"/><Relationship Id="rId123" Type="http://schemas.openxmlformats.org/officeDocument/2006/relationships/image" Target="../media/image612.png"/><Relationship Id="rId144" Type="http://schemas.openxmlformats.org/officeDocument/2006/relationships/customXml" Target="../ink/ink155.xml"/><Relationship Id="rId90" Type="http://schemas.openxmlformats.org/officeDocument/2006/relationships/customXml" Target="../ink/ink128.xml"/><Relationship Id="rId165" Type="http://schemas.openxmlformats.org/officeDocument/2006/relationships/customXml" Target="../ink/ink165.xml"/><Relationship Id="rId27" Type="http://schemas.openxmlformats.org/officeDocument/2006/relationships/image" Target="../media/image134.png"/><Relationship Id="rId48" Type="http://schemas.openxmlformats.org/officeDocument/2006/relationships/customXml" Target="../ink/ink110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50.xml"/><Relationship Id="rId80" Type="http://schemas.openxmlformats.org/officeDocument/2006/relationships/customXml" Target="../ink/ink123.xml"/><Relationship Id="rId155" Type="http://schemas.openxmlformats.org/officeDocument/2006/relationships/image" Target="../media/image770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75.xml"/><Relationship Id="rId26" Type="http://schemas.openxmlformats.org/officeDocument/2006/relationships/customXml" Target="../ink/ink179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83.xml"/><Relationship Id="rId42" Type="http://schemas.openxmlformats.org/officeDocument/2006/relationships/customXml" Target="../ink/ink187.xml"/><Relationship Id="rId47" Type="http://schemas.openxmlformats.org/officeDocument/2006/relationships/image" Target="../media/image230.png"/><Relationship Id="rId50" Type="http://schemas.openxmlformats.org/officeDocument/2006/relationships/customXml" Target="../ink/ink191.xml"/><Relationship Id="rId7" Type="http://schemas.openxmlformats.org/officeDocument/2006/relationships/image" Target="../media/image310.png"/><Relationship Id="rId2" Type="http://schemas.openxmlformats.org/officeDocument/2006/relationships/customXml" Target="../ink/ink167.xml"/><Relationship Id="rId16" Type="http://schemas.openxmlformats.org/officeDocument/2006/relationships/customXml" Target="../ink/ink174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78.xml"/><Relationship Id="rId32" Type="http://schemas.openxmlformats.org/officeDocument/2006/relationships/customXml" Target="../ink/ink182.xml"/><Relationship Id="rId37" Type="http://schemas.openxmlformats.org/officeDocument/2006/relationships/image" Target="../media/image181.png"/><Relationship Id="rId40" Type="http://schemas.openxmlformats.org/officeDocument/2006/relationships/customXml" Target="../ink/ink186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71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88.xml"/><Relationship Id="rId52" Type="http://schemas.openxmlformats.org/officeDocument/2006/relationships/customXml" Target="../ink/ink192.xml"/><Relationship Id="rId4" Type="http://schemas.openxmlformats.org/officeDocument/2006/relationships/customXml" Target="../ink/ink168.xml"/><Relationship Id="rId9" Type="http://schemas.openxmlformats.org/officeDocument/2006/relationships/image" Target="../media/image410.png"/><Relationship Id="rId14" Type="http://schemas.openxmlformats.org/officeDocument/2006/relationships/customXml" Target="../ink/ink173.xml"/><Relationship Id="rId22" Type="http://schemas.openxmlformats.org/officeDocument/2006/relationships/customXml" Target="../ink/ink177.xml"/><Relationship Id="rId27" Type="http://schemas.openxmlformats.org/officeDocument/2006/relationships/image" Target="../media/image131.png"/><Relationship Id="rId30" Type="http://schemas.openxmlformats.org/officeDocument/2006/relationships/customXml" Target="../ink/ink181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90.xml"/><Relationship Id="rId8" Type="http://schemas.openxmlformats.org/officeDocument/2006/relationships/customXml" Target="../ink/ink170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72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85.xml"/><Relationship Id="rId46" Type="http://schemas.openxmlformats.org/officeDocument/2006/relationships/customXml" Target="../ink/ink189.xml"/><Relationship Id="rId20" Type="http://schemas.openxmlformats.org/officeDocument/2006/relationships/customXml" Target="../ink/ink176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69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80.xml"/><Relationship Id="rId36" Type="http://schemas.openxmlformats.org/officeDocument/2006/relationships/customXml" Target="../ink/ink184.xml"/><Relationship Id="rId49" Type="http://schemas.openxmlformats.org/officeDocument/2006/relationships/image" Target="../media/image2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5" Type="http://schemas.openxmlformats.org/officeDocument/2006/relationships/image" Target="../media/image98.jpeg"/><Relationship Id="rId4" Type="http://schemas.openxmlformats.org/officeDocument/2006/relationships/image" Target="../media/image9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1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98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93.xml"/><Relationship Id="rId21" Type="http://schemas.openxmlformats.org/officeDocument/2006/relationships/customXml" Target="../ink/ink202.xml"/><Relationship Id="rId7" Type="http://schemas.openxmlformats.org/officeDocument/2006/relationships/customXml" Target="../ink/ink195.xml"/><Relationship Id="rId12" Type="http://schemas.openxmlformats.org/officeDocument/2006/relationships/image" Target="../media/image910.png"/><Relationship Id="rId17" Type="http://schemas.openxmlformats.org/officeDocument/2006/relationships/customXml" Target="../ink/ink200.xml"/><Relationship Id="rId25" Type="http://schemas.openxmlformats.org/officeDocument/2006/relationships/customXml" Target="../ink/ink204.xml"/><Relationship Id="rId2" Type="http://schemas.openxmlformats.org/officeDocument/2006/relationships/image" Target="../media/image95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97.xml"/><Relationship Id="rId24" Type="http://schemas.openxmlformats.org/officeDocument/2006/relationships/image" Target="../media/image980.png"/><Relationship Id="rId5" Type="http://schemas.openxmlformats.org/officeDocument/2006/relationships/customXml" Target="../ink/ink194.xml"/><Relationship Id="rId15" Type="http://schemas.openxmlformats.org/officeDocument/2006/relationships/customXml" Target="../ink/ink199.xml"/><Relationship Id="rId23" Type="http://schemas.openxmlformats.org/officeDocument/2006/relationships/customXml" Target="../ink/ink203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201.xml"/><Relationship Id="rId4" Type="http://schemas.openxmlformats.org/officeDocument/2006/relationships/image" Target="../media/image870.png"/><Relationship Id="rId9" Type="http://schemas.openxmlformats.org/officeDocument/2006/relationships/customXml" Target="../ink/ink196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20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tiff"/><Relationship Id="rId7" Type="http://schemas.openxmlformats.org/officeDocument/2006/relationships/image" Target="../media/image119.tiff"/><Relationship Id="rId2" Type="http://schemas.openxmlformats.org/officeDocument/2006/relationships/image" Target="../media/image114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tiff"/><Relationship Id="rId5" Type="http://schemas.openxmlformats.org/officeDocument/2006/relationships/image" Target="../media/image117.tiff"/><Relationship Id="rId4" Type="http://schemas.openxmlformats.org/officeDocument/2006/relationships/image" Target="../media/image116.tiff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12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0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image" Target="../media/image133.png"/><Relationship Id="rId7" Type="http://schemas.openxmlformats.org/officeDocument/2006/relationships/image" Target="../media/image138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8.png"/><Relationship Id="rId4" Type="http://schemas.openxmlformats.org/officeDocument/2006/relationships/image" Target="../media/image1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14:cNvPr>
              <p14:cNvContentPartPr/>
              <p14:nvPr/>
            </p14:nvContentPartPr>
            <p14:xfrm>
              <a:off x="1193549" y="640440"/>
              <a:ext cx="257400" cy="343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2749" y="629640"/>
                <a:ext cx="278640" cy="3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14:cNvPr>
              <p14:cNvContentPartPr/>
              <p14:nvPr/>
            </p14:nvContentPartPr>
            <p14:xfrm>
              <a:off x="4513109" y="646920"/>
              <a:ext cx="616680" cy="4716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02303" y="636128"/>
                <a:ext cx="637932" cy="492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14:cNvPr>
              <p14:cNvContentPartPr/>
              <p14:nvPr/>
            </p14:nvContentPartPr>
            <p14:xfrm>
              <a:off x="2891309" y="565200"/>
              <a:ext cx="1445760" cy="452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880509" y="554409"/>
                <a:ext cx="1467000" cy="4741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14:cNvPr>
              <p14:cNvContentPartPr/>
              <p14:nvPr/>
            </p14:nvContentPartPr>
            <p14:xfrm>
              <a:off x="1652549" y="634320"/>
              <a:ext cx="949680" cy="3276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1749" y="623532"/>
                <a:ext cx="970920" cy="3488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14:cNvPr>
              <p14:cNvContentPartPr/>
              <p14:nvPr/>
            </p14:nvContentPartPr>
            <p14:xfrm>
              <a:off x="5644949" y="629280"/>
              <a:ext cx="321120" cy="4644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34149" y="618472"/>
                <a:ext cx="342360" cy="485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14:cNvPr>
              <p14:cNvContentPartPr/>
              <p14:nvPr/>
            </p14:nvContentPartPr>
            <p14:xfrm>
              <a:off x="6323909" y="565200"/>
              <a:ext cx="1125720" cy="5914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13109" y="554400"/>
                <a:ext cx="1146960" cy="61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14:cNvPr>
              <p14:cNvContentPartPr/>
              <p14:nvPr/>
            </p14:nvContentPartPr>
            <p14:xfrm>
              <a:off x="7657349" y="949320"/>
              <a:ext cx="24840" cy="30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646549" y="938644"/>
                <a:ext cx="46080" cy="519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14:cNvPr>
              <p14:cNvContentPartPr/>
              <p14:nvPr/>
            </p14:nvContentPartPr>
            <p14:xfrm>
              <a:off x="1105709" y="1233720"/>
              <a:ext cx="408960" cy="3880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94909" y="1222920"/>
                <a:ext cx="430200" cy="40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14:cNvPr>
              <p14:cNvContentPartPr/>
              <p14:nvPr/>
            </p14:nvContentPartPr>
            <p14:xfrm>
              <a:off x="1753349" y="1275480"/>
              <a:ext cx="585000" cy="300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742549" y="1264680"/>
                <a:ext cx="60624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14:cNvPr>
              <p14:cNvContentPartPr/>
              <p14:nvPr/>
            </p14:nvContentPartPr>
            <p14:xfrm>
              <a:off x="2652269" y="1203480"/>
              <a:ext cx="855720" cy="3290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641469" y="1192668"/>
                <a:ext cx="876960" cy="3503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14:cNvPr>
              <p14:cNvContentPartPr/>
              <p14:nvPr/>
            </p14:nvContentPartPr>
            <p14:xfrm>
              <a:off x="6386909" y="1137240"/>
              <a:ext cx="2188080" cy="4251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376111" y="1126440"/>
                <a:ext cx="2209317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14:cNvPr>
              <p14:cNvContentPartPr/>
              <p14:nvPr/>
            </p14:nvContentPartPr>
            <p14:xfrm>
              <a:off x="3947549" y="1083960"/>
              <a:ext cx="2232000" cy="48312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936751" y="1073160"/>
                <a:ext cx="2253237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14:cNvPr>
              <p14:cNvContentPartPr/>
              <p14:nvPr/>
            </p14:nvContentPartPr>
            <p14:xfrm>
              <a:off x="1188149" y="1892520"/>
              <a:ext cx="388080" cy="432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177349" y="1881720"/>
                <a:ext cx="409320" cy="45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14:cNvPr>
              <p14:cNvContentPartPr/>
              <p14:nvPr/>
            </p14:nvContentPartPr>
            <p14:xfrm>
              <a:off x="1765949" y="1872720"/>
              <a:ext cx="1031760" cy="5090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755153" y="1861912"/>
                <a:ext cx="1052993" cy="5302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14:cNvPr>
              <p14:cNvContentPartPr/>
              <p14:nvPr/>
            </p14:nvContentPartPr>
            <p14:xfrm>
              <a:off x="3167789" y="2048760"/>
              <a:ext cx="38160" cy="882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156886" y="2037960"/>
                <a:ext cx="59602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14:cNvPr>
              <p14:cNvContentPartPr/>
              <p14:nvPr/>
            </p14:nvContentPartPr>
            <p14:xfrm>
              <a:off x="3155189" y="1958040"/>
              <a:ext cx="82080" cy="2797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144389" y="1947254"/>
                <a:ext cx="103320" cy="3009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14:cNvPr>
              <p14:cNvContentPartPr/>
              <p14:nvPr/>
            </p14:nvContentPartPr>
            <p14:xfrm>
              <a:off x="3036389" y="2061360"/>
              <a:ext cx="351720" cy="6264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25589" y="2050498"/>
                <a:ext cx="372960" cy="840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14:cNvPr>
              <p14:cNvContentPartPr/>
              <p14:nvPr/>
            </p14:nvContentPartPr>
            <p14:xfrm>
              <a:off x="3299909" y="2080440"/>
              <a:ext cx="170280" cy="12600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289109" y="2069640"/>
                <a:ext cx="19152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14:cNvPr>
              <p14:cNvContentPartPr/>
              <p14:nvPr/>
            </p14:nvContentPartPr>
            <p14:xfrm>
              <a:off x="3714629" y="1941840"/>
              <a:ext cx="358200" cy="28332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703818" y="1931040"/>
                <a:ext cx="379461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14:cNvPr>
              <p14:cNvContentPartPr/>
              <p14:nvPr/>
            </p14:nvContentPartPr>
            <p14:xfrm>
              <a:off x="3966269" y="1923120"/>
              <a:ext cx="306360" cy="3398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955469" y="1912331"/>
                <a:ext cx="327600" cy="3610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14:cNvPr>
              <p14:cNvContentPartPr/>
              <p14:nvPr/>
            </p14:nvContentPartPr>
            <p14:xfrm>
              <a:off x="5638469" y="2306520"/>
              <a:ext cx="1358280" cy="43452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627669" y="2295711"/>
                <a:ext cx="1379520" cy="455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14:cNvPr>
              <p14:cNvContentPartPr/>
              <p14:nvPr/>
            </p14:nvContentPartPr>
            <p14:xfrm>
              <a:off x="5048429" y="2532960"/>
              <a:ext cx="156240" cy="20160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037629" y="2522160"/>
                <a:ext cx="17748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14:cNvPr>
              <p14:cNvContentPartPr/>
              <p14:nvPr/>
            </p14:nvContentPartPr>
            <p14:xfrm>
              <a:off x="3067349" y="2354040"/>
              <a:ext cx="1653480" cy="55944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056551" y="2343233"/>
                <a:ext cx="1674715" cy="5806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14:cNvPr>
              <p14:cNvContentPartPr/>
              <p14:nvPr/>
            </p14:nvContentPartPr>
            <p14:xfrm>
              <a:off x="1231349" y="2419920"/>
              <a:ext cx="1496880" cy="42444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220546" y="2409120"/>
                <a:ext cx="1518125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14:cNvPr>
              <p14:cNvContentPartPr/>
              <p14:nvPr/>
            </p14:nvContentPartPr>
            <p14:xfrm>
              <a:off x="7449269" y="2306520"/>
              <a:ext cx="597600" cy="4658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438469" y="2295712"/>
                <a:ext cx="618840" cy="487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14:cNvPr>
              <p14:cNvContentPartPr/>
              <p14:nvPr/>
            </p14:nvContentPartPr>
            <p14:xfrm>
              <a:off x="10178069" y="2397960"/>
              <a:ext cx="585000" cy="5439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0167269" y="2387160"/>
                <a:ext cx="606240" cy="56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14:cNvPr>
              <p14:cNvContentPartPr/>
              <p14:nvPr/>
            </p14:nvContentPartPr>
            <p14:xfrm>
              <a:off x="8336669" y="2295360"/>
              <a:ext cx="1433160" cy="63252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325869" y="2284560"/>
                <a:ext cx="1454400" cy="6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14:cNvPr>
              <p14:cNvContentPartPr/>
              <p14:nvPr/>
            </p14:nvContentPartPr>
            <p14:xfrm>
              <a:off x="1231349" y="2991960"/>
              <a:ext cx="388800" cy="40896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220539" y="2981169"/>
                <a:ext cx="410060" cy="4301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14:cNvPr>
              <p14:cNvContentPartPr/>
              <p14:nvPr/>
            </p14:nvContentPartPr>
            <p14:xfrm>
              <a:off x="1841189" y="3001680"/>
              <a:ext cx="610200" cy="3301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830389" y="2990868"/>
                <a:ext cx="631440" cy="3513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14:cNvPr>
              <p14:cNvContentPartPr/>
              <p14:nvPr/>
            </p14:nvContentPartPr>
            <p14:xfrm>
              <a:off x="5353709" y="2868120"/>
              <a:ext cx="2259360" cy="56088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342911" y="2857313"/>
                <a:ext cx="2280597" cy="582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14:cNvPr>
              <p14:cNvContentPartPr/>
              <p14:nvPr/>
            </p14:nvContentPartPr>
            <p14:xfrm>
              <a:off x="4443989" y="2910240"/>
              <a:ext cx="572400" cy="34632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433189" y="2899440"/>
                <a:ext cx="59364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14:cNvPr>
              <p14:cNvContentPartPr/>
              <p14:nvPr/>
            </p14:nvContentPartPr>
            <p14:xfrm>
              <a:off x="2809589" y="2901960"/>
              <a:ext cx="1251360" cy="36648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798789" y="2891160"/>
                <a:ext cx="1272600" cy="387720"/>
              </a:xfrm>
              <a:prstGeom prst="rect">
                <a:avLst/>
              </a:prstGeom>
            </p:spPr>
          </p:pic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1DCB009-B2E8-6B02-0883-D2343377C5F7}"/>
              </a:ext>
            </a:extLst>
          </p:cNvPr>
          <p:cNvCxnSpPr/>
          <p:nvPr/>
        </p:nvCxnSpPr>
        <p:spPr>
          <a:xfrm>
            <a:off x="573932" y="836579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1871AF-B70B-59EF-FA7A-B221090CE401}"/>
              </a:ext>
            </a:extLst>
          </p:cNvPr>
          <p:cNvCxnSpPr/>
          <p:nvPr/>
        </p:nvCxnSpPr>
        <p:spPr>
          <a:xfrm>
            <a:off x="573932" y="1397541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B0268-F9FB-AF2A-8C71-173E1513A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94006-6A44-A169-2456-160DCB237C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637"/>
          <a:stretch>
            <a:fillRect/>
          </a:stretch>
        </p:blipFill>
        <p:spPr>
          <a:xfrm>
            <a:off x="0" y="0"/>
            <a:ext cx="6342434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8426A0-E49E-1138-20EC-D0BA380060CD}"/>
              </a:ext>
            </a:extLst>
          </p:cNvPr>
          <p:cNvSpPr/>
          <p:nvPr/>
        </p:nvSpPr>
        <p:spPr>
          <a:xfrm>
            <a:off x="6819090" y="1099225"/>
            <a:ext cx="136187" cy="2752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969FA4-EA39-C279-9D94-EBC1578B3C66}"/>
              </a:ext>
            </a:extLst>
          </p:cNvPr>
          <p:cNvSpPr/>
          <p:nvPr/>
        </p:nvSpPr>
        <p:spPr>
          <a:xfrm>
            <a:off x="6819089" y="4033736"/>
            <a:ext cx="136187" cy="4020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DEFB59-D190-3B2B-55D8-2893B1669917}"/>
              </a:ext>
            </a:extLst>
          </p:cNvPr>
          <p:cNvSpPr txBox="1"/>
          <p:nvPr/>
        </p:nvSpPr>
        <p:spPr>
          <a:xfrm>
            <a:off x="6955276" y="2075578"/>
            <a:ext cx="16731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With  known coordinates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46A0F8-C3AF-0EDB-F8D4-19F02A1A6DB5}"/>
              </a:ext>
            </a:extLst>
          </p:cNvPr>
          <p:cNvSpPr txBox="1"/>
          <p:nvPr/>
        </p:nvSpPr>
        <p:spPr>
          <a:xfrm>
            <a:off x="6955276" y="3997946"/>
            <a:ext cx="15077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unknown coordinates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40C092-55A9-27A3-75DD-75D8ADCCA058}"/>
              </a:ext>
            </a:extLst>
          </p:cNvPr>
          <p:cNvSpPr txBox="1"/>
          <p:nvPr/>
        </p:nvSpPr>
        <p:spPr>
          <a:xfrm>
            <a:off x="2256817" y="209503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BAEB87-20AC-A22D-70C4-7B754A122240}"/>
              </a:ext>
            </a:extLst>
          </p:cNvPr>
          <p:cNvSpPr txBox="1"/>
          <p:nvPr/>
        </p:nvSpPr>
        <p:spPr>
          <a:xfrm>
            <a:off x="667965" y="3182779"/>
            <a:ext cx="1092741" cy="246221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Planting </a:t>
            </a:r>
            <a:r>
              <a:rPr lang="en-US" sz="1000" dirty="0" err="1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gps</a:t>
            </a:r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recs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9CE988-5AFE-5A19-CD5F-6D28FFA66A0F}"/>
              </a:ext>
            </a:extLst>
          </p:cNvPr>
          <p:cNvSpPr txBox="1"/>
          <p:nvPr/>
        </p:nvSpPr>
        <p:spPr>
          <a:xfrm>
            <a:off x="2166025" y="4591800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AEF0B5-BD97-6BDA-5D25-5677C29B3F49}"/>
              </a:ext>
            </a:extLst>
          </p:cNvPr>
          <p:cNvSpPr txBox="1"/>
          <p:nvPr/>
        </p:nvSpPr>
        <p:spPr>
          <a:xfrm>
            <a:off x="2166025" y="5841801"/>
            <a:ext cx="42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75011-D077-BBF6-2DE0-41D8989B0F52}"/>
              </a:ext>
            </a:extLst>
          </p:cNvPr>
          <p:cNvSpPr txBox="1"/>
          <p:nvPr/>
        </p:nvSpPr>
        <p:spPr>
          <a:xfrm>
            <a:off x="667965" y="343386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  <a:effectLst>
                  <a:glow rad="63500">
                    <a:schemeClr val="bg1">
                      <a:alpha val="64000"/>
                    </a:schemeClr>
                  </a:glow>
                </a:effectLst>
              </a:rPr>
              <a:t>288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0F4D1D-57DF-6BE7-9E83-188172B6B6C8}"/>
              </a:ext>
            </a:extLst>
          </p:cNvPr>
          <p:cNvSpPr txBox="1"/>
          <p:nvPr/>
        </p:nvSpPr>
        <p:spPr>
          <a:xfrm>
            <a:off x="3702996" y="3720947"/>
            <a:ext cx="389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1C2B01-AC12-764B-79EF-A7F257C71872}"/>
              </a:ext>
            </a:extLst>
          </p:cNvPr>
          <p:cNvSpPr txBox="1"/>
          <p:nvPr/>
        </p:nvSpPr>
        <p:spPr>
          <a:xfrm>
            <a:off x="3702996" y="447651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71DE4-4CBD-EDE4-3ACD-C3124D509FC7}"/>
              </a:ext>
            </a:extLst>
          </p:cNvPr>
          <p:cNvSpPr txBox="1"/>
          <p:nvPr/>
        </p:nvSpPr>
        <p:spPr>
          <a:xfrm>
            <a:off x="2188723" y="6625225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F15C5C-AFCA-0BF5-6390-4DFB21D63651}"/>
              </a:ext>
            </a:extLst>
          </p:cNvPr>
          <p:cNvSpPr txBox="1"/>
          <p:nvPr/>
        </p:nvSpPr>
        <p:spPr>
          <a:xfrm>
            <a:off x="9961124" y="53564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933EC5-69EF-7FC7-59B8-85038D3ADA01}"/>
              </a:ext>
            </a:extLst>
          </p:cNvPr>
          <p:cNvSpPr txBox="1"/>
          <p:nvPr/>
        </p:nvSpPr>
        <p:spPr>
          <a:xfrm>
            <a:off x="11096017" y="53564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B115F8-9203-A430-CF7F-1A8381EF855E}"/>
              </a:ext>
            </a:extLst>
          </p:cNvPr>
          <p:cNvSpPr txBox="1"/>
          <p:nvPr/>
        </p:nvSpPr>
        <p:spPr>
          <a:xfrm>
            <a:off x="11248417" y="55088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3B364-AC14-8AD7-03A8-B3B4D4B0E489}"/>
              </a:ext>
            </a:extLst>
          </p:cNvPr>
          <p:cNvSpPr txBox="1"/>
          <p:nvPr/>
        </p:nvSpPr>
        <p:spPr>
          <a:xfrm>
            <a:off x="3777573" y="237203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C398EC-3790-1A26-0CF3-C81C936DFD9B}"/>
              </a:ext>
            </a:extLst>
          </p:cNvPr>
          <p:cNvSpPr txBox="1"/>
          <p:nvPr/>
        </p:nvSpPr>
        <p:spPr>
          <a:xfrm>
            <a:off x="3719207" y="5093585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701697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11702371" y="40670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11310022" y="3054774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11462422" y="3207174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172185" y="2693574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planting_pts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B41955-2698-27EF-DFB7-B9458D458BF2}"/>
              </a:ext>
            </a:extLst>
          </p:cNvPr>
          <p:cNvSpPr/>
          <p:nvPr/>
        </p:nvSpPr>
        <p:spPr>
          <a:xfrm>
            <a:off x="3344691" y="2523575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7E9ED0C-4867-CDF1-203C-119CBCCB9862}"/>
              </a:ext>
            </a:extLst>
          </p:cNvPr>
          <p:cNvSpPr txBox="1"/>
          <p:nvPr/>
        </p:nvSpPr>
        <p:spPr>
          <a:xfrm>
            <a:off x="3455751" y="2630578"/>
            <a:ext cx="11697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ln_plantings_cln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D05E129-6657-2B61-FC22-474CF742D166}"/>
              </a:ext>
            </a:extLst>
          </p:cNvPr>
          <p:cNvSpPr/>
          <p:nvPr/>
        </p:nvSpPr>
        <p:spPr>
          <a:xfrm>
            <a:off x="3340647" y="4174020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E2418D5-12D6-28F3-284D-422D1EE108B1}"/>
              </a:ext>
            </a:extLst>
          </p:cNvPr>
          <p:cNvSpPr txBox="1"/>
          <p:nvPr/>
        </p:nvSpPr>
        <p:spPr>
          <a:xfrm>
            <a:off x="3400628" y="4112772"/>
            <a:ext cx="11697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py_plantings_cln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12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/>
              <a:t>2</a:t>
            </a:r>
            <a:r>
              <a:rPr lang="en-US" sz="10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6834" y="3239619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12942</TotalTime>
  <Words>3206</Words>
  <Application>Microsoft Office PowerPoint</Application>
  <PresentationFormat>Widescreen</PresentationFormat>
  <Paragraphs>681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5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DOWTY, PETER (DNR)</cp:lastModifiedBy>
  <cp:revision>33</cp:revision>
  <dcterms:created xsi:type="dcterms:W3CDTF">2026-02-18T17:07:24Z</dcterms:created>
  <dcterms:modified xsi:type="dcterms:W3CDTF">2026-06-02T00:28:16Z</dcterms:modified>
  <cp:category/>
</cp:coreProperties>
</file>