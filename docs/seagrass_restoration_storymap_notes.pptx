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35" r:id="rId14"/>
    <p:sldId id="336" r:id="rId15"/>
    <p:sldId id="331" r:id="rId16"/>
    <p:sldId id="309" r:id="rId17"/>
    <p:sldId id="302" r:id="rId18"/>
    <p:sldId id="320" r:id="rId19"/>
    <p:sldId id="308" r:id="rId20"/>
    <p:sldId id="305" r:id="rId21"/>
    <p:sldId id="327" r:id="rId22"/>
    <p:sldId id="328" r:id="rId23"/>
    <p:sldId id="317" r:id="rId24"/>
    <p:sldId id="306" r:id="rId25"/>
    <p:sldId id="323" r:id="rId26"/>
    <p:sldId id="325" r:id="rId27"/>
    <p:sldId id="324" r:id="rId28"/>
    <p:sldId id="326" r:id="rId29"/>
    <p:sldId id="329" r:id="rId30"/>
    <p:sldId id="330" r:id="rId31"/>
    <p:sldId id="316" r:id="rId32"/>
    <p:sldId id="332" r:id="rId33"/>
    <p:sldId id="321" r:id="rId34"/>
    <p:sldId id="319" r:id="rId35"/>
    <p:sldId id="291" r:id="rId36"/>
    <p:sldId id="294" r:id="rId37"/>
    <p:sldId id="287" r:id="rId38"/>
    <p:sldId id="315" r:id="rId39"/>
    <p:sldId id="281" r:id="rId40"/>
    <p:sldId id="292" r:id="rId41"/>
    <p:sldId id="283" r:id="rId42"/>
    <p:sldId id="322" r:id="rId43"/>
    <p:sldId id="318" r:id="rId44"/>
    <p:sldId id="284" r:id="rId45"/>
    <p:sldId id="295" r:id="rId46"/>
    <p:sldId id="297" r:id="rId47"/>
    <p:sldId id="288" r:id="rId48"/>
    <p:sldId id="289" r:id="rId49"/>
    <p:sldId id="273" r:id="rId50"/>
    <p:sldId id="271" r:id="rId51"/>
    <p:sldId id="272" r:id="rId52"/>
    <p:sldId id="276" r:id="rId53"/>
    <p:sldId id="277" r:id="rId54"/>
    <p:sldId id="274" r:id="rId55"/>
    <p:sldId id="278" r:id="rId56"/>
    <p:sldId id="280" r:id="rId57"/>
    <p:sldId id="286" r:id="rId58"/>
    <p:sldId id="282" r:id="rId59"/>
    <p:sldId id="285" r:id="rId60"/>
    <p:sldId id="275" r:id="rId61"/>
    <p:sldId id="270" r:id="rId62"/>
    <p:sldId id="265" r:id="rId63"/>
    <p:sldId id="268" r:id="rId64"/>
    <p:sldId id="269" r:id="rId65"/>
    <p:sldId id="267" r:id="rId66"/>
    <p:sldId id="266" r:id="rId67"/>
    <p:sldId id="257" r:id="rId68"/>
    <p:sldId id="258" r:id="rId69"/>
    <p:sldId id="259" r:id="rId70"/>
    <p:sldId id="260" r:id="rId71"/>
    <p:sldId id="261" r:id="rId72"/>
    <p:sldId id="262" r:id="rId73"/>
    <p:sldId id="263" r:id="rId74"/>
    <p:sldId id="264"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F0F9"/>
    <a:srgbClr val="E7F7E1"/>
    <a:srgbClr val="F0FAEC"/>
    <a:srgbClr val="FDF3ED"/>
    <a:srgbClr val="E2F3FA"/>
    <a:srgbClr val="FF0000"/>
    <a:srgbClr val="FFFFFF"/>
    <a:srgbClr val="BC9BA0"/>
    <a:srgbClr val="FB7700"/>
    <a:srgbClr val="FF858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80" dt="2026-07-28T15:29:34.75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28T15:29:34.758" v="22251" actId="1076"/>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8T00:39:13.946" v="21196" actId="20577"/>
        <pc:sldMkLst>
          <pc:docMk/>
          <pc:sldMk cId="2602005344" sldId="306"/>
        </pc:sldMkLst>
        <pc:spChg chg="add mod">
          <ac:chgData name="DOWTY, PETER (DNR)" userId="01cf875a-4e15-4928-8f93-7a0dfa1efb6b" providerId="ADAL" clId="{E9054DD1-CDF4-4BE2-A4C5-BD4B0395A89E}" dt="2026-07-18T00:39:13.946" v="21196"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ord setBg">
        <pc:chgData name="DOWTY, PETER (DNR)" userId="01cf875a-4e15-4928-8f93-7a0dfa1efb6b" providerId="ADAL" clId="{E9054DD1-CDF4-4BE2-A4C5-BD4B0395A89E}" dt="2026-07-24T17:03:00.162" v="21227"/>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7-27T14:58:17.861" v="21832" actId="16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ldChg>
      <pc:sldChg chg="addSp modSp add mod">
        <pc:chgData name="DOWTY, PETER (DNR)" userId="01cf875a-4e15-4928-8f93-7a0dfa1efb6b" providerId="ADAL" clId="{E9054DD1-CDF4-4BE2-A4C5-BD4B0395A89E}" dt="2026-07-27T16:13:27.265" v="21891" actId="164"/>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28T15:28:09.377" v="22249" actId="167"/>
        <pc:sldMkLst>
          <pc:docMk/>
          <pc:sldMk cId="843958716" sldId="335"/>
        </pc:sldMkLst>
        <pc:spChg chg="add del">
          <ac:chgData name="DOWTY, PETER (DNR)" userId="01cf875a-4e15-4928-8f93-7a0dfa1efb6b" providerId="ADAL" clId="{E9054DD1-CDF4-4BE2-A4C5-BD4B0395A89E}" dt="2026-07-27T16:09:12.890" v="21858" actId="478"/>
          <ac:spMkLst>
            <pc:docMk/>
            <pc:sldMk cId="843958716" sldId="335"/>
            <ac:spMk id="3" creationId="{F0D07CC7-D13B-C1A0-B741-B3BF3D05FF87}"/>
          </ac:spMkLst>
        </pc:spChg>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add del mod">
          <ac:chgData name="DOWTY, PETER (DNR)" userId="01cf875a-4e15-4928-8f93-7a0dfa1efb6b" providerId="ADAL" clId="{E9054DD1-CDF4-4BE2-A4C5-BD4B0395A89E}" dt="2026-07-27T16:09:35.157" v="21863" actId="478"/>
          <ac:spMkLst>
            <pc:docMk/>
            <pc:sldMk cId="843958716" sldId="335"/>
            <ac:spMk id="7" creationId="{D934043B-42E2-1039-D545-ADA51E7E653B}"/>
          </ac:spMkLst>
        </pc:spChg>
        <pc:spChg chg="add del mod">
          <ac:chgData name="DOWTY, PETER (DNR)" userId="01cf875a-4e15-4928-8f93-7a0dfa1efb6b" providerId="ADAL" clId="{E9054DD1-CDF4-4BE2-A4C5-BD4B0395A89E}" dt="2026-07-27T16:09:33.181" v="21862" actId="478"/>
          <ac:spMkLst>
            <pc:docMk/>
            <pc:sldMk cId="843958716" sldId="335"/>
            <ac:spMk id="8" creationId="{504706B3-45B9-8428-826C-7CE3677E5E3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28T15:10:31.073" v="22172" actId="206"/>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del">
          <ac:chgData name="DOWTY, PETER (DNR)" userId="01cf875a-4e15-4928-8f93-7a0dfa1efb6b" providerId="ADAL" clId="{E9054DD1-CDF4-4BE2-A4C5-BD4B0395A89E}" dt="2026-07-28T15:12:15.680" v="22185" actId="478"/>
          <ac:spMkLst>
            <pc:docMk/>
            <pc:sldMk cId="843958716" sldId="335"/>
            <ac:spMk id="34" creationId="{65BB7C03-6742-0C3F-609D-45C32FE670C7}"/>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28T15:28:09.377" v="22249" actId="16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del mod">
          <ac:chgData name="DOWTY, PETER (DNR)" userId="01cf875a-4e15-4928-8f93-7a0dfa1efb6b" providerId="ADAL" clId="{E9054DD1-CDF4-4BE2-A4C5-BD4B0395A89E}" dt="2026-07-28T15:08:51.605" v="22157" actId="165"/>
          <ac:grpSpMkLst>
            <pc:docMk/>
            <pc:sldMk cId="843958716" sldId="335"/>
            <ac:grpSpMk id="4" creationId="{6118200C-CEF5-1741-1194-9D652A48A065}"/>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7T16:42:34.223" v="22149" actId="478"/>
          <ac:picMkLst>
            <pc:docMk/>
            <pc:sldMk cId="843958716" sldId="335"/>
            <ac:picMk id="32" creationId="{3CFF5A2F-4095-8EB1-C3A1-57BA4FE16398}"/>
          </ac:picMkLst>
        </pc:picChg>
        <pc:picChg chg="add del mod">
          <ac:chgData name="DOWTY, PETER (DNR)" userId="01cf875a-4e15-4928-8f93-7a0dfa1efb6b" providerId="ADAL" clId="{E9054DD1-CDF4-4BE2-A4C5-BD4B0395A89E}" dt="2026-07-27T16:42:34.223" v="22149" actId="478"/>
          <ac:picMkLst>
            <pc:docMk/>
            <pc:sldMk cId="843958716" sldId="335"/>
            <ac:picMk id="34" creationId="{2421178F-67BB-7092-1043-2A3EB2834473}"/>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28T15:08:46.539" v="22156" actId="14100"/>
          <ac:cxnSpMkLst>
            <pc:docMk/>
            <pc:sldMk cId="843958716" sldId="335"/>
            <ac:cxnSpMk id="26" creationId="{1ADACAFF-3157-CB0B-F47B-DF5B0A74FE16}"/>
          </ac:cxnSpMkLst>
        </pc:cxnChg>
        <pc:cxnChg chg="add del mod">
          <ac:chgData name="DOWTY, PETER (DNR)" userId="01cf875a-4e15-4928-8f93-7a0dfa1efb6b" providerId="ADAL" clId="{E9054DD1-CDF4-4BE2-A4C5-BD4B0395A89E}" dt="2026-07-27T16:19:56.366" v="21931" actId="478"/>
          <ac:cxnSpMkLst>
            <pc:docMk/>
            <pc:sldMk cId="843958716" sldId="335"/>
            <ac:cxnSpMk id="27" creationId="{854FEB4D-E534-374A-2A1A-69BDFD698CA7}"/>
          </ac:cxnSpMkLst>
        </pc:cxnChg>
        <pc:cxnChg chg="add del mod">
          <ac:chgData name="DOWTY, PETER (DNR)" userId="01cf875a-4e15-4928-8f93-7a0dfa1efb6b" providerId="ADAL" clId="{E9054DD1-CDF4-4BE2-A4C5-BD4B0395A89E}" dt="2026-07-27T16:42:34.223" v="22149" actId="478"/>
          <ac:cxnSpMkLst>
            <pc:docMk/>
            <pc:sldMk cId="843958716" sldId="335"/>
            <ac:cxnSpMk id="30" creationId="{C0CCCEFF-9475-3460-5724-55763EFEC377}"/>
          </ac:cxnSpMkLst>
        </pc:cxnChg>
        <pc:cxnChg chg="add del mod">
          <ac:chgData name="DOWTY, PETER (DNR)" userId="01cf875a-4e15-4928-8f93-7a0dfa1efb6b" providerId="ADAL" clId="{E9054DD1-CDF4-4BE2-A4C5-BD4B0395A89E}" dt="2026-07-28T15:14:40.078" v="22194" actId="478"/>
          <ac:cxnSpMkLst>
            <pc:docMk/>
            <pc:sldMk cId="843958716" sldId="335"/>
            <ac:cxnSpMk id="31" creationId="{B5FE9567-D92B-20A5-DA3A-67C0EC77ABD1}"/>
          </ac:cxnSpMkLst>
        </pc:cxnChg>
        <pc:cxnChg chg="add del mod">
          <ac:chgData name="DOWTY, PETER (DNR)" userId="01cf875a-4e15-4928-8f93-7a0dfa1efb6b" providerId="ADAL" clId="{E9054DD1-CDF4-4BE2-A4C5-BD4B0395A89E}" dt="2026-07-28T15:11:29.881" v="22183" actId="478"/>
          <ac:cxnSpMkLst>
            <pc:docMk/>
            <pc:sldMk cId="843958716" sldId="335"/>
            <ac:cxnSpMk id="32" creationId="{80333768-C933-4B7E-CE15-2ECFA55B8C90}"/>
          </ac:cxnSpMkLst>
        </pc:cxnChg>
        <pc:cxnChg chg="add del mod">
          <ac:chgData name="DOWTY, PETER (DNR)" userId="01cf875a-4e15-4928-8f93-7a0dfa1efb6b" providerId="ADAL" clId="{E9054DD1-CDF4-4BE2-A4C5-BD4B0395A89E}" dt="2026-07-28T15:11:29.881" v="22183" actId="478"/>
          <ac:cxnSpMkLst>
            <pc:docMk/>
            <pc:sldMk cId="843958716" sldId="335"/>
            <ac:cxnSpMk id="33" creationId="{09366E05-D409-0A9F-3371-394CA5EB8D32}"/>
          </ac:cxnSpMkLst>
        </pc:cxnChg>
        <pc:cxnChg chg="add del mod">
          <ac:chgData name="DOWTY, PETER (DNR)" userId="01cf875a-4e15-4928-8f93-7a0dfa1efb6b" providerId="ADAL" clId="{E9054DD1-CDF4-4BE2-A4C5-BD4B0395A89E}" dt="2026-07-28T15:09:15.712" v="22163" actId="478"/>
          <ac:cxnSpMkLst>
            <pc:docMk/>
            <pc:sldMk cId="843958716" sldId="335"/>
            <ac:cxnSpMk id="40" creationId="{69794905-604A-AC54-64B6-C257F81BE830}"/>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del">
          <ac:chgData name="DOWTY, PETER (DNR)" userId="01cf875a-4e15-4928-8f93-7a0dfa1efb6b" providerId="ADAL" clId="{E9054DD1-CDF4-4BE2-A4C5-BD4B0395A89E}" dt="2026-07-27T16:32:44.822" v="22006" actId="478"/>
          <ac:spMkLst>
            <pc:docMk/>
            <pc:sldMk cId="3234048176" sldId="336"/>
            <ac:spMk id="43" creationId="{81585657-11E4-DC74-3559-4DAA88E978A6}"/>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add del mod">
          <ac:chgData name="DOWTY, PETER (DNR)" userId="01cf875a-4e15-4928-8f93-7a0dfa1efb6b" providerId="ADAL" clId="{E9054DD1-CDF4-4BE2-A4C5-BD4B0395A89E}" dt="2026-07-27T16:32:58.285" v="22011" actId="165"/>
          <ac:grpSpMkLst>
            <pc:docMk/>
            <pc:sldMk cId="3234048176" sldId="336"/>
            <ac:grpSpMk id="8" creationId="{0449A43C-4FFB-E2C3-D5F9-C227E93F6971}"/>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del">
          <ac:chgData name="DOWTY, PETER (DNR)" userId="01cf875a-4e15-4928-8f93-7a0dfa1efb6b" providerId="ADAL" clId="{E9054DD1-CDF4-4BE2-A4C5-BD4B0395A89E}" dt="2026-07-27T16:33:38.902" v="22048" actId="478"/>
          <ac:grpSpMkLst>
            <pc:docMk/>
            <pc:sldMk cId="3234048176" sldId="336"/>
            <ac:grpSpMk id="22" creationId="{B2554D29-AA32-5B0F-C21B-C71257793629}"/>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del mod">
          <ac:chgData name="DOWTY, PETER (DNR)" userId="01cf875a-4e15-4928-8f93-7a0dfa1efb6b" providerId="ADAL" clId="{E9054DD1-CDF4-4BE2-A4C5-BD4B0395A89E}" dt="2026-07-27T16:39:44.442" v="22102" actId="478"/>
          <ac:grpSpMkLst>
            <pc:docMk/>
            <pc:sldMk cId="3234048176" sldId="336"/>
            <ac:grpSpMk id="35" creationId="{AF82F765-F345-49FA-9053-5A7380315BE1}"/>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del">
          <ac:chgData name="DOWTY, PETER (DNR)" userId="01cf875a-4e15-4928-8f93-7a0dfa1efb6b" providerId="ADAL" clId="{E9054DD1-CDF4-4BE2-A4C5-BD4B0395A89E}" dt="2026-07-27T16:39:46.546" v="22103" actId="478"/>
          <ac:picMkLst>
            <pc:docMk/>
            <pc:sldMk cId="3234048176" sldId="336"/>
            <ac:picMk id="32" creationId="{7FDD6841-FF97-9EF0-A589-E739719F8FBA}"/>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5:35.561" v="22069"/>
          <ac:picMkLst>
            <pc:docMk/>
            <pc:sldMk cId="3234048176" sldId="336"/>
            <ac:picMk id="37" creationId="{96C49897-EF22-D9BB-CB13-C1D1908CF6AA}"/>
          </ac:picMkLst>
        </pc:picChg>
        <pc:picChg chg="mod">
          <ac:chgData name="DOWTY, PETER (DNR)" userId="01cf875a-4e15-4928-8f93-7a0dfa1efb6b" providerId="ADAL" clId="{E9054DD1-CDF4-4BE2-A4C5-BD4B0395A89E}" dt="2026-07-27T16:35:35.561" v="22069"/>
          <ac:picMkLst>
            <pc:docMk/>
            <pc:sldMk cId="3234048176" sldId="336"/>
            <ac:picMk id="39" creationId="{A22F215F-23FC-424F-EFD6-D3269672249F}"/>
          </ac:picMkLst>
        </pc:picChg>
        <pc:picChg chg="mod">
          <ac:chgData name="DOWTY, PETER (DNR)" userId="01cf875a-4e15-4928-8f93-7a0dfa1efb6b" providerId="ADAL" clId="{E9054DD1-CDF4-4BE2-A4C5-BD4B0395A89E}" dt="2026-07-27T16:35:35.561" v="22069"/>
          <ac:picMkLst>
            <pc:docMk/>
            <pc:sldMk cId="3234048176" sldId="336"/>
            <ac:picMk id="41" creationId="{5722460C-2514-3855-F93C-EE32687ABC1D}"/>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del">
          <ac:chgData name="DOWTY, PETER (DNR)" userId="01cf875a-4e15-4928-8f93-7a0dfa1efb6b" providerId="ADAL" clId="{E9054DD1-CDF4-4BE2-A4C5-BD4B0395A89E}" dt="2026-07-27T16:39:47.537" v="22104" actId="478"/>
          <ac:cxnSpMkLst>
            <pc:docMk/>
            <pc:sldMk cId="3234048176" sldId="336"/>
            <ac:cxnSpMk id="30" creationId="{929EE706-A8C6-1B67-257F-1F73BA29B60A}"/>
          </ac:cxnSpMkLst>
        </pc:cxnChg>
        <pc:cxnChg chg="del">
          <ac:chgData name="DOWTY, PETER (DNR)" userId="01cf875a-4e15-4928-8f93-7a0dfa1efb6b" providerId="ADAL" clId="{E9054DD1-CDF4-4BE2-A4C5-BD4B0395A89E}" dt="2026-07-27T16:32:48.445" v="22008" actId="478"/>
          <ac:cxnSpMkLst>
            <pc:docMk/>
            <pc:sldMk cId="3234048176" sldId="336"/>
            <ac:cxnSpMk id="45" creationId="{2D72BD60-C079-856B-063A-087F458FFF02}"/>
          </ac:cxnSpMkLst>
        </pc:cxnChg>
        <pc:cxnChg chg="del">
          <ac:chgData name="DOWTY, PETER (DNR)" userId="01cf875a-4e15-4928-8f93-7a0dfa1efb6b" providerId="ADAL" clId="{E9054DD1-CDF4-4BE2-A4C5-BD4B0395A89E}" dt="2026-07-27T16:34:36.052" v="22056" actId="478"/>
          <ac:cxnSpMkLst>
            <pc:docMk/>
            <pc:sldMk cId="3234048176" sldId="336"/>
            <ac:cxnSpMk id="47" creationId="{C1FBF14D-3675-AEB7-917F-7E75F00CE925}"/>
          </ac:cxnSpMkLst>
        </pc:cxnChg>
        <pc:cxnChg chg="del">
          <ac:chgData name="DOWTY, PETER (DNR)" userId="01cf875a-4e15-4928-8f93-7a0dfa1efb6b" providerId="ADAL" clId="{E9054DD1-CDF4-4BE2-A4C5-BD4B0395A89E}" dt="2026-07-27T16:34:36.796" v="22057" actId="478"/>
          <ac:cxnSpMkLst>
            <pc:docMk/>
            <pc:sldMk cId="3234048176" sldId="336"/>
            <ac:cxnSpMk id="49" creationId="{E1FAD2C2-C90D-5345-3256-7E15A3FD533A}"/>
          </ac:cxnSpMkLst>
        </pc:cxnChg>
        <pc:cxnChg chg="del">
          <ac:chgData name="DOWTY, PETER (DNR)" userId="01cf875a-4e15-4928-8f93-7a0dfa1efb6b" providerId="ADAL" clId="{E9054DD1-CDF4-4BE2-A4C5-BD4B0395A89E}" dt="2026-07-27T16:34:34.896" v="22055" actId="478"/>
          <ac:cxnSpMkLst>
            <pc:docMk/>
            <pc:sldMk cId="3234048176" sldId="336"/>
            <ac:cxnSpMk id="51" creationId="{2C3946BC-7A9E-D6A0-BEC2-FC1752DDB366}"/>
          </ac:cxnSpMkLst>
        </pc:cxn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del mod">
          <ac:chgData name="DOWTY, PETER (DNR)" userId="01cf875a-4e15-4928-8f93-7a0dfa1efb6b" providerId="ADAL" clId="{E9054DD1-CDF4-4BE2-A4C5-BD4B0395A89E}" dt="2026-07-27T16:34:50.118" v="22059" actId="478"/>
          <ac:cxnSpMkLst>
            <pc:docMk/>
            <pc:sldMk cId="3234048176" sldId="336"/>
            <ac:cxnSpMk id="53" creationId="{291EAB5A-4881-BD82-7CF7-DA4C14FBEE68}"/>
          </ac:cxnSpMkLst>
        </pc:cxnChg>
        <pc:cxnChg chg="del">
          <ac:chgData name="DOWTY, PETER (DNR)" userId="01cf875a-4e15-4928-8f93-7a0dfa1efb6b" providerId="ADAL" clId="{E9054DD1-CDF4-4BE2-A4C5-BD4B0395A89E}" dt="2026-07-27T16:34:51.412" v="22060" actId="478"/>
          <ac:cxnSpMkLst>
            <pc:docMk/>
            <pc:sldMk cId="3234048176" sldId="336"/>
            <ac:cxnSpMk id="55" creationId="{C6DD1DD3-259D-4BC7-FA66-0D8EC16619AC}"/>
          </ac:cxnSpMkLst>
        </pc:cxnChg>
        <pc:cxnChg chg="del">
          <ac:chgData name="DOWTY, PETER (DNR)" userId="01cf875a-4e15-4928-8f93-7a0dfa1efb6b" providerId="ADAL" clId="{E9054DD1-CDF4-4BE2-A4C5-BD4B0395A89E}" dt="2026-07-27T16:32:47.765" v="22007" actId="478"/>
          <ac:cxnSpMkLst>
            <pc:docMk/>
            <pc:sldMk cId="3234048176" sldId="336"/>
            <ac:cxnSpMk id="56" creationId="{1C71F83E-C97E-603D-25C9-90A0E44D4DCF}"/>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7/28/2026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7/28/2026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10" Type="http://schemas.openxmlformats.org/officeDocument/2006/relationships/image" Target="../media/image23.png"/><Relationship Id="rId4" Type="http://schemas.openxmlformats.org/officeDocument/2006/relationships/image" Target="../media/image20.png"/><Relationship Id="rId9" Type="http://schemas.openxmlformats.org/officeDocument/2006/relationships/image" Target="../media/image22.sv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24.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25.sv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5" Type="http://schemas.openxmlformats.org/officeDocument/2006/relationships/image" Target="../media/image33.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33.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4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4.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7.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jpeg"/><Relationship Id="rId4" Type="http://schemas.openxmlformats.org/officeDocument/2006/relationships/image" Target="../media/image17.png"/></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5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6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8.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05.tiff"/><Relationship Id="rId7" Type="http://schemas.openxmlformats.org/officeDocument/2006/relationships/image" Target="../media/image109.tiff"/><Relationship Id="rId2" Type="http://schemas.openxmlformats.org/officeDocument/2006/relationships/image" Target="../media/image104.tiff"/><Relationship Id="rId1" Type="http://schemas.openxmlformats.org/officeDocument/2006/relationships/slideLayout" Target="../slideLayouts/slideLayout7.xml"/><Relationship Id="rId6" Type="http://schemas.openxmlformats.org/officeDocument/2006/relationships/image" Target="../media/image108.tiff"/><Relationship Id="rId5" Type="http://schemas.openxmlformats.org/officeDocument/2006/relationships/image" Target="../media/image107.tiff"/><Relationship Id="rId4" Type="http://schemas.openxmlformats.org/officeDocument/2006/relationships/image" Target="../media/image106.tiff"/></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6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4" Type="http://schemas.openxmlformats.org/officeDocument/2006/relationships/image" Target="../media/image117.png"/></Relationships>
</file>

<file path=ppt/slides/_rels/slide69.xml.rels><?xml version="1.0" encoding="UTF-8" standalone="yes"?>
<Relationships xmlns="http://schemas.openxmlformats.org/package/2006/relationships"><Relationship Id="rId8" Type="http://schemas.openxmlformats.org/officeDocument/2006/relationships/image" Target="../media/image126.png"/><Relationship Id="rId3" Type="http://schemas.openxmlformats.org/officeDocument/2006/relationships/image" Target="../media/image119.png"/><Relationship Id="rId7" Type="http://schemas.openxmlformats.org/officeDocument/2006/relationships/image" Target="../media/image125.png"/><Relationship Id="rId2"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8.png"/></Relationships>
</file>

<file path=ppt/slides/_rels/slide7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7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10"/>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3958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23423</TotalTime>
  <Words>4521</Words>
  <Application>Microsoft Office PowerPoint</Application>
  <PresentationFormat>Widescreen</PresentationFormat>
  <Paragraphs>1042</Paragraphs>
  <Slides>74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74</vt:i4>
      </vt:variant>
    </vt:vector>
  </HeadingPairs>
  <TitlesOfParts>
    <vt:vector size="8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2026-07-28T15:29:45Z</dcterms:modified>
  <cp:category/>
</cp:coreProperties>
</file>