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298" r:id="rId5"/>
    <p:sldId id="301" r:id="rId6"/>
    <p:sldId id="302" r:id="rId7"/>
    <p:sldId id="307" r:id="rId8"/>
    <p:sldId id="305" r:id="rId9"/>
    <p:sldId id="306" r:id="rId10"/>
    <p:sldId id="299" r:id="rId11"/>
    <p:sldId id="290" r:id="rId12"/>
    <p:sldId id="304" r:id="rId13"/>
    <p:sldId id="291" r:id="rId14"/>
    <p:sldId id="294" r:id="rId15"/>
    <p:sldId id="287" r:id="rId16"/>
    <p:sldId id="281" r:id="rId17"/>
    <p:sldId id="292" r:id="rId18"/>
    <p:sldId id="283" r:id="rId19"/>
    <p:sldId id="284" r:id="rId20"/>
    <p:sldId id="295" r:id="rId21"/>
    <p:sldId id="297" r:id="rId22"/>
    <p:sldId id="288" r:id="rId23"/>
    <p:sldId id="289" r:id="rId24"/>
    <p:sldId id="273" r:id="rId25"/>
    <p:sldId id="271" r:id="rId26"/>
    <p:sldId id="272" r:id="rId27"/>
    <p:sldId id="276" r:id="rId28"/>
    <p:sldId id="277" r:id="rId29"/>
    <p:sldId id="274" r:id="rId30"/>
    <p:sldId id="278" r:id="rId31"/>
    <p:sldId id="280" r:id="rId32"/>
    <p:sldId id="286" r:id="rId33"/>
    <p:sldId id="282" r:id="rId34"/>
    <p:sldId id="285" r:id="rId35"/>
    <p:sldId id="275" r:id="rId36"/>
    <p:sldId id="270" r:id="rId37"/>
    <p:sldId id="265" r:id="rId38"/>
    <p:sldId id="268" r:id="rId39"/>
    <p:sldId id="269" r:id="rId40"/>
    <p:sldId id="267" r:id="rId41"/>
    <p:sldId id="266" r:id="rId42"/>
    <p:sldId id="257" r:id="rId43"/>
    <p:sldId id="258" r:id="rId44"/>
    <p:sldId id="259" r:id="rId45"/>
    <p:sldId id="260" r:id="rId46"/>
    <p:sldId id="261" r:id="rId47"/>
    <p:sldId id="262" r:id="rId48"/>
    <p:sldId id="263" r:id="rId49"/>
    <p:sldId id="264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  <a:srgbClr val="FFFFFF"/>
    <a:srgbClr val="7F7F7F"/>
    <a:srgbClr val="00E600"/>
    <a:srgbClr val="006300"/>
    <a:srgbClr val="FB7700"/>
    <a:srgbClr val="FFFFCC"/>
    <a:srgbClr val="F9DAC7"/>
    <a:srgbClr val="FF8585"/>
    <a:srgbClr val="FC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7F7295-6E12-43EA-B264-ADC23ADC35EE}" v="1" dt="2026-06-09T23:51:58.962"/>
    <p1510:client id="{C8786C6D-AB95-9740-AEFC-2D45BBDF4D29}" v="64" dt="2026-06-10T03:38:17.0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64" autoAdjust="0"/>
    <p:restoredTop sz="96182" autoAdjust="0"/>
  </p:normalViewPr>
  <p:slideViewPr>
    <p:cSldViewPr snapToGrid="0">
      <p:cViewPr varScale="1">
        <p:scale>
          <a:sx n="152" d="100"/>
          <a:sy n="152" d="100"/>
        </p:scale>
        <p:origin x="352" y="176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6-05T03:10:12.214" v="5307" actId="1076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modSp mod">
        <pc:chgData name="DOWTY, PETER (DNR)" userId="01cf875a-4e15-4928-8f93-7a0dfa1efb6b" providerId="ADAL" clId="{660F8803-2738-5EFD-95AE-06E7480F19FB}" dt="2026-06-05T03:10:12.214" v="5307" actId="1076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09T23:51:58.959" v="13905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6-09T22:21:56.081" v="13901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E9054DD1-CDF4-4BE2-A4C5-BD4B0395A89E}" dt="2026-06-09T22:21:56.081" v="13901" actId="20577"/>
          <ac:spMkLst>
            <pc:docMk/>
            <pc:sldMk cId="1516653873" sldId="293"/>
            <ac:spMk id="2" creationId="{3CB9ECB2-453E-0440-65C6-463FD2F97B26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9T23:06:14.778" v="13904" actId="478"/>
        <pc:sldMkLst>
          <pc:docMk/>
          <pc:sldMk cId="1080191347" sldId="302"/>
        </pc:sldMkLst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spChg chg="del mod">
          <ac:chgData name="DOWTY, PETER (DNR)" userId="01cf875a-4e15-4928-8f93-7a0dfa1efb6b" providerId="ADAL" clId="{E9054DD1-CDF4-4BE2-A4C5-BD4B0395A89E}" dt="2026-06-09T23:06:14.778" v="13904" actId="478"/>
          <ac:spMkLst>
            <pc:docMk/>
            <pc:sldMk cId="1080191347" sldId="302"/>
            <ac:spMk id="16" creationId="{817CF299-7C49-3EC7-0D72-A96A09D3A5C2}"/>
          </ac:spMkLst>
        </pc:spChg>
        <pc:spChg chg="del">
          <ac:chgData name="DOWTY, PETER (DNR)" userId="01cf875a-4e15-4928-8f93-7a0dfa1efb6b" providerId="ADAL" clId="{E9054DD1-CDF4-4BE2-A4C5-BD4B0395A89E}" dt="2026-06-09T23:06:11.522" v="13902" actId="478"/>
          <ac:spMkLst>
            <pc:docMk/>
            <pc:sldMk cId="1080191347" sldId="302"/>
            <ac:spMk id="20" creationId="{5AE3DC17-0377-23AA-CFDA-436FDBD72008}"/>
          </ac:spMkLst>
        </pc:spChg>
        <pc:spChg chg="del">
          <ac:chgData name="DOWTY, PETER (DNR)" userId="01cf875a-4e15-4928-8f93-7a0dfa1efb6b" providerId="ADAL" clId="{E9054DD1-CDF4-4BE2-A4C5-BD4B0395A89E}" dt="2026-06-09T23:06:11.522" v="13902" actId="478"/>
          <ac:spMkLst>
            <pc:docMk/>
            <pc:sldMk cId="1080191347" sldId="302"/>
            <ac:spMk id="26" creationId="{1E6812FA-3996-F08D-DB1A-B452C5FF89CE}"/>
          </ac:spMkLst>
        </pc:spChg>
        <pc:spChg chg="del">
          <ac:chgData name="DOWTY, PETER (DNR)" userId="01cf875a-4e15-4928-8f93-7a0dfa1efb6b" providerId="ADAL" clId="{E9054DD1-CDF4-4BE2-A4C5-BD4B0395A89E}" dt="2026-06-09T23:06:11.522" v="13902" actId="478"/>
          <ac:spMkLst>
            <pc:docMk/>
            <pc:sldMk cId="1080191347" sldId="302"/>
            <ac:spMk id="27" creationId="{356B3718-C37E-EA18-C631-FBAE93BA4933}"/>
          </ac:spMkLst>
        </pc:spChg>
        <pc:spChg chg="del">
          <ac:chgData name="DOWTY, PETER (DNR)" userId="01cf875a-4e15-4928-8f93-7a0dfa1efb6b" providerId="ADAL" clId="{E9054DD1-CDF4-4BE2-A4C5-BD4B0395A89E}" dt="2026-06-09T23:06:11.522" v="13902" actId="478"/>
          <ac:spMkLst>
            <pc:docMk/>
            <pc:sldMk cId="1080191347" sldId="302"/>
            <ac:spMk id="28" creationId="{5E09E877-9FEC-C63D-B3C6-1483028A5BF4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  <pc:sldChg chg="add">
        <pc:chgData name="DOWTY, PETER (DNR)" userId="01cf875a-4e15-4928-8f93-7a0dfa1efb6b" providerId="ADAL" clId="{E9054DD1-CDF4-4BE2-A4C5-BD4B0395A89E}" dt="2026-06-09T23:51:58.959" v="13905"/>
        <pc:sldMkLst>
          <pc:docMk/>
          <pc:sldMk cId="3305435514" sldId="307"/>
        </pc:sldMkLst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delSld modSld">
      <pc:chgData name="Pete Dowty" userId="91aba14b6835b0ae" providerId="LiveId" clId="{660F8803-2738-5EFD-95AE-06E7480F19FB}" dt="2026-06-10T04:00:09.666" v="2821" actId="1076"/>
      <pc:docMkLst>
        <pc:docMk/>
      </pc:docMkLst>
      <pc:sldChg chg="addSp delSp modSp mod">
        <pc:chgData name="Pete Dowty" userId="91aba14b6835b0ae" providerId="LiveId" clId="{660F8803-2738-5EFD-95AE-06E7480F19FB}" dt="2026-06-09T05:08:22.228" v="2709" actId="20577"/>
        <pc:sldMkLst>
          <pc:docMk/>
          <pc:sldMk cId="1516653873" sldId="293"/>
        </pc:sldMkLst>
        <pc:spChg chg="add mod">
          <ac:chgData name="Pete Dowty" userId="91aba14b6835b0ae" providerId="LiveId" clId="{660F8803-2738-5EFD-95AE-06E7480F19FB}" dt="2026-06-09T05:08:22.228" v="2709" actId="20577"/>
          <ac:spMkLst>
            <pc:docMk/>
            <pc:sldMk cId="1516653873" sldId="293"/>
            <ac:spMk id="2" creationId="{3CB9ECB2-453E-0440-65C6-463FD2F97B26}"/>
          </ac:spMkLst>
        </pc:sp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31" creationId="{68673011-D174-AF93-9BBB-2BE16A0BCB7B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46" creationId="{2C178F59-5A89-0F0B-6EEC-94108E517F3A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49" creationId="{00B74A52-E821-9E8D-F981-5DF7BB408468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88" creationId="{3D783572-A73B-ED99-766A-18671BDF430E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106" creationId="{01D914F6-F616-1A89-671F-BF70191132DF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142" creationId="{D5FDEC82-74C1-D98F-C048-52BEB9696EFB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143" creationId="{793434A3-F9AC-E6F6-6A70-F744D97BC2AF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148" creationId="{C8867167-38E0-3126-651B-281E3C01D1F9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208" creationId="{CF10998B-D8A2-A9EF-A58A-9AA84282A2F9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209" creationId="{A702B7C0-565B-B309-47C1-0B082DD7E857}"/>
          </ac:inkMkLst>
        </pc:inkChg>
      </pc:sldChg>
      <pc:sldChg chg="del">
        <pc:chgData name="Pete Dowty" userId="91aba14b6835b0ae" providerId="LiveId" clId="{660F8803-2738-5EFD-95AE-06E7480F19FB}" dt="2026-06-09T05:04:19.076" v="2353" actId="2696"/>
        <pc:sldMkLst>
          <pc:docMk/>
          <pc:sldMk cId="3701697570" sldId="300"/>
        </pc:sldMkLst>
      </pc:sldChg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8T03:15:29.967" v="2351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9:35.559" v="2259" actId="20577"/>
          <ac:spMkLst>
            <pc:docMk/>
            <pc:sldMk cId="1080191347" sldId="302"/>
            <ac:spMk id="11" creationId="{8C1AD218-ABED-6710-1AB4-5D6431E496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mod">
          <ac:chgData name="Pete Dowty" userId="91aba14b6835b0ae" providerId="LiveId" clId="{660F8803-2738-5EFD-95AE-06E7480F19FB}" dt="2026-06-07T04:05:39.512" v="2325" actId="1037"/>
          <ac:spMkLst>
            <pc:docMk/>
            <pc:sldMk cId="1080191347" sldId="302"/>
            <ac:spMk id="18" creationId="{DD08106A-F81A-8D5C-A490-4A807B43B0AC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spChg chg="add mod">
          <ac:chgData name="Pete Dowty" userId="91aba14b6835b0ae" providerId="LiveId" clId="{660F8803-2738-5EFD-95AE-06E7480F19FB}" dt="2026-06-07T04:09:29.535" v="2347" actId="122"/>
          <ac:spMkLst>
            <pc:docMk/>
            <pc:sldMk cId="1080191347" sldId="302"/>
            <ac:spMk id="29" creationId="{7AF8C59A-AF60-0313-D57F-6BA2ED6A294A}"/>
          </ac:spMkLst>
        </pc:spChg>
        <pc:spChg chg="add mod">
          <ac:chgData name="Pete Dowty" userId="91aba14b6835b0ae" providerId="LiveId" clId="{660F8803-2738-5EFD-95AE-06E7480F19FB}" dt="2026-06-07T04:04:13.852" v="2289" actId="1076"/>
          <ac:spMkLst>
            <pc:docMk/>
            <pc:sldMk cId="1080191347" sldId="302"/>
            <ac:spMk id="30" creationId="{385F174A-B892-7EFB-2D7D-C3441A94FF90}"/>
          </ac:spMkLst>
        </pc:spChg>
        <pc:spChg chg="add mod">
          <ac:chgData name="Pete Dowty" userId="91aba14b6835b0ae" providerId="LiveId" clId="{660F8803-2738-5EFD-95AE-06E7480F19FB}" dt="2026-06-07T04:08:09.735" v="2340" actId="1076"/>
          <ac:spMkLst>
            <pc:docMk/>
            <pc:sldMk cId="1080191347" sldId="302"/>
            <ac:spMk id="31" creationId="{FE969ED4-E8BD-8D3F-AC22-8C3FB52280FB}"/>
          </ac:spMkLst>
        </pc:spChg>
        <pc:spChg chg="add mod">
          <ac:chgData name="Pete Dowty" userId="91aba14b6835b0ae" providerId="LiveId" clId="{660F8803-2738-5EFD-95AE-06E7480F19FB}" dt="2026-06-07T04:07:54.164" v="2337" actId="14100"/>
          <ac:spMkLst>
            <pc:docMk/>
            <pc:sldMk cId="1080191347" sldId="302"/>
            <ac:spMk id="32" creationId="{575152F1-E16B-9565-20AB-33CE5AB1A6D2}"/>
          </ac:spMkLst>
        </pc:spChg>
        <pc:spChg chg="add mod">
          <ac:chgData name="Pete Dowty" userId="91aba14b6835b0ae" providerId="LiveId" clId="{660F8803-2738-5EFD-95AE-06E7480F19FB}" dt="2026-06-07T04:08:50.190" v="2344" actId="1076"/>
          <ac:spMkLst>
            <pc:docMk/>
            <pc:sldMk cId="1080191347" sldId="302"/>
            <ac:spMk id="33" creationId="{979D682C-6FA4-C118-6CCC-7AA383946C17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  <pc:cxnChg chg="add">
          <ac:chgData name="Pete Dowty" userId="91aba14b6835b0ae" providerId="LiveId" clId="{660F8803-2738-5EFD-95AE-06E7480F19FB}" dt="2026-06-07T04:09:00.444" v="2345" actId="11529"/>
          <ac:cxnSpMkLst>
            <pc:docMk/>
            <pc:sldMk cId="1080191347" sldId="302"/>
            <ac:cxnSpMk id="35" creationId="{64DAC9AC-149A-4CAB-CCF8-87F370E9B1C7}"/>
          </ac:cxnSpMkLst>
        </pc:cxnChg>
        <pc:cxnChg chg="add">
          <ac:chgData name="Pete Dowty" userId="91aba14b6835b0ae" providerId="LiveId" clId="{660F8803-2738-5EFD-95AE-06E7480F19FB}" dt="2026-06-07T04:09:19.315" v="2346" actId="11529"/>
          <ac:cxnSpMkLst>
            <pc:docMk/>
            <pc:sldMk cId="1080191347" sldId="302"/>
            <ac:cxnSpMk id="37" creationId="{1DF9EB47-977E-06FD-3888-7748C52D9A5A}"/>
          </ac:cxnSpMkLst>
        </pc:cxn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15:24.597" v="2198" actId="1076"/>
          <ac:spMkLst>
            <pc:docMk/>
            <pc:sldMk cId="4159988265" sldId="305"/>
            <ac:spMk id="8" creationId="{E677E233-1CD0-61B8-1978-81A4899596BC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  <pc:spChg chg="add mod">
          <ac:chgData name="Pete Dowty" userId="91aba14b6835b0ae" providerId="LiveId" clId="{660F8803-2738-5EFD-95AE-06E7480F19FB}" dt="2026-06-06T15:36:45.716" v="2230" actId="207"/>
          <ac:spMkLst>
            <pc:docMk/>
            <pc:sldMk cId="2602005344" sldId="306"/>
            <ac:spMk id="2" creationId="{04AD711A-C1D8-6EEC-CA13-8A7C2367A025}"/>
          </ac:spMkLst>
        </pc:spChg>
      </pc:sldChg>
      <pc:sldChg chg="addSp delSp modSp mod">
        <pc:chgData name="Pete Dowty" userId="91aba14b6835b0ae" providerId="LiveId" clId="{660F8803-2738-5EFD-95AE-06E7480F19FB}" dt="2026-06-10T04:00:09.666" v="2821" actId="1076"/>
        <pc:sldMkLst>
          <pc:docMk/>
          <pc:sldMk cId="3305435514" sldId="307"/>
        </pc:sldMkLst>
        <pc:spChg chg="del mod">
          <ac:chgData name="Pete Dowty" userId="91aba14b6835b0ae" providerId="LiveId" clId="{660F8803-2738-5EFD-95AE-06E7480F19FB}" dt="2026-06-10T03:41:05.622" v="2815" actId="478"/>
          <ac:spMkLst>
            <pc:docMk/>
            <pc:sldMk cId="3305435514" sldId="307"/>
            <ac:spMk id="2" creationId="{80CDFAD8-254E-B1F9-BEE4-35A7BD532477}"/>
          </ac:spMkLst>
        </pc:spChg>
        <pc:spChg chg="mod">
          <ac:chgData name="Pete Dowty" userId="91aba14b6835b0ae" providerId="LiveId" clId="{660F8803-2738-5EFD-95AE-06E7480F19FB}" dt="2026-06-10T03:58:37.610" v="2817" actId="1076"/>
          <ac:spMkLst>
            <pc:docMk/>
            <pc:sldMk cId="3305435514" sldId="307"/>
            <ac:spMk id="19" creationId="{1214ADD2-1773-4F92-44C7-3A15CE7BB40C}"/>
          </ac:spMkLst>
        </pc:spChg>
        <pc:spChg chg="mod">
          <ac:chgData name="Pete Dowty" userId="91aba14b6835b0ae" providerId="LiveId" clId="{660F8803-2738-5EFD-95AE-06E7480F19FB}" dt="2026-06-10T03:38:04.469" v="2786" actId="20577"/>
          <ac:spMkLst>
            <pc:docMk/>
            <pc:sldMk cId="3305435514" sldId="307"/>
            <ac:spMk id="54" creationId="{59134A72-4600-8297-C3D1-C54DE1749960}"/>
          </ac:spMkLst>
        </pc:spChg>
        <pc:spChg chg="mod">
          <ac:chgData name="Pete Dowty" userId="91aba14b6835b0ae" providerId="LiveId" clId="{660F8803-2738-5EFD-95AE-06E7480F19FB}" dt="2026-06-10T03:34:26.068" v="2710" actId="1076"/>
          <ac:spMkLst>
            <pc:docMk/>
            <pc:sldMk cId="3305435514" sldId="307"/>
            <ac:spMk id="55" creationId="{BCC3964D-F192-DA6C-C3EF-8B764DFFA223}"/>
          </ac:spMkLst>
        </pc:spChg>
        <pc:spChg chg="add mod">
          <ac:chgData name="Pete Dowty" userId="91aba14b6835b0ae" providerId="LiveId" clId="{660F8803-2738-5EFD-95AE-06E7480F19FB}" dt="2026-06-10T03:37:46.257" v="2780" actId="1076"/>
          <ac:spMkLst>
            <pc:docMk/>
            <pc:sldMk cId="3305435514" sldId="307"/>
            <ac:spMk id="59" creationId="{37DE94BC-280A-EBAC-D774-C839BBA81670}"/>
          </ac:spMkLst>
        </pc:spChg>
        <pc:spChg chg="add mod">
          <ac:chgData name="Pete Dowty" userId="91aba14b6835b0ae" providerId="LiveId" clId="{660F8803-2738-5EFD-95AE-06E7480F19FB}" dt="2026-06-10T03:37:42.383" v="2779" actId="1076"/>
          <ac:spMkLst>
            <pc:docMk/>
            <pc:sldMk cId="3305435514" sldId="307"/>
            <ac:spMk id="60" creationId="{F2F14059-47C3-D8EE-B6B5-966B4A518B3D}"/>
          </ac:spMkLst>
        </pc:spChg>
        <pc:spChg chg="add mod">
          <ac:chgData name="Pete Dowty" userId="91aba14b6835b0ae" providerId="LiveId" clId="{660F8803-2738-5EFD-95AE-06E7480F19FB}" dt="2026-06-10T03:37:27.945" v="2773" actId="1076"/>
          <ac:spMkLst>
            <pc:docMk/>
            <pc:sldMk cId="3305435514" sldId="307"/>
            <ac:spMk id="61" creationId="{7252B431-5350-6D68-B337-C0B092C059A7}"/>
          </ac:spMkLst>
        </pc:spChg>
        <pc:spChg chg="add mod">
          <ac:chgData name="Pete Dowty" userId="91aba14b6835b0ae" providerId="LiveId" clId="{660F8803-2738-5EFD-95AE-06E7480F19FB}" dt="2026-06-10T03:35:04.498" v="2724" actId="20577"/>
          <ac:spMkLst>
            <pc:docMk/>
            <pc:sldMk cId="3305435514" sldId="307"/>
            <ac:spMk id="62" creationId="{8F49994D-7A6A-E28A-AF1E-15089D2753FB}"/>
          </ac:spMkLst>
        </pc:spChg>
        <pc:spChg chg="add mod">
          <ac:chgData name="Pete Dowty" userId="91aba14b6835b0ae" providerId="LiveId" clId="{660F8803-2738-5EFD-95AE-06E7480F19FB}" dt="2026-06-10T03:38:15.605" v="2787"/>
          <ac:spMkLst>
            <pc:docMk/>
            <pc:sldMk cId="3305435514" sldId="307"/>
            <ac:spMk id="63" creationId="{12B52783-9427-D0A1-C35E-29E8DEA0CE6A}"/>
          </ac:spMkLst>
        </pc:spChg>
        <pc:spChg chg="add mod">
          <ac:chgData name="Pete Dowty" userId="91aba14b6835b0ae" providerId="LiveId" clId="{660F8803-2738-5EFD-95AE-06E7480F19FB}" dt="2026-06-10T03:38:16.204" v="2788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Pete Dowty" userId="91aba14b6835b0ae" providerId="LiveId" clId="{660F8803-2738-5EFD-95AE-06E7480F19FB}" dt="2026-06-10T04:00:06.592" v="2819" actId="1076"/>
          <ac:spMkLst>
            <pc:docMk/>
            <pc:sldMk cId="3305435514" sldId="307"/>
            <ac:spMk id="65" creationId="{4730A5FE-8689-E9B9-85F8-A0C793237DFF}"/>
          </ac:spMkLst>
        </pc:spChg>
        <pc:spChg chg="add mod">
          <ac:chgData name="Pete Dowty" userId="91aba14b6835b0ae" providerId="LiveId" clId="{660F8803-2738-5EFD-95AE-06E7480F19FB}" dt="2026-06-10T03:38:42.114" v="2797" actId="20577"/>
          <ac:spMkLst>
            <pc:docMk/>
            <pc:sldMk cId="3305435514" sldId="307"/>
            <ac:spMk id="66" creationId="{9AFA2AAE-FC6C-DB58-FD31-8796D31ED6A2}"/>
          </ac:spMkLst>
        </pc:spChg>
        <pc:picChg chg="mod">
          <ac:chgData name="Pete Dowty" userId="91aba14b6835b0ae" providerId="LiveId" clId="{660F8803-2738-5EFD-95AE-06E7480F19FB}" dt="2026-06-10T04:00:09.666" v="2821" actId="1076"/>
          <ac:picMkLst>
            <pc:docMk/>
            <pc:sldMk cId="3305435514" sldId="307"/>
            <ac:picMk id="12" creationId="{FFEB0EB2-5612-339D-9A81-7118DD120316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60.png"/><Relationship Id="rId50" Type="http://schemas.openxmlformats.org/officeDocument/2006/relationships/customXml" Target="../ink/ink25.xml"/><Relationship Id="rId7" Type="http://schemas.openxmlformats.org/officeDocument/2006/relationships/image" Target="../media/image401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55.png"/><Relationship Id="rId40" Type="http://schemas.openxmlformats.org/officeDocument/2006/relationships/customXml" Target="../ink/ink20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5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13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50.png"/><Relationship Id="rId30" Type="http://schemas.openxmlformats.org/officeDocument/2006/relationships/customXml" Target="../ink/ink15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6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35.xml"/><Relationship Id="rId26" Type="http://schemas.openxmlformats.org/officeDocument/2006/relationships/customXml" Target="../ink/ink39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43.xml"/><Relationship Id="rId42" Type="http://schemas.openxmlformats.org/officeDocument/2006/relationships/customXml" Target="../ink/ink47.xml"/><Relationship Id="rId47" Type="http://schemas.openxmlformats.org/officeDocument/2006/relationships/image" Target="../media/image86.png"/><Relationship Id="rId50" Type="http://schemas.openxmlformats.org/officeDocument/2006/relationships/customXml" Target="../ink/ink51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27.xml"/><Relationship Id="rId16" Type="http://schemas.openxmlformats.org/officeDocument/2006/relationships/customXml" Target="../ink/ink34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38.xml"/><Relationship Id="rId32" Type="http://schemas.openxmlformats.org/officeDocument/2006/relationships/customXml" Target="../ink/ink42.xml"/><Relationship Id="rId37" Type="http://schemas.openxmlformats.org/officeDocument/2006/relationships/image" Target="../media/image81.png"/><Relationship Id="rId40" Type="http://schemas.openxmlformats.org/officeDocument/2006/relationships/customXml" Target="../ink/ink46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28.xml"/><Relationship Id="rId9" Type="http://schemas.openxmlformats.org/officeDocument/2006/relationships/image" Target="../media/image67.png"/><Relationship Id="rId14" Type="http://schemas.openxmlformats.org/officeDocument/2006/relationships/customXml" Target="../ink/ink33.xml"/><Relationship Id="rId22" Type="http://schemas.openxmlformats.org/officeDocument/2006/relationships/customXml" Target="../ink/ink37.xml"/><Relationship Id="rId27" Type="http://schemas.openxmlformats.org/officeDocument/2006/relationships/image" Target="../media/image76.png"/><Relationship Id="rId30" Type="http://schemas.openxmlformats.org/officeDocument/2006/relationships/customXml" Target="../ink/ink41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50.xml"/><Relationship Id="rId56" Type="http://schemas.openxmlformats.org/officeDocument/2006/relationships/customXml" Target="../ink/ink54.xml"/><Relationship Id="rId8" Type="http://schemas.openxmlformats.org/officeDocument/2006/relationships/customXml" Target="../ink/ink30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32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45.xml"/><Relationship Id="rId46" Type="http://schemas.openxmlformats.org/officeDocument/2006/relationships/customXml" Target="../ink/ink49.xml"/><Relationship Id="rId20" Type="http://schemas.openxmlformats.org/officeDocument/2006/relationships/customXml" Target="../ink/ink36.xml"/><Relationship Id="rId41" Type="http://schemas.openxmlformats.org/officeDocument/2006/relationships/image" Target="../media/image83.png"/><Relationship Id="rId54" Type="http://schemas.openxmlformats.org/officeDocument/2006/relationships/customXml" Target="../ink/ink5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40.xml"/><Relationship Id="rId36" Type="http://schemas.openxmlformats.org/officeDocument/2006/relationships/customXml" Target="../ink/ink44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31.xml"/><Relationship Id="rId31" Type="http://schemas.openxmlformats.org/officeDocument/2006/relationships/image" Target="../media/image78.png"/><Relationship Id="rId44" Type="http://schemas.openxmlformats.org/officeDocument/2006/relationships/customXml" Target="../ink/ink48.xml"/><Relationship Id="rId52" Type="http://schemas.openxmlformats.org/officeDocument/2006/relationships/customXml" Target="../ink/ink5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75.xml"/><Relationship Id="rId84" Type="http://schemas.openxmlformats.org/officeDocument/2006/relationships/customXml" Target="../ink/ink93.xml"/><Relationship Id="rId138" Type="http://schemas.openxmlformats.org/officeDocument/2006/relationships/customXml" Target="../ink/ink120.xml"/><Relationship Id="rId159" Type="http://schemas.openxmlformats.org/officeDocument/2006/relationships/customXml" Target="../ink/ink130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70.xml"/><Relationship Id="rId53" Type="http://schemas.openxmlformats.org/officeDocument/2006/relationships/image" Target="../media/image261.png"/><Relationship Id="rId74" Type="http://schemas.openxmlformats.org/officeDocument/2006/relationships/customXml" Target="../ink/ink88.xml"/><Relationship Id="rId128" Type="http://schemas.openxmlformats.org/officeDocument/2006/relationships/customXml" Target="../ink/ink115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65.xml"/><Relationship Id="rId43" Type="http://schemas.openxmlformats.org/officeDocument/2006/relationships/image" Target="../media/image210.png"/><Relationship Id="rId118" Type="http://schemas.openxmlformats.org/officeDocument/2006/relationships/customXml" Target="../ink/ink110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26.xml"/><Relationship Id="rId12" Type="http://schemas.openxmlformats.org/officeDocument/2006/relationships/customXml" Target="../ink/ink60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73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05.xml"/><Relationship Id="rId124" Type="http://schemas.openxmlformats.org/officeDocument/2006/relationships/customXml" Target="../ink/ink113.xml"/><Relationship Id="rId129" Type="http://schemas.openxmlformats.org/officeDocument/2006/relationships/image" Target="../media/image640.png"/><Relationship Id="rId54" Type="http://schemas.openxmlformats.org/officeDocument/2006/relationships/customXml" Target="../ink/ink81.xml"/><Relationship Id="rId70" Type="http://schemas.openxmlformats.org/officeDocument/2006/relationships/customXml" Target="../ink/ink86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99.xml"/><Relationship Id="rId140" Type="http://schemas.openxmlformats.org/officeDocument/2006/relationships/customXml" Target="../ink/ink121.xml"/><Relationship Id="rId145" Type="http://schemas.openxmlformats.org/officeDocument/2006/relationships/image" Target="../media/image720.png"/><Relationship Id="rId161" Type="http://schemas.openxmlformats.org/officeDocument/2006/relationships/customXml" Target="../ink/ink131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7.xml"/><Relationship Id="rId23" Type="http://schemas.openxmlformats.org/officeDocument/2006/relationships/image" Target="../media/image1111.png"/><Relationship Id="rId28" Type="http://schemas.openxmlformats.org/officeDocument/2006/relationships/customXml" Target="../ink/ink68.xml"/><Relationship Id="rId49" Type="http://schemas.openxmlformats.org/officeDocument/2006/relationships/image" Target="../media/image241.png"/><Relationship Id="rId114" Type="http://schemas.openxmlformats.org/officeDocument/2006/relationships/customXml" Target="../ink/ink108.xml"/><Relationship Id="rId119" Type="http://schemas.openxmlformats.org/officeDocument/2006/relationships/image" Target="../media/image590.png"/><Relationship Id="rId44" Type="http://schemas.openxmlformats.org/officeDocument/2006/relationships/customXml" Target="../ink/ink76.xml"/><Relationship Id="rId60" Type="http://schemas.openxmlformats.org/officeDocument/2006/relationships/customXml" Target="../ink/ink84.xml"/><Relationship Id="rId81" Type="http://schemas.openxmlformats.org/officeDocument/2006/relationships/image" Target="../media/image400.png"/><Relationship Id="rId86" Type="http://schemas.openxmlformats.org/officeDocument/2006/relationships/customXml" Target="../ink/ink94.xml"/><Relationship Id="rId130" Type="http://schemas.openxmlformats.org/officeDocument/2006/relationships/customXml" Target="../ink/ink116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29.xml"/><Relationship Id="rId13" Type="http://schemas.openxmlformats.org/officeDocument/2006/relationships/image" Target="../media/image611.png"/><Relationship Id="rId18" Type="http://schemas.openxmlformats.org/officeDocument/2006/relationships/customXml" Target="../ink/ink63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71.xml"/><Relationship Id="rId50" Type="http://schemas.openxmlformats.org/officeDocument/2006/relationships/customXml" Target="../ink/ink79.xml"/><Relationship Id="rId55" Type="http://schemas.openxmlformats.org/officeDocument/2006/relationships/image" Target="../media/image270.png"/><Relationship Id="rId76" Type="http://schemas.openxmlformats.org/officeDocument/2006/relationships/customXml" Target="../ink/ink89.xml"/><Relationship Id="rId97" Type="http://schemas.openxmlformats.org/officeDocument/2006/relationships/image" Target="../media/image480.png"/><Relationship Id="rId104" Type="http://schemas.openxmlformats.org/officeDocument/2006/relationships/customXml" Target="../ink/ink103.xml"/><Relationship Id="rId120" Type="http://schemas.openxmlformats.org/officeDocument/2006/relationships/customXml" Target="../ink/ink111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24.xml"/><Relationship Id="rId167" Type="http://schemas.openxmlformats.org/officeDocument/2006/relationships/customXml" Target="../ink/ink134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97.xml"/><Relationship Id="rId162" Type="http://schemas.openxmlformats.org/officeDocument/2006/relationships/image" Target="../media/image330.png"/><Relationship Id="rId2" Type="http://schemas.openxmlformats.org/officeDocument/2006/relationships/customXml" Target="../ink/ink55.xml"/><Relationship Id="rId29" Type="http://schemas.openxmlformats.org/officeDocument/2006/relationships/image" Target="../media/image140.png"/><Relationship Id="rId24" Type="http://schemas.openxmlformats.org/officeDocument/2006/relationships/customXml" Target="../ink/ink66.xml"/><Relationship Id="rId40" Type="http://schemas.openxmlformats.org/officeDocument/2006/relationships/customXml" Target="../ink/ink74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06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19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92.xml"/><Relationship Id="rId152" Type="http://schemas.openxmlformats.org/officeDocument/2006/relationships/customXml" Target="../ink/ink127.xml"/><Relationship Id="rId19" Type="http://schemas.openxmlformats.org/officeDocument/2006/relationships/image" Target="../media/image911.png"/><Relationship Id="rId14" Type="http://schemas.openxmlformats.org/officeDocument/2006/relationships/customXml" Target="../ink/ink61.xml"/><Relationship Id="rId30" Type="http://schemas.openxmlformats.org/officeDocument/2006/relationships/customXml" Target="../ink/ink69.xml"/><Relationship Id="rId35" Type="http://schemas.openxmlformats.org/officeDocument/2006/relationships/image" Target="../media/image170.png"/><Relationship Id="rId56" Type="http://schemas.openxmlformats.org/officeDocument/2006/relationships/customXml" Target="../ink/ink82.xml"/><Relationship Id="rId77" Type="http://schemas.openxmlformats.org/officeDocument/2006/relationships/image" Target="../media/image380.png"/><Relationship Id="rId100" Type="http://schemas.openxmlformats.org/officeDocument/2006/relationships/customXml" Target="../ink/ink101.xml"/><Relationship Id="rId105" Type="http://schemas.openxmlformats.org/officeDocument/2006/relationships/image" Target="../media/image520.png"/><Relationship Id="rId126" Type="http://schemas.openxmlformats.org/officeDocument/2006/relationships/customXml" Target="../ink/ink114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58.xml"/><Relationship Id="rId51" Type="http://schemas.openxmlformats.org/officeDocument/2006/relationships/image" Target="../media/image251.png"/><Relationship Id="rId72" Type="http://schemas.openxmlformats.org/officeDocument/2006/relationships/customXml" Target="../ink/ink87.xml"/><Relationship Id="rId93" Type="http://schemas.openxmlformats.org/officeDocument/2006/relationships/image" Target="../media/image460.png"/><Relationship Id="rId98" Type="http://schemas.openxmlformats.org/officeDocument/2006/relationships/customXml" Target="../ink/ink100.xml"/><Relationship Id="rId121" Type="http://schemas.openxmlformats.org/officeDocument/2006/relationships/image" Target="../media/image600.png"/><Relationship Id="rId142" Type="http://schemas.openxmlformats.org/officeDocument/2006/relationships/customXml" Target="../ink/ink122.xml"/><Relationship Id="rId163" Type="http://schemas.openxmlformats.org/officeDocument/2006/relationships/customXml" Target="../ink/ink132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77.xml"/><Relationship Id="rId116" Type="http://schemas.openxmlformats.org/officeDocument/2006/relationships/customXml" Target="../ink/ink109.xml"/><Relationship Id="rId137" Type="http://schemas.openxmlformats.org/officeDocument/2006/relationships/image" Target="../media/image680.png"/><Relationship Id="rId158" Type="http://schemas.openxmlformats.org/officeDocument/2006/relationships/image" Target="../media/image18.png"/><Relationship Id="rId20" Type="http://schemas.openxmlformats.org/officeDocument/2006/relationships/customXml" Target="../ink/ink64.xml"/><Relationship Id="rId41" Type="http://schemas.openxmlformats.org/officeDocument/2006/relationships/image" Target="../media/image200.png"/><Relationship Id="rId62" Type="http://schemas.openxmlformats.org/officeDocument/2006/relationships/customXml" Target="../ink/ink85.xml"/><Relationship Id="rId83" Type="http://schemas.openxmlformats.org/officeDocument/2006/relationships/image" Target="../media/image412.png"/><Relationship Id="rId88" Type="http://schemas.openxmlformats.org/officeDocument/2006/relationships/customXml" Target="../ink/ink95.xml"/><Relationship Id="rId111" Type="http://schemas.openxmlformats.org/officeDocument/2006/relationships/image" Target="../media/image550.png"/><Relationship Id="rId132" Type="http://schemas.openxmlformats.org/officeDocument/2006/relationships/customXml" Target="../ink/ink117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72.xml"/><Relationship Id="rId57" Type="http://schemas.openxmlformats.org/officeDocument/2006/relationships/image" Target="../media/image280.png"/><Relationship Id="rId106" Type="http://schemas.openxmlformats.org/officeDocument/2006/relationships/customXml" Target="../ink/ink104.xml"/><Relationship Id="rId127" Type="http://schemas.openxmlformats.org/officeDocument/2006/relationships/image" Target="../media/image630.png"/><Relationship Id="rId10" Type="http://schemas.openxmlformats.org/officeDocument/2006/relationships/customXml" Target="../ink/ink59.xml"/><Relationship Id="rId31" Type="http://schemas.openxmlformats.org/officeDocument/2006/relationships/image" Target="../media/image150.png"/><Relationship Id="rId52" Type="http://schemas.openxmlformats.org/officeDocument/2006/relationships/customXml" Target="../ink/ink80.xml"/><Relationship Id="rId73" Type="http://schemas.openxmlformats.org/officeDocument/2006/relationships/image" Target="../media/image360.png"/><Relationship Id="rId78" Type="http://schemas.openxmlformats.org/officeDocument/2006/relationships/customXml" Target="../ink/ink90.xml"/><Relationship Id="rId94" Type="http://schemas.openxmlformats.org/officeDocument/2006/relationships/customXml" Target="../ink/ink98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12.xml"/><Relationship Id="rId143" Type="http://schemas.openxmlformats.org/officeDocument/2006/relationships/image" Target="../media/image712.png"/><Relationship Id="rId148" Type="http://schemas.openxmlformats.org/officeDocument/2006/relationships/customXml" Target="../ink/ink125.xml"/><Relationship Id="rId164" Type="http://schemas.openxmlformats.org/officeDocument/2006/relationships/image" Target="../media/image790.png"/><Relationship Id="rId4" Type="http://schemas.openxmlformats.org/officeDocument/2006/relationships/customXml" Target="../ink/ink56.xml"/><Relationship Id="rId9" Type="http://schemas.openxmlformats.org/officeDocument/2006/relationships/image" Target="../media/image411.png"/><Relationship Id="rId26" Type="http://schemas.openxmlformats.org/officeDocument/2006/relationships/customXml" Target="../ink/ink67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07.xml"/><Relationship Id="rId133" Type="http://schemas.openxmlformats.org/officeDocument/2006/relationships/image" Target="../media/image660.png"/><Relationship Id="rId154" Type="http://schemas.openxmlformats.org/officeDocument/2006/relationships/customXml" Target="../ink/ink128.xml"/><Relationship Id="rId16" Type="http://schemas.openxmlformats.org/officeDocument/2006/relationships/customXml" Target="../ink/ink62.xml"/><Relationship Id="rId37" Type="http://schemas.openxmlformats.org/officeDocument/2006/relationships/image" Target="../media/image180.png"/><Relationship Id="rId58" Type="http://schemas.openxmlformats.org/officeDocument/2006/relationships/customXml" Target="../ink/ink83.xml"/><Relationship Id="rId79" Type="http://schemas.openxmlformats.org/officeDocument/2006/relationships/image" Target="../media/image390.png"/><Relationship Id="rId102" Type="http://schemas.openxmlformats.org/officeDocument/2006/relationships/customXml" Target="../ink/ink102.xml"/><Relationship Id="rId123" Type="http://schemas.openxmlformats.org/officeDocument/2006/relationships/image" Target="../media/image612.png"/><Relationship Id="rId144" Type="http://schemas.openxmlformats.org/officeDocument/2006/relationships/customXml" Target="../ink/ink123.xml"/><Relationship Id="rId90" Type="http://schemas.openxmlformats.org/officeDocument/2006/relationships/customXml" Target="../ink/ink96.xml"/><Relationship Id="rId165" Type="http://schemas.openxmlformats.org/officeDocument/2006/relationships/customXml" Target="../ink/ink133.xml"/><Relationship Id="rId27" Type="http://schemas.openxmlformats.org/officeDocument/2006/relationships/image" Target="../media/image134.png"/><Relationship Id="rId48" Type="http://schemas.openxmlformats.org/officeDocument/2006/relationships/customXml" Target="../ink/ink78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18.xml"/><Relationship Id="rId80" Type="http://schemas.openxmlformats.org/officeDocument/2006/relationships/customXml" Target="../ink/ink91.xml"/><Relationship Id="rId155" Type="http://schemas.openxmlformats.org/officeDocument/2006/relationships/image" Target="../media/image770.png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43.xml"/><Relationship Id="rId26" Type="http://schemas.openxmlformats.org/officeDocument/2006/relationships/customXml" Target="../ink/ink147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51.xml"/><Relationship Id="rId42" Type="http://schemas.openxmlformats.org/officeDocument/2006/relationships/customXml" Target="../ink/ink155.xml"/><Relationship Id="rId47" Type="http://schemas.openxmlformats.org/officeDocument/2006/relationships/image" Target="../media/image230.png"/><Relationship Id="rId50" Type="http://schemas.openxmlformats.org/officeDocument/2006/relationships/customXml" Target="../ink/ink159.xml"/><Relationship Id="rId7" Type="http://schemas.openxmlformats.org/officeDocument/2006/relationships/image" Target="../media/image310.png"/><Relationship Id="rId2" Type="http://schemas.openxmlformats.org/officeDocument/2006/relationships/customXml" Target="../ink/ink135.xml"/><Relationship Id="rId16" Type="http://schemas.openxmlformats.org/officeDocument/2006/relationships/customXml" Target="../ink/ink142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46.xml"/><Relationship Id="rId32" Type="http://schemas.openxmlformats.org/officeDocument/2006/relationships/customXml" Target="../ink/ink150.xml"/><Relationship Id="rId37" Type="http://schemas.openxmlformats.org/officeDocument/2006/relationships/image" Target="../media/image181.png"/><Relationship Id="rId40" Type="http://schemas.openxmlformats.org/officeDocument/2006/relationships/customXml" Target="../ink/ink154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39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56.xml"/><Relationship Id="rId52" Type="http://schemas.openxmlformats.org/officeDocument/2006/relationships/customXml" Target="../ink/ink160.xml"/><Relationship Id="rId4" Type="http://schemas.openxmlformats.org/officeDocument/2006/relationships/customXml" Target="../ink/ink136.xml"/><Relationship Id="rId9" Type="http://schemas.openxmlformats.org/officeDocument/2006/relationships/image" Target="../media/image410.png"/><Relationship Id="rId14" Type="http://schemas.openxmlformats.org/officeDocument/2006/relationships/customXml" Target="../ink/ink141.xml"/><Relationship Id="rId22" Type="http://schemas.openxmlformats.org/officeDocument/2006/relationships/customXml" Target="../ink/ink145.xml"/><Relationship Id="rId27" Type="http://schemas.openxmlformats.org/officeDocument/2006/relationships/image" Target="../media/image131.png"/><Relationship Id="rId30" Type="http://schemas.openxmlformats.org/officeDocument/2006/relationships/customXml" Target="../ink/ink149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58.xml"/><Relationship Id="rId8" Type="http://schemas.openxmlformats.org/officeDocument/2006/relationships/customXml" Target="../ink/ink138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40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53.xml"/><Relationship Id="rId46" Type="http://schemas.openxmlformats.org/officeDocument/2006/relationships/customXml" Target="../ink/ink157.xml"/><Relationship Id="rId20" Type="http://schemas.openxmlformats.org/officeDocument/2006/relationships/customXml" Target="../ink/ink144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7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48.xml"/><Relationship Id="rId36" Type="http://schemas.openxmlformats.org/officeDocument/2006/relationships/customXml" Target="../ink/ink152.xml"/><Relationship Id="rId49" Type="http://schemas.openxmlformats.org/officeDocument/2006/relationships/image" Target="../media/image2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66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61.xml"/><Relationship Id="rId21" Type="http://schemas.openxmlformats.org/officeDocument/2006/relationships/customXml" Target="../ink/ink170.xml"/><Relationship Id="rId7" Type="http://schemas.openxmlformats.org/officeDocument/2006/relationships/customXml" Target="../ink/ink163.xml"/><Relationship Id="rId12" Type="http://schemas.openxmlformats.org/officeDocument/2006/relationships/image" Target="../media/image910.png"/><Relationship Id="rId17" Type="http://schemas.openxmlformats.org/officeDocument/2006/relationships/customXml" Target="../ink/ink168.xml"/><Relationship Id="rId25" Type="http://schemas.openxmlformats.org/officeDocument/2006/relationships/customXml" Target="../ink/ink172.xml"/><Relationship Id="rId2" Type="http://schemas.openxmlformats.org/officeDocument/2006/relationships/image" Target="../media/image19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65.xml"/><Relationship Id="rId24" Type="http://schemas.openxmlformats.org/officeDocument/2006/relationships/image" Target="../media/image980.png"/><Relationship Id="rId5" Type="http://schemas.openxmlformats.org/officeDocument/2006/relationships/customXml" Target="../ink/ink162.xml"/><Relationship Id="rId15" Type="http://schemas.openxmlformats.org/officeDocument/2006/relationships/customXml" Target="../ink/ink167.xml"/><Relationship Id="rId23" Type="http://schemas.openxmlformats.org/officeDocument/2006/relationships/customXml" Target="../ink/ink171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169.xml"/><Relationship Id="rId4" Type="http://schemas.openxmlformats.org/officeDocument/2006/relationships/image" Target="../media/image870.png"/><Relationship Id="rId9" Type="http://schemas.openxmlformats.org/officeDocument/2006/relationships/customXml" Target="../ink/ink164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7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tiff"/><Relationship Id="rId7" Type="http://schemas.openxmlformats.org/officeDocument/2006/relationships/image" Target="../media/image41.tiff"/><Relationship Id="rId2" Type="http://schemas.openxmlformats.org/officeDocument/2006/relationships/image" Target="../media/image36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tiff"/><Relationship Id="rId5" Type="http://schemas.openxmlformats.org/officeDocument/2006/relationships/image" Target="../media/image39.tiff"/><Relationship Id="rId4" Type="http://schemas.openxmlformats.org/officeDocument/2006/relationships/image" Target="../media/image38.tiff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6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98.png"/><Relationship Id="rId7" Type="http://schemas.openxmlformats.org/officeDocument/2006/relationships/image" Target="../media/image103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9ECB2-453E-0440-65C6-463FD2F97B26}"/>
              </a:ext>
            </a:extLst>
          </p:cNvPr>
          <p:cNvSpPr txBox="1"/>
          <p:nvPr/>
        </p:nvSpPr>
        <p:spPr>
          <a:xfrm>
            <a:off x="830510" y="453006"/>
            <a:ext cx="1102750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stop point</a:t>
            </a:r>
          </a:p>
          <a:p>
            <a:endParaRPr lang="en-US" dirty="0"/>
          </a:p>
          <a:p>
            <a:r>
              <a:rPr lang="en-US" sz="1600" dirty="0"/>
              <a:t>starting line 90 in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create_sankey.r</a:t>
            </a:r>
            <a:endParaRPr lang="en-US" sz="1600" dirty="0"/>
          </a:p>
          <a:p>
            <a:r>
              <a:rPr lang="en-US" sz="1600" dirty="0" err="1"/>
              <a:t>gps_summary_to_plt</a:t>
            </a:r>
            <a:r>
              <a:rPr lang="en-US" sz="1600" dirty="0"/>
              <a:t> : the problem is already present here.  All polygon plantings have 4 </a:t>
            </a:r>
            <a:r>
              <a:rPr lang="en-US" sz="1600" dirty="0" err="1"/>
              <a:t>gps</a:t>
            </a:r>
            <a:r>
              <a:rPr lang="en-US" sz="1600" dirty="0"/>
              <a:t> points.</a:t>
            </a:r>
          </a:p>
          <a:p>
            <a:endParaRPr lang="en-US" sz="1600" dirty="0"/>
          </a:p>
          <a:p>
            <a:r>
              <a:rPr lang="en-US" sz="1600" dirty="0"/>
              <a:t>Where are the 2 and 3-point polygons addressed?</a:t>
            </a:r>
          </a:p>
          <a:p>
            <a:endParaRPr lang="en-US" sz="1600" dirty="0"/>
          </a:p>
          <a:p>
            <a:r>
              <a:rPr lang="en-US" sz="1600" dirty="0"/>
              <a:t>Trace why the difference between the summary with 2- and 3-pt polys, and </a:t>
            </a:r>
            <a:r>
              <a:rPr lang="en-US" sz="1600" dirty="0" err="1"/>
              <a:t>gps_summary_to_plt</a:t>
            </a:r>
            <a:r>
              <a:rPr lang="en-US" sz="1600" dirty="0"/>
              <a:t> which only has 4-pt.</a:t>
            </a:r>
          </a:p>
        </p:txBody>
      </p: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accent3"/>
                </a:solidFill>
              </a:rPr>
              <a:t>160</a:t>
            </a:r>
          </a:p>
          <a:p>
            <a:pPr algn="r"/>
            <a:r>
              <a:rPr lang="en-US" sz="1000" dirty="0">
                <a:solidFill>
                  <a:schemeClr val="accent3"/>
                </a:solidFill>
              </a:rPr>
              <a:t>good + multiple coords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C00000"/>
                </a:solidFill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969ED4-E8BD-8D3F-AC22-8C3FB52280FB}"/>
              </a:ext>
            </a:extLst>
          </p:cNvPr>
          <p:cNvSpPr txBox="1"/>
          <p:nvPr/>
        </p:nvSpPr>
        <p:spPr>
          <a:xfrm>
            <a:off x="8684351" y="4220194"/>
            <a:ext cx="6638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accent3"/>
                </a:solidFill>
              </a:rPr>
              <a:t>13</a:t>
            </a:r>
          </a:p>
        </p:txBody>
      </p:sp>
      <p:sp>
        <p:nvSpPr>
          <p:cNvPr id="32" name="Left Bracket 31">
            <a:extLst>
              <a:ext uri="{FF2B5EF4-FFF2-40B4-BE49-F238E27FC236}">
                <a16:creationId xmlns:a16="http://schemas.microsoft.com/office/drawing/2014/main" id="{575152F1-E16B-9565-20AB-33CE5AB1A6D2}"/>
              </a:ext>
            </a:extLst>
          </p:cNvPr>
          <p:cNvSpPr/>
          <p:nvPr/>
        </p:nvSpPr>
        <p:spPr>
          <a:xfrm>
            <a:off x="9280486" y="3852264"/>
            <a:ext cx="85919" cy="104721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9D682C-6FA4-C118-6CCC-7AA383946C17}"/>
              </a:ext>
            </a:extLst>
          </p:cNvPr>
          <p:cNvSpPr txBox="1"/>
          <p:nvPr/>
        </p:nvSpPr>
        <p:spPr>
          <a:xfrm>
            <a:off x="9708581" y="4077551"/>
            <a:ext cx="39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?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4DAC9AC-149A-4CAB-CCF8-87F370E9B1C7}"/>
              </a:ext>
            </a:extLst>
          </p:cNvPr>
          <p:cNvCxnSpPr>
            <a:stCxn id="33" idx="1"/>
            <a:endCxn id="31" idx="3"/>
          </p:cNvCxnSpPr>
          <p:nvPr/>
        </p:nvCxnSpPr>
        <p:spPr>
          <a:xfrm flipH="1">
            <a:off x="9348187" y="4262217"/>
            <a:ext cx="360394" cy="810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329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represented as points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locations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 GPS 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GPS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2241170" y="4165721"/>
            <a:ext cx="57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969ED4-E8BD-8D3F-AC22-8C3FB52280FB}"/>
              </a:ext>
            </a:extLst>
          </p:cNvPr>
          <p:cNvSpPr txBox="1"/>
          <p:nvPr/>
        </p:nvSpPr>
        <p:spPr>
          <a:xfrm>
            <a:off x="8684351" y="4220194"/>
            <a:ext cx="6638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13</a:t>
            </a:r>
          </a:p>
        </p:txBody>
      </p:sp>
      <p:sp>
        <p:nvSpPr>
          <p:cNvPr id="32" name="Left Bracket 31">
            <a:extLst>
              <a:ext uri="{FF2B5EF4-FFF2-40B4-BE49-F238E27FC236}">
                <a16:creationId xmlns:a16="http://schemas.microsoft.com/office/drawing/2014/main" id="{575152F1-E16B-9565-20AB-33CE5AB1A6D2}"/>
              </a:ext>
            </a:extLst>
          </p:cNvPr>
          <p:cNvSpPr/>
          <p:nvPr/>
        </p:nvSpPr>
        <p:spPr>
          <a:xfrm>
            <a:off x="9280486" y="3852264"/>
            <a:ext cx="85919" cy="104721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9D682C-6FA4-C118-6CCC-7AA383946C17}"/>
              </a:ext>
            </a:extLst>
          </p:cNvPr>
          <p:cNvSpPr txBox="1"/>
          <p:nvPr/>
        </p:nvSpPr>
        <p:spPr>
          <a:xfrm>
            <a:off x="9708581" y="4077551"/>
            <a:ext cx="39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?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4DAC9AC-149A-4CAB-CCF8-87F370E9B1C7}"/>
              </a:ext>
            </a:extLst>
          </p:cNvPr>
          <p:cNvCxnSpPr>
            <a:stCxn id="33" idx="1"/>
            <a:endCxn id="31" idx="3"/>
          </p:cNvCxnSpPr>
          <p:nvPr/>
        </p:nvCxnSpPr>
        <p:spPr>
          <a:xfrm flipH="1">
            <a:off x="9348187" y="4262217"/>
            <a:ext cx="360394" cy="810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958537F-4CAD-08C0-A584-D9702C695F80}"/>
              </a:ext>
            </a:extLst>
          </p:cNvPr>
          <p:cNvSpPr txBox="1"/>
          <p:nvPr/>
        </p:nvSpPr>
        <p:spPr>
          <a:xfrm>
            <a:off x="2241858" y="5594599"/>
            <a:ext cx="573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DAA6AB-F13E-BE9E-4102-214418F73107}"/>
              </a:ext>
            </a:extLst>
          </p:cNvPr>
          <p:cNvSpPr txBox="1"/>
          <p:nvPr/>
        </p:nvSpPr>
        <p:spPr>
          <a:xfrm>
            <a:off x="2264572" y="6400420"/>
            <a:ext cx="52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3BB142-475C-95F4-6F74-EEE5D176A453}"/>
              </a:ext>
            </a:extLst>
          </p:cNvPr>
          <p:cNvSpPr txBox="1"/>
          <p:nvPr/>
        </p:nvSpPr>
        <p:spPr>
          <a:xfrm>
            <a:off x="11365764" y="51666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E2A087-18B9-077A-259B-6A512DA08C24}"/>
              </a:ext>
            </a:extLst>
          </p:cNvPr>
          <p:cNvSpPr txBox="1"/>
          <p:nvPr/>
        </p:nvSpPr>
        <p:spPr>
          <a:xfrm>
            <a:off x="11518164" y="53190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72F8BB-4F40-1666-A868-0FCA4DB1E0A3}"/>
              </a:ext>
            </a:extLst>
          </p:cNvPr>
          <p:cNvSpPr txBox="1"/>
          <p:nvPr/>
        </p:nvSpPr>
        <p:spPr>
          <a:xfrm>
            <a:off x="11670564" y="54714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1BA45-7D37-E1F6-5684-5F9F487117D3}"/>
              </a:ext>
            </a:extLst>
          </p:cNvPr>
          <p:cNvSpPr txBox="1"/>
          <p:nvPr/>
        </p:nvSpPr>
        <p:spPr>
          <a:xfrm>
            <a:off x="2231471" y="1687830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79C16F-DC51-658F-C869-1E496D604E73}"/>
              </a:ext>
            </a:extLst>
          </p:cNvPr>
          <p:cNvSpPr txBox="1"/>
          <p:nvPr/>
        </p:nvSpPr>
        <p:spPr>
          <a:xfrm>
            <a:off x="3522789" y="111272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0A76BD-669F-8787-EF67-2D30FF1634A9}"/>
              </a:ext>
            </a:extLst>
          </p:cNvPr>
          <p:cNvSpPr txBox="1"/>
          <p:nvPr/>
        </p:nvSpPr>
        <p:spPr>
          <a:xfrm>
            <a:off x="3522789" y="409281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58BC1-413B-F09A-DD03-AA1D02B0C702}"/>
              </a:ext>
            </a:extLst>
          </p:cNvPr>
          <p:cNvSpPr txBox="1"/>
          <p:nvPr/>
        </p:nvSpPr>
        <p:spPr>
          <a:xfrm>
            <a:off x="3522789" y="507137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D41E4D-0F41-D7D9-F382-90BB28433928}"/>
              </a:ext>
            </a:extLst>
          </p:cNvPr>
          <p:cNvSpPr txBox="1"/>
          <p:nvPr/>
        </p:nvSpPr>
        <p:spPr>
          <a:xfrm>
            <a:off x="3498800" y="5923365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D065C-CC6D-4878-9FF9-651DDC49322C}"/>
              </a:ext>
            </a:extLst>
          </p:cNvPr>
          <p:cNvSpPr txBox="1"/>
          <p:nvPr/>
        </p:nvSpPr>
        <p:spPr>
          <a:xfrm>
            <a:off x="-91467" y="2548638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3B89BC-0F3B-C309-7002-5968DEE2BBC8}"/>
              </a:ext>
            </a:extLst>
          </p:cNvPr>
          <p:cNvSpPr txBox="1"/>
          <p:nvPr/>
        </p:nvSpPr>
        <p:spPr>
          <a:xfrm>
            <a:off x="4676527" y="5055990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13 (2)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206222-121F-54EE-D554-B1C8EE38B833}"/>
              </a:ext>
            </a:extLst>
          </p:cNvPr>
          <p:cNvSpPr txBox="1"/>
          <p:nvPr/>
        </p:nvSpPr>
        <p:spPr>
          <a:xfrm>
            <a:off x="4878583" y="4514696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E2FF4A-A1A9-758D-41A5-2D4FFB56C632}"/>
              </a:ext>
            </a:extLst>
          </p:cNvPr>
          <p:cNvSpPr txBox="1"/>
          <p:nvPr/>
        </p:nvSpPr>
        <p:spPr>
          <a:xfrm>
            <a:off x="4825436" y="4062162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944EF3-FCFB-7F3B-7CAF-7F4DB9D73F34}"/>
              </a:ext>
            </a:extLst>
          </p:cNvPr>
          <p:cNvSpPr txBox="1"/>
          <p:nvPr/>
        </p:nvSpPr>
        <p:spPr>
          <a:xfrm>
            <a:off x="4855715" y="3452154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0DC6B2-F5CB-A509-86D0-CF63F4038A49}"/>
              </a:ext>
            </a:extLst>
          </p:cNvPr>
          <p:cNvSpPr txBox="1"/>
          <p:nvPr/>
        </p:nvSpPr>
        <p:spPr>
          <a:xfrm>
            <a:off x="4878583" y="125391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D54745-830A-3AFB-1CF9-DFC0E2B7804E}"/>
              </a:ext>
            </a:extLst>
          </p:cNvPr>
          <p:cNvSpPr txBox="1"/>
          <p:nvPr/>
        </p:nvSpPr>
        <p:spPr>
          <a:xfrm>
            <a:off x="4699395" y="527880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14 (1)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7D3795-F786-143B-3172-513E35972903}"/>
              </a:ext>
            </a:extLst>
          </p:cNvPr>
          <p:cNvSpPr txBox="1"/>
          <p:nvPr/>
        </p:nvSpPr>
        <p:spPr>
          <a:xfrm>
            <a:off x="4699395" y="550197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15 (9)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134A72-4600-8297-C3D1-C54DE1749960}"/>
              </a:ext>
            </a:extLst>
          </p:cNvPr>
          <p:cNvSpPr txBox="1"/>
          <p:nvPr/>
        </p:nvSpPr>
        <p:spPr>
          <a:xfrm>
            <a:off x="6211602" y="4960349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3964D-F192-DA6C-C3EF-8B764DFFA223}"/>
              </a:ext>
            </a:extLst>
          </p:cNvPr>
          <p:cNvSpPr txBox="1"/>
          <p:nvPr/>
        </p:nvSpPr>
        <p:spPr>
          <a:xfrm>
            <a:off x="6195913" y="335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BB496F-2311-3FD9-7EF0-9D697A757B23}"/>
              </a:ext>
            </a:extLst>
          </p:cNvPr>
          <p:cNvSpPr txBox="1"/>
          <p:nvPr/>
        </p:nvSpPr>
        <p:spPr>
          <a:xfrm>
            <a:off x="6188366" y="194852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453363-4774-446E-2F24-4F1F2D2F0CBF}"/>
              </a:ext>
            </a:extLst>
          </p:cNvPr>
          <p:cNvSpPr txBox="1"/>
          <p:nvPr/>
        </p:nvSpPr>
        <p:spPr>
          <a:xfrm>
            <a:off x="4803705" y="615691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2B3622-B13E-CE05-3A8C-A715FC836CDC}"/>
              </a:ext>
            </a:extLst>
          </p:cNvPr>
          <p:cNvSpPr txBox="1"/>
          <p:nvPr/>
        </p:nvSpPr>
        <p:spPr>
          <a:xfrm>
            <a:off x="4846639" y="583519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DE94BC-280A-EBAC-D774-C839BBA81670}"/>
              </a:ext>
            </a:extLst>
          </p:cNvPr>
          <p:cNvSpPr txBox="1"/>
          <p:nvPr/>
        </p:nvSpPr>
        <p:spPr>
          <a:xfrm>
            <a:off x="6179213" y="466858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9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F14059-47C3-D8EE-B6B5-966B4A518B3D}"/>
              </a:ext>
            </a:extLst>
          </p:cNvPr>
          <p:cNvSpPr txBox="1"/>
          <p:nvPr/>
        </p:nvSpPr>
        <p:spPr>
          <a:xfrm>
            <a:off x="6034039" y="4505127"/>
            <a:ext cx="7812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22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52B431-5350-6D68-B337-C0B092C059A7}"/>
              </a:ext>
            </a:extLst>
          </p:cNvPr>
          <p:cNvSpPr txBox="1"/>
          <p:nvPr/>
        </p:nvSpPr>
        <p:spPr>
          <a:xfrm>
            <a:off x="6169495" y="4327305"/>
            <a:ext cx="6375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21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(2)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49994D-7A6A-E28A-AF1E-15089D2753FB}"/>
              </a:ext>
            </a:extLst>
          </p:cNvPr>
          <p:cNvSpPr txBox="1"/>
          <p:nvPr/>
        </p:nvSpPr>
        <p:spPr>
          <a:xfrm>
            <a:off x="6199013" y="396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B52783-9427-D0A1-C35E-29E8DEA0CE6A}"/>
              </a:ext>
            </a:extLst>
          </p:cNvPr>
          <p:cNvSpPr txBox="1"/>
          <p:nvPr/>
        </p:nvSpPr>
        <p:spPr>
          <a:xfrm>
            <a:off x="60933" y="2701038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82AF93-8FD0-F2F5-67EA-B02CF93C9CF2}"/>
              </a:ext>
            </a:extLst>
          </p:cNvPr>
          <p:cNvSpPr txBox="1"/>
          <p:nvPr/>
        </p:nvSpPr>
        <p:spPr>
          <a:xfrm>
            <a:off x="213333" y="2853438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30A5FE-8689-E9B9-85F8-A0C793237DFF}"/>
              </a:ext>
            </a:extLst>
          </p:cNvPr>
          <p:cNvSpPr txBox="1"/>
          <p:nvPr/>
        </p:nvSpPr>
        <p:spPr>
          <a:xfrm>
            <a:off x="6156983" y="612613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26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latin typeface="Aptos" panose="02110004020202020204"/>
              </a:rPr>
              <a:t>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90500">
                  <a:schemeClr val="bg1"/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FA2AAE-FC6C-DB58-FD31-8796D31ED6A2}"/>
              </a:ext>
            </a:extLst>
          </p:cNvPr>
          <p:cNvSpPr txBox="1"/>
          <p:nvPr/>
        </p:nvSpPr>
        <p:spPr>
          <a:xfrm>
            <a:off x="6182162" y="565044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305435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1478943" y="1152938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3244133" y="1152937"/>
            <a:ext cx="190831" cy="14904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739514" y="1572037"/>
            <a:ext cx="1154419" cy="984885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  <a:p>
            <a:endParaRPr lang="en-US" sz="800" dirty="0">
              <a:solidFill>
                <a:srgbClr val="C00000"/>
              </a:solidFill>
            </a:endParaRPr>
          </a:p>
          <a:p>
            <a:r>
              <a:rPr lang="en-US" sz="800" dirty="0">
                <a:solidFill>
                  <a:srgbClr val="C00000"/>
                </a:solidFill>
              </a:rPr>
              <a:t>(before 5 no-coord planting records are rehabilitated)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3513980" y="1200915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3241147" y="2873360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3513978" y="272117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77E233-1CD0-61B8-1978-81A4899596BC}"/>
              </a:ext>
            </a:extLst>
          </p:cNvPr>
          <p:cNvSpPr txBox="1"/>
          <p:nvPr/>
        </p:nvSpPr>
        <p:spPr>
          <a:xfrm>
            <a:off x="1128745" y="3097995"/>
            <a:ext cx="176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dim(</a:t>
            </a:r>
            <a:r>
              <a:rPr lang="en-US" sz="1000" dirty="0" err="1"/>
              <a:t>planting_locations</a:t>
            </a:r>
            <a:r>
              <a:rPr lang="en-US" sz="1000" dirty="0"/>
              <a:t>) = [160, 7]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3241147" y="3231326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3513979" y="318277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AD711A-C1D8-6EEC-CA13-8A7C2367A025}"/>
              </a:ext>
            </a:extLst>
          </p:cNvPr>
          <p:cNvSpPr txBox="1"/>
          <p:nvPr/>
        </p:nvSpPr>
        <p:spPr>
          <a:xfrm>
            <a:off x="1143000" y="625288"/>
            <a:ext cx="54191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get elevation categories to agree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ArcGIS Pro - restoration areas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evaluate spatial usefulness from last release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review Python code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replicate Python code with sf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donor site tables</a:t>
            </a:r>
          </a:p>
        </p:txBody>
      </p:sp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16941</TotalTime>
  <Words>3635</Words>
  <Application>Microsoft Macintosh PowerPoint</Application>
  <PresentationFormat>Widescreen</PresentationFormat>
  <Paragraphs>877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8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2026-06-10T04:00:16Z</dcterms:modified>
  <cp:category/>
</cp:coreProperties>
</file>