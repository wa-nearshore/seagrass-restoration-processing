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84" r:id="rId4"/>
    <p:sldId id="273" r:id="rId5"/>
    <p:sldId id="271" r:id="rId6"/>
    <p:sldId id="272" r:id="rId7"/>
    <p:sldId id="276" r:id="rId8"/>
    <p:sldId id="277" r:id="rId9"/>
    <p:sldId id="274" r:id="rId10"/>
    <p:sldId id="278" r:id="rId11"/>
    <p:sldId id="280" r:id="rId12"/>
    <p:sldId id="281" r:id="rId13"/>
    <p:sldId id="282" r:id="rId14"/>
    <p:sldId id="285" r:id="rId15"/>
    <p:sldId id="275" r:id="rId16"/>
    <p:sldId id="270" r:id="rId17"/>
    <p:sldId id="265" r:id="rId18"/>
    <p:sldId id="268" r:id="rId19"/>
    <p:sldId id="269" r:id="rId20"/>
    <p:sldId id="267" r:id="rId21"/>
    <p:sldId id="266" r:id="rId22"/>
    <p:sldId id="257" r:id="rId23"/>
    <p:sldId id="258" r:id="rId24"/>
    <p:sldId id="259" r:id="rId25"/>
    <p:sldId id="260" r:id="rId26"/>
    <p:sldId id="261" r:id="rId27"/>
    <p:sldId id="262" r:id="rId28"/>
    <p:sldId id="263" r:id="rId29"/>
    <p:sldId id="264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4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9DAC7"/>
    <a:srgbClr val="FF8585"/>
    <a:srgbClr val="FCEDE4"/>
    <a:srgbClr val="DCEEF5"/>
    <a:srgbClr val="DBF0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931DA2-A1BB-D849-9D0E-D4685976966C}" v="36" dt="2026-05-03T18:27:22.4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43" autoAdjust="0"/>
    <p:restoredTop sz="96182" autoAdjust="0"/>
  </p:normalViewPr>
  <p:slideViewPr>
    <p:cSldViewPr snapToGrid="0">
      <p:cViewPr varScale="1">
        <p:scale>
          <a:sx n="121" d="100"/>
          <a:sy n="121" d="100"/>
        </p:scale>
        <p:origin x="168" y="880"/>
      </p:cViewPr>
      <p:guideLst>
        <p:guide orient="horz" pos="24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5-03T18:27:32.963" v="2576" actId="1076"/>
      <pc:docMkLst>
        <pc:docMk/>
      </pc:docMkLst>
      <pc:sldChg chg="delSp del mod">
        <pc:chgData name="DOWTY, PETER (DNR)" userId="01cf875a-4e15-4928-8f93-7a0dfa1efb6b" providerId="ADAL" clId="{660F8803-2738-5EFD-95AE-06E7480F19FB}" dt="2026-05-03T03:50:53.704" v="1096" actId="2696"/>
        <pc:sldMkLst>
          <pc:docMk/>
          <pc:sldMk cId="3398601969" sldId="279"/>
        </pc:sldMkLst>
        <pc:spChg chg="del">
          <ac:chgData name="DOWTY, PETER (DNR)" userId="01cf875a-4e15-4928-8f93-7a0dfa1efb6b" providerId="ADAL" clId="{660F8803-2738-5EFD-95AE-06E7480F19FB}" dt="2026-05-03T03:50:27.524" v="1091" actId="21"/>
          <ac:spMkLst>
            <pc:docMk/>
            <pc:sldMk cId="3398601969" sldId="279"/>
            <ac:spMk id="2" creationId="{634CCA94-F860-790A-0C8E-1B54130D0DDF}"/>
          </ac:spMkLst>
        </pc:spChg>
      </pc:sldChg>
      <pc:sldChg chg="modSp mod">
        <pc:chgData name="DOWTY, PETER (DNR)" userId="01cf875a-4e15-4928-8f93-7a0dfa1efb6b" providerId="ADAL" clId="{660F8803-2738-5EFD-95AE-06E7480F19FB}" dt="2026-05-03T03:53:53.442" v="1103" actId="20577"/>
        <pc:sldMkLst>
          <pc:docMk/>
          <pc:sldMk cId="2532653130" sldId="281"/>
        </pc:sldMkLst>
        <pc:spChg chg="mod">
          <ac:chgData name="DOWTY, PETER (DNR)" userId="01cf875a-4e15-4928-8f93-7a0dfa1efb6b" providerId="ADAL" clId="{660F8803-2738-5EFD-95AE-06E7480F19FB}" dt="2026-05-03T03:53:53.442" v="1103" actId="20577"/>
          <ac:spMkLst>
            <pc:docMk/>
            <pc:sldMk cId="2532653130" sldId="281"/>
            <ac:spMk id="6" creationId="{B907219E-D75C-A8B8-DF44-7E3A43177CDE}"/>
          </ac:spMkLst>
        </pc:spChg>
      </pc:sldChg>
      <pc:sldChg chg="addSp modSp mod">
        <pc:chgData name="DOWTY, PETER (DNR)" userId="01cf875a-4e15-4928-8f93-7a0dfa1efb6b" providerId="ADAL" clId="{660F8803-2738-5EFD-95AE-06E7480F19FB}" dt="2026-05-02T14:41:10.039" v="1009" actId="20577"/>
        <pc:sldMkLst>
          <pc:docMk/>
          <pc:sldMk cId="1604616895" sldId="282"/>
        </pc:sldMkLst>
        <pc:spChg chg="add mod">
          <ac:chgData name="DOWTY, PETER (DNR)" userId="01cf875a-4e15-4928-8f93-7a0dfa1efb6b" providerId="ADAL" clId="{660F8803-2738-5EFD-95AE-06E7480F19FB}" dt="2026-05-02T14:41:10.039" v="1009" actId="20577"/>
          <ac:spMkLst>
            <pc:docMk/>
            <pc:sldMk cId="1604616895" sldId="282"/>
            <ac:spMk id="16" creationId="{36573C9A-28BB-0DDB-C716-B47D29694DD0}"/>
          </ac:spMkLst>
        </pc:spChg>
      </pc:sldChg>
      <pc:sldChg chg="addSp modSp mod">
        <pc:chgData name="DOWTY, PETER (DNR)" userId="01cf875a-4e15-4928-8f93-7a0dfa1efb6b" providerId="ADAL" clId="{660F8803-2738-5EFD-95AE-06E7480F19FB}" dt="2026-05-03T04:39:14.576" v="2266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660F8803-2738-5EFD-95AE-06E7480F19FB}" dt="2026-05-03T04:39:14.576" v="2266" actId="20577"/>
          <ac:spMkLst>
            <pc:docMk/>
            <pc:sldMk cId="1689912192" sldId="283"/>
            <ac:spMk id="2" creationId="{C67B1F44-604B-548A-B449-4448345FC7D0}"/>
          </ac:spMkLst>
        </pc:spChg>
        <pc:spChg chg="add mod">
          <ac:chgData name="DOWTY, PETER (DNR)" userId="01cf875a-4e15-4928-8f93-7a0dfa1efb6b" providerId="ADAL" clId="{660F8803-2738-5EFD-95AE-06E7480F19FB}" dt="2026-05-03T03:50:43.348" v="1095" actId="404"/>
          <ac:spMkLst>
            <pc:docMk/>
            <pc:sldMk cId="1689912192" sldId="283"/>
            <ac:spMk id="3" creationId="{A7344F54-C7AF-86C7-9C43-2B16D0B595C7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5-03T18:27:32.963" v="2576" actId="1076"/>
        <pc:sldMkLst>
          <pc:docMk/>
          <pc:sldMk cId="3033079533" sldId="284"/>
        </pc:sldMkLst>
        <pc:spChg chg="del">
          <ac:chgData name="DOWTY, PETER (DNR)" userId="01cf875a-4e15-4928-8f93-7a0dfa1efb6b" providerId="ADAL" clId="{660F8803-2738-5EFD-95AE-06E7480F19FB}" dt="2026-05-03T13:58:38.291" v="2267" actId="478"/>
          <ac:spMkLst>
            <pc:docMk/>
            <pc:sldMk cId="3033079533" sldId="284"/>
            <ac:spMk id="2" creationId="{4B6D3F91-E5FC-2BDC-B283-AD29E4AA4C5B}"/>
          </ac:spMkLst>
        </pc:spChg>
        <pc:spChg chg="add mod">
          <ac:chgData name="DOWTY, PETER (DNR)" userId="01cf875a-4e15-4928-8f93-7a0dfa1efb6b" providerId="ADAL" clId="{660F8803-2738-5EFD-95AE-06E7480F19FB}" dt="2026-05-03T14:38:30.748" v="2548" actId="1076"/>
          <ac:spMkLst>
            <pc:docMk/>
            <pc:sldMk cId="3033079533" sldId="284"/>
            <ac:spMk id="3" creationId="{F71A677C-3FA3-76D3-3133-A2596D1D40BF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4" creationId="{EC918C2C-6333-40F1-A4B4-F93CAF543DC6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5" creationId="{256F4C86-65E1-27DB-2B20-1E4E19092C8B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6" creationId="{9AB0CAD2-7B5B-D303-CA00-8970CA423417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7" creationId="{ED33DA55-CD44-FF6F-C219-361E51C44DC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8" creationId="{45F1DE8D-2634-DE88-699C-5E5C82B53CB4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9" creationId="{316A2CA4-13C8-AA8F-952C-692DD3CB2043}"/>
          </ac:spMkLst>
        </pc:spChg>
        <pc:spChg chg="add mod">
          <ac:chgData name="DOWTY, PETER (DNR)" userId="01cf875a-4e15-4928-8f93-7a0dfa1efb6b" providerId="ADAL" clId="{660F8803-2738-5EFD-95AE-06E7480F19FB}" dt="2026-05-03T14:34:28.768" v="2504" actId="404"/>
          <ac:spMkLst>
            <pc:docMk/>
            <pc:sldMk cId="3033079533" sldId="284"/>
            <ac:spMk id="10" creationId="{CB716A90-792D-91B5-8276-A69537C932FA}"/>
          </ac:spMkLst>
        </pc:spChg>
        <pc:spChg chg="add mod">
          <ac:chgData name="DOWTY, PETER (DNR)" userId="01cf875a-4e15-4928-8f93-7a0dfa1efb6b" providerId="ADAL" clId="{660F8803-2738-5EFD-95AE-06E7480F19FB}" dt="2026-05-03T14:30:45.005" v="2501" actId="404"/>
          <ac:spMkLst>
            <pc:docMk/>
            <pc:sldMk cId="3033079533" sldId="284"/>
            <ac:spMk id="11" creationId="{BD5C7C96-B957-0EA5-CAE2-8DF8FA89CCE3}"/>
          </ac:spMkLst>
        </pc:spChg>
        <pc:spChg chg="add mod">
          <ac:chgData name="DOWTY, PETER (DNR)" userId="01cf875a-4e15-4928-8f93-7a0dfa1efb6b" providerId="ADAL" clId="{660F8803-2738-5EFD-95AE-06E7480F19FB}" dt="2026-05-03T18:27:32.963" v="2576" actId="1076"/>
          <ac:spMkLst>
            <pc:docMk/>
            <pc:sldMk cId="3033079533" sldId="284"/>
            <ac:spMk id="12" creationId="{BD548582-6685-4403-E50B-63056072FB42}"/>
          </ac:spMkLst>
        </pc:spChg>
        <pc:spChg chg="add mod">
          <ac:chgData name="DOWTY, PETER (DNR)" userId="01cf875a-4e15-4928-8f93-7a0dfa1efb6b" providerId="ADAL" clId="{660F8803-2738-5EFD-95AE-06E7480F19FB}" dt="2026-05-03T14:35:57.512" v="2521" actId="1076"/>
          <ac:spMkLst>
            <pc:docMk/>
            <pc:sldMk cId="3033079533" sldId="284"/>
            <ac:spMk id="13" creationId="{64A0DC9E-581A-0713-6BA8-2112CF9A4098}"/>
          </ac:spMkLst>
        </pc:spChg>
        <pc:spChg chg="add mod">
          <ac:chgData name="DOWTY, PETER (DNR)" userId="01cf875a-4e15-4928-8f93-7a0dfa1efb6b" providerId="ADAL" clId="{660F8803-2738-5EFD-95AE-06E7480F19FB}" dt="2026-05-03T14:36:13.681" v="2536" actId="1076"/>
          <ac:spMkLst>
            <pc:docMk/>
            <pc:sldMk cId="3033079533" sldId="284"/>
            <ac:spMk id="14" creationId="{5C41D013-FB66-D954-A8F7-8B79ED1E7CF1}"/>
          </ac:spMkLst>
        </pc:spChg>
        <pc:spChg chg="add mod">
          <ac:chgData name="DOWTY, PETER (DNR)" userId="01cf875a-4e15-4928-8f93-7a0dfa1efb6b" providerId="ADAL" clId="{660F8803-2738-5EFD-95AE-06E7480F19FB}" dt="2026-05-03T14:36:07.990" v="2534" actId="14100"/>
          <ac:spMkLst>
            <pc:docMk/>
            <pc:sldMk cId="3033079533" sldId="284"/>
            <ac:spMk id="15" creationId="{29A7D68B-49FC-61AC-0F65-80BBA88F81B9}"/>
          </ac:spMkLst>
        </pc:spChg>
        <pc:spChg chg="add mod">
          <ac:chgData name="DOWTY, PETER (DNR)" userId="01cf875a-4e15-4928-8f93-7a0dfa1efb6b" providerId="ADAL" clId="{660F8803-2738-5EFD-95AE-06E7480F19FB}" dt="2026-05-03T14:38:27.856" v="2547" actId="1076"/>
          <ac:spMkLst>
            <pc:docMk/>
            <pc:sldMk cId="3033079533" sldId="284"/>
            <ac:spMk id="16" creationId="{9E893D2F-966D-A2BB-4AAE-EAFE7BA29E21}"/>
          </ac:spMkLst>
        </pc:spChg>
        <pc:spChg chg="add mod">
          <ac:chgData name="DOWTY, PETER (DNR)" userId="01cf875a-4e15-4928-8f93-7a0dfa1efb6b" providerId="ADAL" clId="{660F8803-2738-5EFD-95AE-06E7480F19FB}" dt="2026-05-03T14:38:06.045" v="2544" actId="1076"/>
          <ac:spMkLst>
            <pc:docMk/>
            <pc:sldMk cId="3033079533" sldId="284"/>
            <ac:spMk id="17" creationId="{272E2EAB-1DD2-04DC-3CF2-12B5BBFD5E1F}"/>
          </ac:spMkLst>
        </pc:spChg>
        <pc:spChg chg="add mod">
          <ac:chgData name="DOWTY, PETER (DNR)" userId="01cf875a-4e15-4928-8f93-7a0dfa1efb6b" providerId="ADAL" clId="{660F8803-2738-5EFD-95AE-06E7480F19FB}" dt="2026-05-03T18:26:52.691" v="2565" actId="1076"/>
          <ac:spMkLst>
            <pc:docMk/>
            <pc:sldMk cId="3033079533" sldId="284"/>
            <ac:spMk id="18" creationId="{D7112563-DC75-4889-BBF0-6A2D3D7425B3}"/>
          </ac:spMkLst>
        </pc:spChg>
        <pc:spChg chg="add mod">
          <ac:chgData name="DOWTY, PETER (DNR)" userId="01cf875a-4e15-4928-8f93-7a0dfa1efb6b" providerId="ADAL" clId="{660F8803-2738-5EFD-95AE-06E7480F19FB}" dt="2026-05-03T18:26:46.821" v="2563" actId="1076"/>
          <ac:spMkLst>
            <pc:docMk/>
            <pc:sldMk cId="3033079533" sldId="284"/>
            <ac:spMk id="19" creationId="{3711DE71-03D3-EDF8-1F69-9118989B237D}"/>
          </ac:spMkLst>
        </pc:spChg>
        <pc:spChg chg="add mod">
          <ac:chgData name="DOWTY, PETER (DNR)" userId="01cf875a-4e15-4928-8f93-7a0dfa1efb6b" providerId="ADAL" clId="{660F8803-2738-5EFD-95AE-06E7480F19FB}" dt="2026-05-03T18:26:27.048" v="2561" actId="14100"/>
          <ac:spMkLst>
            <pc:docMk/>
            <pc:sldMk cId="3033079533" sldId="284"/>
            <ac:spMk id="20" creationId="{F7329826-D4C7-BEE5-773F-648AFF003D76}"/>
          </ac:spMkLst>
        </pc:spChg>
        <pc:spChg chg="add mod">
          <ac:chgData name="DOWTY, PETER (DNR)" userId="01cf875a-4e15-4928-8f93-7a0dfa1efb6b" providerId="ADAL" clId="{660F8803-2738-5EFD-95AE-06E7480F19FB}" dt="2026-05-03T18:26:21.819" v="2559" actId="1076"/>
          <ac:spMkLst>
            <pc:docMk/>
            <pc:sldMk cId="3033079533" sldId="284"/>
            <ac:spMk id="21" creationId="{266CC922-1A2E-A92B-84D0-AE461D9136BA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2" creationId="{62D4AB13-4CA1-D5B1-8048-F086110F9055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3" creationId="{05EFF757-4702-84F2-1564-3705C9635BC2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4" creationId="{36D3A190-7855-88FC-8C97-4E21F875DAF6}"/>
          </ac:spMkLst>
        </pc:spChg>
        <pc:spChg chg="add mod">
          <ac:chgData name="DOWTY, PETER (DNR)" userId="01cf875a-4e15-4928-8f93-7a0dfa1efb6b" providerId="ADAL" clId="{660F8803-2738-5EFD-95AE-06E7480F19FB}" dt="2026-05-03T18:27:03.740" v="2567" actId="1076"/>
          <ac:spMkLst>
            <pc:docMk/>
            <pc:sldMk cId="3033079533" sldId="284"/>
            <ac:spMk id="25" creationId="{7A295099-6C58-05B9-E63F-35BF0D79119E}"/>
          </ac:spMkLst>
        </pc:spChg>
        <pc:spChg chg="add mod">
          <ac:chgData name="DOWTY, PETER (DNR)" userId="01cf875a-4e15-4928-8f93-7a0dfa1efb6b" providerId="ADAL" clId="{660F8803-2738-5EFD-95AE-06E7480F19FB}" dt="2026-05-03T18:27:12.523" v="2569" actId="1076"/>
          <ac:spMkLst>
            <pc:docMk/>
            <pc:sldMk cId="3033079533" sldId="284"/>
            <ac:spMk id="26" creationId="{478436D0-D7B2-6BA9-E213-B4B81C9B392C}"/>
          </ac:spMkLst>
        </pc:spChg>
        <pc:spChg chg="add mod">
          <ac:chgData name="DOWTY, PETER (DNR)" userId="01cf875a-4e15-4928-8f93-7a0dfa1efb6b" providerId="ADAL" clId="{660F8803-2738-5EFD-95AE-06E7480F19FB}" dt="2026-05-03T18:27:17.673" v="2571" actId="1076"/>
          <ac:spMkLst>
            <pc:docMk/>
            <pc:sldMk cId="3033079533" sldId="284"/>
            <ac:spMk id="27" creationId="{E81356C8-7A2F-AE07-F43E-BA8F14588D0E}"/>
          </ac:spMkLst>
        </pc:spChg>
        <pc:spChg chg="add mod">
          <ac:chgData name="DOWTY, PETER (DNR)" userId="01cf875a-4e15-4928-8f93-7a0dfa1efb6b" providerId="ADAL" clId="{660F8803-2738-5EFD-95AE-06E7480F19FB}" dt="2026-05-03T18:27:21.151" v="2573" actId="1076"/>
          <ac:spMkLst>
            <pc:docMk/>
            <pc:sldMk cId="3033079533" sldId="284"/>
            <ac:spMk id="28" creationId="{84C96ED6-F6BF-758C-0D97-9B07646ECDAC}"/>
          </ac:spMkLst>
        </pc:spChg>
        <pc:spChg chg="add mod">
          <ac:chgData name="DOWTY, PETER (DNR)" userId="01cf875a-4e15-4928-8f93-7a0dfa1efb6b" providerId="ADAL" clId="{660F8803-2738-5EFD-95AE-06E7480F19FB}" dt="2026-05-03T18:27:25.656" v="2575" actId="1076"/>
          <ac:spMkLst>
            <pc:docMk/>
            <pc:sldMk cId="3033079533" sldId="284"/>
            <ac:spMk id="29" creationId="{DFDAD2DD-1360-CCB8-8DF7-3CB248B433DE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03T03:41:14.754" v="1090" actId="554"/>
        <pc:sldMkLst>
          <pc:docMk/>
          <pc:sldMk cId="1999111265" sldId="285"/>
        </pc:sldMkLst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2" creationId="{71551766-061D-F38B-A3FA-4E9797D648E4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3" creationId="{2C1190B1-B0AC-0746-2F1B-931C131DBD6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4" creationId="{751979ED-82FB-6490-8EF8-205E6D67810F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5" creationId="{02C8192B-0CEF-C4EF-B1E5-317ED9B00448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6" creationId="{52EB91D0-A3EA-2E82-67AD-D04B19FFF579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7" creationId="{1A09CA6C-8844-32C1-EEFD-AB3527FF5CEA}"/>
          </ac:spMkLst>
        </pc:spChg>
        <pc:spChg chg="add mod">
          <ac:chgData name="DOWTY, PETER (DNR)" userId="01cf875a-4e15-4928-8f93-7a0dfa1efb6b" providerId="ADAL" clId="{660F8803-2738-5EFD-95AE-06E7480F19FB}" dt="2026-05-03T03:39:27.260" v="1087" actId="12789"/>
          <ac:spMkLst>
            <pc:docMk/>
            <pc:sldMk cId="1999111265" sldId="285"/>
            <ac:spMk id="8" creationId="{E3B3FEF7-E09A-3BC3-D5EC-7A94DB32F801}"/>
          </ac:spMkLst>
        </pc:sp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9" creationId="{65810E41-C934-9949-135B-4F3A3FD869F0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0" creationId="{7299B9E5-4F37-7B34-FB41-67C274D32675}"/>
          </ac:picMkLst>
        </pc:picChg>
        <pc:picChg chg="add mod">
          <ac:chgData name="DOWTY, PETER (DNR)" userId="01cf875a-4e15-4928-8f93-7a0dfa1efb6b" providerId="ADAL" clId="{660F8803-2738-5EFD-95AE-06E7480F19FB}" dt="2026-05-03T03:41:14.754" v="1090" actId="554"/>
          <ac:picMkLst>
            <pc:docMk/>
            <pc:sldMk cId="1999111265" sldId="285"/>
            <ac:picMk id="11" creationId="{26212B06-B6A1-2F94-A84F-EDE1E35EF20F}"/>
          </ac:picMkLst>
        </pc:picChg>
      </pc:sldChg>
    </pc:docChg>
  </pc:docChgLst>
  <pc:docChgLst>
    <pc:chgData name="DOWTY, PETER (DNR)" userId="01cf875a-4e15-4928-8f93-7a0dfa1efb6b" providerId="ADAL" clId="{E9054DD1-CDF4-4BE2-A4C5-BD4B0395A89E}"/>
    <pc:docChg chg="undo custSel addSld modSld">
      <pc:chgData name="DOWTY, PETER (DNR)" userId="01cf875a-4e15-4928-8f93-7a0dfa1efb6b" providerId="ADAL" clId="{E9054DD1-CDF4-4BE2-A4C5-BD4B0395A89E}" dt="2026-05-02T00:55:59.524" v="999" actId="20577"/>
      <pc:docMkLst>
        <pc:docMk/>
      </pc:docMkLst>
      <pc:sldChg chg="addSp modSp mod">
        <pc:chgData name="DOWTY, PETER (DNR)" userId="01cf875a-4e15-4928-8f93-7a0dfa1efb6b" providerId="ADAL" clId="{E9054DD1-CDF4-4BE2-A4C5-BD4B0395A89E}" dt="2026-05-02T00:55:59.524" v="999" actId="20577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01T23:10:29.715" v="553" actId="20577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01T23:10:33.675" v="554" actId="1076"/>
          <ac:spMkLst>
            <pc:docMk/>
            <pc:sldMk cId="2532653130" sldId="281"/>
            <ac:spMk id="3" creationId="{EEA27C9D-5B69-5734-34E6-88921F4B88C8}"/>
          </ac:spMkLst>
        </pc:spChg>
        <pc:spChg chg="add mod">
          <ac:chgData name="DOWTY, PETER (DNR)" userId="01cf875a-4e15-4928-8f93-7a0dfa1efb6b" providerId="ADAL" clId="{E9054DD1-CDF4-4BE2-A4C5-BD4B0395A89E}" dt="2026-05-01T23:10:23.385" v="551" actId="1076"/>
          <ac:spMkLst>
            <pc:docMk/>
            <pc:sldMk cId="2532653130" sldId="281"/>
            <ac:spMk id="5" creationId="{4694BD01-9DA4-3A05-F9D2-22178F5A3542}"/>
          </ac:spMkLst>
        </pc:spChg>
        <pc:spChg chg="add mod">
          <ac:chgData name="DOWTY, PETER (DNR)" userId="01cf875a-4e15-4928-8f93-7a0dfa1efb6b" providerId="ADAL" clId="{E9054DD1-CDF4-4BE2-A4C5-BD4B0395A89E}" dt="2026-05-02T00:55:59.524" v="999" actId="20577"/>
          <ac:spMkLst>
            <pc:docMk/>
            <pc:sldMk cId="2532653130" sldId="281"/>
            <ac:spMk id="6" creationId="{B907219E-D75C-A8B8-DF44-7E3A43177CDE}"/>
          </ac:spMkLst>
        </pc:spChg>
      </pc:sldChg>
      <pc:sldChg chg="modSp mod">
        <pc:chgData name="DOWTY, PETER (DNR)" userId="01cf875a-4e15-4928-8f93-7a0dfa1efb6b" providerId="ADAL" clId="{E9054DD1-CDF4-4BE2-A4C5-BD4B0395A89E}" dt="2026-04-30T17:29:00.825" v="95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4-30T17:29:00.825" v="95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modSp new mod">
        <pc:chgData name="DOWTY, PETER (DNR)" userId="01cf875a-4e15-4928-8f93-7a0dfa1efb6b" providerId="ADAL" clId="{E9054DD1-CDF4-4BE2-A4C5-BD4B0395A89E}" dt="2026-04-30T17:40:18.886" v="315" actId="20577"/>
        <pc:sldMkLst>
          <pc:docMk/>
          <pc:sldMk cId="3033079533" sldId="284"/>
        </pc:sldMkLst>
      </pc:sldChg>
    </pc:docChg>
  </pc:docChgLst>
  <pc:docChgLst>
    <pc:chgData name="Pete Dowty" userId="91aba14b6835b0ae" providerId="LiveId" clId="{660F8803-2738-5EFD-95AE-06E7480F19FB}"/>
    <pc:docChg chg="custSel addSld modSld">
      <pc:chgData name="Pete Dowty" userId="91aba14b6835b0ae" providerId="LiveId" clId="{660F8803-2738-5EFD-95AE-06E7480F19FB}" dt="2026-04-30T03:34:11.071" v="396" actId="20577"/>
      <pc:docMkLst>
        <pc:docMk/>
      </pc:docMkLst>
      <pc:sldChg chg="addSp modSp new mod">
        <pc:chgData name="Pete Dowty" userId="91aba14b6835b0ae" providerId="LiveId" clId="{660F8803-2738-5EFD-95AE-06E7480F19FB}" dt="2026-04-30T03:34:11.071" v="396" actId="20577"/>
        <pc:sldMkLst>
          <pc:docMk/>
          <pc:sldMk cId="1689912192" sldId="283"/>
        </pc:sldMkLst>
        <pc:spChg chg="add mod">
          <ac:chgData name="Pete Dowty" userId="91aba14b6835b0ae" providerId="LiveId" clId="{660F8803-2738-5EFD-95AE-06E7480F19FB}" dt="2026-04-30T03:34:11.071" v="396" actId="20577"/>
          <ac:spMkLst>
            <pc:docMk/>
            <pc:sldMk cId="1689912192" sldId="283"/>
            <ac:spMk id="2" creationId="{C67B1F44-604B-548A-B449-4448345FC7D0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5/2/26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42" Type="http://schemas.openxmlformats.org/officeDocument/2006/relationships/customXml" Target="../ink/ink21.xml"/><Relationship Id="rId84" Type="http://schemas.openxmlformats.org/officeDocument/2006/relationships/customXml" Target="../ink/ink39.xml"/><Relationship Id="rId138" Type="http://schemas.openxmlformats.org/officeDocument/2006/relationships/customXml" Target="../ink/ink66.xml"/><Relationship Id="rId159" Type="http://schemas.openxmlformats.org/officeDocument/2006/relationships/customXml" Target="../ink/ink76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32" Type="http://schemas.openxmlformats.org/officeDocument/2006/relationships/customXml" Target="../ink/ink16.xml"/><Relationship Id="rId53" Type="http://schemas.openxmlformats.org/officeDocument/2006/relationships/image" Target="../media/image26.png"/><Relationship Id="rId74" Type="http://schemas.openxmlformats.org/officeDocument/2006/relationships/customXml" Target="../ink/ink34.xml"/><Relationship Id="rId128" Type="http://schemas.openxmlformats.org/officeDocument/2006/relationships/customXml" Target="../ink/ink61.xml"/><Relationship Id="rId149" Type="http://schemas.openxmlformats.org/officeDocument/2006/relationships/image" Target="../media/image74.png"/><Relationship Id="rId5" Type="http://schemas.openxmlformats.org/officeDocument/2006/relationships/image" Target="../media/image213.png"/><Relationship Id="rId95" Type="http://schemas.openxmlformats.org/officeDocument/2006/relationships/image" Target="../media/image47.png"/><Relationship Id="rId160" Type="http://schemas.openxmlformats.org/officeDocument/2006/relationships/image" Target="../media/image32.png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118" Type="http://schemas.openxmlformats.org/officeDocument/2006/relationships/customXml" Target="../ink/ink56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2.xml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08" Type="http://schemas.openxmlformats.org/officeDocument/2006/relationships/customXml" Target="../ink/ink51.xml"/><Relationship Id="rId124" Type="http://schemas.openxmlformats.org/officeDocument/2006/relationships/customXml" Target="../ink/ink59.xml"/><Relationship Id="rId129" Type="http://schemas.openxmlformats.org/officeDocument/2006/relationships/image" Target="../media/image64.png"/><Relationship Id="rId54" Type="http://schemas.openxmlformats.org/officeDocument/2006/relationships/customXml" Target="../ink/ink27.xml"/><Relationship Id="rId70" Type="http://schemas.openxmlformats.org/officeDocument/2006/relationships/customXml" Target="../ink/ink32.xml"/><Relationship Id="rId75" Type="http://schemas.openxmlformats.org/officeDocument/2006/relationships/image" Target="../media/image37.png"/><Relationship Id="rId91" Type="http://schemas.openxmlformats.org/officeDocument/2006/relationships/image" Target="../media/image45.png"/><Relationship Id="rId96" Type="http://schemas.openxmlformats.org/officeDocument/2006/relationships/customXml" Target="../ink/ink45.xml"/><Relationship Id="rId140" Type="http://schemas.openxmlformats.org/officeDocument/2006/relationships/customXml" Target="../ink/ink67.xml"/><Relationship Id="rId145" Type="http://schemas.openxmlformats.org/officeDocument/2006/relationships/image" Target="../media/image72.png"/><Relationship Id="rId161" Type="http://schemas.openxmlformats.org/officeDocument/2006/relationships/customXml" Target="../ink/ink77.xml"/><Relationship Id="rId166" Type="http://schemas.openxmlformats.org/officeDocument/2006/relationships/image" Target="../media/image8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4.xml"/><Relationship Id="rId119" Type="http://schemas.openxmlformats.org/officeDocument/2006/relationships/image" Target="../media/image59.png"/><Relationship Id="rId44" Type="http://schemas.openxmlformats.org/officeDocument/2006/relationships/customXml" Target="../ink/ink22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86" Type="http://schemas.openxmlformats.org/officeDocument/2006/relationships/customXml" Target="../ink/ink40.xml"/><Relationship Id="rId130" Type="http://schemas.openxmlformats.org/officeDocument/2006/relationships/customXml" Target="../ink/ink62.xml"/><Relationship Id="rId135" Type="http://schemas.openxmlformats.org/officeDocument/2006/relationships/image" Target="../media/image67.png"/><Relationship Id="rId151" Type="http://schemas.openxmlformats.org/officeDocument/2006/relationships/image" Target="../media/image75.png"/><Relationship Id="rId156" Type="http://schemas.openxmlformats.org/officeDocument/2006/relationships/customXml" Target="../ink/ink75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109" Type="http://schemas.openxmlformats.org/officeDocument/2006/relationships/image" Target="../media/image54.png"/><Relationship Id="rId34" Type="http://schemas.openxmlformats.org/officeDocument/2006/relationships/customXml" Target="../ink/ink17.xml"/><Relationship Id="rId50" Type="http://schemas.openxmlformats.org/officeDocument/2006/relationships/customXml" Target="../ink/ink25.xml"/><Relationship Id="rId55" Type="http://schemas.openxmlformats.org/officeDocument/2006/relationships/image" Target="../media/image27.png"/><Relationship Id="rId76" Type="http://schemas.openxmlformats.org/officeDocument/2006/relationships/customXml" Target="../ink/ink35.xml"/><Relationship Id="rId97" Type="http://schemas.openxmlformats.org/officeDocument/2006/relationships/image" Target="../media/image48.png"/><Relationship Id="rId104" Type="http://schemas.openxmlformats.org/officeDocument/2006/relationships/customXml" Target="../ink/ink49.xml"/><Relationship Id="rId120" Type="http://schemas.openxmlformats.org/officeDocument/2006/relationships/customXml" Target="../ink/ink57.xml"/><Relationship Id="rId125" Type="http://schemas.openxmlformats.org/officeDocument/2006/relationships/image" Target="../media/image62.png"/><Relationship Id="rId141" Type="http://schemas.openxmlformats.org/officeDocument/2006/relationships/image" Target="../media/image70.png"/><Relationship Id="rId146" Type="http://schemas.openxmlformats.org/officeDocument/2006/relationships/customXml" Target="../ink/ink70.xml"/><Relationship Id="rId167" Type="http://schemas.openxmlformats.org/officeDocument/2006/relationships/customXml" Target="../ink/ink80.xml"/><Relationship Id="rId7" Type="http://schemas.openxmlformats.org/officeDocument/2006/relationships/image" Target="../media/image311.png"/><Relationship Id="rId71" Type="http://schemas.openxmlformats.org/officeDocument/2006/relationships/image" Target="../media/image35.png"/><Relationship Id="rId92" Type="http://schemas.openxmlformats.org/officeDocument/2006/relationships/customXml" Target="../ink/ink43.xml"/><Relationship Id="rId162" Type="http://schemas.openxmlformats.org/officeDocument/2006/relationships/image" Target="../media/image33.png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4" Type="http://schemas.openxmlformats.org/officeDocument/2006/relationships/customXml" Target="../ink/ink12.xml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87" Type="http://schemas.openxmlformats.org/officeDocument/2006/relationships/image" Target="../media/image43.png"/><Relationship Id="rId110" Type="http://schemas.openxmlformats.org/officeDocument/2006/relationships/customXml" Target="../ink/ink52.xml"/><Relationship Id="rId115" Type="http://schemas.openxmlformats.org/officeDocument/2006/relationships/image" Target="../media/image57.png"/><Relationship Id="rId131" Type="http://schemas.openxmlformats.org/officeDocument/2006/relationships/image" Target="../media/image65.png"/><Relationship Id="rId136" Type="http://schemas.openxmlformats.org/officeDocument/2006/relationships/customXml" Target="../ink/ink65.xml"/><Relationship Id="rId157" Type="http://schemas.openxmlformats.org/officeDocument/2006/relationships/image" Target="../media/image78.png"/><Relationship Id="rId61" Type="http://schemas.openxmlformats.org/officeDocument/2006/relationships/image" Target="../media/image30.png"/><Relationship Id="rId82" Type="http://schemas.openxmlformats.org/officeDocument/2006/relationships/customXml" Target="../ink/ink38.xml"/><Relationship Id="rId152" Type="http://schemas.openxmlformats.org/officeDocument/2006/relationships/customXml" Target="../ink/ink73.xml"/><Relationship Id="rId19" Type="http://schemas.openxmlformats.org/officeDocument/2006/relationships/image" Target="../media/image9.png"/><Relationship Id="rId14" Type="http://schemas.openxmlformats.org/officeDocument/2006/relationships/customXml" Target="../ink/ink7.xml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47.xml"/><Relationship Id="rId105" Type="http://schemas.openxmlformats.org/officeDocument/2006/relationships/image" Target="../media/image52.png"/><Relationship Id="rId126" Type="http://schemas.openxmlformats.org/officeDocument/2006/relationships/customXml" Target="../ink/ink60.xml"/><Relationship Id="rId147" Type="http://schemas.openxmlformats.org/officeDocument/2006/relationships/image" Target="../media/image73.png"/><Relationship Id="rId168" Type="http://schemas.openxmlformats.org/officeDocument/2006/relationships/image" Target="../media/image81.png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72" Type="http://schemas.openxmlformats.org/officeDocument/2006/relationships/customXml" Target="../ink/ink33.xml"/><Relationship Id="rId93" Type="http://schemas.openxmlformats.org/officeDocument/2006/relationships/image" Target="../media/image46.png"/><Relationship Id="rId98" Type="http://schemas.openxmlformats.org/officeDocument/2006/relationships/customXml" Target="../ink/ink46.xml"/><Relationship Id="rId121" Type="http://schemas.openxmlformats.org/officeDocument/2006/relationships/image" Target="../media/image60.png"/><Relationship Id="rId142" Type="http://schemas.openxmlformats.org/officeDocument/2006/relationships/customXml" Target="../ink/ink68.xml"/><Relationship Id="rId163" Type="http://schemas.openxmlformats.org/officeDocument/2006/relationships/customXml" Target="../ink/ink78.xml"/><Relationship Id="rId3" Type="http://schemas.openxmlformats.org/officeDocument/2006/relationships/image" Target="../media/image127.png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116" Type="http://schemas.openxmlformats.org/officeDocument/2006/relationships/customXml" Target="../ink/ink55.xml"/><Relationship Id="rId137" Type="http://schemas.openxmlformats.org/officeDocument/2006/relationships/image" Target="../media/image68.png"/><Relationship Id="rId158" Type="http://schemas.openxmlformats.org/officeDocument/2006/relationships/image" Target="../media/image31.png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88" Type="http://schemas.openxmlformats.org/officeDocument/2006/relationships/customXml" Target="../ink/ink41.xml"/><Relationship Id="rId111" Type="http://schemas.openxmlformats.org/officeDocument/2006/relationships/image" Target="../media/image55.png"/><Relationship Id="rId132" Type="http://schemas.openxmlformats.org/officeDocument/2006/relationships/customXml" Target="../ink/ink63.xml"/><Relationship Id="rId153" Type="http://schemas.openxmlformats.org/officeDocument/2006/relationships/image" Target="../media/image76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106" Type="http://schemas.openxmlformats.org/officeDocument/2006/relationships/customXml" Target="../ink/ink50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78" Type="http://schemas.openxmlformats.org/officeDocument/2006/relationships/customXml" Target="../ink/ink36.xml"/><Relationship Id="rId94" Type="http://schemas.openxmlformats.org/officeDocument/2006/relationships/customXml" Target="../ink/ink44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58.xml"/><Relationship Id="rId143" Type="http://schemas.openxmlformats.org/officeDocument/2006/relationships/image" Target="../media/image71.png"/><Relationship Id="rId148" Type="http://schemas.openxmlformats.org/officeDocument/2006/relationships/customXml" Target="../ink/ink71.xml"/><Relationship Id="rId164" Type="http://schemas.openxmlformats.org/officeDocument/2006/relationships/image" Target="../media/image7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26" Type="http://schemas.openxmlformats.org/officeDocument/2006/relationships/customXml" Target="../ink/ink13.xml"/><Relationship Id="rId47" Type="http://schemas.openxmlformats.org/officeDocument/2006/relationships/image" Target="../media/image23.png"/><Relationship Id="rId89" Type="http://schemas.openxmlformats.org/officeDocument/2006/relationships/image" Target="../media/image44.png"/><Relationship Id="rId112" Type="http://schemas.openxmlformats.org/officeDocument/2006/relationships/customXml" Target="../ink/ink53.xml"/><Relationship Id="rId133" Type="http://schemas.openxmlformats.org/officeDocument/2006/relationships/image" Target="../media/image66.png"/><Relationship Id="rId154" Type="http://schemas.openxmlformats.org/officeDocument/2006/relationships/customXml" Target="../ink/ink74.xml"/><Relationship Id="rId16" Type="http://schemas.openxmlformats.org/officeDocument/2006/relationships/customXml" Target="../ink/ink8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48.xml"/><Relationship Id="rId123" Type="http://schemas.openxmlformats.org/officeDocument/2006/relationships/image" Target="../media/image61.png"/><Relationship Id="rId144" Type="http://schemas.openxmlformats.org/officeDocument/2006/relationships/customXml" Target="../ink/ink69.xml"/><Relationship Id="rId90" Type="http://schemas.openxmlformats.org/officeDocument/2006/relationships/customXml" Target="../ink/ink42.xml"/><Relationship Id="rId165" Type="http://schemas.openxmlformats.org/officeDocument/2006/relationships/customXml" Target="../ink/ink79.xml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4.xml"/><Relationship Id="rId80" Type="http://schemas.openxmlformats.org/officeDocument/2006/relationships/customXml" Target="../ink/ink37.xml"/><Relationship Id="rId155" Type="http://schemas.openxmlformats.org/officeDocument/2006/relationships/image" Target="../media/image77.png"/></Relationships>
</file>

<file path=ppt/slides/_rels/slide5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89.xml"/><Relationship Id="rId26" Type="http://schemas.openxmlformats.org/officeDocument/2006/relationships/customXml" Target="../ink/ink93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97.xml"/><Relationship Id="rId42" Type="http://schemas.openxmlformats.org/officeDocument/2006/relationships/customXml" Target="../ink/ink101.xml"/><Relationship Id="rId47" Type="http://schemas.openxmlformats.org/officeDocument/2006/relationships/image" Target="../media/image230.png"/><Relationship Id="rId50" Type="http://schemas.openxmlformats.org/officeDocument/2006/relationships/customXml" Target="../ink/ink105.xml"/><Relationship Id="rId7" Type="http://schemas.openxmlformats.org/officeDocument/2006/relationships/image" Target="../media/image310.png"/><Relationship Id="rId2" Type="http://schemas.openxmlformats.org/officeDocument/2006/relationships/customXml" Target="../ink/ink81.xml"/><Relationship Id="rId16" Type="http://schemas.openxmlformats.org/officeDocument/2006/relationships/customXml" Target="../ink/ink88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92.xml"/><Relationship Id="rId32" Type="http://schemas.openxmlformats.org/officeDocument/2006/relationships/customXml" Target="../ink/ink96.xml"/><Relationship Id="rId37" Type="http://schemas.openxmlformats.org/officeDocument/2006/relationships/image" Target="../media/image181.png"/><Relationship Id="rId40" Type="http://schemas.openxmlformats.org/officeDocument/2006/relationships/customXml" Target="../ink/ink100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85.xml"/><Relationship Id="rId19" Type="http://schemas.openxmlformats.org/officeDocument/2006/relationships/image" Target="../media/image92.png"/><Relationship Id="rId31" Type="http://schemas.openxmlformats.org/officeDocument/2006/relationships/image" Target="../media/image151.png"/><Relationship Id="rId44" Type="http://schemas.openxmlformats.org/officeDocument/2006/relationships/customXml" Target="../ink/ink102.xml"/><Relationship Id="rId52" Type="http://schemas.openxmlformats.org/officeDocument/2006/relationships/customXml" Target="../ink/ink106.xml"/><Relationship Id="rId4" Type="http://schemas.openxmlformats.org/officeDocument/2006/relationships/customXml" Target="../ink/ink82.xml"/><Relationship Id="rId9" Type="http://schemas.openxmlformats.org/officeDocument/2006/relationships/image" Target="../media/image410.png"/><Relationship Id="rId14" Type="http://schemas.openxmlformats.org/officeDocument/2006/relationships/customXml" Target="../ink/ink87.xml"/><Relationship Id="rId22" Type="http://schemas.openxmlformats.org/officeDocument/2006/relationships/customXml" Target="../ink/ink91.xml"/><Relationship Id="rId27" Type="http://schemas.openxmlformats.org/officeDocument/2006/relationships/image" Target="../media/image131.png"/><Relationship Id="rId30" Type="http://schemas.openxmlformats.org/officeDocument/2006/relationships/customXml" Target="../ink/ink95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04.xml"/><Relationship Id="rId8" Type="http://schemas.openxmlformats.org/officeDocument/2006/relationships/customXml" Target="../ink/ink84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86.xml"/><Relationship Id="rId17" Type="http://schemas.openxmlformats.org/officeDocument/2006/relationships/image" Target="../media/image85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99.xml"/><Relationship Id="rId46" Type="http://schemas.openxmlformats.org/officeDocument/2006/relationships/customXml" Target="../ink/ink103.xml"/><Relationship Id="rId20" Type="http://schemas.openxmlformats.org/officeDocument/2006/relationships/customXml" Target="../ink/ink90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83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94.xml"/><Relationship Id="rId36" Type="http://schemas.openxmlformats.org/officeDocument/2006/relationships/customXml" Target="../ink/ink98.xml"/><Relationship Id="rId49" Type="http://schemas.openxmlformats.org/officeDocument/2006/relationships/image" Target="../media/image2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6.png"/><Relationship Id="rId5" Type="http://schemas.openxmlformats.org/officeDocument/2006/relationships/image" Target="../media/image85.jpeg"/><Relationship Id="rId4" Type="http://schemas.openxmlformats.org/officeDocument/2006/relationships/image" Target="../media/image8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7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12.xml"/><Relationship Id="rId18" Type="http://schemas.openxmlformats.org/officeDocument/2006/relationships/image" Target="../media/image950.png"/><Relationship Id="rId26" Type="http://schemas.openxmlformats.org/officeDocument/2006/relationships/image" Target="../media/image99.png"/><Relationship Id="rId3" Type="http://schemas.openxmlformats.org/officeDocument/2006/relationships/customXml" Target="../ink/ink107.xml"/><Relationship Id="rId21" Type="http://schemas.openxmlformats.org/officeDocument/2006/relationships/customXml" Target="../ink/ink116.xml"/><Relationship Id="rId7" Type="http://schemas.openxmlformats.org/officeDocument/2006/relationships/customXml" Target="../ink/ink109.xml"/><Relationship Id="rId12" Type="http://schemas.openxmlformats.org/officeDocument/2006/relationships/image" Target="../media/image910.png"/><Relationship Id="rId17" Type="http://schemas.openxmlformats.org/officeDocument/2006/relationships/customXml" Target="../ink/ink114.xml"/><Relationship Id="rId25" Type="http://schemas.openxmlformats.org/officeDocument/2006/relationships/customXml" Target="../ink/ink118.xml"/><Relationship Id="rId2" Type="http://schemas.openxmlformats.org/officeDocument/2006/relationships/image" Target="../media/image82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11.xml"/><Relationship Id="rId24" Type="http://schemas.openxmlformats.org/officeDocument/2006/relationships/image" Target="../media/image98.png"/><Relationship Id="rId5" Type="http://schemas.openxmlformats.org/officeDocument/2006/relationships/customXml" Target="../ink/ink108.xml"/><Relationship Id="rId15" Type="http://schemas.openxmlformats.org/officeDocument/2006/relationships/customXml" Target="../ink/ink113.xml"/><Relationship Id="rId23" Type="http://schemas.openxmlformats.org/officeDocument/2006/relationships/customXml" Target="../ink/ink117.xml"/><Relationship Id="rId28" Type="http://schemas.openxmlformats.org/officeDocument/2006/relationships/image" Target="../media/image100.png"/><Relationship Id="rId10" Type="http://schemas.openxmlformats.org/officeDocument/2006/relationships/image" Target="../media/image900.png"/><Relationship Id="rId19" Type="http://schemas.openxmlformats.org/officeDocument/2006/relationships/customXml" Target="../ink/ink115.xml"/><Relationship Id="rId4" Type="http://schemas.openxmlformats.org/officeDocument/2006/relationships/image" Target="../media/image870.png"/><Relationship Id="rId9" Type="http://schemas.openxmlformats.org/officeDocument/2006/relationships/customXml" Target="../ink/ink110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19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4.tiff"/><Relationship Id="rId7" Type="http://schemas.openxmlformats.org/officeDocument/2006/relationships/image" Target="../media/image108.tiff"/><Relationship Id="rId2" Type="http://schemas.openxmlformats.org/officeDocument/2006/relationships/image" Target="../media/image103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7.tiff"/><Relationship Id="rId5" Type="http://schemas.openxmlformats.org/officeDocument/2006/relationships/image" Target="../media/image106.tiff"/><Relationship Id="rId4" Type="http://schemas.openxmlformats.org/officeDocument/2006/relationships/image" Target="../media/image105.tiff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3.png"/><Relationship Id="rId5" Type="http://schemas.openxmlformats.org/officeDocument/2006/relationships/image" Target="../media/image112.png"/><Relationship Id="rId4" Type="http://schemas.openxmlformats.org/officeDocument/2006/relationships/image" Target="../media/image11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5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1.png"/><Relationship Id="rId5" Type="http://schemas.openxmlformats.org/officeDocument/2006/relationships/image" Target="../media/image120.png"/><Relationship Id="rId4" Type="http://schemas.openxmlformats.org/officeDocument/2006/relationships/image" Target="../media/image119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1781175" y="1562100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1"/>
                </a:solidFill>
              </a:rPr>
              <a:t>Using script identified problematic records with NA for </a:t>
            </a:r>
            <a:r>
              <a:rPr lang="en-US" sz="1400" dirty="0" err="1">
                <a:solidFill>
                  <a:schemeClr val="accent1"/>
                </a:solidFill>
              </a:rPr>
              <a:t>planting_location_code</a:t>
            </a:r>
            <a:r>
              <a:rPr lang="en-US" sz="1400" dirty="0">
                <a:solidFill>
                  <a:schemeClr val="accent1"/>
                </a:solidFill>
              </a:rPr>
              <a:t>.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accent1"/>
                </a:solidFill>
              </a:rPr>
              <a:t>These were resolved by either adding code to delete these records (2017 BESE) or editing the snapshot source Excel sheet (QMH 2021-22).</a:t>
            </a:r>
          </a:p>
          <a:p>
            <a:pPr marL="1082675" lvl="2" indent="-168275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C00000"/>
                </a:solidFill>
              </a:rPr>
              <a:t>where to make the edits?  snapshot or _pd?</a:t>
            </a:r>
          </a:p>
          <a:p>
            <a:pPr marL="1082675" lvl="2" indent="-168275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C00000"/>
                </a:solidFill>
              </a:rPr>
              <a:t>where were the header and reference change (Sequim) made?</a:t>
            </a:r>
            <a:endParaRPr lang="en-US" sz="1400" dirty="0">
              <a:solidFill>
                <a:schemeClr val="accent1"/>
              </a:solidFill>
            </a:endParaRP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Try to understand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6277763" y="2492928"/>
            <a:ext cx="1574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6260982" y="1798040"/>
            <a:ext cx="1574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6277763" y="3244334"/>
            <a:ext cx="1909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33DA55-CD44-FF6F-C219-361E51C44DC4}"/>
              </a:ext>
            </a:extLst>
          </p:cNvPr>
          <p:cNvSpPr txBox="1"/>
          <p:nvPr/>
        </p:nvSpPr>
        <p:spPr>
          <a:xfrm>
            <a:off x="6193873" y="4130180"/>
            <a:ext cx="1909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541862" y="4130180"/>
            <a:ext cx="28103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 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534871" y="3352800"/>
            <a:ext cx="3027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 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494325" y="2575420"/>
            <a:ext cx="237967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 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494325" y="1798040"/>
            <a:ext cx="1775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records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548582-6685-4403-E50B-63056072FB42}"/>
              </a:ext>
            </a:extLst>
          </p:cNvPr>
          <p:cNvSpPr txBox="1"/>
          <p:nvPr/>
        </p:nvSpPr>
        <p:spPr>
          <a:xfrm>
            <a:off x="7720354" y="4291169"/>
            <a:ext cx="19098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634759" y="2354428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1036419" y="3022403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731232" y="3722131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7112563-DC75-4889-BBF0-6A2D3D7425B3}"/>
              </a:ext>
            </a:extLst>
          </p:cNvPr>
          <p:cNvSpPr/>
          <p:nvPr/>
        </p:nvSpPr>
        <p:spPr>
          <a:xfrm>
            <a:off x="5775960" y="4088074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5796481" y="295067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5796481" y="2326627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5812700" y="1444922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70541" y="4365073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2091062" y="3227673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2091062" y="2603626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2107281" y="1721921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8436D0-D7B2-6BA9-E213-B4B81C9B392C}"/>
              </a:ext>
            </a:extLst>
          </p:cNvPr>
          <p:cNvSpPr/>
          <p:nvPr/>
        </p:nvSpPr>
        <p:spPr>
          <a:xfrm>
            <a:off x="7835317" y="352911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9310206" y="2143981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9501900" y="352911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725743" y="274013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1" y="762270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70" y="262190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table.  The number of  rows at the top to ignore is stored in a config file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07219E-D75C-A8B8-DF44-7E3A43177CDE}"/>
              </a:ext>
            </a:extLst>
          </p:cNvPr>
          <p:cNvSpPr txBox="1"/>
          <p:nvPr/>
        </p:nvSpPr>
        <p:spPr>
          <a:xfrm>
            <a:off x="569569" y="3404316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Two sets or planting-</a:t>
            </a:r>
            <a:r>
              <a:rPr lang="en-US" sz="1400" dirty="0" err="1"/>
              <a:t>gps</a:t>
            </a:r>
            <a:r>
              <a:rPr lang="en-US" sz="1400" dirty="0"/>
              <a:t>-pt records in Matrix had NA for </a:t>
            </a:r>
            <a:r>
              <a:rPr lang="en-US" sz="1400" dirty="0" err="1"/>
              <a:t>planting_location_code</a:t>
            </a:r>
            <a:r>
              <a:rPr lang="en-US" sz="1400" dirty="0"/>
              <a:t>,  which caused issues with the early script development:  </a:t>
            </a:r>
          </a:p>
          <a:p>
            <a:pPr marL="342900" indent="-342900">
              <a:buAutoNum type="arabicParenBoth"/>
            </a:pPr>
            <a:r>
              <a:rPr lang="en-US" sz="1400" dirty="0"/>
              <a:t>the 12 records from the initial 2017 BESE plantings with notes indicating  “planting setup was incorrect”.  These records were not edited and the script was </a:t>
            </a:r>
            <a:r>
              <a:rPr lang="en-US" sz="1400" dirty="0" err="1"/>
              <a:t>modifed</a:t>
            </a:r>
            <a:r>
              <a:rPr lang="en-US" sz="1400" dirty="0"/>
              <a:t> to discard these records based on the NA values.</a:t>
            </a:r>
          </a:p>
          <a:p>
            <a:pPr marL="342900" indent="-342900">
              <a:buAutoNum type="arabicParenBoth"/>
            </a:pPr>
            <a:r>
              <a:rPr lang="en-US" sz="1400" dirty="0"/>
              <a:t>7 records from QMH - 6 from 2021 at Test Plots 4S and 5A, and 1 records from 2022 at Test Plot 4S with notes on the plantings with no clear disqualifying elements. These 7 records were edited so they would be successfully processed:  (a) added </a:t>
            </a:r>
            <a:r>
              <a:rPr lang="en-US" sz="1400" dirty="0" err="1"/>
              <a:t>planting_location_code</a:t>
            </a:r>
            <a:r>
              <a:rPr lang="en-US" sz="1400" dirty="0"/>
              <a:t> values following naming in records from QMH 2018 Test Plots, (b) retain/drop values set to retain.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6143</TotalTime>
  <Words>1634</Words>
  <Application>Microsoft Macintosh PowerPoint</Application>
  <PresentationFormat>Widescreen</PresentationFormat>
  <Paragraphs>331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6" baseType="lpstr">
      <vt:lpstr>Aptos</vt:lpstr>
      <vt:lpstr>Aptos Display</vt:lpstr>
      <vt:lpstr>Aptos Narrow</vt:lpstr>
      <vt:lpstr>Arial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Pete Dowty</dc:creator>
  <cp:lastModifiedBy>Pete Dowty</cp:lastModifiedBy>
  <cp:revision>30</cp:revision>
  <dcterms:created xsi:type="dcterms:W3CDTF">2026-02-18T17:07:24Z</dcterms:created>
  <dcterms:modified xsi:type="dcterms:W3CDTF">2026-05-03T18:27:34Z</dcterms:modified>
</cp:coreProperties>
</file>