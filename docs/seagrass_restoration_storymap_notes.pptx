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3" r:id="rId3"/>
    <p:sldId id="284" r:id="rId4"/>
    <p:sldId id="273" r:id="rId5"/>
    <p:sldId id="271" r:id="rId6"/>
    <p:sldId id="272" r:id="rId7"/>
    <p:sldId id="276" r:id="rId8"/>
    <p:sldId id="277" r:id="rId9"/>
    <p:sldId id="274" r:id="rId10"/>
    <p:sldId id="278" r:id="rId11"/>
    <p:sldId id="280" r:id="rId12"/>
    <p:sldId id="281" r:id="rId13"/>
    <p:sldId id="279" r:id="rId14"/>
    <p:sldId id="282" r:id="rId15"/>
    <p:sldId id="275" r:id="rId16"/>
    <p:sldId id="270" r:id="rId17"/>
    <p:sldId id="265" r:id="rId18"/>
    <p:sldId id="268" r:id="rId19"/>
    <p:sldId id="269" r:id="rId20"/>
    <p:sldId id="267" r:id="rId21"/>
    <p:sldId id="266" r:id="rId22"/>
    <p:sldId id="257" r:id="rId23"/>
    <p:sldId id="258" r:id="rId24"/>
    <p:sldId id="259" r:id="rId25"/>
    <p:sldId id="260" r:id="rId26"/>
    <p:sldId id="261" r:id="rId27"/>
    <p:sldId id="262" r:id="rId28"/>
    <p:sldId id="263" r:id="rId29"/>
    <p:sldId id="26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DD71D2-1D85-41AA-B9AD-00CF3E34DA03}" v="1" dt="2026-05-01T23:16:37.2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30" autoAdjust="0"/>
    <p:restoredTop sz="96182" autoAdjust="0"/>
  </p:normalViewPr>
  <p:slideViewPr>
    <p:cSldViewPr snapToGrid="0">
      <p:cViewPr varScale="1">
        <p:scale>
          <a:sx n="103" d="100"/>
          <a:sy n="103" d="100"/>
        </p:scale>
        <p:origin x="624" y="108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E9054DD1-CDF4-4BE2-A4C5-BD4B0395A89E}"/>
    <pc:docChg chg="undo custSel addSld modSld">
      <pc:chgData name="DOWTY, PETER (DNR)" userId="01cf875a-4e15-4928-8f93-7a0dfa1efb6b" providerId="ADAL" clId="{E9054DD1-CDF4-4BE2-A4C5-BD4B0395A89E}" dt="2026-05-02T00:55:59.524" v="999" actId="20577"/>
      <pc:docMkLst>
        <pc:docMk/>
      </pc:docMkLst>
      <pc:sldChg chg="addSp modSp mod">
        <pc:chgData name="DOWTY, PETER (DNR)" userId="01cf875a-4e15-4928-8f93-7a0dfa1efb6b" providerId="ADAL" clId="{E9054DD1-CDF4-4BE2-A4C5-BD4B0395A89E}" dt="2026-05-02T00:55:59.524" v="999" actId="20577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01T23:10:29.715" v="553" actId="20577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01T23:10:33.675" v="554" actId="1076"/>
          <ac:spMkLst>
            <pc:docMk/>
            <pc:sldMk cId="2532653130" sldId="281"/>
            <ac:spMk id="3" creationId="{EEA27C9D-5B69-5734-34E6-88921F4B88C8}"/>
          </ac:spMkLst>
        </pc:spChg>
        <pc:spChg chg="add mod">
          <ac:chgData name="DOWTY, PETER (DNR)" userId="01cf875a-4e15-4928-8f93-7a0dfa1efb6b" providerId="ADAL" clId="{E9054DD1-CDF4-4BE2-A4C5-BD4B0395A89E}" dt="2026-05-01T23:10:23.385" v="551" actId="1076"/>
          <ac:spMkLst>
            <pc:docMk/>
            <pc:sldMk cId="2532653130" sldId="281"/>
            <ac:spMk id="5" creationId="{4694BD01-9DA4-3A05-F9D2-22178F5A3542}"/>
          </ac:spMkLst>
        </pc:spChg>
        <pc:spChg chg="add mod">
          <ac:chgData name="DOWTY, PETER (DNR)" userId="01cf875a-4e15-4928-8f93-7a0dfa1efb6b" providerId="ADAL" clId="{E9054DD1-CDF4-4BE2-A4C5-BD4B0395A89E}" dt="2026-05-02T00:55:59.524" v="999" actId="20577"/>
          <ac:spMkLst>
            <pc:docMk/>
            <pc:sldMk cId="2532653130" sldId="281"/>
            <ac:spMk id="6" creationId="{B907219E-D75C-A8B8-DF44-7E3A43177CDE}"/>
          </ac:spMkLst>
        </pc:spChg>
      </pc:sldChg>
      <pc:sldChg chg="modSp mod">
        <pc:chgData name="DOWTY, PETER (DNR)" userId="01cf875a-4e15-4928-8f93-7a0dfa1efb6b" providerId="ADAL" clId="{E9054DD1-CDF4-4BE2-A4C5-BD4B0395A89E}" dt="2026-04-30T17:29:00.825" v="95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4-30T17:29:00.825" v="95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modSp new mod">
        <pc:chgData name="DOWTY, PETER (DNR)" userId="01cf875a-4e15-4928-8f93-7a0dfa1efb6b" providerId="ADAL" clId="{E9054DD1-CDF4-4BE2-A4C5-BD4B0395A89E}" dt="2026-04-30T17:40:18.886" v="315" actId="20577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4-30T17:40:18.886" v="315" actId="20577"/>
          <ac:spMkLst>
            <pc:docMk/>
            <pc:sldMk cId="3033079533" sldId="284"/>
            <ac:spMk id="2" creationId="{4B6D3F91-E5FC-2BDC-B283-AD29E4AA4C5B}"/>
          </ac:spMkLst>
        </pc:sp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4-30T03:34:11.071" v="396" actId="20577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84" Type="http://schemas.openxmlformats.org/officeDocument/2006/relationships/customXml" Target="../ink/ink39.xml"/><Relationship Id="rId138" Type="http://schemas.openxmlformats.org/officeDocument/2006/relationships/customXml" Target="../ink/ink66.xml"/><Relationship Id="rId159" Type="http://schemas.openxmlformats.org/officeDocument/2006/relationships/customXml" Target="../ink/ink76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4.xml"/><Relationship Id="rId128" Type="http://schemas.openxmlformats.org/officeDocument/2006/relationships/customXml" Target="../ink/ink61.xml"/><Relationship Id="rId149" Type="http://schemas.openxmlformats.org/officeDocument/2006/relationships/image" Target="../media/image74.png"/><Relationship Id="rId5" Type="http://schemas.openxmlformats.org/officeDocument/2006/relationships/image" Target="../media/image213.png"/><Relationship Id="rId95" Type="http://schemas.openxmlformats.org/officeDocument/2006/relationships/image" Target="../media/image47.png"/><Relationship Id="rId160" Type="http://schemas.openxmlformats.org/officeDocument/2006/relationships/image" Target="../media/image32.png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118" Type="http://schemas.openxmlformats.org/officeDocument/2006/relationships/customXml" Target="../ink/ink56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2.xml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1.xml"/><Relationship Id="rId124" Type="http://schemas.openxmlformats.org/officeDocument/2006/relationships/customXml" Target="../ink/ink59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0" Type="http://schemas.openxmlformats.org/officeDocument/2006/relationships/customXml" Target="../ink/ink32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5.xml"/><Relationship Id="rId140" Type="http://schemas.openxmlformats.org/officeDocument/2006/relationships/customXml" Target="../ink/ink67.xml"/><Relationship Id="rId145" Type="http://schemas.openxmlformats.org/officeDocument/2006/relationships/image" Target="../media/image72.png"/><Relationship Id="rId161" Type="http://schemas.openxmlformats.org/officeDocument/2006/relationships/customXml" Target="../ink/ink77.xml"/><Relationship Id="rId166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4.xml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86" Type="http://schemas.openxmlformats.org/officeDocument/2006/relationships/customXml" Target="../ink/ink40.xml"/><Relationship Id="rId130" Type="http://schemas.openxmlformats.org/officeDocument/2006/relationships/customXml" Target="../ink/ink62.xml"/><Relationship Id="rId135" Type="http://schemas.openxmlformats.org/officeDocument/2006/relationships/image" Target="../media/image67.png"/><Relationship Id="rId151" Type="http://schemas.openxmlformats.org/officeDocument/2006/relationships/image" Target="../media/image75.png"/><Relationship Id="rId156" Type="http://schemas.openxmlformats.org/officeDocument/2006/relationships/customXml" Target="../ink/ink75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5.xml"/><Relationship Id="rId97" Type="http://schemas.openxmlformats.org/officeDocument/2006/relationships/image" Target="../media/image48.png"/><Relationship Id="rId104" Type="http://schemas.openxmlformats.org/officeDocument/2006/relationships/customXml" Target="../ink/ink49.xml"/><Relationship Id="rId120" Type="http://schemas.openxmlformats.org/officeDocument/2006/relationships/customXml" Target="../ink/ink57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146" Type="http://schemas.openxmlformats.org/officeDocument/2006/relationships/customXml" Target="../ink/ink70.xml"/><Relationship Id="rId167" Type="http://schemas.openxmlformats.org/officeDocument/2006/relationships/customXml" Target="../ink/ink80.xml"/><Relationship Id="rId7" Type="http://schemas.openxmlformats.org/officeDocument/2006/relationships/image" Target="../media/image311.png"/><Relationship Id="rId71" Type="http://schemas.openxmlformats.org/officeDocument/2006/relationships/image" Target="../media/image35.png"/><Relationship Id="rId92" Type="http://schemas.openxmlformats.org/officeDocument/2006/relationships/customXml" Target="../ink/ink43.xml"/><Relationship Id="rId162" Type="http://schemas.openxmlformats.org/officeDocument/2006/relationships/image" Target="../media/image33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87" Type="http://schemas.openxmlformats.org/officeDocument/2006/relationships/image" Target="../media/image43.png"/><Relationship Id="rId110" Type="http://schemas.openxmlformats.org/officeDocument/2006/relationships/customXml" Target="../ink/ink52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5.xml"/><Relationship Id="rId157" Type="http://schemas.openxmlformats.org/officeDocument/2006/relationships/image" Target="../media/image78.png"/><Relationship Id="rId61" Type="http://schemas.openxmlformats.org/officeDocument/2006/relationships/image" Target="../media/image30.png"/><Relationship Id="rId82" Type="http://schemas.openxmlformats.org/officeDocument/2006/relationships/customXml" Target="../ink/ink38.xml"/><Relationship Id="rId152" Type="http://schemas.openxmlformats.org/officeDocument/2006/relationships/customXml" Target="../ink/ink73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47.xml"/><Relationship Id="rId105" Type="http://schemas.openxmlformats.org/officeDocument/2006/relationships/image" Target="../media/image52.png"/><Relationship Id="rId126" Type="http://schemas.openxmlformats.org/officeDocument/2006/relationships/customXml" Target="../ink/ink60.xml"/><Relationship Id="rId147" Type="http://schemas.openxmlformats.org/officeDocument/2006/relationships/image" Target="../media/image73.png"/><Relationship Id="rId168" Type="http://schemas.openxmlformats.org/officeDocument/2006/relationships/image" Target="../media/image81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3.xml"/><Relationship Id="rId93" Type="http://schemas.openxmlformats.org/officeDocument/2006/relationships/image" Target="../media/image46.png"/><Relationship Id="rId98" Type="http://schemas.openxmlformats.org/officeDocument/2006/relationships/customXml" Target="../ink/ink46.xml"/><Relationship Id="rId121" Type="http://schemas.openxmlformats.org/officeDocument/2006/relationships/image" Target="../media/image60.png"/><Relationship Id="rId142" Type="http://schemas.openxmlformats.org/officeDocument/2006/relationships/customXml" Target="../ink/ink68.xml"/><Relationship Id="rId163" Type="http://schemas.openxmlformats.org/officeDocument/2006/relationships/customXml" Target="../ink/ink78.xml"/><Relationship Id="rId3" Type="http://schemas.openxmlformats.org/officeDocument/2006/relationships/image" Target="../media/image127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116" Type="http://schemas.openxmlformats.org/officeDocument/2006/relationships/customXml" Target="../ink/ink55.xml"/><Relationship Id="rId137" Type="http://schemas.openxmlformats.org/officeDocument/2006/relationships/image" Target="../media/image68.png"/><Relationship Id="rId158" Type="http://schemas.openxmlformats.org/officeDocument/2006/relationships/image" Target="../media/image31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1.xml"/><Relationship Id="rId111" Type="http://schemas.openxmlformats.org/officeDocument/2006/relationships/image" Target="../media/image55.png"/><Relationship Id="rId132" Type="http://schemas.openxmlformats.org/officeDocument/2006/relationships/customXml" Target="../ink/ink63.xml"/><Relationship Id="rId153" Type="http://schemas.openxmlformats.org/officeDocument/2006/relationships/image" Target="../media/image76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0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6.xml"/><Relationship Id="rId94" Type="http://schemas.openxmlformats.org/officeDocument/2006/relationships/customXml" Target="../ink/ink44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58.xml"/><Relationship Id="rId143" Type="http://schemas.openxmlformats.org/officeDocument/2006/relationships/image" Target="../media/image71.png"/><Relationship Id="rId148" Type="http://schemas.openxmlformats.org/officeDocument/2006/relationships/customXml" Target="../ink/ink71.xml"/><Relationship Id="rId164" Type="http://schemas.openxmlformats.org/officeDocument/2006/relationships/image" Target="../media/image79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89" Type="http://schemas.openxmlformats.org/officeDocument/2006/relationships/image" Target="../media/image44.png"/><Relationship Id="rId112" Type="http://schemas.openxmlformats.org/officeDocument/2006/relationships/customXml" Target="../ink/ink53.xml"/><Relationship Id="rId133" Type="http://schemas.openxmlformats.org/officeDocument/2006/relationships/image" Target="../media/image66.png"/><Relationship Id="rId154" Type="http://schemas.openxmlformats.org/officeDocument/2006/relationships/customXml" Target="../ink/ink74.xml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48.xml"/><Relationship Id="rId123" Type="http://schemas.openxmlformats.org/officeDocument/2006/relationships/image" Target="../media/image61.png"/><Relationship Id="rId144" Type="http://schemas.openxmlformats.org/officeDocument/2006/relationships/customXml" Target="../ink/ink69.xml"/><Relationship Id="rId90" Type="http://schemas.openxmlformats.org/officeDocument/2006/relationships/customXml" Target="../ink/ink42.xml"/><Relationship Id="rId165" Type="http://schemas.openxmlformats.org/officeDocument/2006/relationships/customXml" Target="../ink/ink79.xml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4.xml"/><Relationship Id="rId80" Type="http://schemas.openxmlformats.org/officeDocument/2006/relationships/customXml" Target="../ink/ink37.xml"/><Relationship Id="rId155" Type="http://schemas.openxmlformats.org/officeDocument/2006/relationships/image" Target="../media/image77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89.xml"/><Relationship Id="rId26" Type="http://schemas.openxmlformats.org/officeDocument/2006/relationships/customXml" Target="../ink/ink93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97.xml"/><Relationship Id="rId42" Type="http://schemas.openxmlformats.org/officeDocument/2006/relationships/customXml" Target="../ink/ink101.xml"/><Relationship Id="rId47" Type="http://schemas.openxmlformats.org/officeDocument/2006/relationships/image" Target="../media/image230.png"/><Relationship Id="rId50" Type="http://schemas.openxmlformats.org/officeDocument/2006/relationships/customXml" Target="../ink/ink105.xml"/><Relationship Id="rId7" Type="http://schemas.openxmlformats.org/officeDocument/2006/relationships/image" Target="../media/image310.png"/><Relationship Id="rId2" Type="http://schemas.openxmlformats.org/officeDocument/2006/relationships/customXml" Target="../ink/ink81.xml"/><Relationship Id="rId16" Type="http://schemas.openxmlformats.org/officeDocument/2006/relationships/customXml" Target="../ink/ink88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92.xml"/><Relationship Id="rId32" Type="http://schemas.openxmlformats.org/officeDocument/2006/relationships/customXml" Target="../ink/ink96.xml"/><Relationship Id="rId37" Type="http://schemas.openxmlformats.org/officeDocument/2006/relationships/image" Target="../media/image181.png"/><Relationship Id="rId40" Type="http://schemas.openxmlformats.org/officeDocument/2006/relationships/customXml" Target="../ink/ink100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85.xml"/><Relationship Id="rId19" Type="http://schemas.openxmlformats.org/officeDocument/2006/relationships/image" Target="../media/image92.png"/><Relationship Id="rId31" Type="http://schemas.openxmlformats.org/officeDocument/2006/relationships/image" Target="../media/image151.png"/><Relationship Id="rId44" Type="http://schemas.openxmlformats.org/officeDocument/2006/relationships/customXml" Target="../ink/ink102.xml"/><Relationship Id="rId52" Type="http://schemas.openxmlformats.org/officeDocument/2006/relationships/customXml" Target="../ink/ink106.xml"/><Relationship Id="rId4" Type="http://schemas.openxmlformats.org/officeDocument/2006/relationships/customXml" Target="../ink/ink82.xml"/><Relationship Id="rId9" Type="http://schemas.openxmlformats.org/officeDocument/2006/relationships/image" Target="../media/image410.png"/><Relationship Id="rId14" Type="http://schemas.openxmlformats.org/officeDocument/2006/relationships/customXml" Target="../ink/ink87.xml"/><Relationship Id="rId22" Type="http://schemas.openxmlformats.org/officeDocument/2006/relationships/customXml" Target="../ink/ink91.xml"/><Relationship Id="rId27" Type="http://schemas.openxmlformats.org/officeDocument/2006/relationships/image" Target="../media/image131.png"/><Relationship Id="rId30" Type="http://schemas.openxmlformats.org/officeDocument/2006/relationships/customXml" Target="../ink/ink95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04.xml"/><Relationship Id="rId8" Type="http://schemas.openxmlformats.org/officeDocument/2006/relationships/customXml" Target="../ink/ink84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86.xml"/><Relationship Id="rId17" Type="http://schemas.openxmlformats.org/officeDocument/2006/relationships/image" Target="../media/image85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99.xml"/><Relationship Id="rId46" Type="http://schemas.openxmlformats.org/officeDocument/2006/relationships/customXml" Target="../ink/ink103.xml"/><Relationship Id="rId20" Type="http://schemas.openxmlformats.org/officeDocument/2006/relationships/customXml" Target="../ink/ink90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3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94.xml"/><Relationship Id="rId36" Type="http://schemas.openxmlformats.org/officeDocument/2006/relationships/customXml" Target="../ink/ink98.xml"/><Relationship Id="rId49" Type="http://schemas.openxmlformats.org/officeDocument/2006/relationships/image" Target="../media/image2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jpeg"/><Relationship Id="rId4" Type="http://schemas.openxmlformats.org/officeDocument/2006/relationships/image" Target="../media/image8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12.xml"/><Relationship Id="rId18" Type="http://schemas.openxmlformats.org/officeDocument/2006/relationships/image" Target="../media/image95.png"/><Relationship Id="rId26" Type="http://schemas.openxmlformats.org/officeDocument/2006/relationships/image" Target="../media/image99.png"/><Relationship Id="rId3" Type="http://schemas.openxmlformats.org/officeDocument/2006/relationships/customXml" Target="../ink/ink107.xml"/><Relationship Id="rId21" Type="http://schemas.openxmlformats.org/officeDocument/2006/relationships/customXml" Target="../ink/ink116.xml"/><Relationship Id="rId7" Type="http://schemas.openxmlformats.org/officeDocument/2006/relationships/customXml" Target="../ink/ink109.xml"/><Relationship Id="rId12" Type="http://schemas.openxmlformats.org/officeDocument/2006/relationships/image" Target="../media/image910.png"/><Relationship Id="rId17" Type="http://schemas.openxmlformats.org/officeDocument/2006/relationships/customXml" Target="../ink/ink114.xml"/><Relationship Id="rId25" Type="http://schemas.openxmlformats.org/officeDocument/2006/relationships/customXml" Target="../ink/ink118.xml"/><Relationship Id="rId2" Type="http://schemas.openxmlformats.org/officeDocument/2006/relationships/image" Target="../media/image82.png"/><Relationship Id="rId16" Type="http://schemas.openxmlformats.org/officeDocument/2006/relationships/image" Target="../media/image940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11.xml"/><Relationship Id="rId24" Type="http://schemas.openxmlformats.org/officeDocument/2006/relationships/image" Target="../media/image98.png"/><Relationship Id="rId5" Type="http://schemas.openxmlformats.org/officeDocument/2006/relationships/customXml" Target="../ink/ink108.xml"/><Relationship Id="rId15" Type="http://schemas.openxmlformats.org/officeDocument/2006/relationships/customXml" Target="../ink/ink113.xml"/><Relationship Id="rId23" Type="http://schemas.openxmlformats.org/officeDocument/2006/relationships/customXml" Target="../ink/ink117.xml"/><Relationship Id="rId28" Type="http://schemas.openxmlformats.org/officeDocument/2006/relationships/image" Target="../media/image100.png"/><Relationship Id="rId10" Type="http://schemas.openxmlformats.org/officeDocument/2006/relationships/image" Target="../media/image900.png"/><Relationship Id="rId19" Type="http://schemas.openxmlformats.org/officeDocument/2006/relationships/customXml" Target="../ink/ink115.xml"/><Relationship Id="rId4" Type="http://schemas.openxmlformats.org/officeDocument/2006/relationships/image" Target="../media/image870.png"/><Relationship Id="rId9" Type="http://schemas.openxmlformats.org/officeDocument/2006/relationships/customXml" Target="../ink/ink110.xml"/><Relationship Id="rId14" Type="http://schemas.openxmlformats.org/officeDocument/2006/relationships/image" Target="../media/image930.png"/><Relationship Id="rId22" Type="http://schemas.openxmlformats.org/officeDocument/2006/relationships/image" Target="../media/image97.png"/><Relationship Id="rId27" Type="http://schemas.openxmlformats.org/officeDocument/2006/relationships/customXml" Target="../ink/ink11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tiff"/><Relationship Id="rId7" Type="http://schemas.openxmlformats.org/officeDocument/2006/relationships/image" Target="../media/image108.tiff"/><Relationship Id="rId2" Type="http://schemas.openxmlformats.org/officeDocument/2006/relationships/image" Target="../media/image103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tiff"/><Relationship Id="rId5" Type="http://schemas.openxmlformats.org/officeDocument/2006/relationships/image" Target="../media/image106.tiff"/><Relationship Id="rId4" Type="http://schemas.openxmlformats.org/officeDocument/2006/relationships/image" Target="../media/image105.tiff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6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1781175" y="1562100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1291905" y="964734"/>
            <a:ext cx="8397379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confirm the ”--” technique for grouping points associated with the same planting. If systematic, write code to reduce to plantings with plantings attributes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 err="1"/>
              <a:t>Activity_type</a:t>
            </a:r>
            <a:r>
              <a:rPr lang="en-US" sz="1600" dirty="0"/>
              <a:t> field seems robust for groups points by planting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Add field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rep cases remain.  How to generate unique planting keys for these cases.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Try to understand collocated field.  Identify cases of plantings at same location, different dates.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6D3F91-E5FC-2BDC-B283-AD29E4AA4C5B}"/>
              </a:ext>
            </a:extLst>
          </p:cNvPr>
          <p:cNvSpPr txBox="1"/>
          <p:nvPr/>
        </p:nvSpPr>
        <p:spPr>
          <a:xfrm>
            <a:off x="1296954" y="531845"/>
            <a:ext cx="884542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Activity_type</a:t>
            </a:r>
            <a:r>
              <a:rPr lang="en-US" dirty="0"/>
              <a:t> will work for grouping point by planting and creating </a:t>
            </a:r>
            <a:r>
              <a:rPr lang="en-US" dirty="0" err="1"/>
              <a:t>planting_ID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Step through ordered rows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  <a:p>
            <a:r>
              <a:rPr lang="en-US" dirty="0"/>
              <a:t>Need </a:t>
            </a:r>
            <a:r>
              <a:rPr lang="en-US" dirty="0" err="1"/>
              <a:t>planting_ID</a:t>
            </a:r>
            <a:r>
              <a:rPr lang="en-US" dirty="0"/>
              <a:t> for reps</a:t>
            </a:r>
          </a:p>
          <a:p>
            <a:r>
              <a:rPr lang="en-US" dirty="0"/>
              <a:t>r1, r2, r3</a:t>
            </a:r>
          </a:p>
        </p:txBody>
      </p:sp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1" y="762270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70" y="262190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table.  The number of  rows at the top to ignore is stored in a config file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07219E-D75C-A8B8-DF44-7E3A43177CDE}"/>
              </a:ext>
            </a:extLst>
          </p:cNvPr>
          <p:cNvSpPr txBox="1"/>
          <p:nvPr/>
        </p:nvSpPr>
        <p:spPr>
          <a:xfrm>
            <a:off x="569569" y="3404316"/>
            <a:ext cx="10505661" cy="116955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Two sets or planting-</a:t>
            </a:r>
            <a:r>
              <a:rPr lang="en-US" sz="1400" dirty="0" err="1"/>
              <a:t>gps</a:t>
            </a:r>
            <a:r>
              <a:rPr lang="en-US" sz="1400" dirty="0"/>
              <a:t>-pt records in Matrix had NA for </a:t>
            </a:r>
            <a:r>
              <a:rPr lang="en-US" sz="1400" dirty="0" err="1"/>
              <a:t>planting_location_code</a:t>
            </a:r>
            <a:r>
              <a:rPr lang="en-US" sz="1400" dirty="0"/>
              <a:t>,  which caused issues with the early script development:  </a:t>
            </a:r>
          </a:p>
          <a:p>
            <a:pPr marL="342900" indent="-342900">
              <a:buAutoNum type="arabicParenBoth"/>
            </a:pPr>
            <a:r>
              <a:rPr lang="en-US" sz="1400" dirty="0"/>
              <a:t>the 12 records from the initial 2017 BESE plantings with notes indicating  “planting setup was incorrect”.  These records were not edited and the script was </a:t>
            </a:r>
            <a:r>
              <a:rPr lang="en-US" sz="1400" dirty="0" err="1"/>
              <a:t>modifed</a:t>
            </a:r>
            <a:r>
              <a:rPr lang="en-US" sz="1400" dirty="0"/>
              <a:t> to discard these records.</a:t>
            </a:r>
          </a:p>
          <a:p>
            <a:pPr marL="342900" indent="-342900">
              <a:buAutoNum type="arabicParenBoth"/>
            </a:pPr>
            <a:r>
              <a:rPr lang="en-US" sz="1400" dirty="0"/>
              <a:t>dd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4CCA94-F860-790A-0C8E-1B54130D0DDF}"/>
              </a:ext>
            </a:extLst>
          </p:cNvPr>
          <p:cNvSpPr txBox="1"/>
          <p:nvPr/>
        </p:nvSpPr>
        <p:spPr>
          <a:xfrm>
            <a:off x="1272209" y="1123122"/>
            <a:ext cx="7682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33986019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4399</TotalTime>
  <Words>1395</Words>
  <Application>Microsoft Office PowerPoint</Application>
  <PresentationFormat>Widescreen</PresentationFormat>
  <Paragraphs>307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Aptos</vt:lpstr>
      <vt:lpstr>Aptos Display</vt:lpstr>
      <vt:lpstr>Aptos Narrow</vt:lpstr>
      <vt:lpstr>Arial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Pete Dowty</dc:creator>
  <cp:lastModifiedBy>Pete Dowty</cp:lastModifiedBy>
  <cp:revision>30</cp:revision>
  <dcterms:created xsi:type="dcterms:W3CDTF">2026-02-18T17:07:24Z</dcterms:created>
  <dcterms:modified xsi:type="dcterms:W3CDTF">2026-05-02T00:56:01Z</dcterms:modified>
</cp:coreProperties>
</file>