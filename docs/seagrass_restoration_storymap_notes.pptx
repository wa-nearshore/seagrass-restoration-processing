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33" r:id="rId12"/>
    <p:sldId id="334" r:id="rId13"/>
    <p:sldId id="337" r:id="rId14"/>
    <p:sldId id="338" r:id="rId15"/>
    <p:sldId id="339" r:id="rId16"/>
    <p:sldId id="340" r:id="rId17"/>
    <p:sldId id="341" r:id="rId18"/>
    <p:sldId id="335" r:id="rId19"/>
    <p:sldId id="336" r:id="rId20"/>
    <p:sldId id="331" r:id="rId21"/>
    <p:sldId id="309" r:id="rId22"/>
    <p:sldId id="302" r:id="rId23"/>
    <p:sldId id="320" r:id="rId24"/>
    <p:sldId id="308" r:id="rId25"/>
    <p:sldId id="305" r:id="rId26"/>
    <p:sldId id="327" r:id="rId27"/>
    <p:sldId id="328" r:id="rId28"/>
    <p:sldId id="317" r:id="rId29"/>
    <p:sldId id="306" r:id="rId30"/>
    <p:sldId id="323" r:id="rId31"/>
    <p:sldId id="325" r:id="rId32"/>
    <p:sldId id="324" r:id="rId33"/>
    <p:sldId id="326" r:id="rId34"/>
    <p:sldId id="329" r:id="rId35"/>
    <p:sldId id="330" r:id="rId36"/>
    <p:sldId id="316" r:id="rId37"/>
    <p:sldId id="332" r:id="rId38"/>
    <p:sldId id="321" r:id="rId39"/>
    <p:sldId id="319" r:id="rId40"/>
    <p:sldId id="291" r:id="rId41"/>
    <p:sldId id="294" r:id="rId42"/>
    <p:sldId id="287" r:id="rId43"/>
    <p:sldId id="315" r:id="rId44"/>
    <p:sldId id="281" r:id="rId45"/>
    <p:sldId id="292" r:id="rId46"/>
    <p:sldId id="283" r:id="rId47"/>
    <p:sldId id="322" r:id="rId48"/>
    <p:sldId id="318" r:id="rId49"/>
    <p:sldId id="284" r:id="rId50"/>
    <p:sldId id="295" r:id="rId51"/>
    <p:sldId id="297" r:id="rId52"/>
    <p:sldId id="288" r:id="rId53"/>
    <p:sldId id="289" r:id="rId54"/>
    <p:sldId id="273" r:id="rId55"/>
    <p:sldId id="271" r:id="rId56"/>
    <p:sldId id="272" r:id="rId57"/>
    <p:sldId id="276" r:id="rId58"/>
    <p:sldId id="277" r:id="rId59"/>
    <p:sldId id="274" r:id="rId60"/>
    <p:sldId id="278" r:id="rId61"/>
    <p:sldId id="280" r:id="rId62"/>
    <p:sldId id="286" r:id="rId63"/>
    <p:sldId id="282" r:id="rId64"/>
    <p:sldId id="285" r:id="rId65"/>
    <p:sldId id="275" r:id="rId66"/>
    <p:sldId id="270" r:id="rId67"/>
    <p:sldId id="265" r:id="rId68"/>
    <p:sldId id="268" r:id="rId69"/>
    <p:sldId id="269" r:id="rId70"/>
    <p:sldId id="267" r:id="rId71"/>
    <p:sldId id="266" r:id="rId72"/>
    <p:sldId id="257" r:id="rId73"/>
    <p:sldId id="258" r:id="rId74"/>
    <p:sldId id="259" r:id="rId75"/>
    <p:sldId id="260" r:id="rId76"/>
    <p:sldId id="261" r:id="rId77"/>
    <p:sldId id="262" r:id="rId78"/>
    <p:sldId id="263" r:id="rId79"/>
    <p:sldId id="264" r:id="rId8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56082"/>
    <a:srgbClr val="E58591"/>
    <a:srgbClr val="FDA9B2"/>
    <a:srgbClr val="FF95A0"/>
    <a:srgbClr val="EAF6FC"/>
    <a:srgbClr val="DBF0F9"/>
    <a:srgbClr val="E7F7E1"/>
    <a:srgbClr val="F0FAEC"/>
    <a:srgbClr val="FDF3ED"/>
    <a:srgbClr val="E2F3F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786C6D-AB95-9740-AEFC-2D45BBDF4D29}" v="112" dt="2026-08-09T17:07:03.53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582" autoAdjust="0"/>
    <p:restoredTop sz="96182" autoAdjust="0"/>
  </p:normalViewPr>
  <p:slideViewPr>
    <p:cSldViewPr snapToGrid="0">
      <p:cViewPr varScale="1">
        <p:scale>
          <a:sx n="115" d="100"/>
          <a:sy n="115" d="100"/>
        </p:scale>
        <p:origin x="224" y="992"/>
      </p:cViewPr>
      <p:guideLst>
        <p:guide orient="horz" pos="187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86"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8-07T20:17:15.222" v="22524" actId="20577"/>
      <pc:docMkLst>
        <pc:docMk/>
      </pc:docMkLst>
      <pc:sldChg chg="addSp delSp modSp new mod">
        <pc:chgData name="DOWTY, PETER (DNR)" userId="01cf875a-4e15-4928-8f93-7a0dfa1efb6b" providerId="ADAL" clId="{E9054DD1-CDF4-4BE2-A4C5-BD4B0395A89E}" dt="2026-07-27T14:04:21.838" v="21806" actId="14100"/>
        <pc:sldMkLst>
          <pc:docMk/>
          <pc:sldMk cId="2110894095" sldId="304"/>
        </pc:sldMkLst>
        <pc:spChg chg="add mod">
          <ac:chgData name="DOWTY, PETER (DNR)" userId="01cf875a-4e15-4928-8f93-7a0dfa1efb6b" providerId="ADAL" clId="{E9054DD1-CDF4-4BE2-A4C5-BD4B0395A89E}" dt="2026-07-16T18:43:59.745" v="21189" actId="692"/>
          <ac:spMkLst>
            <pc:docMk/>
            <pc:sldMk cId="2110894095" sldId="304"/>
            <ac:spMk id="2" creationId="{6E70B15B-5A04-7DDA-153D-CC02A3E0C64D}"/>
          </ac:spMkLst>
        </pc:spChg>
        <pc:spChg chg="mod">
          <ac:chgData name="DOWTY, PETER (DNR)" userId="01cf875a-4e15-4928-8f93-7a0dfa1efb6b" providerId="ADAL" clId="{E9054DD1-CDF4-4BE2-A4C5-BD4B0395A89E}" dt="2026-07-15T20:59:35.284" v="21119" actId="1076"/>
          <ac:spMkLst>
            <pc:docMk/>
            <pc:sldMk cId="2110894095" sldId="304"/>
            <ac:spMk id="10" creationId="{988E3680-0C8B-5FA2-80EF-4E66112407A7}"/>
          </ac:spMkLst>
        </pc:spChg>
        <pc:spChg chg="mod">
          <ac:chgData name="DOWTY, PETER (DNR)" userId="01cf875a-4e15-4928-8f93-7a0dfa1efb6b" providerId="ADAL" clId="{E9054DD1-CDF4-4BE2-A4C5-BD4B0395A89E}" dt="2026-07-16T18:35:01.032" v="21187" actId="14861"/>
          <ac:spMkLst>
            <pc:docMk/>
            <pc:sldMk cId="2110894095" sldId="304"/>
            <ac:spMk id="18" creationId="{93206ECF-11F2-BD8C-69FC-060A6AA0F6D5}"/>
          </ac:spMkLst>
        </pc:spChg>
        <pc:spChg chg="add mod">
          <ac:chgData name="DOWTY, PETER (DNR)" userId="01cf875a-4e15-4928-8f93-7a0dfa1efb6b" providerId="ADAL" clId="{E9054DD1-CDF4-4BE2-A4C5-BD4B0395A89E}" dt="2026-07-18T00:33:29.172" v="21191"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16T18:43:41.703" v="21188" actId="1582"/>
          <ac:spMkLst>
            <pc:docMk/>
            <pc:sldMk cId="2110894095" sldId="304"/>
            <ac:spMk id="23" creationId="{0444A720-0743-A403-29F0-D186B9756847}"/>
          </ac:spMkLst>
        </pc:spChg>
        <pc:spChg chg="mod">
          <ac:chgData name="DOWTY, PETER (DNR)" userId="01cf875a-4e15-4928-8f93-7a0dfa1efb6b" providerId="ADAL" clId="{E9054DD1-CDF4-4BE2-A4C5-BD4B0395A89E}" dt="2026-07-18T00:33:50.821" v="21194" actId="206"/>
          <ac:spMkLst>
            <pc:docMk/>
            <pc:sldMk cId="2110894095" sldId="304"/>
            <ac:spMk id="30" creationId="{FE4F82EB-1018-C6CF-B177-123EE9B65213}"/>
          </ac:spMkLst>
        </pc:spChg>
        <pc:spChg chg="add mod">
          <ac:chgData name="DOWTY, PETER (DNR)" userId="01cf875a-4e15-4928-8f93-7a0dfa1efb6b" providerId="ADAL" clId="{E9054DD1-CDF4-4BE2-A4C5-BD4B0395A89E}" dt="2026-07-10T14:58:55.728" v="18660" actId="20577"/>
          <ac:spMkLst>
            <pc:docMk/>
            <pc:sldMk cId="2110894095" sldId="304"/>
            <ac:spMk id="43" creationId="{D6889D99-37D1-BFB2-809A-41214F78FAE0}"/>
          </ac:spMkLst>
        </pc:spChg>
        <pc:spChg chg="add mod">
          <ac:chgData name="DOWTY, PETER (DNR)" userId="01cf875a-4e15-4928-8f93-7a0dfa1efb6b" providerId="ADAL" clId="{E9054DD1-CDF4-4BE2-A4C5-BD4B0395A89E}" dt="2026-07-16T18:43:59.745" v="21189" actId="692"/>
          <ac:spMkLst>
            <pc:docMk/>
            <pc:sldMk cId="2110894095" sldId="304"/>
            <ac:spMk id="46" creationId="{3B1D2915-3037-DF3A-60E7-90C803308208}"/>
          </ac:spMkLst>
        </pc:spChg>
        <pc:spChg chg="add mod">
          <ac:chgData name="DOWTY, PETER (DNR)" userId="01cf875a-4e15-4928-8f93-7a0dfa1efb6b" providerId="ADAL" clId="{E9054DD1-CDF4-4BE2-A4C5-BD4B0395A89E}" dt="2026-07-16T18:33:23.912" v="21171" actId="692"/>
          <ac:spMkLst>
            <pc:docMk/>
            <pc:sldMk cId="2110894095" sldId="304"/>
            <ac:spMk id="49" creationId="{5F12D468-650B-9C62-B96E-CF05D21F9C2B}"/>
          </ac:spMkLst>
        </pc:spChg>
        <pc:spChg chg="add mod ord">
          <ac:chgData name="DOWTY, PETER (DNR)" userId="01cf875a-4e15-4928-8f93-7a0dfa1efb6b" providerId="ADAL" clId="{E9054DD1-CDF4-4BE2-A4C5-BD4B0395A89E}" dt="2026-07-16T18:33:32.418" v="21172" actId="692"/>
          <ac:spMkLst>
            <pc:docMk/>
            <pc:sldMk cId="2110894095" sldId="304"/>
            <ac:spMk id="51" creationId="{F676C0DB-C202-23B4-2B43-EC134E02B1B9}"/>
          </ac:spMkLst>
        </pc:spChg>
        <pc:spChg chg="add mod">
          <ac:chgData name="DOWTY, PETER (DNR)" userId="01cf875a-4e15-4928-8f93-7a0dfa1efb6b" providerId="ADAL" clId="{E9054DD1-CDF4-4BE2-A4C5-BD4B0395A89E}" dt="2026-07-27T14:04:21.838" v="21806" actId="14100"/>
          <ac:spMkLst>
            <pc:docMk/>
            <pc:sldMk cId="2110894095" sldId="304"/>
            <ac:spMk id="52" creationId="{EA3DAA84-2857-6AEB-189A-1FE922530C4F}"/>
          </ac:spMkLst>
        </pc:spChg>
        <pc:grpChg chg="mod">
          <ac:chgData name="DOWTY, PETER (DNR)" userId="01cf875a-4e15-4928-8f93-7a0dfa1efb6b" providerId="ADAL" clId="{E9054DD1-CDF4-4BE2-A4C5-BD4B0395A89E}" dt="2026-07-15T20:59:28.041" v="21117" actId="14100"/>
          <ac:grpSpMkLst>
            <pc:docMk/>
            <pc:sldMk cId="2110894095" sldId="304"/>
            <ac:grpSpMk id="17" creationId="{E193D287-7A2C-4435-D7D6-FD0A99E1C201}"/>
          </ac:grpSpMkLst>
        </pc:grpChg>
        <pc:picChg chg="mod">
          <ac:chgData name="DOWTY, PETER (DNR)" userId="01cf875a-4e15-4928-8f93-7a0dfa1efb6b" providerId="ADAL" clId="{E9054DD1-CDF4-4BE2-A4C5-BD4B0395A89E}" dt="2026-07-15T20:47:22.060" v="21100" actId="1076"/>
          <ac:picMkLst>
            <pc:docMk/>
            <pc:sldMk cId="2110894095" sldId="304"/>
            <ac:picMk id="6" creationId="{B7C82D8D-5066-1592-E185-16107D664398}"/>
          </ac:picMkLst>
        </pc:picChg>
        <pc:picChg chg="add mod topLvl modCrop">
          <ac:chgData name="DOWTY, PETER (DNR)" userId="01cf875a-4e15-4928-8f93-7a0dfa1efb6b" providerId="ADAL" clId="{E9054DD1-CDF4-4BE2-A4C5-BD4B0395A89E}" dt="2026-07-18T00:11:13.862" v="21190" actId="165"/>
          <ac:picMkLst>
            <pc:docMk/>
            <pc:sldMk cId="2110894095" sldId="304"/>
            <ac:picMk id="26" creationId="{D2FD90F0-5669-F9F1-3855-97B9A28A91D2}"/>
          </ac:picMkLst>
        </pc:picChg>
        <pc:picChg chg="add mod topLvl">
          <ac:chgData name="DOWTY, PETER (DNR)" userId="01cf875a-4e15-4928-8f93-7a0dfa1efb6b" providerId="ADAL" clId="{E9054DD1-CDF4-4BE2-A4C5-BD4B0395A89E}" dt="2026-07-18T00:11:13.862" v="21190" actId="165"/>
          <ac:picMkLst>
            <pc:docMk/>
            <pc:sldMk cId="2110894095" sldId="304"/>
            <ac:picMk id="37" creationId="{85574A68-DD5B-DE77-7EC1-58F74E71E9D9}"/>
          </ac:picMkLst>
        </pc:picChg>
        <pc:picChg chg="add mod topLvl">
          <ac:chgData name="DOWTY, PETER (DNR)" userId="01cf875a-4e15-4928-8f93-7a0dfa1efb6b" providerId="ADAL" clId="{E9054DD1-CDF4-4BE2-A4C5-BD4B0395A89E}" dt="2026-07-18T00:11:13.862" v="21190" actId="165"/>
          <ac:picMkLst>
            <pc:docMk/>
            <pc:sldMk cId="2110894095" sldId="304"/>
            <ac:picMk id="42" creationId="{8E90EB6A-4380-6801-67F2-1B3007487914}"/>
          </ac:picMkLst>
        </pc:picChg>
        <pc:picChg chg="add mod topLvl">
          <ac:chgData name="DOWTY, PETER (DNR)" userId="01cf875a-4e15-4928-8f93-7a0dfa1efb6b" providerId="ADAL" clId="{E9054DD1-CDF4-4BE2-A4C5-BD4B0395A89E}" dt="2026-07-18T00:11:13.862" v="21190" actId="165"/>
          <ac:picMkLst>
            <pc:docMk/>
            <pc:sldMk cId="2110894095" sldId="304"/>
            <ac:picMk id="47" creationId="{04349307-160E-4855-7AC4-420FC580DD99}"/>
          </ac:picMkLst>
        </pc:picChg>
      </pc:sldChg>
      <pc:sldChg chg="addSp modSp mod">
        <pc:chgData name="DOWTY, PETER (DNR)" userId="01cf875a-4e15-4928-8f93-7a0dfa1efb6b" providerId="ADAL" clId="{E9054DD1-CDF4-4BE2-A4C5-BD4B0395A89E}" dt="2026-07-14T18:48:17.046" v="19905" actId="14100"/>
        <pc:sldMkLst>
          <pc:docMk/>
          <pc:sldMk cId="4159988265" sldId="305"/>
        </pc:sldMkLst>
        <pc:spChg chg="mod">
          <ac:chgData name="DOWTY, PETER (DNR)" userId="01cf875a-4e15-4928-8f93-7a0dfa1efb6b" providerId="ADAL" clId="{E9054DD1-CDF4-4BE2-A4C5-BD4B0395A89E}" dt="2026-07-14T18:31:10.207" v="19841" actId="1076"/>
          <ac:spMkLst>
            <pc:docMk/>
            <pc:sldMk cId="4159988265" sldId="305"/>
            <ac:spMk id="12" creationId="{93C45B0B-353C-0F8F-7856-80F852E7F70F}"/>
          </ac:spMkLst>
        </pc:spChg>
        <pc:spChg chg="mod">
          <ac:chgData name="DOWTY, PETER (DNR)" userId="01cf875a-4e15-4928-8f93-7a0dfa1efb6b" providerId="ADAL" clId="{E9054DD1-CDF4-4BE2-A4C5-BD4B0395A89E}" dt="2026-07-14T18:48:17.046" v="19905" actId="14100"/>
          <ac:spMkLst>
            <pc:docMk/>
            <pc:sldMk cId="4159988265" sldId="305"/>
            <ac:spMk id="31" creationId="{C1579EA5-C65F-50D5-12CD-89C6C777B55D}"/>
          </ac:spMkLst>
        </pc:spChg>
      </pc:sldChg>
      <pc:sldChg chg="addSp delSp modSp mod">
        <pc:chgData name="DOWTY, PETER (DNR)" userId="01cf875a-4e15-4928-8f93-7a0dfa1efb6b" providerId="ADAL" clId="{E9054DD1-CDF4-4BE2-A4C5-BD4B0395A89E}" dt="2026-08-06T14:41:58.759" v="22361" actId="20577"/>
        <pc:sldMkLst>
          <pc:docMk/>
          <pc:sldMk cId="2602005344" sldId="306"/>
        </pc:sldMkLst>
        <pc:spChg chg="add mod">
          <ac:chgData name="DOWTY, PETER (DNR)" userId="01cf875a-4e15-4928-8f93-7a0dfa1efb6b" providerId="ADAL" clId="{E9054DD1-CDF4-4BE2-A4C5-BD4B0395A89E}" dt="2026-08-06T14:41:58.759" v="22361" actId="20577"/>
          <ac:spMkLst>
            <pc:docMk/>
            <pc:sldMk cId="2602005344" sldId="306"/>
            <ac:spMk id="2" creationId="{C50BA159-FE68-C72B-F7CF-110239B6D952}"/>
          </ac:spMkLst>
        </pc:spChg>
      </pc:sldChg>
      <pc:sldChg chg="addSp delSp modSp new mod ord">
        <pc:chgData name="DOWTY, PETER (DNR)" userId="01cf875a-4e15-4928-8f93-7a0dfa1efb6b" providerId="ADAL" clId="{E9054DD1-CDF4-4BE2-A4C5-BD4B0395A89E}" dt="2026-07-13T21:51:41.878" v="19497" actId="1076"/>
        <pc:sldMkLst>
          <pc:docMk/>
          <pc:sldMk cId="2867469800" sldId="308"/>
        </pc:sldMkLst>
        <pc:picChg chg="add mod">
          <ac:chgData name="DOWTY, PETER (DNR)" userId="01cf875a-4e15-4928-8f93-7a0dfa1efb6b" providerId="ADAL" clId="{E9054DD1-CDF4-4BE2-A4C5-BD4B0395A89E}" dt="2026-07-13T21:51:41.878" v="19497" actId="1076"/>
          <ac:picMkLst>
            <pc:docMk/>
            <pc:sldMk cId="2867469800" sldId="308"/>
            <ac:picMk id="3" creationId="{25AC8D09-9800-E593-F48B-25EC7FF3352D}"/>
          </ac:picMkLst>
        </pc:picChg>
      </pc:sldChg>
      <pc:sldChg chg="addSp modSp mod">
        <pc:chgData name="DOWTY, PETER (DNR)" userId="01cf875a-4e15-4928-8f93-7a0dfa1efb6b" providerId="ADAL" clId="{E9054DD1-CDF4-4BE2-A4C5-BD4B0395A89E}" dt="2026-08-07T20:17:15.222" v="22524" actId="20577"/>
        <pc:sldMkLst>
          <pc:docMk/>
          <pc:sldMk cId="82484586" sldId="313"/>
        </pc:sldMkLst>
        <pc:spChg chg="add mod">
          <ac:chgData name="DOWTY, PETER (DNR)" userId="01cf875a-4e15-4928-8f93-7a0dfa1efb6b" providerId="ADAL" clId="{E9054DD1-CDF4-4BE2-A4C5-BD4B0395A89E}" dt="2026-08-07T20:17:15.222" v="22524" actId="20577"/>
          <ac:spMkLst>
            <pc:docMk/>
            <pc:sldMk cId="82484586" sldId="313"/>
            <ac:spMk id="2" creationId="{6702C91B-830F-E4FC-80D8-C4C0B37FAA36}"/>
          </ac:spMkLst>
        </pc:spChg>
      </pc:sldChg>
      <pc:sldChg chg="new ord setBg">
        <pc:chgData name="DOWTY, PETER (DNR)" userId="01cf875a-4e15-4928-8f93-7a0dfa1efb6b" providerId="ADAL" clId="{E9054DD1-CDF4-4BE2-A4C5-BD4B0395A89E}" dt="2026-07-24T17:03:00.162" v="21227"/>
        <pc:sldMkLst>
          <pc:docMk/>
          <pc:sldMk cId="717612022" sldId="316"/>
        </pc:sldMkLst>
      </pc:sldChg>
      <pc:sldChg chg="addSp new mod ord">
        <pc:chgData name="DOWTY, PETER (DNR)" userId="01cf875a-4e15-4928-8f93-7a0dfa1efb6b" providerId="ADAL" clId="{E9054DD1-CDF4-4BE2-A4C5-BD4B0395A89E}" dt="2026-07-15T16:10:22.712" v="20939"/>
        <pc:sldMkLst>
          <pc:docMk/>
          <pc:sldMk cId="4106245613" sldId="319"/>
        </pc:sldMkLst>
      </pc:sldChg>
      <pc:sldChg chg="addSp delSp modSp new mod">
        <pc:chgData name="DOWTY, PETER (DNR)" userId="01cf875a-4e15-4928-8f93-7a0dfa1efb6b" providerId="ADAL" clId="{E9054DD1-CDF4-4BE2-A4C5-BD4B0395A89E}" dt="2026-07-10T15:44:23.947" v="18709" actId="1076"/>
        <pc:sldMkLst>
          <pc:docMk/>
          <pc:sldMk cId="838302798" sldId="320"/>
        </pc:sldMkLst>
        <pc:spChg chg="add mod">
          <ac:chgData name="DOWTY, PETER (DNR)" userId="01cf875a-4e15-4928-8f93-7a0dfa1efb6b" providerId="ADAL" clId="{E9054DD1-CDF4-4BE2-A4C5-BD4B0395A89E}" dt="2026-07-10T15:44:23.947" v="18709" actId="1076"/>
          <ac:spMkLst>
            <pc:docMk/>
            <pc:sldMk cId="838302798" sldId="320"/>
            <ac:spMk id="2" creationId="{AF042EAC-9DAB-B183-96F5-A5C07330F904}"/>
          </ac:spMkLst>
        </pc:spChg>
        <pc:spChg chg="add mod">
          <ac:chgData name="DOWTY, PETER (DNR)" userId="01cf875a-4e15-4928-8f93-7a0dfa1efb6b" providerId="ADAL" clId="{E9054DD1-CDF4-4BE2-A4C5-BD4B0395A89E}" dt="2026-07-10T15:44:20.545" v="18708" actId="1076"/>
          <ac:spMkLst>
            <pc:docMk/>
            <pc:sldMk cId="838302798" sldId="320"/>
            <ac:spMk id="9" creationId="{F113ED1F-CFE4-8C96-6CD0-C1D19C63C844}"/>
          </ac:spMkLst>
        </pc:spChg>
        <pc:spChg chg="add mod">
          <ac:chgData name="DOWTY, PETER (DNR)" userId="01cf875a-4e15-4928-8f93-7a0dfa1efb6b" providerId="ADAL" clId="{E9054DD1-CDF4-4BE2-A4C5-BD4B0395A89E}" dt="2026-07-10T15:44:15.933" v="18707" actId="20577"/>
          <ac:spMkLst>
            <pc:docMk/>
            <pc:sldMk cId="838302798" sldId="320"/>
            <ac:spMk id="11" creationId="{1692025A-5A58-DC79-FAC3-4CB203A3A602}"/>
          </ac:spMkLst>
        </pc:spChg>
        <pc:picChg chg="add mod ord">
          <ac:chgData name="DOWTY, PETER (DNR)" userId="01cf875a-4e15-4928-8f93-7a0dfa1efb6b" providerId="ADAL" clId="{E9054DD1-CDF4-4BE2-A4C5-BD4B0395A89E}" dt="2026-07-10T15:44:02.589" v="18704" actId="167"/>
          <ac:picMkLst>
            <pc:docMk/>
            <pc:sldMk cId="838302798" sldId="320"/>
            <ac:picMk id="13" creationId="{CFD3B72E-A0CF-C12E-CCB3-DDE47599ECDD}"/>
          </ac:picMkLst>
        </pc:picChg>
      </pc:sldChg>
      <pc:sldChg chg="addSp modSp new mod ord">
        <pc:chgData name="DOWTY, PETER (DNR)" userId="01cf875a-4e15-4928-8f93-7a0dfa1efb6b" providerId="ADAL" clId="{E9054DD1-CDF4-4BE2-A4C5-BD4B0395A89E}" dt="2026-07-24T17:02:55.095" v="21225"/>
        <pc:sldMkLst>
          <pc:docMk/>
          <pc:sldMk cId="1390265288" sldId="321"/>
        </pc:sldMkLst>
        <pc:spChg chg="add mod">
          <ac:chgData name="DOWTY, PETER (DNR)" userId="01cf875a-4e15-4928-8f93-7a0dfa1efb6b" providerId="ADAL" clId="{E9054DD1-CDF4-4BE2-A4C5-BD4B0395A89E}" dt="2026-07-15T16:08:05.348" v="20931" actId="20577"/>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0T16:35:39.811" v="18715" actId="478"/>
        <pc:sldMkLst>
          <pc:docMk/>
          <pc:sldMk cId="2340436106" sldId="322"/>
        </pc:sldMkLst>
      </pc:sldChg>
      <pc:sldChg chg="addSp delSp modSp add mod ord">
        <pc:chgData name="DOWTY, PETER (DNR)" userId="01cf875a-4e15-4928-8f93-7a0dfa1efb6b" providerId="ADAL" clId="{E9054DD1-CDF4-4BE2-A4C5-BD4B0395A89E}" dt="2026-07-10T15:47:22.249" v="18712" actId="1036"/>
        <pc:sldMkLst>
          <pc:docMk/>
          <pc:sldMk cId="3566013658" sldId="325"/>
        </pc:sldMkLst>
        <pc:spChg chg="mod">
          <ac:chgData name="DOWTY, PETER (DNR)" userId="01cf875a-4e15-4928-8f93-7a0dfa1efb6b" providerId="ADAL" clId="{E9054DD1-CDF4-4BE2-A4C5-BD4B0395A89E}" dt="2026-07-10T15:47:22.249" v="18712" actId="1036"/>
          <ac:spMkLst>
            <pc:docMk/>
            <pc:sldMk cId="3566013658" sldId="325"/>
            <ac:spMk id="6" creationId="{1C30C2A5-1433-3985-BCF5-89F66939B668}"/>
          </ac:spMkLst>
        </pc:spChg>
      </pc:sldChg>
      <pc:sldChg chg="addSp modSp new mod">
        <pc:chgData name="DOWTY, PETER (DNR)" userId="01cf875a-4e15-4928-8f93-7a0dfa1efb6b" providerId="ADAL" clId="{E9054DD1-CDF4-4BE2-A4C5-BD4B0395A89E}" dt="2026-07-10T15:48:20.026" v="18714" actId="22"/>
        <pc:sldMkLst>
          <pc:docMk/>
          <pc:sldMk cId="3658463853" sldId="326"/>
        </pc:sldMkLst>
        <pc:spChg chg="add mod">
          <ac:chgData name="DOWTY, PETER (DNR)" userId="01cf875a-4e15-4928-8f93-7a0dfa1efb6b" providerId="ADAL" clId="{E9054DD1-CDF4-4BE2-A4C5-BD4B0395A89E}" dt="2026-07-10T15:48:09.537" v="18713" actId="1076"/>
          <ac:spMkLst>
            <pc:docMk/>
            <pc:sldMk cId="3658463853" sldId="326"/>
            <ac:spMk id="8" creationId="{74B23B2C-ABE0-4A5C-7D03-8FD1194671A5}"/>
          </ac:spMkLst>
        </pc:spChg>
        <pc:spChg chg="add">
          <ac:chgData name="DOWTY, PETER (DNR)" userId="01cf875a-4e15-4928-8f93-7a0dfa1efb6b" providerId="ADAL" clId="{E9054DD1-CDF4-4BE2-A4C5-BD4B0395A89E}" dt="2026-07-10T15:48:20.026" v="18714" actId="22"/>
          <ac:spMkLst>
            <pc:docMk/>
            <pc:sldMk cId="3658463853" sldId="326"/>
            <ac:spMk id="9" creationId="{4286B381-3037-1E34-30C5-904439EF40C8}"/>
          </ac:spMkLst>
        </pc:spChg>
        <pc:spChg chg="add mod">
          <ac:chgData name="DOWTY, PETER (DNR)" userId="01cf875a-4e15-4928-8f93-7a0dfa1efb6b" providerId="ADAL" clId="{E9054DD1-CDF4-4BE2-A4C5-BD4B0395A89E}" dt="2026-07-10T15:48:09.537" v="18713" actId="1076"/>
          <ac:spMkLst>
            <pc:docMk/>
            <pc:sldMk cId="3658463853" sldId="326"/>
            <ac:spMk id="10" creationId="{8B79321C-C784-E931-F68A-3050B5C0DEA8}"/>
          </ac:spMkLst>
        </pc:spChg>
        <pc:spChg chg="add">
          <ac:chgData name="DOWTY, PETER (DNR)" userId="01cf875a-4e15-4928-8f93-7a0dfa1efb6b" providerId="ADAL" clId="{E9054DD1-CDF4-4BE2-A4C5-BD4B0395A89E}" dt="2026-07-10T15:48:20.026" v="18714" actId="22"/>
          <ac:spMkLst>
            <pc:docMk/>
            <pc:sldMk cId="3658463853" sldId="326"/>
            <ac:spMk id="14" creationId="{2DDBC539-542F-0C5B-7E85-16B2DE771528}"/>
          </ac:spMkLst>
        </pc:spChg>
        <pc:grpChg chg="add mod">
          <ac:chgData name="DOWTY, PETER (DNR)" userId="01cf875a-4e15-4928-8f93-7a0dfa1efb6b" providerId="ADAL" clId="{E9054DD1-CDF4-4BE2-A4C5-BD4B0395A89E}" dt="2026-07-10T15:48:09.537" v="18713" actId="1076"/>
          <ac:grpSpMkLst>
            <pc:docMk/>
            <pc:sldMk cId="3658463853" sldId="326"/>
            <ac:grpSpMk id="6" creationId="{F88E621F-76FA-B774-65C0-255C37BA90EA}"/>
          </ac:grpSpMkLst>
        </pc:grpChg>
        <pc:picChg chg="add">
          <ac:chgData name="DOWTY, PETER (DNR)" userId="01cf875a-4e15-4928-8f93-7a0dfa1efb6b" providerId="ADAL" clId="{E9054DD1-CDF4-4BE2-A4C5-BD4B0395A89E}" dt="2026-07-10T15:48:20.026" v="18714" actId="22"/>
          <ac:picMkLst>
            <pc:docMk/>
            <pc:sldMk cId="3658463853" sldId="326"/>
            <ac:picMk id="4" creationId="{EF9E8502-F4C0-1502-A03F-DA9239A70A76}"/>
          </ac:picMkLst>
        </pc:picChg>
        <pc:picChg chg="add">
          <ac:chgData name="DOWTY, PETER (DNR)" userId="01cf875a-4e15-4928-8f93-7a0dfa1efb6b" providerId="ADAL" clId="{E9054DD1-CDF4-4BE2-A4C5-BD4B0395A89E}" dt="2026-07-10T15:48:20.026" v="18714" actId="22"/>
          <ac:picMkLst>
            <pc:docMk/>
            <pc:sldMk cId="3658463853" sldId="326"/>
            <ac:picMk id="12" creationId="{FDCA291A-8844-38FD-DE94-A7092DAB6584}"/>
          </ac:picMkLst>
        </pc:picChg>
      </pc:sldChg>
      <pc:sldChg chg="addSp delSp modSp new mod">
        <pc:chgData name="DOWTY, PETER (DNR)" userId="01cf875a-4e15-4928-8f93-7a0dfa1efb6b" providerId="ADAL" clId="{E9054DD1-CDF4-4BE2-A4C5-BD4B0395A89E}" dt="2026-07-15T15:47:03.368" v="20725" actId="21"/>
        <pc:sldMkLst>
          <pc:docMk/>
          <pc:sldMk cId="842818155" sldId="327"/>
        </pc:sldMkLst>
        <pc:spChg chg="add mod">
          <ac:chgData name="DOWTY, PETER (DNR)" userId="01cf875a-4e15-4928-8f93-7a0dfa1efb6b" providerId="ADAL" clId="{E9054DD1-CDF4-4BE2-A4C5-BD4B0395A89E}" dt="2026-07-15T15:04:50.107" v="20466" actId="1076"/>
          <ac:spMkLst>
            <pc:docMk/>
            <pc:sldMk cId="842818155" sldId="327"/>
            <ac:spMk id="2" creationId="{3CFD1A11-0FCB-C803-1291-AABF588568A5}"/>
          </ac:spMkLst>
        </pc:spChg>
        <pc:spChg chg="add mod">
          <ac:chgData name="DOWTY, PETER (DNR)" userId="01cf875a-4e15-4928-8f93-7a0dfa1efb6b" providerId="ADAL" clId="{E9054DD1-CDF4-4BE2-A4C5-BD4B0395A89E}" dt="2026-07-15T15:04:50.107" v="20466" actId="1076"/>
          <ac:spMkLst>
            <pc:docMk/>
            <pc:sldMk cId="842818155" sldId="327"/>
            <ac:spMk id="4" creationId="{8BD75B74-85F0-03F8-95F7-B3850948CF27}"/>
          </ac:spMkLst>
        </pc:spChg>
        <pc:spChg chg="add mod">
          <ac:chgData name="DOWTY, PETER (DNR)" userId="01cf875a-4e15-4928-8f93-7a0dfa1efb6b" providerId="ADAL" clId="{E9054DD1-CDF4-4BE2-A4C5-BD4B0395A89E}" dt="2026-07-14T18:55:12.763" v="20036" actId="1076"/>
          <ac:spMkLst>
            <pc:docMk/>
            <pc:sldMk cId="842818155" sldId="327"/>
            <ac:spMk id="5" creationId="{8582BA12-D70F-9F65-0617-7C5E72429A9B}"/>
          </ac:spMkLst>
        </pc:spChg>
        <pc:spChg chg="add mod">
          <ac:chgData name="DOWTY, PETER (DNR)" userId="01cf875a-4e15-4928-8f93-7a0dfa1efb6b" providerId="ADAL" clId="{E9054DD1-CDF4-4BE2-A4C5-BD4B0395A89E}" dt="2026-07-14T20:19:36.081" v="20128" actId="1076"/>
          <ac:spMkLst>
            <pc:docMk/>
            <pc:sldMk cId="842818155" sldId="327"/>
            <ac:spMk id="6" creationId="{E5B31858-3C2A-5C9C-6C61-79D546AD6903}"/>
          </ac:spMkLst>
        </pc:spChg>
        <pc:spChg chg="add mod">
          <ac:chgData name="DOWTY, PETER (DNR)" userId="01cf875a-4e15-4928-8f93-7a0dfa1efb6b" providerId="ADAL" clId="{E9054DD1-CDF4-4BE2-A4C5-BD4B0395A89E}" dt="2026-07-15T15:04:54.032" v="20467" actId="1076"/>
          <ac:spMkLst>
            <pc:docMk/>
            <pc:sldMk cId="842818155" sldId="327"/>
            <ac:spMk id="7" creationId="{F719ED6A-7A89-20C2-D17D-D47CAA4A7572}"/>
          </ac:spMkLst>
        </pc:spChg>
        <pc:spChg chg="add mod">
          <ac:chgData name="DOWTY, PETER (DNR)" userId="01cf875a-4e15-4928-8f93-7a0dfa1efb6b" providerId="ADAL" clId="{E9054DD1-CDF4-4BE2-A4C5-BD4B0395A89E}" dt="2026-07-15T15:04:50.107" v="20466" actId="1076"/>
          <ac:spMkLst>
            <pc:docMk/>
            <pc:sldMk cId="842818155" sldId="327"/>
            <ac:spMk id="8" creationId="{EC0B6EB0-1DD4-891A-3A27-0ACED3EFB36F}"/>
          </ac:spMkLst>
        </pc:spChg>
        <pc:spChg chg="add mod">
          <ac:chgData name="DOWTY, PETER (DNR)" userId="01cf875a-4e15-4928-8f93-7a0dfa1efb6b" providerId="ADAL" clId="{E9054DD1-CDF4-4BE2-A4C5-BD4B0395A89E}" dt="2026-07-15T15:04:50.107" v="20466" actId="1076"/>
          <ac:spMkLst>
            <pc:docMk/>
            <pc:sldMk cId="842818155" sldId="327"/>
            <ac:spMk id="9" creationId="{A5262951-75D3-54D7-F16C-587B0D96528E}"/>
          </ac:spMkLst>
        </pc:spChg>
        <pc:spChg chg="add mod">
          <ac:chgData name="DOWTY, PETER (DNR)" userId="01cf875a-4e15-4928-8f93-7a0dfa1efb6b" providerId="ADAL" clId="{E9054DD1-CDF4-4BE2-A4C5-BD4B0395A89E}" dt="2026-07-15T15:04:50.107" v="20466" actId="1076"/>
          <ac:spMkLst>
            <pc:docMk/>
            <pc:sldMk cId="842818155" sldId="327"/>
            <ac:spMk id="10" creationId="{1F2A6037-C995-6885-FA1C-2BAEDB2F01BC}"/>
          </ac:spMkLst>
        </pc:spChg>
        <pc:spChg chg="add mod">
          <ac:chgData name="DOWTY, PETER (DNR)" userId="01cf875a-4e15-4928-8f93-7a0dfa1efb6b" providerId="ADAL" clId="{E9054DD1-CDF4-4BE2-A4C5-BD4B0395A89E}" dt="2026-07-14T20:21:49.229" v="20146"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5T15:04:50.107" v="20466" actId="1076"/>
          <ac:spMkLst>
            <pc:docMk/>
            <pc:sldMk cId="842818155" sldId="327"/>
            <ac:spMk id="13" creationId="{975B7751-5828-852C-204C-7E2ADC0B493E}"/>
          </ac:spMkLst>
        </pc:spChg>
        <pc:spChg chg="add mod">
          <ac:chgData name="DOWTY, PETER (DNR)" userId="01cf875a-4e15-4928-8f93-7a0dfa1efb6b" providerId="ADAL" clId="{E9054DD1-CDF4-4BE2-A4C5-BD4B0395A89E}" dt="2026-07-14T20:13:09.628" v="20039" actId="1076"/>
          <ac:spMkLst>
            <pc:docMk/>
            <pc:sldMk cId="842818155" sldId="327"/>
            <ac:spMk id="14" creationId="{32926D3B-1C4D-ABBC-F032-A0DE80DFF93F}"/>
          </ac:spMkLst>
        </pc:spChg>
        <pc:spChg chg="add mod">
          <ac:chgData name="DOWTY, PETER (DNR)" userId="01cf875a-4e15-4928-8f93-7a0dfa1efb6b" providerId="ADAL" clId="{E9054DD1-CDF4-4BE2-A4C5-BD4B0395A89E}" dt="2026-07-14T20:13:09.628" v="20039" actId="1076"/>
          <ac:spMkLst>
            <pc:docMk/>
            <pc:sldMk cId="842818155" sldId="327"/>
            <ac:spMk id="16" creationId="{32392389-590E-1669-81A2-2B7DE98EC688}"/>
          </ac:spMkLst>
        </pc:spChg>
        <pc:spChg chg="add mod">
          <ac:chgData name="DOWTY, PETER (DNR)" userId="01cf875a-4e15-4928-8f93-7a0dfa1efb6b" providerId="ADAL" clId="{E9054DD1-CDF4-4BE2-A4C5-BD4B0395A89E}" dt="2026-07-14T20:20:29.173" v="20133" actId="1076"/>
          <ac:spMkLst>
            <pc:docMk/>
            <pc:sldMk cId="842818155" sldId="327"/>
            <ac:spMk id="17" creationId="{F90A4F6E-5CE3-6859-9415-2C7D1AC78138}"/>
          </ac:spMkLst>
        </pc:spChg>
        <pc:spChg chg="add mod">
          <ac:chgData name="DOWTY, PETER (DNR)" userId="01cf875a-4e15-4928-8f93-7a0dfa1efb6b" providerId="ADAL" clId="{E9054DD1-CDF4-4BE2-A4C5-BD4B0395A89E}" dt="2026-07-14T20:13:09.628" v="20039"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4T20:13:09.628" v="20039" actId="1076"/>
          <ac:spMkLst>
            <pc:docMk/>
            <pc:sldMk cId="842818155" sldId="327"/>
            <ac:spMk id="20" creationId="{5B2AB0E8-6883-F230-29C3-2C4B7CB5F834}"/>
          </ac:spMkLst>
        </pc:spChg>
        <pc:spChg chg="add mod">
          <ac:chgData name="DOWTY, PETER (DNR)" userId="01cf875a-4e15-4928-8f93-7a0dfa1efb6b" providerId="ADAL" clId="{E9054DD1-CDF4-4BE2-A4C5-BD4B0395A89E}" dt="2026-07-14T20:20:29.173" v="20133" actId="1076"/>
          <ac:spMkLst>
            <pc:docMk/>
            <pc:sldMk cId="842818155" sldId="327"/>
            <ac:spMk id="21" creationId="{C4F6F454-EAF4-C564-088B-E9A22B86F933}"/>
          </ac:spMkLst>
        </pc:spChg>
        <pc:spChg chg="add mod">
          <ac:chgData name="DOWTY, PETER (DNR)" userId="01cf875a-4e15-4928-8f93-7a0dfa1efb6b" providerId="ADAL" clId="{E9054DD1-CDF4-4BE2-A4C5-BD4B0395A89E}" dt="2026-07-14T20:13:09.628" v="20039"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4T20:13:09.628" v="20039" actId="1076"/>
          <ac:spMkLst>
            <pc:docMk/>
            <pc:sldMk cId="842818155" sldId="327"/>
            <ac:spMk id="24" creationId="{ED2D8EA7-870D-DD4A-E80C-ADA65F6024E7}"/>
          </ac:spMkLst>
        </pc:spChg>
        <pc:spChg chg="add mod">
          <ac:chgData name="DOWTY, PETER (DNR)" userId="01cf875a-4e15-4928-8f93-7a0dfa1efb6b" providerId="ADAL" clId="{E9054DD1-CDF4-4BE2-A4C5-BD4B0395A89E}" dt="2026-07-15T15:04:50.107" v="20466" actId="1076"/>
          <ac:spMkLst>
            <pc:docMk/>
            <pc:sldMk cId="842818155" sldId="327"/>
            <ac:spMk id="25" creationId="{87886108-BBF5-EE5F-B143-40479455CAEF}"/>
          </ac:spMkLst>
        </pc:spChg>
        <pc:spChg chg="add mod">
          <ac:chgData name="DOWTY, PETER (DNR)" userId="01cf875a-4e15-4928-8f93-7a0dfa1efb6b" providerId="ADAL" clId="{E9054DD1-CDF4-4BE2-A4C5-BD4B0395A89E}" dt="2026-07-15T15:04:50.107" v="20466" actId="1076"/>
          <ac:spMkLst>
            <pc:docMk/>
            <pc:sldMk cId="842818155" sldId="327"/>
            <ac:spMk id="27" creationId="{38F30D4D-5801-B88A-E432-26ABB4A52312}"/>
          </ac:spMkLst>
        </pc:spChg>
        <pc:spChg chg="add mod">
          <ac:chgData name="DOWTY, PETER (DNR)" userId="01cf875a-4e15-4928-8f93-7a0dfa1efb6b" providerId="ADAL" clId="{E9054DD1-CDF4-4BE2-A4C5-BD4B0395A89E}" dt="2026-07-14T20:20:29.173" v="20133" actId="1076"/>
          <ac:spMkLst>
            <pc:docMk/>
            <pc:sldMk cId="842818155" sldId="327"/>
            <ac:spMk id="29" creationId="{005BCFCA-7A98-66E3-C0D6-128E224C6F79}"/>
          </ac:spMkLst>
        </pc:spChg>
        <pc:spChg chg="add mod">
          <ac:chgData name="DOWTY, PETER (DNR)" userId="01cf875a-4e15-4928-8f93-7a0dfa1efb6b" providerId="ADAL" clId="{E9054DD1-CDF4-4BE2-A4C5-BD4B0395A89E}" dt="2026-07-14T20:20:29.173" v="20133" actId="1076"/>
          <ac:spMkLst>
            <pc:docMk/>
            <pc:sldMk cId="842818155" sldId="327"/>
            <ac:spMk id="31" creationId="{6EAC998C-2B25-6D9E-A00D-B5995554F86A}"/>
          </ac:spMkLst>
        </pc:spChg>
        <pc:spChg chg="add mod">
          <ac:chgData name="DOWTY, PETER (DNR)" userId="01cf875a-4e15-4928-8f93-7a0dfa1efb6b" providerId="ADAL" clId="{E9054DD1-CDF4-4BE2-A4C5-BD4B0395A89E}" dt="2026-07-14T20:17:52.054" v="20115" actId="1076"/>
          <ac:spMkLst>
            <pc:docMk/>
            <pc:sldMk cId="842818155" sldId="327"/>
            <ac:spMk id="33" creationId="{4AF7FF26-9719-5BA2-E52E-6A10A196EB34}"/>
          </ac:spMkLst>
        </pc:spChg>
        <pc:spChg chg="add mod">
          <ac:chgData name="DOWTY, PETER (DNR)" userId="01cf875a-4e15-4928-8f93-7a0dfa1efb6b" providerId="ADAL" clId="{E9054DD1-CDF4-4BE2-A4C5-BD4B0395A89E}" dt="2026-07-15T15:04:50.107" v="20466" actId="1076"/>
          <ac:spMkLst>
            <pc:docMk/>
            <pc:sldMk cId="842818155" sldId="327"/>
            <ac:spMk id="35" creationId="{28D35148-35CC-D5FF-4B68-8EB5C31C47D8}"/>
          </ac:spMkLst>
        </pc:spChg>
        <pc:spChg chg="add mod">
          <ac:chgData name="DOWTY, PETER (DNR)" userId="01cf875a-4e15-4928-8f93-7a0dfa1efb6b" providerId="ADAL" clId="{E9054DD1-CDF4-4BE2-A4C5-BD4B0395A89E}" dt="2026-07-15T15:04:50.107" v="20466" actId="1076"/>
          <ac:spMkLst>
            <pc:docMk/>
            <pc:sldMk cId="842818155" sldId="327"/>
            <ac:spMk id="37" creationId="{AA82B502-7036-3CAF-64DA-63F0760A9FDB}"/>
          </ac:spMkLst>
        </pc:spChg>
        <pc:spChg chg="add mod">
          <ac:chgData name="DOWTY, PETER (DNR)" userId="01cf875a-4e15-4928-8f93-7a0dfa1efb6b" providerId="ADAL" clId="{E9054DD1-CDF4-4BE2-A4C5-BD4B0395A89E}" dt="2026-07-14T20:20:29.173" v="20133" actId="1076"/>
          <ac:spMkLst>
            <pc:docMk/>
            <pc:sldMk cId="842818155" sldId="327"/>
            <ac:spMk id="39" creationId="{FEFFF34C-BE3B-4DFC-78B8-6C49F07B67F2}"/>
          </ac:spMkLst>
        </pc:spChg>
        <pc:cxnChg chg="add mod">
          <ac:chgData name="DOWTY, PETER (DNR)" userId="01cf875a-4e15-4928-8f93-7a0dfa1efb6b" providerId="ADAL" clId="{E9054DD1-CDF4-4BE2-A4C5-BD4B0395A89E}" dt="2026-07-14T20:21:15.083" v="20136" actId="208"/>
          <ac:cxnSpMkLst>
            <pc:docMk/>
            <pc:sldMk cId="842818155" sldId="327"/>
            <ac:cxnSpMk id="41" creationId="{82722E46-3633-0B87-7688-215747FB0D30}"/>
          </ac:cxnSpMkLst>
        </pc:cxnChg>
        <pc:cxnChg chg="add mod">
          <ac:chgData name="DOWTY, PETER (DNR)" userId="01cf875a-4e15-4928-8f93-7a0dfa1efb6b" providerId="ADAL" clId="{E9054DD1-CDF4-4BE2-A4C5-BD4B0395A89E}" dt="2026-07-14T20:21:25.976" v="20139" actId="14100"/>
          <ac:cxnSpMkLst>
            <pc:docMk/>
            <pc:sldMk cId="842818155" sldId="327"/>
            <ac:cxnSpMk id="42" creationId="{C1081D90-16A3-066F-89F5-A624BCBA6F02}"/>
          </ac:cxnSpMkLst>
        </pc:cxnChg>
        <pc:cxnChg chg="add mod">
          <ac:chgData name="DOWTY, PETER (DNR)" userId="01cf875a-4e15-4928-8f93-7a0dfa1efb6b" providerId="ADAL" clId="{E9054DD1-CDF4-4BE2-A4C5-BD4B0395A89E}" dt="2026-07-14T20:21:33.286" v="20142" actId="14100"/>
          <ac:cxnSpMkLst>
            <pc:docMk/>
            <pc:sldMk cId="842818155" sldId="327"/>
            <ac:cxnSpMk id="44" creationId="{E1FC46CB-1903-BF8A-E272-647A74F40500}"/>
          </ac:cxnSpMkLst>
        </pc:cxnChg>
        <pc:cxnChg chg="add mod">
          <ac:chgData name="DOWTY, PETER (DNR)" userId="01cf875a-4e15-4928-8f93-7a0dfa1efb6b" providerId="ADAL" clId="{E9054DD1-CDF4-4BE2-A4C5-BD4B0395A89E}" dt="2026-07-14T20:21:44.126" v="20145" actId="14100"/>
          <ac:cxnSpMkLst>
            <pc:docMk/>
            <pc:sldMk cId="842818155" sldId="327"/>
            <ac:cxnSpMk id="46" creationId="{BBEB7C83-9B4C-908E-F5C6-A7DFB1E35BB5}"/>
          </ac:cxnSpMkLst>
        </pc:cxnChg>
        <pc:cxnChg chg="add mod">
          <ac:chgData name="DOWTY, PETER (DNR)" userId="01cf875a-4e15-4928-8f93-7a0dfa1efb6b" providerId="ADAL" clId="{E9054DD1-CDF4-4BE2-A4C5-BD4B0395A89E}" dt="2026-07-14T20:21:59.284" v="20149" actId="14100"/>
          <ac:cxnSpMkLst>
            <pc:docMk/>
            <pc:sldMk cId="842818155" sldId="327"/>
            <ac:cxnSpMk id="48" creationId="{0CD9C812-DF80-9F30-46FD-C013EB70B1AF}"/>
          </ac:cxnSpMkLst>
        </pc:cxnChg>
        <pc:cxnChg chg="add mod">
          <ac:chgData name="DOWTY, PETER (DNR)" userId="01cf875a-4e15-4928-8f93-7a0dfa1efb6b" providerId="ADAL" clId="{E9054DD1-CDF4-4BE2-A4C5-BD4B0395A89E}" dt="2026-07-14T20:22:05.896" v="20152" actId="14100"/>
          <ac:cxnSpMkLst>
            <pc:docMk/>
            <pc:sldMk cId="842818155" sldId="327"/>
            <ac:cxnSpMk id="50" creationId="{AFC0053F-3980-BAAE-E527-E44765DEEDF6}"/>
          </ac:cxnSpMkLst>
        </pc:cxnChg>
      </pc:sldChg>
      <pc:sldChg chg="new">
        <pc:chgData name="DOWTY, PETER (DNR)" userId="01cf875a-4e15-4928-8f93-7a0dfa1efb6b" providerId="ADAL" clId="{E9054DD1-CDF4-4BE2-A4C5-BD4B0395A89E}" dt="2026-07-14T17:07:41.117" v="19697" actId="680"/>
        <pc:sldMkLst>
          <pc:docMk/>
          <pc:sldMk cId="3882133243" sldId="328"/>
        </pc:sldMkLst>
      </pc:sldChg>
      <pc:sldChg chg="addSp delSp modSp new mod">
        <pc:chgData name="DOWTY, PETER (DNR)" userId="01cf875a-4e15-4928-8f93-7a0dfa1efb6b" providerId="ADAL" clId="{E9054DD1-CDF4-4BE2-A4C5-BD4B0395A89E}" dt="2026-07-15T16:25:45.734" v="21074" actId="1076"/>
        <pc:sldMkLst>
          <pc:docMk/>
          <pc:sldMk cId="706807164" sldId="329"/>
        </pc:sldMkLst>
        <pc:spChg chg="add mod">
          <ac:chgData name="DOWTY, PETER (DNR)" userId="01cf875a-4e15-4928-8f93-7a0dfa1efb6b" providerId="ADAL" clId="{E9054DD1-CDF4-4BE2-A4C5-BD4B0395A89E}" dt="2026-07-14T23:56:55.542" v="20215" actId="1076"/>
          <ac:spMkLst>
            <pc:docMk/>
            <pc:sldMk cId="706807164" sldId="329"/>
            <ac:spMk id="2" creationId="{84C73802-B080-0FBF-353D-5E56B5DD43AC}"/>
          </ac:spMkLst>
        </pc:spChg>
        <pc:spChg chg="add mod">
          <ac:chgData name="DOWTY, PETER (DNR)" userId="01cf875a-4e15-4928-8f93-7a0dfa1efb6b" providerId="ADAL" clId="{E9054DD1-CDF4-4BE2-A4C5-BD4B0395A89E}" dt="2026-07-15T16:25:45.734" v="21074" actId="1076"/>
          <ac:spMkLst>
            <pc:docMk/>
            <pc:sldMk cId="706807164" sldId="329"/>
            <ac:spMk id="3" creationId="{EE2B35F7-B0FD-9449-D8FB-7A3A85E6FA90}"/>
          </ac:spMkLst>
        </pc:spChg>
        <pc:spChg chg="add mod">
          <ac:chgData name="DOWTY, PETER (DNR)" userId="01cf875a-4e15-4928-8f93-7a0dfa1efb6b" providerId="ADAL" clId="{E9054DD1-CDF4-4BE2-A4C5-BD4B0395A89E}" dt="2026-07-14T23:56:52.268" v="20214" actId="1076"/>
          <ac:spMkLst>
            <pc:docMk/>
            <pc:sldMk cId="706807164" sldId="329"/>
            <ac:spMk id="4" creationId="{6581EAAB-F382-E4EA-A424-5EE276404A14}"/>
          </ac:spMkLst>
        </pc:spChg>
        <pc:spChg chg="add mod">
          <ac:chgData name="DOWTY, PETER (DNR)" userId="01cf875a-4e15-4928-8f93-7a0dfa1efb6b" providerId="ADAL" clId="{E9054DD1-CDF4-4BE2-A4C5-BD4B0395A89E}" dt="2026-07-14T23:58:11.137" v="20228" actId="208"/>
          <ac:spMkLst>
            <pc:docMk/>
            <pc:sldMk cId="706807164" sldId="329"/>
            <ac:spMk id="9" creationId="{7757D6B0-BBBC-E29A-89F7-1A4D8D243D9B}"/>
          </ac:spMkLst>
        </pc:spChg>
        <pc:spChg chg="add mod">
          <ac:chgData name="DOWTY, PETER (DNR)" userId="01cf875a-4e15-4928-8f93-7a0dfa1efb6b" providerId="ADAL" clId="{E9054DD1-CDF4-4BE2-A4C5-BD4B0395A89E}" dt="2026-07-14T23:58:39.972" v="20248" actId="1076"/>
          <ac:spMkLst>
            <pc:docMk/>
            <pc:sldMk cId="706807164" sldId="329"/>
            <ac:spMk id="10" creationId="{452E4C49-53BC-6DA4-B396-1AE81EFA0AF4}"/>
          </ac:spMkLst>
        </pc:spChg>
        <pc:spChg chg="add mod">
          <ac:chgData name="DOWTY, PETER (DNR)" userId="01cf875a-4e15-4928-8f93-7a0dfa1efb6b" providerId="ADAL" clId="{E9054DD1-CDF4-4BE2-A4C5-BD4B0395A89E}" dt="2026-07-14T23:59:00.856" v="20256" actId="14100"/>
          <ac:spMkLst>
            <pc:docMk/>
            <pc:sldMk cId="706807164" sldId="329"/>
            <ac:spMk id="12" creationId="{AE270AF1-D12B-B4F1-1B61-F4CDF30A6D30}"/>
          </ac:spMkLst>
        </pc:spChg>
        <pc:spChg chg="add mod">
          <ac:chgData name="DOWTY, PETER (DNR)" userId="01cf875a-4e15-4928-8f93-7a0dfa1efb6b" providerId="ADAL" clId="{E9054DD1-CDF4-4BE2-A4C5-BD4B0395A89E}" dt="2026-07-15T00:00:01.094" v="20287" actId="1076"/>
          <ac:spMkLst>
            <pc:docMk/>
            <pc:sldMk cId="706807164" sldId="329"/>
            <ac:spMk id="14" creationId="{5DD9AE69-8C1D-6DB4-E4C6-C537180F2703}"/>
          </ac:spMkLst>
        </pc:spChg>
        <pc:spChg chg="add mod">
          <ac:chgData name="DOWTY, PETER (DNR)" userId="01cf875a-4e15-4928-8f93-7a0dfa1efb6b" providerId="ADAL" clId="{E9054DD1-CDF4-4BE2-A4C5-BD4B0395A89E}" dt="2026-07-15T00:01:14.731" v="20292" actId="208"/>
          <ac:spMkLst>
            <pc:docMk/>
            <pc:sldMk cId="706807164" sldId="329"/>
            <ac:spMk id="17" creationId="{43B54AA1-DD4A-1C18-3E1D-1A2A65383BBC}"/>
          </ac:spMkLst>
        </pc:spChg>
        <pc:spChg chg="add mod">
          <ac:chgData name="DOWTY, PETER (DNR)" userId="01cf875a-4e15-4928-8f93-7a0dfa1efb6b" providerId="ADAL" clId="{E9054DD1-CDF4-4BE2-A4C5-BD4B0395A89E}" dt="2026-07-15T00:01:20.992" v="20294" actId="1076"/>
          <ac:spMkLst>
            <pc:docMk/>
            <pc:sldMk cId="706807164" sldId="329"/>
            <ac:spMk id="19" creationId="{B2ACA2C6-B3E5-73FB-A972-9AD3A6205500}"/>
          </ac:spMkLst>
        </pc:spChg>
        <pc:spChg chg="add mod">
          <ac:chgData name="DOWTY, PETER (DNR)" userId="01cf875a-4e15-4928-8f93-7a0dfa1efb6b" providerId="ADAL" clId="{E9054DD1-CDF4-4BE2-A4C5-BD4B0395A89E}" dt="2026-07-15T00:01:52.968" v="20341" actId="20577"/>
          <ac:spMkLst>
            <pc:docMk/>
            <pc:sldMk cId="706807164" sldId="329"/>
            <ac:spMk id="21" creationId="{220B5028-1297-670A-69B8-DB3549547B65}"/>
          </ac:spMkLst>
        </pc:spChg>
        <pc:spChg chg="add mod">
          <ac:chgData name="DOWTY, PETER (DNR)" userId="01cf875a-4e15-4928-8f93-7a0dfa1efb6b" providerId="ADAL" clId="{E9054DD1-CDF4-4BE2-A4C5-BD4B0395A89E}" dt="2026-07-15T00:01:48.945" v="20330" actId="20577"/>
          <ac:spMkLst>
            <pc:docMk/>
            <pc:sldMk cId="706807164" sldId="329"/>
            <ac:spMk id="23" creationId="{E5994538-B0F6-DBBD-5AC9-CA9F1FFEF14F}"/>
          </ac:spMkLst>
        </pc:spChg>
        <pc:picChg chg="add mod">
          <ac:chgData name="DOWTY, PETER (DNR)" userId="01cf875a-4e15-4928-8f93-7a0dfa1efb6b" providerId="ADAL" clId="{E9054DD1-CDF4-4BE2-A4C5-BD4B0395A89E}" dt="2026-07-14T23:57:56.697" v="20225" actId="1076"/>
          <ac:picMkLst>
            <pc:docMk/>
            <pc:sldMk cId="706807164" sldId="329"/>
            <ac:picMk id="8" creationId="{0233E335-C450-397E-1EF8-257E0D5578BA}"/>
          </ac:picMkLst>
        </pc:picChg>
        <pc:cxnChg chg="add mod">
          <ac:chgData name="DOWTY, PETER (DNR)" userId="01cf875a-4e15-4928-8f93-7a0dfa1efb6b" providerId="ADAL" clId="{E9054DD1-CDF4-4BE2-A4C5-BD4B0395A89E}" dt="2026-07-15T00:00:23.253" v="20289" actId="208"/>
          <ac:cxnSpMkLst>
            <pc:docMk/>
            <pc:sldMk cId="706807164" sldId="329"/>
            <ac:cxnSpMk id="16" creationId="{8DF0528C-1446-E67C-54FB-E7E72D6E529A}"/>
          </ac:cxnSpMkLst>
        </pc:cxnChg>
      </pc:sldChg>
      <pc:sldChg chg="addSp modSp new mod">
        <pc:chgData name="DOWTY, PETER (DNR)" userId="01cf875a-4e15-4928-8f93-7a0dfa1efb6b" providerId="ADAL" clId="{E9054DD1-CDF4-4BE2-A4C5-BD4B0395A89E}" dt="2026-07-15T16:27:27.291" v="21076" actId="1076"/>
        <pc:sldMkLst>
          <pc:docMk/>
          <pc:sldMk cId="2863400652" sldId="330"/>
        </pc:sldMkLst>
        <pc:spChg chg="add mod">
          <ac:chgData name="DOWTY, PETER (DNR)" userId="01cf875a-4e15-4928-8f93-7a0dfa1efb6b" providerId="ADAL" clId="{E9054DD1-CDF4-4BE2-A4C5-BD4B0395A89E}" dt="2026-07-15T00:08:20.138" v="20368" actId="20577"/>
          <ac:spMkLst>
            <pc:docMk/>
            <pc:sldMk cId="2863400652" sldId="330"/>
            <ac:spMk id="7" creationId="{9B7FE3BB-59BC-FA06-5268-2B17B5A167D3}"/>
          </ac:spMkLst>
        </pc:spChg>
        <pc:picChg chg="add mod">
          <ac:chgData name="DOWTY, PETER (DNR)" userId="01cf875a-4e15-4928-8f93-7a0dfa1efb6b" providerId="ADAL" clId="{E9054DD1-CDF4-4BE2-A4C5-BD4B0395A89E}" dt="2026-07-15T16:27:20.279" v="21075" actId="1076"/>
          <ac:picMkLst>
            <pc:docMk/>
            <pc:sldMk cId="2863400652" sldId="330"/>
            <ac:picMk id="3" creationId="{0AACDEF8-ED42-753D-498A-8EEB889BD38A}"/>
          </ac:picMkLst>
        </pc:picChg>
      </pc:sldChg>
      <pc:sldChg chg="addSp delSp modSp new mod ord">
        <pc:chgData name="DOWTY, PETER (DNR)" userId="01cf875a-4e15-4928-8f93-7a0dfa1efb6b" providerId="ADAL" clId="{E9054DD1-CDF4-4BE2-A4C5-BD4B0395A89E}" dt="2026-07-27T14:34:11.109" v="21808"/>
        <pc:sldMkLst>
          <pc:docMk/>
          <pc:sldMk cId="3886185872" sldId="331"/>
        </pc:sldMkLst>
        <pc:spChg chg="add mod">
          <ac:chgData name="DOWTY, PETER (DNR)" userId="01cf875a-4e15-4928-8f93-7a0dfa1efb6b" providerId="ADAL" clId="{E9054DD1-CDF4-4BE2-A4C5-BD4B0395A89E}" dt="2026-07-24T17:13:19.591" v="21333" actId="1076"/>
          <ac:spMkLst>
            <pc:docMk/>
            <pc:sldMk cId="3886185872" sldId="331"/>
            <ac:spMk id="2" creationId="{F52890CB-DDFC-64E3-128E-65314734420C}"/>
          </ac:spMkLst>
        </pc:spChg>
        <pc:spChg chg="add mod">
          <ac:chgData name="DOWTY, PETER (DNR)" userId="01cf875a-4e15-4928-8f93-7a0dfa1efb6b" providerId="ADAL" clId="{E9054DD1-CDF4-4BE2-A4C5-BD4B0395A89E}" dt="2026-07-24T17:13:10.152" v="21331" actId="164"/>
          <ac:spMkLst>
            <pc:docMk/>
            <pc:sldMk cId="3886185872" sldId="331"/>
            <ac:spMk id="3" creationId="{8AAB23F7-53F6-AADD-A946-021BAEAA4419}"/>
          </ac:spMkLst>
        </pc:spChg>
        <pc:spChg chg="mod">
          <ac:chgData name="DOWTY, PETER (DNR)" userId="01cf875a-4e15-4928-8f93-7a0dfa1efb6b" providerId="ADAL" clId="{E9054DD1-CDF4-4BE2-A4C5-BD4B0395A89E}" dt="2026-07-24T17:05:23.984" v="21297"/>
          <ac:spMkLst>
            <pc:docMk/>
            <pc:sldMk cId="3886185872" sldId="331"/>
            <ac:spMk id="6" creationId="{E267C83B-5240-7055-9562-B71B1E534C3E}"/>
          </ac:spMkLst>
        </pc:spChg>
        <pc:spChg chg="add mod">
          <ac:chgData name="DOWTY, PETER (DNR)" userId="01cf875a-4e15-4928-8f93-7a0dfa1efb6b" providerId="ADAL" clId="{E9054DD1-CDF4-4BE2-A4C5-BD4B0395A89E}" dt="2026-07-24T17:12:54.684" v="21329" actId="164"/>
          <ac:spMkLst>
            <pc:docMk/>
            <pc:sldMk cId="3886185872" sldId="331"/>
            <ac:spMk id="11" creationId="{8D24AD9D-DCD6-298A-8176-4117EF6306FC}"/>
          </ac:spMkLst>
        </pc:spChg>
        <pc:spChg chg="add mod">
          <ac:chgData name="DOWTY, PETER (DNR)" userId="01cf875a-4e15-4928-8f93-7a0dfa1efb6b" providerId="ADAL" clId="{E9054DD1-CDF4-4BE2-A4C5-BD4B0395A89E}" dt="2026-07-24T17:13:02.893" v="21330" actId="164"/>
          <ac:spMkLst>
            <pc:docMk/>
            <pc:sldMk cId="3886185872" sldId="331"/>
            <ac:spMk id="13" creationId="{F24FF8D9-A5DA-B4DB-AED3-3CFC58402DA3}"/>
          </ac:spMkLst>
        </pc:spChg>
        <pc:spChg chg="add mod">
          <ac:chgData name="DOWTY, PETER (DNR)" userId="01cf875a-4e15-4928-8f93-7a0dfa1efb6b" providerId="ADAL" clId="{E9054DD1-CDF4-4BE2-A4C5-BD4B0395A89E}" dt="2026-07-24T17:13:46.552" v="21342" actId="20577"/>
          <ac:spMkLst>
            <pc:docMk/>
            <pc:sldMk cId="3886185872" sldId="331"/>
            <ac:spMk id="18" creationId="{69B425B2-4C29-C1F7-4295-832AC2127AB7}"/>
          </ac:spMkLst>
        </pc:spChg>
        <pc:spChg chg="add mod">
          <ac:chgData name="DOWTY, PETER (DNR)" userId="01cf875a-4e15-4928-8f93-7a0dfa1efb6b" providerId="ADAL" clId="{E9054DD1-CDF4-4BE2-A4C5-BD4B0395A89E}" dt="2026-07-24T17:15:06.421" v="21350" actId="206"/>
          <ac:spMkLst>
            <pc:docMk/>
            <pc:sldMk cId="3886185872" sldId="331"/>
            <ac:spMk id="19" creationId="{56E8C72C-D14C-ECC9-0C08-469C4BBE4BBD}"/>
          </ac:spMkLst>
        </pc:spChg>
        <pc:spChg chg="add mod">
          <ac:chgData name="DOWTY, PETER (DNR)" userId="01cf875a-4e15-4928-8f93-7a0dfa1efb6b" providerId="ADAL" clId="{E9054DD1-CDF4-4BE2-A4C5-BD4B0395A89E}" dt="2026-07-24T17:15:40.826" v="21357" actId="206"/>
          <ac:spMkLst>
            <pc:docMk/>
            <pc:sldMk cId="3886185872" sldId="331"/>
            <ac:spMk id="20" creationId="{A41ED566-BF57-483E-EF85-026AFC26BB74}"/>
          </ac:spMkLst>
        </pc:spChg>
        <pc:spChg chg="add mod">
          <ac:chgData name="DOWTY, PETER (DNR)" userId="01cf875a-4e15-4928-8f93-7a0dfa1efb6b" providerId="ADAL" clId="{E9054DD1-CDF4-4BE2-A4C5-BD4B0395A89E}" dt="2026-07-24T17:16:11.222" v="21363" actId="206"/>
          <ac:spMkLst>
            <pc:docMk/>
            <pc:sldMk cId="3886185872" sldId="331"/>
            <ac:spMk id="21" creationId="{1523D465-C0F5-DED4-7CA9-3C5B09A1FCA9}"/>
          </ac:spMkLst>
        </pc:spChg>
        <pc:spChg chg="add mod">
          <ac:chgData name="DOWTY, PETER (DNR)" userId="01cf875a-4e15-4928-8f93-7a0dfa1efb6b" providerId="ADAL" clId="{E9054DD1-CDF4-4BE2-A4C5-BD4B0395A89E}" dt="2026-07-24T17:22:11.119" v="21369" actId="206"/>
          <ac:spMkLst>
            <pc:docMk/>
            <pc:sldMk cId="3886185872" sldId="331"/>
            <ac:spMk id="22" creationId="{070D5303-7521-D5AF-D88F-4DCF2540F045}"/>
          </ac:spMkLst>
        </pc:spChg>
        <pc:spChg chg="add mod">
          <ac:chgData name="DOWTY, PETER (DNR)" userId="01cf875a-4e15-4928-8f93-7a0dfa1efb6b" providerId="ADAL" clId="{E9054DD1-CDF4-4BE2-A4C5-BD4B0395A89E}" dt="2026-07-24T17:24:14.803" v="21385" actId="3064"/>
          <ac:spMkLst>
            <pc:docMk/>
            <pc:sldMk cId="3886185872" sldId="331"/>
            <ac:spMk id="26" creationId="{514D32F1-CAE9-8A81-5F69-72D7B7F64D84}"/>
          </ac:spMkLst>
        </pc:spChg>
        <pc:spChg chg="add mod">
          <ac:chgData name="DOWTY, PETER (DNR)" userId="01cf875a-4e15-4928-8f93-7a0dfa1efb6b" providerId="ADAL" clId="{E9054DD1-CDF4-4BE2-A4C5-BD4B0395A89E}" dt="2026-07-24T17:25:03.758" v="21407" actId="1076"/>
          <ac:spMkLst>
            <pc:docMk/>
            <pc:sldMk cId="3886185872" sldId="331"/>
            <ac:spMk id="36" creationId="{74B71B22-A4EC-9FDF-A624-42B091722E1C}"/>
          </ac:spMkLst>
        </pc:spChg>
        <pc:spChg chg="add mod">
          <ac:chgData name="DOWTY, PETER (DNR)" userId="01cf875a-4e15-4928-8f93-7a0dfa1efb6b" providerId="ADAL" clId="{E9054DD1-CDF4-4BE2-A4C5-BD4B0395A89E}" dt="2026-07-24T17:25:43.444" v="21413" actId="206"/>
          <ac:spMkLst>
            <pc:docMk/>
            <pc:sldMk cId="3886185872" sldId="331"/>
            <ac:spMk id="37" creationId="{39F2BAA1-A618-09BB-C150-26D4133AF55C}"/>
          </ac:spMkLst>
        </pc:spChg>
        <pc:spChg chg="mod">
          <ac:chgData name="DOWTY, PETER (DNR)" userId="01cf875a-4e15-4928-8f93-7a0dfa1efb6b" providerId="ADAL" clId="{E9054DD1-CDF4-4BE2-A4C5-BD4B0395A89E}" dt="2026-07-24T17:29:46.904" v="21434" actId="403"/>
          <ac:spMkLst>
            <pc:docMk/>
            <pc:sldMk cId="3886185872" sldId="331"/>
            <ac:spMk id="40" creationId="{666B4FD6-1143-C957-4B69-19E477B91617}"/>
          </ac:spMkLst>
        </pc:spChg>
        <pc:spChg chg="add mod">
          <ac:chgData name="DOWTY, PETER (DNR)" userId="01cf875a-4e15-4928-8f93-7a0dfa1efb6b" providerId="ADAL" clId="{E9054DD1-CDF4-4BE2-A4C5-BD4B0395A89E}" dt="2026-07-24T17:29:24.630" v="21428" actId="20577"/>
          <ac:spMkLst>
            <pc:docMk/>
            <pc:sldMk cId="3886185872" sldId="331"/>
            <ac:spMk id="42" creationId="{5A03D5C2-AAA5-0FE4-78B9-313D8FCA1ECA}"/>
          </ac:spMkLst>
        </pc:spChg>
        <pc:spChg chg="mod">
          <ac:chgData name="DOWTY, PETER (DNR)" userId="01cf875a-4e15-4928-8f93-7a0dfa1efb6b" providerId="ADAL" clId="{E9054DD1-CDF4-4BE2-A4C5-BD4B0395A89E}" dt="2026-07-24T17:30:12.256" v="21436"/>
          <ac:spMkLst>
            <pc:docMk/>
            <pc:sldMk cId="3886185872" sldId="331"/>
            <ac:spMk id="45" creationId="{DF05AF2C-7199-A219-9F9A-A0D002760E0C}"/>
          </ac:spMkLst>
        </pc:spChg>
        <pc:spChg chg="mod">
          <ac:chgData name="DOWTY, PETER (DNR)" userId="01cf875a-4e15-4928-8f93-7a0dfa1efb6b" providerId="ADAL" clId="{E9054DD1-CDF4-4BE2-A4C5-BD4B0395A89E}" dt="2026-07-24T17:30:12.256" v="21436"/>
          <ac:spMkLst>
            <pc:docMk/>
            <pc:sldMk cId="3886185872" sldId="331"/>
            <ac:spMk id="48" creationId="{F4A87145-B78B-E98D-7D66-238A6A5202B2}"/>
          </ac:spMkLst>
        </pc:spChg>
        <pc:spChg chg="add mod">
          <ac:chgData name="DOWTY, PETER (DNR)" userId="01cf875a-4e15-4928-8f93-7a0dfa1efb6b" providerId="ADAL" clId="{E9054DD1-CDF4-4BE2-A4C5-BD4B0395A89E}" dt="2026-07-24T17:31:34.738" v="21453" actId="20577"/>
          <ac:spMkLst>
            <pc:docMk/>
            <pc:sldMk cId="3886185872" sldId="331"/>
            <ac:spMk id="50" creationId="{4A513EC2-1944-BE47-75EA-C87F79A3F993}"/>
          </ac:spMkLst>
        </pc:spChg>
        <pc:spChg chg="add mod">
          <ac:chgData name="DOWTY, PETER (DNR)" userId="01cf875a-4e15-4928-8f93-7a0dfa1efb6b" providerId="ADAL" clId="{E9054DD1-CDF4-4BE2-A4C5-BD4B0395A89E}" dt="2026-07-24T17:32:01.051" v="21459" actId="206"/>
          <ac:spMkLst>
            <pc:docMk/>
            <pc:sldMk cId="3886185872" sldId="331"/>
            <ac:spMk id="51" creationId="{DDE08317-E725-E774-1406-8A0FC66BEFD8}"/>
          </ac:spMkLst>
        </pc:spChg>
        <pc:spChg chg="mod">
          <ac:chgData name="DOWTY, PETER (DNR)" userId="01cf875a-4e15-4928-8f93-7a0dfa1efb6b" providerId="ADAL" clId="{E9054DD1-CDF4-4BE2-A4C5-BD4B0395A89E}" dt="2026-07-24T17:34:30.805" v="21468"/>
          <ac:spMkLst>
            <pc:docMk/>
            <pc:sldMk cId="3886185872" sldId="331"/>
            <ac:spMk id="55" creationId="{65826D6F-84BA-215C-B54D-3EF3B19614A0}"/>
          </ac:spMkLst>
        </pc:spChg>
        <pc:spChg chg="mod">
          <ac:chgData name="DOWTY, PETER (DNR)" userId="01cf875a-4e15-4928-8f93-7a0dfa1efb6b" providerId="ADAL" clId="{E9054DD1-CDF4-4BE2-A4C5-BD4B0395A89E}" dt="2026-07-24T17:34:41.032" v="21472"/>
          <ac:spMkLst>
            <pc:docMk/>
            <pc:sldMk cId="3886185872" sldId="331"/>
            <ac:spMk id="58" creationId="{F7A1937A-EE99-66B5-E876-2337D345A924}"/>
          </ac:spMkLst>
        </pc:spChg>
        <pc:spChg chg="add mod">
          <ac:chgData name="DOWTY, PETER (DNR)" userId="01cf875a-4e15-4928-8f93-7a0dfa1efb6b" providerId="ADAL" clId="{E9054DD1-CDF4-4BE2-A4C5-BD4B0395A89E}" dt="2026-07-24T17:37:40.345" v="21483" actId="20577"/>
          <ac:spMkLst>
            <pc:docMk/>
            <pc:sldMk cId="3886185872" sldId="331"/>
            <ac:spMk id="60" creationId="{14ACEDD8-AAB0-3C46-242C-A09A36B48A87}"/>
          </ac:spMkLst>
        </pc:spChg>
        <pc:spChg chg="add mod">
          <ac:chgData name="DOWTY, PETER (DNR)" userId="01cf875a-4e15-4928-8f93-7a0dfa1efb6b" providerId="ADAL" clId="{E9054DD1-CDF4-4BE2-A4C5-BD4B0395A89E}" dt="2026-07-24T17:38:20.899" v="21489" actId="206"/>
          <ac:spMkLst>
            <pc:docMk/>
            <pc:sldMk cId="3886185872" sldId="331"/>
            <ac:spMk id="61" creationId="{FABEEF94-A1A8-5489-212B-063BAED293C6}"/>
          </ac:spMkLst>
        </pc:spChg>
        <pc:spChg chg="add mod">
          <ac:chgData name="DOWTY, PETER (DNR)" userId="01cf875a-4e15-4928-8f93-7a0dfa1efb6b" providerId="ADAL" clId="{E9054DD1-CDF4-4BE2-A4C5-BD4B0395A89E}" dt="2026-07-24T17:38:42.467" v="21493" actId="692"/>
          <ac:spMkLst>
            <pc:docMk/>
            <pc:sldMk cId="3886185872" sldId="331"/>
            <ac:spMk id="62" creationId="{7D7DD0F2-D05A-89F0-0B7C-5D6D34D2B450}"/>
          </ac:spMkLst>
        </pc:spChg>
        <pc:spChg chg="add mod">
          <ac:chgData name="DOWTY, PETER (DNR)" userId="01cf875a-4e15-4928-8f93-7a0dfa1efb6b" providerId="ADAL" clId="{E9054DD1-CDF4-4BE2-A4C5-BD4B0395A89E}" dt="2026-07-24T17:39:23.573" v="21499" actId="1076"/>
          <ac:spMkLst>
            <pc:docMk/>
            <pc:sldMk cId="3886185872" sldId="331"/>
            <ac:spMk id="64" creationId="{F4052419-410A-43AF-1988-E03CFBB8EBC3}"/>
          </ac:spMkLst>
        </pc:spChg>
        <pc:spChg chg="add mod">
          <ac:chgData name="DOWTY, PETER (DNR)" userId="01cf875a-4e15-4928-8f93-7a0dfa1efb6b" providerId="ADAL" clId="{E9054DD1-CDF4-4BE2-A4C5-BD4B0395A89E}" dt="2026-07-24T22:16:52.633" v="21646" actId="692"/>
          <ac:spMkLst>
            <pc:docMk/>
            <pc:sldMk cId="3886185872" sldId="331"/>
            <ac:spMk id="71" creationId="{A18588E9-9D89-B4F5-3D34-A8CBBB4EB8CC}"/>
          </ac:spMkLst>
        </pc:spChg>
        <pc:spChg chg="add mod">
          <ac:chgData name="DOWTY, PETER (DNR)" userId="01cf875a-4e15-4928-8f93-7a0dfa1efb6b" providerId="ADAL" clId="{E9054DD1-CDF4-4BE2-A4C5-BD4B0395A89E}" dt="2026-07-24T22:17:09.276" v="21648" actId="1076"/>
          <ac:spMkLst>
            <pc:docMk/>
            <pc:sldMk cId="3886185872" sldId="331"/>
            <ac:spMk id="72" creationId="{5C6672AD-3D6D-F3A7-EA75-4AC393EF6A30}"/>
          </ac:spMkLst>
        </pc:spChg>
        <pc:spChg chg="add mod">
          <ac:chgData name="DOWTY, PETER (DNR)" userId="01cf875a-4e15-4928-8f93-7a0dfa1efb6b" providerId="ADAL" clId="{E9054DD1-CDF4-4BE2-A4C5-BD4B0395A89E}" dt="2026-07-24T22:05:17.826" v="21645" actId="206"/>
          <ac:spMkLst>
            <pc:docMk/>
            <pc:sldMk cId="3886185872" sldId="331"/>
            <ac:spMk id="73" creationId="{B5045ED2-3A3E-C492-869C-E81D3CB46752}"/>
          </ac:spMkLst>
        </pc:spChg>
        <pc:grpChg chg="add mod">
          <ac:chgData name="DOWTY, PETER (DNR)" userId="01cf875a-4e15-4928-8f93-7a0dfa1efb6b" providerId="ADAL" clId="{E9054DD1-CDF4-4BE2-A4C5-BD4B0395A89E}" dt="2026-07-24T17:05:26.953" v="21298" actId="1076"/>
          <ac:grpSpMkLst>
            <pc:docMk/>
            <pc:sldMk cId="3886185872" sldId="331"/>
            <ac:grpSpMk id="4" creationId="{71DC4E24-21A2-B6C5-1F84-77FE9A72CC35}"/>
          </ac:grpSpMkLst>
        </pc:grpChg>
        <pc:grpChg chg="add mod">
          <ac:chgData name="DOWTY, PETER (DNR)" userId="01cf875a-4e15-4928-8f93-7a0dfa1efb6b" providerId="ADAL" clId="{E9054DD1-CDF4-4BE2-A4C5-BD4B0395A89E}" dt="2026-07-24T17:13:10.152" v="21331" actId="164"/>
          <ac:grpSpMkLst>
            <pc:docMk/>
            <pc:sldMk cId="3886185872" sldId="331"/>
            <ac:grpSpMk id="14" creationId="{A0A485AC-159F-2957-7D5E-6E12340D8CBD}"/>
          </ac:grpSpMkLst>
        </pc:grpChg>
        <pc:grpChg chg="add mod">
          <ac:chgData name="DOWTY, PETER (DNR)" userId="01cf875a-4e15-4928-8f93-7a0dfa1efb6b" providerId="ADAL" clId="{E9054DD1-CDF4-4BE2-A4C5-BD4B0395A89E}" dt="2026-07-24T17:13:10.152" v="21331" actId="164"/>
          <ac:grpSpMkLst>
            <pc:docMk/>
            <pc:sldMk cId="3886185872" sldId="331"/>
            <ac:grpSpMk id="15" creationId="{06C489A1-4613-E651-E25B-A3AF750200B9}"/>
          </ac:grpSpMkLst>
        </pc:grpChg>
        <pc:grpChg chg="add mod">
          <ac:chgData name="DOWTY, PETER (DNR)" userId="01cf875a-4e15-4928-8f93-7a0dfa1efb6b" providerId="ADAL" clId="{E9054DD1-CDF4-4BE2-A4C5-BD4B0395A89E}" dt="2026-07-24T17:13:13.145" v="21332" actId="1076"/>
          <ac:grpSpMkLst>
            <pc:docMk/>
            <pc:sldMk cId="3886185872" sldId="331"/>
            <ac:grpSpMk id="16" creationId="{8D401FCC-5ED5-FE3C-3DB2-6304E2AE876C}"/>
          </ac:grpSpMkLst>
        </pc:grpChg>
        <pc:grpChg chg="add mod">
          <ac:chgData name="DOWTY, PETER (DNR)" userId="01cf875a-4e15-4928-8f93-7a0dfa1efb6b" providerId="ADAL" clId="{E9054DD1-CDF4-4BE2-A4C5-BD4B0395A89E}" dt="2026-07-24T17:29:50.589" v="21435" actId="1076"/>
          <ac:grpSpMkLst>
            <pc:docMk/>
            <pc:sldMk cId="3886185872" sldId="331"/>
            <ac:grpSpMk id="38" creationId="{C0B45678-20C4-839C-F7BD-DF43FE42E6AB}"/>
          </ac:grpSpMkLst>
        </pc:grpChg>
        <pc:grpChg chg="add mod">
          <ac:chgData name="DOWTY, PETER (DNR)" userId="01cf875a-4e15-4928-8f93-7a0dfa1efb6b" providerId="ADAL" clId="{E9054DD1-CDF4-4BE2-A4C5-BD4B0395A89E}" dt="2026-07-24T17:33:53.229" v="21467" actId="1076"/>
          <ac:grpSpMkLst>
            <pc:docMk/>
            <pc:sldMk cId="3886185872" sldId="331"/>
            <ac:grpSpMk id="43" creationId="{62D1297B-42AF-1C25-84B5-E3F1D4CBB988}"/>
          </ac:grpSpMkLst>
        </pc:grpChg>
        <pc:grpChg chg="add mod">
          <ac:chgData name="DOWTY, PETER (DNR)" userId="01cf875a-4e15-4928-8f93-7a0dfa1efb6b" providerId="ADAL" clId="{E9054DD1-CDF4-4BE2-A4C5-BD4B0395A89E}" dt="2026-07-24T17:37:22.079" v="21474" actId="1076"/>
          <ac:grpSpMkLst>
            <pc:docMk/>
            <pc:sldMk cId="3886185872" sldId="331"/>
            <ac:grpSpMk id="46" creationId="{5A0F04FE-0335-5927-7A13-CAC9283D90A7}"/>
          </ac:grpSpMkLst>
        </pc:grpChg>
        <pc:grpChg chg="add mod">
          <ac:chgData name="DOWTY, PETER (DNR)" userId="01cf875a-4e15-4928-8f93-7a0dfa1efb6b" providerId="ADAL" clId="{E9054DD1-CDF4-4BE2-A4C5-BD4B0395A89E}" dt="2026-07-24T17:37:22.079" v="21474" actId="1076"/>
          <ac:grpSpMkLst>
            <pc:docMk/>
            <pc:sldMk cId="3886185872" sldId="331"/>
            <ac:grpSpMk id="53" creationId="{D7E209DA-C87E-AC71-0425-6F868EEE5EF5}"/>
          </ac:grpSpMkLst>
        </pc:grpChg>
        <pc:grpChg chg="add mod">
          <ac:chgData name="DOWTY, PETER (DNR)" userId="01cf875a-4e15-4928-8f93-7a0dfa1efb6b" providerId="ADAL" clId="{E9054DD1-CDF4-4BE2-A4C5-BD4B0395A89E}" dt="2026-07-24T17:34:45.383" v="21473" actId="1076"/>
          <ac:grpSpMkLst>
            <pc:docMk/>
            <pc:sldMk cId="3886185872" sldId="331"/>
            <ac:grpSpMk id="56" creationId="{576CAC61-C781-445F-8154-F8CF7ECC6361}"/>
          </ac:grpSpMkLst>
        </pc:grpChg>
        <pc:picChg chg="mod">
          <ac:chgData name="DOWTY, PETER (DNR)" userId="01cf875a-4e15-4928-8f93-7a0dfa1efb6b" providerId="ADAL" clId="{E9054DD1-CDF4-4BE2-A4C5-BD4B0395A89E}" dt="2026-07-24T17:05:23.984" v="21297"/>
          <ac:picMkLst>
            <pc:docMk/>
            <pc:sldMk cId="3886185872" sldId="331"/>
            <ac:picMk id="5" creationId="{FFDAA1F1-228A-964E-96A5-B81B82432010}"/>
          </ac:picMkLst>
        </pc:picChg>
        <pc:picChg chg="add mod">
          <ac:chgData name="DOWTY, PETER (DNR)" userId="01cf875a-4e15-4928-8f93-7a0dfa1efb6b" providerId="ADAL" clId="{E9054DD1-CDF4-4BE2-A4C5-BD4B0395A89E}" dt="2026-07-24T17:12:54.684" v="21329" actId="164"/>
          <ac:picMkLst>
            <pc:docMk/>
            <pc:sldMk cId="3886185872" sldId="331"/>
            <ac:picMk id="8" creationId="{9913C3BF-F9ED-1ED8-E46D-79D850D22F64}"/>
          </ac:picMkLst>
        </pc:picChg>
        <pc:picChg chg="add mod">
          <ac:chgData name="DOWTY, PETER (DNR)" userId="01cf875a-4e15-4928-8f93-7a0dfa1efb6b" providerId="ADAL" clId="{E9054DD1-CDF4-4BE2-A4C5-BD4B0395A89E}" dt="2026-07-24T17:13:02.893" v="21330" actId="164"/>
          <ac:picMkLst>
            <pc:docMk/>
            <pc:sldMk cId="3886185872" sldId="331"/>
            <ac:picMk id="10" creationId="{E1199578-C303-F43F-0655-E6241007A045}"/>
          </ac:picMkLst>
        </pc:picChg>
        <pc:picChg chg="add mod">
          <ac:chgData name="DOWTY, PETER (DNR)" userId="01cf875a-4e15-4928-8f93-7a0dfa1efb6b" providerId="ADAL" clId="{E9054DD1-CDF4-4BE2-A4C5-BD4B0395A89E}" dt="2026-07-24T17:24:42.086" v="21387" actId="1076"/>
          <ac:picMkLst>
            <pc:docMk/>
            <pc:sldMk cId="3886185872" sldId="331"/>
            <ac:picMk id="28" creationId="{55F39168-C0B0-2E91-E600-6826B0F85A3D}"/>
          </ac:picMkLst>
        </pc:picChg>
        <pc:picChg chg="add mod">
          <ac:chgData name="DOWTY, PETER (DNR)" userId="01cf875a-4e15-4928-8f93-7a0dfa1efb6b" providerId="ADAL" clId="{E9054DD1-CDF4-4BE2-A4C5-BD4B0395A89E}" dt="2026-07-24T17:24:42.086" v="21387" actId="1076"/>
          <ac:picMkLst>
            <pc:docMk/>
            <pc:sldMk cId="3886185872" sldId="331"/>
            <ac:picMk id="30" creationId="{6E45F0BB-CC30-0C79-736A-E0F3972C58AD}"/>
          </ac:picMkLst>
        </pc:picChg>
        <pc:picChg chg="add mod">
          <ac:chgData name="DOWTY, PETER (DNR)" userId="01cf875a-4e15-4928-8f93-7a0dfa1efb6b" providerId="ADAL" clId="{E9054DD1-CDF4-4BE2-A4C5-BD4B0395A89E}" dt="2026-07-24T17:24:42.086" v="21387" actId="1076"/>
          <ac:picMkLst>
            <pc:docMk/>
            <pc:sldMk cId="3886185872" sldId="331"/>
            <ac:picMk id="32" creationId="{3089C6F3-8042-0DEF-0967-45F13C136130}"/>
          </ac:picMkLst>
        </pc:picChg>
        <pc:picChg chg="add mod">
          <ac:chgData name="DOWTY, PETER (DNR)" userId="01cf875a-4e15-4928-8f93-7a0dfa1efb6b" providerId="ADAL" clId="{E9054DD1-CDF4-4BE2-A4C5-BD4B0395A89E}" dt="2026-07-24T17:24:42.086" v="21387" actId="1076"/>
          <ac:picMkLst>
            <pc:docMk/>
            <pc:sldMk cId="3886185872" sldId="331"/>
            <ac:picMk id="34" creationId="{17BF105A-C994-8962-179A-27A65BCA0181}"/>
          </ac:picMkLst>
        </pc:picChg>
        <pc:picChg chg="mod">
          <ac:chgData name="DOWTY, PETER (DNR)" userId="01cf875a-4e15-4928-8f93-7a0dfa1efb6b" providerId="ADAL" clId="{E9054DD1-CDF4-4BE2-A4C5-BD4B0395A89E}" dt="2026-07-24T17:26:50.708" v="21414"/>
          <ac:picMkLst>
            <pc:docMk/>
            <pc:sldMk cId="3886185872" sldId="331"/>
            <ac:picMk id="39" creationId="{477F5A04-1CAE-2A57-8EEF-AE9846270D65}"/>
          </ac:picMkLst>
        </pc:picChg>
        <pc:picChg chg="mod">
          <ac:chgData name="DOWTY, PETER (DNR)" userId="01cf875a-4e15-4928-8f93-7a0dfa1efb6b" providerId="ADAL" clId="{E9054DD1-CDF4-4BE2-A4C5-BD4B0395A89E}" dt="2026-07-24T17:30:12.256" v="21436"/>
          <ac:picMkLst>
            <pc:docMk/>
            <pc:sldMk cId="3886185872" sldId="331"/>
            <ac:picMk id="44" creationId="{93EB0EAF-9EA5-07EB-0CF8-1FDF8007D0FE}"/>
          </ac:picMkLst>
        </pc:picChg>
        <pc:picChg chg="mod">
          <ac:chgData name="DOWTY, PETER (DNR)" userId="01cf875a-4e15-4928-8f93-7a0dfa1efb6b" providerId="ADAL" clId="{E9054DD1-CDF4-4BE2-A4C5-BD4B0395A89E}" dt="2026-07-24T17:30:12.256" v="21436"/>
          <ac:picMkLst>
            <pc:docMk/>
            <pc:sldMk cId="3886185872" sldId="331"/>
            <ac:picMk id="47" creationId="{1B44EC32-88D7-5516-A094-2649D1ED1083}"/>
          </ac:picMkLst>
        </pc:picChg>
        <pc:picChg chg="mod">
          <ac:chgData name="DOWTY, PETER (DNR)" userId="01cf875a-4e15-4928-8f93-7a0dfa1efb6b" providerId="ADAL" clId="{E9054DD1-CDF4-4BE2-A4C5-BD4B0395A89E}" dt="2026-07-24T17:34:30.805" v="21468"/>
          <ac:picMkLst>
            <pc:docMk/>
            <pc:sldMk cId="3886185872" sldId="331"/>
            <ac:picMk id="54" creationId="{32AD8D2A-1802-B8AA-F23C-79605C8D5E5C}"/>
          </ac:picMkLst>
        </pc:picChg>
        <pc:picChg chg="mod">
          <ac:chgData name="DOWTY, PETER (DNR)" userId="01cf875a-4e15-4928-8f93-7a0dfa1efb6b" providerId="ADAL" clId="{E9054DD1-CDF4-4BE2-A4C5-BD4B0395A89E}" dt="2026-07-24T17:34:41.032" v="21472"/>
          <ac:picMkLst>
            <pc:docMk/>
            <pc:sldMk cId="3886185872" sldId="331"/>
            <ac:picMk id="57" creationId="{D2CF56CD-55C4-D3BA-43C1-9A33B8BF04A5}"/>
          </ac:picMkLst>
        </pc:picChg>
        <pc:cxnChg chg="add mod">
          <ac:chgData name="DOWTY, PETER (DNR)" userId="01cf875a-4e15-4928-8f93-7a0dfa1efb6b" providerId="ADAL" clId="{E9054DD1-CDF4-4BE2-A4C5-BD4B0395A89E}" dt="2026-07-24T17:39:45.358" v="21502" actId="692"/>
          <ac:cxnSpMkLst>
            <pc:docMk/>
            <pc:sldMk cId="3886185872" sldId="331"/>
            <ac:cxnSpMk id="66" creationId="{3F159DC3-99E1-50B8-988D-00FA4C6993F2}"/>
          </ac:cxnSpMkLst>
        </pc:cxnChg>
        <pc:cxnChg chg="add mod">
          <ac:chgData name="DOWTY, PETER (DNR)" userId="01cf875a-4e15-4928-8f93-7a0dfa1efb6b" providerId="ADAL" clId="{E9054DD1-CDF4-4BE2-A4C5-BD4B0395A89E}" dt="2026-07-24T17:39:49.754" v="21504" actId="1076"/>
          <ac:cxnSpMkLst>
            <pc:docMk/>
            <pc:sldMk cId="3886185872" sldId="331"/>
            <ac:cxnSpMk id="67" creationId="{509A9814-3BA2-426F-0D48-AD4459E19F45}"/>
          </ac:cxnSpMkLst>
        </pc:cxnChg>
      </pc:sldChg>
      <pc:sldChg chg="addSp delSp modSp new mod">
        <pc:chgData name="DOWTY, PETER (DNR)" userId="01cf875a-4e15-4928-8f93-7a0dfa1efb6b" providerId="ADAL" clId="{E9054DD1-CDF4-4BE2-A4C5-BD4B0395A89E}" dt="2026-07-24T22:22:17.119" v="21799" actId="1076"/>
        <pc:sldMkLst>
          <pc:docMk/>
          <pc:sldMk cId="3813911597" sldId="332"/>
        </pc:sldMkLst>
        <pc:spChg chg="add mod">
          <ac:chgData name="DOWTY, PETER (DNR)" userId="01cf875a-4e15-4928-8f93-7a0dfa1efb6b" providerId="ADAL" clId="{E9054DD1-CDF4-4BE2-A4C5-BD4B0395A89E}" dt="2026-07-24T22:19:27.916" v="21685" actId="255"/>
          <ac:spMkLst>
            <pc:docMk/>
            <pc:sldMk cId="3813911597" sldId="332"/>
            <ac:spMk id="2" creationId="{290BB06B-361F-2ADD-4CCA-675D13D36C4C}"/>
          </ac:spMkLst>
        </pc:spChg>
        <pc:spChg chg="add mod">
          <ac:chgData name="DOWTY, PETER (DNR)" userId="01cf875a-4e15-4928-8f93-7a0dfa1efb6b" providerId="ADAL" clId="{E9054DD1-CDF4-4BE2-A4C5-BD4B0395A89E}" dt="2026-07-24T22:21:09.596" v="21761" actId="255"/>
          <ac:spMkLst>
            <pc:docMk/>
            <pc:sldMk cId="3813911597" sldId="332"/>
            <ac:spMk id="4" creationId="{25406E1A-1E02-0924-D5F1-A5ABCA6A0D5F}"/>
          </ac:spMkLst>
        </pc:spChg>
        <pc:spChg chg="add mod">
          <ac:chgData name="DOWTY, PETER (DNR)" userId="01cf875a-4e15-4928-8f93-7a0dfa1efb6b" providerId="ADAL" clId="{E9054DD1-CDF4-4BE2-A4C5-BD4B0395A89E}" dt="2026-07-24T22:21:48.559" v="21797"/>
          <ac:spMkLst>
            <pc:docMk/>
            <pc:sldMk cId="3813911597" sldId="332"/>
            <ac:spMk id="8" creationId="{19182D2D-4497-1120-3D74-59013BE2D11A}"/>
          </ac:spMkLst>
        </pc:spChg>
        <pc:spChg chg="add mod">
          <ac:chgData name="DOWTY, PETER (DNR)" userId="01cf875a-4e15-4928-8f93-7a0dfa1efb6b" providerId="ADAL" clId="{E9054DD1-CDF4-4BE2-A4C5-BD4B0395A89E}" dt="2026-07-24T22:22:17.119" v="21799" actId="1076"/>
          <ac:spMkLst>
            <pc:docMk/>
            <pc:sldMk cId="3813911597" sldId="332"/>
            <ac:spMk id="10" creationId="{6CBFFF80-99EE-E244-18A1-8EDF260F0B22}"/>
          </ac:spMkLst>
        </pc:spChg>
      </pc:sldChg>
      <pc:sldChg chg="addSp modSp add mod">
        <pc:chgData name="DOWTY, PETER (DNR)" userId="01cf875a-4e15-4928-8f93-7a0dfa1efb6b" providerId="ADAL" clId="{E9054DD1-CDF4-4BE2-A4C5-BD4B0395A89E}" dt="2026-08-06T14:40:29.194" v="22329" actId="207"/>
        <pc:sldMkLst>
          <pc:docMk/>
          <pc:sldMk cId="2123458636" sldId="333"/>
        </pc:sldMkLst>
        <pc:spChg chg="add mod ord">
          <ac:chgData name="DOWTY, PETER (DNR)" userId="01cf875a-4e15-4928-8f93-7a0dfa1efb6b" providerId="ADAL" clId="{E9054DD1-CDF4-4BE2-A4C5-BD4B0395A89E}" dt="2026-07-27T14:55:41.172" v="21815" actId="167"/>
          <ac:spMkLst>
            <pc:docMk/>
            <pc:sldMk cId="2123458636" sldId="333"/>
            <ac:spMk id="36" creationId="{4B9B2578-C72A-0EAA-BDEE-95A91F8137CA}"/>
          </ac:spMkLst>
        </pc:spChg>
        <pc:spChg chg="add mod ord">
          <ac:chgData name="DOWTY, PETER (DNR)" userId="01cf875a-4e15-4928-8f93-7a0dfa1efb6b" providerId="ADAL" clId="{E9054DD1-CDF4-4BE2-A4C5-BD4B0395A89E}" dt="2026-07-27T14:57:15.449" v="21825" actId="170"/>
          <ac:spMkLst>
            <pc:docMk/>
            <pc:sldMk cId="2123458636" sldId="333"/>
            <ac:spMk id="40" creationId="{C55D267B-0010-AE65-DE31-3008F190DC54}"/>
          </ac:spMkLst>
        </pc:spChg>
        <pc:spChg chg="add mod ord">
          <ac:chgData name="DOWTY, PETER (DNR)" userId="01cf875a-4e15-4928-8f93-7a0dfa1efb6b" providerId="ADAL" clId="{E9054DD1-CDF4-4BE2-A4C5-BD4B0395A89E}" dt="2026-07-27T14:58:17.861" v="21832" actId="167"/>
          <ac:spMkLst>
            <pc:docMk/>
            <pc:sldMk cId="2123458636" sldId="333"/>
            <ac:spMk id="45" creationId="{32915666-0B98-6B45-9DB8-441F2E29AB8E}"/>
          </ac:spMkLst>
        </pc:spChg>
        <pc:spChg chg="add mod">
          <ac:chgData name="DOWTY, PETER (DNR)" userId="01cf875a-4e15-4928-8f93-7a0dfa1efb6b" providerId="ADAL" clId="{E9054DD1-CDF4-4BE2-A4C5-BD4B0395A89E}" dt="2026-08-06T14:39:54.413" v="22309" actId="1076"/>
          <ac:spMkLst>
            <pc:docMk/>
            <pc:sldMk cId="2123458636" sldId="333"/>
            <ac:spMk id="48" creationId="{1DD5F6C1-8E8B-C1CE-FC4F-5779B9946709}"/>
          </ac:spMkLst>
        </pc:spChg>
        <pc:spChg chg="add mod">
          <ac:chgData name="DOWTY, PETER (DNR)" userId="01cf875a-4e15-4928-8f93-7a0dfa1efb6b" providerId="ADAL" clId="{E9054DD1-CDF4-4BE2-A4C5-BD4B0395A89E}" dt="2026-08-06T14:40:29.194" v="22329" actId="207"/>
          <ac:spMkLst>
            <pc:docMk/>
            <pc:sldMk cId="2123458636" sldId="333"/>
            <ac:spMk id="53" creationId="{9112933D-E2E5-A2BF-3F71-147A3FAF6C9D}"/>
          </ac:spMkLst>
        </pc:spChg>
      </pc:sldChg>
      <pc:sldChg chg="addSp modSp add mod">
        <pc:chgData name="DOWTY, PETER (DNR)" userId="01cf875a-4e15-4928-8f93-7a0dfa1efb6b" providerId="ADAL" clId="{E9054DD1-CDF4-4BE2-A4C5-BD4B0395A89E}" dt="2026-08-06T14:40:42.855" v="22331" actId="1076"/>
        <pc:sldMkLst>
          <pc:docMk/>
          <pc:sldMk cId="1244049411" sldId="334"/>
        </pc:sldMkLst>
        <pc:spChg chg="add mod ord">
          <ac:chgData name="DOWTY, PETER (DNR)" userId="01cf875a-4e15-4928-8f93-7a0dfa1efb6b" providerId="ADAL" clId="{E9054DD1-CDF4-4BE2-A4C5-BD4B0395A89E}" dt="2026-07-27T15:01:41.247" v="21847" actId="167"/>
          <ac:spMkLst>
            <pc:docMk/>
            <pc:sldMk cId="1244049411" sldId="334"/>
            <ac:spMk id="36" creationId="{3B4999CB-5CE3-C4C3-A85F-52E4AA323F77}"/>
          </ac:spMkLst>
        </pc:spChg>
        <pc:spChg chg="add mod ord">
          <ac:chgData name="DOWTY, PETER (DNR)" userId="01cf875a-4e15-4928-8f93-7a0dfa1efb6b" providerId="ADAL" clId="{E9054DD1-CDF4-4BE2-A4C5-BD4B0395A89E}" dt="2026-07-27T15:03:08.631" v="21855" actId="171"/>
          <ac:spMkLst>
            <pc:docMk/>
            <pc:sldMk cId="1244049411" sldId="334"/>
            <ac:spMk id="40" creationId="{CC866205-C304-4A37-B609-58FD013DCFD5}"/>
          </ac:spMkLst>
        </pc:spChg>
        <pc:spChg chg="ord">
          <ac:chgData name="DOWTY, PETER (DNR)" userId="01cf875a-4e15-4928-8f93-7a0dfa1efb6b" providerId="ADAL" clId="{E9054DD1-CDF4-4BE2-A4C5-BD4B0395A89E}" dt="2026-07-27T15:02:30.262" v="21850" actId="166"/>
          <ac:spMkLst>
            <pc:docMk/>
            <pc:sldMk cId="1244049411" sldId="334"/>
            <ac:spMk id="49" creationId="{F7233B85-ADD4-5130-C674-0E607BA8A69C}"/>
          </ac:spMkLst>
        </pc:spChg>
        <pc:spChg chg="add mod">
          <ac:chgData name="DOWTY, PETER (DNR)" userId="01cf875a-4e15-4928-8f93-7a0dfa1efb6b" providerId="ADAL" clId="{E9054DD1-CDF4-4BE2-A4C5-BD4B0395A89E}" dt="2026-08-06T14:40:42.855" v="22331" actId="1076"/>
          <ac:spMkLst>
            <pc:docMk/>
            <pc:sldMk cId="1244049411" sldId="334"/>
            <ac:spMk id="50" creationId="{A1A37F00-78B2-3FF1-2B78-C5CE25131804}"/>
          </ac:spMkLst>
        </pc:spChg>
        <pc:spChg chg="ord">
          <ac:chgData name="DOWTY, PETER (DNR)" userId="01cf875a-4e15-4928-8f93-7a0dfa1efb6b" providerId="ADAL" clId="{E9054DD1-CDF4-4BE2-A4C5-BD4B0395A89E}" dt="2026-07-27T15:02:35.063" v="21851" actId="166"/>
          <ac:spMkLst>
            <pc:docMk/>
            <pc:sldMk cId="1244049411" sldId="334"/>
            <ac:spMk id="51" creationId="{5F1E67B3-C609-CBC6-72D0-22431114CF20}"/>
          </ac:spMkLst>
        </pc:spChg>
        <pc:grpChg chg="add mod">
          <ac:chgData name="DOWTY, PETER (DNR)" userId="01cf875a-4e15-4928-8f93-7a0dfa1efb6b" providerId="ADAL" clId="{E9054DD1-CDF4-4BE2-A4C5-BD4B0395A89E}" dt="2026-07-27T16:13:27.265" v="21891" actId="164"/>
          <ac:grpSpMkLst>
            <pc:docMk/>
            <pc:sldMk cId="1244049411" sldId="334"/>
            <ac:grpSpMk id="45" creationId="{9148629A-8E7F-2C37-B3DC-9BA7AE611D5A}"/>
          </ac:grpSpMkLst>
        </pc:grpChg>
        <pc:picChg chg="mod">
          <ac:chgData name="DOWTY, PETER (DNR)" userId="01cf875a-4e15-4928-8f93-7a0dfa1efb6b" providerId="ADAL" clId="{E9054DD1-CDF4-4BE2-A4C5-BD4B0395A89E}" dt="2026-07-27T16:13:27.265" v="21891" actId="164"/>
          <ac:picMkLst>
            <pc:docMk/>
            <pc:sldMk cId="1244049411" sldId="334"/>
            <ac:picMk id="37" creationId="{46FEE56C-6960-0FCD-A1C8-A2FACBE760EA}"/>
          </ac:picMkLst>
        </pc:picChg>
        <pc:picChg chg="mod">
          <ac:chgData name="DOWTY, PETER (DNR)" userId="01cf875a-4e15-4928-8f93-7a0dfa1efb6b" providerId="ADAL" clId="{E9054DD1-CDF4-4BE2-A4C5-BD4B0395A89E}" dt="2026-07-27T16:13:27.265" v="21891" actId="164"/>
          <ac:picMkLst>
            <pc:docMk/>
            <pc:sldMk cId="1244049411" sldId="334"/>
            <ac:picMk id="42" creationId="{4391EFE2-FC85-D1E1-5FA9-E93C8EFC91AB}"/>
          </ac:picMkLst>
        </pc:picChg>
        <pc:picChg chg="mod">
          <ac:chgData name="DOWTY, PETER (DNR)" userId="01cf875a-4e15-4928-8f93-7a0dfa1efb6b" providerId="ADAL" clId="{E9054DD1-CDF4-4BE2-A4C5-BD4B0395A89E}" dt="2026-07-27T16:13:27.265" v="21891" actId="164"/>
          <ac:picMkLst>
            <pc:docMk/>
            <pc:sldMk cId="1244049411" sldId="334"/>
            <ac:picMk id="47" creationId="{78CD71BC-9251-4494-E0AA-8C48A08550AD}"/>
          </ac:picMkLst>
        </pc:picChg>
      </pc:sldChg>
      <pc:sldChg chg="addSp delSp modSp new mod">
        <pc:chgData name="DOWTY, PETER (DNR)" userId="01cf875a-4e15-4928-8f93-7a0dfa1efb6b" providerId="ADAL" clId="{E9054DD1-CDF4-4BE2-A4C5-BD4B0395A89E}" dt="2026-07-30T18:20:47.864" v="22254" actId="207"/>
        <pc:sldMkLst>
          <pc:docMk/>
          <pc:sldMk cId="843958716" sldId="335"/>
        </pc:sldMkLst>
        <pc:spChg chg="mod topLvl">
          <ac:chgData name="DOWTY, PETER (DNR)" userId="01cf875a-4e15-4928-8f93-7a0dfa1efb6b" providerId="ADAL" clId="{E9054DD1-CDF4-4BE2-A4C5-BD4B0395A89E}" dt="2026-07-28T15:09:07.464" v="22161" actId="164"/>
          <ac:spMkLst>
            <pc:docMk/>
            <pc:sldMk cId="843958716" sldId="335"/>
            <ac:spMk id="6" creationId="{AC0667D1-C12D-CC7E-04E3-5AF1CA91B80E}"/>
          </ac:spMkLst>
        </pc:spChg>
        <pc:spChg chg="mod">
          <ac:chgData name="DOWTY, PETER (DNR)" userId="01cf875a-4e15-4928-8f93-7a0dfa1efb6b" providerId="ADAL" clId="{E9054DD1-CDF4-4BE2-A4C5-BD4B0395A89E}" dt="2026-07-28T15:08:22.360" v="22151"/>
          <ac:spMkLst>
            <pc:docMk/>
            <pc:sldMk cId="843958716" sldId="335"/>
            <ac:spMk id="7" creationId="{7D8AD440-7092-FE24-7CC5-2E8903639F1E}"/>
          </ac:spMkLst>
        </pc:spChg>
        <pc:spChg chg="mod">
          <ac:chgData name="DOWTY, PETER (DNR)" userId="01cf875a-4e15-4928-8f93-7a0dfa1efb6b" providerId="ADAL" clId="{E9054DD1-CDF4-4BE2-A4C5-BD4B0395A89E}" dt="2026-07-28T15:08:00.473" v="22150" actId="1076"/>
          <ac:spMkLst>
            <pc:docMk/>
            <pc:sldMk cId="843958716" sldId="335"/>
            <ac:spMk id="11" creationId="{D700A100-2BE9-5E55-8D80-9192FB75E72D}"/>
          </ac:spMkLst>
        </pc:spChg>
        <pc:spChg chg="mod">
          <ac:chgData name="DOWTY, PETER (DNR)" userId="01cf875a-4e15-4928-8f93-7a0dfa1efb6b" providerId="ADAL" clId="{E9054DD1-CDF4-4BE2-A4C5-BD4B0395A89E}" dt="2026-07-28T15:08:00.473" v="22150" actId="1076"/>
          <ac:spMkLst>
            <pc:docMk/>
            <pc:sldMk cId="843958716" sldId="335"/>
            <ac:spMk id="14" creationId="{F3241208-D268-B787-7356-2052C65AC9FE}"/>
          </ac:spMkLst>
        </pc:spChg>
        <pc:spChg chg="mod">
          <ac:chgData name="DOWTY, PETER (DNR)" userId="01cf875a-4e15-4928-8f93-7a0dfa1efb6b" providerId="ADAL" clId="{E9054DD1-CDF4-4BE2-A4C5-BD4B0395A89E}" dt="2026-07-28T15:08:00.473" v="22150" actId="1076"/>
          <ac:spMkLst>
            <pc:docMk/>
            <pc:sldMk cId="843958716" sldId="335"/>
            <ac:spMk id="17" creationId="{F901812E-3E22-F47B-4543-09E102F24CF8}"/>
          </ac:spMkLst>
        </pc:spChg>
        <pc:spChg chg="mod">
          <ac:chgData name="DOWTY, PETER (DNR)" userId="01cf875a-4e15-4928-8f93-7a0dfa1efb6b" providerId="ADAL" clId="{E9054DD1-CDF4-4BE2-A4C5-BD4B0395A89E}" dt="2026-07-28T15:25:34.329" v="22244" actId="255"/>
          <ac:spMkLst>
            <pc:docMk/>
            <pc:sldMk cId="843958716" sldId="335"/>
            <ac:spMk id="24" creationId="{DC4DDAAC-3B79-F345-90A9-D5E485D99B43}"/>
          </ac:spMkLst>
        </pc:spChg>
        <pc:spChg chg="add mod">
          <ac:chgData name="DOWTY, PETER (DNR)" userId="01cf875a-4e15-4928-8f93-7a0dfa1efb6b" providerId="ADAL" clId="{E9054DD1-CDF4-4BE2-A4C5-BD4B0395A89E}" dt="2026-07-30T18:20:12.670" v="22252" actId="693"/>
          <ac:spMkLst>
            <pc:docMk/>
            <pc:sldMk cId="843958716" sldId="335"/>
            <ac:spMk id="29" creationId="{35241519-92B6-9E3A-0902-931082E7FE81}"/>
          </ac:spMkLst>
        </pc:spChg>
        <pc:spChg chg="add mod">
          <ac:chgData name="DOWTY, PETER (DNR)" userId="01cf875a-4e15-4928-8f93-7a0dfa1efb6b" providerId="ADAL" clId="{E9054DD1-CDF4-4BE2-A4C5-BD4B0395A89E}" dt="2026-07-28T15:11:05.888" v="22177" actId="206"/>
          <ac:spMkLst>
            <pc:docMk/>
            <pc:sldMk cId="843958716" sldId="335"/>
            <ac:spMk id="30" creationId="{9BC54376-1D40-D2CC-ACEE-A9677D2B3E64}"/>
          </ac:spMkLst>
        </pc:spChg>
        <pc:spChg chg="add mod">
          <ac:chgData name="DOWTY, PETER (DNR)" userId="01cf875a-4e15-4928-8f93-7a0dfa1efb6b" providerId="ADAL" clId="{E9054DD1-CDF4-4BE2-A4C5-BD4B0395A89E}" dt="2026-07-28T15:16:20.714" v="22208" actId="206"/>
          <ac:spMkLst>
            <pc:docMk/>
            <pc:sldMk cId="843958716" sldId="335"/>
            <ac:spMk id="41" creationId="{ED73BFD6-D524-161D-80A4-DA4642D9300D}"/>
          </ac:spMkLst>
        </pc:spChg>
        <pc:spChg chg="add mod">
          <ac:chgData name="DOWTY, PETER (DNR)" userId="01cf875a-4e15-4928-8f93-7a0dfa1efb6b" providerId="ADAL" clId="{E9054DD1-CDF4-4BE2-A4C5-BD4B0395A89E}" dt="2026-07-28T15:17:25.390" v="22214" actId="693"/>
          <ac:spMkLst>
            <pc:docMk/>
            <pc:sldMk cId="843958716" sldId="335"/>
            <ac:spMk id="42" creationId="{7F390A35-6E8E-4B45-4F72-D2B3A02D1481}"/>
          </ac:spMkLst>
        </pc:spChg>
        <pc:spChg chg="add mod">
          <ac:chgData name="DOWTY, PETER (DNR)" userId="01cf875a-4e15-4928-8f93-7a0dfa1efb6b" providerId="ADAL" clId="{E9054DD1-CDF4-4BE2-A4C5-BD4B0395A89E}" dt="2026-07-28T15:08:00.473" v="22150" actId="1076"/>
          <ac:spMkLst>
            <pc:docMk/>
            <pc:sldMk cId="843958716" sldId="335"/>
            <ac:spMk id="43" creationId="{F45F6899-DDA0-5913-009A-7DF04EB518B2}"/>
          </ac:spMkLst>
        </pc:spChg>
        <pc:spChg chg="add mod">
          <ac:chgData name="DOWTY, PETER (DNR)" userId="01cf875a-4e15-4928-8f93-7a0dfa1efb6b" providerId="ADAL" clId="{E9054DD1-CDF4-4BE2-A4C5-BD4B0395A89E}" dt="2026-07-28T15:16:55.880" v="22213" actId="206"/>
          <ac:spMkLst>
            <pc:docMk/>
            <pc:sldMk cId="843958716" sldId="335"/>
            <ac:spMk id="44" creationId="{DB29A9BE-1E83-84FC-2B86-03C65AE6178B}"/>
          </ac:spMkLst>
        </pc:spChg>
        <pc:spChg chg="add mod ord">
          <ac:chgData name="DOWTY, PETER (DNR)" userId="01cf875a-4e15-4928-8f93-7a0dfa1efb6b" providerId="ADAL" clId="{E9054DD1-CDF4-4BE2-A4C5-BD4B0395A89E}" dt="2026-07-30T18:20:47.864" v="22254" actId="207"/>
          <ac:spMkLst>
            <pc:docMk/>
            <pc:sldMk cId="843958716" sldId="335"/>
            <ac:spMk id="46" creationId="{17AF2347-88C9-9A46-DA0A-C77F4C26C95D}"/>
          </ac:spMkLst>
        </pc:spChg>
        <pc:grpChg chg="add mod">
          <ac:chgData name="DOWTY, PETER (DNR)" userId="01cf875a-4e15-4928-8f93-7a0dfa1efb6b" providerId="ADAL" clId="{E9054DD1-CDF4-4BE2-A4C5-BD4B0395A89E}" dt="2026-07-28T15:09:31.067" v="22165" actId="1076"/>
          <ac:grpSpMkLst>
            <pc:docMk/>
            <pc:sldMk cId="843958716" sldId="335"/>
            <ac:grpSpMk id="2" creationId="{FAC3FE66-46DB-12E3-59BE-8822CBFF7FA2}"/>
          </ac:grpSpMkLst>
        </pc:grpChg>
        <pc:grpChg chg="add mod">
          <ac:chgData name="DOWTY, PETER (DNR)" userId="01cf875a-4e15-4928-8f93-7a0dfa1efb6b" providerId="ADAL" clId="{E9054DD1-CDF4-4BE2-A4C5-BD4B0395A89E}" dt="2026-07-27T16:10:43.707" v="21876" actId="1076"/>
          <ac:grpSpMkLst>
            <pc:docMk/>
            <pc:sldMk cId="843958716" sldId="335"/>
            <ac:grpSpMk id="9" creationId="{EA27EE1B-9839-6AFF-2923-BFAC40BE3B87}"/>
          </ac:grpSpMkLst>
        </pc:grpChg>
        <pc:grpChg chg="add mod">
          <ac:chgData name="DOWTY, PETER (DNR)" userId="01cf875a-4e15-4928-8f93-7a0dfa1efb6b" providerId="ADAL" clId="{E9054DD1-CDF4-4BE2-A4C5-BD4B0395A89E}" dt="2026-07-27T16:19:54.530" v="21930" actId="1076"/>
          <ac:grpSpMkLst>
            <pc:docMk/>
            <pc:sldMk cId="843958716" sldId="335"/>
            <ac:grpSpMk id="12" creationId="{6D8F2836-1060-D197-6E15-768838A7800E}"/>
          </ac:grpSpMkLst>
        </pc:grpChg>
        <pc:grpChg chg="add mod">
          <ac:chgData name="DOWTY, PETER (DNR)" userId="01cf875a-4e15-4928-8f93-7a0dfa1efb6b" providerId="ADAL" clId="{E9054DD1-CDF4-4BE2-A4C5-BD4B0395A89E}" dt="2026-07-27T16:22:17.261" v="21934" actId="1076"/>
          <ac:grpSpMkLst>
            <pc:docMk/>
            <pc:sldMk cId="843958716" sldId="335"/>
            <ac:grpSpMk id="15" creationId="{E03C9DDF-1D80-7564-4FA7-A7AFA037A076}"/>
          </ac:grpSpMkLst>
        </pc:grpChg>
        <pc:grpChg chg="add mod">
          <ac:chgData name="DOWTY, PETER (DNR)" userId="01cf875a-4e15-4928-8f93-7a0dfa1efb6b" providerId="ADAL" clId="{E9054DD1-CDF4-4BE2-A4C5-BD4B0395A89E}" dt="2026-07-27T16:25:09.656" v="21938" actId="1076"/>
          <ac:grpSpMkLst>
            <pc:docMk/>
            <pc:sldMk cId="843958716" sldId="335"/>
            <ac:grpSpMk id="18" creationId="{7D7CF51A-CDB2-E23D-D10F-88643B07E217}"/>
          </ac:grpSpMkLst>
        </pc:grpChg>
        <pc:grpChg chg="add mod">
          <ac:chgData name="DOWTY, PETER (DNR)" userId="01cf875a-4e15-4928-8f93-7a0dfa1efb6b" providerId="ADAL" clId="{E9054DD1-CDF4-4BE2-A4C5-BD4B0395A89E}" dt="2026-07-27T16:22:27.249" v="21936" actId="1076"/>
          <ac:grpSpMkLst>
            <pc:docMk/>
            <pc:sldMk cId="843958716" sldId="335"/>
            <ac:grpSpMk id="22" creationId="{F609D1C0-665D-13F2-A977-327BCB1A2FC6}"/>
          </ac:grpSpMkLst>
        </pc:grpChg>
        <pc:grpChg chg="add mod">
          <ac:chgData name="DOWTY, PETER (DNR)" userId="01cf875a-4e15-4928-8f93-7a0dfa1efb6b" providerId="ADAL" clId="{E9054DD1-CDF4-4BE2-A4C5-BD4B0395A89E}" dt="2026-07-28T15:09:10.744" v="22162" actId="1076"/>
          <ac:grpSpMkLst>
            <pc:docMk/>
            <pc:sldMk cId="843958716" sldId="335"/>
            <ac:grpSpMk id="28" creationId="{E72DD109-8B76-E327-ADE8-803963A70DC4}"/>
          </ac:grpSpMkLst>
        </pc:grpChg>
        <pc:picChg chg="mod">
          <ac:chgData name="DOWTY, PETER (DNR)" userId="01cf875a-4e15-4928-8f93-7a0dfa1efb6b" providerId="ADAL" clId="{E9054DD1-CDF4-4BE2-A4C5-BD4B0395A89E}" dt="2026-07-28T15:08:22.360" v="22151"/>
          <ac:picMkLst>
            <pc:docMk/>
            <pc:sldMk cId="843958716" sldId="335"/>
            <ac:picMk id="3" creationId="{189681AF-8506-9987-284C-A680C7D68218}"/>
          </ac:picMkLst>
        </pc:picChg>
        <pc:picChg chg="mod topLvl">
          <ac:chgData name="DOWTY, PETER (DNR)" userId="01cf875a-4e15-4928-8f93-7a0dfa1efb6b" providerId="ADAL" clId="{E9054DD1-CDF4-4BE2-A4C5-BD4B0395A89E}" dt="2026-07-28T15:09:07.464" v="22161" actId="164"/>
          <ac:picMkLst>
            <pc:docMk/>
            <pc:sldMk cId="843958716" sldId="335"/>
            <ac:picMk id="5" creationId="{87733E3D-81F5-3733-B595-232F4CDFDB97}"/>
          </ac:picMkLst>
        </pc:picChg>
        <pc:picChg chg="mod">
          <ac:chgData name="DOWTY, PETER (DNR)" userId="01cf875a-4e15-4928-8f93-7a0dfa1efb6b" providerId="ADAL" clId="{E9054DD1-CDF4-4BE2-A4C5-BD4B0395A89E}" dt="2026-07-27T16:10:14.181" v="21866"/>
          <ac:picMkLst>
            <pc:docMk/>
            <pc:sldMk cId="843958716" sldId="335"/>
            <ac:picMk id="10" creationId="{E37B015F-7B8D-4F65-9228-9C3DCF5B0EDD}"/>
          </ac:picMkLst>
        </pc:picChg>
        <pc:picChg chg="mod">
          <ac:chgData name="DOWTY, PETER (DNR)" userId="01cf875a-4e15-4928-8f93-7a0dfa1efb6b" providerId="ADAL" clId="{E9054DD1-CDF4-4BE2-A4C5-BD4B0395A89E}" dt="2026-07-28T15:08:00.473" v="22150" actId="1076"/>
          <ac:picMkLst>
            <pc:docMk/>
            <pc:sldMk cId="843958716" sldId="335"/>
            <ac:picMk id="13" creationId="{7C5EA22C-B6EB-650D-C0E8-C7E3ED79ABEB}"/>
          </ac:picMkLst>
        </pc:picChg>
        <pc:picChg chg="mod">
          <ac:chgData name="DOWTY, PETER (DNR)" userId="01cf875a-4e15-4928-8f93-7a0dfa1efb6b" providerId="ADAL" clId="{E9054DD1-CDF4-4BE2-A4C5-BD4B0395A89E}" dt="2026-07-27T16:10:55.654" v="21883"/>
          <ac:picMkLst>
            <pc:docMk/>
            <pc:sldMk cId="843958716" sldId="335"/>
            <ac:picMk id="16" creationId="{FDA5A99F-0BD6-9276-A5A8-5C9A55BADDB2}"/>
          </ac:picMkLst>
        </pc:picChg>
        <pc:picChg chg="mod">
          <ac:chgData name="DOWTY, PETER (DNR)" userId="01cf875a-4e15-4928-8f93-7a0dfa1efb6b" providerId="ADAL" clId="{E9054DD1-CDF4-4BE2-A4C5-BD4B0395A89E}" dt="2026-07-28T15:08:00.473" v="22150" actId="1076"/>
          <ac:picMkLst>
            <pc:docMk/>
            <pc:sldMk cId="843958716" sldId="335"/>
            <ac:picMk id="19" creationId="{BE4B015F-AB47-B988-0642-94EEA58FDBA2}"/>
          </ac:picMkLst>
        </pc:picChg>
        <pc:picChg chg="mod">
          <ac:chgData name="DOWTY, PETER (DNR)" userId="01cf875a-4e15-4928-8f93-7a0dfa1efb6b" providerId="ADAL" clId="{E9054DD1-CDF4-4BE2-A4C5-BD4B0395A89E}" dt="2026-07-28T15:08:00.473" v="22150" actId="1076"/>
          <ac:picMkLst>
            <pc:docMk/>
            <pc:sldMk cId="843958716" sldId="335"/>
            <ac:picMk id="20" creationId="{B248F74B-95C8-B660-2AEF-9302368A0021}"/>
          </ac:picMkLst>
        </pc:picChg>
        <pc:picChg chg="mod">
          <ac:chgData name="DOWTY, PETER (DNR)" userId="01cf875a-4e15-4928-8f93-7a0dfa1efb6b" providerId="ADAL" clId="{E9054DD1-CDF4-4BE2-A4C5-BD4B0395A89E}" dt="2026-07-27T16:13:29.728" v="21892"/>
          <ac:picMkLst>
            <pc:docMk/>
            <pc:sldMk cId="843958716" sldId="335"/>
            <ac:picMk id="21" creationId="{2EC8A7CC-3056-AB96-C754-AE9B8E5A52BE}"/>
          </ac:picMkLst>
        </pc:picChg>
        <pc:picChg chg="mod">
          <ac:chgData name="DOWTY, PETER (DNR)" userId="01cf875a-4e15-4928-8f93-7a0dfa1efb6b" providerId="ADAL" clId="{E9054DD1-CDF4-4BE2-A4C5-BD4B0395A89E}" dt="2026-07-27T16:14:06.257" v="21894"/>
          <ac:picMkLst>
            <pc:docMk/>
            <pc:sldMk cId="843958716" sldId="335"/>
            <ac:picMk id="23" creationId="{06836ECB-82D1-AFB4-C6F4-8933823A3A12}"/>
          </ac:picMkLst>
        </pc:picChg>
        <pc:picChg chg="add mod">
          <ac:chgData name="DOWTY, PETER (DNR)" userId="01cf875a-4e15-4928-8f93-7a0dfa1efb6b" providerId="ADAL" clId="{E9054DD1-CDF4-4BE2-A4C5-BD4B0395A89E}" dt="2026-07-28T15:09:21.829" v="22164" actId="1076"/>
          <ac:picMkLst>
            <pc:docMk/>
            <pc:sldMk cId="843958716" sldId="335"/>
            <ac:picMk id="25" creationId="{90EC0128-EFB4-5579-E81A-AB98DEF455D0}"/>
          </ac:picMkLst>
        </pc:picChg>
        <pc:picChg chg="add del mod">
          <ac:chgData name="DOWTY, PETER (DNR)" userId="01cf875a-4e15-4928-8f93-7a0dfa1efb6b" providerId="ADAL" clId="{E9054DD1-CDF4-4BE2-A4C5-BD4B0395A89E}" dt="2026-07-28T15:08:00.473" v="22150" actId="1076"/>
          <ac:picMkLst>
            <pc:docMk/>
            <pc:sldMk cId="843958716" sldId="335"/>
            <ac:picMk id="36" creationId="{C5A29F49-1955-0668-B13A-538A5A9C3553}"/>
          </ac:picMkLst>
        </pc:picChg>
        <pc:picChg chg="add mod">
          <ac:chgData name="DOWTY, PETER (DNR)" userId="01cf875a-4e15-4928-8f93-7a0dfa1efb6b" providerId="ADAL" clId="{E9054DD1-CDF4-4BE2-A4C5-BD4B0395A89E}" dt="2026-07-28T15:14:18.849" v="22192" actId="14100"/>
          <ac:picMkLst>
            <pc:docMk/>
            <pc:sldMk cId="843958716" sldId="335"/>
            <ac:picMk id="37" creationId="{ACB7D1A5-CEBB-4693-046C-7AA163F87254}"/>
          </ac:picMkLst>
        </pc:picChg>
        <pc:picChg chg="add del mod">
          <ac:chgData name="DOWTY, PETER (DNR)" userId="01cf875a-4e15-4928-8f93-7a0dfa1efb6b" providerId="ADAL" clId="{E9054DD1-CDF4-4BE2-A4C5-BD4B0395A89E}" dt="2026-07-27T16:17:40.414" v="21920" actId="1076"/>
          <ac:picMkLst>
            <pc:docMk/>
            <pc:sldMk cId="843958716" sldId="335"/>
            <ac:picMk id="38" creationId="{7E3B2545-376A-0399-8022-85B8829EC9CA}"/>
          </ac:picMkLst>
        </pc:picChg>
        <pc:picChg chg="add mod">
          <ac:chgData name="DOWTY, PETER (DNR)" userId="01cf875a-4e15-4928-8f93-7a0dfa1efb6b" providerId="ADAL" clId="{E9054DD1-CDF4-4BE2-A4C5-BD4B0395A89E}" dt="2026-07-28T15:14:22.494" v="22193" actId="1076"/>
          <ac:picMkLst>
            <pc:docMk/>
            <pc:sldMk cId="843958716" sldId="335"/>
            <ac:picMk id="39" creationId="{FC6B4405-26AB-5771-7E10-54413C4EB3E0}"/>
          </ac:picMkLst>
        </pc:picChg>
        <pc:cxnChg chg="add mod">
          <ac:chgData name="DOWTY, PETER (DNR)" userId="01cf875a-4e15-4928-8f93-7a0dfa1efb6b" providerId="ADAL" clId="{E9054DD1-CDF4-4BE2-A4C5-BD4B0395A89E}" dt="2026-07-30T18:20:24.629" v="22253" actId="693"/>
          <ac:cxnSpMkLst>
            <pc:docMk/>
            <pc:sldMk cId="843958716" sldId="335"/>
            <ac:cxnSpMk id="26" creationId="{1ADACAFF-3157-CB0B-F47B-DF5B0A74FE16}"/>
          </ac:cxnSpMkLst>
        </pc:cxnChg>
        <pc:cxnChg chg="add mod">
          <ac:chgData name="DOWTY, PETER (DNR)" userId="01cf875a-4e15-4928-8f93-7a0dfa1efb6b" providerId="ADAL" clId="{E9054DD1-CDF4-4BE2-A4C5-BD4B0395A89E}" dt="2026-07-27T16:27:43.858" v="21956" actId="208"/>
          <ac:cxnSpMkLst>
            <pc:docMk/>
            <pc:sldMk cId="843958716" sldId="335"/>
            <ac:cxnSpMk id="45" creationId="{33E0528D-0B12-F5D3-DCCA-27D8F0839B78}"/>
          </ac:cxnSpMkLst>
        </pc:cxnChg>
        <pc:cxnChg chg="add mod">
          <ac:chgData name="DOWTY, PETER (DNR)" userId="01cf875a-4e15-4928-8f93-7a0dfa1efb6b" providerId="ADAL" clId="{E9054DD1-CDF4-4BE2-A4C5-BD4B0395A89E}" dt="2026-07-27T16:27:43.858" v="21956" actId="208"/>
          <ac:cxnSpMkLst>
            <pc:docMk/>
            <pc:sldMk cId="843958716" sldId="335"/>
            <ac:cxnSpMk id="47" creationId="{F1112C8F-EFBF-F743-6E2C-87A599E20A27}"/>
          </ac:cxnSpMkLst>
        </pc:cxnChg>
        <pc:cxnChg chg="add mod">
          <ac:chgData name="DOWTY, PETER (DNR)" userId="01cf875a-4e15-4928-8f93-7a0dfa1efb6b" providerId="ADAL" clId="{E9054DD1-CDF4-4BE2-A4C5-BD4B0395A89E}" dt="2026-07-27T16:27:43.858" v="21956" actId="208"/>
          <ac:cxnSpMkLst>
            <pc:docMk/>
            <pc:sldMk cId="843958716" sldId="335"/>
            <ac:cxnSpMk id="49" creationId="{CC40AF56-C3D1-ABF0-81DE-DE0C361953A4}"/>
          </ac:cxnSpMkLst>
        </pc:cxnChg>
        <pc:cxnChg chg="add mod">
          <ac:chgData name="DOWTY, PETER (DNR)" userId="01cf875a-4e15-4928-8f93-7a0dfa1efb6b" providerId="ADAL" clId="{E9054DD1-CDF4-4BE2-A4C5-BD4B0395A89E}" dt="2026-07-27T16:27:43.858" v="21956" actId="208"/>
          <ac:cxnSpMkLst>
            <pc:docMk/>
            <pc:sldMk cId="843958716" sldId="335"/>
            <ac:cxnSpMk id="51" creationId="{1EA642F5-0E15-8127-C5C0-76FC24FCF01A}"/>
          </ac:cxnSpMkLst>
        </pc:cxnChg>
        <pc:cxnChg chg="add mod">
          <ac:chgData name="DOWTY, PETER (DNR)" userId="01cf875a-4e15-4928-8f93-7a0dfa1efb6b" providerId="ADAL" clId="{E9054DD1-CDF4-4BE2-A4C5-BD4B0395A89E}" dt="2026-07-27T16:28:31.352" v="21960" actId="693"/>
          <ac:cxnSpMkLst>
            <pc:docMk/>
            <pc:sldMk cId="843958716" sldId="335"/>
            <ac:cxnSpMk id="53" creationId="{844EEAC9-8C59-E62F-5F23-EB6CA5030E11}"/>
          </ac:cxnSpMkLst>
        </pc:cxnChg>
        <pc:cxnChg chg="add mod">
          <ac:chgData name="DOWTY, PETER (DNR)" userId="01cf875a-4e15-4928-8f93-7a0dfa1efb6b" providerId="ADAL" clId="{E9054DD1-CDF4-4BE2-A4C5-BD4B0395A89E}" dt="2026-07-27T16:28:31.352" v="21960" actId="693"/>
          <ac:cxnSpMkLst>
            <pc:docMk/>
            <pc:sldMk cId="843958716" sldId="335"/>
            <ac:cxnSpMk id="55" creationId="{9CC931E7-068E-B702-415E-BD37DB3C2D8A}"/>
          </ac:cxnSpMkLst>
        </pc:cxnChg>
        <pc:cxnChg chg="add mod">
          <ac:chgData name="DOWTY, PETER (DNR)" userId="01cf875a-4e15-4928-8f93-7a0dfa1efb6b" providerId="ADAL" clId="{E9054DD1-CDF4-4BE2-A4C5-BD4B0395A89E}" dt="2026-07-27T16:30:55.437" v="21995"/>
          <ac:cxnSpMkLst>
            <pc:docMk/>
            <pc:sldMk cId="843958716" sldId="335"/>
            <ac:cxnSpMk id="56" creationId="{F254F05C-0811-7E35-0426-3868A13ACF1B}"/>
          </ac:cxnSpMkLst>
        </pc:cxnChg>
      </pc:sldChg>
      <pc:sldChg chg="addSp delSp modSp add mod">
        <pc:chgData name="DOWTY, PETER (DNR)" userId="01cf875a-4e15-4928-8f93-7a0dfa1efb6b" providerId="ADAL" clId="{E9054DD1-CDF4-4BE2-A4C5-BD4B0395A89E}" dt="2026-07-28T15:29:34.758" v="22251" actId="1076"/>
        <pc:sldMkLst>
          <pc:docMk/>
          <pc:sldMk cId="3234048176" sldId="336"/>
        </pc:sldMkLst>
        <pc:spChg chg="mod">
          <ac:chgData name="DOWTY, PETER (DNR)" userId="01cf875a-4e15-4928-8f93-7a0dfa1efb6b" providerId="ADAL" clId="{E9054DD1-CDF4-4BE2-A4C5-BD4B0395A89E}" dt="2026-07-28T15:29:34.758" v="22251" actId="1076"/>
          <ac:spMkLst>
            <pc:docMk/>
            <pc:sldMk cId="3234048176" sldId="336"/>
            <ac:spMk id="6" creationId="{82C18556-20BD-EE39-26F6-8CC0A10B35EE}"/>
          </ac:spMkLst>
        </pc:spChg>
        <pc:spChg chg="mod">
          <ac:chgData name="DOWTY, PETER (DNR)" userId="01cf875a-4e15-4928-8f93-7a0dfa1efb6b" providerId="ADAL" clId="{E9054DD1-CDF4-4BE2-A4C5-BD4B0395A89E}" dt="2026-07-28T15:29:34.758" v="22251" actId="1076"/>
          <ac:spMkLst>
            <pc:docMk/>
            <pc:sldMk cId="3234048176" sldId="336"/>
            <ac:spMk id="7" creationId="{6785D50E-586C-31FA-215C-836481A6C880}"/>
          </ac:spMkLst>
        </pc:spChg>
        <pc:spChg chg="mod">
          <ac:chgData name="DOWTY, PETER (DNR)" userId="01cf875a-4e15-4928-8f93-7a0dfa1efb6b" providerId="ADAL" clId="{E9054DD1-CDF4-4BE2-A4C5-BD4B0395A89E}" dt="2026-07-28T15:29:34.758" v="22251" actId="1076"/>
          <ac:spMkLst>
            <pc:docMk/>
            <pc:sldMk cId="3234048176" sldId="336"/>
            <ac:spMk id="11" creationId="{03309E6C-60D3-8240-8C78-DBBFCC4E9A85}"/>
          </ac:spMkLst>
        </pc:spChg>
        <pc:spChg chg="mod">
          <ac:chgData name="DOWTY, PETER (DNR)" userId="01cf875a-4e15-4928-8f93-7a0dfa1efb6b" providerId="ADAL" clId="{E9054DD1-CDF4-4BE2-A4C5-BD4B0395A89E}" dt="2026-07-28T15:29:34.758" v="22251" actId="1076"/>
          <ac:spMkLst>
            <pc:docMk/>
            <pc:sldMk cId="3234048176" sldId="336"/>
            <ac:spMk id="14" creationId="{F1A8B172-6C40-C5C2-546F-FADE822D08FB}"/>
          </ac:spMkLst>
        </pc:spChg>
        <pc:spChg chg="mod">
          <ac:chgData name="DOWTY, PETER (DNR)" userId="01cf875a-4e15-4928-8f93-7a0dfa1efb6b" providerId="ADAL" clId="{E9054DD1-CDF4-4BE2-A4C5-BD4B0395A89E}" dt="2026-07-28T15:29:34.758" v="22251" actId="1076"/>
          <ac:spMkLst>
            <pc:docMk/>
            <pc:sldMk cId="3234048176" sldId="336"/>
            <ac:spMk id="17" creationId="{80ECCF23-AC28-5A31-850B-7AF677E1BF09}"/>
          </ac:spMkLst>
        </pc:spChg>
        <pc:spChg chg="mod topLvl">
          <ac:chgData name="DOWTY, PETER (DNR)" userId="01cf875a-4e15-4928-8f93-7a0dfa1efb6b" providerId="ADAL" clId="{E9054DD1-CDF4-4BE2-A4C5-BD4B0395A89E}" dt="2026-07-28T15:29:34.758" v="22251" actId="1076"/>
          <ac:spMkLst>
            <pc:docMk/>
            <pc:sldMk cId="3234048176" sldId="336"/>
            <ac:spMk id="27" creationId="{2C57027D-E2D7-F7A5-2D30-6B69C7E1DB6A}"/>
          </ac:spMkLst>
        </pc:spChg>
        <pc:spChg chg="mod">
          <ac:chgData name="DOWTY, PETER (DNR)" userId="01cf875a-4e15-4928-8f93-7a0dfa1efb6b" providerId="ADAL" clId="{E9054DD1-CDF4-4BE2-A4C5-BD4B0395A89E}" dt="2026-07-28T15:29:34.758" v="22251" actId="1076"/>
          <ac:spMkLst>
            <pc:docMk/>
            <pc:sldMk cId="3234048176" sldId="336"/>
            <ac:spMk id="33" creationId="{66833F49-0E05-D98D-43C3-19BEBB0580D4}"/>
          </ac:spMkLst>
        </pc:spChg>
        <pc:spChg chg="add mod">
          <ac:chgData name="DOWTY, PETER (DNR)" userId="01cf875a-4e15-4928-8f93-7a0dfa1efb6b" providerId="ADAL" clId="{E9054DD1-CDF4-4BE2-A4C5-BD4B0395A89E}" dt="2026-07-28T15:29:34.758" v="22251" actId="1076"/>
          <ac:spMkLst>
            <pc:docMk/>
            <pc:sldMk cId="3234048176" sldId="336"/>
            <ac:spMk id="79" creationId="{4FE6923A-DBB5-42F6-85F5-E63F6AF37A01}"/>
          </ac:spMkLst>
        </pc:spChg>
        <pc:spChg chg="add mod">
          <ac:chgData name="DOWTY, PETER (DNR)" userId="01cf875a-4e15-4928-8f93-7a0dfa1efb6b" providerId="ADAL" clId="{E9054DD1-CDF4-4BE2-A4C5-BD4B0395A89E}" dt="2026-07-28T15:29:34.758" v="22251" actId="1076"/>
          <ac:spMkLst>
            <pc:docMk/>
            <pc:sldMk cId="3234048176" sldId="336"/>
            <ac:spMk id="81" creationId="{24FF3362-1627-FF88-05C1-D8D9CAC0C72F}"/>
          </ac:spMkLst>
        </pc:spChg>
        <pc:spChg chg="add mod">
          <ac:chgData name="DOWTY, PETER (DNR)" userId="01cf875a-4e15-4928-8f93-7a0dfa1efb6b" providerId="ADAL" clId="{E9054DD1-CDF4-4BE2-A4C5-BD4B0395A89E}" dt="2026-07-28T15:29:34.758" v="22251" actId="1076"/>
          <ac:spMkLst>
            <pc:docMk/>
            <pc:sldMk cId="3234048176" sldId="336"/>
            <ac:spMk id="83" creationId="{D2605390-7287-64E4-2497-0C71B78FC64C}"/>
          </ac:spMkLst>
        </pc:spChg>
        <pc:grpChg chg="add mod">
          <ac:chgData name="DOWTY, PETER (DNR)" userId="01cf875a-4e15-4928-8f93-7a0dfa1efb6b" providerId="ADAL" clId="{E9054DD1-CDF4-4BE2-A4C5-BD4B0395A89E}" dt="2026-07-27T16:35:29.098" v="22067" actId="554"/>
          <ac:grpSpMkLst>
            <pc:docMk/>
            <pc:sldMk cId="3234048176" sldId="336"/>
            <ac:grpSpMk id="2" creationId="{1192C1A8-176B-8276-FFBF-4164B087FF65}"/>
          </ac:grpSpMkLst>
        </pc:grpChg>
        <pc:grpChg chg="mod">
          <ac:chgData name="DOWTY, PETER (DNR)" userId="01cf875a-4e15-4928-8f93-7a0dfa1efb6b" providerId="ADAL" clId="{E9054DD1-CDF4-4BE2-A4C5-BD4B0395A89E}" dt="2026-07-27T16:35:29.098" v="22067" actId="554"/>
          <ac:grpSpMkLst>
            <pc:docMk/>
            <pc:sldMk cId="3234048176" sldId="336"/>
            <ac:grpSpMk id="9" creationId="{99B8F716-88F4-D14C-380E-888B4DD6A76A}"/>
          </ac:grpSpMkLst>
        </pc:grpChg>
        <pc:grpChg chg="mod">
          <ac:chgData name="DOWTY, PETER (DNR)" userId="01cf875a-4e15-4928-8f93-7a0dfa1efb6b" providerId="ADAL" clId="{E9054DD1-CDF4-4BE2-A4C5-BD4B0395A89E}" dt="2026-07-27T16:36:05.150" v="22074" actId="1076"/>
          <ac:grpSpMkLst>
            <pc:docMk/>
            <pc:sldMk cId="3234048176" sldId="336"/>
            <ac:grpSpMk id="12" creationId="{F3062666-766A-DF76-606A-6FA06B8F7284}"/>
          </ac:grpSpMkLst>
        </pc:grpChg>
        <pc:grpChg chg="mod">
          <ac:chgData name="DOWTY, PETER (DNR)" userId="01cf875a-4e15-4928-8f93-7a0dfa1efb6b" providerId="ADAL" clId="{E9054DD1-CDF4-4BE2-A4C5-BD4B0395A89E}" dt="2026-07-27T16:36:05.150" v="22074" actId="1076"/>
          <ac:grpSpMkLst>
            <pc:docMk/>
            <pc:sldMk cId="3234048176" sldId="336"/>
            <ac:grpSpMk id="15" creationId="{DCA46105-5072-6E76-F154-DEB97D29B46E}"/>
          </ac:grpSpMkLst>
        </pc:grpChg>
        <pc:grpChg chg="mod">
          <ac:chgData name="DOWTY, PETER (DNR)" userId="01cf875a-4e15-4928-8f93-7a0dfa1efb6b" providerId="ADAL" clId="{E9054DD1-CDF4-4BE2-A4C5-BD4B0395A89E}" dt="2026-07-27T16:36:24.078" v="22076" actId="1076"/>
          <ac:grpSpMkLst>
            <pc:docMk/>
            <pc:sldMk cId="3234048176" sldId="336"/>
            <ac:grpSpMk id="18" creationId="{CF495FDD-5017-36AE-3546-EAE98E1B3725}"/>
          </ac:grpSpMkLst>
        </pc:grpChg>
        <pc:grpChg chg="add mod">
          <ac:chgData name="DOWTY, PETER (DNR)" userId="01cf875a-4e15-4928-8f93-7a0dfa1efb6b" providerId="ADAL" clId="{E9054DD1-CDF4-4BE2-A4C5-BD4B0395A89E}" dt="2026-07-27T16:35:59.197" v="22073" actId="1076"/>
          <ac:grpSpMkLst>
            <pc:docMk/>
            <pc:sldMk cId="3234048176" sldId="336"/>
            <ac:grpSpMk id="28" creationId="{1AE11533-2540-9397-18F5-AF8D37F47947}"/>
          </ac:grpSpMkLst>
        </pc:grpChg>
        <pc:grpChg chg="add mod">
          <ac:chgData name="DOWTY, PETER (DNR)" userId="01cf875a-4e15-4928-8f93-7a0dfa1efb6b" providerId="ADAL" clId="{E9054DD1-CDF4-4BE2-A4C5-BD4B0395A89E}" dt="2026-07-27T16:36:45.003" v="22079" actId="1076"/>
          <ac:grpSpMkLst>
            <pc:docMk/>
            <pc:sldMk cId="3234048176" sldId="336"/>
            <ac:grpSpMk id="29" creationId="{F57787AA-0986-3B13-3BE5-E936BA6ABBDE}"/>
          </ac:grpSpMkLst>
        </pc:grpChg>
        <pc:grpChg chg="add mod">
          <ac:chgData name="DOWTY, PETER (DNR)" userId="01cf875a-4e15-4928-8f93-7a0dfa1efb6b" providerId="ADAL" clId="{E9054DD1-CDF4-4BE2-A4C5-BD4B0395A89E}" dt="2026-07-27T16:36:30.533" v="22078" actId="1076"/>
          <ac:grpSpMkLst>
            <pc:docMk/>
            <pc:sldMk cId="3234048176" sldId="336"/>
            <ac:grpSpMk id="42" creationId="{A4CFA61C-A8C4-C1E0-61F8-5D0AF7D8C0AE}"/>
          </ac:grpSpMkLst>
        </pc:grpChg>
        <pc:picChg chg="mod">
          <ac:chgData name="DOWTY, PETER (DNR)" userId="01cf875a-4e15-4928-8f93-7a0dfa1efb6b" providerId="ADAL" clId="{E9054DD1-CDF4-4BE2-A4C5-BD4B0395A89E}" dt="2026-07-27T16:32:24.120" v="21997"/>
          <ac:picMkLst>
            <pc:docMk/>
            <pc:sldMk cId="3234048176" sldId="336"/>
            <ac:picMk id="3" creationId="{87678C0B-9879-DD51-CD90-226EF3289482}"/>
          </ac:picMkLst>
        </pc:picChg>
        <pc:picChg chg="mod">
          <ac:chgData name="DOWTY, PETER (DNR)" userId="01cf875a-4e15-4928-8f93-7a0dfa1efb6b" providerId="ADAL" clId="{E9054DD1-CDF4-4BE2-A4C5-BD4B0395A89E}" dt="2026-07-27T16:36:05.150" v="22074" actId="1076"/>
          <ac:picMkLst>
            <pc:docMk/>
            <pc:sldMk cId="3234048176" sldId="336"/>
            <ac:picMk id="13" creationId="{6BF3FF1F-0423-C29A-6CAA-973C8E7CAB58}"/>
          </ac:picMkLst>
        </pc:picChg>
        <pc:picChg chg="mod">
          <ac:chgData name="DOWTY, PETER (DNR)" userId="01cf875a-4e15-4928-8f93-7a0dfa1efb6b" providerId="ADAL" clId="{E9054DD1-CDF4-4BE2-A4C5-BD4B0395A89E}" dt="2026-07-27T16:36:05.150" v="22074" actId="1076"/>
          <ac:picMkLst>
            <pc:docMk/>
            <pc:sldMk cId="3234048176" sldId="336"/>
            <ac:picMk id="16" creationId="{5AE0CBFD-54F9-7171-3449-112B2436DB86}"/>
          </ac:picMkLst>
        </pc:picChg>
        <pc:picChg chg="mod topLvl">
          <ac:chgData name="DOWTY, PETER (DNR)" userId="01cf875a-4e15-4928-8f93-7a0dfa1efb6b" providerId="ADAL" clId="{E9054DD1-CDF4-4BE2-A4C5-BD4B0395A89E}" dt="2026-07-27T16:33:35.933" v="22047" actId="164"/>
          <ac:picMkLst>
            <pc:docMk/>
            <pc:sldMk cId="3234048176" sldId="336"/>
            <ac:picMk id="25" creationId="{C3827256-7AEA-BB0A-1DAB-796770981DE2}"/>
          </ac:picMkLst>
        </pc:picChg>
        <pc:picChg chg="mod">
          <ac:chgData name="DOWTY, PETER (DNR)" userId="01cf875a-4e15-4928-8f93-7a0dfa1efb6b" providerId="ADAL" clId="{E9054DD1-CDF4-4BE2-A4C5-BD4B0395A89E}" dt="2026-07-27T16:36:05.150" v="22074" actId="1076"/>
          <ac:picMkLst>
            <pc:docMk/>
            <pc:sldMk cId="3234048176" sldId="336"/>
            <ac:picMk id="31" creationId="{5BE0CCBF-DF6E-C4E3-34E2-3A7900EE8EF8}"/>
          </ac:picMkLst>
        </pc:picChg>
        <pc:picChg chg="mod">
          <ac:chgData name="DOWTY, PETER (DNR)" userId="01cf875a-4e15-4928-8f93-7a0dfa1efb6b" providerId="ADAL" clId="{E9054DD1-CDF4-4BE2-A4C5-BD4B0395A89E}" dt="2026-07-27T16:34:05.200" v="22053" actId="1076"/>
          <ac:picMkLst>
            <pc:docMk/>
            <pc:sldMk cId="3234048176" sldId="336"/>
            <ac:picMk id="34" creationId="{51938B2E-5CEC-EE2B-A144-FAD2B18C85D4}"/>
          </ac:picMkLst>
        </pc:picChg>
        <pc:picChg chg="mod">
          <ac:chgData name="DOWTY, PETER (DNR)" userId="01cf875a-4e15-4928-8f93-7a0dfa1efb6b" providerId="ADAL" clId="{E9054DD1-CDF4-4BE2-A4C5-BD4B0395A89E}" dt="2026-07-27T16:36:14.275" v="22075" actId="1076"/>
          <ac:picMkLst>
            <pc:docMk/>
            <pc:sldMk cId="3234048176" sldId="336"/>
            <ac:picMk id="36" creationId="{C070FEE6-9624-12DB-001E-4303F219F2B5}"/>
          </ac:picMkLst>
        </pc:picChg>
        <pc:picChg chg="mod">
          <ac:chgData name="DOWTY, PETER (DNR)" userId="01cf875a-4e15-4928-8f93-7a0dfa1efb6b" providerId="ADAL" clId="{E9054DD1-CDF4-4BE2-A4C5-BD4B0395A89E}" dt="2026-07-27T16:36:25.648" v="22077"/>
          <ac:picMkLst>
            <pc:docMk/>
            <pc:sldMk cId="3234048176" sldId="336"/>
            <ac:picMk id="44" creationId="{EAB83F35-09CF-8F8B-5CDB-3C410EB6AA36}"/>
          </ac:picMkLst>
        </pc:picChg>
        <pc:picChg chg="mod">
          <ac:chgData name="DOWTY, PETER (DNR)" userId="01cf875a-4e15-4928-8f93-7a0dfa1efb6b" providerId="ADAL" clId="{E9054DD1-CDF4-4BE2-A4C5-BD4B0395A89E}" dt="2026-07-27T16:36:25.648" v="22077"/>
          <ac:picMkLst>
            <pc:docMk/>
            <pc:sldMk cId="3234048176" sldId="336"/>
            <ac:picMk id="46" creationId="{32476ABE-A361-C168-ABCA-6DE8C3CCF8B6}"/>
          </ac:picMkLst>
        </pc:picChg>
        <pc:picChg chg="mod">
          <ac:chgData name="DOWTY, PETER (DNR)" userId="01cf875a-4e15-4928-8f93-7a0dfa1efb6b" providerId="ADAL" clId="{E9054DD1-CDF4-4BE2-A4C5-BD4B0395A89E}" dt="2026-07-27T16:36:25.648" v="22077"/>
          <ac:picMkLst>
            <pc:docMk/>
            <pc:sldMk cId="3234048176" sldId="336"/>
            <ac:picMk id="48" creationId="{82DD88B2-AB62-2319-64DC-F41234F0C23F}"/>
          </ac:picMkLst>
        </pc:picChg>
        <pc:cxnChg chg="add ord">
          <ac:chgData name="DOWTY, PETER (DNR)" userId="01cf875a-4e15-4928-8f93-7a0dfa1efb6b" providerId="ADAL" clId="{E9054DD1-CDF4-4BE2-A4C5-BD4B0395A89E}" dt="2026-07-27T16:39:21.774" v="22101" actId="166"/>
          <ac:cxnSpMkLst>
            <pc:docMk/>
            <pc:sldMk cId="3234048176" sldId="336"/>
            <ac:cxnSpMk id="52" creationId="{6454416D-4DA7-850E-BBD9-C16EA3BC2712}"/>
          </ac:cxnSpMkLst>
        </pc:cxnChg>
        <pc:cxnChg chg="add">
          <ac:chgData name="DOWTY, PETER (DNR)" userId="01cf875a-4e15-4928-8f93-7a0dfa1efb6b" providerId="ADAL" clId="{E9054DD1-CDF4-4BE2-A4C5-BD4B0395A89E}" dt="2026-07-27T16:37:18.518" v="22088" actId="11529"/>
          <ac:cxnSpMkLst>
            <pc:docMk/>
            <pc:sldMk cId="3234048176" sldId="336"/>
            <ac:cxnSpMk id="57" creationId="{F83E5C87-F8D6-9031-C915-CF3FEE78960E}"/>
          </ac:cxnSpMkLst>
        </pc:cxnChg>
        <pc:cxnChg chg="add mod">
          <ac:chgData name="DOWTY, PETER (DNR)" userId="01cf875a-4e15-4928-8f93-7a0dfa1efb6b" providerId="ADAL" clId="{E9054DD1-CDF4-4BE2-A4C5-BD4B0395A89E}" dt="2026-07-27T16:37:35.417" v="22090" actId="208"/>
          <ac:cxnSpMkLst>
            <pc:docMk/>
            <pc:sldMk cId="3234048176" sldId="336"/>
            <ac:cxnSpMk id="59" creationId="{B495CE8E-0D89-700C-0EB6-70BFD40B6D3F}"/>
          </ac:cxnSpMkLst>
        </pc:cxnChg>
        <pc:cxnChg chg="add mod">
          <ac:chgData name="DOWTY, PETER (DNR)" userId="01cf875a-4e15-4928-8f93-7a0dfa1efb6b" providerId="ADAL" clId="{E9054DD1-CDF4-4BE2-A4C5-BD4B0395A89E}" dt="2026-07-27T16:37:40.054" v="22092" actId="1076"/>
          <ac:cxnSpMkLst>
            <pc:docMk/>
            <pc:sldMk cId="3234048176" sldId="336"/>
            <ac:cxnSpMk id="60" creationId="{9C9DF540-31A1-3ED9-E60A-E7608AE06B17}"/>
          </ac:cxnSpMkLst>
        </pc:cxnChg>
        <pc:cxnChg chg="add mod">
          <ac:chgData name="DOWTY, PETER (DNR)" userId="01cf875a-4e15-4928-8f93-7a0dfa1efb6b" providerId="ADAL" clId="{E9054DD1-CDF4-4BE2-A4C5-BD4B0395A89E}" dt="2026-07-27T16:37:53.454" v="22094" actId="208"/>
          <ac:cxnSpMkLst>
            <pc:docMk/>
            <pc:sldMk cId="3234048176" sldId="336"/>
            <ac:cxnSpMk id="62" creationId="{AA8D996C-A6F3-DF62-7576-05204CC071E7}"/>
          </ac:cxnSpMkLst>
        </pc:cxnChg>
        <pc:cxnChg chg="add mod">
          <ac:chgData name="DOWTY, PETER (DNR)" userId="01cf875a-4e15-4928-8f93-7a0dfa1efb6b" providerId="ADAL" clId="{E9054DD1-CDF4-4BE2-A4C5-BD4B0395A89E}" dt="2026-07-27T16:39:11.299" v="22100" actId="208"/>
          <ac:cxnSpMkLst>
            <pc:docMk/>
            <pc:sldMk cId="3234048176" sldId="336"/>
            <ac:cxnSpMk id="64" creationId="{6A4DEB84-28D0-FCCF-146C-0B1E1F671F48}"/>
          </ac:cxnSpMkLst>
        </pc:cxnChg>
        <pc:cxnChg chg="add mod">
          <ac:chgData name="DOWTY, PETER (DNR)" userId="01cf875a-4e15-4928-8f93-7a0dfa1efb6b" providerId="ADAL" clId="{E9054DD1-CDF4-4BE2-A4C5-BD4B0395A89E}" dt="2026-07-27T16:39:11.299" v="22100" actId="208"/>
          <ac:cxnSpMkLst>
            <pc:docMk/>
            <pc:sldMk cId="3234048176" sldId="336"/>
            <ac:cxnSpMk id="66" creationId="{91C4544E-E0EE-0D15-50A1-236EFFE5F88A}"/>
          </ac:cxnSpMkLst>
        </pc:cxnChg>
        <pc:cxnChg chg="add mod">
          <ac:chgData name="DOWTY, PETER (DNR)" userId="01cf875a-4e15-4928-8f93-7a0dfa1efb6b" providerId="ADAL" clId="{E9054DD1-CDF4-4BE2-A4C5-BD4B0395A89E}" dt="2026-07-27T16:39:11.299" v="22100" actId="208"/>
          <ac:cxnSpMkLst>
            <pc:docMk/>
            <pc:sldMk cId="3234048176" sldId="336"/>
            <ac:cxnSpMk id="68" creationId="{1E6B60DB-A8EC-E9C3-C54E-7D9DFF17A280}"/>
          </ac:cxnSpMkLst>
        </pc:cxnChg>
        <pc:cxnChg chg="add mod">
          <ac:chgData name="DOWTY, PETER (DNR)" userId="01cf875a-4e15-4928-8f93-7a0dfa1efb6b" providerId="ADAL" clId="{E9054DD1-CDF4-4BE2-A4C5-BD4B0395A89E}" dt="2026-07-27T16:39:11.299" v="22100" actId="208"/>
          <ac:cxnSpMkLst>
            <pc:docMk/>
            <pc:sldMk cId="3234048176" sldId="336"/>
            <ac:cxnSpMk id="70" creationId="{0F13C6CB-AE03-2C46-5CD2-1A6A815DF718}"/>
          </ac:cxnSpMkLst>
        </pc:cxnChg>
        <pc:cxnChg chg="add mod">
          <ac:chgData name="DOWTY, PETER (DNR)" userId="01cf875a-4e15-4928-8f93-7a0dfa1efb6b" providerId="ADAL" clId="{E9054DD1-CDF4-4BE2-A4C5-BD4B0395A89E}" dt="2026-07-27T16:39:11.299" v="22100" actId="208"/>
          <ac:cxnSpMkLst>
            <pc:docMk/>
            <pc:sldMk cId="3234048176" sldId="336"/>
            <ac:cxnSpMk id="72" creationId="{5E1C0F6E-5127-0639-6A89-F135B72C3D14}"/>
          </ac:cxnSpMkLst>
        </pc:cxnChg>
        <pc:cxnChg chg="add mod">
          <ac:chgData name="DOWTY, PETER (DNR)" userId="01cf875a-4e15-4928-8f93-7a0dfa1efb6b" providerId="ADAL" clId="{E9054DD1-CDF4-4BE2-A4C5-BD4B0395A89E}" dt="2026-07-28T15:29:09.754" v="22250"/>
          <ac:cxnSpMkLst>
            <pc:docMk/>
            <pc:sldMk cId="3234048176" sldId="336"/>
            <ac:cxnSpMk id="74" creationId="{01F6A2D0-C9E5-726F-3DA9-836DFEF81F7E}"/>
          </ac:cxnSpMkLst>
        </pc:cxnChg>
        <pc:cxnChg chg="add mod">
          <ac:chgData name="DOWTY, PETER (DNR)" userId="01cf875a-4e15-4928-8f93-7a0dfa1efb6b" providerId="ADAL" clId="{E9054DD1-CDF4-4BE2-A4C5-BD4B0395A89E}" dt="2026-07-28T15:29:09.754" v="22250"/>
          <ac:cxnSpMkLst>
            <pc:docMk/>
            <pc:sldMk cId="3234048176" sldId="336"/>
            <ac:cxnSpMk id="76" creationId="{B4B85DE9-0026-F082-38DF-0AE930F87A17}"/>
          </ac:cxnSpMkLst>
        </pc:cxnChg>
        <pc:cxnChg chg="add mod">
          <ac:chgData name="DOWTY, PETER (DNR)" userId="01cf875a-4e15-4928-8f93-7a0dfa1efb6b" providerId="ADAL" clId="{E9054DD1-CDF4-4BE2-A4C5-BD4B0395A89E}" dt="2026-07-28T15:29:09.754" v="22250"/>
          <ac:cxnSpMkLst>
            <pc:docMk/>
            <pc:sldMk cId="3234048176" sldId="336"/>
            <ac:cxnSpMk id="77" creationId="{49DA3F0D-0A12-8C33-062C-298BB29626F2}"/>
          </ac:cxnSpMkLst>
        </pc:cxnChg>
        <pc:cxnChg chg="add mod">
          <ac:chgData name="DOWTY, PETER (DNR)" userId="01cf875a-4e15-4928-8f93-7a0dfa1efb6b" providerId="ADAL" clId="{E9054DD1-CDF4-4BE2-A4C5-BD4B0395A89E}" dt="2026-07-28T15:29:09.754" v="22250"/>
          <ac:cxnSpMkLst>
            <pc:docMk/>
            <pc:sldMk cId="3234048176" sldId="336"/>
            <ac:cxnSpMk id="78" creationId="{B5486663-1522-F8DA-3DC9-A72EDEA9CF02}"/>
          </ac:cxnSpMkLst>
        </pc:cxnChg>
      </pc:sldChg>
    </pc:docChg>
  </pc:docChgLst>
  <pc:docChgLst>
    <pc:chgData name="Pete Dowty" userId="91aba14b6835b0ae" providerId="LiveId" clId="{DC861EC1-FB29-4C02-B83C-8A44B3A41BE2}"/>
    <pc:docChg chg="custSel modSld">
      <pc:chgData name="Pete Dowty" userId="91aba14b6835b0ae" providerId="LiveId" clId="{DC861EC1-FB29-4C02-B83C-8A44B3A41BE2}" dt="2026-07-19T15:49:02.947" v="101"/>
      <pc:docMkLst>
        <pc:docMk/>
      </pc:docMkLst>
      <pc:sldChg chg="addSp delSp mod">
        <pc:chgData name="Pete Dowty" userId="91aba14b6835b0ae" providerId="LiveId" clId="{DC861EC1-FB29-4C02-B83C-8A44B3A41BE2}" dt="2026-07-19T15:49:02.947" v="101"/>
        <pc:sldMkLst>
          <pc:docMk/>
          <pc:sldMk cId="1390265288" sldId="321"/>
        </pc:sldMkLst>
        <pc:inkChg chg="add reco">
          <ac:chgData name="Pete Dowty" userId="91aba14b6835b0ae" providerId="LiveId" clId="{DC861EC1-FB29-4C02-B83C-8A44B3A41BE2}" dt="2026-07-19T15:48:48.839" v="75"/>
          <ac:inkMkLst>
            <pc:docMk/>
            <pc:sldMk cId="1390265288" sldId="321"/>
            <ac:inkMk id="7" creationId="{D7CC3774-E259-8287-4DA0-8915D42C0071}"/>
          </ac:inkMkLst>
        </pc:inkChg>
        <pc:inkChg chg="add reco">
          <ac:chgData name="Pete Dowty" userId="91aba14b6835b0ae" providerId="LiveId" clId="{DC861EC1-FB29-4C02-B83C-8A44B3A41BE2}" dt="2026-07-19T15:19:36.432" v="11"/>
          <ac:inkMkLst>
            <pc:docMk/>
            <pc:sldMk cId="1390265288" sldId="321"/>
            <ac:inkMk id="14" creationId="{698EFE2D-073F-B87E-57DD-F720CB3BC68D}"/>
          </ac:inkMkLst>
        </pc:inkChg>
        <pc:inkChg chg="add reco">
          <ac:chgData name="Pete Dowty" userId="91aba14b6835b0ae" providerId="LiveId" clId="{DC861EC1-FB29-4C02-B83C-8A44B3A41BE2}" dt="2026-07-19T15:48:55.997" v="88"/>
          <ac:inkMkLst>
            <pc:docMk/>
            <pc:sldMk cId="1390265288" sldId="321"/>
            <ac:inkMk id="21" creationId="{4A15FC9D-49DB-2797-9CA6-6E2D79F79043}"/>
          </ac:inkMkLst>
        </pc:inkChg>
        <pc:inkChg chg="add reco">
          <ac:chgData name="Pete Dowty" userId="91aba14b6835b0ae" providerId="LiveId" clId="{DC861EC1-FB29-4C02-B83C-8A44B3A41BE2}" dt="2026-07-19T15:48:55.997" v="88"/>
          <ac:inkMkLst>
            <pc:docMk/>
            <pc:sldMk cId="1390265288" sldId="321"/>
            <ac:inkMk id="22" creationId="{E51BC153-A93E-F1A8-5A5E-2F400B298A1C}"/>
          </ac:inkMkLst>
        </pc:inkChg>
        <pc:inkChg chg="add reco">
          <ac:chgData name="Pete Dowty" userId="91aba14b6835b0ae" providerId="LiveId" clId="{DC861EC1-FB29-4C02-B83C-8A44B3A41BE2}" dt="2026-07-19T15:48:55.997" v="88"/>
          <ac:inkMkLst>
            <pc:docMk/>
            <pc:sldMk cId="1390265288" sldId="321"/>
            <ac:inkMk id="23" creationId="{459771AD-CF96-84E8-B944-AC19024EF8BB}"/>
          </ac:inkMkLst>
        </pc:inkChg>
        <pc:inkChg chg="add reco">
          <ac:chgData name="Pete Dowty" userId="91aba14b6835b0ae" providerId="LiveId" clId="{DC861EC1-FB29-4C02-B83C-8A44B3A41BE2}" dt="2026-07-19T15:19:42.372" v="25"/>
          <ac:inkMkLst>
            <pc:docMk/>
            <pc:sldMk cId="1390265288" sldId="321"/>
            <ac:inkMk id="29" creationId="{5470F3A5-8BC4-D989-DCF6-547C1F3C0BAA}"/>
          </ac:inkMkLst>
        </pc:inkChg>
        <pc:inkChg chg="add reco">
          <ac:chgData name="Pete Dowty" userId="91aba14b6835b0ae" providerId="LiveId" clId="{DC861EC1-FB29-4C02-B83C-8A44B3A41BE2}" dt="2026-07-19T15:49:02.947" v="101"/>
          <ac:inkMkLst>
            <pc:docMk/>
            <pc:sldMk cId="1390265288" sldId="321"/>
            <ac:inkMk id="38" creationId="{55B532F0-572D-40C3-1F58-8D1A39B0A011}"/>
          </ac:inkMkLst>
        </pc:inkChg>
        <pc:inkChg chg="add reco">
          <ac:chgData name="Pete Dowty" userId="91aba14b6835b0ae" providerId="LiveId" clId="{DC861EC1-FB29-4C02-B83C-8A44B3A41BE2}" dt="2026-07-19T15:49:02.947" v="101"/>
          <ac:inkMkLst>
            <pc:docMk/>
            <pc:sldMk cId="1390265288" sldId="321"/>
            <ac:inkMk id="39" creationId="{1E15E2D5-AE57-F60A-A584-C8B69DD9115B}"/>
          </ac:inkMkLst>
        </pc:inkChg>
        <pc:inkChg chg="add reco">
          <ac:chgData name="Pete Dowty" userId="91aba14b6835b0ae" providerId="LiveId" clId="{DC861EC1-FB29-4C02-B83C-8A44B3A41BE2}" dt="2026-07-19T15:49:02.947" v="101"/>
          <ac:inkMkLst>
            <pc:docMk/>
            <pc:sldMk cId="1390265288" sldId="321"/>
            <ac:inkMk id="40" creationId="{497FA22D-28AF-B617-856D-EE55A70966CB}"/>
          </ac:inkMkLst>
        </pc:inkChg>
        <pc:inkChg chg="add reco">
          <ac:chgData name="Pete Dowty" userId="91aba14b6835b0ae" providerId="LiveId" clId="{DC861EC1-FB29-4C02-B83C-8A44B3A41BE2}" dt="2026-07-19T15:19:50.248" v="40"/>
          <ac:inkMkLst>
            <pc:docMk/>
            <pc:sldMk cId="1390265288" sldId="321"/>
            <ac:inkMk id="45" creationId="{B5B29837-71B5-6D4C-F0D2-6E946673F229}"/>
          </ac:inkMkLst>
        </pc:inkChg>
        <pc:inkChg chg="add reco">
          <ac:chgData name="Pete Dowty" userId="91aba14b6835b0ae" providerId="LiveId" clId="{DC861EC1-FB29-4C02-B83C-8A44B3A41BE2}" dt="2026-07-19T15:19:50.248" v="40"/>
          <ac:inkMkLst>
            <pc:docMk/>
            <pc:sldMk cId="1390265288" sldId="321"/>
            <ac:inkMk id="46" creationId="{E8904CC8-2CB8-041C-C721-B7CFD598543E}"/>
          </ac:inkMkLst>
        </pc:inkChg>
        <pc:inkChg chg="add">
          <ac:chgData name="Pete Dowty" userId="91aba14b6835b0ae" providerId="LiveId" clId="{DC861EC1-FB29-4C02-B83C-8A44B3A41BE2}" dt="2026-07-19T15:20:13.168" v="41"/>
          <ac:inkMkLst>
            <pc:docMk/>
            <pc:sldMk cId="1390265288" sldId="321"/>
            <ac:inkMk id="47" creationId="{B7455F2F-CF20-EBF0-DB71-296C6F40CB7F}"/>
          </ac:inkMkLst>
        </pc:inkChg>
        <pc:inkChg chg="add reco">
          <ac:chgData name="Pete Dowty" userId="91aba14b6835b0ae" providerId="LiveId" clId="{DC861EC1-FB29-4C02-B83C-8A44B3A41BE2}" dt="2026-07-19T15:20:23.023" v="58"/>
          <ac:inkMkLst>
            <pc:docMk/>
            <pc:sldMk cId="1390265288" sldId="321"/>
            <ac:inkMk id="64" creationId="{5D41176F-6C2F-69FB-1D51-11608E3EABBD}"/>
          </ac:inkMkLst>
        </pc:inkChg>
        <pc:inkChg chg="add reco">
          <ac:chgData name="Pete Dowty" userId="91aba14b6835b0ae" providerId="LiveId" clId="{DC861EC1-FB29-4C02-B83C-8A44B3A41BE2}" dt="2026-07-19T15:20:30.095" v="71"/>
          <ac:inkMkLst>
            <pc:docMk/>
            <pc:sldMk cId="1390265288" sldId="321"/>
            <ac:inkMk id="77" creationId="{B008A209-8317-5EAB-3B0B-DA840546E442}"/>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8-09T17:07:17.869" v="6112" actId="1076"/>
      <pc:docMkLst>
        <pc:docMk/>
      </pc:docMkLst>
      <pc:sldChg chg="modSp mod">
        <pc:chgData name="Pete Dowty" userId="91aba14b6835b0ae" providerId="LiveId" clId="{660F8803-2738-5EFD-95AE-06E7480F19FB}" dt="2026-07-19T14:28:26.671" v="5193" actId="20577"/>
        <pc:sldMkLst>
          <pc:docMk/>
          <pc:sldMk cId="1390265288" sldId="321"/>
        </pc:sldMkLst>
        <pc:spChg chg="mod">
          <ac:chgData name="Pete Dowty" userId="91aba14b6835b0ae" providerId="LiveId" clId="{660F8803-2738-5EFD-95AE-06E7480F19FB}" dt="2026-07-19T14:28:26.671" v="5193" actId="20577"/>
          <ac:spMkLst>
            <pc:docMk/>
            <pc:sldMk cId="1390265288" sldId="321"/>
            <ac:spMk id="4" creationId="{ACFB62B7-D310-1D0C-72B3-EB5DF9D5AFB9}"/>
          </ac:spMkLst>
        </pc:spChg>
      </pc:sldChg>
      <pc:sldChg chg="addSp delSp modSp mod">
        <pc:chgData name="Pete Dowty" userId="91aba14b6835b0ae" providerId="LiveId" clId="{660F8803-2738-5EFD-95AE-06E7480F19FB}" dt="2026-07-19T14:27:21.506" v="5148"/>
        <pc:sldMkLst>
          <pc:docMk/>
          <pc:sldMk cId="2863400652" sldId="330"/>
        </pc:sldMkLst>
        <pc:spChg chg="add mod">
          <ac:chgData name="Pete Dowty" userId="91aba14b6835b0ae" providerId="LiveId" clId="{660F8803-2738-5EFD-95AE-06E7480F19FB}" dt="2026-07-19T14:26:44.417" v="5143" actId="207"/>
          <ac:spMkLst>
            <pc:docMk/>
            <pc:sldMk cId="2863400652" sldId="330"/>
            <ac:spMk id="2" creationId="{71183430-16FA-53E2-02EA-677AC5AD0FEA}"/>
          </ac:spMkLst>
        </pc:spChg>
        <pc:spChg chg="add mod">
          <ac:chgData name="Pete Dowty" userId="91aba14b6835b0ae" providerId="LiveId" clId="{660F8803-2738-5EFD-95AE-06E7480F19FB}" dt="2026-07-19T14:27:21.506" v="5148"/>
          <ac:spMkLst>
            <pc:docMk/>
            <pc:sldMk cId="2863400652" sldId="330"/>
            <ac:spMk id="4" creationId="{7731CF46-8193-96DC-215C-16C373F46B8A}"/>
          </ac:spMkLst>
        </pc:spChg>
        <pc:picChg chg="mod">
          <ac:chgData name="Pete Dowty" userId="91aba14b6835b0ae" providerId="LiveId" clId="{660F8803-2738-5EFD-95AE-06E7480F19FB}" dt="2026-07-19T14:25:51.796" v="5103" actId="14100"/>
          <ac:picMkLst>
            <pc:docMk/>
            <pc:sldMk cId="2863400652" sldId="330"/>
            <ac:picMk id="3" creationId="{0AACDEF8-ED42-753D-498A-8EEB889BD38A}"/>
          </ac:picMkLst>
        </pc:picChg>
      </pc:sldChg>
      <pc:sldChg chg="addSp modSp mod">
        <pc:chgData name="Pete Dowty" userId="91aba14b6835b0ae" providerId="LiveId" clId="{660F8803-2738-5EFD-95AE-06E7480F19FB}" dt="2026-08-08T05:17:31.460" v="5201" actId="207"/>
        <pc:sldMkLst>
          <pc:docMk/>
          <pc:sldMk cId="2123458636" sldId="333"/>
        </pc:sldMkLst>
        <pc:spChg chg="add mod">
          <ac:chgData name="Pete Dowty" userId="91aba14b6835b0ae" providerId="LiveId" clId="{660F8803-2738-5EFD-95AE-06E7480F19FB}" dt="2026-08-08T05:17:31.460" v="5201" actId="207"/>
          <ac:spMkLst>
            <pc:docMk/>
            <pc:sldMk cId="2123458636" sldId="333"/>
            <ac:spMk id="50" creationId="{F764F5B0-1E60-72D5-94DD-519DC306B05B}"/>
          </ac:spMkLst>
        </pc:spChg>
      </pc:sldChg>
      <pc:sldChg chg="addSp modSp mod">
        <pc:chgData name="Pete Dowty" userId="91aba14b6835b0ae" providerId="LiveId" clId="{660F8803-2738-5EFD-95AE-06E7480F19FB}" dt="2026-08-08T05:18:59.795" v="5204" actId="207"/>
        <pc:sldMkLst>
          <pc:docMk/>
          <pc:sldMk cId="1244049411" sldId="334"/>
        </pc:sldMkLst>
        <pc:spChg chg="add mod">
          <ac:chgData name="Pete Dowty" userId="91aba14b6835b0ae" providerId="LiveId" clId="{660F8803-2738-5EFD-95AE-06E7480F19FB}" dt="2026-08-08T05:18:59.795" v="5204" actId="207"/>
          <ac:spMkLst>
            <pc:docMk/>
            <pc:sldMk cId="1244049411" sldId="334"/>
            <ac:spMk id="48" creationId="{D00C35ED-1796-558B-C7B9-9BAD5EC034C1}"/>
          </ac:spMkLst>
        </pc:spChg>
      </pc:sldChg>
      <pc:sldChg chg="addSp modSp mod">
        <pc:chgData name="Pete Dowty" userId="91aba14b6835b0ae" providerId="LiveId" clId="{660F8803-2738-5EFD-95AE-06E7480F19FB}" dt="2026-08-08T05:22:46.861" v="5229" actId="208"/>
        <pc:sldMkLst>
          <pc:docMk/>
          <pc:sldMk cId="843958716" sldId="335"/>
        </pc:sldMkLst>
        <pc:spChg chg="add mod">
          <ac:chgData name="Pete Dowty" userId="91aba14b6835b0ae" providerId="LiveId" clId="{660F8803-2738-5EFD-95AE-06E7480F19FB}" dt="2026-08-08T05:22:10.905" v="5226" actId="1076"/>
          <ac:spMkLst>
            <pc:docMk/>
            <pc:sldMk cId="843958716" sldId="335"/>
            <ac:spMk id="4" creationId="{14C7CF49-F65E-CE87-D368-F78C24370CD9}"/>
          </ac:spMkLst>
        </pc:spChg>
        <pc:cxnChg chg="add mod">
          <ac:chgData name="Pete Dowty" userId="91aba14b6835b0ae" providerId="LiveId" clId="{660F8803-2738-5EFD-95AE-06E7480F19FB}" dt="2026-08-08T05:22:46.861" v="5229" actId="208"/>
          <ac:cxnSpMkLst>
            <pc:docMk/>
            <pc:sldMk cId="843958716" sldId="335"/>
            <ac:cxnSpMk id="27" creationId="{66306DDF-29E0-81B1-9FC4-5EBD8CD2BD56}"/>
          </ac:cxnSpMkLst>
        </pc:cxnChg>
      </pc:sldChg>
      <pc:sldChg chg="addSp delSp modSp new mod">
        <pc:chgData name="Pete Dowty" userId="91aba14b6835b0ae" providerId="LiveId" clId="{660F8803-2738-5EFD-95AE-06E7480F19FB}" dt="2026-08-09T15:05:18.138" v="5399" actId="1076"/>
        <pc:sldMkLst>
          <pc:docMk/>
          <pc:sldMk cId="2187319872" sldId="337"/>
        </pc:sldMkLst>
        <pc:spChg chg="add mod">
          <ac:chgData name="Pete Dowty" userId="91aba14b6835b0ae" providerId="LiveId" clId="{660F8803-2738-5EFD-95AE-06E7480F19FB}" dt="2026-08-08T16:01:14.147" v="5258" actId="166"/>
          <ac:spMkLst>
            <pc:docMk/>
            <pc:sldMk cId="2187319872" sldId="337"/>
            <ac:spMk id="3" creationId="{F7798476-3B80-AA3E-3212-39AA9F9A7611}"/>
          </ac:spMkLst>
        </pc:spChg>
        <pc:spChg chg="add mod">
          <ac:chgData name="Pete Dowty" userId="91aba14b6835b0ae" providerId="LiveId" clId="{660F8803-2738-5EFD-95AE-06E7480F19FB}" dt="2026-08-08T16:01:58.376" v="5267" actId="113"/>
          <ac:spMkLst>
            <pc:docMk/>
            <pc:sldMk cId="2187319872" sldId="337"/>
            <ac:spMk id="18" creationId="{214782F6-3828-00BD-C1A1-0CD711586CE5}"/>
          </ac:spMkLst>
        </pc:spChg>
        <pc:spChg chg="add mod">
          <ac:chgData name="Pete Dowty" userId="91aba14b6835b0ae" providerId="LiveId" clId="{660F8803-2738-5EFD-95AE-06E7480F19FB}" dt="2026-08-09T13:54:11.984" v="5286" actId="1076"/>
          <ac:spMkLst>
            <pc:docMk/>
            <pc:sldMk cId="2187319872" sldId="337"/>
            <ac:spMk id="24" creationId="{C32A2FE1-7E0C-BFC7-7C2F-AAC754655A66}"/>
          </ac:spMkLst>
        </pc:spChg>
        <pc:spChg chg="add mod">
          <ac:chgData name="Pete Dowty" userId="91aba14b6835b0ae" providerId="LiveId" clId="{660F8803-2738-5EFD-95AE-06E7480F19FB}" dt="2026-08-09T13:54:08.853" v="5285" actId="1076"/>
          <ac:spMkLst>
            <pc:docMk/>
            <pc:sldMk cId="2187319872" sldId="337"/>
            <ac:spMk id="25" creationId="{44A55749-B97C-E956-AA30-7AB33B8CB02E}"/>
          </ac:spMkLst>
        </pc:spChg>
        <pc:spChg chg="add mod">
          <ac:chgData name="Pete Dowty" userId="91aba14b6835b0ae" providerId="LiveId" clId="{660F8803-2738-5EFD-95AE-06E7480F19FB}" dt="2026-08-09T13:57:37.924" v="5300" actId="166"/>
          <ac:spMkLst>
            <pc:docMk/>
            <pc:sldMk cId="2187319872" sldId="337"/>
            <ac:spMk id="26" creationId="{EEFFD4DB-E362-8DDD-47C0-A7F4C32A5477}"/>
          </ac:spMkLst>
        </pc:spChg>
        <pc:spChg chg="add del mod">
          <ac:chgData name="Pete Dowty" userId="91aba14b6835b0ae" providerId="LiveId" clId="{660F8803-2738-5EFD-95AE-06E7480F19FB}" dt="2026-08-09T13:57:43.281" v="5303"/>
          <ac:spMkLst>
            <pc:docMk/>
            <pc:sldMk cId="2187319872" sldId="337"/>
            <ac:spMk id="33" creationId="{AADE49FE-A868-9E8A-03C5-5F15946326E0}"/>
          </ac:spMkLst>
        </pc:spChg>
        <pc:spChg chg="add mod">
          <ac:chgData name="Pete Dowty" userId="91aba14b6835b0ae" providerId="LiveId" clId="{660F8803-2738-5EFD-95AE-06E7480F19FB}" dt="2026-08-09T14:57:21.195" v="5319" actId="1076"/>
          <ac:spMkLst>
            <pc:docMk/>
            <pc:sldMk cId="2187319872" sldId="337"/>
            <ac:spMk id="35" creationId="{3361538A-6B43-8F72-4F49-40DFBBEB34D5}"/>
          </ac:spMkLst>
        </pc:spChg>
        <pc:spChg chg="add del mod">
          <ac:chgData name="Pete Dowty" userId="91aba14b6835b0ae" providerId="LiveId" clId="{660F8803-2738-5EFD-95AE-06E7480F19FB}" dt="2026-08-09T15:03:34.862" v="5358" actId="478"/>
          <ac:spMkLst>
            <pc:docMk/>
            <pc:sldMk cId="2187319872" sldId="337"/>
            <ac:spMk id="37" creationId="{BF3D38BB-8D03-B615-C064-6DE45ACAF231}"/>
          </ac:spMkLst>
        </pc:spChg>
        <pc:spChg chg="add del mod">
          <ac:chgData name="Pete Dowty" userId="91aba14b6835b0ae" providerId="LiveId" clId="{660F8803-2738-5EFD-95AE-06E7480F19FB}" dt="2026-08-09T15:03:37.312" v="5359" actId="478"/>
          <ac:spMkLst>
            <pc:docMk/>
            <pc:sldMk cId="2187319872" sldId="337"/>
            <ac:spMk id="38" creationId="{C8456326-2F46-0BC6-A786-AC9C888BAA3A}"/>
          </ac:spMkLst>
        </pc:spChg>
        <pc:spChg chg="add mod">
          <ac:chgData name="Pete Dowty" userId="91aba14b6835b0ae" providerId="LiveId" clId="{660F8803-2738-5EFD-95AE-06E7480F19FB}" dt="2026-08-09T15:04:03.831" v="5362" actId="1076"/>
          <ac:spMkLst>
            <pc:docMk/>
            <pc:sldMk cId="2187319872" sldId="337"/>
            <ac:spMk id="39" creationId="{0E5CF8A4-2AC3-CD56-6805-7DA0F3BADE77}"/>
          </ac:spMkLst>
        </pc:spChg>
        <pc:spChg chg="mod topLvl">
          <ac:chgData name="Pete Dowty" userId="91aba14b6835b0ae" providerId="LiveId" clId="{660F8803-2738-5EFD-95AE-06E7480F19FB}" dt="2026-08-09T15:05:18.138" v="5399" actId="1076"/>
          <ac:spMkLst>
            <pc:docMk/>
            <pc:sldMk cId="2187319872" sldId="337"/>
            <ac:spMk id="42" creationId="{FC197B29-2A7E-74BA-B842-CD2919FA76AB}"/>
          </ac:spMkLst>
        </pc:spChg>
        <pc:spChg chg="add mod">
          <ac:chgData name="Pete Dowty" userId="91aba14b6835b0ae" providerId="LiveId" clId="{660F8803-2738-5EFD-95AE-06E7480F19FB}" dt="2026-08-09T15:05:14.100" v="5398" actId="1076"/>
          <ac:spMkLst>
            <pc:docMk/>
            <pc:sldMk cId="2187319872" sldId="337"/>
            <ac:spMk id="43" creationId="{7E3EE248-9D00-ACC7-6CA9-2E81CEE5CFD1}"/>
          </ac:spMkLst>
        </pc:spChg>
        <pc:grpChg chg="add">
          <ac:chgData name="Pete Dowty" userId="91aba14b6835b0ae" providerId="LiveId" clId="{660F8803-2738-5EFD-95AE-06E7480F19FB}" dt="2026-08-08T16:00:53.284" v="5254" actId="164"/>
          <ac:grpSpMkLst>
            <pc:docMk/>
            <pc:sldMk cId="2187319872" sldId="337"/>
            <ac:grpSpMk id="11" creationId="{AB825517-591A-8A63-1CA0-FC7058F78B8C}"/>
          </ac:grpSpMkLst>
        </pc:grpChg>
        <pc:grpChg chg="add mod">
          <ac:chgData name="Pete Dowty" userId="91aba14b6835b0ae" providerId="LiveId" clId="{660F8803-2738-5EFD-95AE-06E7480F19FB}" dt="2026-08-08T16:01:04.242" v="5257" actId="1076"/>
          <ac:grpSpMkLst>
            <pc:docMk/>
            <pc:sldMk cId="2187319872" sldId="337"/>
            <ac:grpSpMk id="12" creationId="{1928CDEE-0D5F-2EA6-11C5-FC713C073E30}"/>
          </ac:grpSpMkLst>
        </pc:grpChg>
        <pc:grpChg chg="add del mod">
          <ac:chgData name="Pete Dowty" userId="91aba14b6835b0ae" providerId="LiveId" clId="{660F8803-2738-5EFD-95AE-06E7480F19FB}" dt="2026-08-09T13:51:15.818" v="5273" actId="478"/>
          <ac:grpSpMkLst>
            <pc:docMk/>
            <pc:sldMk cId="2187319872" sldId="337"/>
            <ac:grpSpMk id="19" creationId="{D77C4084-9A0A-802C-36FA-EE0D40433CF9}"/>
          </ac:grpSpMkLst>
        </pc:grpChg>
        <pc:grpChg chg="add mod">
          <ac:chgData name="Pete Dowty" userId="91aba14b6835b0ae" providerId="LiveId" clId="{660F8803-2738-5EFD-95AE-06E7480F19FB}" dt="2026-08-09T14:56:45.116" v="5305" actId="1076"/>
          <ac:grpSpMkLst>
            <pc:docMk/>
            <pc:sldMk cId="2187319872" sldId="337"/>
            <ac:grpSpMk id="34" creationId="{F55FA10D-8626-5CD2-78FF-0093A65343BD}"/>
          </ac:grpSpMkLst>
        </pc:grpChg>
        <pc:grpChg chg="add mod">
          <ac:chgData name="Pete Dowty" userId="91aba14b6835b0ae" providerId="LiveId" clId="{660F8803-2738-5EFD-95AE-06E7480F19FB}" dt="2026-08-09T14:57:52.618" v="5322" actId="1076"/>
          <ac:grpSpMkLst>
            <pc:docMk/>
            <pc:sldMk cId="2187319872" sldId="337"/>
            <ac:grpSpMk id="36" creationId="{A6DEE0EC-1168-4A7D-79E0-F244FD9FF674}"/>
          </ac:grpSpMkLst>
        </pc:grpChg>
        <pc:grpChg chg="add del mod">
          <ac:chgData name="Pete Dowty" userId="91aba14b6835b0ae" providerId="LiveId" clId="{660F8803-2738-5EFD-95AE-06E7480F19FB}" dt="2026-08-09T15:04:24.816" v="5364" actId="165"/>
          <ac:grpSpMkLst>
            <pc:docMk/>
            <pc:sldMk cId="2187319872" sldId="337"/>
            <ac:grpSpMk id="40" creationId="{8B99E68E-38BF-D52D-DFA2-E46049EDC188}"/>
          </ac:grpSpMkLst>
        </pc:grpChg>
        <pc:picChg chg="add del mod">
          <ac:chgData name="Pete Dowty" userId="91aba14b6835b0ae" providerId="LiveId" clId="{660F8803-2738-5EFD-95AE-06E7480F19FB}" dt="2026-08-08T16:02:12.943" v="5269" actId="478"/>
          <ac:picMkLst>
            <pc:docMk/>
            <pc:sldMk cId="2187319872" sldId="337"/>
            <ac:picMk id="2" creationId="{5D0A572C-A04A-D91F-1E0F-F12DE0BE80E9}"/>
          </ac:picMkLst>
        </pc:picChg>
        <pc:picChg chg="add mod">
          <ac:chgData name="Pete Dowty" userId="91aba14b6835b0ae" providerId="LiveId" clId="{660F8803-2738-5EFD-95AE-06E7480F19FB}" dt="2026-08-09T14:57:49.655" v="5321" actId="1076"/>
          <ac:picMkLst>
            <pc:docMk/>
            <pc:sldMk cId="2187319872" sldId="337"/>
            <ac:picMk id="20" creationId="{FFE78E1D-72BB-A772-583B-2F493B84BAE7}"/>
          </ac:picMkLst>
        </pc:picChg>
        <pc:picChg chg="add del mod">
          <ac:chgData name="Pete Dowty" userId="91aba14b6835b0ae" providerId="LiveId" clId="{660F8803-2738-5EFD-95AE-06E7480F19FB}" dt="2026-08-09T15:02:39.230" v="5349" actId="478"/>
          <ac:picMkLst>
            <pc:docMk/>
            <pc:sldMk cId="2187319872" sldId="337"/>
            <ac:picMk id="22" creationId="{C2C2C7B3-F3DF-3310-C7E3-ED2681B2A836}"/>
          </ac:picMkLst>
        </pc:picChg>
        <pc:picChg chg="add mod">
          <ac:chgData name="Pete Dowty" userId="91aba14b6835b0ae" providerId="LiveId" clId="{660F8803-2738-5EFD-95AE-06E7480F19FB}" dt="2026-08-09T13:52:18.768" v="5280" actId="1076"/>
          <ac:picMkLst>
            <pc:docMk/>
            <pc:sldMk cId="2187319872" sldId="337"/>
            <ac:picMk id="23" creationId="{024F0DE4-82C7-EC38-7916-F92314512022}"/>
          </ac:picMkLst>
        </pc:picChg>
        <pc:picChg chg="mod topLvl">
          <ac:chgData name="Pete Dowty" userId="91aba14b6835b0ae" providerId="LiveId" clId="{660F8803-2738-5EFD-95AE-06E7480F19FB}" dt="2026-08-09T15:04:38.561" v="5368" actId="1076"/>
          <ac:picMkLst>
            <pc:docMk/>
            <pc:sldMk cId="2187319872" sldId="337"/>
            <ac:picMk id="41" creationId="{AD64B66C-2E30-7275-D100-1817FBEAE83F}"/>
          </ac:picMkLst>
        </pc:picChg>
        <pc:cxnChg chg="add mod">
          <ac:chgData name="Pete Dowty" userId="91aba14b6835b0ae" providerId="LiveId" clId="{660F8803-2738-5EFD-95AE-06E7480F19FB}" dt="2026-08-08T16:00:44.681" v="5252" actId="552"/>
          <ac:cxnSpMkLst>
            <pc:docMk/>
            <pc:sldMk cId="2187319872" sldId="337"/>
            <ac:cxnSpMk id="5" creationId="{ADC614D6-3FD7-7E0A-6D45-C518B5EE4F9D}"/>
          </ac:cxnSpMkLst>
        </pc:cxnChg>
        <pc:cxnChg chg="add mod">
          <ac:chgData name="Pete Dowty" userId="91aba14b6835b0ae" providerId="LiveId" clId="{660F8803-2738-5EFD-95AE-06E7480F19FB}" dt="2026-08-08T16:00:48.216" v="5253" actId="465"/>
          <ac:cxnSpMkLst>
            <pc:docMk/>
            <pc:sldMk cId="2187319872" sldId="337"/>
            <ac:cxnSpMk id="6" creationId="{40AB6906-168D-31D9-2610-7D6B456D22F9}"/>
          </ac:cxnSpMkLst>
        </pc:cxnChg>
        <pc:cxnChg chg="add mod">
          <ac:chgData name="Pete Dowty" userId="91aba14b6835b0ae" providerId="LiveId" clId="{660F8803-2738-5EFD-95AE-06E7480F19FB}" dt="2026-08-08T16:00:48.216" v="5253" actId="465"/>
          <ac:cxnSpMkLst>
            <pc:docMk/>
            <pc:sldMk cId="2187319872" sldId="337"/>
            <ac:cxnSpMk id="7" creationId="{A1532984-FCF1-856F-365B-F3D5B445CD06}"/>
          </ac:cxnSpMkLst>
        </pc:cxnChg>
        <pc:cxnChg chg="add mod">
          <ac:chgData name="Pete Dowty" userId="91aba14b6835b0ae" providerId="LiveId" clId="{660F8803-2738-5EFD-95AE-06E7480F19FB}" dt="2026-08-08T16:00:48.216" v="5253" actId="465"/>
          <ac:cxnSpMkLst>
            <pc:docMk/>
            <pc:sldMk cId="2187319872" sldId="337"/>
            <ac:cxnSpMk id="8" creationId="{3DA357E3-9A30-C58A-5CA1-9816F3771FF1}"/>
          </ac:cxnSpMkLst>
        </pc:cxnChg>
        <pc:cxnChg chg="add mod">
          <ac:chgData name="Pete Dowty" userId="91aba14b6835b0ae" providerId="LiveId" clId="{660F8803-2738-5EFD-95AE-06E7480F19FB}" dt="2026-08-08T16:00:44.681" v="5252" actId="552"/>
          <ac:cxnSpMkLst>
            <pc:docMk/>
            <pc:sldMk cId="2187319872" sldId="337"/>
            <ac:cxnSpMk id="10" creationId="{8AF56BDD-D93E-A58C-E557-FD4B8A3DB8C3}"/>
          </ac:cxnSpMkLst>
        </pc:cxnChg>
        <pc:cxnChg chg="mod">
          <ac:chgData name="Pete Dowty" userId="91aba14b6835b0ae" providerId="LiveId" clId="{660F8803-2738-5EFD-95AE-06E7480F19FB}" dt="2026-08-08T16:00:55.790" v="5255"/>
          <ac:cxnSpMkLst>
            <pc:docMk/>
            <pc:sldMk cId="2187319872" sldId="337"/>
            <ac:cxnSpMk id="13" creationId="{E6318AB0-100B-F2AC-9C87-0E0040EC363E}"/>
          </ac:cxnSpMkLst>
        </pc:cxnChg>
        <pc:cxnChg chg="mod">
          <ac:chgData name="Pete Dowty" userId="91aba14b6835b0ae" providerId="LiveId" clId="{660F8803-2738-5EFD-95AE-06E7480F19FB}" dt="2026-08-08T16:00:55.790" v="5255"/>
          <ac:cxnSpMkLst>
            <pc:docMk/>
            <pc:sldMk cId="2187319872" sldId="337"/>
            <ac:cxnSpMk id="14" creationId="{0A97FD62-3319-D1AB-2838-28FE02D9192F}"/>
          </ac:cxnSpMkLst>
        </pc:cxnChg>
        <pc:cxnChg chg="mod">
          <ac:chgData name="Pete Dowty" userId="91aba14b6835b0ae" providerId="LiveId" clId="{660F8803-2738-5EFD-95AE-06E7480F19FB}" dt="2026-08-08T16:00:55.790" v="5255"/>
          <ac:cxnSpMkLst>
            <pc:docMk/>
            <pc:sldMk cId="2187319872" sldId="337"/>
            <ac:cxnSpMk id="15" creationId="{A1FB25FD-1340-A5EE-552B-9E9CA58FCE40}"/>
          </ac:cxnSpMkLst>
        </pc:cxnChg>
        <pc:cxnChg chg="mod">
          <ac:chgData name="Pete Dowty" userId="91aba14b6835b0ae" providerId="LiveId" clId="{660F8803-2738-5EFD-95AE-06E7480F19FB}" dt="2026-08-08T16:00:55.790" v="5255"/>
          <ac:cxnSpMkLst>
            <pc:docMk/>
            <pc:sldMk cId="2187319872" sldId="337"/>
            <ac:cxnSpMk id="16" creationId="{D01D05FC-7EF5-F17A-CD8F-C496A2A5B847}"/>
          </ac:cxnSpMkLst>
        </pc:cxnChg>
        <pc:cxnChg chg="mod">
          <ac:chgData name="Pete Dowty" userId="91aba14b6835b0ae" providerId="LiveId" clId="{660F8803-2738-5EFD-95AE-06E7480F19FB}" dt="2026-08-08T16:00:55.790" v="5255"/>
          <ac:cxnSpMkLst>
            <pc:docMk/>
            <pc:sldMk cId="2187319872" sldId="337"/>
            <ac:cxnSpMk id="17" creationId="{67DA30FC-9DF9-0575-2C5B-741C4289F19F}"/>
          </ac:cxnSpMkLst>
        </pc:cxnChg>
        <pc:cxnChg chg="add mod">
          <ac:chgData name="Pete Dowty" userId="91aba14b6835b0ae" providerId="LiveId" clId="{660F8803-2738-5EFD-95AE-06E7480F19FB}" dt="2026-08-09T13:57:12.781" v="5297" actId="554"/>
          <ac:cxnSpMkLst>
            <pc:docMk/>
            <pc:sldMk cId="2187319872" sldId="337"/>
            <ac:cxnSpMk id="28" creationId="{698267A3-244F-F5A4-11D3-69C5776B2AA2}"/>
          </ac:cxnSpMkLst>
        </pc:cxnChg>
        <pc:cxnChg chg="add mod">
          <ac:chgData name="Pete Dowty" userId="91aba14b6835b0ae" providerId="LiveId" clId="{660F8803-2738-5EFD-95AE-06E7480F19FB}" dt="2026-08-09T13:57:16.881" v="5298" actId="408"/>
          <ac:cxnSpMkLst>
            <pc:docMk/>
            <pc:sldMk cId="2187319872" sldId="337"/>
            <ac:cxnSpMk id="29" creationId="{2DE4176E-C5D9-3DB6-A68B-9A0F9E377A4C}"/>
          </ac:cxnSpMkLst>
        </pc:cxnChg>
        <pc:cxnChg chg="add mod">
          <ac:chgData name="Pete Dowty" userId="91aba14b6835b0ae" providerId="LiveId" clId="{660F8803-2738-5EFD-95AE-06E7480F19FB}" dt="2026-08-09T13:57:16.881" v="5298" actId="408"/>
          <ac:cxnSpMkLst>
            <pc:docMk/>
            <pc:sldMk cId="2187319872" sldId="337"/>
            <ac:cxnSpMk id="30" creationId="{3AA60AEE-33BC-1530-157B-C485500964A1}"/>
          </ac:cxnSpMkLst>
        </pc:cxnChg>
        <pc:cxnChg chg="add mod">
          <ac:chgData name="Pete Dowty" userId="91aba14b6835b0ae" providerId="LiveId" clId="{660F8803-2738-5EFD-95AE-06E7480F19FB}" dt="2026-08-09T13:57:16.881" v="5298" actId="408"/>
          <ac:cxnSpMkLst>
            <pc:docMk/>
            <pc:sldMk cId="2187319872" sldId="337"/>
            <ac:cxnSpMk id="31" creationId="{68345CD0-75D6-27FA-4623-150FF2FF8A4D}"/>
          </ac:cxnSpMkLst>
        </pc:cxnChg>
        <pc:cxnChg chg="add mod">
          <ac:chgData name="Pete Dowty" userId="91aba14b6835b0ae" providerId="LiveId" clId="{660F8803-2738-5EFD-95AE-06E7480F19FB}" dt="2026-08-09T13:57:12.781" v="5297" actId="554"/>
          <ac:cxnSpMkLst>
            <pc:docMk/>
            <pc:sldMk cId="2187319872" sldId="337"/>
            <ac:cxnSpMk id="32" creationId="{343264FA-5AF1-879E-EA89-7DF9D019E36E}"/>
          </ac:cxnSpMkLst>
        </pc:cxnChg>
      </pc:sldChg>
      <pc:sldChg chg="addSp delSp modSp new mod">
        <pc:chgData name="Pete Dowty" userId="91aba14b6835b0ae" providerId="LiveId" clId="{660F8803-2738-5EFD-95AE-06E7480F19FB}" dt="2026-08-09T15:54:33.662" v="5714" actId="208"/>
        <pc:sldMkLst>
          <pc:docMk/>
          <pc:sldMk cId="596241064" sldId="338"/>
        </pc:sldMkLst>
        <pc:spChg chg="add mod">
          <ac:chgData name="Pete Dowty" userId="91aba14b6835b0ae" providerId="LiveId" clId="{660F8803-2738-5EFD-95AE-06E7480F19FB}" dt="2026-08-09T15:23:12.099" v="5517" actId="207"/>
          <ac:spMkLst>
            <pc:docMk/>
            <pc:sldMk cId="596241064" sldId="338"/>
            <ac:spMk id="2" creationId="{8644881F-C1ED-9FC6-4367-A925F3C613E7}"/>
          </ac:spMkLst>
        </pc:spChg>
        <pc:spChg chg="add mod">
          <ac:chgData name="Pete Dowty" userId="91aba14b6835b0ae" providerId="LiveId" clId="{660F8803-2738-5EFD-95AE-06E7480F19FB}" dt="2026-08-09T15:23:12.099" v="5517" actId="207"/>
          <ac:spMkLst>
            <pc:docMk/>
            <pc:sldMk cId="596241064" sldId="338"/>
            <ac:spMk id="3" creationId="{708E5B5B-550F-C2DA-4A04-4B83E03956E3}"/>
          </ac:spMkLst>
        </pc:spChg>
        <pc:spChg chg="add mod">
          <ac:chgData name="Pete Dowty" userId="91aba14b6835b0ae" providerId="LiveId" clId="{660F8803-2738-5EFD-95AE-06E7480F19FB}" dt="2026-08-09T15:51:33.924" v="5704" actId="13822"/>
          <ac:spMkLst>
            <pc:docMk/>
            <pc:sldMk cId="596241064" sldId="338"/>
            <ac:spMk id="6" creationId="{BD71BD08-FC46-D311-1D22-A638B4CD70DB}"/>
          </ac:spMkLst>
        </pc:spChg>
        <pc:spChg chg="add mod">
          <ac:chgData name="Pete Dowty" userId="91aba14b6835b0ae" providerId="LiveId" clId="{660F8803-2738-5EFD-95AE-06E7480F19FB}" dt="2026-08-09T15:51:33.924" v="5704" actId="13822"/>
          <ac:spMkLst>
            <pc:docMk/>
            <pc:sldMk cId="596241064" sldId="338"/>
            <ac:spMk id="7" creationId="{BA8D85C8-F443-EC89-1265-FD3082CB0B0D}"/>
          </ac:spMkLst>
        </pc:spChg>
        <pc:spChg chg="add mod">
          <ac:chgData name="Pete Dowty" userId="91aba14b6835b0ae" providerId="LiveId" clId="{660F8803-2738-5EFD-95AE-06E7480F19FB}" dt="2026-08-09T15:26:37.082" v="5519" actId="692"/>
          <ac:spMkLst>
            <pc:docMk/>
            <pc:sldMk cId="596241064" sldId="338"/>
            <ac:spMk id="8" creationId="{A8296AC9-BB34-EEFD-E3B2-540E5D29062E}"/>
          </ac:spMkLst>
        </pc:spChg>
        <pc:spChg chg="add mod">
          <ac:chgData name="Pete Dowty" userId="91aba14b6835b0ae" providerId="LiveId" clId="{660F8803-2738-5EFD-95AE-06E7480F19FB}" dt="2026-08-09T15:26:37.082" v="5519" actId="692"/>
          <ac:spMkLst>
            <pc:docMk/>
            <pc:sldMk cId="596241064" sldId="338"/>
            <ac:spMk id="9" creationId="{C302E816-2173-182E-66C8-EE6A447DF21D}"/>
          </ac:spMkLst>
        </pc:spChg>
        <pc:spChg chg="add mod">
          <ac:chgData name="Pete Dowty" userId="91aba14b6835b0ae" providerId="LiveId" clId="{660F8803-2738-5EFD-95AE-06E7480F19FB}" dt="2026-08-09T15:26:37.082" v="5519" actId="692"/>
          <ac:spMkLst>
            <pc:docMk/>
            <pc:sldMk cId="596241064" sldId="338"/>
            <ac:spMk id="10" creationId="{83976A62-1C39-F45B-7BFF-46D9B9EE5FD4}"/>
          </ac:spMkLst>
        </pc:spChg>
        <pc:spChg chg="add del mod">
          <ac:chgData name="Pete Dowty" userId="91aba14b6835b0ae" providerId="LiveId" clId="{660F8803-2738-5EFD-95AE-06E7480F19FB}" dt="2026-08-09T15:42:09.016" v="5627" actId="478"/>
          <ac:spMkLst>
            <pc:docMk/>
            <pc:sldMk cId="596241064" sldId="338"/>
            <ac:spMk id="11" creationId="{57BF8D53-448A-DA33-6111-FC4689FE2588}"/>
          </ac:spMkLst>
        </pc:spChg>
        <pc:spChg chg="add del mod">
          <ac:chgData name="Pete Dowty" userId="91aba14b6835b0ae" providerId="LiveId" clId="{660F8803-2738-5EFD-95AE-06E7480F19FB}" dt="2026-08-09T15:42:09.016" v="5627" actId="478"/>
          <ac:spMkLst>
            <pc:docMk/>
            <pc:sldMk cId="596241064" sldId="338"/>
            <ac:spMk id="12" creationId="{1E04C7DB-E457-B658-2FE3-50B3FE2DB311}"/>
          </ac:spMkLst>
        </pc:spChg>
        <pc:spChg chg="add del mod">
          <ac:chgData name="Pete Dowty" userId="91aba14b6835b0ae" providerId="LiveId" clId="{660F8803-2738-5EFD-95AE-06E7480F19FB}" dt="2026-08-09T15:42:09.016" v="5627" actId="478"/>
          <ac:spMkLst>
            <pc:docMk/>
            <pc:sldMk cId="596241064" sldId="338"/>
            <ac:spMk id="13" creationId="{AC36B955-75FF-0283-3D77-BCEE43234F68}"/>
          </ac:spMkLst>
        </pc:spChg>
        <pc:spChg chg="add del mod">
          <ac:chgData name="Pete Dowty" userId="91aba14b6835b0ae" providerId="LiveId" clId="{660F8803-2738-5EFD-95AE-06E7480F19FB}" dt="2026-08-09T15:33:56.335" v="5575" actId="478"/>
          <ac:spMkLst>
            <pc:docMk/>
            <pc:sldMk cId="596241064" sldId="338"/>
            <ac:spMk id="20" creationId="{A17BE98A-35B5-51F4-B7EE-59BD899B9126}"/>
          </ac:spMkLst>
        </pc:spChg>
        <pc:spChg chg="add mod">
          <ac:chgData name="Pete Dowty" userId="91aba14b6835b0ae" providerId="LiveId" clId="{660F8803-2738-5EFD-95AE-06E7480F19FB}" dt="2026-08-09T15:47:13.914" v="5631" actId="1076"/>
          <ac:spMkLst>
            <pc:docMk/>
            <pc:sldMk cId="596241064" sldId="338"/>
            <ac:spMk id="21" creationId="{12BF3D80-DCEA-A892-D066-0414F7B308BB}"/>
          </ac:spMkLst>
        </pc:spChg>
        <pc:spChg chg="add mod">
          <ac:chgData name="Pete Dowty" userId="91aba14b6835b0ae" providerId="LiveId" clId="{660F8803-2738-5EFD-95AE-06E7480F19FB}" dt="2026-08-09T15:47:13.914" v="5631" actId="1076"/>
          <ac:spMkLst>
            <pc:docMk/>
            <pc:sldMk cId="596241064" sldId="338"/>
            <ac:spMk id="22" creationId="{EF77302F-463C-D8A1-AF65-A973CB8EAD73}"/>
          </ac:spMkLst>
        </pc:spChg>
        <pc:spChg chg="add mod">
          <ac:chgData name="Pete Dowty" userId="91aba14b6835b0ae" providerId="LiveId" clId="{660F8803-2738-5EFD-95AE-06E7480F19FB}" dt="2026-08-09T15:47:13.914" v="5631" actId="1076"/>
          <ac:spMkLst>
            <pc:docMk/>
            <pc:sldMk cId="596241064" sldId="338"/>
            <ac:spMk id="23" creationId="{8314C85B-945C-E861-2BC5-A1885CF5ED79}"/>
          </ac:spMkLst>
        </pc:spChg>
        <pc:spChg chg="add mod">
          <ac:chgData name="Pete Dowty" userId="91aba14b6835b0ae" providerId="LiveId" clId="{660F8803-2738-5EFD-95AE-06E7480F19FB}" dt="2026-08-09T15:50:23.693" v="5702" actId="20577"/>
          <ac:spMkLst>
            <pc:docMk/>
            <pc:sldMk cId="596241064" sldId="338"/>
            <ac:spMk id="24" creationId="{035CBC25-499B-7D85-CBE0-FBCBCA1697EC}"/>
          </ac:spMkLst>
        </pc:spChg>
        <pc:spChg chg="add mod">
          <ac:chgData name="Pete Dowty" userId="91aba14b6835b0ae" providerId="LiveId" clId="{660F8803-2738-5EFD-95AE-06E7480F19FB}" dt="2026-08-09T15:54:33.662" v="5714" actId="208"/>
          <ac:spMkLst>
            <pc:docMk/>
            <pc:sldMk cId="596241064" sldId="338"/>
            <ac:spMk id="25" creationId="{ACD7BB25-0652-2ECD-79C2-5E1D315266DC}"/>
          </ac:spMkLst>
        </pc:spChg>
        <pc:spChg chg="add mod">
          <ac:chgData name="Pete Dowty" userId="91aba14b6835b0ae" providerId="LiveId" clId="{660F8803-2738-5EFD-95AE-06E7480F19FB}" dt="2026-08-09T15:54:33.662" v="5714" actId="208"/>
          <ac:spMkLst>
            <pc:docMk/>
            <pc:sldMk cId="596241064" sldId="338"/>
            <ac:spMk id="26" creationId="{4458D86A-48AB-CFE9-95E7-8FAE43E60475}"/>
          </ac:spMkLst>
        </pc:spChg>
        <pc:cxnChg chg="add del mod">
          <ac:chgData name="Pete Dowty" userId="91aba14b6835b0ae" providerId="LiveId" clId="{660F8803-2738-5EFD-95AE-06E7480F19FB}" dt="2026-08-09T15:07:53.790" v="5473" actId="478"/>
          <ac:cxnSpMkLst>
            <pc:docMk/>
            <pc:sldMk cId="596241064" sldId="338"/>
            <ac:cxnSpMk id="5" creationId="{3E834D11-9D6F-B2E7-A2CC-4DB64F118292}"/>
          </ac:cxnSpMkLst>
        </pc:cxnChg>
        <pc:cxnChg chg="add del mod">
          <ac:chgData name="Pete Dowty" userId="91aba14b6835b0ae" providerId="LiveId" clId="{660F8803-2738-5EFD-95AE-06E7480F19FB}" dt="2026-08-09T15:42:09.016" v="5627" actId="478"/>
          <ac:cxnSpMkLst>
            <pc:docMk/>
            <pc:sldMk cId="596241064" sldId="338"/>
            <ac:cxnSpMk id="15" creationId="{8E78F271-5D51-5DB6-7DB2-99301CDB99C3}"/>
          </ac:cxnSpMkLst>
        </pc:cxnChg>
        <pc:cxnChg chg="add del mod">
          <ac:chgData name="Pete Dowty" userId="91aba14b6835b0ae" providerId="LiveId" clId="{660F8803-2738-5EFD-95AE-06E7480F19FB}" dt="2026-08-09T15:42:09.016" v="5627" actId="478"/>
          <ac:cxnSpMkLst>
            <pc:docMk/>
            <pc:sldMk cId="596241064" sldId="338"/>
            <ac:cxnSpMk id="17" creationId="{AD299567-2836-DDF7-80C3-61168440D7E1}"/>
          </ac:cxnSpMkLst>
        </pc:cxnChg>
        <pc:cxnChg chg="add mod">
          <ac:chgData name="Pete Dowty" userId="91aba14b6835b0ae" providerId="LiveId" clId="{660F8803-2738-5EFD-95AE-06E7480F19FB}" dt="2026-08-09T15:54:33.662" v="5714" actId="208"/>
          <ac:cxnSpMkLst>
            <pc:docMk/>
            <pc:sldMk cId="596241064" sldId="338"/>
            <ac:cxnSpMk id="28" creationId="{5B8B6D10-622E-220E-561F-F9C5EE1770B6}"/>
          </ac:cxnSpMkLst>
        </pc:cxnChg>
        <pc:cxnChg chg="add mod">
          <ac:chgData name="Pete Dowty" userId="91aba14b6835b0ae" providerId="LiveId" clId="{660F8803-2738-5EFD-95AE-06E7480F19FB}" dt="2026-08-09T15:54:33.662" v="5714" actId="208"/>
          <ac:cxnSpMkLst>
            <pc:docMk/>
            <pc:sldMk cId="596241064" sldId="338"/>
            <ac:cxnSpMk id="30" creationId="{571FAF04-2C9C-BA75-C39B-567666F3C9BB}"/>
          </ac:cxnSpMkLst>
        </pc:cxnChg>
      </pc:sldChg>
      <pc:sldChg chg="addSp delSp modSp add mod">
        <pc:chgData name="Pete Dowty" userId="91aba14b6835b0ae" providerId="LiveId" clId="{660F8803-2738-5EFD-95AE-06E7480F19FB}" dt="2026-08-09T17:06:06.080" v="6107" actId="20577"/>
        <pc:sldMkLst>
          <pc:docMk/>
          <pc:sldMk cId="609132950" sldId="339"/>
        </pc:sldMkLst>
        <pc:spChg chg="del">
          <ac:chgData name="Pete Dowty" userId="91aba14b6835b0ae" providerId="LiveId" clId="{660F8803-2738-5EFD-95AE-06E7480F19FB}" dt="2026-08-09T16:02:29.064" v="5716" actId="478"/>
          <ac:spMkLst>
            <pc:docMk/>
            <pc:sldMk cId="609132950" sldId="339"/>
            <ac:spMk id="2" creationId="{1DD71670-6D56-7C0C-2312-1DF26B92513A}"/>
          </ac:spMkLst>
        </pc:spChg>
        <pc:spChg chg="del">
          <ac:chgData name="Pete Dowty" userId="91aba14b6835b0ae" providerId="LiveId" clId="{660F8803-2738-5EFD-95AE-06E7480F19FB}" dt="2026-08-09T16:02:29.064" v="5716" actId="478"/>
          <ac:spMkLst>
            <pc:docMk/>
            <pc:sldMk cId="609132950" sldId="339"/>
            <ac:spMk id="3" creationId="{3305256A-8E4C-24D2-E13A-D20A9DA0E58E}"/>
          </ac:spMkLst>
        </pc:spChg>
        <pc:spChg chg="add mod">
          <ac:chgData name="Pete Dowty" userId="91aba14b6835b0ae" providerId="LiveId" clId="{660F8803-2738-5EFD-95AE-06E7480F19FB}" dt="2026-08-09T17:06:06.080" v="6107" actId="20577"/>
          <ac:spMkLst>
            <pc:docMk/>
            <pc:sldMk cId="609132950" sldId="339"/>
            <ac:spMk id="4" creationId="{7CFDA4C9-8801-68F4-CCD1-6553F29BD93F}"/>
          </ac:spMkLst>
        </pc:spChg>
        <pc:spChg chg="add del mod">
          <ac:chgData name="Pete Dowty" userId="91aba14b6835b0ae" providerId="LiveId" clId="{660F8803-2738-5EFD-95AE-06E7480F19FB}" dt="2026-08-09T16:05:36.353" v="5764" actId="478"/>
          <ac:spMkLst>
            <pc:docMk/>
            <pc:sldMk cId="609132950" sldId="339"/>
            <ac:spMk id="5" creationId="{D9F8D1E0-7901-0EAD-F71A-C4470EF4C544}"/>
          </ac:spMkLst>
        </pc:spChg>
        <pc:spChg chg="del">
          <ac:chgData name="Pete Dowty" userId="91aba14b6835b0ae" providerId="LiveId" clId="{660F8803-2738-5EFD-95AE-06E7480F19FB}" dt="2026-08-09T16:02:29.064" v="5716" actId="478"/>
          <ac:spMkLst>
            <pc:docMk/>
            <pc:sldMk cId="609132950" sldId="339"/>
            <ac:spMk id="6" creationId="{33CF4322-49A2-C5D2-7814-682A7D643659}"/>
          </ac:spMkLst>
        </pc:spChg>
        <pc:spChg chg="del">
          <ac:chgData name="Pete Dowty" userId="91aba14b6835b0ae" providerId="LiveId" clId="{660F8803-2738-5EFD-95AE-06E7480F19FB}" dt="2026-08-09T16:02:29.064" v="5716" actId="478"/>
          <ac:spMkLst>
            <pc:docMk/>
            <pc:sldMk cId="609132950" sldId="339"/>
            <ac:spMk id="7" creationId="{88419AE8-E54E-E719-E103-22EBBEE45BFD}"/>
          </ac:spMkLst>
        </pc:spChg>
        <pc:spChg chg="del">
          <ac:chgData name="Pete Dowty" userId="91aba14b6835b0ae" providerId="LiveId" clId="{660F8803-2738-5EFD-95AE-06E7480F19FB}" dt="2026-08-09T16:02:29.064" v="5716" actId="478"/>
          <ac:spMkLst>
            <pc:docMk/>
            <pc:sldMk cId="609132950" sldId="339"/>
            <ac:spMk id="8" creationId="{1FC0D3A0-6060-D115-63BB-26E235937ABA}"/>
          </ac:spMkLst>
        </pc:spChg>
        <pc:spChg chg="del">
          <ac:chgData name="Pete Dowty" userId="91aba14b6835b0ae" providerId="LiveId" clId="{660F8803-2738-5EFD-95AE-06E7480F19FB}" dt="2026-08-09T16:02:29.064" v="5716" actId="478"/>
          <ac:spMkLst>
            <pc:docMk/>
            <pc:sldMk cId="609132950" sldId="339"/>
            <ac:spMk id="9" creationId="{9442BBB1-8B4E-DD7D-A801-C4BA4F006923}"/>
          </ac:spMkLst>
        </pc:spChg>
        <pc:spChg chg="del">
          <ac:chgData name="Pete Dowty" userId="91aba14b6835b0ae" providerId="LiveId" clId="{660F8803-2738-5EFD-95AE-06E7480F19FB}" dt="2026-08-09T16:02:29.064" v="5716" actId="478"/>
          <ac:spMkLst>
            <pc:docMk/>
            <pc:sldMk cId="609132950" sldId="339"/>
            <ac:spMk id="10" creationId="{A25F99DC-D752-64CB-3802-C25395BBE082}"/>
          </ac:spMkLst>
        </pc:spChg>
        <pc:spChg chg="add mod">
          <ac:chgData name="Pete Dowty" userId="91aba14b6835b0ae" providerId="LiveId" clId="{660F8803-2738-5EFD-95AE-06E7480F19FB}" dt="2026-08-09T16:15:58.185" v="6008" actId="1076"/>
          <ac:spMkLst>
            <pc:docMk/>
            <pc:sldMk cId="609132950" sldId="339"/>
            <ac:spMk id="11" creationId="{17C56A05-7A9C-5FF9-D3E6-9DF0E7A63B6D}"/>
          </ac:spMkLst>
        </pc:spChg>
        <pc:spChg chg="add mod">
          <ac:chgData name="Pete Dowty" userId="91aba14b6835b0ae" providerId="LiveId" clId="{660F8803-2738-5EFD-95AE-06E7480F19FB}" dt="2026-08-09T16:15:52.533" v="6007" actId="1076"/>
          <ac:spMkLst>
            <pc:docMk/>
            <pc:sldMk cId="609132950" sldId="339"/>
            <ac:spMk id="12" creationId="{097A0951-22C6-5274-8BFC-D24C8F14700A}"/>
          </ac:spMkLst>
        </pc:spChg>
        <pc:spChg chg="add mod">
          <ac:chgData name="Pete Dowty" userId="91aba14b6835b0ae" providerId="LiveId" clId="{660F8803-2738-5EFD-95AE-06E7480F19FB}" dt="2026-08-09T16:15:58.185" v="6008" actId="1076"/>
          <ac:spMkLst>
            <pc:docMk/>
            <pc:sldMk cId="609132950" sldId="339"/>
            <ac:spMk id="13" creationId="{DFA75256-69FC-D505-3104-F1E9CBEDE5BB}"/>
          </ac:spMkLst>
        </pc:spChg>
        <pc:spChg chg="add mod">
          <ac:chgData name="Pete Dowty" userId="91aba14b6835b0ae" providerId="LiveId" clId="{660F8803-2738-5EFD-95AE-06E7480F19FB}" dt="2026-08-09T16:15:52.533" v="6007" actId="1076"/>
          <ac:spMkLst>
            <pc:docMk/>
            <pc:sldMk cId="609132950" sldId="339"/>
            <ac:spMk id="14" creationId="{994E19BD-27C6-6902-7BBA-1748714E8087}"/>
          </ac:spMkLst>
        </pc:spChg>
        <pc:spChg chg="add mod">
          <ac:chgData name="Pete Dowty" userId="91aba14b6835b0ae" providerId="LiveId" clId="{660F8803-2738-5EFD-95AE-06E7480F19FB}" dt="2026-08-09T16:15:52.533" v="6007" actId="1076"/>
          <ac:spMkLst>
            <pc:docMk/>
            <pc:sldMk cId="609132950" sldId="339"/>
            <ac:spMk id="15" creationId="{B533AEF0-66E1-6983-E318-B7510BA6B578}"/>
          </ac:spMkLst>
        </pc:spChg>
        <pc:spChg chg="add mod">
          <ac:chgData name="Pete Dowty" userId="91aba14b6835b0ae" providerId="LiveId" clId="{660F8803-2738-5EFD-95AE-06E7480F19FB}" dt="2026-08-09T16:55:59.304" v="6056" actId="1076"/>
          <ac:spMkLst>
            <pc:docMk/>
            <pc:sldMk cId="609132950" sldId="339"/>
            <ac:spMk id="16" creationId="{0746D8E3-1652-5F2F-D849-7AECDA3B207A}"/>
          </ac:spMkLst>
        </pc:spChg>
        <pc:spChg chg="add mod">
          <ac:chgData name="Pete Dowty" userId="91aba14b6835b0ae" providerId="LiveId" clId="{660F8803-2738-5EFD-95AE-06E7480F19FB}" dt="2026-08-09T16:15:52.533" v="6007" actId="1076"/>
          <ac:spMkLst>
            <pc:docMk/>
            <pc:sldMk cId="609132950" sldId="339"/>
            <ac:spMk id="17" creationId="{84E5050C-DB6A-E7A7-4401-90E1E372E006}"/>
          </ac:spMkLst>
        </pc:spChg>
        <pc:spChg chg="add mod">
          <ac:chgData name="Pete Dowty" userId="91aba14b6835b0ae" providerId="LiveId" clId="{660F8803-2738-5EFD-95AE-06E7480F19FB}" dt="2026-08-09T16:15:52.533" v="6007" actId="1076"/>
          <ac:spMkLst>
            <pc:docMk/>
            <pc:sldMk cId="609132950" sldId="339"/>
            <ac:spMk id="18" creationId="{2ECECDB5-A5C9-3416-6EDC-AFFB14A07249}"/>
          </ac:spMkLst>
        </pc:spChg>
        <pc:spChg chg="add mod">
          <ac:chgData name="Pete Dowty" userId="91aba14b6835b0ae" providerId="LiveId" clId="{660F8803-2738-5EFD-95AE-06E7480F19FB}" dt="2026-08-09T16:16:39.855" v="6019" actId="20577"/>
          <ac:spMkLst>
            <pc:docMk/>
            <pc:sldMk cId="609132950" sldId="339"/>
            <ac:spMk id="19" creationId="{BD40863C-0640-4097-09B0-F733E327A5F2}"/>
          </ac:spMkLst>
        </pc:spChg>
        <pc:spChg chg="add mod">
          <ac:chgData name="Pete Dowty" userId="91aba14b6835b0ae" providerId="LiveId" clId="{660F8803-2738-5EFD-95AE-06E7480F19FB}" dt="2026-08-09T16:16:58.519" v="6021" actId="1076"/>
          <ac:spMkLst>
            <pc:docMk/>
            <pc:sldMk cId="609132950" sldId="339"/>
            <ac:spMk id="20" creationId="{AD583667-9007-8052-EC77-8F11E8AC8357}"/>
          </ac:spMkLst>
        </pc:spChg>
        <pc:spChg chg="mod">
          <ac:chgData name="Pete Dowty" userId="91aba14b6835b0ae" providerId="LiveId" clId="{660F8803-2738-5EFD-95AE-06E7480F19FB}" dt="2026-08-09T16:15:52.533" v="6007" actId="1076"/>
          <ac:spMkLst>
            <pc:docMk/>
            <pc:sldMk cId="609132950" sldId="339"/>
            <ac:spMk id="21" creationId="{C2250C06-0C38-0623-21C1-675716F429A7}"/>
          </ac:spMkLst>
        </pc:spChg>
        <pc:spChg chg="mod">
          <ac:chgData name="Pete Dowty" userId="91aba14b6835b0ae" providerId="LiveId" clId="{660F8803-2738-5EFD-95AE-06E7480F19FB}" dt="2026-08-09T16:15:52.533" v="6007" actId="1076"/>
          <ac:spMkLst>
            <pc:docMk/>
            <pc:sldMk cId="609132950" sldId="339"/>
            <ac:spMk id="22" creationId="{0274040D-ACEA-29D3-730A-684ADEF85A13}"/>
          </ac:spMkLst>
        </pc:spChg>
        <pc:spChg chg="mod">
          <ac:chgData name="Pete Dowty" userId="91aba14b6835b0ae" providerId="LiveId" clId="{660F8803-2738-5EFD-95AE-06E7480F19FB}" dt="2026-08-09T16:15:52.533" v="6007" actId="1076"/>
          <ac:spMkLst>
            <pc:docMk/>
            <pc:sldMk cId="609132950" sldId="339"/>
            <ac:spMk id="23" creationId="{727497E6-74A4-FFA3-3C36-821C1E39424E}"/>
          </ac:spMkLst>
        </pc:spChg>
        <pc:spChg chg="mod">
          <ac:chgData name="Pete Dowty" userId="91aba14b6835b0ae" providerId="LiveId" clId="{660F8803-2738-5EFD-95AE-06E7480F19FB}" dt="2026-08-09T16:15:58.185" v="6008" actId="1076"/>
          <ac:spMkLst>
            <pc:docMk/>
            <pc:sldMk cId="609132950" sldId="339"/>
            <ac:spMk id="24" creationId="{D826E8B6-FF10-9E83-368F-619C8FC9C760}"/>
          </ac:spMkLst>
        </pc:spChg>
        <pc:spChg chg="del">
          <ac:chgData name="Pete Dowty" userId="91aba14b6835b0ae" providerId="LiveId" clId="{660F8803-2738-5EFD-95AE-06E7480F19FB}" dt="2026-08-09T16:02:29.064" v="5716" actId="478"/>
          <ac:spMkLst>
            <pc:docMk/>
            <pc:sldMk cId="609132950" sldId="339"/>
            <ac:spMk id="25" creationId="{48B31980-4F38-45BC-93AF-3C8C63D9E4E0}"/>
          </ac:spMkLst>
        </pc:spChg>
        <pc:spChg chg="del">
          <ac:chgData name="Pete Dowty" userId="91aba14b6835b0ae" providerId="LiveId" clId="{660F8803-2738-5EFD-95AE-06E7480F19FB}" dt="2026-08-09T16:02:29.064" v="5716" actId="478"/>
          <ac:spMkLst>
            <pc:docMk/>
            <pc:sldMk cId="609132950" sldId="339"/>
            <ac:spMk id="26" creationId="{5928F69E-8F54-FEED-8907-471BDD8D255F}"/>
          </ac:spMkLst>
        </pc:spChg>
        <pc:spChg chg="add mod">
          <ac:chgData name="Pete Dowty" userId="91aba14b6835b0ae" providerId="LiveId" clId="{660F8803-2738-5EFD-95AE-06E7480F19FB}" dt="2026-08-09T16:17:16.218" v="6029" actId="20577"/>
          <ac:spMkLst>
            <pc:docMk/>
            <pc:sldMk cId="609132950" sldId="339"/>
            <ac:spMk id="27" creationId="{F52A5B9B-C585-B9E3-567E-C6F2D684018F}"/>
          </ac:spMkLst>
        </pc:spChg>
        <pc:spChg chg="add mod">
          <ac:chgData name="Pete Dowty" userId="91aba14b6835b0ae" providerId="LiveId" clId="{660F8803-2738-5EFD-95AE-06E7480F19FB}" dt="2026-08-09T16:56:02.311" v="6057" actId="1076"/>
          <ac:spMkLst>
            <pc:docMk/>
            <pc:sldMk cId="609132950" sldId="339"/>
            <ac:spMk id="29" creationId="{46774760-1C91-E5AF-7CB2-AA32B11B3DE1}"/>
          </ac:spMkLst>
        </pc:spChg>
        <pc:cxnChg chg="del">
          <ac:chgData name="Pete Dowty" userId="91aba14b6835b0ae" providerId="LiveId" clId="{660F8803-2738-5EFD-95AE-06E7480F19FB}" dt="2026-08-09T16:02:29.064" v="5716" actId="478"/>
          <ac:cxnSpMkLst>
            <pc:docMk/>
            <pc:sldMk cId="609132950" sldId="339"/>
            <ac:cxnSpMk id="28" creationId="{2FDE71A7-62E6-4453-8746-429E075A4330}"/>
          </ac:cxnSpMkLst>
        </pc:cxnChg>
      </pc:sldChg>
      <pc:sldChg chg="addSp modSp new mod">
        <pc:chgData name="Pete Dowty" userId="91aba14b6835b0ae" providerId="LiveId" clId="{660F8803-2738-5EFD-95AE-06E7480F19FB}" dt="2026-08-09T17:03:40.961" v="6103" actId="208"/>
        <pc:sldMkLst>
          <pc:docMk/>
          <pc:sldMk cId="3811273947" sldId="340"/>
        </pc:sldMkLst>
        <pc:spChg chg="add mod">
          <ac:chgData name="Pete Dowty" userId="91aba14b6835b0ae" providerId="LiveId" clId="{660F8803-2738-5EFD-95AE-06E7480F19FB}" dt="2026-08-09T16:59:16.310" v="6068" actId="207"/>
          <ac:spMkLst>
            <pc:docMk/>
            <pc:sldMk cId="3811273947" sldId="340"/>
            <ac:spMk id="2" creationId="{70A4C6C9-0263-8807-63D7-8D1572A026A5}"/>
          </ac:spMkLst>
        </pc:spChg>
        <pc:spChg chg="add mod">
          <ac:chgData name="Pete Dowty" userId="91aba14b6835b0ae" providerId="LiveId" clId="{660F8803-2738-5EFD-95AE-06E7480F19FB}" dt="2026-08-09T16:59:33.191" v="6071" actId="207"/>
          <ac:spMkLst>
            <pc:docMk/>
            <pc:sldMk cId="3811273947" sldId="340"/>
            <ac:spMk id="3" creationId="{2EA693FE-4744-190D-E307-0B4D9B7428C7}"/>
          </ac:spMkLst>
        </pc:spChg>
        <pc:spChg chg="add mod">
          <ac:chgData name="Pete Dowty" userId="91aba14b6835b0ae" providerId="LiveId" clId="{660F8803-2738-5EFD-95AE-06E7480F19FB}" dt="2026-08-09T16:59:25.432" v="6070" actId="1076"/>
          <ac:spMkLst>
            <pc:docMk/>
            <pc:sldMk cId="3811273947" sldId="340"/>
            <ac:spMk id="4" creationId="{CBC4DCA9-DBFE-E348-68FF-2DDDE108C853}"/>
          </ac:spMkLst>
        </pc:spChg>
        <pc:spChg chg="add mod">
          <ac:chgData name="Pete Dowty" userId="91aba14b6835b0ae" providerId="LiveId" clId="{660F8803-2738-5EFD-95AE-06E7480F19FB}" dt="2026-08-09T17:03:40.961" v="6103" actId="208"/>
          <ac:spMkLst>
            <pc:docMk/>
            <pc:sldMk cId="3811273947" sldId="340"/>
            <ac:spMk id="22" creationId="{1CECA6A3-2007-8BAA-BC3E-E45858B272E8}"/>
          </ac:spMkLst>
        </pc:spChg>
        <pc:picChg chg="add mod">
          <ac:chgData name="Pete Dowty" userId="91aba14b6835b0ae" providerId="LiveId" clId="{660F8803-2738-5EFD-95AE-06E7480F19FB}" dt="2026-08-09T17:00:12.662" v="6075" actId="1076"/>
          <ac:picMkLst>
            <pc:docMk/>
            <pc:sldMk cId="3811273947" sldId="340"/>
            <ac:picMk id="6" creationId="{14E44D94-CEC8-0CDA-8642-46EFAD197764}"/>
          </ac:picMkLst>
        </pc:picChg>
        <pc:picChg chg="add mod">
          <ac:chgData name="Pete Dowty" userId="91aba14b6835b0ae" providerId="LiveId" clId="{660F8803-2738-5EFD-95AE-06E7480F19FB}" dt="2026-08-09T17:01:18.692" v="6086" actId="1076"/>
          <ac:picMkLst>
            <pc:docMk/>
            <pc:sldMk cId="3811273947" sldId="340"/>
            <ac:picMk id="7" creationId="{02815124-EF53-754E-0D98-BC4AB9AE17A3}"/>
          </ac:picMkLst>
        </pc:picChg>
        <pc:picChg chg="add mod">
          <ac:chgData name="Pete Dowty" userId="91aba14b6835b0ae" providerId="LiveId" clId="{660F8803-2738-5EFD-95AE-06E7480F19FB}" dt="2026-08-09T17:01:43.172" v="6091" actId="1076"/>
          <ac:picMkLst>
            <pc:docMk/>
            <pc:sldMk cId="3811273947" sldId="340"/>
            <ac:picMk id="8" creationId="{A7B23CD9-7016-ED15-3C5F-FEB19AA146A3}"/>
          </ac:picMkLst>
        </pc:picChg>
        <pc:picChg chg="add mod">
          <ac:chgData name="Pete Dowty" userId="91aba14b6835b0ae" providerId="LiveId" clId="{660F8803-2738-5EFD-95AE-06E7480F19FB}" dt="2026-08-09T17:00:58.374" v="6083" actId="1076"/>
          <ac:picMkLst>
            <pc:docMk/>
            <pc:sldMk cId="3811273947" sldId="340"/>
            <ac:picMk id="9" creationId="{B79A98DB-F9D0-AA03-8AF7-D1573737234B}"/>
          </ac:picMkLst>
        </pc:picChg>
        <pc:picChg chg="add mod">
          <ac:chgData name="Pete Dowty" userId="91aba14b6835b0ae" providerId="LiveId" clId="{660F8803-2738-5EFD-95AE-06E7480F19FB}" dt="2026-08-09T17:02:04.341" v="6093" actId="1076"/>
          <ac:picMkLst>
            <pc:docMk/>
            <pc:sldMk cId="3811273947" sldId="340"/>
            <ac:picMk id="13" creationId="{DF3DA73C-C900-274C-0BD2-ADF18B201882}"/>
          </ac:picMkLst>
        </pc:picChg>
        <pc:cxnChg chg="add mod">
          <ac:chgData name="Pete Dowty" userId="91aba14b6835b0ae" providerId="LiveId" clId="{660F8803-2738-5EFD-95AE-06E7480F19FB}" dt="2026-08-09T17:01:31.302" v="6088" actId="11529"/>
          <ac:cxnSpMkLst>
            <pc:docMk/>
            <pc:sldMk cId="3811273947" sldId="340"/>
            <ac:cxnSpMk id="11" creationId="{22DEF787-5C94-6488-767A-84667BA075AD}"/>
          </ac:cxnSpMkLst>
        </pc:cxnChg>
        <pc:cxnChg chg="add mod">
          <ac:chgData name="Pete Dowty" userId="91aba14b6835b0ae" providerId="LiveId" clId="{660F8803-2738-5EFD-95AE-06E7480F19FB}" dt="2026-08-09T17:01:40.744" v="6090" actId="1076"/>
          <ac:cxnSpMkLst>
            <pc:docMk/>
            <pc:sldMk cId="3811273947" sldId="340"/>
            <ac:cxnSpMk id="12" creationId="{05A60A8F-4B34-0584-F478-329A79DBEE60}"/>
          </ac:cxnSpMkLst>
        </pc:cxnChg>
        <pc:cxnChg chg="add">
          <ac:chgData name="Pete Dowty" userId="91aba14b6835b0ae" providerId="LiveId" clId="{660F8803-2738-5EFD-95AE-06E7480F19FB}" dt="2026-08-09T17:02:33.327" v="6094" actId="11529"/>
          <ac:cxnSpMkLst>
            <pc:docMk/>
            <pc:sldMk cId="3811273947" sldId="340"/>
            <ac:cxnSpMk id="15" creationId="{0C0FC6EE-565F-CB65-7731-9F72AB99C91E}"/>
          </ac:cxnSpMkLst>
        </pc:cxnChg>
        <pc:cxnChg chg="add">
          <ac:chgData name="Pete Dowty" userId="91aba14b6835b0ae" providerId="LiveId" clId="{660F8803-2738-5EFD-95AE-06E7480F19FB}" dt="2026-08-09T17:02:45.931" v="6095" actId="11529"/>
          <ac:cxnSpMkLst>
            <pc:docMk/>
            <pc:sldMk cId="3811273947" sldId="340"/>
            <ac:cxnSpMk id="17" creationId="{6E1E93ED-6A9A-FD16-0D29-99F545282493}"/>
          </ac:cxnSpMkLst>
        </pc:cxnChg>
        <pc:cxnChg chg="add">
          <ac:chgData name="Pete Dowty" userId="91aba14b6835b0ae" providerId="LiveId" clId="{660F8803-2738-5EFD-95AE-06E7480F19FB}" dt="2026-08-09T17:02:50.743" v="6096" actId="11529"/>
          <ac:cxnSpMkLst>
            <pc:docMk/>
            <pc:sldMk cId="3811273947" sldId="340"/>
            <ac:cxnSpMk id="19" creationId="{A32C159C-57EA-63D9-C523-2334CC8BFB21}"/>
          </ac:cxnSpMkLst>
        </pc:cxnChg>
        <pc:cxnChg chg="add">
          <ac:chgData name="Pete Dowty" userId="91aba14b6835b0ae" providerId="LiveId" clId="{660F8803-2738-5EFD-95AE-06E7480F19FB}" dt="2026-08-09T17:03:00.184" v="6097" actId="11529"/>
          <ac:cxnSpMkLst>
            <pc:docMk/>
            <pc:sldMk cId="3811273947" sldId="340"/>
            <ac:cxnSpMk id="21" creationId="{95A7B837-EDE6-682D-08BE-196BED0A7D32}"/>
          </ac:cxnSpMkLst>
        </pc:cxnChg>
      </pc:sldChg>
      <pc:sldChg chg="addSp modSp new mod">
        <pc:chgData name="Pete Dowty" userId="91aba14b6835b0ae" providerId="LiveId" clId="{660F8803-2738-5EFD-95AE-06E7480F19FB}" dt="2026-08-09T17:07:17.869" v="6112" actId="1076"/>
        <pc:sldMkLst>
          <pc:docMk/>
          <pc:sldMk cId="845304931" sldId="341"/>
        </pc:sldMkLst>
        <pc:picChg chg="add mod">
          <ac:chgData name="Pete Dowty" userId="91aba14b6835b0ae" providerId="LiveId" clId="{660F8803-2738-5EFD-95AE-06E7480F19FB}" dt="2026-08-09T17:07:17.869" v="6112" actId="1076"/>
          <ac:picMkLst>
            <pc:docMk/>
            <pc:sldMk cId="845304931" sldId="341"/>
            <ac:picMk id="3" creationId="{A68D0321-335D-80DF-9E98-86FD70D41A68}"/>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2.231"/>
    </inkml:context>
    <inkml:brush xml:id="br0">
      <inkml:brushProperty name="width" value="0.06" units="cm"/>
      <inkml:brushProperty name="height" value="0.06" units="cm"/>
      <inkml:brushProperty name="color" value="#E71224"/>
    </inkml:brush>
  </inkml:definitions>
  <inkml:trace contextRef="#ctx0" brushRef="#br0">175 682 5947,'9'-8'1288,"7"6"0,-12-7-250,8 3 253,-9 4 115,5-14-968,-8 14 1,-2-5-200,-4 7 0,-3 7 0,-9 5-160,1 3 1,-1 9-1,-1-1 1,-2 0-113,-3 3 1,1-7-1,6 6 1,1-2-20,4 1 1,-1-1 0,7-6-1,2 1 4,2-1 0,2-5 0,2-2 1,4-2 50,6-5 1,5-1 0,4-2 0,5 0 93,1 0 1,-4 0 0,4 0 0,-2 0 129,-3 0 0,-3 0 0,-1 2-87,-1 4 1,-1-2 0,-5 8-216,-5 1 1,-6-3-1,-6 2 1,-5 1-12,-5 3 0,-3 1 0,-3 1 0,-1-1-830,2 1 1,-5-1 0,3-1 915,2-5 0,1 5 0,3-7 0</inkml:trace>
  <inkml:trace contextRef="#ctx0" brushRef="#br0" timeOffset="484">542 822 6623,'17'0'1119,"-7"0"-83,5 0 1,-13 2 519,4 3-1290,4-3 0,-1 6-147,9-8 1,-7 0 0,-1-2-221,-2-4 0,6 2 0,-5-7 0,3-1-235,0 2 1,-7-5 0,5 3-1,-2-3-44,-4-3 0,-2 1 361,-2-1 1,-2 9-1,-4 3 182,-6 4 1,-3 10 0,-3 3-1,1 5 81,-1 1 0,1 3 1,1 1-1,3 2-121,1-1 1,8-1 0,-4 0-1,3 3-293,-1-3 1,0 4 0,8-1 0,4-5-353,5-5 0,5-1 1,1-7-1,3-2-1350,3-2 1872,-4-2 0,14 0 0,-5 0 0</inkml:trace>
  <inkml:trace contextRef="#ctx0" brushRef="#br0" timeOffset="1034">943 909 7569,'10'-8'-49,"5"6"0,-11-6 617,8 8 1,-8 2-1,2 6-168,-4 10 1,-2-1 0,0 6 0,0-1-184,0 1 1,5 4 0,1 8 0,-2-2-163,-2-4 1,-2 4-1,0-4 1,0 4-22,0 2 0,0-8 0,0-3 0,0-5-143,0-1 0,0-1-367,0 0 1,-2-7 166,-4-4 0,4-12 0,-3-5 1,3-5-17,2-1 1,0-9-1,0-3 1,0-4-38,0-2 0,-6-7 1,0-5-1,2-3 362,2-3 0,2 1 0,0-1 0,2 1-43,4 0 0,-2 1 0,7 5 0,3 7 259,2 8 1,1 7-1,0 11 1,1 3 480,-1 2 0,1 5 0,-1 10 0,-1 9-302,-5 5 0,3 4 0,-8-1 0,-2 5-384,-2 4 1,-2-4 0,0-2 0,-2 0-283,-4 0 1,-2-3-1,-5 3 1,1-2-269,-2-4 0,-1-7 0,-1-2 1,3-1 538,1-1 0,0-2 0,-5-8 0</inkml:trace>
  <inkml:trace contextRef="#ctx0" brushRef="#br0" timeOffset="1585">1572 822 7026,'-6'-18'24,"0"1"0,-5 5 0,3 2 327,-2 3 1,4-1 0,-5 4-177,-3-2 0,-1-2 0,-3 4-61,1-1 1,5-1 0,0 6-1,1 2 85,1 4 0,-4-3 0,7 7 1,-1 0-62,0 0 0,0 1 1,5 7-1,-3-1-65,2 1 1,2-7 0,2 1 0,2 1-67,4 3 1,-2-4 0,7-3-233,3-1 0,1-2 1,3-6 104,-1 0 0,1 0 0,-3-2 0,-1-4 50,-3-5 1,-1-5 0,4-1 0,-5-1-45,-1 1 0,-2-1 1,-4 1 268,4-1 1,-4 1 785,3-1-675,-3 9 0,-2 3 0,0 12-214,0 5 0,0 5 0,0 1-294,0 1 1,0-1 0,2-1 0,2-3-338,2-1 0,6-6 1,-5 3-1,1 1-266,0 0 1,0-6 844,-2 2 0,3-5 0,9-1 0</inkml:trace>
  <inkml:trace contextRef="#ctx0" brushRef="#br0" timeOffset="1936">1712 734 7614,'9'8'618,"-3"4"0,-4-3 0,-2 3-163,0 2 0,0 1 1,0 3-1,0-1-219,0 1 1,0 1 0,0 2 0,0 3-148,0-3 1,6-2 0,0-1 0,-2-1 55,-2 1 1,-1-1 97,5 1-363,-4-9 1,6-9 0,-8-11 0,0-5-7,0-1 0,0-8 0,0-5 1,0-1-137,0 2 0,0-4 1,0 4-1,0-2 24,0 2 1,6-2-1,2 8 1,-1 1 192,1 3 1,6-4 0,-3-1-26,5 3 0,1 9 0,1 5 1,-1 1-210,1 0 0,-1 0 1,1 8-1,-1 2-148,1 2 0,-1 7 0,1-1 0,-1 4-51,0 1 1,-5-1 477,0-5 0,-1 12 0,7-3 0</inkml:trace>
  <inkml:trace contextRef="#ctx0" brushRef="#br0" timeOffset="2419">2305 699 7608,'18'0'-1553,"-1"0"2592,-7 0 1,-2-2-470,-8-3 1,-2 3-343,-4-4 1,2-2-1,-7 2-43,-3 2 1,-2 2 0,-1 2-34,-1 0 0,3 2 1,1 2-1,3 4-33,-3 2 1,4-1 0,1 5 0,1-2-123,4 1 0,-4 3 1,3 1-209,1 1 0,4-3 0,4-1 0,3-4-78,3-3 1,2-1-1,5-6 1,1 0 58,-1 0 0,2-8 0,3-3 0,1-3 101,-2 2 0,-1-9 1,-5 4-1,-1-3 96,-2 1 1,-9 1 0,3 1 0,-2 1 441,2 5-67,-4-5 1,4 14-105,-12-4 1,-2 12 0,-5 6-140,1 3 1,8 3 0,-2-1 0,4 1-117,2-1 0,0 7 1,0-1-177,0-2 0,6-1 0,2-5 1,0-1-327,-1-3 0,7-7-183,-2 2 1,3-4 701,3-2 0,-1-8 0,1-1 0</inkml:trace>
  <inkml:trace contextRef="#ctx0" brushRef="#br0" timeOffset="2667">2794 1 7621,'18'35'344,"-8"-6"0,-5 0 1,-5 4 387,-5 6 1,1 5 0,-6 9 0,0-1-375,1 1 1,5-1-1,-4 0 1,2 3-500,0 3 0,0-6 1,6 3-1,0-9-192,0-3 1,0-8 0,0-8-1304,0-2 987,0-2 0,0-21 1,0-7-1,-1-9-493,-5-3 1142,4-9 0,-22-1 0,5-8 0</inkml:trace>
  <inkml:trace contextRef="#ctx0" brushRef="#br0" timeOffset="2851">2550 333 7588,'12'2'101,"-1"3"1,-1-1 0,3 6 680,-1-2 1,0 3-1,5-3 1,1 0-557,-1 0 0,3 3 0,1-3 0,4 0-432,2 0 0,2 3 0,4-3 1,-2 2-93,-1 3 1,-3-5 0,2 0 0,-4-2-962,0-1 0,-5 7 1259,3-6 0,-4 0 0,-1-6 0</inkml:trace>
  <inkml:trace contextRef="#ctx0" brushRef="#br0" timeOffset="3169">3039 577 7583,'0'27'-437,"6"-1"1,0-9-1,-1 0 948,3 1 0,-4-6 0,8-3 0,1-1-34,3-4 0,7-2 0,0-2 0,1 0-342,1 0 0,-6-2 0,5-4 1,-5-6-164,-2-3 0,1-3 0,-1 1 0,-1 0-353,-5-1 0,-1 1 1,-6-1-1,2 1 46,-2-1 0,-2 1 0,-4-1 398,-4 1 1,2 7 0,-8 4 0,-1 4 372,-3 2 1,-1 2 0,-1 4 0,1 6 109,-1 3 1,3 5 0,1 1-1,3 4-267,-3 2 0,6 3 1,3 4-1,3 1-98,2 0 1,0 6-1,2 0 1,5-2-497,11-3 0,1-1 0,10-2 0,4-5-2620,6-11 2935,-2 0 0,21-15 0,-4 6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0.449"/>
    </inkml:context>
    <inkml:brush xml:id="br0">
      <inkml:brushProperty name="width" value="0.06" units="cm"/>
      <inkml:brushProperty name="height" value="0.06" units="cm"/>
      <inkml:brushProperty name="color" value="#E71224"/>
    </inkml:brush>
  </inkml:definitions>
  <inkml:trace contextRef="#ctx0" brushRef="#br0">315 88 7570,'-6'17'369,"0"1"1,-6-1 0,5 1 0,-1-1-89,0 0 1,2 1-1,6-1 10,0 1 0,0-1 0,2-1 0,2-3-10,2-1 1,5 0 0,-3 7-107,2 4 0,-4 3 1,3 3-1,-1-6-67,-4-4 1,-2-1 0,-2-1 0,0 1-113,0-1 0,0 1 0,0-1 0,-2 1-161,-4-1 1,4-5-1,-5-2-718,-1-3 404,-2-1 0,-7-6 0,1-2 283,5-4 0,-3 2 0,6-5 0,-2-1 47,-3 0 1,-3 6-1,-1-1 126,-1 3 0,1 2 0,-1 0 135,1 0 1,0 0-1,1 2 1,2 3 306,3 7 0,1 4 0,-3-1 0,3-1-150,2-3 1,2 1 0,6 5-1,0 1-263,0-1 1,0-5 0,2 0 0,4-1-303,6-1 0,3 4 0,5-9 1,1-1-492,2-2 1,8-2-1,-2 0 1,2 0 786,-1 0 0,10-7 0,-3-3 0</inkml:trace>
  <inkml:trace contextRef="#ctx0" brushRef="#br0" timeOffset="473">734 489 7647,'-18'0'205,"1"0"0,5 0 1,1 0 139,-3 0 0,-2 0 0,-1 0-75,-1 0 1,1 6-1,0 2-92,-1 2 1,1 1-1,-1 7-80,1-1 0,7 1 0,2-1-317,0 1 1,7-1 0,-5 1 83,4-1 1,10-7 0,3-4 0,5-5-117,1-1 1,1-1-1,-1-5 1,1-6-38,-1-3 0,6-3 0,1 1 0,-3-1 211,-2 1 0,-3-1 1,-3 1-1,-3-1 251,-2 1 1,0 5 139,-3 1 1,-5 7 0,2 0 95,-5 8 0,-11 5 0,4 11 1,-1 1-215,-1 2 1,6 3 0,-4-5 0,3 2-222,3-1 0,2-3 0,2 0-614,0 5 0,0-5 241,0 4 1,8-11 397,3-6 0,5-4 0,1-2 0</inkml:trace>
  <inkml:trace contextRef="#ctx0" brushRef="#br0" timeOffset="750">1031 0 7845,'0'18'990,"-6"1"1,0 3-846,2 1 1,2 2 0,2-4-1,2 5-5,4 1 1,-2 2 0,6 6 0,-1 0-159,1 0 1,0 0-1,1 2 1,-5-1-273,-4-1 0,4 2 0,0-14 1,-2-1-185,-3-3 0,-2 3 1,-5-3 70,-6-3 0,-3-11 0,-3 3 0,1-2 403,-1 0 0,-7 0 0,-2-6 0</inkml:trace>
  <inkml:trace contextRef="#ctx0" brushRef="#br0" timeOffset="966">751 367 6597,'18'10'609,"-1"3"50,1-7 0,-7 0 0,1-6-366,1 0 1,3 0 0,1 0-1,3-2-255,3-4 1,-2 4 0,7-3 0,-1 3-236,0 2 0,0 0 1,4-2-1,-2-2-184,2-2 0,0 0 0,0 4 0,-3-2 381,-3-2 0,6-7 0,-4 3 0</inkml:trace>
  <inkml:trace contextRef="#ctx0" brushRef="#br0" timeOffset="1400">1485 350 7576,'6'17'771,"-1"1"-394,1-1 0,-8-1-38,-4-5 0,3-3 1,-7-6-4,2 4 0,-6-4 0,3 5-109,-5 1 1,5-4-1,-1 6 1,0-1-30,3 1 1,-7-4 0,6 6 0,-1 1-49,-1 3 1,1 1 0,-5 1-384,4-1 1,5 1 0,5-3-1,-2-1-46,-2-3 0,2-7 0,10 2-41,6-4 1,3-2 0,4-2 0,3-4 8,1-5 0,0-5 0,-5-1 1,-1-1 157,1 1 1,-1 1 0,1 3-1,-3 1 330,-3-2 1,1 5 761,-7-3 0,0 10-501,-6 2 0,2 8 0,2 9 0,2 1-265,-2-1 0,3 7 0,1-1 0,0-2-112,0-1 0,5-3 0,-1 2 0,3 1 157,3-3 1,5-1-219,0-10 0,8-4 0,-3 5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7.067"/>
    </inkml:context>
    <inkml:brush xml:id="br0">
      <inkml:brushProperty name="width" value="0.06" units="cm"/>
      <inkml:brushProperty name="height" value="0.06" units="cm"/>
      <inkml:brushProperty name="color" value="#E71224"/>
    </inkml:brush>
  </inkml:definitions>
  <inkml:trace contextRef="#ctx0" brushRef="#br0">138 158 6556,'10'0'3122,"-1"0"-1904,-3 0 123,-4 0-999,6 0 0,-8 2 0,0 4 0,0 5-116,0 5 0,-2 7 0,-2 4 1,-2 4-245,2 6 1,-4 4-1,3 0 1,-1 5-319,-2 5 1,4-1 0,-5-1-1,1-7-177,4-5 1,-4 0-1,2-12 1,0-1-3295,-1-5 3807,5-5 0,-6-14 0,8 0 0</inkml:trace>
  <inkml:trace contextRef="#ctx0" brushRef="#br0" timeOffset="315">33 263 7824,'-17'-8'1570,"7"4"-1249,4-8 1,6 3-1,6-5 1,6 2-155,3-1 0,10-3 0,4-1 0,4-1-16,2 1 1,0 5 0,0 1 0,0-1-19,0 2 1,0 3-1,0 7 1,-2 0-57,-4 0 0,0 2 1,-10 3-1,-5 7-55,-4 4 1,-4 3 0,-6 2 0,0 4-42,0 3 0,-2-5 1,-4 4-1,-6-2-53,-3-3 0,-3 3 0,1-2 0,-1-3-301,1-7 0,-1 1 1,1-6-262,-1 1 1,1-5 0,-1 2 633,1-4 0,0-18 0,-1-3 0</inkml:trace>
  <inkml:trace contextRef="#ctx0" brushRef="#br0" timeOffset="650">679 123 7739,'0'25'221,"0"-5"0,0 5 1,0-2 211,0 0 1,0 1 0,0-7 0,0 1-235,0-1 1,0 6 0,0 1 0,0-3-1,0-2 1,0-1-1,0-1 248,0 1-153,0-8 1,0-5-331,0-10 0,-2-7 0,-2-9 0,-1-3-116,1 3 1,2-4 0,2-1-1,0-1 1,0-4 1,2 4 0,2 0 0,3 2 104,3 3 0,-4 3 1,4 1-1,-1 3-37,1 3 1,-4-1 0,5 5-50,3-2 1,2 6-1,1-1 1,0 5-286,1 5 0,-1-1 0,1 8 0,-1 1-96,1 3 0,-7 1 0,1 1 513,2-1 0,1 1 0,3-1 0</inkml:trace>
  <inkml:trace contextRef="#ctx0" brushRef="#br0" timeOffset="1049">1098 175 7724,'12'0'-746,"0"0"0,-7 0 2611,7 0-1251,-8 0 0,2 0 0,-12 0-140,-6 0 1,-3 8-223,-3 4 1,1 1 0,1 1 0,3-2 24,1 1 0,2 3 0,-1 1 1,5 1-224,4-1 1,2-5-1,0-1-155,0 3 1,2 0 0,4-3-1,5-5 8,5-4 0,1-2 0,3-2 0,1-2-35,2-2 1,3-13 0,-5 1-1,2-1-38,-1 0 1,-9-1 0,-3-1 0,-2-2-130,-4 1 0,-2 3 0,-2 1 16,0 1 0,-8 5 0,-4 3 1,-5 1-228,-7 4 0,5 2 0,-4 2 1,1 2 505,-1 4 0,-4 3 0,-8 9 0</inkml:trace>
  <inkml:trace contextRef="#ctx0" brushRef="#br0" timeOffset="1435">1552 106 6690,'0'9'4047,"0"-1"-3584,0-8 0,0 2 0,-1 2-159,-5 2 0,2 5 0,-6-3 0,0 0-90,1 0 1,5 5 0,-4-1 0,2 3-178,0 3 1,1-1 0,5 3 0,0 1-95,0 2 1,0 1 0,0-7 0,2 0-307,3 1 0,-1-3 0,8-1 0,1-4-233,3-2 1,1-3 0,1-5 0,1 0-143,5 0 0,-3-5 1,6-5-1,-2-4 738,-3-5 0,-3-10 0,-1 2 0</inkml:trace>
  <inkml:trace contextRef="#ctx0" brushRef="#br0" timeOffset="1783">1727 245 7680,'0'18'11,"0"-7"1,2-1 363,4-2 0,-4 5-191,4-1 0,-4-2 1,0-1-129,3-1 0,-1-2 1,8-6-50,1 0 1,-3 0 0,2 0 0,1 0-141,3 0 0,1-8 0,1-3 0,-1-5-69,1-1 1,-3-1-1,-1 1 1,-3-1 145,3 1 1,-6-1 0,0 1 0,-3-1 50,1 1 1,0 5-1,-8 3 146,-4 1 0,-3 2 0,-9 6 1,1 2 132,-1 4 1,1-2-1,-1 7 1,1 3 81,-1 1 0,7 3 0,-1 1 0,0 3-116,3 1 1,-5 0 0,8-5 0,2 1-222,2 4 0,2-3 0,0 3 0,2-4-62,4-1 0,4-1 0,7-1 0,3-4-1075,3-7 0,-2-3 0,9-2 1118,1 0 0,2 0 0,2 0 0</inkml:trace>
  <inkml:trace contextRef="#ctx0" brushRef="#br0" timeOffset="2232">2461 1 7628,'-8'17'349,"-2"1"0,-7-1-4,-1 1 0,1-1 0,-1-1 0,1-3-306,-1-1 0,1-2 0,-1 3 0,3-1 19,3 1 0,-1-3-312,7 2 119,0-1 0,14-1 1,3-4-1,5-4-5,1-2 0,1 0 1,-1 0-1,1-2 125,-1-4 1,1 4 0,-1-4 87,1 4 0,-1-4 0,1 1 173,-1 1 0,-5 2 1,-1 2 91,3 0 0,-6 2 1,-2 4-190,-5 5 0,-2-1 0,-5 2 0,-6 1-85,-3 3 0,-3 1 0,1 1 0,-3-3-246,-3-3 1,4 3 0,-5-3 0,5 2-286,1-3 0,1 3 1,-1-8-1,3-1-1865,3 3 2332,-3-6 0,13 6 0,-6-8 0</inkml:trace>
  <inkml:trace contextRef="#ctx0" brushRef="#br0" timeOffset="2582">2775 18 7628,'10'8'-1062,"3"-4"1555,-7 7 0,0-5 0,-8 4 0,-4 0-192,-6-1 1,3 1 0,-3 4 0,-1-3-146,-3 3 1,-1-4-1,-1-1 1,3 1 38,3 0 1,-4 1-263,5 7 10,3-1 1,0-5 0,10-2 96,4-3 1,-2-1-1,8-6 1,1 0-8,3 0 0,1 0 0,1 0 0,-1 0 38,0 0 1,1 0 0,-1 0-1,1 0 96,-1 0 0,1 8-77,-1 4 0,-9 3 1,-8 3-51,-10-1 0,-5 6 0,-5 1 1,-3-3-259,-6-2 1,0-1 0,-2-1 0,-2 1-946,2-1 0,0 1 1163,-4-1 0,-8 1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7.415"/>
    </inkml:context>
    <inkml:brush xml:id="br0">
      <inkml:brushProperty name="width" value="0.06" units="cm"/>
      <inkml:brushProperty name="height" value="0.06" units="cm"/>
      <inkml:brushProperty name="color" value="#E71224"/>
    </inkml:brush>
  </inkml:definitions>
  <inkml:trace contextRef="#ctx0" brushRef="#br0">350 647 7636,'12'2'50,"-1"3"0,-9-3 563,-2 4 1,-2-4-1,-9-4-335,-3-4 0,-1 4 0,-3-3 0,1 3-124,-1 2 1,5 0 0,-3 0 0,-3 0-2,-1 0 1,1 0-1,2 0 1,-1 2 81,1 3 0,-3-1 0,-1 10 1,-2 3-64,1 5 0,5 3 0,3-2 0,4 4-112,3 1 1,1 3 0,6-8-1,2-2 23,4-1 1,3-3 0,9-1 0,1-5-11,5-5 1,3-4 0,8-4 0,0-4-528,-1-5 0,-1-7 1,-1-3-1,-3-2 186,2 1 1,-4-3 0,0 0 0,-4 0 176,-7-1 1,1 3 579,-5 6 1,-6 9-100,-6 8 1,-2 8 0,-8 11 0,0 2-72,1 3 0,-1 7 1,-4-2-1,5 6-108,1 5 0,-4-3 0,5 4 0,-3-4-322,-4-2 0,-1 6 1,-3-1-1,-1-1-178,-4-2 1,3-8 0,-5-2 0,2-1-49,-1-5 1,1-9 0,6-7 0,-1-3-381,1-2 1,5-7 0,2-7-1,3-5 275,3-5 1,2-7 441,2 2 0,0-12 0,0-3 0</inkml:trace>
  <inkml:trace contextRef="#ctx0" brushRef="#br0" timeOffset="351">525 612 7629,'27'2'-672,"-4"2"1,-5 3 1292,-7 3 0,3-4 0,-6 6 0,-1 1-176,1 3 0,4 1 0,-6 1 0,0-1 26,1 1 0,-5-1 0,4 2 0,-4 3-290,-2 1 0,6 0 1,0-5-1,-2-1-24,-3 1 0,-1-1 0,0 1-380,0-1 134,-7-7 0,3-2 0,-6-10-195,2-4 0,3-4 1,5-7-1,0-1 38,0 1 1,0-7-1,0-1 1,0 0-73,0 0 0,0-4 0,1 3 0,3 1 152,2 0 0,6 2 0,-4 5 0,1 1 256,5-1 0,-4 3 0,1 1 1,3 4-63,1 3 1,3 1 0,-1 6 0,1 2-234,-1 4 0,3 1 0,1 7 0,2-2-455,-1 1 1,-1 3 0,0 1 659,3 1 0,-1-1 0,-6 1 0</inkml:trace>
  <inkml:trace contextRef="#ctx0" brushRef="#br0" timeOffset="783">1188 664 7392,'10'0'363,"-2"-2"-87,-8-4 0,-2 4 1,-4-3-74,-5 3 1,1 2-1,-2 0-35,-1 0 0,-3 0 0,-1 0 0,-1 0-123,1 0 1,-1 0 0,1 2 0,-1 2-41,1 1 1,-1 9 0,1-2 38,-1 3 1,9 3 0,3-1-1,4 1-72,2-1 1,0-5-1,2-3 1,4 1-206,5 0 0,5-6 1,1 1-1,3-3 91,3-2 1,-4-2 0,7-1 0,-3-5-50,0-2 0,6-2 0,-5-5 0,-5 0 194,-5-1 1,-1 1 0,-5-1 595,2 1-233,-6-1 1,1 8-85,-10 5 1,-3 5-1,-6 5-100,3 7 1,7-2 0,-2 1 0,4 5-48,2 5 0,0-1 0,0 3 0,0-4-4,0-1 1,8-1 0,1 1 0,3-3 16,0-3 1,-1 2-1,7-7 1,-1 1-102,1 0-47,-1-2 0,8-14 0,3-2 0</inkml:trace>
  <inkml:trace contextRef="#ctx0" brushRef="#br0" timeOffset="1167">1503 752 7629,'0'17'-3,"0"0"298,0 1 1,-6-1 0,0 1 0,0-1 116,-1 1 1,5 7 0,-4 4-1,4 4-160,2 2 1,0 2-1,0 4 1,0 3-42,0 1 0,0 3 1,0-7-1,0-4-151,0-6 1,0-4-1,0-5-622,0 1 1,0-10 324,0-13 0,0-7 0,0-11 0,0 1 33,0-1 0,0-1 0,0-2 1,0-5-65,0-1 0,2-2 1,2-6-1,2-2 60,-3-3 0,5 3 0,0-4 1,0 4-76,-1 2 0,7 0 1,-4 2-1,1 4 760,1 6 0,0 5 29,5 7 0,-1 7 0,-5 15 433,-5 13 1,-2 1 0,0 6 0,2 4-722,-2 4 0,-2-4 0,-2-6 0,0 2-195,0 2 0,-2-6 0,-2-4 1,-2-3-594,2-3 0,-6-1-292,-1-5 1,1-5 0,0-14 29,3-9 0,-1-6 1,4-10 831,-2-2 0,-8 4 0,5-12 0</inkml:trace>
  <inkml:trace contextRef="#ctx0" brushRef="#br0" timeOffset="1584">1782 1 7595,'20'42'0,"-9"-5"697,-7-6 1,-4 0 0,2 8 0,2 4-17,2 1 1,7-3 0,-1 6 0,2 3-273,-3 6 1,5-1-1,-5 3 1,3-6-185,-2-5 1,1 3-1,-5-7 1,0-2 30,0-6 0,3-12 0,-3 0-238,2-3-810,-6-11 0,3-9 0,-7-11 1,0-5 126,0-1 1,2-3 0,2-1 0,2-2 306,-2 1 0,0 3 0,0 2 0,1-1 180,-1 1 1,6-1 0,2 1 433,3-1 1,3 7-1,-1 1 326,1 2 1,-7 2-1,1 8 1,-1 4-22,-1 6 1,4 3-1,-6 5 1,1 1-172,5 2 1,-4 8 0,-1-2-1,1 4-343,0 2 1,-5-6 0,5-1 0,0-3-440,0-4 1,-5-1 0,5-3-694,-2 0 1,3-9-1,-3-6 312,2-6 1,-6-9-1,4-1 773,-1-7 0,3-6 0,8-8 0</inkml:trace>
  <inkml:trace contextRef="#ctx0" brushRef="#br0" timeOffset="1950">2778 559 7592,'9'0'1412,"-3"0"0,-12 0-1275,-5 0 0,1 2 1,-2 2-1,-1 2 11,-3-2 0,-1 6 0,-1-1 0,1 3 34,-1 0 0,1-3 0,0 5 0,-1-2 26,1 1 1,-1 3-1,3 1 79,3 1 0,4-7-289,8 1 0,2-6 0,4 3 0,8-1-37,7-4 1,-2-2 0,7 0 0,-3 2 79,0 2 0,6-1 0,-5-5 0,-1 0 173,2 0 0,-6 6 0,5 2 209,-5 2 1,-9-4-1,-4 5 1,-4 3-160,-2 1 0,-8 3 1,-6-1-1,-7 1-172,-8-1 1,2 5 0,-2-3 0,-3-4-725,-1 1 1,-1-2 0,1-3 0,2-3-2744,1 0 3375,1-6 0,-6 5 0,0-7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5.214"/>
    </inkml:context>
    <inkml:brush xml:id="br0">
      <inkml:brushProperty name="width" value="0.06" units="cm"/>
      <inkml:brushProperty name="height" value="0.06" units="cm"/>
      <inkml:brushProperty name="color" value="#E71224"/>
    </inkml:brush>
  </inkml:definitions>
  <inkml:trace contextRef="#ctx0" brushRef="#br0">0 350 7641,'18'0'0,"-1"0"86,1 0 1,-7 0 0,1 0 276,2 0 1,-7-2 0,1-2 1107,0-2-1197,-6 0 0,6 14 0,-8 3 0,0 5-46,0 1 1,0 3-1,0 1 1,0 4-30,0 3 1,0 1 0,0 6-1,0-2 0,0-4 1,-2 4 0,-2-6 0,-2 0 76,2-4 1,2-3-465,2-3 0,0-9-672,0-8 0,8-8 0,4-11 0,3-3 312,3-1 0,-1-8 0,1 2 0,-1-4 254,0-2 1,1 0-1,-1 0 1,1 0 308,-1 0 1,-1 8-1,-3 4 1,-3 4 798,-2 1-392,5 8 0,-11 6 0,4 14 0,-4 8-19,-2 1 1,0 8-1,-2 2 1,-2 2-191,-1-2 0,-1 4 0,6-5 1,0 1-113,0 0 1,-2-8 0,-2 2-1,-2-3-367,2-3 1,2-5-206,2 0 0,2-8 210,4 1 0,-4-10 1,6-7-1,-2-6 81,-1-5 1,9 4 0,-4-7 0,1 1 14,1-4 0,-6 2 0,5-2 0,3 0 95,1 2 1,-3-1 0,0 7-12,1-2 1,3 0-1,1 7 359,1 4 0,-8 7 1,-3 10-102,1 7 0,-6 4 0,4 1 1,-4 2 320,-2 5 1,6-5 0,-1 6 0,-1-1-655,-2-1 1,4 0 0,0-5 0,0-1-821,1 1 1,-5-1 0,6-1 975,0-5 0,2 5 0,7-7 0</inkml:trace>
  <inkml:trace contextRef="#ctx0" brushRef="#br0" timeOffset="417">943 419 8004,'-11'0'2101,"-1"0"-1958,8 0 1,-9 2-71,7 4 1,-6-2 0,4 6 29,-1-3 1,3 7 0,-4-2-19,3 3 0,-1 3 0,4-1 1,-2 1 13,2-1 0,2-5 0,2-1 0,2 1-422,4-2 1,4 3 0,7-7-100,1-2 0,-1-2 1,1-4-1,1-2 91,4-2 1,-3-7 0,3 1 280,-4-3 0,-3-3 0,-3 3 0,-3 1 1183,-2 2 195,-2 8-1118,-6-3 1,0 14 0,-2 3 0,-2 2-232,-2-1 0,0 1 0,6 6-829,0-1 0,0 0-1414,0 1 2264,0-8 0,8-3 0,2-7 0</inkml:trace>
  <inkml:trace contextRef="#ctx0" brushRef="#br0" timeOffset="668">1205 0 7640,'-2'35'342,"-3"0"0,-5 0 153,0 0 1,1 0 0,5 0 0,-2 2-204,2 3 1,2-3 0,4 6 0,2-2-82,2-1 0,1 3 0,-3-4 0,2 0-93,-2-6 0,0 0 1,0-10-1,2-2-2494,-3-1 1773,-1-3 0,4-9 0,0-8 0,-2-10-1100,-2-5 1703,-2-3 0,0-7 0,0-2 0</inkml:trace>
  <inkml:trace contextRef="#ctx0" brushRef="#br0" timeOffset="1018">1415 157 7620,'12'6'-1445,"-3"2"1310,-1 2 0,-2 1 1,-8 7 134,-4-1 0,2 1 0,-7-1 0,-3 1 1017,-1-1 0,-3 1 1,1-1-1,-1 1-615,1-1 1,-1-1 0,1-3 0,1-1-777,5 1 0,-5-3 0,4 0 0,-3-1-367,-3 1 0,7-6 706,-1 2 0,2-2 429,-1 2 39,3-5 0,16 7 0,3-8-148,5 0 0,-4 6 0,-1 2 0,3 2 83,1 3 1,5-3 0,1 1-1,4 1-297,3-2 1,-5 3 0,4-5 0,0 0-218,0 0 1,0 3 0,3-5 0,-5-2-300,0-2 0,-6-2 1,5 0-1098,-5 0 1,-3-2 1541,-5-4 0,5-4 0,-6-7 0</inkml:trace>
  <inkml:trace contextRef="#ctx0" brushRef="#br0" timeOffset="1368">1747 315 7620,'-12'17'0,"1"1"0,-3-1 0,4-1 0,1-3 0,1-1 235,4 1 1,2 3 0,4 1-1,4-1 381,5-5 1,5 5-1,3-6 1,3 1-519,1 1 1,6-8 0,-4 2 0,2-4-251,4-2 0,-5-2 0,-1-2 0,-2-4-75,1-2 1,-3-1 0,-8-9 0,-3-1 35,-2-2 0,-2-1 0,-6 7 0,0-1 165,0 1 1,0 0 0,-2 1 0,-4 4 61,-6 7 0,-5-3 0,-4 2 1,-3 2-12,3 2 1,1 2 0,3 0 0,1 2 139,5 4 1,-5 4-1,7 7 1,-3 1 133,0-1 1,8 2-1,-1 3 1,3 3-543,2 2 0,2-4 0,3 7 1,9 1-515,7 2 757,-1-6 0,21 6 0,-5-6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2.948"/>
    </inkml:context>
    <inkml:brush xml:id="br0">
      <inkml:brushProperty name="width" value="0.06" units="cm"/>
      <inkml:brushProperty name="height" value="0.06" units="cm"/>
      <inkml:brushProperty name="color" value="#E71224"/>
    </inkml:brush>
  </inkml:definitions>
  <inkml:trace contextRef="#ctx0" brushRef="#br0">141 628 7611,'9'-8'-665,"5"4"0,-6-6 665,1 3 0,-3 1 0,4 4-24,-2-4 1,3 2 0,-3-6 213,2 3 1,-6-1 142,1 2 0,-3 2 203,-2-7 1,0 5-69,0-6 1,-7 8-211,-5-2 1,2-1-1,-1 1-52,-3 2 0,-1 2 1,-3 2-107,1 0 1,5 0 0,0 2 26,-1 4 1,-3 3 0,-1 9 0,1 1 12,5 5 1,-3-5 0,6 4-1,0-1-52,1 1 1,1-4 0,6 5 0,0-5-240,0-2 1,2-5 0,4-2-18,5-2 1,5-3 0,1-5-1,3-2-37,3-3 1,-4-5 0,5-8 0,-3 1-7,2 0 1,-3-7-1,1 1 1,-5 0 129,-5-3 1,-1 7-1,2-4 479,-7 3-120,-3 11 1,-4 3 0,-1 12-1,-5 5-90,-2 5 1,4 3-1,-3 3 1,1 1-177,4-2 0,0-1 0,0-3 0,-2 1-467,2-1 1,2-5 0,2-1-873,0 3 0,2-6 1327,4-3 0,4-3 0,7-2 0</inkml:trace>
  <inkml:trace contextRef="#ctx0" brushRef="#br0" timeOffset="499">455 471 7611,'12'0'-981,"-1"0"1188,3 0 0,-4 0 0,1 0 568,3 0 0,-6 1-433,-3 5 0,-3 4 0,-2 7 54,0 1 1,0-1 0,0 1 0,2-1-43,4 1 0,-4-1 0,4 1 0,-4-1-192,-2 1 1,0 1 0,-2 0 0,-2 1-189,-2-5 1,-2-3-1,4 2-938,-1-3 606,-1-7 1,6-4-1,0-12-52,0-3 0,6-4 0,1-3 0,1-1 112,0 2 0,6-5 1,-5 3-1,3 2 46,0 1 1,-3 3 0,5 1 0,-3 3 648,3 1 1,-4 8 0,1-4-136,3 1 0,-4 5 1,-1-2-1,-1 8 273,-4 7 1,4 1 0,-2 4-1,-3 3-276,-1 0 1,-2 7-1,0-3 1,2-2-316,4-1 0,-4-3 0,4 1 1,-4-1-445,-2 0 1,0-5 0,0 0-981,0 1 1,2-7-285,4-6 1764,-4 0 0,13-15 0,-5 5 0</inkml:trace>
  <inkml:trace contextRef="#ctx0" brushRef="#br0" timeOffset="1037">1136 104 7611,'18'-18'0,"-3"1"0,-1-1 0,-3 1 0,-7 5 0,4 3 0,0 1 0,-6 4-144,3 10 0,-3 3 0,-2 9 0,0-1 355,0 1 1,0 7 0,0 2-1,0 2 946,0 0 0,6 1 0,2 4 1,2 3-708,3 4 0,-3-4 1,0 4-1,-1-2 45,1 1 1,-4-3-1,4 4 1,-3-6-302,-3-6 1,4 2 0,-2-8 0,-2-1 282,-2-3-1333,-2-9 0,0-4 0,0-12 83,0-6 0,0-3 0,-2-5 0,-2-1 229,-2-2 0,-6-1 0,7 7 1,-1-1 223,-2 1 0,0-1 1,-5 3-1,1 1 310,-2 3 0,5 7 1,-1-4-1,0 2 278,1 0 0,-3 1 23,-6 5 0,3 7 0,1 5 0,5 3 108,1 3 0,-4-1 0,6 1 0,3 1-129,1 5 1,-4-5 0,0 4 0,2-1-92,2 1 1,2-4-1,0 5 1,0-5-108,0-2 1,6 1 0,2-3 0,1-1-193,5-2 0,-4-8 0,3 1 0,5-5-644,3-5 1,4-5 0,-3-8-1,3-1 764,2-4 0,2-5 0,6-6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3.164"/>
    </inkml:context>
    <inkml:brush xml:id="br0">
      <inkml:brushProperty name="width" value="0.06" units="cm"/>
      <inkml:brushProperty name="height" value="0.06" units="cm"/>
      <inkml:brushProperty name="color" value="#E71224"/>
    </inkml:brush>
  </inkml:definitions>
  <inkml:trace contextRef="#ctx0" brushRef="#br0">105 53 7671,'2'-12'-1209,"2"1"531,2-3 678,0 6 0,-4 1 0,3 7 0,-3 0 0,6 0 0,-8 0 0,2 0 306,4 0 709,-4 0-318,6 0 1,-8 2 598,0 3-500,0-3 242,0 6-515,0-8 1,0 2 550,0 4-735,0-4 1,-6 8-29,0-5 0,0-1 284,6 8-411,-8-8 1,6 5-26,-3-3-151,3-4 0,-4 8 341,0-4-104,0-4 1,6 7-62,0-3 0,0-2 0,0 8 82,0 1 1,0 9-1,0 3 1,0 2 13,0 4 0,-2 10 0,-2 5 0,-1 7-97,1 5 1,-4 4-1,0 8 1,0 0-135,1 0 0,-5-8 0,6-2 0,0-4-46,-1-3 1,5-5-1,-4-15 1,4-4-139,2-5 1,-2-5 133,-4-2-152,4-7 82,-6-2 0,8-10 45,0-4 1,0 2 4,0-7 1,0-1-155,0-6 0,0 1 0,2 0-506,4-1 1,-4 6-1,4 1-268,-4-3 0,0 1 0,2-1-490,2 2 0,1 1 1439,-1-7 0,4 9 0,7 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6.212"/>
    </inkml:context>
    <inkml:brush xml:id="br0">
      <inkml:brushProperty name="width" value="0.06" units="cm"/>
      <inkml:brushProperty name="height" value="0.06" units="cm"/>
      <inkml:brushProperty name="color" value="#E71224"/>
    </inkml:brush>
  </inkml:definitions>
  <inkml:trace contextRef="#ctx0" brushRef="#br0">158 296 8441,'-10'-8'2278,"2"6"-1570,8-6 0,-1 8-345,-5 0 1,4 8 0,-6 6 0,2 5-145,0 4 0,-1 10 0,3 0 1,-2 8-152,2 4 0,-4 1 0,1 7 0,-1 1-159,0 4 1,-4-5 0,7 1 0,-1-7-670,-2-5 0,4-7 0,-6-8-1871,3-1 2125,1-11 1,6-15-1,0-11 1,2-7 505,4-5 0,3-4 0,9-8 0</inkml:trace>
  <inkml:trace contextRef="#ctx0" brushRef="#br0" timeOffset="484">420 209 7643,'17'0'91,"-5"1"228,0 5 1,-3-2 0,3 8 35,-6 1 0,-4 3 0,-2 1 0,0 1-40,0-1 1,0 7 0,-2 1 0,-2 2-130,-2 4 0,-7-4 0,3 2 0,-2 2-63,1 2 0,-1 2 1,-6 0-1,-1 0-161,-4 0 1,3-6-1,-3 0 1,2 0-106,-3-1 1,5-3-1,-4-10 1,3-1-43,3-2 0,-1-9 1,1 3-32,-1-4 0,7-10 0,1-3 0,2-5 25,5-1 1,1-1 0,2 1 161,0-1 0,0 1 0,2 1 1,1 3 85,3 1 0,8 8 0,-3-2 434,5 5 0,1 1 1,1 0-84,-1 0 0,1 7 0,-1 5 0,1 3-199,-1 3 1,1-1-1,-3 3 1,-1 1-109,-3 2 0,1 7 0,4-5 0,-3 2-437,-1 4 1,-2-6-1,1-1-721,-5-5 0,2-2-400,-2 1 1,-1-10-97,-5-8 1553,0 0 0,0-16 0,0 6 0</inkml:trace>
  <inkml:trace contextRef="#ctx0" brushRef="#br0" timeOffset="737">682 418 7721,'-8'12'0,"-4"-3"642,-3-1 1,5 6 1259,4-3-2068,4-3 0,10 0 1,4-8-447,3 0 0,3 0 0,-1 0 612,1 0 0,-1 0 0,1 0 0</inkml:trace>
  <inkml:trace contextRef="#ctx0" brushRef="#br0" timeOffset="934">734 907 7654,'-17'12'1113,"-1"-1"0,7-7-551,-1 2 0,10-4-770,2-2 0,6-2 0,8-4 0,-3-5-171,3-5 1,1 1-1,3 1 1,-1 2 378,1-1 0,-1-10 0,1-5 0</inkml:trace>
  <inkml:trace contextRef="#ctx0" brushRef="#br0" timeOffset="1869">1590 575 7674,'10'-17'-130,"-4"-1"0,1 1 1,1-1 59,2 1 0,-4 0 0,3-1 1,1 3 594,0 3 0,-6 2 1,3 6-135,1-2 0,-6 3 1,4 8-1,-4 7-91,-2 4 0,0 9 0,0 4 0,0 6 81,0 6 1,-6-5 0,-2 7 0,0 0-287,1 3 0,-5-1 0,4 0 0,1-3-79,-1-3 0,0-2 0,4-4 0,-2-4-1167,2-6 651,2-3 0,2-14 0,2-10 197,4-12 1,4-13 0,7-2 0,1-6 54,-1-4 0,1-5 0,-1 3 1,1 1 109,-1-1 1,1 2-1,-3 6 1,-1 2 332,-3 4 1,1 4 0,6 9-198,-1 5 1,-7 7-1,-3 13 608,1 9 1,-6 13 0,4 2 0,-4 6-144,-2 0 0,0-1 0,-2 1 0,-2 2-386,-2-2 1,0-2 0,5-2 0,-3 0-318,-2-1 1,0-6-1,6-5-1420,0-4 0,0-11 946,0-8 1,6-8 0,2-11 713,1-4 0,3-5 0,5-6 0</inkml:trace>
  <inkml:trace contextRef="#ctx0" brushRef="#br0" timeOffset="2218">2096 540 6892,'0'20'4,"0"3"1,-1-4-1,-5 5 1,-6-3 706,-3 2 0,3-3 0,0 5 0,-1 0-280,-3 4 1,5-1 0,1-1 0,2 0-296,4 0 0,2-6 0,2 3 0,2-5-211,4-1 1,4-3 0,9-3 0,2-6-19,3-5 0,1-2 0,-4-5 0,5-6 5,1-3 1,-6-9-1,4-1 1,-1-2 135,-1-4 0,-2-2 0,-7-4 0,-5 0 126,-1 2 0,4-4 0,-6 12 0,-4 0-74,-6 4 1,0-1 0,-8 5 0,-3 5-80,-7 5 0,1 3 0,-8 6 1,0 0-305,2 0 1,-4 8 0,7 3 0,3 5-83,2 1 0,1-1 0,3-3 0,3-1-313,6 2 1,4 1 0,2 3 63,0-1 1,2-7 613,4-4 0,11 3 0,11 1 0</inkml:trace>
  <inkml:trace contextRef="#ctx0" brushRef="#br0" timeOffset="2521">2620 174 7674,'22'-35'0,"-3"2"224,-3 4 0,-5-2 629,1 7-231,-4 9 0,-10 9 0,-4 12 1,-4 5-48,1 5 0,-7 9 0,6 4 0,-1 4-141,-1 2 0,2 0 0,-3 2 0,1 4-248,-1 5 0,-1-1 1,0 1-1,5 3-131,1 1 0,-4 3 0,5-1 1,-1 1-116,0-1 1,2-2-1,6-1 1,0-4-449,0-3 0,2-9 1,4-11-1,6-9-99,3-7 1,3-4-1,-1-2 1,0-4 40,1-8 0,-1-1 0,1-16 0,-1 0-125,1 1 0,-1-4 0,-1 2 691,-5-3 0,5-2 0,-6 1 0</inkml:trace>
  <inkml:trace contextRef="#ctx0" brushRef="#br0" timeOffset="2717">2324 523 7674,'-2'12'456,"-4"-1"1,6-7 0,0 2 0,9-4-37,7-2 0,3 0 1,5-2-1,5-4-272,4-6 0,2 3 0,0-3 0,0-1-425,-1-3 1,7-1 0,0-1 0,-4 3-1639,-6 3 1915,-6-4 0,0 14 0,3-5 0</inkml:trace>
  <inkml:trace contextRef="#ctx0" brushRef="#br0" timeOffset="3434">472 1938 7678,'12'17'275,"0"0"1,-9 1 0,3-1 323,-4 1 1,-2-1 0,0 3 0,0 1-314,0 2 0,0 6 0,0-5 0,-2-1-187,-4 2 0,5-5 0,-7 5 0,2-2-4,0 0 1,0-5 0,4-8-180,-3-3 1,3-3-23,-4-10 0,4-5 0,2-12 0,2-7-28,4-3 0,-3-7 0,9-3 1,0-2 31,-3-3 1,7-8-1,-4-3 1,3 3 60,3 2 1,-1 3-1,1 3 1,-1 5 44,0 6 1,1 2 0,-1 18-1,1 7-76,-1 6 1,-5 4 0,0 2 0,-1 4-237,-1 6 0,4 5 0,-7 4 0,3 3-199,4-3 1,-7 4 0,1-1-1,-2-1-801,0 2 1308,7 2 0,-11 8 0,6 0 0</inkml:trace>
  <inkml:trace contextRef="#ctx0" brushRef="#br0" timeOffset="3787">857 2007 7678,'0'18'32,"0"-1"790,0 1-497,0-1 0,1-7 0,5-4 218,6-4 1,3-4 0,3-2-388,-1-2 1,7-8-1,-1 1 1,-2-7-139,-1-3 0,-1-2 1,2 4-1,3-5-46,-3-1 0,-2 4 1,-1-4-1,-1 0-149,1-1 1,-8 5 0,-5-4-1,-1 2 86,2 3 0,-4 9 1,2 3-1,-8 2 72,-8 4 1,-5 3 0,-4 2-1,-5 5 50,-1 6 0,4 9 1,-4 5-1,2 1 123,3 4 0,-3 2 1,2 0-1,1-2-2,3-2 1,7 0 0,3 4 0,1-2-59,4-2 0,2-8 0,4 3 0,4-7-421,5-5 0,11 1 0,3-7 0,0-2-219,0-2 1,6-4-1,-3-4 1,1-3 166,0-1 0,-2-6 0,4 5 0,-4-5-947,-2-1 1326,-1-1 0,-7-7 0,1-2 0</inkml:trace>
  <inkml:trace contextRef="#ctx0" brushRef="#br0" timeOffset="4320">1258 2060 7678,'8'17'-689,"0"-5"1,5 0 717,-1 1 1,-8-3 0,4 0 140,-1-3 1,-3-1-94,8-6 0,0-2 0,3-4-29,-3-5 1,1 1-1,-5-2 1,0-1 30,0-3 1,5-1 0,-3-1 0,1 1 73,1-1 0,-2 1 1,1-1-1,-3 1-23,0 0 1,-6-1 0,6 3-1,-2 1 38,-1 2 0,1 1-43,-6-7 1,-8 3-1,-3 3 17,-5 6 1,-1 12 0,-1 4 0,1 3 6,-1 5 0,1-5 0,-1 13 0,3-3-31,3 0 0,-3 8 1,5-4-1,-2 2-58,1 1 0,7-7 1,-2 6-1,4 0-51,2-2 0,0-2 1,2-7-1,4-3-168,6-3 1,-3-4-1,3-8 1,1 0 34,3 0 1,7-8 0,1-5 0,-3-7 65,-2-3 1,-1-6 0,-1 4 0,1-3 38,-1-3 1,-1 6 0,-3 2 0,-3 3 365,-2 3 0,-2 5-147,-6 1 0,0 16 1,-2 7-1,-4 13 620,-6 8 0,-3 10 0,-3 6 0,1 7-522,-1 8 0,-1 4 1,-1 2-1,1-2-104,4-4 1,1 2 0,-2-8 0,5-4-243,5-5 1,4-9-585,2-11 0,0-15 0,2-20-612,4-15 0,-2-10 0,7-4 0,3-2-1339,1-4 2583,3 4 0,-1-21 0,1 4 0</inkml:trace>
  <inkml:trace contextRef="#ctx0" brushRef="#br0" timeOffset="4634">1782 1798 7678,'10'0'2114,"-2"8"-1849,-8 3 1,-6 5-1,0 1 1,0 1 205,-2-1 1,6 3 0,-5 1 0,1 4-164,0 2 0,0-3 0,6 3 1,0 0-174,0 0 0,0-6 1,2 3-27,4-5 0,4-3 0,7-5-307,1-5 0,-1-12 0,1-5 0,-3-5 15,-3-1 0,3-7 1,-5-1-1,2-2 50,-1-4 1,-1 6-1,2-1 1,-5 3 70,1 0 1,-6-6-1,6 5 1,-2 3-404,-1 2 0,1 1 1,-6 1-1,2-1-1373,4 1 1,-4-1 1837,4 1 0,3 7 0,1 2 0</inkml:trace>
  <inkml:trace contextRef="#ctx0" brushRef="#br0" timeOffset="4850">2131 1833 7678,'12'9'-517,"0"-3"1,-1-2 639,-1 2 1,6-4-1,-7 6 641,1-1 0,6-3-86,-5 8 1,-3-6-1,-2 5-3,-4 3 0,-2 2 1,0 1-437,0 0 0,0 1 0,0-1 0,-2 1-206,-4-1 0,2 1 0,-6-1-60,3 1 0,-5-1-1025,6 1 1052,-7-9 0,11 7 0,-6-6 0</inkml:trace>
  <inkml:trace contextRef="#ctx0" brushRef="#br0" timeOffset="5469">2411 1868 7634,'0'17'286,"0"1"327,0-1 0,0-5 208,0-1 1,2 1-365,4 5 0,-4-5 0,5-2-147,1-2 1,-6 5-1,4-1 23,-4 3 0,-2-3 0,0 0-14,0 1 1,0-3-1138,0 2 499,0-9 0,2 3 0,2-12 42,1-5 1,3-7 0,-4-3 0,2-2-30,-2 1 1,4 3 0,-1 1 0,1 1 198,0 0 0,3-1 1,-3 1 183,2-1 0,2 3 1,3 1 159,-3 2 1,3 8 0,-5 1-48,0 6 0,-1 1 1,-5 8-1,4 2 14,2 1 0,1 3 0,7-1-146,-1 1 1,-5-3 0,0-1 0,1-5-207,3-1 1,1-2-1,1-6 1,-1 0-76,1 0 1,-1-2-1,0-4 45,1-5 1,-3-5 0,-1-1 0,-4-1-26,-3 1 0,-1-1 0,-6 1 200,0-1 0,-2 3 0,-3 3 128,-7 6 0,-4 4 0,-1 4 0,-1 4 15,1 6 1,0 3 0,-1 5 0,1 1-55,-1 2 1,6 1 0,3-5 0,1 2-301,4 3 1,2-1 0,2-6 0,0 1-284,0-1 1,2-1-1,6-5 1,7-3-909,7 0 1405,1-6 0,2-2 0,2-10 0</inkml:trace>
  <inkml:trace contextRef="#ctx0" brushRef="#br0" timeOffset="5884">3249 1309 8758,'-23'11'0,"0"1"632,1 2 1,9-5-1,3 3 1,2 4-228,4 5 0,2-2 0,2 7 0,2-1 121,4 4 1,4 4 0,9 4 0,3 2-243,1 1 0,6 3 0,-6-4 0,1 3-258,1 3 1,-6-6-1,4 2 1,-3-4 188,-3-3 0,-5-4 0,-2-3-1341,-3-2 660,-1-10 1,-6-9 0,0-12 0,-2-5-94,-4-5 0,3-1 1,-9-1-1,-2 1 211,-1-1 0,3 1 1,1 0-1,-3-1 83,-2 1 1,-1 5 0,0 2-1,-1 2 183,1 5 0,-1 1 1,1 2 52,-1 0 1,7 7 0,1 5-1,0 4 488,0 1 1,7 6 0,-3 3-1,4 1 39,2 4 0,2-4 0,4 2 0,5 0-383,5-2 0,1-1 0,1-9 0,1-1-431,4-5 1,-3-3 0,3-8-1,-4 0-35,-1 0 1,-6-8-1,-1-3 351,3-5 0,1-9 0,3-2 0</inkml:trace>
  <inkml:trace contextRef="#ctx0" brushRef="#br0" timeOffset="6049">2324 1641 7629,'-35'17'247,"4"1"166,7-1 1,13-7-1,20-4 1,11-6-220,5-6 1,4 2-195,6-8 0,8-7 0,1-8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24.377"/>
    </inkml:context>
    <inkml:brush xml:id="br0">
      <inkml:brushProperty name="width" value="0.06" units="cm"/>
      <inkml:brushProperty name="height" value="0.06" units="cm"/>
      <inkml:brushProperty name="color" value="#E71224"/>
    </inkml:brush>
  </inkml:definitions>
  <inkml:trace contextRef="#ctx0" brushRef="#br0">88 1608 7682,'11'-2'-1029,"1"-4"3020,-8-4-1089,4 0-363,-8 3 1,0 9-1,0 3 1,0 7 107,0 4 0,0 9 0,-2 4 1,-2 4-351,-2 2 1,-2 0-1,4 2 1,-3 3-143,-3 7 0,6 1 0,-4 1 0,3-3-358,-1 3 0,-6 0 1,4-3-1,1-7-412,-1-8 0,-4-6 0,6-7-490,2-1 0,2-9 0,2-8-211,0-10 0,2-7 1316,4-7 0,4-3 0,7-8 0</inkml:trace>
  <inkml:trace contextRef="#ctx0" brushRef="#br0" timeOffset="467">385 1660 7682,'17'0'388,"-7"0"1,3 2-1,-7 4 52,-2 5 0,-2 5 1,-2 1-1,-2 1 35,-4-1 1,2 3-1,-7 1 1,-3 2-268,-1-1 1,-5 5 0,-1 0 0,-4 2-62,-2 0 0,-1-2 1,-3 2-1,4-3-34,2-1 1,-4-6-1,4 5 1,-1-5-585,1-2 0,2-7-1049,5-4 1101,1-4 1,9-2 453,8 0 0,8-6 0,9 0 0,1 2 428,-1 2 1,1 2 0,-1 0 0,1 0-32,-1 0 1,6 0 0,1 2 0,-3 2-264,-1 2 1,-3 2 0,0-4 0,-1 3 22,-4 3 1,3-4-1,-3 6-583,3 1 1,-5-3 0,-4 2-464,-4 1 1,-2-3-1945,0 2 749,0-9 2049,0 5 0,-8-8 0,-2 0 0</inkml:trace>
  <inkml:trace contextRef="#ctx0" brushRef="#br0" timeOffset="719">699 1712 7661,'-17'0'983,"1"2"1,2 2-294,3 2 1,7 2 0,-2-2-322,4 5 0,2-1 0,2 0-391,4-3 1,2 1 0,5-4 0,-1 2-540,2-2 1,-5-2-1,3-2 1,0 2-1275,-3 3 1835,7-3 0,-7 14 0,9-6 0</inkml:trace>
  <inkml:trace contextRef="#ctx0" brushRef="#br0" timeOffset="884">542 2289 7661,'0'17'-107,"0"1"1,0-1 1123,0 0 1,2-7-621,4-4 0,3-6 0,9-6 0,-1-5-693,1-5 0,1-3 1,2-3-1,3-1 296,-3 2 0,6-7 0,0 1 0</inkml:trace>
  <inkml:trace contextRef="#ctx0" brushRef="#br0" timeOffset="1868">1782 1904 7709,'21'0'262,"-3"0"1,-13 2-1,1 4 211,-4 6 0,-2 3 0,-2 3 1,-4 1-90,-5 4 1,-3 5 0,1 7 0,1 1 274,-2 5 1,-1-4-1,-1 6 1,3-2-417,1-1 1,2 1-1,-3-8 1,1-2 167,-1-2 0,5-7-473,2 1 0,4-14 1,2-9-1,0-9-269,0-7 0,2-9 0,4-4 0,6-4-166,3-2 1,3-8-1,-1-1 1,0-3 217,1 1 1,-1 7 0,1-4 0,1 2 150,5 1 0,-5 1 0,6 10 0,-2 5 135,1 5 1,-1 3 0,-6 5-1,1 5-283,-1 4 1,1 4 0,-1 4-158,1 5 0,-1 5 0,-1 1 1,-3 1 62,-1-1 1,-6 1 0,4-1-1,-3 1 127,-3-1 1,-2 1 0,-2-1 0,0 1 63,0-1 1,0 1 250,0-1 0,0 0 0,-2-1 387,-4-4 0,4-3 1,-3-3 94,3 6 1,2-3-1,0 3 139,0 2 0,2-5 0,3 1-419,7-2 0,-2-2 0,1-6 1,5 0-131,5 0 1,-1 0-1,5-2 1,-2-6 27,0-9 0,7-3 0,-5-7 1,0 0 1,0 0 1,-3 3-1,-9-3 1,-1 0-296,1 0 1,-5 5 0,-2-1-459,-4 4 1,-10 9-1,-5 4 1,-7 4 789,-3 2 1,-2 8 0,3 4-1,-3 5 128,-2 6 0,6-1 1,-3 5-1,5 0-191,1 0 0,1-3 0,1 3 0,5-2-485,5-4 0,4 5 1,2-3-1,0-2-110,0-1 1,8-3-1,5-1 1,7-5 64,3-5 0,6-4 0,-4-2 0,1 0-1955,-1 0 2337,6-8 0,-12-9 0,7-10 0</inkml:trace>
  <inkml:trace contextRef="#ctx0" brushRef="#br0" timeOffset="2318">2742 2062 7698,'18'0'-765,"-7"-2"0,1-2 1179,2-2 1,-5-2 0,3 2-26,2-5 1,-7 1-1,-1-2 149,-4-1 0,-2 3-348,0-2 1,-2 7-1,-4-5 1,-5 2 25,-5 4 1,-3 4-1,-3 6 1,-3 6 77,-2 3 0,4 9 1,-6 1-1,0 2-47,1 4 1,-3 2 0,8 0-1,2 0-122,1 2 1,3-10-1,1 10 1,5-2-249,5 0 0,4-6 0,4-5 0,4-7-165,5-3 1,7-8 0,3-1 0,4-6-64,3-9 1,1-9-1,4-5 1,-2 1-51,-2 0 0,-6 0 0,4 3 621,-2-1 464,-1 8 0,-15 22 0,-5 17 0,-8 9-103,-7 7 0,-7 13 1,-3 11-1,-2 4-272,1 2 1,-3 1 0,2 3 0,0 4-138,-3 1 0,13-13 1,-5-2-1,5-11-2495,3-13 0,2-1 373,8-16 0,2-15 1950,4-14 0,4-15 0,7-6 0</inkml:trace>
  <inkml:trace contextRef="#ctx0" brushRef="#br0" timeOffset="2633">3127 2114 7661,'-18'12'0,"1"-3"958,-1-1 0,1 6 0,1-3-425,5 5 1,-3-5 0,6 1 0,0 2-193,1 1 1,1 5 0,6 1-194,0 2 1,0 1 0,0-7 0,2-1-37,4-5 1,3 5-1,9-7 1,1 1-207,4-4 1,-3-4-1,5-2 1,-2-2 16,1-4 1,1-6 0,-4-9 0,4-4-361,3-2 1,-7 0 0,2-4 0,-1 1-92,1-1 1,-10 0-1,5 0 1,-3 2-313,1-2 1,-4 6 0,-3 0 839,-1-1 0,6 7 0,-5-6 0</inkml:trace>
  <inkml:trace contextRef="#ctx0" brushRef="#br0" timeOffset="2850">3685 1992 7660,'-2'17'-1364,"-3"1"1364,-7-1 0,4 1 0,2-1 1361,5 1 0,1-1 0,0 0 0,0 1-756,0-1 1,0 3 0,0 1 0,0 2-684,0-1 1,0-9-1,0-1 1,0 2-435,0 1 0,0-3-1415,0-1 1927,0-7 0,0-4 0,0-9 0</inkml:trace>
  <inkml:trace contextRef="#ctx0" brushRef="#br0" timeOffset="3434">3878 1939 9116,'-8'24'0,"-4"-1"806,-3-2 0,-3 1 1,3 1-1,3 4-515,6 0 1,4 6-1,2-4 1,0 2 19,0-2 0,0 3 1,2-7-1,2 0-268,2 0 1,2-2 0,-3-7-325,7-4 0,-2-5 0,1-9 60,3-3 1,-4-5-1,1-9 1,1-5-28,-2-5 0,5 2 1,-5-2-1,2 0 208,-1 2 0,1-6 0,3 5 0,-1 1 118,-2 4 0,-7 4 0,7 1 1,0 1 135,-3-1 0,5 7 0,-6 1 0,1 2 40,5 4 1,-4 2 0,1 4 130,3 4 1,-4 4 0,1 7 0,1 1-64,-2-1 1,5 6-1,-5 1 1,2-1-257,-1 2 0,-5-5 1,6 3-1,-1-4 81,-1-1 0,6-7 1,-7 1-1,3 0-641,0-3 0,-7-1 0,7-8-136,2 0 0,1 0 1,3-2-1,-3-4 263,-3-5 1,3-11 0,-3-1 0,1 2 156,-1 1 0,4-3 0,-7 0 0,1 1 68,-4 3 1,2 2 0,-3-1 250,-1 1 0,-10 1 0,-5 4 1,-7 7 255,-5 3 1,2 2 0,-6 2 0,-1 5 130,1 11 1,6-1-1,-4 9 1,1-1-93,1 4 1,2 4-1,7 2 1,4 2-407,3 3 1,1 3 0,6 6 0,0-5-298,0-1 0,8-2 1,5-8-1,7-4-221,3-6 0,2-11 0,-3-6 0,3-6-1328,2-6 1,-4-6 1847,6-11 0,0-12 0,6-10 0</inkml:trace>
  <inkml:trace contextRef="#ctx0" brushRef="#br0" timeOffset="3868">5152 1346 7625,'-17'11'240,"-1"-1"0,1 0 775,0-1 0,1-3 1,2 6-1,5 3-133,1 7 0,-4 11 0,7 9 0,1 3-430,2 3 1,-4 11 0,-2 5 0,0 4-257,1 1 1,-7-1 0,4-2 0,1-4-323,3-1 1,2 3-1,0-8 1,-2-8-424,2-11 1,2-10 0,0-11 205,-3-4 0,3-7 1,-4-10-175,4-7 1,2-4-1,0-1 1,0-2 181,0-5 0,0 5 0,0-4 0,0 1 167,0-1 1,0 9 0,0-3 0,0 1 163,0 1 1,-6 3-1,-2 3 485,-1 1 0,3 2 1,-4 8 141,2 4 0,3 3 0,5 9 0,-2-1-209,-4 1 1,4 7 0,-4 4 0,4 2-188,2-2 0,0 4 1,2-4-1,2 2-383,2-1 0,1-3 0,-1-8 0,4 1-124,0-5 0,5-9 0,-3 0-1146,3-4 1,3-10 0,-3-6 0,-1-5 1425,-2-4 0,-1-16 0,7 2 0</inkml:trace>
  <inkml:trace contextRef="#ctx0" brushRef="#br0" timeOffset="4051">3843 1712 7674,'-62'10'730,"-3"4"0,13-9 1,9 1 566,10 2 1,10-4-1135,11 8 1,7-9-1,10 3-869,7-4 0,4-2 0,1 0-360,1 0 1,-1 0 1065,1 0 0,-1-8 0,0-1 0</inkml:trace>
  <inkml:trace contextRef="#ctx0" brushRef="#br0" timeOffset="4934">1171 1 7741,'11'0'723,"1"0"1,-8 2 767,2 4-604,-12-4 1,2 5-113,-8-7 1,8 2-261,-1 4 0,3 10 0,4 7 0,1 0-27,3 2 0,8 10 0,-3 12 0,5 5-164,1 6 1,7 5 0,1 8 0,2 3-161,4 2 1,-4 5-1,2-5 1,2-4-195,2-6 1,-3 0 0,-3-10 0,-2-6-309,-4-7 0,-1-12 1,-5-4-626,-3-1 131,3-3 1,-13-15 380,4-8 1,-10-8 0,-3-10 0,-1 1-483,0-1 1,-6 1-1,3-2 1,-5-3 932,-1-1 0,-8-8 0,-3 4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46.715"/>
    </inkml:context>
    <inkml:brush xml:id="br0">
      <inkml:brushProperty name="width" value="0.06" units="cm"/>
      <inkml:brushProperty name="height" value="0.06" units="cm"/>
      <inkml:brushProperty name="color" value="#00A0D7"/>
    </inkml:brush>
  </inkml:definitions>
  <inkml:trace contextRef="#ctx0" brushRef="#br0">263 592 6759,'-12'0'1758,"1"0"-1470,7 0 0,-6 0-33,4 0 0,2 0 114,-7 0 1,5 2-204,-6 4 0,6-4 0,-3 6 0,-1-3-50,0 1 1,4 8-1,-5-4 1,-1 1-98,2 1 1,-5 5-1,3 7 1,-1-1 31,1 2 1,-3 2 0,5 8 0,0 0-56,4 0 1,-1-4 0,1 0 0,2 2-8,2-2 0,4-8 0,4-1 0,5-7-128,5-3 0,1-8 0,1 0 0,-1-8 93,1-8 1,5-11 0,0-4 0,-1-2 18,-3 0 1,-2-1 0,-1-5-1,-2-1 71,-3-5 1,-7 10 0,2-2 0,-4 6 251,-2 5 1,0 3 5,0 1 0,-2 9 1,-2 5-179,-2 8 1,-5 7-1,3 13 1,0 5-43,0 4 0,1 2 1,3 0-1,-2 1-93,2 5 0,2-4 1,2 4-1,0-4-219,0-2 1,2-2 0,2-2 0,2-4-666,-2-2 0,-1-2-1444,3-5 1001,4-8 1338,0-3 0,-3-22 0,-7-5 0</inkml:trace>
  <inkml:trace contextRef="#ctx0" brushRef="#br0" timeOffset="715">542 732 7493,'18'0'664,"-9"0"0,-3 0 0,-10 2-522,-1 4 0,-1-3 0,6 9-7,0 2 0,0 1 0,0 3 0,0-1-82,0 1 0,0-7 0,0 1 0,0 1-119,0 3 0,0 1 0,0 1-303,0-1 0,6-5 191,-1 0 0,3-8 0,-4-1 155,2-6 1,5-7 0,-3-8-1,0-1 12,0-4 1,3 1-1,-3-5 1,0 2 68,0 4 0,-1 1 0,-3 3 0,4-1 262,2 1 0,-6-1 1,3 3 136,1 3 0,-4 6-254,8 12 1,-6 12-1,3 11 1,-1 4 27,-4 2 0,4 2 0,-1 1 0,3 5-44,4 2 1,-5-5 0,1 5-1,0-4-449,0-8 1,-5 0 0,5-10 0,-2-2-480,-4-1 0,0-10-1490,1-5 2231,-3-3 0,6-17 0,-8-5 0</inkml:trace>
  <inkml:trace contextRef="#ctx0" brushRef="#br0" timeOffset="1233">1311 51 7872,'25'-18'1054,"-8"1"-270,-7 7 0,-10 4 0,0 12-507,0 6 1,0 11 0,2 6 0,4 6 48,5 6 1,-1 0 0,2 9 0,1 4-248,3 1 0,-1 1 0,-1 0 0,-4 2-194,-2-1 0,3-5 0,-5-5 0,-2-7-172,-2-3 0,-2-8 0,0-1-11,0-3 1,-2-10 211,-4-9 1,2-4-53,-7-2 1,5 0-56,-6 0 0,2-8 1,-3-3 119,1-5 1,0 1 0,-5 1 67,0 2 1,-1 9 0,1-3 0,-1 4 254,1 2 0,1 2 1,3 4-1,1 7 209,-2 8 1,-1 7 0,-1 8-1,5 3-188,5 2 0,4 8 1,2-3-1,2 5-204,4 1 1,3-7-1,11-7 1,5-7-262,10-7 1,0-13 0,8-5-1,-3-8-368,1-9 1,8-9 0,-5-15 0,1-2-2704,-4-3 3265,-5 3 0,7-21 0,2 3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3.979"/>
    </inkml:context>
    <inkml:brush xml:id="br0">
      <inkml:brushProperty name="width" value="0.06" units="cm"/>
      <inkml:brushProperty name="height" value="0.06" units="cm"/>
      <inkml:brushProperty name="color" value="#00A0D7"/>
    </inkml:brush>
  </inkml:definitions>
  <inkml:trace contextRef="#ctx0" brushRef="#br0">328 42 7669,'0'-12'773,"-2"2"1,-1 1 61,-3-1 0,0 14 0,6 4 0,0 11-542,0 10 1,0 12 0,0 5 0,2 7-345,4 5 0,3 6 0,9 12 0,-1 3-380,1 1 1,5 3 0,2-9 0,0-6-349,1-8 1,-5-9 0,-9-9 418,-6-7 0,-6-13 0,-6-5 0,-6-9 309,-3-6 1,-3-2 0,1-2-1,-1-4-106,1-6 1,-1-3 0,1-3 136,-1 1 1,1-6-1,-3-1 1,-1 3 184,-2 2 0,-8 7 0,4 2 0,-1 2 200,5 5 0,-2 1 0,2 4 0,1 3 343,3 7 1,1 11 0,1 6 0,1 6-304,5 6 0,-3 4 0,8 5 1,4-1-347,6-3 0,2-1 0,12 1 0,7-7-593,6-8 1,6-5 0,2-9 0,1-2-2098,-1-3 2631,-2-4 0,6-8 0,1 0 0</inkml:trace>
  <inkml:trace contextRef="#ctx0" brushRef="#br0" timeOffset="467">870 775 7878,'-27'-15'1115,"3"3"1,11 4 640,1 8-1611,8 0 1,-9 8-99,7 4 0,-6 3 1,4 3-1,1-1 15,-1 1 0,-4-7 0,4 1 1,1 1-245,-1 3 1,-4 1-1,6 1-202,3-1 1,-5 1-1,2-1-6,2 1 1,4-7 0,6-1 0,6-2 71,3-4 1,3-2 0,-1-4-1,2-4 257,5-6 1,-5-5 0,6-5 0,-1-3 297,-1-2 1,6 4-1,-6-4 1,-1 1 175,-3 5 1,-1-4-1,-1 2 1315,0 1-1309,-7 3 1,-2 11 0,-8 8-1,0 12-449,0 9 0,0 4 1,0 6-1,0-2-566,0 2 1,0 2 0,0 2 0,0 0 83,0 0 1,0-2 0,0-2 0,0-4-1622,0-1 2133,0-3 0,-8-6 0,-2 1 0</inkml:trace>
  <inkml:trace contextRef="#ctx0" brushRef="#br0" timeOffset="734">1184 24 7733,'-17'0'279,"-1"4"1,3 8 752,3 11 1,4 10 0,10 10 0,4 9-568,6 10 1,3 8 0,5 6 0,-1 3-720,-2 1 1,3 5 0,-12-5 0,-1-3-285,1-7 1,-2-8 0,-6-11-1,0-5-201,0-5 1,-8-12-1,-3-5 1,-5-7-245,-1-5 0,-3-7 983,-3-10 0,3-13 0,-5-9 0</inkml:trace>
  <inkml:trace contextRef="#ctx0" brushRef="#br0" timeOffset="1283">940 461 7636,'-18'0'0,"1"0"820,-1 0 1,10 6 0,8-1-370,10-1 1,15 4-1,8 0 1,8 0-424,4-1 0,1 7 0,7-4 0,-1 1-104,0 1 0,-5-6 0,0 4 0,1-3-77,3-3 1,-7-2-1,-5-2 1,-6 0-437,-4 0 1,-8 0 547,3 0 0,-13-2 1038,-5-4-635,-4 4 1,-10-5-1,-3 9 1,-3 3-88,3 7 1,-9 4-1,5 3 1,-3 4-211,-3 6 1,-1 4-1,5 2 1,1 0-114,5 0 1,-5 0-1,7 0 1,-1 0-30,4 0 0,4 0 0,2 0 0,0-2 22,0-4 1,8-2-1,4-6 1,3 1-27,3-7 0,5 1 0,0-10 0,-2-3 14,-1-1 1,3-15 0,2-7 0,1-5 48,-1-6 1,4-8 0,-4-3 0,0-3-20,1-4 1,-3 5-1,-6-1 1,1 1 238,-1-1 0,-1 6 0,-3-2 0,-3 6 1643,-2 6-1474,-2 4 1,-6 17 0,-2 8-278,-4 10 0,4 7 1,-4 5-1,2 3-430,-2 2 0,5 2 0,-5 6 0,4 0-461,2 0 0,0-2 1,0-2-1,0-4 797,0-1 0,0 5 0,0-4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2.917"/>
    </inkml:context>
    <inkml:brush xml:id="br0">
      <inkml:brushProperty name="width" value="0.06" units="cm"/>
      <inkml:brushProperty name="height" value="0.06" units="cm"/>
      <inkml:brushProperty name="color" value="#00A0D7"/>
    </inkml:brush>
  </inkml:definitions>
  <inkml:trace contextRef="#ctx0" brushRef="#br0">154 419 9875,'-10'8'422,"5"4"0,3-1 1,2 5-1,0 5 123,0 5 1,2-1 0,3 8 0,7 4-508,4 0 1,1-1-1,1-1 1,-1 0-612,0 0 1,-1-8 0,-2-3 0,-3-5-991,3-1 1,-4-9 1562,1-3 0,1-4 0,5-2 0</inkml:trace>
  <inkml:trace contextRef="#ctx0" brushRef="#br0" timeOffset="346">538 245 7819,'6'-12'0,"0"1"561,-2-3 0,-10 6 1,-6 2-1,-3 4-162,-3 2 1,7 2 0,-1 4 0,1 6-189,1 3 0,-6 5 1,7 3-1,-1 6-508,4 4 1,4-4 0,2 0 0,0 4-18,0 6 0,0-8 1,0 4-1,2-4 52,4-4 0,-2 4 1,7-7-1,3-3 92,2-2 1,1-3-1,0-4 1,1-5 500,-1 1 1,1-4 71,-1 8 1,-5-3 0,-2 5 0,-3-2-274,-3 1 0,-2-3 0,-2 1 0,-2 1-772,-4-2 1,3 5 641,-9-3 0,-7 4 0,-9 1 0</inkml:trace>
  <inkml:trace contextRef="#ctx0" brushRef="#br0" timeOffset="512">49 18 7893,'-17'0'322,"1"-2"287,5-4 1,7 4 0,14-4-1,9 4-396,6 2 0,12 0 1,10 0-214,3 0 0,2 0 0,1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0.747"/>
    </inkml:context>
    <inkml:brush xml:id="br0">
      <inkml:brushProperty name="width" value="0.06" units="cm"/>
      <inkml:brushProperty name="height" value="0.06" units="cm"/>
      <inkml:brushProperty name="color" value="#00A0D7"/>
    </inkml:brush>
  </inkml:definitions>
  <inkml:trace contextRef="#ctx0" brushRef="#br0">1 777 10465,'0'11'438,"0"1"0,0 1-232,0 3 0,0 3 0,0 5 0,0 5-141,0 4 0,0 4 1,0 3-1,0 7-114,0 3 0,6-3 1,1-2-1,1-5-198,0-7 0,6 0 0,-3-11 66,5-7 0,1-9 0,1-16 0,-1-11 62,1-10 1,-1-2-1,0-14 1,1 1 106,-1 1 0,-1-9 0,-4 5 0,-5 3-31,1 1 0,-6 4 1,4 8-1,-4 4 16,-2 6 1,0 9-1,-2 5 95,-4 1 1,4 10-1,-4 9 1,2 5 462,-1 1 0,3 9 1,-4 1-1,4 4-358,2 4 1,0-6 0,2 8 0,2-6-168,2 0 0,7 0 1,-1 0-1,3-4-112,3-2 0,-1-7 1,1-8-1,-1-3-14,1-3 1,-1-2 0,1-4 0,1-4 145,4-5 1,-3-13-1,5-5 1,-2-6-48,0-5 1,1 3 0,-7-6-1,1 2-104,-1 1 0,1-1 1,-3 8-1,-3 4-309,-6 5 1,-3 3 0,1 0-157,2-3 0,-2 9 0,-8 7-94,-2 0 1,-1 6 683,1-3 0,4 3 0,-6 2 0</inkml:trace>
  <inkml:trace contextRef="#ctx0" brushRef="#br0" timeOffset="582">874 60 7939,'10'-7'649,"-2"-3"0,-8-7-142,0-1 0,0 10 0,0 10 0,0 14-229,0 11 1,0 8-1,0 6 1,0 9-38,0 12 1,0 4-1,0 16 1,0 3-232,0 6 0,-6 8 1,2-46-1,0 1 0,0-1 1,0-1-233,-4 45 0,1-14 0,3-11 0,-4-10-120,-2-10 0,4-13 272,-5-4 0,7-17 0,-2-18-49,4-10 0,2-7 0,0-7 0,2-5-155,4-4 1,-2-4 0,6-4 0,-1-5 37,1-5 1,2-1 0,3 0 0,-1-1 29,-3 1 0,1 7 1,3 5-1,-1 5 551,-2 5 0,-6 7 0,3 14 482,-1 9 0,4 9 1,-5 16-1,1 8-550,0 6 0,6 12 0,-5-1 0,3 8-628,0 4 1,-1-5 0,7 1 0,-3-2-308,-3 2 0,3-3 0,-5 1 1,0-7-907,-4-9 1,-5-16 1563,-1-7 0,0-11 0,0 2 0</inkml:trace>
  <inkml:trace contextRef="#ctx0" brushRef="#br0" timeOffset="951">1276 934 8028,'-18'2'255,"1"3"0,5-1 0,2 8-104,3 2 0,1-5 1,6 3-1,4 0-71,7-3 1,1 5 0,13-8 0,0-2-154,5-3 0,1-1 1,0-1-1,-2-5-37,2-6 0,-6 0 0,-2-3 0,-3-4 5,-3-1 1,1-5 0,-1 0 0,-1-3 139,-5-3 1,-3 6 0,-8 2 0,0 2 27,0-3 0,-8 11 0,-3-3 369,-5 6 1,-7 7 0,0 8-1,1 9-76,3 7 0,1 7 0,1 6 0,-1 3-258,1 4 1,5-2-1,3 5 1,1 1-351,4 0 0,2-6 0,4 1 1,2-5-239,2-6 1,13 0-1,-1-9 1,1-7-844,0-3 1,5-4 1332,-1-6 0,0-16 0,-5-3 0</inkml:trace>
  <inkml:trace contextRef="#ctx0" brushRef="#br0" timeOffset="1299">1747 724 7858,'0'18'745,"-2"-1"1,-2 1-192,-1-1 1,-7 6-1,6 1 1,2-1-523,2 2 1,2-4-1,0 7 1,0-1-118,0 0 1,6-6 0,2 3 0,0-5-292,-1-2 1,7-7 168,-2-4 0,-5-6 1,1-6 134,0-6 0,-6-11 0,4-6 1,-2-4 124,1-2 1,-3-2 0,6-2 0,-2-3 84,0-3 0,7 4 0,-3-1 0,2 3 183,-1 6 1,-7 8 0,4-1 0,0 5 74,3 6 1,-1 3 0,2 0-326,1 6 1,3 12 0,1 6 0,1 3 8,-1 3 1,1 1 0,-3 3 0,1 3-1965,1 2 1884,-11-6 0,17 12 0,-13-5 0</inkml:trace>
  <inkml:trace contextRef="#ctx0" brushRef="#br0" timeOffset="1649">2219 829 7800,'-18'0'244,"1"0"1,1 2 505,5 4 1,3-2 0,10 7 0,4 3-651,5 1 1,13 3-1,5-3 1,4-1-175,2-2 1,0-9-1,0 3 1,1-4-152,5-2 0,-10-2 0,2-4 0,-6-5 60,-5-5 0,3-3 1,-4-3-1,-5-3 131,-8-2 1,-1 6-1,-1-3 1,-4 5 137,-6 2 0,-6 1 1,-7 4-1,-2 7 218,-5 3 0,3 4 0,-6 3 0,0 9 61,-1 7 0,7 7 1,-2 6-1,1 1-215,-1 0 0,6 2 1,-3 2-1,9 2-470,3-2 1,2 3-1,6-1 1,4-2-248,8-2 1,1-10-1,16-6 1,4-7 548,6-8 0,-2-4 0,6-2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9:00.477"/>
    </inkml:context>
    <inkml:brush xml:id="br0">
      <inkml:brushProperty name="width" value="0.06" units="cm"/>
      <inkml:brushProperty name="height" value="0.06" units="cm"/>
      <inkml:brushProperty name="color" value="#00A0D7"/>
    </inkml:brush>
  </inkml:definitions>
  <inkml:trace contextRef="#ctx0" brushRef="#br0">70 847 8810,'-17'8'686,"1"3"157,5 5 0,-3 3 0,8 6 0,2 10-401,2 10 0,2 15 1,0 12-1,2 13-548,4 12 1,-2-42 0,2 1 0,2 1 0,1 0 0,1 0 0,0-1-246,1-3 1,1-1 0,7 35 0,5-19 0,-7-16-1716,-5-15 1,1-13 2065,-7-19 0,0-14 0,-6-18 0</inkml:trace>
  <inkml:trace contextRef="#ctx0" brushRef="#br0" timeOffset="384">524 1284 10012,'-11'7'222,"-1"5"0,2 9 0,-1 3 0,5-3-167,4-2 0,-4 5 0,0 1 0,2 2-3,2 4 1,2-4-1,2 0 1,4-1-64,6-5 0,-2-9 0,1-7 0,5-3-119,5-2 0,-2-4 1,5-7-1,-5-12 44,-1-9 1,-1-2 0,1-3 0,-1-4 93,0-6 1,-5 3-1,-2-1 1,-2 0 77,-5 1 0,-3 7 0,-5 0 0,-7 8-83,-4 4 1,-3 3 0,-2 11 0,-3 5-321,3 4 1,4 10 0,3 3 0,4 5-1000,3 1 1,-5 9 1315,6 3 0,-7 4 0,3 2 0</inkml:trace>
  <inkml:trace contextRef="#ctx0" brushRef="#br0" timeOffset="884">1467 1406 7673,'0'-12'145,"0"0"1,0-1 417,0-3 1,-5-1 0,-3-1-1,0 1-129,0 0 0,0-3 1,5-1-1,-3-3-301,2 3 0,2 2 0,2 1-14,0 1-116,0 7 0,-2 4 1,-2 12-72,-2 6 0,-7 9 0,1 4 1,-3 4 28,-3 8 1,-5 0 0,-2 10 0,-1 1-149,1 3 1,-4 1 0,6 0 0,1 1-449,3-1 1,9-7 0,4-4 0,5-6 634,1-6 0,15-4 0,4-8 0</inkml:trace>
  <inkml:trace contextRef="#ctx0" brushRef="#br0" timeOffset="1555">1834 1249 7581,'-15'-2'1089,"1"-2"-618,2-2 0,1 0 0,-7 6 220,1 0 1,5 0-1,0 0-471,-1 0 1,3 8-1,1 4 1,-1 3-243,0 3 0,6 5 0,-4 2 1,3 2-164,-1 4 1,-2-4 0,4 3 0,-2-1-262,2-2 1,4 4 0,4-8 0,4-3-10,2-7 1,1 1 0,7-8 0,1-5 127,5-4 0,-5-9 0,6-9 0,-1-5 241,-1-1 0,6-2 0,-6-6 0,-1 0-36,-3 0 1,-2 0 0,-1 0 0,-2 1 844,-3-1 1,-5 7 0,4 5 2064,-3 4-2588,-1 9 1,-12 12 0,1 13 0,1 9-224,2 3 0,-4 2 1,0 6-1,2 0-345,2 0 1,2 0 0,0 0 0,0-2-133,0-4 0,0-4 0,2-8 1,2 1 51,2-1 0,8-7 0,-3-4 0,5-8 290,1-10 0,3-9 0,1-18 1,4-5 63,2-7 0,2 1 1,6-12-1,2-2 238,4-4 0,-4 2 1,6-14-1,-1-1 5,5-7 1,-22 38 0,0-1-1,2-1 1,-1 0 0,-1-5 0,0-1 28,-1-2 1,-1 0-1,-4 2 1,-3 1 0,-5 4-1,-1 1 1,4-37 180,-9 19 0,-5 35 0,-7 22 1,-9 21 666,-5 21 1,-10 11 0,2 17-1,-4 7-693,-2 11 0,14-29 0,1 2 0,-1 2 0,1 2 0,0 4 0,-1 1-287,0 3 1,0 0 0,2-1 0,1 1 0,-2 3 0,1 2 0,3-3 0,1 0-524,2-1 1,3 0 0,3 0 0,2-2-1,2-1 1,2-1 476,2-4 0,2-1 0,9 43 0,7-14 0,-1-5 0,-5-4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9.794"/>
    </inkml:context>
    <inkml:brush xml:id="br0">
      <inkml:brushProperty name="width" value="0.06" units="cm"/>
      <inkml:brushProperty name="height" value="0.06" units="cm"/>
      <inkml:brushProperty name="color" value="#00A0D7"/>
    </inkml:brush>
  </inkml:definitions>
  <inkml:trace contextRef="#ctx0" brushRef="#br0">158 123 6889,'-18'0'-43,"1"0"0,-1 0 0,-1 0 1255,-4 0 1,3 0-907,-3 0 0,11 8 0,7 4-336,3 3 0,9 3 0,5-1 0,4-1-45,1-5 0,6 5 0,2-7 0,3 1-17,3-4 1,2-4 0,2-2 0,0-2-48,-1-4 1,-4-4-1,-3-9 1,-2-2 88,-4-3 1,-3-1 0,-7 4 0,-5-2 105,-4 1 0,-4-3 1,-4 2-1,-7 3-60,-9 7 1,-5 5 0,-8 8 0,0 0-215,1 0 1,1 2-1,3 4 1,7 5-137,4 5 0,1 1 1,3 1-1,3-1 354,6 1 0,4 7 0,2 2 0</inkml:trace>
  <inkml:trace contextRef="#ctx0" brushRef="#br0" timeOffset="283">664 176 7715,'12'0'878,"0"0"1,-9 2-288,3 3 1,-4 5-374,-2 8 1,-6-1-648,1 0 0,-3-5 196,2 0 0,-4-8 52,-7 1 1,7-5 0,2-5 0,2-7 74,1-4 0,-1-1 1,6 0-1,0-1 255,0 1 0,0-1 1,0 1-59,0-1 1,8 1-1,3-1 1,5 3-211,1 3 0,8-1 0,3 5 0,1 0 119,0 0 0,8-5 0,7 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7.228"/>
    </inkml:context>
    <inkml:brush xml:id="br0">
      <inkml:brushProperty name="width" value="0.06" units="cm"/>
      <inkml:brushProperty name="height" value="0.06" units="cm"/>
      <inkml:brushProperty name="color" value="#00A0D7"/>
    </inkml:brush>
  </inkml:definitions>
  <inkml:trace contextRef="#ctx0" brushRef="#br0">350 280 7094,'0'-18'0,"0"1"0,0 0 0,0-1 0,0 1 0,0 5-494,0 0 0,-2 8 440,-4-1 1,3 3 250,-9 2 0,6 2 44,-6 3 0,1 5 0,-5 8 77,5-1 0,-5 1 1,4-1 4,-3 0 1,-1 1 0,3-1 0,1 1-77,-1-1 0,-3 1 0,1 1 0,1 3-66,2 1 0,1 6 0,-7-4 0,1 4-20,-1 8 0,3 0 0,3 10 0,6-1-72,4-1 1,2 5 0,0-5 0,2 1-106,4 1 0,6-10 1,11-2-1,4-10-132,0-6 1,8-9 0,-2-6 0,6-8-104,0-8 1,-2-11 0,-2-8 0,0-8 76,0-7 1,-8-5 0,-4-1-1,-4 0 70,-1-1 1,-8 1 0,-5-1-1,-3 1 34,-2 0 0,-9 5 0,-9 2 0,-9 3-42,-6 3 1,-4 10-1,-2 5 1,-3 5-43,-3 2 1,6 7-1,-2 4 1,5 6 83,1 6 1,6 11-1,3 14 1,5 8-187,5 8 0,11 3 1,-1 3 255,4-1 0,10 8 0,1 2 0</inkml:trace>
  <inkml:trace contextRef="#ctx0" brushRef="#br0" timeOffset="550">787 717 7893,'-8'17'-117,"4"-7"1,-6-3 0,1-1 212,-1 0 0,6 8 0,-4-3 1,3 5 92,-1 1 0,0 3 1,6 1-1,0 4-12,0 2 1,0 3-1,0 5 1,0-1-230,0 1 1,0-6 0,2-1-167,4-3 1,3-4 0,9-11 48,-1-10 0,1-16 0,-1-13 1,1-4 20,-1-2 0,1-7 0,-1-5 1,1-1 172,-1 1 1,-1 2 0,-3 7 0,-1-3 135,1 2 1,1 10-1,-2 6 1,-5 5 249,1 7 1,-6 5-92,4 12 1,2 11-1,-3 10 1,-1 4-239,-2 4 1,4-4 0,0 10 0,-2-4-173,-2-2 1,0 0 0,2 0-1,1-2-106,-1-4 0,-2-2 1,0-6-1110,4 2 1305,-4 1 0,13-7 0,-5 1 0</inkml:trace>
  <inkml:trace contextRef="#ctx0" brushRef="#br0" timeOffset="766">1363 1 7949,'-17'11'193,"-1"1"0,3 7 0,3 10 0,6 6 354,4 6 1,2 6-1,0 11 1,2 6-598,4 4 0,11 2 1,11-1-1,1 3-241,0 4 1,-2-12 0,2 0 0,-4-8-233,1-3 0,-13-9 0,3-5 523,-7-8 0,5 2 0,-4-6 0</inkml:trace>
  <inkml:trace contextRef="#ctx0" brushRef="#br0" timeOffset="1283">1992 507 8051,'-18'2'260,"1"4"1,5 3 0,3 9 0,-1 1 69,0 5 0,6 1 0,-2 6 0,4 0-334,2 6 0,8-8 1,4 6-1,1-4-599,-1-4 0,4 4 0,-5-8 603,5-1 0,1-3 0,1-1 0</inkml:trace>
  <inkml:trace contextRef="#ctx0" brushRef="#br0" timeOffset="1800">2201 577 7889,'0'17'54,"0"1"0,0-1 1,0 1-1,0-1 176,0 1 0,2-1 0,2 1 0,4-1-521,2 0 0,1-5 0,7 0 54,-1 1 0,1-5 0,-1-2 139,1-4 1,-7-4 0,-1-4 0,0-6 29,-1-3 0,-5-3 1,2-1-1,-2-2 76,2-3 0,-4 1 0,4 4 1,-3-1 274,3 3 1,-4-4 399,4 9 0,4 4-325,1 2 0,-1 18 0,2 7 0,1 7-48,3 5 0,1 2 0,3 2 0,3-2-346,6-4 1,-2 2 0,2-8 0,2-2-289,2-1 0,6-11 1,-2-3-1,-4-6 31,0-6 0,-8-5 1,0-11-1,-3-3-40,-5-2 0,3-2 0,-14-6 0,-3 2 103,-1 4 1,4-4 0,0 4 0,-2-2 345,-2 2 1,-8 3 0,-2 9 0,-1 1 158,-5 5 1,-2-3-95,-1 8 1,5 8 0,3 10 0,1 4 36,4 1 1,2 6-1,2 2 1,2 3-213,4 3 1,-2 0-1,7 0 1,5-2-340,5 2 1,1 2 0,9 0 332,5-4 0,-1 4 0,8-6 0</inkml:trace>
  <inkml:trace contextRef="#ctx0" brushRef="#br0" timeOffset="2000">1957 105 7807,'-43'0'0,"6"0"419,6 0 1,20 0 0,5 2 0,17 2-490,17 2 0,8 0 0,19-6 70,3 0 0,4-8 0,8-2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8/7/26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8/7/26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8/7/26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8/7/26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8/7/26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8/7/26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8/7/26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8/7/26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8/7/26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8/7/26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8/7/26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8/7/26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2.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sv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17.png"/><Relationship Id="rId7" Type="http://schemas.openxmlformats.org/officeDocument/2006/relationships/image" Target="../media/image13.png"/><Relationship Id="rId2" Type="http://schemas.openxmlformats.org/officeDocument/2006/relationships/image" Target="../media/image19.jpeg"/><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image" Target="../media/image18.jpeg"/><Relationship Id="rId4" Type="http://schemas.openxmlformats.org/officeDocument/2006/relationships/image" Target="../media/image20.png"/><Relationship Id="rId9" Type="http://schemas.openxmlformats.org/officeDocument/2006/relationships/image" Target="../media/image25.png"/></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9.jpeg"/><Relationship Id="rId1" Type="http://schemas.openxmlformats.org/officeDocument/2006/relationships/slideLayout" Target="../slideLayouts/slideLayout7.xml"/><Relationship Id="rId6" Type="http://schemas.openxmlformats.org/officeDocument/2006/relationships/image" Target="../media/image18.jpeg"/><Relationship Id="rId5" Type="http://schemas.openxmlformats.org/officeDocument/2006/relationships/image" Target="../media/image1.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26.svg"/><Relationship Id="rId7" Type="http://schemas.openxmlformats.org/officeDocument/2006/relationships/image" Target="../media/image17.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20.png"/><Relationship Id="rId4" Type="http://schemas.openxmlformats.org/officeDocument/2006/relationships/image" Target="../media/image27.svg"/></Relationships>
</file>

<file path=ppt/slides/_rels/slide2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7.xml"/><Relationship Id="rId5" Type="http://schemas.openxmlformats.org/officeDocument/2006/relationships/image" Target="../media/image37.png"/><Relationship Id="rId4" Type="http://schemas.openxmlformats.org/officeDocument/2006/relationships/image" Target="../media/image36.png"/></Relationships>
</file>

<file path=ppt/slides/_rels/slide3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7.xml"/><Relationship Id="rId5" Type="http://schemas.openxmlformats.org/officeDocument/2006/relationships/image" Target="../media/image35.png"/><Relationship Id="rId4" Type="http://schemas.openxmlformats.org/officeDocument/2006/relationships/image" Target="../media/image33.png"/></Relationships>
</file>

<file path=ppt/slides/_rels/slide3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hyperlink" Target="https://www.google.com/search?q=Using+logger+package+in+r+for+logging.+Have+a+main+that+orchestrates+calling+functions.+Should+logging+statements+be+distributed+through+all+functions+or+just+in+main%3F&amp;gs_lcrp=EgRlZGdlKgYIABBFGDkyBggAEEUYOTIICAEQ6QcY_FUyBwgCEOsHGEDSAQk2OTM4MGowajmoAgCwAgE&amp;sourceid=chrome&amp;ie=UTF-8&amp;udm=50&amp;fbs=ABfTbFVyMZGZf1hfvX9uKjN_-G8cn05EoNqnRUpRtqDK_L3JtfpDfxUZqBhK75N4XIQD_SUpSCUUMR_PSewCHJJ7Uad_ZYGdzr9Q0x1u-Afpn3kboM97KPyi0fyxzadK3Vy3ypipcNz-nUszdgziPXK1W0UTH6vcEPYBwm-7ved7QTbkXhqkMY0esaJlxNb2s4yjxrxHKxg7I2iOxdU1ml888Dgt9nyiXw&amp;aep=10&amp;ntc=1&amp;mstk=AUtExfDFvKjtUN7gnql7b5ogo1ycb9CtDO2eJE2z6SXzl4okzpd2W3BFVp9NrldAnXK0Vj295dcGAXYlT28_g5ixbLxdsC9h-opT09GGuZy8qXw2kYp8tWiYwqHSLwi_AspumMtsgvDYJGJIA0kHFqAlyuDFFgb2Gfn8lHE7OQ_9Q_kv-vqwERXogao4IeiKiuG-MPmTReK1B_1ReKA7hrAux6VCho5z74wLv0AHIi0YQluqR7-WGBBPDboJ4Q&amp;aioh=3&amp;csuir=1&amp;mtid=rWZjavjQOvLG0PEP6YTUsA8" TargetMode="External"/><Relationship Id="rId2" Type="http://schemas.openxmlformats.org/officeDocument/2006/relationships/hyperlink" Targe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 TargetMode="External"/><Relationship Id="rId1" Type="http://schemas.openxmlformats.org/officeDocument/2006/relationships/slideLayout" Target="../slideLayouts/slideLayout7.xml"/><Relationship Id="rId5" Type="http://schemas.openxmlformats.org/officeDocument/2006/relationships/hyperlink" Target="https://www.rdocumentation.org/packages/logcondens.mode/versions/1.0.1/topics/dir.exists" TargetMode="External"/><Relationship Id="rId4" Type="http://schemas.openxmlformats.org/officeDocument/2006/relationships/hyperlink" Target="https://www.google.com/search?q=when+using+the+logger+package+in+r+for+logging+to+file%2C+is+it+still+possible+to+send+messages+to+the+console+to+notify+the+user+immediately&amp;oq=when+using+the+logger+package+in+r+for+logging+to+file%2C+is+it+still+possible+to+send+messages+to+the+console+to+notify+the+user+immediately&amp;gs_lcrp=EgRlZGdlKgYIABBFGDkyBggAEEUYOTIICAEQ6QcY_FUyBwgCEOsHGEDSAQk4MDA2MmowajmoAgCwAgE&amp;sourceid=chrome&amp;source=chrome.ob&amp;ie=UTF-8" TargetMode="External"/></Relationships>
</file>

<file path=ppt/slides/_rels/slide38.xml.rels><?xml version="1.0" encoding="UTF-8" standalone="yes"?>
<Relationships xmlns="http://schemas.openxmlformats.org/package/2006/relationships"><Relationship Id="rId13" Type="http://schemas.openxmlformats.org/officeDocument/2006/relationships/image" Target="../media/image312.png"/><Relationship Id="rId18" Type="http://schemas.openxmlformats.org/officeDocument/2006/relationships/customXml" Target="../ink/ink10.xml"/><Relationship Id="rId26" Type="http://schemas.openxmlformats.org/officeDocument/2006/relationships/customXml" Target="../ink/ink14.xml"/><Relationship Id="rId3" Type="http://schemas.openxmlformats.org/officeDocument/2006/relationships/image" Target="../media/image262.png"/><Relationship Id="rId21" Type="http://schemas.openxmlformats.org/officeDocument/2006/relationships/image" Target="../media/image351.png"/><Relationship Id="rId7" Type="http://schemas.openxmlformats.org/officeDocument/2006/relationships/image" Target="../media/image281.png"/><Relationship Id="rId12" Type="http://schemas.openxmlformats.org/officeDocument/2006/relationships/customXml" Target="../ink/ink7.xml"/><Relationship Id="rId17" Type="http://schemas.openxmlformats.org/officeDocument/2006/relationships/image" Target="../media/image331.png"/><Relationship Id="rId25" Type="http://schemas.openxmlformats.org/officeDocument/2006/relationships/image" Target="../media/image371.png"/><Relationship Id="rId33" Type="http://schemas.openxmlformats.org/officeDocument/2006/relationships/image" Target="../media/image414.png"/><Relationship Id="rId2" Type="http://schemas.openxmlformats.org/officeDocument/2006/relationships/customXml" Target="../ink/ink2.xml"/><Relationship Id="rId16" Type="http://schemas.openxmlformats.org/officeDocument/2006/relationships/customXml" Target="../ink/ink9.xml"/><Relationship Id="rId20" Type="http://schemas.openxmlformats.org/officeDocument/2006/relationships/customXml" Target="../ink/ink11.xml"/><Relationship Id="rId29" Type="http://schemas.openxmlformats.org/officeDocument/2006/relationships/image" Target="../media/image391.png"/><Relationship Id="rId1" Type="http://schemas.openxmlformats.org/officeDocument/2006/relationships/slideLayout" Target="../slideLayouts/slideLayout7.xml"/><Relationship Id="rId6" Type="http://schemas.openxmlformats.org/officeDocument/2006/relationships/customXml" Target="../ink/ink4.xml"/><Relationship Id="rId11" Type="http://schemas.openxmlformats.org/officeDocument/2006/relationships/image" Target="../media/image301.png"/><Relationship Id="rId24" Type="http://schemas.openxmlformats.org/officeDocument/2006/relationships/customXml" Target="../ink/ink13.xml"/><Relationship Id="rId32" Type="http://schemas.openxmlformats.org/officeDocument/2006/relationships/customXml" Target="../ink/ink17.xml"/><Relationship Id="rId5" Type="http://schemas.openxmlformats.org/officeDocument/2006/relationships/image" Target="../media/image271.png"/><Relationship Id="rId15" Type="http://schemas.openxmlformats.org/officeDocument/2006/relationships/image" Target="../media/image321.png"/><Relationship Id="rId23" Type="http://schemas.openxmlformats.org/officeDocument/2006/relationships/image" Target="../media/image361.png"/><Relationship Id="rId28" Type="http://schemas.openxmlformats.org/officeDocument/2006/relationships/customXml" Target="../ink/ink15.xml"/><Relationship Id="rId10" Type="http://schemas.openxmlformats.org/officeDocument/2006/relationships/customXml" Target="../ink/ink6.xml"/><Relationship Id="rId19" Type="http://schemas.openxmlformats.org/officeDocument/2006/relationships/image" Target="../media/image341.png"/><Relationship Id="rId31" Type="http://schemas.openxmlformats.org/officeDocument/2006/relationships/image" Target="../media/image402.png"/><Relationship Id="rId4" Type="http://schemas.openxmlformats.org/officeDocument/2006/relationships/customXml" Target="../ink/ink3.xml"/><Relationship Id="rId9" Type="http://schemas.openxmlformats.org/officeDocument/2006/relationships/image" Target="../media/image291.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381.png"/><Relationship Id="rId30" Type="http://schemas.openxmlformats.org/officeDocument/2006/relationships/customXml" Target="../ink/ink16.xml"/><Relationship Id="rId8" Type="http://schemas.openxmlformats.org/officeDocument/2006/relationships/customXml" Target="../ink/ink5.xml"/></Relationships>
</file>

<file path=ppt/slides/_rels/slide3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3" Type="http://schemas.openxmlformats.org/officeDocument/2006/relationships/image" Target="../media/image431.png"/><Relationship Id="rId18" Type="http://schemas.openxmlformats.org/officeDocument/2006/relationships/customXml" Target="../ink/ink26.xml"/><Relationship Id="rId26" Type="http://schemas.openxmlformats.org/officeDocument/2006/relationships/customXml" Target="../ink/ink30.xml"/><Relationship Id="rId39" Type="http://schemas.openxmlformats.org/officeDocument/2006/relationships/image" Target="../media/image56.png"/><Relationship Id="rId21" Type="http://schemas.openxmlformats.org/officeDocument/2006/relationships/image" Target="../media/image471.png"/><Relationship Id="rId34" Type="http://schemas.openxmlformats.org/officeDocument/2006/relationships/customXml" Target="../ink/ink34.xml"/><Relationship Id="rId42" Type="http://schemas.openxmlformats.org/officeDocument/2006/relationships/customXml" Target="../ink/ink38.xml"/><Relationship Id="rId47" Type="http://schemas.openxmlformats.org/officeDocument/2006/relationships/image" Target="../media/image60.png"/><Relationship Id="rId50" Type="http://schemas.openxmlformats.org/officeDocument/2006/relationships/customXml" Target="../ink/ink42.xml"/><Relationship Id="rId7" Type="http://schemas.openxmlformats.org/officeDocument/2006/relationships/image" Target="../media/image401.png"/><Relationship Id="rId2" Type="http://schemas.openxmlformats.org/officeDocument/2006/relationships/customXml" Target="../ink/ink18.xml"/><Relationship Id="rId16" Type="http://schemas.openxmlformats.org/officeDocument/2006/relationships/customXml" Target="../ink/ink25.xml"/><Relationship Id="rId29" Type="http://schemas.openxmlformats.org/officeDocument/2006/relationships/image" Target="../media/image513.png"/><Relationship Id="rId11" Type="http://schemas.openxmlformats.org/officeDocument/2006/relationships/image" Target="../media/image421.png"/><Relationship Id="rId24" Type="http://schemas.openxmlformats.org/officeDocument/2006/relationships/customXml" Target="../ink/ink29.xml"/><Relationship Id="rId32" Type="http://schemas.openxmlformats.org/officeDocument/2006/relationships/customXml" Target="../ink/ink33.xml"/><Relationship Id="rId37" Type="http://schemas.openxmlformats.org/officeDocument/2006/relationships/image" Target="../media/image55.png"/><Relationship Id="rId40" Type="http://schemas.openxmlformats.org/officeDocument/2006/relationships/customXml" Target="../ink/ink37.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22.xml"/><Relationship Id="rId19" Type="http://schemas.openxmlformats.org/officeDocument/2006/relationships/image" Target="../media/image461.png"/><Relationship Id="rId31" Type="http://schemas.openxmlformats.org/officeDocument/2006/relationships/image" Target="../media/image521.png"/><Relationship Id="rId44" Type="http://schemas.openxmlformats.org/officeDocument/2006/relationships/customXml" Target="../ink/ink39.xml"/><Relationship Id="rId52" Type="http://schemas.openxmlformats.org/officeDocument/2006/relationships/customXml" Target="../ink/ink43.xml"/><Relationship Id="rId4" Type="http://schemas.openxmlformats.org/officeDocument/2006/relationships/customXml" Target="../ink/ink19.xml"/><Relationship Id="rId9" Type="http://schemas.openxmlformats.org/officeDocument/2006/relationships/image" Target="../media/image413.png"/><Relationship Id="rId14" Type="http://schemas.openxmlformats.org/officeDocument/2006/relationships/customXml" Target="../ink/ink24.xml"/><Relationship Id="rId22" Type="http://schemas.openxmlformats.org/officeDocument/2006/relationships/customXml" Target="../ink/ink28.xml"/><Relationship Id="rId27" Type="http://schemas.openxmlformats.org/officeDocument/2006/relationships/image" Target="../media/image501.png"/><Relationship Id="rId30" Type="http://schemas.openxmlformats.org/officeDocument/2006/relationships/customXml" Target="../ink/ink32.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41.xml"/><Relationship Id="rId8" Type="http://schemas.openxmlformats.org/officeDocument/2006/relationships/customXml" Target="../ink/ink21.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23.xml"/><Relationship Id="rId17" Type="http://schemas.openxmlformats.org/officeDocument/2006/relationships/image" Target="../media/image451.png"/><Relationship Id="rId25" Type="http://schemas.openxmlformats.org/officeDocument/2006/relationships/image" Target="../media/image491.png"/><Relationship Id="rId33" Type="http://schemas.openxmlformats.org/officeDocument/2006/relationships/image" Target="../media/image531.png"/><Relationship Id="rId38" Type="http://schemas.openxmlformats.org/officeDocument/2006/relationships/customXml" Target="../ink/ink36.xml"/><Relationship Id="rId46" Type="http://schemas.openxmlformats.org/officeDocument/2006/relationships/customXml" Target="../ink/ink40.xml"/><Relationship Id="rId20" Type="http://schemas.openxmlformats.org/officeDocument/2006/relationships/customXml" Target="../ink/ink27.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20.xml"/><Relationship Id="rId15" Type="http://schemas.openxmlformats.org/officeDocument/2006/relationships/image" Target="../media/image441.png"/><Relationship Id="rId23" Type="http://schemas.openxmlformats.org/officeDocument/2006/relationships/image" Target="../media/image481.png"/><Relationship Id="rId28" Type="http://schemas.openxmlformats.org/officeDocument/2006/relationships/customXml" Target="../ink/ink31.xml"/><Relationship Id="rId36" Type="http://schemas.openxmlformats.org/officeDocument/2006/relationships/customXml" Target="../ink/ink35.xml"/><Relationship Id="rId49" Type="http://schemas.openxmlformats.org/officeDocument/2006/relationships/image" Target="../media/image61.png"/></Relationships>
</file>

<file path=ppt/slides/_rels/slide50.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52.xml"/><Relationship Id="rId26" Type="http://schemas.openxmlformats.org/officeDocument/2006/relationships/customXml" Target="../ink/ink56.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60.xml"/><Relationship Id="rId42" Type="http://schemas.openxmlformats.org/officeDocument/2006/relationships/customXml" Target="../ink/ink64.xml"/><Relationship Id="rId47" Type="http://schemas.openxmlformats.org/officeDocument/2006/relationships/image" Target="../media/image86.png"/><Relationship Id="rId50" Type="http://schemas.openxmlformats.org/officeDocument/2006/relationships/customXml" Target="../ink/ink68.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44.xml"/><Relationship Id="rId16" Type="http://schemas.openxmlformats.org/officeDocument/2006/relationships/customXml" Target="../ink/ink51.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55.xml"/><Relationship Id="rId32" Type="http://schemas.openxmlformats.org/officeDocument/2006/relationships/customXml" Target="../ink/ink59.xml"/><Relationship Id="rId37" Type="http://schemas.openxmlformats.org/officeDocument/2006/relationships/image" Target="../media/image81.png"/><Relationship Id="rId40" Type="http://schemas.openxmlformats.org/officeDocument/2006/relationships/customXml" Target="../ink/ink63.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45.xml"/><Relationship Id="rId9" Type="http://schemas.openxmlformats.org/officeDocument/2006/relationships/image" Target="../media/image67.png"/><Relationship Id="rId14" Type="http://schemas.openxmlformats.org/officeDocument/2006/relationships/customXml" Target="../ink/ink50.xml"/><Relationship Id="rId22" Type="http://schemas.openxmlformats.org/officeDocument/2006/relationships/customXml" Target="../ink/ink54.xml"/><Relationship Id="rId27" Type="http://schemas.openxmlformats.org/officeDocument/2006/relationships/image" Target="../media/image76.png"/><Relationship Id="rId30" Type="http://schemas.openxmlformats.org/officeDocument/2006/relationships/customXml" Target="../ink/ink58.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67.xml"/><Relationship Id="rId56" Type="http://schemas.openxmlformats.org/officeDocument/2006/relationships/customXml" Target="../ink/ink71.xml"/><Relationship Id="rId8" Type="http://schemas.openxmlformats.org/officeDocument/2006/relationships/customXml" Target="../ink/ink47.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49.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62.xml"/><Relationship Id="rId46" Type="http://schemas.openxmlformats.org/officeDocument/2006/relationships/customXml" Target="../ink/ink66.xml"/><Relationship Id="rId20" Type="http://schemas.openxmlformats.org/officeDocument/2006/relationships/customXml" Target="../ink/ink53.xml"/><Relationship Id="rId41" Type="http://schemas.openxmlformats.org/officeDocument/2006/relationships/image" Target="../media/image83.png"/><Relationship Id="rId54" Type="http://schemas.openxmlformats.org/officeDocument/2006/relationships/customXml" Target="../ink/ink70.xml"/><Relationship Id="rId1" Type="http://schemas.openxmlformats.org/officeDocument/2006/relationships/slideLayout" Target="../slideLayouts/slideLayout7.xml"/><Relationship Id="rId6" Type="http://schemas.openxmlformats.org/officeDocument/2006/relationships/customXml" Target="../ink/ink46.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57.xml"/><Relationship Id="rId36" Type="http://schemas.openxmlformats.org/officeDocument/2006/relationships/customXml" Target="../ink/ink61.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48.xml"/><Relationship Id="rId31" Type="http://schemas.openxmlformats.org/officeDocument/2006/relationships/image" Target="../media/image78.png"/><Relationship Id="rId44" Type="http://schemas.openxmlformats.org/officeDocument/2006/relationships/customXml" Target="../ink/ink65.xml"/><Relationship Id="rId52" Type="http://schemas.openxmlformats.org/officeDocument/2006/relationships/customXml" Target="../ink/ink6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45.jp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92.xml"/><Relationship Id="rId84" Type="http://schemas.openxmlformats.org/officeDocument/2006/relationships/customXml" Target="../ink/ink110.xml"/><Relationship Id="rId138" Type="http://schemas.openxmlformats.org/officeDocument/2006/relationships/customXml" Target="../ink/ink137.xml"/><Relationship Id="rId159" Type="http://schemas.openxmlformats.org/officeDocument/2006/relationships/customXml" Target="../ink/ink147.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87.xml"/><Relationship Id="rId53" Type="http://schemas.openxmlformats.org/officeDocument/2006/relationships/image" Target="../media/image261.png"/><Relationship Id="rId74" Type="http://schemas.openxmlformats.org/officeDocument/2006/relationships/customXml" Target="../ink/ink105.xml"/><Relationship Id="rId128" Type="http://schemas.openxmlformats.org/officeDocument/2006/relationships/customXml" Target="../ink/ink132.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82.xml"/><Relationship Id="rId43" Type="http://schemas.openxmlformats.org/officeDocument/2006/relationships/image" Target="../media/image210.png"/><Relationship Id="rId118" Type="http://schemas.openxmlformats.org/officeDocument/2006/relationships/customXml" Target="../ink/ink127.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43.xml"/><Relationship Id="rId12" Type="http://schemas.openxmlformats.org/officeDocument/2006/relationships/customXml" Target="../ink/ink77.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90.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22.xml"/><Relationship Id="rId124" Type="http://schemas.openxmlformats.org/officeDocument/2006/relationships/customXml" Target="../ink/ink130.xml"/><Relationship Id="rId129" Type="http://schemas.openxmlformats.org/officeDocument/2006/relationships/image" Target="../media/image640.png"/><Relationship Id="rId54" Type="http://schemas.openxmlformats.org/officeDocument/2006/relationships/customXml" Target="../ink/ink98.xml"/><Relationship Id="rId70" Type="http://schemas.openxmlformats.org/officeDocument/2006/relationships/customXml" Target="../ink/ink103.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16.xml"/><Relationship Id="rId140" Type="http://schemas.openxmlformats.org/officeDocument/2006/relationships/customXml" Target="../ink/ink138.xml"/><Relationship Id="rId145" Type="http://schemas.openxmlformats.org/officeDocument/2006/relationships/image" Target="../media/image720.png"/><Relationship Id="rId161" Type="http://schemas.openxmlformats.org/officeDocument/2006/relationships/customXml" Target="../ink/ink148.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74.xml"/><Relationship Id="rId23" Type="http://schemas.openxmlformats.org/officeDocument/2006/relationships/image" Target="../media/image1111.png"/><Relationship Id="rId28" Type="http://schemas.openxmlformats.org/officeDocument/2006/relationships/customXml" Target="../ink/ink85.xml"/><Relationship Id="rId49" Type="http://schemas.openxmlformats.org/officeDocument/2006/relationships/image" Target="../media/image241.png"/><Relationship Id="rId114" Type="http://schemas.openxmlformats.org/officeDocument/2006/relationships/customXml" Target="../ink/ink125.xml"/><Relationship Id="rId119" Type="http://schemas.openxmlformats.org/officeDocument/2006/relationships/image" Target="../media/image590.png"/><Relationship Id="rId44" Type="http://schemas.openxmlformats.org/officeDocument/2006/relationships/customXml" Target="../ink/ink93.xml"/><Relationship Id="rId60" Type="http://schemas.openxmlformats.org/officeDocument/2006/relationships/customXml" Target="../ink/ink101.xml"/><Relationship Id="rId81" Type="http://schemas.openxmlformats.org/officeDocument/2006/relationships/image" Target="../media/image400.png"/><Relationship Id="rId86" Type="http://schemas.openxmlformats.org/officeDocument/2006/relationships/customXml" Target="../ink/ink111.xml"/><Relationship Id="rId130" Type="http://schemas.openxmlformats.org/officeDocument/2006/relationships/customXml" Target="../ink/ink133.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46.xml"/><Relationship Id="rId13" Type="http://schemas.openxmlformats.org/officeDocument/2006/relationships/image" Target="../media/image611.png"/><Relationship Id="rId18" Type="http://schemas.openxmlformats.org/officeDocument/2006/relationships/customXml" Target="../ink/ink80.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88.xml"/><Relationship Id="rId50" Type="http://schemas.openxmlformats.org/officeDocument/2006/relationships/customXml" Target="../ink/ink96.xml"/><Relationship Id="rId55" Type="http://schemas.openxmlformats.org/officeDocument/2006/relationships/image" Target="../media/image270.png"/><Relationship Id="rId76" Type="http://schemas.openxmlformats.org/officeDocument/2006/relationships/customXml" Target="../ink/ink106.xml"/><Relationship Id="rId97" Type="http://schemas.openxmlformats.org/officeDocument/2006/relationships/image" Target="../media/image480.png"/><Relationship Id="rId104" Type="http://schemas.openxmlformats.org/officeDocument/2006/relationships/customXml" Target="../ink/ink120.xml"/><Relationship Id="rId120" Type="http://schemas.openxmlformats.org/officeDocument/2006/relationships/customXml" Target="../ink/ink128.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41.xml"/><Relationship Id="rId167" Type="http://schemas.openxmlformats.org/officeDocument/2006/relationships/customXml" Target="../ink/ink151.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114.xml"/><Relationship Id="rId162" Type="http://schemas.openxmlformats.org/officeDocument/2006/relationships/image" Target="../media/image330.png"/><Relationship Id="rId2" Type="http://schemas.openxmlformats.org/officeDocument/2006/relationships/customXml" Target="../ink/ink72.xml"/><Relationship Id="rId29" Type="http://schemas.openxmlformats.org/officeDocument/2006/relationships/image" Target="../media/image140.png"/><Relationship Id="rId24" Type="http://schemas.openxmlformats.org/officeDocument/2006/relationships/customXml" Target="../ink/ink83.xml"/><Relationship Id="rId40" Type="http://schemas.openxmlformats.org/officeDocument/2006/relationships/customXml" Target="../ink/ink91.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23.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36.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109.xml"/><Relationship Id="rId152" Type="http://schemas.openxmlformats.org/officeDocument/2006/relationships/customXml" Target="../ink/ink144.xml"/><Relationship Id="rId19" Type="http://schemas.openxmlformats.org/officeDocument/2006/relationships/image" Target="../media/image911.png"/><Relationship Id="rId14" Type="http://schemas.openxmlformats.org/officeDocument/2006/relationships/customXml" Target="../ink/ink78.xml"/><Relationship Id="rId30" Type="http://schemas.openxmlformats.org/officeDocument/2006/relationships/customXml" Target="../ink/ink86.xml"/><Relationship Id="rId35" Type="http://schemas.openxmlformats.org/officeDocument/2006/relationships/image" Target="../media/image170.png"/><Relationship Id="rId56" Type="http://schemas.openxmlformats.org/officeDocument/2006/relationships/customXml" Target="../ink/ink99.xml"/><Relationship Id="rId77" Type="http://schemas.openxmlformats.org/officeDocument/2006/relationships/image" Target="../media/image380.png"/><Relationship Id="rId100" Type="http://schemas.openxmlformats.org/officeDocument/2006/relationships/customXml" Target="../ink/ink118.xml"/><Relationship Id="rId105" Type="http://schemas.openxmlformats.org/officeDocument/2006/relationships/image" Target="../media/image520.png"/><Relationship Id="rId126" Type="http://schemas.openxmlformats.org/officeDocument/2006/relationships/customXml" Target="../ink/ink131.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75.xml"/><Relationship Id="rId51" Type="http://schemas.openxmlformats.org/officeDocument/2006/relationships/image" Target="../media/image251.png"/><Relationship Id="rId72" Type="http://schemas.openxmlformats.org/officeDocument/2006/relationships/customXml" Target="../ink/ink104.xml"/><Relationship Id="rId93" Type="http://schemas.openxmlformats.org/officeDocument/2006/relationships/image" Target="../media/image460.png"/><Relationship Id="rId98" Type="http://schemas.openxmlformats.org/officeDocument/2006/relationships/customXml" Target="../ink/ink117.xml"/><Relationship Id="rId121" Type="http://schemas.openxmlformats.org/officeDocument/2006/relationships/image" Target="../media/image600.png"/><Relationship Id="rId142" Type="http://schemas.openxmlformats.org/officeDocument/2006/relationships/customXml" Target="../ink/ink139.xml"/><Relationship Id="rId163" Type="http://schemas.openxmlformats.org/officeDocument/2006/relationships/customXml" Target="../ink/ink149.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94.xml"/><Relationship Id="rId116" Type="http://schemas.openxmlformats.org/officeDocument/2006/relationships/customXml" Target="../ink/ink126.xml"/><Relationship Id="rId137" Type="http://schemas.openxmlformats.org/officeDocument/2006/relationships/image" Target="../media/image680.png"/><Relationship Id="rId158" Type="http://schemas.openxmlformats.org/officeDocument/2006/relationships/image" Target="../media/image48.png"/><Relationship Id="rId20" Type="http://schemas.openxmlformats.org/officeDocument/2006/relationships/customXml" Target="../ink/ink81.xml"/><Relationship Id="rId41" Type="http://schemas.openxmlformats.org/officeDocument/2006/relationships/image" Target="../media/image200.png"/><Relationship Id="rId62" Type="http://schemas.openxmlformats.org/officeDocument/2006/relationships/customXml" Target="../ink/ink102.xml"/><Relationship Id="rId83" Type="http://schemas.openxmlformats.org/officeDocument/2006/relationships/image" Target="../media/image412.png"/><Relationship Id="rId88" Type="http://schemas.openxmlformats.org/officeDocument/2006/relationships/customXml" Target="../ink/ink112.xml"/><Relationship Id="rId111" Type="http://schemas.openxmlformats.org/officeDocument/2006/relationships/image" Target="../media/image550.png"/><Relationship Id="rId132" Type="http://schemas.openxmlformats.org/officeDocument/2006/relationships/customXml" Target="../ink/ink134.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89.xml"/><Relationship Id="rId57" Type="http://schemas.openxmlformats.org/officeDocument/2006/relationships/image" Target="../media/image280.png"/><Relationship Id="rId106" Type="http://schemas.openxmlformats.org/officeDocument/2006/relationships/customXml" Target="../ink/ink121.xml"/><Relationship Id="rId127" Type="http://schemas.openxmlformats.org/officeDocument/2006/relationships/image" Target="../media/image630.png"/><Relationship Id="rId10" Type="http://schemas.openxmlformats.org/officeDocument/2006/relationships/customXml" Target="../ink/ink76.xml"/><Relationship Id="rId31" Type="http://schemas.openxmlformats.org/officeDocument/2006/relationships/image" Target="../media/image150.png"/><Relationship Id="rId52" Type="http://schemas.openxmlformats.org/officeDocument/2006/relationships/customXml" Target="../ink/ink97.xml"/><Relationship Id="rId73" Type="http://schemas.openxmlformats.org/officeDocument/2006/relationships/image" Target="../media/image360.png"/><Relationship Id="rId78" Type="http://schemas.openxmlformats.org/officeDocument/2006/relationships/customXml" Target="../ink/ink107.xml"/><Relationship Id="rId94" Type="http://schemas.openxmlformats.org/officeDocument/2006/relationships/customXml" Target="../ink/ink115.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29.xml"/><Relationship Id="rId143" Type="http://schemas.openxmlformats.org/officeDocument/2006/relationships/image" Target="../media/image712.png"/><Relationship Id="rId148" Type="http://schemas.openxmlformats.org/officeDocument/2006/relationships/customXml" Target="../ink/ink142.xml"/><Relationship Id="rId164" Type="http://schemas.openxmlformats.org/officeDocument/2006/relationships/image" Target="../media/image790.png"/><Relationship Id="rId4" Type="http://schemas.openxmlformats.org/officeDocument/2006/relationships/customXml" Target="../ink/ink73.xml"/><Relationship Id="rId9" Type="http://schemas.openxmlformats.org/officeDocument/2006/relationships/image" Target="../media/image411.png"/><Relationship Id="rId26" Type="http://schemas.openxmlformats.org/officeDocument/2006/relationships/customXml" Target="../ink/ink84.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24.xml"/><Relationship Id="rId133" Type="http://schemas.openxmlformats.org/officeDocument/2006/relationships/image" Target="../media/image660.png"/><Relationship Id="rId154" Type="http://schemas.openxmlformats.org/officeDocument/2006/relationships/customXml" Target="../ink/ink145.xml"/><Relationship Id="rId16" Type="http://schemas.openxmlformats.org/officeDocument/2006/relationships/customXml" Target="../ink/ink79.xml"/><Relationship Id="rId37" Type="http://schemas.openxmlformats.org/officeDocument/2006/relationships/image" Target="../media/image180.png"/><Relationship Id="rId58" Type="http://schemas.openxmlformats.org/officeDocument/2006/relationships/customXml" Target="../ink/ink100.xml"/><Relationship Id="rId79" Type="http://schemas.openxmlformats.org/officeDocument/2006/relationships/image" Target="../media/image390.png"/><Relationship Id="rId102" Type="http://schemas.openxmlformats.org/officeDocument/2006/relationships/customXml" Target="../ink/ink119.xml"/><Relationship Id="rId123" Type="http://schemas.openxmlformats.org/officeDocument/2006/relationships/image" Target="../media/image612.png"/><Relationship Id="rId144" Type="http://schemas.openxmlformats.org/officeDocument/2006/relationships/customXml" Target="../ink/ink140.xml"/><Relationship Id="rId90" Type="http://schemas.openxmlformats.org/officeDocument/2006/relationships/customXml" Target="../ink/ink113.xml"/><Relationship Id="rId165" Type="http://schemas.openxmlformats.org/officeDocument/2006/relationships/customXml" Target="../ink/ink150.xml"/><Relationship Id="rId27" Type="http://schemas.openxmlformats.org/officeDocument/2006/relationships/image" Target="../media/image134.png"/><Relationship Id="rId48" Type="http://schemas.openxmlformats.org/officeDocument/2006/relationships/customXml" Target="../ink/ink95.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35.xml"/><Relationship Id="rId80" Type="http://schemas.openxmlformats.org/officeDocument/2006/relationships/customXml" Target="../ink/ink108.xml"/><Relationship Id="rId155" Type="http://schemas.openxmlformats.org/officeDocument/2006/relationships/image" Target="../media/image770.png"/></Relationships>
</file>

<file path=ppt/slides/_rels/slide55.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60.xml"/><Relationship Id="rId26" Type="http://schemas.openxmlformats.org/officeDocument/2006/relationships/customXml" Target="../ink/ink164.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68.xml"/><Relationship Id="rId42" Type="http://schemas.openxmlformats.org/officeDocument/2006/relationships/customXml" Target="../ink/ink172.xml"/><Relationship Id="rId47" Type="http://schemas.openxmlformats.org/officeDocument/2006/relationships/image" Target="../media/image230.png"/><Relationship Id="rId50" Type="http://schemas.openxmlformats.org/officeDocument/2006/relationships/customXml" Target="../ink/ink176.xml"/><Relationship Id="rId7" Type="http://schemas.openxmlformats.org/officeDocument/2006/relationships/image" Target="../media/image310.png"/><Relationship Id="rId2" Type="http://schemas.openxmlformats.org/officeDocument/2006/relationships/customXml" Target="../ink/ink152.xml"/><Relationship Id="rId16" Type="http://schemas.openxmlformats.org/officeDocument/2006/relationships/customXml" Target="../ink/ink159.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63.xml"/><Relationship Id="rId32" Type="http://schemas.openxmlformats.org/officeDocument/2006/relationships/customXml" Target="../ink/ink167.xml"/><Relationship Id="rId37" Type="http://schemas.openxmlformats.org/officeDocument/2006/relationships/image" Target="../media/image181.png"/><Relationship Id="rId40" Type="http://schemas.openxmlformats.org/officeDocument/2006/relationships/customXml" Target="../ink/ink171.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56.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73.xml"/><Relationship Id="rId52" Type="http://schemas.openxmlformats.org/officeDocument/2006/relationships/customXml" Target="../ink/ink177.xml"/><Relationship Id="rId4" Type="http://schemas.openxmlformats.org/officeDocument/2006/relationships/customXml" Target="../ink/ink153.xml"/><Relationship Id="rId9" Type="http://schemas.openxmlformats.org/officeDocument/2006/relationships/image" Target="../media/image410.png"/><Relationship Id="rId14" Type="http://schemas.openxmlformats.org/officeDocument/2006/relationships/customXml" Target="../ink/ink158.xml"/><Relationship Id="rId22" Type="http://schemas.openxmlformats.org/officeDocument/2006/relationships/customXml" Target="../ink/ink162.xml"/><Relationship Id="rId27" Type="http://schemas.openxmlformats.org/officeDocument/2006/relationships/image" Target="../media/image131.png"/><Relationship Id="rId30" Type="http://schemas.openxmlformats.org/officeDocument/2006/relationships/customXml" Target="../ink/ink166.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75.xml"/><Relationship Id="rId8" Type="http://schemas.openxmlformats.org/officeDocument/2006/relationships/customXml" Target="../ink/ink155.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57.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70.xml"/><Relationship Id="rId46" Type="http://schemas.openxmlformats.org/officeDocument/2006/relationships/customXml" Target="../ink/ink174.xml"/><Relationship Id="rId20" Type="http://schemas.openxmlformats.org/officeDocument/2006/relationships/customXml" Target="../ink/ink161.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54.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65.xml"/><Relationship Id="rId36" Type="http://schemas.openxmlformats.org/officeDocument/2006/relationships/customXml" Target="../ink/ink169.xml"/><Relationship Id="rId49" Type="http://schemas.openxmlformats.org/officeDocument/2006/relationships/image" Target="../media/image240.png"/></Relationships>
</file>

<file path=ppt/slides/_rels/slide5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49.png"/><Relationship Id="rId1" Type="http://schemas.openxmlformats.org/officeDocument/2006/relationships/slideLayout" Target="../slideLayouts/slideLayout7.xml"/><Relationship Id="rId6" Type="http://schemas.openxmlformats.org/officeDocument/2006/relationships/image" Target="../media/image51.png"/><Relationship Id="rId5" Type="http://schemas.openxmlformats.org/officeDocument/2006/relationships/image" Target="../media/image50.jpeg"/><Relationship Id="rId4" Type="http://schemas.openxmlformats.org/officeDocument/2006/relationships/image" Target="../media/image17.png"/></Relationships>
</file>

<file path=ppt/slides/_rels/slide5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7.xml"/><Relationship Id="rId5" Type="http://schemas.openxmlformats.org/officeDocument/2006/relationships/image" Target="../media/image93.png"/><Relationship Id="rId4" Type="http://schemas.openxmlformats.org/officeDocument/2006/relationships/image" Target="../media/image92.png"/></Relationships>
</file>

<file path=ppt/slides/_rels/slide60.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7.xml"/><Relationship Id="rId4" Type="http://schemas.openxmlformats.org/officeDocument/2006/relationships/image" Target="../media/image100.png"/></Relationships>
</file>

<file path=ppt/slides/_rels/slide65.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83.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78.xml"/><Relationship Id="rId21" Type="http://schemas.openxmlformats.org/officeDocument/2006/relationships/customXml" Target="../ink/ink187.xml"/><Relationship Id="rId7" Type="http://schemas.openxmlformats.org/officeDocument/2006/relationships/customXml" Target="../ink/ink180.xml"/><Relationship Id="rId12" Type="http://schemas.openxmlformats.org/officeDocument/2006/relationships/image" Target="../media/image910.png"/><Relationship Id="rId17" Type="http://schemas.openxmlformats.org/officeDocument/2006/relationships/customXml" Target="../ink/ink185.xml"/><Relationship Id="rId25" Type="http://schemas.openxmlformats.org/officeDocument/2006/relationships/customXml" Target="../ink/ink189.xml"/><Relationship Id="rId2" Type="http://schemas.openxmlformats.org/officeDocument/2006/relationships/image" Target="../media/image49.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82.xml"/><Relationship Id="rId24" Type="http://schemas.openxmlformats.org/officeDocument/2006/relationships/image" Target="../media/image980.png"/><Relationship Id="rId5" Type="http://schemas.openxmlformats.org/officeDocument/2006/relationships/customXml" Target="../ink/ink179.xml"/><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86.xml"/><Relationship Id="rId4" Type="http://schemas.openxmlformats.org/officeDocument/2006/relationships/image" Target="../media/image870.png"/><Relationship Id="rId9" Type="http://schemas.openxmlformats.org/officeDocument/2006/relationships/customXml" Target="../ink/ink181.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9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05.tiff"/><Relationship Id="rId7" Type="http://schemas.openxmlformats.org/officeDocument/2006/relationships/image" Target="../media/image109.tiff"/><Relationship Id="rId2" Type="http://schemas.openxmlformats.org/officeDocument/2006/relationships/image" Target="../media/image104.tiff"/><Relationship Id="rId1" Type="http://schemas.openxmlformats.org/officeDocument/2006/relationships/slideLayout" Target="../slideLayouts/slideLayout7.xml"/><Relationship Id="rId6" Type="http://schemas.openxmlformats.org/officeDocument/2006/relationships/image" Target="../media/image108.tiff"/><Relationship Id="rId5" Type="http://schemas.openxmlformats.org/officeDocument/2006/relationships/image" Target="../media/image107.tiff"/><Relationship Id="rId4" Type="http://schemas.openxmlformats.org/officeDocument/2006/relationships/image" Target="../media/image106.tiff"/></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73.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7.xml"/><Relationship Id="rId4" Type="http://schemas.openxmlformats.org/officeDocument/2006/relationships/image" Target="../media/image117.png"/></Relationships>
</file>

<file path=ppt/slides/_rels/slide74.xml.rels><?xml version="1.0" encoding="UTF-8" standalone="yes"?>
<Relationships xmlns="http://schemas.openxmlformats.org/package/2006/relationships"><Relationship Id="rId8" Type="http://schemas.openxmlformats.org/officeDocument/2006/relationships/image" Target="../media/image126.png"/><Relationship Id="rId3" Type="http://schemas.openxmlformats.org/officeDocument/2006/relationships/image" Target="../media/image119.png"/><Relationship Id="rId7" Type="http://schemas.openxmlformats.org/officeDocument/2006/relationships/image" Target="../media/image125.png"/><Relationship Id="rId2" Type="http://schemas.openxmlformats.org/officeDocument/2006/relationships/image" Target="../media/image118.png"/><Relationship Id="rId1" Type="http://schemas.openxmlformats.org/officeDocument/2006/relationships/slideLayout" Target="../slideLayouts/slideLayout7.xml"/><Relationship Id="rId6" Type="http://schemas.openxmlformats.org/officeDocument/2006/relationships/image" Target="../media/image122.png"/><Relationship Id="rId5" Type="http://schemas.openxmlformats.org/officeDocument/2006/relationships/image" Target="../media/image121.png"/><Relationship Id="rId4" Type="http://schemas.openxmlformats.org/officeDocument/2006/relationships/image" Target="../media/image12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7.xml"/><Relationship Id="rId4" Type="http://schemas.openxmlformats.org/officeDocument/2006/relationships/image" Target="../media/image128.png"/></Relationships>
</file>

<file path=ppt/slides/_rels/slide77.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29.png"/></Relationships>
</file>

<file path=ppt/slides/_rels/slide78.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1477328"/>
          </a:xfrm>
          <a:prstGeom prst="rect">
            <a:avLst/>
          </a:prstGeom>
          <a:noFill/>
        </p:spPr>
        <p:txBody>
          <a:bodyPr wrap="square" rtlCol="0">
            <a:spAutoFit/>
          </a:bodyPr>
          <a:lstStyle/>
          <a:p>
            <a:r>
              <a:rPr lang="en-US" dirty="0"/>
              <a:t>Task list</a:t>
            </a:r>
          </a:p>
          <a:p>
            <a:pPr marL="285750" indent="-285750">
              <a:buFontTx/>
              <a:buChar char="-"/>
            </a:pPr>
            <a:r>
              <a:rPr lang="en-US" dirty="0"/>
              <a:t>Move to loading individual packages, rather than </a:t>
            </a:r>
            <a:r>
              <a:rPr lang="en-US" dirty="0" err="1"/>
              <a:t>tidyverse</a:t>
            </a:r>
            <a:endParaRPr lang="en-US" dirty="0"/>
          </a:p>
          <a:p>
            <a:pPr marL="285750" indent="-285750">
              <a:buFontTx/>
              <a:buChar char="-"/>
            </a:pPr>
            <a:r>
              <a:rPr lang="en-US" dirty="0"/>
              <a:t>Add to header records – calling and called functions</a:t>
            </a:r>
          </a:p>
          <a:p>
            <a:pPr marL="285750" indent="-285750">
              <a:buFontTx/>
              <a:buChar char="-"/>
            </a:pPr>
            <a:r>
              <a:rPr lang="en-US" dirty="0"/>
              <a:t>logging</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Freeform: Shape 50">
            <a:extLst>
              <a:ext uri="{FF2B5EF4-FFF2-40B4-BE49-F238E27FC236}">
                <a16:creationId xmlns:a16="http://schemas.microsoft.com/office/drawing/2014/main" id="{F676C0DB-C202-23B4-2B43-EC134E02B1B9}"/>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2FD90F0-5669-F9F1-3855-97B9A28A91D2}"/>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85574A68-DD5B-DE77-7EC1-58F74E71E9D9}"/>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8E90EB6A-4380-6801-67F2-1B3007487914}"/>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04349307-160E-4855-7AC4-420FC580DD99}"/>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5F12D468-650B-9C62-B96E-CF05D21F9C2B}"/>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EA3DAA84-2857-6AEB-189A-1FE922530C4F}"/>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95352-1C1F-092C-C33B-27ECEE25D8FB}"/>
            </a:ext>
          </a:extLst>
        </p:cNvPr>
        <p:cNvGrpSpPr/>
        <p:nvPr/>
      </p:nvGrpSpPr>
      <p:grpSpPr>
        <a:xfrm>
          <a:off x="0" y="0"/>
          <a:ext cx="0" cy="0"/>
          <a:chOff x="0" y="0"/>
          <a:chExt cx="0" cy="0"/>
        </a:xfrm>
      </p:grpSpPr>
      <p:sp>
        <p:nvSpPr>
          <p:cNvPr id="45" name="Freeform: Shape 44">
            <a:extLst>
              <a:ext uri="{FF2B5EF4-FFF2-40B4-BE49-F238E27FC236}">
                <a16:creationId xmlns:a16="http://schemas.microsoft.com/office/drawing/2014/main" id="{32915666-0B98-6B45-9DB8-441F2E29AB8E}"/>
              </a:ext>
            </a:extLst>
          </p:cNvPr>
          <p:cNvSpPr/>
          <p:nvPr/>
        </p:nvSpPr>
        <p:spPr>
          <a:xfrm>
            <a:off x="318720" y="3502037"/>
            <a:ext cx="7199593" cy="3327981"/>
          </a:xfrm>
          <a:custGeom>
            <a:avLst/>
            <a:gdLst>
              <a:gd name="csX0" fmla="*/ 3791553 w 7199593"/>
              <a:gd name="csY0" fmla="*/ 191777 h 3327981"/>
              <a:gd name="csX1" fmla="*/ 305969 w 7199593"/>
              <a:gd name="csY1" fmla="*/ 227991 h 3327981"/>
              <a:gd name="csX2" fmla="*/ 604733 w 7199593"/>
              <a:gd name="csY2" fmla="*/ 2627159 h 3327981"/>
              <a:gd name="csX3" fmla="*/ 4090318 w 7199593"/>
              <a:gd name="csY3" fmla="*/ 3297115 h 3327981"/>
              <a:gd name="csX4" fmla="*/ 7114175 w 7199593"/>
              <a:gd name="csY4" fmla="*/ 2989298 h 3327981"/>
              <a:gd name="csX5" fmla="*/ 6145454 w 7199593"/>
              <a:gd name="csY5" fmla="*/ 1051856 h 3327981"/>
              <a:gd name="csX6" fmla="*/ 3791553 w 7199593"/>
              <a:gd name="csY6" fmla="*/ 191777 h 332798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199593" h="3327981">
                <a:moveTo>
                  <a:pt x="3791553" y="191777"/>
                </a:moveTo>
                <a:cubicBezTo>
                  <a:pt x="2818305" y="54466"/>
                  <a:pt x="837106" y="-177906"/>
                  <a:pt x="305969" y="227991"/>
                </a:cubicBezTo>
                <a:cubicBezTo>
                  <a:pt x="-225168" y="633888"/>
                  <a:pt x="-25992" y="2115638"/>
                  <a:pt x="604733" y="2627159"/>
                </a:cubicBezTo>
                <a:cubicBezTo>
                  <a:pt x="1235458" y="3138680"/>
                  <a:pt x="3005411" y="3236759"/>
                  <a:pt x="4090318" y="3297115"/>
                </a:cubicBezTo>
                <a:cubicBezTo>
                  <a:pt x="5175225" y="3357472"/>
                  <a:pt x="6771652" y="3363508"/>
                  <a:pt x="7114175" y="2989298"/>
                </a:cubicBezTo>
                <a:cubicBezTo>
                  <a:pt x="7456698" y="2615088"/>
                  <a:pt x="6694697" y="1518109"/>
                  <a:pt x="6145454" y="1051856"/>
                </a:cubicBezTo>
                <a:cubicBezTo>
                  <a:pt x="5596211" y="585603"/>
                  <a:pt x="4764801" y="329088"/>
                  <a:pt x="3791553" y="191777"/>
                </a:cubicBezTo>
                <a:close/>
              </a:path>
            </a:pathLst>
          </a:custGeom>
          <a:solidFill>
            <a:srgbClr val="F0FA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Freeform: Shape 35">
            <a:extLst>
              <a:ext uri="{FF2B5EF4-FFF2-40B4-BE49-F238E27FC236}">
                <a16:creationId xmlns:a16="http://schemas.microsoft.com/office/drawing/2014/main" id="{4B9B2578-C72A-0EAA-BDEE-95A91F8137CA}"/>
              </a:ext>
            </a:extLst>
          </p:cNvPr>
          <p:cNvSpPr/>
          <p:nvPr/>
        </p:nvSpPr>
        <p:spPr>
          <a:xfrm>
            <a:off x="5270" y="-73213"/>
            <a:ext cx="12170311" cy="5207687"/>
          </a:xfrm>
          <a:custGeom>
            <a:avLst/>
            <a:gdLst>
              <a:gd name="csX0" fmla="*/ 1751102 w 12170311"/>
              <a:gd name="csY0" fmla="*/ 154694 h 5207687"/>
              <a:gd name="csX1" fmla="*/ 166746 w 12170311"/>
              <a:gd name="csY1" fmla="*/ 2553863 h 5207687"/>
              <a:gd name="csX2" fmla="*/ 4602944 w 12170311"/>
              <a:gd name="csY2" fmla="*/ 3341514 h 5207687"/>
              <a:gd name="csX3" fmla="*/ 7309930 w 12170311"/>
              <a:gd name="csY3" fmla="*/ 2897894 h 5207687"/>
              <a:gd name="csX4" fmla="*/ 7997993 w 12170311"/>
              <a:gd name="csY4" fmla="*/ 3911882 h 5207687"/>
              <a:gd name="csX5" fmla="*/ 9193051 w 12170311"/>
              <a:gd name="csY5" fmla="*/ 5161261 h 5207687"/>
              <a:gd name="csX6" fmla="*/ 11800449 w 12170311"/>
              <a:gd name="csY6" fmla="*/ 4708587 h 5207687"/>
              <a:gd name="csX7" fmla="*/ 11881930 w 12170311"/>
              <a:gd name="csY7" fmla="*/ 2562916 h 5207687"/>
              <a:gd name="csX8" fmla="*/ 9256425 w 12170311"/>
              <a:gd name="csY8" fmla="*/ 489672 h 5207687"/>
              <a:gd name="csX9" fmla="*/ 1751102 w 12170311"/>
              <a:gd name="csY9" fmla="*/ 154694 h 52076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170311" h="5207687">
                <a:moveTo>
                  <a:pt x="1751102" y="154694"/>
                </a:moveTo>
                <a:cubicBezTo>
                  <a:pt x="236155" y="498726"/>
                  <a:pt x="-308561" y="2022726"/>
                  <a:pt x="166746" y="2553863"/>
                </a:cubicBezTo>
                <a:cubicBezTo>
                  <a:pt x="642053" y="3085000"/>
                  <a:pt x="3412413" y="3284175"/>
                  <a:pt x="4602944" y="3341514"/>
                </a:cubicBezTo>
                <a:cubicBezTo>
                  <a:pt x="5793475" y="3398853"/>
                  <a:pt x="6744089" y="2802833"/>
                  <a:pt x="7309930" y="2897894"/>
                </a:cubicBezTo>
                <a:cubicBezTo>
                  <a:pt x="7875772" y="2992955"/>
                  <a:pt x="7684140" y="3534654"/>
                  <a:pt x="7997993" y="3911882"/>
                </a:cubicBezTo>
                <a:cubicBezTo>
                  <a:pt x="8311846" y="4289110"/>
                  <a:pt x="8559308" y="5028477"/>
                  <a:pt x="9193051" y="5161261"/>
                </a:cubicBezTo>
                <a:cubicBezTo>
                  <a:pt x="9826794" y="5294045"/>
                  <a:pt x="11352303" y="5141644"/>
                  <a:pt x="11800449" y="4708587"/>
                </a:cubicBezTo>
                <a:cubicBezTo>
                  <a:pt x="12248595" y="4275530"/>
                  <a:pt x="12305934" y="3266068"/>
                  <a:pt x="11881930" y="2562916"/>
                </a:cubicBezTo>
                <a:cubicBezTo>
                  <a:pt x="11457926" y="1859764"/>
                  <a:pt x="10943387" y="886515"/>
                  <a:pt x="9256425" y="489672"/>
                </a:cubicBezTo>
                <a:cubicBezTo>
                  <a:pt x="7569463" y="92829"/>
                  <a:pt x="3266049" y="-189338"/>
                  <a:pt x="1751102" y="154694"/>
                </a:cubicBezTo>
                <a:close/>
              </a:path>
            </a:pathLst>
          </a:custGeom>
          <a:solidFill>
            <a:srgbClr val="E2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Freeform: Shape 50">
            <a:extLst>
              <a:ext uri="{FF2B5EF4-FFF2-40B4-BE49-F238E27FC236}">
                <a16:creationId xmlns:a16="http://schemas.microsoft.com/office/drawing/2014/main" id="{34138906-6D6D-1ABA-9657-EA1EF2192617}"/>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C55D267B-0010-AE65-DE31-3008F190DC54}"/>
              </a:ext>
            </a:extLst>
          </p:cNvPr>
          <p:cNvSpPr/>
          <p:nvPr/>
        </p:nvSpPr>
        <p:spPr>
          <a:xfrm>
            <a:off x="6135921" y="2904115"/>
            <a:ext cx="1646968" cy="1335444"/>
          </a:xfrm>
          <a:custGeom>
            <a:avLst/>
            <a:gdLst>
              <a:gd name="csX0" fmla="*/ 898622 w 1646968"/>
              <a:gd name="csY0" fmla="*/ 2047 h 1335444"/>
              <a:gd name="csX1" fmla="*/ 2329 w 1646968"/>
              <a:gd name="csY1" fmla="*/ 816859 h 1335444"/>
              <a:gd name="csX2" fmla="*/ 1179279 w 1646968"/>
              <a:gd name="csY2" fmla="*/ 1332907 h 1335444"/>
              <a:gd name="csX3" fmla="*/ 1641006 w 1646968"/>
              <a:gd name="csY3" fmla="*/ 608630 h 1335444"/>
              <a:gd name="csX4" fmla="*/ 898622 w 1646968"/>
              <a:gd name="csY4" fmla="*/ 2047 h 1335444"/>
            </a:gdLst>
            <a:ahLst/>
            <a:cxnLst>
              <a:cxn ang="0">
                <a:pos x="csX0" y="csY0"/>
              </a:cxn>
              <a:cxn ang="0">
                <a:pos x="csX1" y="csY1"/>
              </a:cxn>
              <a:cxn ang="0">
                <a:pos x="csX2" y="csY2"/>
              </a:cxn>
              <a:cxn ang="0">
                <a:pos x="csX3" y="csY3"/>
              </a:cxn>
              <a:cxn ang="0">
                <a:pos x="csX4" y="csY4"/>
              </a:cxn>
            </a:cxnLst>
            <a:rect l="l" t="t" r="r" b="b"/>
            <a:pathLst>
              <a:path w="1646968" h="1335444">
                <a:moveTo>
                  <a:pt x="898622" y="2047"/>
                </a:moveTo>
                <a:cubicBezTo>
                  <a:pt x="625509" y="36752"/>
                  <a:pt x="-44447" y="595049"/>
                  <a:pt x="2329" y="816859"/>
                </a:cubicBezTo>
                <a:cubicBezTo>
                  <a:pt x="49105" y="1038669"/>
                  <a:pt x="906166" y="1367612"/>
                  <a:pt x="1179279" y="1332907"/>
                </a:cubicBezTo>
                <a:cubicBezTo>
                  <a:pt x="1452392" y="1298202"/>
                  <a:pt x="1687782" y="834967"/>
                  <a:pt x="1641006" y="608630"/>
                </a:cubicBezTo>
                <a:cubicBezTo>
                  <a:pt x="1594230" y="382293"/>
                  <a:pt x="1171735" y="-32658"/>
                  <a:pt x="898622" y="2047"/>
                </a:cubicBezTo>
                <a:close/>
              </a:path>
            </a:pathLst>
          </a:custGeom>
          <a:solidFill>
            <a:srgbClr val="FDF3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82A9448B-3711-D5F8-829A-FE2EFF18BDEA}"/>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EEEDCCD-2802-75AD-97C2-514D7C96D0AD}"/>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FF71E03B-1E83-D11E-19AA-6CDD3A55E9C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D5031D62-F20D-750D-48B9-D3892BF8C69D}"/>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BCF46295-6C73-31D9-9156-08F2690B1ED0}"/>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60C86E60-58C6-2960-4B6B-4A5A634D89A2}"/>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0E6A270C-39D1-75EA-FC65-0900DBD5752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2B0EAD32-56B4-B609-6BC1-533E6DA90681}"/>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2D90F4E8-91CC-5096-2BF4-EC73E060FE23}"/>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897531D6-0519-D289-C70A-FA10A4F89803}"/>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BCFD3062-F068-87DE-F048-2FBCE17A517F}"/>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86A03E6B-AD04-29D4-7B50-135C58EFB58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6D10BF93-F726-32A4-4E73-FD65686C6BF9}"/>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886F0FB3-08AB-B48A-B7EA-2881A115AF9E}"/>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043309E9-28E6-8B12-0ECA-ED2B7ACAF32B}"/>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85C66E8-BBAC-1189-3666-4417F84E471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F9646E63-B277-E222-7286-5D0926EBE24D}"/>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8B0E1DC8-CA4C-B815-B9DF-A7FEF703EA5C}"/>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1A7EAB8B-D34A-3E9E-9B96-48A7E14379D4}"/>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4EFB9BFB-F9CF-2012-497A-705E91CE45AC}"/>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22959B8F-A811-D423-955E-ADF69FE16DCB}"/>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E2F0C28A-0F29-1231-7936-6A29ED86700A}"/>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D2F8D2E9-206D-CF97-1759-0603B0366B4B}"/>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B34D8C20-ED59-DA96-7C28-8FE105B6D1D7}"/>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0BD2322-102E-DFB5-6384-88630BA59CDE}"/>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08948DE-A119-7E92-8FA3-0015CA04F1EE}"/>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22F3BE5C-3D17-D3C4-52DA-FFE7211BA030}"/>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5586AFAB-9E9D-30D7-7C18-0F2663C8F887}"/>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DF2EE90-F7F7-2979-C582-D1FD4127ACD2}"/>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DFBB06D0-6BCA-1ABE-BFB2-1E9661824E5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DA901486-4A69-334D-3918-442412D39810}"/>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A6179030-E48F-FFC5-BD78-355BFF181B57}"/>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BD175449-1AA1-9AD2-1F48-8485F1FA1982}"/>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29308875-F70C-D19A-BB68-77FCA6EC2408}"/>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5883AA7D-DD1F-829E-F835-1F1132EEE4AF}"/>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CC0D8694-C03C-9D87-5623-23F89911E179}"/>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FBE4D120-FACF-5B1F-CD43-0ECA383207C5}"/>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7CC5B0A-DBCB-86C1-495D-67F580DE3C46}"/>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D9F38F9A-FB94-2EC2-B3FB-558DB359C85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39AF1A56-85BD-7705-5181-7C1DD7266A99}"/>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EB7830E3-0561-17B8-29E9-E76948551DA6}"/>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08343AA2-CB3B-A53C-832D-5997FF220AA3}"/>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F62827BA-BB1A-5B8E-B373-8986D08A65E1}"/>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25B88B39-2646-3CCF-AD09-AE8FC2D57B57}"/>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44F96099-EB08-5B2D-C6B0-096E9C4B59B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8" name="TextBox 47">
            <a:extLst>
              <a:ext uri="{FF2B5EF4-FFF2-40B4-BE49-F238E27FC236}">
                <a16:creationId xmlns:a16="http://schemas.microsoft.com/office/drawing/2014/main" id="{1DD5F6C1-8E8B-C1CE-FC4F-5779B9946709}"/>
              </a:ext>
            </a:extLst>
          </p:cNvPr>
          <p:cNvSpPr txBox="1"/>
          <p:nvPr/>
        </p:nvSpPr>
        <p:spPr>
          <a:xfrm>
            <a:off x="9185417" y="1080258"/>
            <a:ext cx="1381335" cy="369332"/>
          </a:xfrm>
          <a:prstGeom prst="rect">
            <a:avLst/>
          </a:prstGeom>
          <a:noFill/>
        </p:spPr>
        <p:txBody>
          <a:bodyPr wrap="square" rtlCol="0">
            <a:spAutoFit/>
          </a:bodyPr>
          <a:lstStyle/>
          <a:p>
            <a:r>
              <a:rPr lang="en-US" dirty="0">
                <a:solidFill>
                  <a:schemeClr val="accent1">
                    <a:lumMod val="40000"/>
                    <a:lumOff val="60000"/>
                  </a:schemeClr>
                </a:solidFill>
              </a:rPr>
              <a:t>file system</a:t>
            </a:r>
          </a:p>
        </p:txBody>
      </p:sp>
      <p:sp>
        <p:nvSpPr>
          <p:cNvPr id="53" name="TextBox 52">
            <a:extLst>
              <a:ext uri="{FF2B5EF4-FFF2-40B4-BE49-F238E27FC236}">
                <a16:creationId xmlns:a16="http://schemas.microsoft.com/office/drawing/2014/main" id="{9112933D-E2E5-A2BF-3F71-147A3FAF6C9D}"/>
              </a:ext>
            </a:extLst>
          </p:cNvPr>
          <p:cNvSpPr txBox="1"/>
          <p:nvPr/>
        </p:nvSpPr>
        <p:spPr>
          <a:xfrm>
            <a:off x="2647098" y="3801057"/>
            <a:ext cx="1792586" cy="369332"/>
          </a:xfrm>
          <a:prstGeom prst="rect">
            <a:avLst/>
          </a:prstGeom>
          <a:noFill/>
        </p:spPr>
        <p:txBody>
          <a:bodyPr wrap="square" rtlCol="0">
            <a:spAutoFit/>
          </a:bodyPr>
          <a:lstStyle/>
          <a:p>
            <a:r>
              <a:rPr lang="en-US" dirty="0">
                <a:solidFill>
                  <a:schemeClr val="accent6">
                    <a:lumMod val="40000"/>
                    <a:lumOff val="60000"/>
                  </a:schemeClr>
                </a:solidFill>
              </a:rPr>
              <a:t>ArcGIS Online</a:t>
            </a:r>
          </a:p>
        </p:txBody>
      </p:sp>
      <p:sp>
        <p:nvSpPr>
          <p:cNvPr id="50" name="TextBox 49">
            <a:extLst>
              <a:ext uri="{FF2B5EF4-FFF2-40B4-BE49-F238E27FC236}">
                <a16:creationId xmlns:a16="http://schemas.microsoft.com/office/drawing/2014/main" id="{F764F5B0-1E60-72D5-94DD-519DC306B05B}"/>
              </a:ext>
            </a:extLst>
          </p:cNvPr>
          <p:cNvSpPr txBox="1"/>
          <p:nvPr/>
        </p:nvSpPr>
        <p:spPr>
          <a:xfrm>
            <a:off x="7141987" y="3893061"/>
            <a:ext cx="429757" cy="369332"/>
          </a:xfrm>
          <a:prstGeom prst="rect">
            <a:avLst/>
          </a:prstGeom>
          <a:noFill/>
        </p:spPr>
        <p:txBody>
          <a:bodyPr wrap="square" rtlCol="0">
            <a:spAutoFit/>
          </a:bodyPr>
          <a:lstStyle/>
          <a:p>
            <a:r>
              <a:rPr lang="en-US" dirty="0">
                <a:solidFill>
                  <a:srgbClr val="FDA9B2"/>
                </a:solidFill>
              </a:rPr>
              <a:t>K:</a:t>
            </a:r>
          </a:p>
        </p:txBody>
      </p:sp>
    </p:spTree>
    <p:extLst>
      <p:ext uri="{BB962C8B-B14F-4D97-AF65-F5344CB8AC3E}">
        <p14:creationId xmlns:p14="http://schemas.microsoft.com/office/powerpoint/2010/main" val="21234586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A5C26-A048-1503-B3F0-0A651BC13830}"/>
            </a:ext>
          </a:extLst>
        </p:cNvPr>
        <p:cNvGrpSpPr/>
        <p:nvPr/>
      </p:nvGrpSpPr>
      <p:grpSpPr>
        <a:xfrm>
          <a:off x="0" y="0"/>
          <a:ext cx="0" cy="0"/>
          <a:chOff x="0" y="0"/>
          <a:chExt cx="0" cy="0"/>
        </a:xfrm>
      </p:grpSpPr>
      <p:sp>
        <p:nvSpPr>
          <p:cNvPr id="36" name="Freeform: Shape 35">
            <a:extLst>
              <a:ext uri="{FF2B5EF4-FFF2-40B4-BE49-F238E27FC236}">
                <a16:creationId xmlns:a16="http://schemas.microsoft.com/office/drawing/2014/main" id="{3B4999CB-5CE3-C4C3-A85F-52E4AA323F77}"/>
              </a:ext>
            </a:extLst>
          </p:cNvPr>
          <p:cNvSpPr/>
          <p:nvPr/>
        </p:nvSpPr>
        <p:spPr>
          <a:xfrm>
            <a:off x="425374" y="38089"/>
            <a:ext cx="11695889" cy="6805199"/>
          </a:xfrm>
          <a:custGeom>
            <a:avLst/>
            <a:gdLst>
              <a:gd name="csX0" fmla="*/ 2942515 w 11695889"/>
              <a:gd name="csY0" fmla="*/ 97713 h 6805199"/>
              <a:gd name="csX1" fmla="*/ 1665976 w 11695889"/>
              <a:gd name="csY1" fmla="*/ 1555321 h 6805199"/>
              <a:gd name="csX2" fmla="*/ 139 w 11695889"/>
              <a:gd name="csY2" fmla="*/ 4289467 h 6805199"/>
              <a:gd name="csX3" fmla="*/ 1584495 w 11695889"/>
              <a:gd name="csY3" fmla="*/ 6489460 h 6805199"/>
              <a:gd name="csX4" fmla="*/ 3684899 w 11695889"/>
              <a:gd name="csY4" fmla="*/ 6770117 h 6805199"/>
              <a:gd name="csX5" fmla="*/ 4345802 w 11695889"/>
              <a:gd name="csY5" fmla="*/ 6770117 h 6805199"/>
              <a:gd name="csX6" fmla="*/ 7985295 w 11695889"/>
              <a:gd name="csY6" fmla="*/ 6489460 h 6805199"/>
              <a:gd name="csX7" fmla="*/ 11108741 w 11695889"/>
              <a:gd name="csY7" fmla="*/ 5321562 h 6805199"/>
              <a:gd name="csX8" fmla="*/ 11642895 w 11695889"/>
              <a:gd name="csY8" fmla="*/ 3764366 h 6805199"/>
              <a:gd name="csX9" fmla="*/ 10393517 w 11695889"/>
              <a:gd name="csY9" fmla="*/ 1211289 h 6805199"/>
              <a:gd name="csX10" fmla="*/ 6247030 w 11695889"/>
              <a:gd name="csY10" fmla="*/ 251622 h 6805199"/>
              <a:gd name="csX11" fmla="*/ 2942515 w 11695889"/>
              <a:gd name="csY11" fmla="*/ 97713 h 6805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1695889" h="6805199">
                <a:moveTo>
                  <a:pt x="2942515" y="97713"/>
                </a:moveTo>
                <a:cubicBezTo>
                  <a:pt x="2179006" y="314996"/>
                  <a:pt x="2156372" y="856695"/>
                  <a:pt x="1665976" y="1555321"/>
                </a:cubicBezTo>
                <a:cubicBezTo>
                  <a:pt x="1175580" y="2253947"/>
                  <a:pt x="13719" y="3467111"/>
                  <a:pt x="139" y="4289467"/>
                </a:cubicBezTo>
                <a:cubicBezTo>
                  <a:pt x="-13441" y="5111823"/>
                  <a:pt x="970368" y="6076018"/>
                  <a:pt x="1584495" y="6489460"/>
                </a:cubicBezTo>
                <a:cubicBezTo>
                  <a:pt x="2198622" y="6902902"/>
                  <a:pt x="3224681" y="6723341"/>
                  <a:pt x="3684899" y="6770117"/>
                </a:cubicBezTo>
                <a:cubicBezTo>
                  <a:pt x="4145117" y="6816893"/>
                  <a:pt x="3629069" y="6816893"/>
                  <a:pt x="4345802" y="6770117"/>
                </a:cubicBezTo>
                <a:cubicBezTo>
                  <a:pt x="5062535" y="6723341"/>
                  <a:pt x="6858139" y="6730886"/>
                  <a:pt x="7985295" y="6489460"/>
                </a:cubicBezTo>
                <a:cubicBezTo>
                  <a:pt x="9112451" y="6248034"/>
                  <a:pt x="10499141" y="5775744"/>
                  <a:pt x="11108741" y="5321562"/>
                </a:cubicBezTo>
                <a:cubicBezTo>
                  <a:pt x="11718341" y="4867380"/>
                  <a:pt x="11762099" y="4449411"/>
                  <a:pt x="11642895" y="3764366"/>
                </a:cubicBezTo>
                <a:cubicBezTo>
                  <a:pt x="11523691" y="3079321"/>
                  <a:pt x="11292828" y="1796746"/>
                  <a:pt x="10393517" y="1211289"/>
                </a:cubicBezTo>
                <a:cubicBezTo>
                  <a:pt x="9494206" y="625832"/>
                  <a:pt x="7485846" y="435709"/>
                  <a:pt x="6247030" y="251622"/>
                </a:cubicBezTo>
                <a:cubicBezTo>
                  <a:pt x="5008214" y="67535"/>
                  <a:pt x="3706024" y="-119570"/>
                  <a:pt x="2942515" y="97713"/>
                </a:cubicBezTo>
                <a:close/>
              </a:path>
            </a:pathLst>
          </a:custGeom>
          <a:solidFill>
            <a:srgbClr val="E7F7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11869937-78D7-AAB7-35C8-4840A73F5F4F}"/>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53259F8-AAA3-A010-46BC-1581F4BE5029}"/>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7AEE295-9521-7B3D-0529-25E604E773AB}"/>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04A5EA00-57A0-1BC9-7B7B-4DA51F0DD59F}"/>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197BB9EA-82BB-B396-F7C8-F1AFB92690AB}"/>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0562706B-4906-56F5-118D-BD7AF66041C9}"/>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5B38FFD-1A7F-84A3-6C17-F18625ECB307}"/>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744A98CA-138A-C0BD-438B-041D618D2DB0}"/>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079693B0-B4E3-1AE2-5EDB-F10426CC13F4}"/>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DB46A6E8-80B6-D275-C1D8-24369BA95408}"/>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94FC8695-1BC4-5235-DC5B-54444C99C4A7}"/>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1772274D-82D5-4C0D-CD49-E7306F72325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D54723F9-B8AB-A7D0-62F5-74AE6DA8AB24}"/>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C99C3776-7AFA-C338-A2BD-476971D78C06}"/>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523DA268-6814-4216-3710-3D36925E11F9}"/>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C66C10B-8D4F-52E8-C7CA-3BD089D932C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809E4557-868A-A126-E4CC-6AA20D2949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9D708CE9-C391-1931-4168-85B4046893D9}"/>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A3A2F55D-4491-71DA-1813-33CCBF420191}"/>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815EABE4-DF03-8BAE-5278-9E97714107C3}"/>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05D830F-E473-8EEE-0D60-89A71C85E8E9}"/>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C4354B5D-7D8F-F966-4753-986F68E5BA76}"/>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4F7FB983-472F-930D-E869-F3CD5E18BA79}"/>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1BFB249-20AA-D492-AA0B-E39C28DD6C49}"/>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53DCFD7-5EA0-6EAB-7326-14A15138ED28}"/>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7F41386-6D90-43D6-3095-1AF88E584E3C}"/>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7171EE0A-430A-4565-4EEC-C772A4CBBF05}"/>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DDA6B172-859C-7C13-25AD-F5CF703A4908}"/>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AD0FF4B-8121-DDD6-DC63-4CB8248D8066}"/>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F59CF2D8-6611-4111-35D4-E6BD3A97B91A}"/>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B54DB9FA-5A82-7163-DEA2-86843BACCA0B}"/>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D72417E8-4BEB-3BB1-7947-3E6FEEE392A4}"/>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5E5F41A2-A33C-A00D-46FA-0B30B12F5D41}"/>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8C7FE040-61FA-4078-4AC1-5C96E2C2946C}"/>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12B4F126-875A-CC08-DB33-20BAE1CF364A}"/>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4B56CED9-0986-9143-D2A3-1BA9519C35B6}"/>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DB6F501C-482F-1A52-CA1F-767B81D15BB0}"/>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FEC4064-D55C-C87D-FE02-DE37BC920ED3}"/>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F5CEB015-9C8E-2AF2-CE48-D4E37730DF4C}"/>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5C5A421-0332-84D4-9AC6-03316C1FB1ED}"/>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sp>
        <p:nvSpPr>
          <p:cNvPr id="40" name="Freeform: Shape 39">
            <a:extLst>
              <a:ext uri="{FF2B5EF4-FFF2-40B4-BE49-F238E27FC236}">
                <a16:creationId xmlns:a16="http://schemas.microsoft.com/office/drawing/2014/main" id="{CC866205-C304-4A37-B609-58FD013DCFD5}"/>
              </a:ext>
            </a:extLst>
          </p:cNvPr>
          <p:cNvSpPr/>
          <p:nvPr/>
        </p:nvSpPr>
        <p:spPr>
          <a:xfrm>
            <a:off x="6093922" y="2569249"/>
            <a:ext cx="1937260" cy="1767722"/>
          </a:xfrm>
          <a:custGeom>
            <a:avLst/>
            <a:gdLst>
              <a:gd name="csX0" fmla="*/ 1203171 w 1937260"/>
              <a:gd name="csY0" fmla="*/ 1935 h 1767722"/>
              <a:gd name="csX1" fmla="*/ 659963 w 1937260"/>
              <a:gd name="csY1" fmla="*/ 300700 h 1767722"/>
              <a:gd name="csX2" fmla="*/ 8114 w 1937260"/>
              <a:gd name="csY2" fmla="*/ 1242260 h 1767722"/>
              <a:gd name="csX3" fmla="*/ 1139797 w 1937260"/>
              <a:gd name="csY3" fmla="*/ 1767361 h 1767722"/>
              <a:gd name="csX4" fmla="*/ 1891234 w 1937260"/>
              <a:gd name="csY4" fmla="*/ 1169832 h 1767722"/>
              <a:gd name="csX5" fmla="*/ 1782593 w 1937260"/>
              <a:gd name="csY5" fmla="*/ 228272 h 1767722"/>
              <a:gd name="csX6" fmla="*/ 1203171 w 1937260"/>
              <a:gd name="csY6" fmla="*/ 1935 h 176772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37260" h="1767722">
                <a:moveTo>
                  <a:pt x="1203171" y="1935"/>
                </a:moveTo>
                <a:cubicBezTo>
                  <a:pt x="1016066" y="14006"/>
                  <a:pt x="859139" y="93979"/>
                  <a:pt x="659963" y="300700"/>
                </a:cubicBezTo>
                <a:cubicBezTo>
                  <a:pt x="460787" y="507421"/>
                  <a:pt x="-71858" y="997817"/>
                  <a:pt x="8114" y="1242260"/>
                </a:cubicBezTo>
                <a:cubicBezTo>
                  <a:pt x="88086" y="1486703"/>
                  <a:pt x="825944" y="1779432"/>
                  <a:pt x="1139797" y="1767361"/>
                </a:cubicBezTo>
                <a:cubicBezTo>
                  <a:pt x="1453650" y="1755290"/>
                  <a:pt x="1784101" y="1426347"/>
                  <a:pt x="1891234" y="1169832"/>
                </a:cubicBezTo>
                <a:cubicBezTo>
                  <a:pt x="1998367" y="913317"/>
                  <a:pt x="1900288" y="425939"/>
                  <a:pt x="1782593" y="228272"/>
                </a:cubicBezTo>
                <a:cubicBezTo>
                  <a:pt x="1664898" y="30605"/>
                  <a:pt x="1390276" y="-10136"/>
                  <a:pt x="1203171" y="1935"/>
                </a:cubicBezTo>
                <a:close/>
              </a:path>
            </a:pathLst>
          </a:cu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 name="Group 44">
            <a:extLst>
              <a:ext uri="{FF2B5EF4-FFF2-40B4-BE49-F238E27FC236}">
                <a16:creationId xmlns:a16="http://schemas.microsoft.com/office/drawing/2014/main" id="{9148629A-8E7F-2C37-B3DC-9BA7AE611D5A}"/>
              </a:ext>
            </a:extLst>
          </p:cNvPr>
          <p:cNvGrpSpPr/>
          <p:nvPr/>
        </p:nvGrpSpPr>
        <p:grpSpPr>
          <a:xfrm>
            <a:off x="7035025" y="3155493"/>
            <a:ext cx="627738" cy="559594"/>
            <a:chOff x="7035025" y="3155493"/>
            <a:chExt cx="627738" cy="559594"/>
          </a:xfrm>
        </p:grpSpPr>
        <p:pic>
          <p:nvPicPr>
            <p:cNvPr id="37" name="Picture 36" descr="Graph chart vector icon.symbol of business. 4999434 Vector ...">
              <a:extLst>
                <a:ext uri="{FF2B5EF4-FFF2-40B4-BE49-F238E27FC236}">
                  <a16:creationId xmlns:a16="http://schemas.microsoft.com/office/drawing/2014/main" id="{46FEE56C-6960-0FCD-A1C8-A2FACBE760EA}"/>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4391EFE2-FC85-D1E1-5FA9-E93C8EFC91AB}"/>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78CD71BC-9251-4494-E0AA-8C48A08550AD}"/>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52" name="TextBox 51">
            <a:extLst>
              <a:ext uri="{FF2B5EF4-FFF2-40B4-BE49-F238E27FC236}">
                <a16:creationId xmlns:a16="http://schemas.microsoft.com/office/drawing/2014/main" id="{903BE2BA-EF88-C8EC-95C6-F7519A8D9BE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9" name="Freeform: Shape 48">
            <a:extLst>
              <a:ext uri="{FF2B5EF4-FFF2-40B4-BE49-F238E27FC236}">
                <a16:creationId xmlns:a16="http://schemas.microsoft.com/office/drawing/2014/main" id="{F7233B85-ADD4-5130-C674-0E607BA8A69C}"/>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Shape 50">
            <a:extLst>
              <a:ext uri="{FF2B5EF4-FFF2-40B4-BE49-F238E27FC236}">
                <a16:creationId xmlns:a16="http://schemas.microsoft.com/office/drawing/2014/main" id="{5F1E67B3-C609-CBC6-72D0-22431114CF20}"/>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A1A37F00-78B2-3FF1-2B78-C5CE25131804}"/>
              </a:ext>
            </a:extLst>
          </p:cNvPr>
          <p:cNvSpPr txBox="1"/>
          <p:nvPr/>
        </p:nvSpPr>
        <p:spPr>
          <a:xfrm>
            <a:off x="3091037" y="3510438"/>
            <a:ext cx="1792586" cy="369332"/>
          </a:xfrm>
          <a:prstGeom prst="rect">
            <a:avLst/>
          </a:prstGeom>
          <a:noFill/>
        </p:spPr>
        <p:txBody>
          <a:bodyPr wrap="square" rtlCol="0">
            <a:spAutoFit/>
          </a:bodyPr>
          <a:lstStyle/>
          <a:p>
            <a:r>
              <a:rPr lang="en-US" dirty="0">
                <a:solidFill>
                  <a:schemeClr val="accent6">
                    <a:lumMod val="40000"/>
                    <a:lumOff val="60000"/>
                  </a:schemeClr>
                </a:solidFill>
              </a:rPr>
              <a:t>ArcGIS Online</a:t>
            </a:r>
          </a:p>
        </p:txBody>
      </p:sp>
      <p:sp>
        <p:nvSpPr>
          <p:cNvPr id="48" name="TextBox 47">
            <a:extLst>
              <a:ext uri="{FF2B5EF4-FFF2-40B4-BE49-F238E27FC236}">
                <a16:creationId xmlns:a16="http://schemas.microsoft.com/office/drawing/2014/main" id="{D00C35ED-1796-558B-C7B9-9BAD5EC034C1}"/>
              </a:ext>
            </a:extLst>
          </p:cNvPr>
          <p:cNvSpPr txBox="1"/>
          <p:nvPr/>
        </p:nvSpPr>
        <p:spPr>
          <a:xfrm>
            <a:off x="7271349" y="2595433"/>
            <a:ext cx="429757" cy="369332"/>
          </a:xfrm>
          <a:prstGeom prst="rect">
            <a:avLst/>
          </a:prstGeom>
          <a:noFill/>
        </p:spPr>
        <p:txBody>
          <a:bodyPr wrap="square" rtlCol="0">
            <a:spAutoFit/>
          </a:bodyPr>
          <a:lstStyle/>
          <a:p>
            <a:r>
              <a:rPr lang="en-US" dirty="0">
                <a:solidFill>
                  <a:srgbClr val="E58591"/>
                </a:solidFill>
              </a:rPr>
              <a:t>K:</a:t>
            </a:r>
          </a:p>
        </p:txBody>
      </p:sp>
    </p:spTree>
    <p:extLst>
      <p:ext uri="{BB962C8B-B14F-4D97-AF65-F5344CB8AC3E}">
        <p14:creationId xmlns:p14="http://schemas.microsoft.com/office/powerpoint/2010/main" val="1244049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FFE78E1D-72BB-A772-583B-2F493B84BAE7}"/>
              </a:ext>
            </a:extLst>
          </p:cNvPr>
          <p:cNvPicPr>
            <a:picLocks noChangeAspect="1"/>
          </p:cNvPicPr>
          <p:nvPr/>
        </p:nvPicPr>
        <p:blipFill>
          <a:blip r:embed="rId2"/>
          <a:stretch>
            <a:fillRect/>
          </a:stretch>
        </p:blipFill>
        <p:spPr>
          <a:xfrm>
            <a:off x="1044920" y="4531531"/>
            <a:ext cx="581891" cy="590576"/>
          </a:xfrm>
          <a:prstGeom prst="rect">
            <a:avLst/>
          </a:prstGeom>
        </p:spPr>
      </p:pic>
      <p:pic>
        <p:nvPicPr>
          <p:cNvPr id="23" name="Picture 22">
            <a:extLst>
              <a:ext uri="{FF2B5EF4-FFF2-40B4-BE49-F238E27FC236}">
                <a16:creationId xmlns:a16="http://schemas.microsoft.com/office/drawing/2014/main" id="{024F0DE4-82C7-EC38-7916-F92314512022}"/>
              </a:ext>
            </a:extLst>
          </p:cNvPr>
          <p:cNvPicPr>
            <a:picLocks noChangeAspect="1"/>
          </p:cNvPicPr>
          <p:nvPr/>
        </p:nvPicPr>
        <p:blipFill>
          <a:blip r:embed="rId2"/>
          <a:stretch>
            <a:fillRect/>
          </a:stretch>
        </p:blipFill>
        <p:spPr>
          <a:xfrm>
            <a:off x="9015597" y="4704165"/>
            <a:ext cx="581891" cy="590576"/>
          </a:xfrm>
          <a:prstGeom prst="rect">
            <a:avLst/>
          </a:prstGeom>
        </p:spPr>
      </p:pic>
      <p:sp>
        <p:nvSpPr>
          <p:cNvPr id="24" name="Can 23">
            <a:extLst>
              <a:ext uri="{FF2B5EF4-FFF2-40B4-BE49-F238E27FC236}">
                <a16:creationId xmlns:a16="http://schemas.microsoft.com/office/drawing/2014/main" id="{C32A2FE1-7E0C-BFC7-7C2F-AAC754655A66}"/>
              </a:ext>
            </a:extLst>
          </p:cNvPr>
          <p:cNvSpPr/>
          <p:nvPr/>
        </p:nvSpPr>
        <p:spPr>
          <a:xfrm>
            <a:off x="3159677" y="4705199"/>
            <a:ext cx="457200" cy="381209"/>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an 24">
            <a:extLst>
              <a:ext uri="{FF2B5EF4-FFF2-40B4-BE49-F238E27FC236}">
                <a16:creationId xmlns:a16="http://schemas.microsoft.com/office/drawing/2014/main" id="{44A55749-B97C-E956-AA30-7AB33B8CB02E}"/>
              </a:ext>
            </a:extLst>
          </p:cNvPr>
          <p:cNvSpPr/>
          <p:nvPr/>
        </p:nvSpPr>
        <p:spPr>
          <a:xfrm>
            <a:off x="8147825" y="4826819"/>
            <a:ext cx="457200" cy="381209"/>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35">
            <a:extLst>
              <a:ext uri="{FF2B5EF4-FFF2-40B4-BE49-F238E27FC236}">
                <a16:creationId xmlns:a16="http://schemas.microsoft.com/office/drawing/2014/main" id="{A6DEE0EC-1168-4A7D-79E0-F244FD9FF674}"/>
              </a:ext>
            </a:extLst>
          </p:cNvPr>
          <p:cNvGrpSpPr/>
          <p:nvPr/>
        </p:nvGrpSpPr>
        <p:grpSpPr>
          <a:xfrm>
            <a:off x="2015833" y="4625957"/>
            <a:ext cx="755991" cy="401724"/>
            <a:chOff x="1512273" y="2850326"/>
            <a:chExt cx="755991" cy="401724"/>
          </a:xfrm>
        </p:grpSpPr>
        <p:grpSp>
          <p:nvGrpSpPr>
            <p:cNvPr id="34" name="Group 33">
              <a:extLst>
                <a:ext uri="{FF2B5EF4-FFF2-40B4-BE49-F238E27FC236}">
                  <a16:creationId xmlns:a16="http://schemas.microsoft.com/office/drawing/2014/main" id="{F55FA10D-8626-5CD2-78FF-0093A65343BD}"/>
                </a:ext>
              </a:extLst>
            </p:cNvPr>
            <p:cNvGrpSpPr/>
            <p:nvPr/>
          </p:nvGrpSpPr>
          <p:grpSpPr>
            <a:xfrm>
              <a:off x="1512273" y="2850326"/>
              <a:ext cx="724829" cy="401724"/>
              <a:chOff x="1271239" y="2176961"/>
              <a:chExt cx="724829" cy="401724"/>
            </a:xfrm>
          </p:grpSpPr>
          <p:cxnSp>
            <p:nvCxnSpPr>
              <p:cNvPr id="28" name="Straight Connector 27">
                <a:extLst>
                  <a:ext uri="{FF2B5EF4-FFF2-40B4-BE49-F238E27FC236}">
                    <a16:creationId xmlns:a16="http://schemas.microsoft.com/office/drawing/2014/main" id="{698267A3-244F-F5A4-11D3-69C5776B2AA2}"/>
                  </a:ext>
                </a:extLst>
              </p:cNvPr>
              <p:cNvCxnSpPr>
                <a:cxnSpLocks/>
              </p:cNvCxnSpPr>
              <p:nvPr/>
            </p:nvCxnSpPr>
            <p:spPr>
              <a:xfrm>
                <a:off x="1369687"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2DE4176E-C5D9-3DB6-A68B-9A0F9E377A4C}"/>
                  </a:ext>
                </a:extLst>
              </p:cNvPr>
              <p:cNvCxnSpPr>
                <a:cxnSpLocks/>
              </p:cNvCxnSpPr>
              <p:nvPr/>
            </p:nvCxnSpPr>
            <p:spPr>
              <a:xfrm>
                <a:off x="1503728"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3AA60AEE-33BC-1530-157B-C485500964A1}"/>
                  </a:ext>
                </a:extLst>
              </p:cNvPr>
              <p:cNvCxnSpPr>
                <a:cxnSpLocks/>
              </p:cNvCxnSpPr>
              <p:nvPr/>
            </p:nvCxnSpPr>
            <p:spPr>
              <a:xfrm>
                <a:off x="1637769"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68345CD0-75D6-27FA-4623-150FF2FF8A4D}"/>
                  </a:ext>
                </a:extLst>
              </p:cNvPr>
              <p:cNvCxnSpPr>
                <a:cxnSpLocks/>
              </p:cNvCxnSpPr>
              <p:nvPr/>
            </p:nvCxnSpPr>
            <p:spPr>
              <a:xfrm>
                <a:off x="177181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343264FA-5AF1-879E-EA89-7DF9D019E36E}"/>
                  </a:ext>
                </a:extLst>
              </p:cNvPr>
              <p:cNvCxnSpPr>
                <a:cxnSpLocks/>
              </p:cNvCxnSpPr>
              <p:nvPr/>
            </p:nvCxnSpPr>
            <p:spPr>
              <a:xfrm>
                <a:off x="190585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EEFFD4DB-E362-8DDD-47C0-A7F4C32A5477}"/>
                  </a:ext>
                </a:extLst>
              </p:cNvPr>
              <p:cNvSpPr/>
              <p:nvPr/>
            </p:nvSpPr>
            <p:spPr>
              <a:xfrm>
                <a:off x="1271239" y="2254405"/>
                <a:ext cx="724829" cy="26577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35" name="TextBox 34">
              <a:extLst>
                <a:ext uri="{FF2B5EF4-FFF2-40B4-BE49-F238E27FC236}">
                  <a16:creationId xmlns:a16="http://schemas.microsoft.com/office/drawing/2014/main" id="{3361538A-6B43-8F72-4F49-40DFBBEB34D5}"/>
                </a:ext>
              </a:extLst>
            </p:cNvPr>
            <p:cNvSpPr txBox="1"/>
            <p:nvPr/>
          </p:nvSpPr>
          <p:spPr>
            <a:xfrm>
              <a:off x="1543436" y="2931931"/>
              <a:ext cx="724828" cy="261610"/>
            </a:xfrm>
            <a:prstGeom prst="rect">
              <a:avLst/>
            </a:prstGeom>
            <a:noFill/>
          </p:spPr>
          <p:txBody>
            <a:bodyPr wrap="square" rtlCol="0">
              <a:spAutoFit/>
            </a:bodyPr>
            <a:lstStyle/>
            <a:p>
              <a:r>
                <a:rPr lang="en-US" sz="1100" dirty="0"/>
                <a:t>Memory</a:t>
              </a:r>
            </a:p>
          </p:txBody>
        </p:sp>
      </p:grpSp>
      <p:sp>
        <p:nvSpPr>
          <p:cNvPr id="39" name="Can 38">
            <a:extLst>
              <a:ext uri="{FF2B5EF4-FFF2-40B4-BE49-F238E27FC236}">
                <a16:creationId xmlns:a16="http://schemas.microsoft.com/office/drawing/2014/main" id="{0E5CF8A4-2AC3-CD56-6805-7DA0F3BADE77}"/>
              </a:ext>
            </a:extLst>
          </p:cNvPr>
          <p:cNvSpPr/>
          <p:nvPr/>
        </p:nvSpPr>
        <p:spPr>
          <a:xfrm>
            <a:off x="4435483" y="2393073"/>
            <a:ext cx="457200" cy="381209"/>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 name="Picture 40" descr="A diagram of a feature layer showing point, multipoint, polyline, polygon, and multipatch as possible geometric types">
            <a:extLst>
              <a:ext uri="{FF2B5EF4-FFF2-40B4-BE49-F238E27FC236}">
                <a16:creationId xmlns:a16="http://schemas.microsoft.com/office/drawing/2014/main" id="{AD64B66C-2E30-7275-D100-1817FBEAE83F}"/>
              </a:ext>
            </a:extLst>
          </p:cNvPr>
          <p:cNvPicPr>
            <a:picLocks noChangeAspect="1"/>
          </p:cNvPicPr>
          <p:nvPr/>
        </p:nvPicPr>
        <p:blipFill>
          <a:blip r:embed="rId3"/>
          <a:srcRect l="40239" t="52257" r="39899" b="11474"/>
          <a:stretch>
            <a:fillRect/>
          </a:stretch>
        </p:blipFill>
        <p:spPr>
          <a:xfrm>
            <a:off x="5486400" y="2315453"/>
            <a:ext cx="522514" cy="536448"/>
          </a:xfrm>
          <a:prstGeom prst="rect">
            <a:avLst/>
          </a:prstGeom>
        </p:spPr>
      </p:pic>
      <p:sp>
        <p:nvSpPr>
          <p:cNvPr id="42" name="TextBox 41">
            <a:extLst>
              <a:ext uri="{FF2B5EF4-FFF2-40B4-BE49-F238E27FC236}">
                <a16:creationId xmlns:a16="http://schemas.microsoft.com/office/drawing/2014/main" id="{FC197B29-2A7E-74BA-B842-CD2919FA76AB}"/>
              </a:ext>
            </a:extLst>
          </p:cNvPr>
          <p:cNvSpPr txBox="1"/>
          <p:nvPr/>
        </p:nvSpPr>
        <p:spPr>
          <a:xfrm>
            <a:off x="4239778" y="2851901"/>
            <a:ext cx="884568" cy="230832"/>
          </a:xfrm>
          <a:prstGeom prst="rect">
            <a:avLst/>
          </a:prstGeom>
          <a:noFill/>
        </p:spPr>
        <p:txBody>
          <a:bodyPr wrap="square" rtlCol="0">
            <a:spAutoFit/>
          </a:bodyPr>
          <a:lstStyle/>
          <a:p>
            <a:pPr algn="ctr"/>
            <a:r>
              <a:rPr lang="en-US" sz="900" dirty="0"/>
              <a:t>hosted data</a:t>
            </a:r>
          </a:p>
        </p:txBody>
      </p:sp>
      <p:sp>
        <p:nvSpPr>
          <p:cNvPr id="43" name="TextBox 42">
            <a:extLst>
              <a:ext uri="{FF2B5EF4-FFF2-40B4-BE49-F238E27FC236}">
                <a16:creationId xmlns:a16="http://schemas.microsoft.com/office/drawing/2014/main" id="{7E3EE248-9D00-ACC7-6CA9-2E81CEE5CFD1}"/>
              </a:ext>
            </a:extLst>
          </p:cNvPr>
          <p:cNvSpPr txBox="1"/>
          <p:nvPr/>
        </p:nvSpPr>
        <p:spPr>
          <a:xfrm>
            <a:off x="5305373" y="2851901"/>
            <a:ext cx="884568" cy="230832"/>
          </a:xfrm>
          <a:prstGeom prst="rect">
            <a:avLst/>
          </a:prstGeom>
          <a:noFill/>
        </p:spPr>
        <p:txBody>
          <a:bodyPr wrap="square" rtlCol="0">
            <a:spAutoFit/>
          </a:bodyPr>
          <a:lstStyle/>
          <a:p>
            <a:pPr algn="ctr"/>
            <a:r>
              <a:rPr lang="en-US" sz="900" dirty="0"/>
              <a:t>feature layer</a:t>
            </a:r>
          </a:p>
        </p:txBody>
      </p:sp>
    </p:spTree>
    <p:extLst>
      <p:ext uri="{BB962C8B-B14F-4D97-AF65-F5344CB8AC3E}">
        <p14:creationId xmlns:p14="http://schemas.microsoft.com/office/powerpoint/2010/main" val="21873198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reeform 7">
            <a:extLst>
              <a:ext uri="{FF2B5EF4-FFF2-40B4-BE49-F238E27FC236}">
                <a16:creationId xmlns:a16="http://schemas.microsoft.com/office/drawing/2014/main" id="{A8296AC9-BB34-EEFD-E3B2-540E5D29062E}"/>
              </a:ext>
            </a:extLst>
          </p:cNvPr>
          <p:cNvSpPr/>
          <p:nvPr/>
        </p:nvSpPr>
        <p:spPr>
          <a:xfrm>
            <a:off x="478971" y="2290354"/>
            <a:ext cx="9379132" cy="609600"/>
          </a:xfrm>
          <a:custGeom>
            <a:avLst/>
            <a:gdLst>
              <a:gd name="csX0" fmla="*/ 0 w 9379132"/>
              <a:gd name="csY0" fmla="*/ 610316 h 610316"/>
              <a:gd name="csX1" fmla="*/ 2673532 w 9379132"/>
              <a:gd name="csY1" fmla="*/ 87802 h 610316"/>
              <a:gd name="csX2" fmla="*/ 9379132 w 9379132"/>
              <a:gd name="csY2" fmla="*/ 716 h 610316"/>
              <a:gd name="csX3" fmla="*/ 9379132 w 9379132"/>
              <a:gd name="csY3" fmla="*/ 716 h 610316"/>
              <a:gd name="csX0" fmla="*/ 0 w 9379132"/>
              <a:gd name="csY0" fmla="*/ 610316 h 610316"/>
              <a:gd name="csX1" fmla="*/ 2673532 w 9379132"/>
              <a:gd name="csY1" fmla="*/ 87802 h 610316"/>
              <a:gd name="csX2" fmla="*/ 9379132 w 9379132"/>
              <a:gd name="csY2" fmla="*/ 716 h 610316"/>
              <a:gd name="csX3" fmla="*/ 9379132 w 9379132"/>
              <a:gd name="csY3" fmla="*/ 716 h 610316"/>
              <a:gd name="csX0" fmla="*/ 0 w 9379132"/>
              <a:gd name="csY0" fmla="*/ 609600 h 609600"/>
              <a:gd name="csX1" fmla="*/ 2673532 w 9379132"/>
              <a:gd name="csY1" fmla="*/ 87086 h 609600"/>
              <a:gd name="csX2" fmla="*/ 9379132 w 9379132"/>
              <a:gd name="csY2" fmla="*/ 0 h 609600"/>
              <a:gd name="csX3" fmla="*/ 9379132 w 9379132"/>
              <a:gd name="csY3" fmla="*/ 0 h 609600"/>
            </a:gdLst>
            <a:ahLst/>
            <a:cxnLst>
              <a:cxn ang="0">
                <a:pos x="csX0" y="csY0"/>
              </a:cxn>
              <a:cxn ang="0">
                <a:pos x="csX1" y="csY1"/>
              </a:cxn>
              <a:cxn ang="0">
                <a:pos x="csX2" y="csY2"/>
              </a:cxn>
              <a:cxn ang="0">
                <a:pos x="csX3" y="csY3"/>
              </a:cxn>
            </a:cxnLst>
            <a:rect l="l" t="t" r="r" b="b"/>
            <a:pathLst>
              <a:path w="9379132" h="609600">
                <a:moveTo>
                  <a:pt x="0" y="609600"/>
                </a:moveTo>
                <a:cubicBezTo>
                  <a:pt x="825136" y="590731"/>
                  <a:pt x="1397726" y="101600"/>
                  <a:pt x="2673532" y="87086"/>
                </a:cubicBezTo>
                <a:lnTo>
                  <a:pt x="9379132" y="0"/>
                </a:lnTo>
                <a:lnTo>
                  <a:pt x="9379132" y="0"/>
                </a:lnTo>
              </a:path>
            </a:pathLst>
          </a:custGeom>
          <a:noFill/>
          <a:ln>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a:extLst>
              <a:ext uri="{FF2B5EF4-FFF2-40B4-BE49-F238E27FC236}">
                <a16:creationId xmlns:a16="http://schemas.microsoft.com/office/drawing/2014/main" id="{C302E816-2173-182E-66C8-EE6A447DF21D}"/>
              </a:ext>
            </a:extLst>
          </p:cNvPr>
          <p:cNvSpPr/>
          <p:nvPr/>
        </p:nvSpPr>
        <p:spPr>
          <a:xfrm>
            <a:off x="502170" y="2510826"/>
            <a:ext cx="9293902" cy="540055"/>
          </a:xfrm>
          <a:custGeom>
            <a:avLst/>
            <a:gdLst>
              <a:gd name="csX0" fmla="*/ 0 w 9293902"/>
              <a:gd name="csY0" fmla="*/ 374781 h 540055"/>
              <a:gd name="csX1" fmla="*/ 2638269 w 9293902"/>
              <a:gd name="csY1" fmla="*/ 74977 h 540055"/>
              <a:gd name="csX2" fmla="*/ 4257207 w 9293902"/>
              <a:gd name="csY2" fmla="*/ 502197 h 540055"/>
              <a:gd name="csX3" fmla="*/ 6048532 w 9293902"/>
              <a:gd name="csY3" fmla="*/ 26 h 540055"/>
              <a:gd name="csX4" fmla="*/ 7337686 w 9293902"/>
              <a:gd name="csY4" fmla="*/ 479712 h 540055"/>
              <a:gd name="csX5" fmla="*/ 9293902 w 9293902"/>
              <a:gd name="csY5" fmla="*/ 517187 h 540055"/>
              <a:gd name="csX0" fmla="*/ 0 w 9293902"/>
              <a:gd name="csY0" fmla="*/ 374781 h 540055"/>
              <a:gd name="csX1" fmla="*/ 2638269 w 9293902"/>
              <a:gd name="csY1" fmla="*/ 74977 h 540055"/>
              <a:gd name="csX2" fmla="*/ 4257207 w 9293902"/>
              <a:gd name="csY2" fmla="*/ 502197 h 540055"/>
              <a:gd name="csX3" fmla="*/ 6048532 w 9293902"/>
              <a:gd name="csY3" fmla="*/ 26 h 540055"/>
              <a:gd name="csX4" fmla="*/ 7337686 w 9293902"/>
              <a:gd name="csY4" fmla="*/ 479712 h 540055"/>
              <a:gd name="csX5" fmla="*/ 9293902 w 9293902"/>
              <a:gd name="csY5" fmla="*/ 517187 h 540055"/>
            </a:gdLst>
            <a:ahLst/>
            <a:cxnLst>
              <a:cxn ang="0">
                <a:pos x="csX0" y="csY0"/>
              </a:cxn>
              <a:cxn ang="0">
                <a:pos x="csX1" y="csY1"/>
              </a:cxn>
              <a:cxn ang="0">
                <a:pos x="csX2" y="csY2"/>
              </a:cxn>
              <a:cxn ang="0">
                <a:pos x="csX3" y="csY3"/>
              </a:cxn>
              <a:cxn ang="0">
                <a:pos x="csX4" y="csY4"/>
              </a:cxn>
              <a:cxn ang="0">
                <a:pos x="csX5" y="csY5"/>
              </a:cxn>
            </a:cxnLst>
            <a:rect l="l" t="t" r="r" b="b"/>
            <a:pathLst>
              <a:path w="9293902" h="540055">
                <a:moveTo>
                  <a:pt x="0" y="374781"/>
                </a:moveTo>
                <a:cubicBezTo>
                  <a:pt x="964367" y="349172"/>
                  <a:pt x="1928735" y="53741"/>
                  <a:pt x="2638269" y="74977"/>
                </a:cubicBezTo>
                <a:cubicBezTo>
                  <a:pt x="3347804" y="96213"/>
                  <a:pt x="3688830" y="514689"/>
                  <a:pt x="4257207" y="502197"/>
                </a:cubicBezTo>
                <a:cubicBezTo>
                  <a:pt x="4825584" y="489705"/>
                  <a:pt x="5535119" y="3773"/>
                  <a:pt x="6048532" y="26"/>
                </a:cubicBezTo>
                <a:cubicBezTo>
                  <a:pt x="6561945" y="-3721"/>
                  <a:pt x="6796791" y="393519"/>
                  <a:pt x="7337686" y="479712"/>
                </a:cubicBezTo>
                <a:cubicBezTo>
                  <a:pt x="7878581" y="565906"/>
                  <a:pt x="8586241" y="541546"/>
                  <a:pt x="9293902" y="517187"/>
                </a:cubicBezTo>
              </a:path>
            </a:pathLst>
          </a:custGeom>
          <a:noFill/>
          <a:ln>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9">
            <a:extLst>
              <a:ext uri="{FF2B5EF4-FFF2-40B4-BE49-F238E27FC236}">
                <a16:creationId xmlns:a16="http://schemas.microsoft.com/office/drawing/2014/main" id="{83976A62-1C39-F45B-7BFF-46D9B9EE5FD4}"/>
              </a:ext>
            </a:extLst>
          </p:cNvPr>
          <p:cNvSpPr/>
          <p:nvPr/>
        </p:nvSpPr>
        <p:spPr>
          <a:xfrm>
            <a:off x="479685" y="2897067"/>
            <a:ext cx="9331377" cy="355800"/>
          </a:xfrm>
          <a:custGeom>
            <a:avLst/>
            <a:gdLst>
              <a:gd name="csX0" fmla="*/ 0 w 9331377"/>
              <a:gd name="csY0" fmla="*/ 0 h 352269"/>
              <a:gd name="csX1" fmla="*/ 4302177 w 9331377"/>
              <a:gd name="csY1" fmla="*/ 314793 h 352269"/>
              <a:gd name="csX2" fmla="*/ 7442617 w 9331377"/>
              <a:gd name="csY2" fmla="*/ 329783 h 352269"/>
              <a:gd name="csX3" fmla="*/ 9331377 w 9331377"/>
              <a:gd name="csY3" fmla="*/ 352269 h 352269"/>
              <a:gd name="csX0" fmla="*/ 0 w 9331377"/>
              <a:gd name="csY0" fmla="*/ 4074 h 356343"/>
              <a:gd name="csX1" fmla="*/ 4302177 w 9331377"/>
              <a:gd name="csY1" fmla="*/ 318867 h 356343"/>
              <a:gd name="csX2" fmla="*/ 7442617 w 9331377"/>
              <a:gd name="csY2" fmla="*/ 333857 h 356343"/>
              <a:gd name="csX3" fmla="*/ 9331377 w 9331377"/>
              <a:gd name="csY3" fmla="*/ 356343 h 356343"/>
              <a:gd name="csX0" fmla="*/ 0 w 9331377"/>
              <a:gd name="csY0" fmla="*/ 3531 h 355800"/>
              <a:gd name="csX1" fmla="*/ 4302177 w 9331377"/>
              <a:gd name="csY1" fmla="*/ 318324 h 355800"/>
              <a:gd name="csX2" fmla="*/ 7442617 w 9331377"/>
              <a:gd name="csY2" fmla="*/ 333314 h 355800"/>
              <a:gd name="csX3" fmla="*/ 9331377 w 9331377"/>
              <a:gd name="csY3" fmla="*/ 355800 h 355800"/>
            </a:gdLst>
            <a:ahLst/>
            <a:cxnLst>
              <a:cxn ang="0">
                <a:pos x="csX0" y="csY0"/>
              </a:cxn>
              <a:cxn ang="0">
                <a:pos x="csX1" y="csY1"/>
              </a:cxn>
              <a:cxn ang="0">
                <a:pos x="csX2" y="csY2"/>
              </a:cxn>
              <a:cxn ang="0">
                <a:pos x="csX3" y="csY3"/>
              </a:cxn>
            </a:cxnLst>
            <a:rect l="l" t="t" r="r" b="b"/>
            <a:pathLst>
              <a:path w="9331377" h="355800">
                <a:moveTo>
                  <a:pt x="0" y="3531"/>
                </a:moveTo>
                <a:cubicBezTo>
                  <a:pt x="1530870" y="-38942"/>
                  <a:pt x="3061741" y="315826"/>
                  <a:pt x="4302177" y="318324"/>
                </a:cubicBezTo>
                <a:lnTo>
                  <a:pt x="7442617" y="333314"/>
                </a:lnTo>
                <a:lnTo>
                  <a:pt x="9331377" y="355800"/>
                </a:lnTo>
              </a:path>
            </a:pathLst>
          </a:custGeom>
          <a:noFill/>
          <a:ln>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ounded Rectangle 1">
            <a:extLst>
              <a:ext uri="{FF2B5EF4-FFF2-40B4-BE49-F238E27FC236}">
                <a16:creationId xmlns:a16="http://schemas.microsoft.com/office/drawing/2014/main" id="{8644881F-C1ED-9FC6-4367-A925F3C613E7}"/>
              </a:ext>
            </a:extLst>
          </p:cNvPr>
          <p:cNvSpPr/>
          <p:nvPr/>
        </p:nvSpPr>
        <p:spPr>
          <a:xfrm>
            <a:off x="2560319" y="2220686"/>
            <a:ext cx="1158240" cy="548640"/>
          </a:xfrm>
          <a:prstGeom prst="roundRect">
            <a:avLst/>
          </a:prstGeom>
          <a:solidFill>
            <a:srgbClr val="156082">
              <a:alpha val="85098"/>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new monitoring data entered</a:t>
            </a:r>
          </a:p>
        </p:txBody>
      </p:sp>
      <p:sp>
        <p:nvSpPr>
          <p:cNvPr id="3" name="Rounded Rectangle 2">
            <a:extLst>
              <a:ext uri="{FF2B5EF4-FFF2-40B4-BE49-F238E27FC236}">
                <a16:creationId xmlns:a16="http://schemas.microsoft.com/office/drawing/2014/main" id="{708E5B5B-550F-C2DA-4A04-4B83E03956E3}"/>
              </a:ext>
            </a:extLst>
          </p:cNvPr>
          <p:cNvSpPr/>
          <p:nvPr/>
        </p:nvSpPr>
        <p:spPr>
          <a:xfrm>
            <a:off x="4188822" y="2769326"/>
            <a:ext cx="1158240" cy="666206"/>
          </a:xfrm>
          <a:prstGeom prst="roundRect">
            <a:avLst/>
          </a:prstGeom>
          <a:solidFill>
            <a:srgbClr val="156082">
              <a:alpha val="85098"/>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new planting, </a:t>
            </a:r>
            <a:r>
              <a:rPr lang="en-US" sz="1200" dirty="0" err="1"/>
              <a:t>donor_site</a:t>
            </a:r>
            <a:r>
              <a:rPr lang="en-US" sz="1200" dirty="0"/>
              <a:t>, </a:t>
            </a:r>
            <a:r>
              <a:rPr lang="en-US" sz="1200" dirty="0" err="1"/>
              <a:t>etc</a:t>
            </a:r>
            <a:r>
              <a:rPr lang="en-US" sz="1200" dirty="0"/>
              <a:t> data</a:t>
            </a:r>
          </a:p>
        </p:txBody>
      </p:sp>
      <p:sp>
        <p:nvSpPr>
          <p:cNvPr id="6" name="Rounded Rectangle 5">
            <a:extLst>
              <a:ext uri="{FF2B5EF4-FFF2-40B4-BE49-F238E27FC236}">
                <a16:creationId xmlns:a16="http://schemas.microsoft.com/office/drawing/2014/main" id="{BD71BD08-FC46-D311-1D22-A638B4CD70DB}"/>
              </a:ext>
            </a:extLst>
          </p:cNvPr>
          <p:cNvSpPr/>
          <p:nvPr/>
        </p:nvSpPr>
        <p:spPr>
          <a:xfrm>
            <a:off x="5956662" y="2153195"/>
            <a:ext cx="1158240" cy="476794"/>
          </a:xfrm>
          <a:prstGeom prst="roundRect">
            <a:avLst/>
          </a:prstGeom>
          <a:solidFill>
            <a:srgbClr val="156082">
              <a:alpha val="85098"/>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make graphs</a:t>
            </a:r>
          </a:p>
        </p:txBody>
      </p:sp>
      <p:sp>
        <p:nvSpPr>
          <p:cNvPr id="7" name="Rounded Rectangle 6">
            <a:extLst>
              <a:ext uri="{FF2B5EF4-FFF2-40B4-BE49-F238E27FC236}">
                <a16:creationId xmlns:a16="http://schemas.microsoft.com/office/drawing/2014/main" id="{BA8D85C8-F443-EC89-1265-FD3082CB0B0D}"/>
              </a:ext>
            </a:extLst>
          </p:cNvPr>
          <p:cNvSpPr/>
          <p:nvPr/>
        </p:nvSpPr>
        <p:spPr>
          <a:xfrm>
            <a:off x="7280364" y="2897777"/>
            <a:ext cx="1158240" cy="409303"/>
          </a:xfrm>
          <a:prstGeom prst="roundRect">
            <a:avLst/>
          </a:prstGeom>
          <a:solidFill>
            <a:srgbClr val="156082">
              <a:alpha val="85098"/>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make View</a:t>
            </a:r>
          </a:p>
        </p:txBody>
      </p:sp>
      <p:sp>
        <p:nvSpPr>
          <p:cNvPr id="21" name="Rounded Rectangle 20">
            <a:extLst>
              <a:ext uri="{FF2B5EF4-FFF2-40B4-BE49-F238E27FC236}">
                <a16:creationId xmlns:a16="http://schemas.microsoft.com/office/drawing/2014/main" id="{12BF3D80-DCEA-A892-D066-0414F7B308BB}"/>
              </a:ext>
            </a:extLst>
          </p:cNvPr>
          <p:cNvSpPr/>
          <p:nvPr/>
        </p:nvSpPr>
        <p:spPr>
          <a:xfrm>
            <a:off x="4436061" y="5479861"/>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22" name="Rounded Rectangle 21">
            <a:extLst>
              <a:ext uri="{FF2B5EF4-FFF2-40B4-BE49-F238E27FC236}">
                <a16:creationId xmlns:a16="http://schemas.microsoft.com/office/drawing/2014/main" id="{EF77302F-463C-D8A1-AF65-A973CB8EAD73}"/>
              </a:ext>
            </a:extLst>
          </p:cNvPr>
          <p:cNvSpPr/>
          <p:nvPr/>
        </p:nvSpPr>
        <p:spPr>
          <a:xfrm>
            <a:off x="6374858" y="5479861"/>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processing</a:t>
            </a:r>
          </a:p>
        </p:txBody>
      </p:sp>
      <p:sp>
        <p:nvSpPr>
          <p:cNvPr id="23" name="Rounded Rectangle 22">
            <a:extLst>
              <a:ext uri="{FF2B5EF4-FFF2-40B4-BE49-F238E27FC236}">
                <a16:creationId xmlns:a16="http://schemas.microsoft.com/office/drawing/2014/main" id="{8314C85B-945C-E861-2BC5-A1885CF5ED79}"/>
              </a:ext>
            </a:extLst>
          </p:cNvPr>
          <p:cNvSpPr/>
          <p:nvPr/>
        </p:nvSpPr>
        <p:spPr>
          <a:xfrm>
            <a:off x="8564027" y="5479861"/>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
        <p:nvSpPr>
          <p:cNvPr id="24" name="Rounded Rectangle 23">
            <a:extLst>
              <a:ext uri="{FF2B5EF4-FFF2-40B4-BE49-F238E27FC236}">
                <a16:creationId xmlns:a16="http://schemas.microsoft.com/office/drawing/2014/main" id="{035CBC25-499B-7D85-CBE0-FBCBCA1697EC}"/>
              </a:ext>
            </a:extLst>
          </p:cNvPr>
          <p:cNvSpPr/>
          <p:nvPr/>
        </p:nvSpPr>
        <p:spPr>
          <a:xfrm>
            <a:off x="2254564" y="5479860"/>
            <a:ext cx="1149531" cy="1053737"/>
          </a:xfrm>
          <a:prstGeom prst="roundRect">
            <a:avLst/>
          </a:prstGeom>
          <a:solidFill>
            <a:schemeClr val="accent1">
              <a:lumMod val="20000"/>
              <a:lumOff val="80000"/>
            </a:schemeClr>
          </a:solidFill>
          <a:ln>
            <a:solidFill>
              <a:schemeClr val="accent1">
                <a:lumMod val="60000"/>
                <a:lumOff val="40000"/>
              </a:schemeClr>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effectLst>
                  <a:glow rad="25400">
                    <a:schemeClr val="accent1">
                      <a:alpha val="63000"/>
                    </a:schemeClr>
                  </a:glow>
                </a:effectLst>
              </a:rPr>
              <a:t>import Matrix</a:t>
            </a:r>
          </a:p>
        </p:txBody>
      </p:sp>
      <p:sp>
        <p:nvSpPr>
          <p:cNvPr id="25" name="Right Bracket 24">
            <a:extLst>
              <a:ext uri="{FF2B5EF4-FFF2-40B4-BE49-F238E27FC236}">
                <a16:creationId xmlns:a16="http://schemas.microsoft.com/office/drawing/2014/main" id="{ACD7BB25-0652-2ECD-79C2-5E1D315266DC}"/>
              </a:ext>
            </a:extLst>
          </p:cNvPr>
          <p:cNvSpPr/>
          <p:nvPr/>
        </p:nvSpPr>
        <p:spPr>
          <a:xfrm rot="5400000">
            <a:off x="3885689" y="2377240"/>
            <a:ext cx="118872" cy="2769614"/>
          </a:xfrm>
          <a:prstGeom prst="rightBracket">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6" name="Right Bracket 25">
            <a:extLst>
              <a:ext uri="{FF2B5EF4-FFF2-40B4-BE49-F238E27FC236}">
                <a16:creationId xmlns:a16="http://schemas.microsoft.com/office/drawing/2014/main" id="{4458D86A-48AB-CFE9-95E7-8FAE43E60475}"/>
              </a:ext>
            </a:extLst>
          </p:cNvPr>
          <p:cNvSpPr/>
          <p:nvPr/>
        </p:nvSpPr>
        <p:spPr>
          <a:xfrm rot="5400000">
            <a:off x="7015373" y="2415337"/>
            <a:ext cx="118872" cy="2769614"/>
          </a:xfrm>
          <a:prstGeom prst="rightBracket">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5B8B6D10-622E-220E-561F-F9C5EE1770B6}"/>
              </a:ext>
            </a:extLst>
          </p:cNvPr>
          <p:cNvCxnSpPr/>
          <p:nvPr/>
        </p:nvCxnSpPr>
        <p:spPr>
          <a:xfrm flipH="1" flipV="1">
            <a:off x="4188822" y="4070195"/>
            <a:ext cx="822004" cy="1059366"/>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571FAF04-2C9C-BA75-C39B-567666F3C9BB}"/>
              </a:ext>
            </a:extLst>
          </p:cNvPr>
          <p:cNvCxnSpPr/>
          <p:nvPr/>
        </p:nvCxnSpPr>
        <p:spPr>
          <a:xfrm flipV="1">
            <a:off x="7074809" y="4092498"/>
            <a:ext cx="0" cy="1092819"/>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62410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0EAB5-9635-78B3-D316-00FB80FF7CBF}"/>
            </a:ext>
          </a:extLst>
        </p:cNvPr>
        <p:cNvGrpSpPr/>
        <p:nvPr/>
      </p:nvGrpSpPr>
      <p:grpSpPr>
        <a:xfrm>
          <a:off x="0" y="0"/>
          <a:ext cx="0" cy="0"/>
          <a:chOff x="0" y="0"/>
          <a:chExt cx="0" cy="0"/>
        </a:xfrm>
      </p:grpSpPr>
      <p:sp>
        <p:nvSpPr>
          <p:cNvPr id="21" name="Rounded Rectangle 20">
            <a:extLst>
              <a:ext uri="{FF2B5EF4-FFF2-40B4-BE49-F238E27FC236}">
                <a16:creationId xmlns:a16="http://schemas.microsoft.com/office/drawing/2014/main" id="{C2250C06-0C38-0623-21C1-675716F429A7}"/>
              </a:ext>
            </a:extLst>
          </p:cNvPr>
          <p:cNvSpPr/>
          <p:nvPr/>
        </p:nvSpPr>
        <p:spPr>
          <a:xfrm>
            <a:off x="4247579" y="2141086"/>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22" name="Rounded Rectangle 21">
            <a:extLst>
              <a:ext uri="{FF2B5EF4-FFF2-40B4-BE49-F238E27FC236}">
                <a16:creationId xmlns:a16="http://schemas.microsoft.com/office/drawing/2014/main" id="{0274040D-ACEA-29D3-730A-684ADEF85A13}"/>
              </a:ext>
            </a:extLst>
          </p:cNvPr>
          <p:cNvSpPr/>
          <p:nvPr/>
        </p:nvSpPr>
        <p:spPr>
          <a:xfrm>
            <a:off x="6129081" y="2141086"/>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make monitoring graphs</a:t>
            </a:r>
          </a:p>
        </p:txBody>
      </p:sp>
      <p:sp>
        <p:nvSpPr>
          <p:cNvPr id="23" name="Rounded Rectangle 22">
            <a:extLst>
              <a:ext uri="{FF2B5EF4-FFF2-40B4-BE49-F238E27FC236}">
                <a16:creationId xmlns:a16="http://schemas.microsoft.com/office/drawing/2014/main" id="{727497E6-74A4-FFA3-3C36-821C1E39424E}"/>
              </a:ext>
            </a:extLst>
          </p:cNvPr>
          <p:cNvSpPr/>
          <p:nvPr/>
        </p:nvSpPr>
        <p:spPr>
          <a:xfrm>
            <a:off x="10392828" y="2141086"/>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
        <p:nvSpPr>
          <p:cNvPr id="24" name="Rounded Rectangle 23">
            <a:extLst>
              <a:ext uri="{FF2B5EF4-FFF2-40B4-BE49-F238E27FC236}">
                <a16:creationId xmlns:a16="http://schemas.microsoft.com/office/drawing/2014/main" id="{D826E8B6-FF10-9E83-368F-619C8FC9C760}"/>
              </a:ext>
            </a:extLst>
          </p:cNvPr>
          <p:cNvSpPr/>
          <p:nvPr/>
        </p:nvSpPr>
        <p:spPr>
          <a:xfrm>
            <a:off x="844347" y="2141086"/>
            <a:ext cx="1149531" cy="1053737"/>
          </a:xfrm>
          <a:prstGeom prst="roundRect">
            <a:avLst/>
          </a:prstGeom>
          <a:solidFill>
            <a:schemeClr val="accent1">
              <a:lumMod val="20000"/>
              <a:lumOff val="80000"/>
            </a:schemeClr>
          </a:solidFill>
          <a:ln>
            <a:solidFill>
              <a:schemeClr val="accent1">
                <a:lumMod val="60000"/>
                <a:lumOff val="40000"/>
              </a:schemeClr>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effectLst>
                  <a:glow rad="25400">
                    <a:schemeClr val="accent1">
                      <a:alpha val="63000"/>
                    </a:schemeClr>
                  </a:glow>
                </a:effectLst>
              </a:rPr>
              <a:t>import Matrix</a:t>
            </a:r>
          </a:p>
        </p:txBody>
      </p:sp>
      <p:sp>
        <p:nvSpPr>
          <p:cNvPr id="4" name="Rounded Rectangle 3">
            <a:extLst>
              <a:ext uri="{FF2B5EF4-FFF2-40B4-BE49-F238E27FC236}">
                <a16:creationId xmlns:a16="http://schemas.microsoft.com/office/drawing/2014/main" id="{7CFDA4C9-8801-68F4-CCD1-6553F29BD93F}"/>
              </a:ext>
            </a:extLst>
          </p:cNvPr>
          <p:cNvSpPr/>
          <p:nvPr/>
        </p:nvSpPr>
        <p:spPr>
          <a:xfrm>
            <a:off x="8260954" y="2141086"/>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make dev database view</a:t>
            </a:r>
          </a:p>
        </p:txBody>
      </p:sp>
      <p:sp>
        <p:nvSpPr>
          <p:cNvPr id="11" name="TextBox 10">
            <a:extLst>
              <a:ext uri="{FF2B5EF4-FFF2-40B4-BE49-F238E27FC236}">
                <a16:creationId xmlns:a16="http://schemas.microsoft.com/office/drawing/2014/main" id="{17C56A05-7A9C-5FF9-D3E6-9DF0E7A63B6D}"/>
              </a:ext>
            </a:extLst>
          </p:cNvPr>
          <p:cNvSpPr txBox="1"/>
          <p:nvPr/>
        </p:nvSpPr>
        <p:spPr>
          <a:xfrm>
            <a:off x="844348" y="3657599"/>
            <a:ext cx="934684" cy="400110"/>
          </a:xfrm>
          <a:prstGeom prst="rect">
            <a:avLst/>
          </a:prstGeom>
          <a:noFill/>
        </p:spPr>
        <p:txBody>
          <a:bodyPr wrap="square" rtlCol="0">
            <a:spAutoFit/>
          </a:bodyPr>
          <a:lstStyle/>
          <a:p>
            <a:r>
              <a:rPr lang="en-US" sz="1000" dirty="0"/>
              <a:t>local Excel spreadsheet</a:t>
            </a:r>
          </a:p>
        </p:txBody>
      </p:sp>
      <p:sp>
        <p:nvSpPr>
          <p:cNvPr id="12" name="TextBox 11">
            <a:extLst>
              <a:ext uri="{FF2B5EF4-FFF2-40B4-BE49-F238E27FC236}">
                <a16:creationId xmlns:a16="http://schemas.microsoft.com/office/drawing/2014/main" id="{097A0951-22C6-5274-8BFC-D24C8F14700A}"/>
              </a:ext>
            </a:extLst>
          </p:cNvPr>
          <p:cNvSpPr txBox="1"/>
          <p:nvPr/>
        </p:nvSpPr>
        <p:spPr>
          <a:xfrm>
            <a:off x="6207695" y="3611433"/>
            <a:ext cx="934684" cy="246221"/>
          </a:xfrm>
          <a:prstGeom prst="rect">
            <a:avLst/>
          </a:prstGeom>
          <a:noFill/>
        </p:spPr>
        <p:txBody>
          <a:bodyPr wrap="square" rtlCol="0">
            <a:spAutoFit/>
          </a:bodyPr>
          <a:lstStyle/>
          <a:p>
            <a:r>
              <a:rPr lang="en-US" sz="1000" dirty="0"/>
              <a:t>Online layers</a:t>
            </a:r>
          </a:p>
        </p:txBody>
      </p:sp>
      <p:sp>
        <p:nvSpPr>
          <p:cNvPr id="13" name="TextBox 12">
            <a:extLst>
              <a:ext uri="{FF2B5EF4-FFF2-40B4-BE49-F238E27FC236}">
                <a16:creationId xmlns:a16="http://schemas.microsoft.com/office/drawing/2014/main" id="{DFA75256-69FC-D505-3104-F1E9CBEDE5BB}"/>
              </a:ext>
            </a:extLst>
          </p:cNvPr>
          <p:cNvSpPr txBox="1"/>
          <p:nvPr/>
        </p:nvSpPr>
        <p:spPr>
          <a:xfrm>
            <a:off x="880692" y="4320430"/>
            <a:ext cx="934684" cy="400110"/>
          </a:xfrm>
          <a:prstGeom prst="rect">
            <a:avLst/>
          </a:prstGeom>
          <a:noFill/>
        </p:spPr>
        <p:txBody>
          <a:bodyPr wrap="square" rtlCol="0">
            <a:spAutoFit/>
          </a:bodyPr>
          <a:lstStyle/>
          <a:p>
            <a:r>
              <a:rPr lang="en-US" sz="1000" dirty="0"/>
              <a:t>local file geodatabase</a:t>
            </a:r>
          </a:p>
        </p:txBody>
      </p:sp>
      <p:sp>
        <p:nvSpPr>
          <p:cNvPr id="14" name="TextBox 13">
            <a:extLst>
              <a:ext uri="{FF2B5EF4-FFF2-40B4-BE49-F238E27FC236}">
                <a16:creationId xmlns:a16="http://schemas.microsoft.com/office/drawing/2014/main" id="{994E19BD-27C6-6902-7BBA-1748714E8087}"/>
              </a:ext>
            </a:extLst>
          </p:cNvPr>
          <p:cNvSpPr txBox="1"/>
          <p:nvPr/>
        </p:nvSpPr>
        <p:spPr>
          <a:xfrm>
            <a:off x="8413354" y="4371953"/>
            <a:ext cx="934684" cy="400110"/>
          </a:xfrm>
          <a:prstGeom prst="rect">
            <a:avLst/>
          </a:prstGeom>
          <a:noFill/>
        </p:spPr>
        <p:txBody>
          <a:bodyPr wrap="square" rtlCol="0">
            <a:spAutoFit/>
          </a:bodyPr>
          <a:lstStyle/>
          <a:p>
            <a:r>
              <a:rPr lang="en-US" sz="1000" dirty="0"/>
              <a:t>Online layers (View)</a:t>
            </a:r>
          </a:p>
        </p:txBody>
      </p:sp>
      <p:sp>
        <p:nvSpPr>
          <p:cNvPr id="15" name="TextBox 14">
            <a:extLst>
              <a:ext uri="{FF2B5EF4-FFF2-40B4-BE49-F238E27FC236}">
                <a16:creationId xmlns:a16="http://schemas.microsoft.com/office/drawing/2014/main" id="{B533AEF0-66E1-6983-E318-B7510BA6B578}"/>
              </a:ext>
            </a:extLst>
          </p:cNvPr>
          <p:cNvSpPr txBox="1"/>
          <p:nvPr/>
        </p:nvSpPr>
        <p:spPr>
          <a:xfrm>
            <a:off x="10500251" y="3654477"/>
            <a:ext cx="934684" cy="707886"/>
          </a:xfrm>
          <a:prstGeom prst="rect">
            <a:avLst/>
          </a:prstGeom>
          <a:noFill/>
        </p:spPr>
        <p:txBody>
          <a:bodyPr wrap="square" rtlCol="0">
            <a:spAutoFit/>
          </a:bodyPr>
          <a:lstStyle/>
          <a:p>
            <a:r>
              <a:rPr lang="en-US" sz="1000" dirty="0"/>
              <a:t>Online layers (DEV) to Online layers (PROD)</a:t>
            </a:r>
          </a:p>
        </p:txBody>
      </p:sp>
      <p:sp>
        <p:nvSpPr>
          <p:cNvPr id="16" name="TextBox 15">
            <a:extLst>
              <a:ext uri="{FF2B5EF4-FFF2-40B4-BE49-F238E27FC236}">
                <a16:creationId xmlns:a16="http://schemas.microsoft.com/office/drawing/2014/main" id="{0746D8E3-1652-5F2F-D849-7AECDA3B207A}"/>
              </a:ext>
            </a:extLst>
          </p:cNvPr>
          <p:cNvSpPr txBox="1"/>
          <p:nvPr/>
        </p:nvSpPr>
        <p:spPr>
          <a:xfrm>
            <a:off x="6191290" y="4903662"/>
            <a:ext cx="934684" cy="400110"/>
          </a:xfrm>
          <a:prstGeom prst="rect">
            <a:avLst/>
          </a:prstGeom>
          <a:noFill/>
        </p:spPr>
        <p:txBody>
          <a:bodyPr wrap="square" rtlCol="0">
            <a:spAutoFit/>
          </a:bodyPr>
          <a:lstStyle/>
          <a:p>
            <a:r>
              <a:rPr lang="en-US" sz="1000" dirty="0"/>
              <a:t>monitoring graphs on K:</a:t>
            </a:r>
          </a:p>
        </p:txBody>
      </p:sp>
      <p:sp>
        <p:nvSpPr>
          <p:cNvPr id="17" name="TextBox 16">
            <a:extLst>
              <a:ext uri="{FF2B5EF4-FFF2-40B4-BE49-F238E27FC236}">
                <a16:creationId xmlns:a16="http://schemas.microsoft.com/office/drawing/2014/main" id="{84E5050C-DB6A-E7A7-4401-90E1E372E006}"/>
              </a:ext>
            </a:extLst>
          </p:cNvPr>
          <p:cNvSpPr txBox="1"/>
          <p:nvPr/>
        </p:nvSpPr>
        <p:spPr>
          <a:xfrm>
            <a:off x="8413354" y="3760710"/>
            <a:ext cx="934684" cy="400110"/>
          </a:xfrm>
          <a:prstGeom prst="rect">
            <a:avLst/>
          </a:prstGeom>
          <a:noFill/>
        </p:spPr>
        <p:txBody>
          <a:bodyPr wrap="square" rtlCol="0">
            <a:spAutoFit/>
          </a:bodyPr>
          <a:lstStyle/>
          <a:p>
            <a:r>
              <a:rPr lang="en-US" sz="1000" dirty="0"/>
              <a:t>Online layers (DB)</a:t>
            </a:r>
          </a:p>
        </p:txBody>
      </p:sp>
      <p:sp>
        <p:nvSpPr>
          <p:cNvPr id="18" name="TextBox 17">
            <a:extLst>
              <a:ext uri="{FF2B5EF4-FFF2-40B4-BE49-F238E27FC236}">
                <a16:creationId xmlns:a16="http://schemas.microsoft.com/office/drawing/2014/main" id="{2ECECDB5-A5C9-3416-6EDC-AFFB14A07249}"/>
              </a:ext>
            </a:extLst>
          </p:cNvPr>
          <p:cNvSpPr txBox="1"/>
          <p:nvPr/>
        </p:nvSpPr>
        <p:spPr>
          <a:xfrm>
            <a:off x="4247579" y="3714544"/>
            <a:ext cx="934684" cy="400110"/>
          </a:xfrm>
          <a:prstGeom prst="rect">
            <a:avLst/>
          </a:prstGeom>
          <a:noFill/>
        </p:spPr>
        <p:txBody>
          <a:bodyPr wrap="square" rtlCol="0">
            <a:spAutoFit/>
          </a:bodyPr>
          <a:lstStyle/>
          <a:p>
            <a:r>
              <a:rPr lang="en-US" sz="1000" dirty="0"/>
              <a:t>Enter new data Online</a:t>
            </a:r>
          </a:p>
        </p:txBody>
      </p:sp>
      <p:sp>
        <p:nvSpPr>
          <p:cNvPr id="19" name="Rounded Rectangle 18">
            <a:extLst>
              <a:ext uri="{FF2B5EF4-FFF2-40B4-BE49-F238E27FC236}">
                <a16:creationId xmlns:a16="http://schemas.microsoft.com/office/drawing/2014/main" id="{BD40863C-0640-4097-09B0-F733E327A5F2}"/>
              </a:ext>
            </a:extLst>
          </p:cNvPr>
          <p:cNvSpPr/>
          <p:nvPr/>
        </p:nvSpPr>
        <p:spPr>
          <a:xfrm>
            <a:off x="2366076" y="2141086"/>
            <a:ext cx="1149531" cy="1053737"/>
          </a:xfrm>
          <a:prstGeom prst="roundRect">
            <a:avLst/>
          </a:prstGeom>
          <a:solidFill>
            <a:schemeClr val="accent1">
              <a:lumMod val="20000"/>
              <a:lumOff val="80000"/>
            </a:schemeClr>
          </a:solidFill>
          <a:ln>
            <a:solidFill>
              <a:schemeClr val="accent1">
                <a:lumMod val="60000"/>
                <a:lumOff val="40000"/>
              </a:schemeClr>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effectLst>
                  <a:glow rad="25400">
                    <a:schemeClr val="accent1">
                      <a:alpha val="63000"/>
                    </a:schemeClr>
                  </a:glow>
                </a:effectLst>
              </a:rPr>
              <a:t>publish Matrix</a:t>
            </a:r>
          </a:p>
        </p:txBody>
      </p:sp>
      <p:sp>
        <p:nvSpPr>
          <p:cNvPr id="20" name="TextBox 19">
            <a:extLst>
              <a:ext uri="{FF2B5EF4-FFF2-40B4-BE49-F238E27FC236}">
                <a16:creationId xmlns:a16="http://schemas.microsoft.com/office/drawing/2014/main" id="{AD583667-9007-8052-EC77-8F11E8AC8357}"/>
              </a:ext>
            </a:extLst>
          </p:cNvPr>
          <p:cNvSpPr txBox="1"/>
          <p:nvPr/>
        </p:nvSpPr>
        <p:spPr>
          <a:xfrm>
            <a:off x="2366076" y="3657599"/>
            <a:ext cx="934684" cy="400110"/>
          </a:xfrm>
          <a:prstGeom prst="rect">
            <a:avLst/>
          </a:prstGeom>
          <a:noFill/>
        </p:spPr>
        <p:txBody>
          <a:bodyPr wrap="square" rtlCol="0">
            <a:spAutoFit/>
          </a:bodyPr>
          <a:lstStyle/>
          <a:p>
            <a:r>
              <a:rPr lang="en-US" sz="1000" dirty="0"/>
              <a:t>local file geodatabase</a:t>
            </a:r>
          </a:p>
        </p:txBody>
      </p:sp>
      <p:sp>
        <p:nvSpPr>
          <p:cNvPr id="27" name="TextBox 26">
            <a:extLst>
              <a:ext uri="{FF2B5EF4-FFF2-40B4-BE49-F238E27FC236}">
                <a16:creationId xmlns:a16="http://schemas.microsoft.com/office/drawing/2014/main" id="{F52A5B9B-C585-B9E3-567E-C6F2D684018F}"/>
              </a:ext>
            </a:extLst>
          </p:cNvPr>
          <p:cNvSpPr txBox="1"/>
          <p:nvPr/>
        </p:nvSpPr>
        <p:spPr>
          <a:xfrm>
            <a:off x="2366076" y="4374702"/>
            <a:ext cx="934684" cy="400110"/>
          </a:xfrm>
          <a:prstGeom prst="rect">
            <a:avLst/>
          </a:prstGeom>
          <a:noFill/>
        </p:spPr>
        <p:txBody>
          <a:bodyPr wrap="square" rtlCol="0">
            <a:spAutoFit/>
          </a:bodyPr>
          <a:lstStyle/>
          <a:p>
            <a:r>
              <a:rPr lang="en-US" sz="1000" dirty="0"/>
              <a:t>Online layers (DEV)</a:t>
            </a:r>
          </a:p>
        </p:txBody>
      </p:sp>
      <p:sp>
        <p:nvSpPr>
          <p:cNvPr id="29" name="TextBox 28">
            <a:extLst>
              <a:ext uri="{FF2B5EF4-FFF2-40B4-BE49-F238E27FC236}">
                <a16:creationId xmlns:a16="http://schemas.microsoft.com/office/drawing/2014/main" id="{46774760-1C91-E5AF-7CB2-AA32B11B3DE1}"/>
              </a:ext>
            </a:extLst>
          </p:cNvPr>
          <p:cNvSpPr txBox="1"/>
          <p:nvPr/>
        </p:nvSpPr>
        <p:spPr>
          <a:xfrm>
            <a:off x="6191290" y="4114654"/>
            <a:ext cx="934684" cy="553998"/>
          </a:xfrm>
          <a:prstGeom prst="rect">
            <a:avLst/>
          </a:prstGeom>
          <a:noFill/>
        </p:spPr>
        <p:txBody>
          <a:bodyPr wrap="square" rtlCol="0">
            <a:spAutoFit/>
          </a:bodyPr>
          <a:lstStyle/>
          <a:p>
            <a:r>
              <a:rPr lang="en-US" sz="1000" dirty="0"/>
              <a:t>local monitoring graphs</a:t>
            </a:r>
          </a:p>
        </p:txBody>
      </p:sp>
    </p:spTree>
    <p:extLst>
      <p:ext uri="{BB962C8B-B14F-4D97-AF65-F5344CB8AC3E}">
        <p14:creationId xmlns:p14="http://schemas.microsoft.com/office/powerpoint/2010/main" val="6091329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n 1">
            <a:extLst>
              <a:ext uri="{FF2B5EF4-FFF2-40B4-BE49-F238E27FC236}">
                <a16:creationId xmlns:a16="http://schemas.microsoft.com/office/drawing/2014/main" id="{70A4C6C9-0263-8807-63D7-8D1572A026A5}"/>
              </a:ext>
            </a:extLst>
          </p:cNvPr>
          <p:cNvSpPr/>
          <p:nvPr/>
        </p:nvSpPr>
        <p:spPr>
          <a:xfrm rot="16200000">
            <a:off x="4711339" y="-1158240"/>
            <a:ext cx="365760" cy="5068389"/>
          </a:xfrm>
          <a:prstGeom prst="can">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n 2">
            <a:extLst>
              <a:ext uri="{FF2B5EF4-FFF2-40B4-BE49-F238E27FC236}">
                <a16:creationId xmlns:a16="http://schemas.microsoft.com/office/drawing/2014/main" id="{2EA693FE-4744-190D-E307-0B4D9B7428C7}"/>
              </a:ext>
            </a:extLst>
          </p:cNvPr>
          <p:cNvSpPr/>
          <p:nvPr/>
        </p:nvSpPr>
        <p:spPr>
          <a:xfrm rot="16200000">
            <a:off x="3004460" y="1158239"/>
            <a:ext cx="365760" cy="435430"/>
          </a:xfrm>
          <a:prstGeom prst="can">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an 3">
            <a:extLst>
              <a:ext uri="{FF2B5EF4-FFF2-40B4-BE49-F238E27FC236}">
                <a16:creationId xmlns:a16="http://schemas.microsoft.com/office/drawing/2014/main" id="{CBC4DCA9-DBFE-E348-68FF-2DDDE108C853}"/>
              </a:ext>
            </a:extLst>
          </p:cNvPr>
          <p:cNvSpPr/>
          <p:nvPr/>
        </p:nvSpPr>
        <p:spPr>
          <a:xfrm rot="16200000">
            <a:off x="5172899" y="1158239"/>
            <a:ext cx="365760" cy="43543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Graphic 5" descr="Document outline">
            <a:extLst>
              <a:ext uri="{FF2B5EF4-FFF2-40B4-BE49-F238E27FC236}">
                <a16:creationId xmlns:a16="http://schemas.microsoft.com/office/drawing/2014/main" id="{14E44D94-CEC8-0CDA-8642-46EFAD19776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62373" y="2635355"/>
            <a:ext cx="414504" cy="414504"/>
          </a:xfrm>
          <a:prstGeom prst="rect">
            <a:avLst/>
          </a:prstGeom>
        </p:spPr>
      </p:pic>
      <p:pic>
        <p:nvPicPr>
          <p:cNvPr id="7" name="Graphic 6" descr="Document outline">
            <a:extLst>
              <a:ext uri="{FF2B5EF4-FFF2-40B4-BE49-F238E27FC236}">
                <a16:creationId xmlns:a16="http://schemas.microsoft.com/office/drawing/2014/main" id="{02815124-EF53-754E-0D98-BC4AB9AE17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86967" y="2662279"/>
            <a:ext cx="414504" cy="414504"/>
          </a:xfrm>
          <a:prstGeom prst="rect">
            <a:avLst/>
          </a:prstGeom>
        </p:spPr>
      </p:pic>
      <p:pic>
        <p:nvPicPr>
          <p:cNvPr id="8" name="Picture 4" descr="Computer user - icon by Adioma">
            <a:extLst>
              <a:ext uri="{FF2B5EF4-FFF2-40B4-BE49-F238E27FC236}">
                <a16:creationId xmlns:a16="http://schemas.microsoft.com/office/drawing/2014/main" id="{A7B23CD9-7016-ED15-3C5F-FEB19AA146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72708" y="3561026"/>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Computer user - icon by Adioma">
            <a:extLst>
              <a:ext uri="{FF2B5EF4-FFF2-40B4-BE49-F238E27FC236}">
                <a16:creationId xmlns:a16="http://schemas.microsoft.com/office/drawing/2014/main" id="{B79A98DB-F9D0-AA03-8AF7-D157373723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4970" y="3548206"/>
            <a:ext cx="449309" cy="440383"/>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Connector 10">
            <a:extLst>
              <a:ext uri="{FF2B5EF4-FFF2-40B4-BE49-F238E27FC236}">
                <a16:creationId xmlns:a16="http://schemas.microsoft.com/office/drawing/2014/main" id="{22DEF787-5C94-6488-767A-84667BA075AD}"/>
              </a:ext>
            </a:extLst>
          </p:cNvPr>
          <p:cNvCxnSpPr/>
          <p:nvPr/>
        </p:nvCxnSpPr>
        <p:spPr>
          <a:xfrm>
            <a:off x="2969624" y="3076783"/>
            <a:ext cx="0" cy="352217"/>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05A60A8F-4B34-0584-F478-329A79DBEE60}"/>
              </a:ext>
            </a:extLst>
          </p:cNvPr>
          <p:cNvCxnSpPr/>
          <p:nvPr/>
        </p:nvCxnSpPr>
        <p:spPr>
          <a:xfrm>
            <a:off x="4916204" y="3090676"/>
            <a:ext cx="0" cy="352217"/>
          </a:xfrm>
          <a:prstGeom prst="line">
            <a:avLst/>
          </a:prstGeom>
        </p:spPr>
        <p:style>
          <a:lnRef idx="2">
            <a:schemeClr val="accent1"/>
          </a:lnRef>
          <a:fillRef idx="0">
            <a:schemeClr val="accent1"/>
          </a:fillRef>
          <a:effectRef idx="1">
            <a:schemeClr val="accent1"/>
          </a:effectRef>
          <a:fontRef idx="minor">
            <a:schemeClr val="tx1"/>
          </a:fontRef>
        </p:style>
      </p:cxnSp>
      <p:pic>
        <p:nvPicPr>
          <p:cNvPr id="13" name="Graphic 12" descr="Document outline">
            <a:extLst>
              <a:ext uri="{FF2B5EF4-FFF2-40B4-BE49-F238E27FC236}">
                <a16:creationId xmlns:a16="http://schemas.microsoft.com/office/drawing/2014/main" id="{DF3DA73C-C900-274C-0BD2-ADF18B20188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9677" y="2676172"/>
            <a:ext cx="414504" cy="414504"/>
          </a:xfrm>
          <a:prstGeom prst="rect">
            <a:avLst/>
          </a:prstGeom>
        </p:spPr>
      </p:pic>
      <p:cxnSp>
        <p:nvCxnSpPr>
          <p:cNvPr id="15" name="Straight Connector 14">
            <a:extLst>
              <a:ext uri="{FF2B5EF4-FFF2-40B4-BE49-F238E27FC236}">
                <a16:creationId xmlns:a16="http://schemas.microsoft.com/office/drawing/2014/main" id="{0C0FC6EE-565F-CB65-7731-9F72AB99C91E}"/>
              </a:ext>
            </a:extLst>
          </p:cNvPr>
          <p:cNvCxnSpPr/>
          <p:nvPr/>
        </p:nvCxnSpPr>
        <p:spPr>
          <a:xfrm flipV="1">
            <a:off x="5138064" y="3090676"/>
            <a:ext cx="435430" cy="352217"/>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6E1E93ED-6A9A-FD16-0D29-99F545282493}"/>
              </a:ext>
            </a:extLst>
          </p:cNvPr>
          <p:cNvCxnSpPr/>
          <p:nvPr/>
        </p:nvCxnSpPr>
        <p:spPr>
          <a:xfrm flipV="1">
            <a:off x="2969624" y="1694985"/>
            <a:ext cx="207253" cy="7805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A32C159C-57EA-63D9-C523-2334CC8BFB21}"/>
              </a:ext>
            </a:extLst>
          </p:cNvPr>
          <p:cNvCxnSpPr/>
          <p:nvPr/>
        </p:nvCxnSpPr>
        <p:spPr>
          <a:xfrm flipH="1" flipV="1">
            <a:off x="3405055" y="1728439"/>
            <a:ext cx="1367653" cy="9069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95A7B837-EDE6-682D-08BE-196BED0A7D32}"/>
              </a:ext>
            </a:extLst>
          </p:cNvPr>
          <p:cNvCxnSpPr/>
          <p:nvPr/>
        </p:nvCxnSpPr>
        <p:spPr>
          <a:xfrm flipH="1" flipV="1">
            <a:off x="5319677" y="1694985"/>
            <a:ext cx="166723" cy="7805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Right Arrow 21">
            <a:extLst>
              <a:ext uri="{FF2B5EF4-FFF2-40B4-BE49-F238E27FC236}">
                <a16:creationId xmlns:a16="http://schemas.microsoft.com/office/drawing/2014/main" id="{1CECA6A3-2007-8BAA-BC3E-E45858B272E8}"/>
              </a:ext>
            </a:extLst>
          </p:cNvPr>
          <p:cNvSpPr/>
          <p:nvPr/>
        </p:nvSpPr>
        <p:spPr>
          <a:xfrm>
            <a:off x="3706695" y="1314621"/>
            <a:ext cx="1129728" cy="122663"/>
          </a:xfrm>
          <a:prstGeom prst="rightArrow">
            <a:avLst/>
          </a:prstGeom>
          <a:solidFill>
            <a:schemeClr val="accent4">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112739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descr="Database outline">
            <a:extLst>
              <a:ext uri="{FF2B5EF4-FFF2-40B4-BE49-F238E27FC236}">
                <a16:creationId xmlns:a16="http://schemas.microsoft.com/office/drawing/2014/main" id="{A68D0321-335D-80DF-9E98-86FD70D41A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30137" y="1577897"/>
            <a:ext cx="457200" cy="457200"/>
          </a:xfrm>
          <a:prstGeom prst="rect">
            <a:avLst/>
          </a:prstGeom>
        </p:spPr>
      </p:pic>
    </p:spTree>
    <p:extLst>
      <p:ext uri="{BB962C8B-B14F-4D97-AF65-F5344CB8AC3E}">
        <p14:creationId xmlns:p14="http://schemas.microsoft.com/office/powerpoint/2010/main" val="8453049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Freeform: Shape 45">
            <a:extLst>
              <a:ext uri="{FF2B5EF4-FFF2-40B4-BE49-F238E27FC236}">
                <a16:creationId xmlns:a16="http://schemas.microsoft.com/office/drawing/2014/main" id="{17AF2347-88C9-9A46-DA0A-C77F4C26C95D}"/>
              </a:ext>
            </a:extLst>
          </p:cNvPr>
          <p:cNvSpPr/>
          <p:nvPr/>
        </p:nvSpPr>
        <p:spPr>
          <a:xfrm>
            <a:off x="2993529" y="1437528"/>
            <a:ext cx="8484593" cy="4846918"/>
          </a:xfrm>
          <a:custGeom>
            <a:avLst/>
            <a:gdLst>
              <a:gd name="csX0" fmla="*/ 3235255 w 8484593"/>
              <a:gd name="csY0" fmla="*/ 47240 h 4846918"/>
              <a:gd name="csX1" fmla="*/ 464895 w 8484593"/>
              <a:gd name="csY1" fmla="*/ 518021 h 4846918"/>
              <a:gd name="csX2" fmla="*/ 329093 w 8484593"/>
              <a:gd name="csY2" fmla="*/ 1885094 h 4846918"/>
              <a:gd name="csX3" fmla="*/ 3751303 w 8484593"/>
              <a:gd name="csY3" fmla="*/ 4809363 h 4846918"/>
              <a:gd name="csX4" fmla="*/ 7979271 w 8484593"/>
              <a:gd name="csY4" fmla="*/ 3415129 h 4846918"/>
              <a:gd name="csX5" fmla="*/ 7879683 w 8484593"/>
              <a:gd name="csY5" fmla="*/ 1559169 h 4846918"/>
              <a:gd name="csX6" fmla="*/ 3235255 w 8484593"/>
              <a:gd name="csY6" fmla="*/ 47240 h 48469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484593" h="4846918">
                <a:moveTo>
                  <a:pt x="3235255" y="47240"/>
                </a:moveTo>
                <a:cubicBezTo>
                  <a:pt x="1999457" y="-126285"/>
                  <a:pt x="949255" y="211712"/>
                  <a:pt x="464895" y="518021"/>
                </a:cubicBezTo>
                <a:cubicBezTo>
                  <a:pt x="-19465" y="824330"/>
                  <a:pt x="-218642" y="1169871"/>
                  <a:pt x="329093" y="1885094"/>
                </a:cubicBezTo>
                <a:cubicBezTo>
                  <a:pt x="876828" y="2600317"/>
                  <a:pt x="2476273" y="4554357"/>
                  <a:pt x="3751303" y="4809363"/>
                </a:cubicBezTo>
                <a:cubicBezTo>
                  <a:pt x="5026333" y="5064369"/>
                  <a:pt x="7291208" y="3956828"/>
                  <a:pt x="7979271" y="3415129"/>
                </a:cubicBezTo>
                <a:cubicBezTo>
                  <a:pt x="8667334" y="2873430"/>
                  <a:pt x="8670352" y="2117466"/>
                  <a:pt x="7879683" y="1559169"/>
                </a:cubicBezTo>
                <a:cubicBezTo>
                  <a:pt x="7089014" y="1000872"/>
                  <a:pt x="4471053" y="220765"/>
                  <a:pt x="3235255" y="47240"/>
                </a:cubicBezTo>
                <a:close/>
              </a:path>
            </a:pathLst>
          </a:custGeom>
          <a:solidFill>
            <a:srgbClr val="EAF6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8" name="Group 27">
            <a:extLst>
              <a:ext uri="{FF2B5EF4-FFF2-40B4-BE49-F238E27FC236}">
                <a16:creationId xmlns:a16="http://schemas.microsoft.com/office/drawing/2014/main" id="{E72DD109-8B76-E327-ADE8-803963A70DC4}"/>
              </a:ext>
            </a:extLst>
          </p:cNvPr>
          <p:cNvGrpSpPr/>
          <p:nvPr/>
        </p:nvGrpSpPr>
        <p:grpSpPr>
          <a:xfrm>
            <a:off x="3269347" y="2104041"/>
            <a:ext cx="978233" cy="877405"/>
            <a:chOff x="2566004" y="2227152"/>
            <a:chExt cx="978233" cy="877405"/>
          </a:xfrm>
        </p:grpSpPr>
        <p:pic>
          <p:nvPicPr>
            <p:cNvPr id="5" name="Picture 4" descr="App - ArcGIS Survey123">
              <a:extLst>
                <a:ext uri="{FF2B5EF4-FFF2-40B4-BE49-F238E27FC236}">
                  <a16:creationId xmlns:a16="http://schemas.microsoft.com/office/drawing/2014/main" id="{87733E3D-81F5-3733-B595-232F4CDFDB97}"/>
                </a:ext>
              </a:extLst>
            </p:cNvPr>
            <p:cNvPicPr>
              <a:picLocks noChangeAspect="1"/>
            </p:cNvPicPr>
            <p:nvPr/>
          </p:nvPicPr>
          <p:blipFill>
            <a:blip r:embed="rId2"/>
            <a:stretch>
              <a:fillRect/>
            </a:stretch>
          </p:blipFill>
          <p:spPr>
            <a:xfrm>
              <a:off x="2752247" y="2227152"/>
              <a:ext cx="605746" cy="605746"/>
            </a:xfrm>
            <a:prstGeom prst="rect">
              <a:avLst/>
            </a:prstGeom>
          </p:spPr>
        </p:pic>
        <p:sp>
          <p:nvSpPr>
            <p:cNvPr id="6" name="TextBox 5">
              <a:extLst>
                <a:ext uri="{FF2B5EF4-FFF2-40B4-BE49-F238E27FC236}">
                  <a16:creationId xmlns:a16="http://schemas.microsoft.com/office/drawing/2014/main" id="{AC0667D1-C12D-CC7E-04E3-5AF1CA91B80E}"/>
                </a:ext>
              </a:extLst>
            </p:cNvPr>
            <p:cNvSpPr txBox="1"/>
            <p:nvPr/>
          </p:nvSpPr>
          <p:spPr>
            <a:xfrm>
              <a:off x="2566004" y="2858336"/>
              <a:ext cx="978233"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EA27EE1B-9839-6AFF-2923-BFAC40BE3B87}"/>
              </a:ext>
            </a:extLst>
          </p:cNvPr>
          <p:cNvGrpSpPr/>
          <p:nvPr/>
        </p:nvGrpSpPr>
        <p:grpSpPr>
          <a:xfrm>
            <a:off x="5054673" y="2056654"/>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37B015F-7B8D-4F65-9228-9C3DCF5B0EDD}"/>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D700A100-2BE9-5E55-8D80-9192FB75E72D}"/>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6D8F2836-1060-D197-6E15-768838A7800E}"/>
              </a:ext>
            </a:extLst>
          </p:cNvPr>
          <p:cNvGrpSpPr/>
          <p:nvPr/>
        </p:nvGrpSpPr>
        <p:grpSpPr>
          <a:xfrm>
            <a:off x="5054673" y="3710591"/>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7C5EA22C-B6EB-650D-C0E8-C7E3ED79ABEB}"/>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3241208-D268-B787-7356-2052C65AC9FE}"/>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E03C9DDF-1D80-7564-4FA7-A7AFA037A076}"/>
              </a:ext>
            </a:extLst>
          </p:cNvPr>
          <p:cNvGrpSpPr/>
          <p:nvPr/>
        </p:nvGrpSpPr>
        <p:grpSpPr>
          <a:xfrm>
            <a:off x="7167276" y="3763166"/>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FDA5A99F-0BD6-9276-A5A8-5C9A55BADDB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F901812E-3E22-F47B-4543-09E102F24CF8}"/>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7D7CF51A-CDB2-E23D-D10F-88643B07E217}"/>
              </a:ext>
            </a:extLst>
          </p:cNvPr>
          <p:cNvGrpSpPr/>
          <p:nvPr/>
        </p:nvGrpSpPr>
        <p:grpSpPr>
          <a:xfrm>
            <a:off x="6430756" y="5198281"/>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BE4B015F-AB47-B988-0642-94EEA58FDBA2}"/>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B248F74B-95C8-B660-2AEF-9302368A002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2EC8A7CC-3056-AB96-C754-AE9B8E5A52BE}"/>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grpSp>
        <p:nvGrpSpPr>
          <p:cNvPr id="22" name="Group 21">
            <a:extLst>
              <a:ext uri="{FF2B5EF4-FFF2-40B4-BE49-F238E27FC236}">
                <a16:creationId xmlns:a16="http://schemas.microsoft.com/office/drawing/2014/main" id="{F609D1C0-665D-13F2-A977-327BCB1A2FC6}"/>
              </a:ext>
            </a:extLst>
          </p:cNvPr>
          <p:cNvGrpSpPr/>
          <p:nvPr/>
        </p:nvGrpSpPr>
        <p:grpSpPr>
          <a:xfrm>
            <a:off x="9484160" y="3710591"/>
            <a:ext cx="1527240" cy="1182072"/>
            <a:chOff x="2837748" y="5352232"/>
            <a:chExt cx="1527240" cy="1182072"/>
          </a:xfrm>
        </p:grpSpPr>
        <p:pic>
          <p:nvPicPr>
            <p:cNvPr id="23" name="Picture 22" descr="ArcGIS Experience Builder and ArcGIS Web AppBuilder at Esri ...">
              <a:extLst>
                <a:ext uri="{FF2B5EF4-FFF2-40B4-BE49-F238E27FC236}">
                  <a16:creationId xmlns:a16="http://schemas.microsoft.com/office/drawing/2014/main" id="{06836ECB-82D1-AFB4-C6F4-8933823A3A12}"/>
                </a:ext>
              </a:extLst>
            </p:cNvPr>
            <p:cNvPicPr>
              <a:picLocks noChangeAspect="1"/>
            </p:cNvPicPr>
            <p:nvPr/>
          </p:nvPicPr>
          <p:blipFill>
            <a:blip r:embed="rId5"/>
            <a:srcRect r="47981"/>
            <a:stretch>
              <a:fillRect/>
            </a:stretch>
          </p:blipFill>
          <p:spPr>
            <a:xfrm>
              <a:off x="3137010" y="5352232"/>
              <a:ext cx="928716" cy="1008517"/>
            </a:xfrm>
            <a:prstGeom prst="rect">
              <a:avLst/>
            </a:prstGeom>
          </p:spPr>
        </p:pic>
        <p:sp>
          <p:nvSpPr>
            <p:cNvPr id="24" name="TextBox 23">
              <a:extLst>
                <a:ext uri="{FF2B5EF4-FFF2-40B4-BE49-F238E27FC236}">
                  <a16:creationId xmlns:a16="http://schemas.microsoft.com/office/drawing/2014/main" id="{DC4DDAAC-3B79-F345-90A9-D5E485D99B43}"/>
                </a:ext>
              </a:extLst>
            </p:cNvPr>
            <p:cNvSpPr txBox="1"/>
            <p:nvPr/>
          </p:nvSpPr>
          <p:spPr>
            <a:xfrm>
              <a:off x="2837748" y="6164972"/>
              <a:ext cx="1527240" cy="369332"/>
            </a:xfrm>
            <a:prstGeom prst="rect">
              <a:avLst/>
            </a:prstGeom>
            <a:noFill/>
          </p:spPr>
          <p:txBody>
            <a:bodyPr wrap="square" rtlCol="0">
              <a:spAutoFit/>
            </a:bodyPr>
            <a:lstStyle/>
            <a:p>
              <a:pPr algn="ctr"/>
              <a:r>
                <a:rPr lang="en-US" sz="1000" dirty="0"/>
                <a:t>Web app</a:t>
              </a:r>
            </a:p>
            <a:p>
              <a:pPr algn="ctr"/>
              <a:r>
                <a:rPr lang="en-US" sz="800" dirty="0"/>
                <a:t>(Experience Builder)</a:t>
              </a:r>
            </a:p>
          </p:txBody>
        </p:sp>
      </p:grpSp>
      <p:cxnSp>
        <p:nvCxnSpPr>
          <p:cNvPr id="26" name="Straight Arrow Connector 25">
            <a:extLst>
              <a:ext uri="{FF2B5EF4-FFF2-40B4-BE49-F238E27FC236}">
                <a16:creationId xmlns:a16="http://schemas.microsoft.com/office/drawing/2014/main" id="{1ADACAFF-3157-CB0B-F47B-DF5B0A74FE16}"/>
              </a:ext>
            </a:extLst>
          </p:cNvPr>
          <p:cNvCxnSpPr>
            <a:cxnSpLocks/>
          </p:cNvCxnSpPr>
          <p:nvPr/>
        </p:nvCxnSpPr>
        <p:spPr>
          <a:xfrm>
            <a:off x="4309450" y="2431169"/>
            <a:ext cx="745223" cy="0"/>
          </a:xfrm>
          <a:prstGeom prst="straightConnector1">
            <a:avLst/>
          </a:prstGeom>
          <a:ln>
            <a:solidFill>
              <a:schemeClr val="bg1">
                <a:lumMod val="85000"/>
              </a:schemeClr>
            </a:solidFill>
            <a:prstDash val="dash"/>
            <a:tailEnd type="triangle"/>
          </a:ln>
        </p:spPr>
        <p:style>
          <a:lnRef idx="2">
            <a:schemeClr val="accent1"/>
          </a:lnRef>
          <a:fillRef idx="0">
            <a:schemeClr val="accent1"/>
          </a:fillRef>
          <a:effectRef idx="1">
            <a:schemeClr val="accent1"/>
          </a:effectRef>
          <a:fontRef idx="minor">
            <a:schemeClr val="tx1"/>
          </a:fontRef>
        </p:style>
      </p:cxnSp>
      <p:pic>
        <p:nvPicPr>
          <p:cNvPr id="36" name="Picture 4" descr="R: R Logo">
            <a:extLst>
              <a:ext uri="{FF2B5EF4-FFF2-40B4-BE49-F238E27FC236}">
                <a16:creationId xmlns:a16="http://schemas.microsoft.com/office/drawing/2014/main" id="{C5A29F49-1955-0668-B13A-538A5A9C355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47945" y="3201828"/>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7E3B2545-376A-0399-8022-85B8829EC9C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89137" y="4635383"/>
            <a:ext cx="807148" cy="625427"/>
          </a:xfrm>
          <a:prstGeom prst="rect">
            <a:avLst/>
          </a:prstGeom>
          <a:noFill/>
          <a:extLst>
            <a:ext uri="{909E8E84-426E-40DD-AFC4-6F175D3DCCD1}">
              <a14:hiddenFill xmlns:a14="http://schemas.microsoft.com/office/drawing/2010/main">
                <a:solidFill>
                  <a:srgbClr val="FFFFFF"/>
                </a:solidFill>
              </a14:hiddenFill>
            </a:ext>
          </a:extLst>
        </p:spPr>
      </p:pic>
      <p:sp>
        <p:nvSpPr>
          <p:cNvPr id="43" name="Freeform: Shape 42">
            <a:extLst>
              <a:ext uri="{FF2B5EF4-FFF2-40B4-BE49-F238E27FC236}">
                <a16:creationId xmlns:a16="http://schemas.microsoft.com/office/drawing/2014/main" id="{F45F6899-DDA0-5913-009A-7DF04EB518B2}"/>
              </a:ext>
            </a:extLst>
          </p:cNvPr>
          <p:cNvSpPr/>
          <p:nvPr/>
        </p:nvSpPr>
        <p:spPr>
          <a:xfrm>
            <a:off x="3023858" y="3340729"/>
            <a:ext cx="3395049" cy="1222218"/>
          </a:xfrm>
          <a:custGeom>
            <a:avLst/>
            <a:gdLst>
              <a:gd name="csX0" fmla="*/ 0 w 3395049"/>
              <a:gd name="csY0" fmla="*/ 1222218 h 1222218"/>
              <a:gd name="csX1" fmla="*/ 3395049 w 3395049"/>
              <a:gd name="csY1" fmla="*/ 0 h 1222218"/>
              <a:gd name="csX0" fmla="*/ 0 w 3395049"/>
              <a:gd name="csY0" fmla="*/ 1222218 h 1222218"/>
              <a:gd name="csX1" fmla="*/ 3395049 w 3395049"/>
              <a:gd name="csY1" fmla="*/ 0 h 1222218"/>
              <a:gd name="csX0" fmla="*/ 0 w 3395049"/>
              <a:gd name="csY0" fmla="*/ 1222218 h 1222218"/>
              <a:gd name="csX1" fmla="*/ 3395049 w 3395049"/>
              <a:gd name="csY1" fmla="*/ 0 h 1222218"/>
            </a:gdLst>
            <a:ahLst/>
            <a:cxnLst>
              <a:cxn ang="0">
                <a:pos x="csX0" y="csY0"/>
              </a:cxn>
              <a:cxn ang="0">
                <a:pos x="csX1" y="csY1"/>
              </a:cxn>
            </a:cxnLst>
            <a:rect l="l" t="t" r="r" b="b"/>
            <a:pathLst>
              <a:path w="3395049" h="1222218">
                <a:moveTo>
                  <a:pt x="0" y="1222218"/>
                </a:moveTo>
                <a:cubicBezTo>
                  <a:pt x="977774" y="552262"/>
                  <a:pt x="2145671" y="36214"/>
                  <a:pt x="3395049"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Arrow Connector 44">
            <a:extLst>
              <a:ext uri="{FF2B5EF4-FFF2-40B4-BE49-F238E27FC236}">
                <a16:creationId xmlns:a16="http://schemas.microsoft.com/office/drawing/2014/main" id="{33E0528D-0B12-F5D3-DCCA-27D8F0839B78}"/>
              </a:ext>
            </a:extLst>
          </p:cNvPr>
          <p:cNvCxnSpPr/>
          <p:nvPr/>
        </p:nvCxnSpPr>
        <p:spPr>
          <a:xfrm>
            <a:off x="6083929" y="2735225"/>
            <a:ext cx="549233" cy="46660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F1112C8F-EFBF-F743-6E2C-87A599E20A27}"/>
              </a:ext>
            </a:extLst>
          </p:cNvPr>
          <p:cNvCxnSpPr/>
          <p:nvPr/>
        </p:nvCxnSpPr>
        <p:spPr>
          <a:xfrm flipH="1">
            <a:off x="5988528" y="3576119"/>
            <a:ext cx="559417" cy="35709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C40AF56-C3D1-ABF0-81DE-DE0C361953A4}"/>
              </a:ext>
            </a:extLst>
          </p:cNvPr>
          <p:cNvCxnSpPr/>
          <p:nvPr/>
        </p:nvCxnSpPr>
        <p:spPr>
          <a:xfrm>
            <a:off x="6955048" y="3594226"/>
            <a:ext cx="416509" cy="33898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1EA642F5-0E15-8127-C5C0-76FC24FCF01A}"/>
              </a:ext>
            </a:extLst>
          </p:cNvPr>
          <p:cNvCxnSpPr/>
          <p:nvPr/>
        </p:nvCxnSpPr>
        <p:spPr>
          <a:xfrm flipH="1">
            <a:off x="6744625" y="3576119"/>
            <a:ext cx="8016" cy="137197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844EEAC9-8C59-E62F-5F23-EB6CA5030E11}"/>
              </a:ext>
            </a:extLst>
          </p:cNvPr>
          <p:cNvCxnSpPr>
            <a:endCxn id="23" idx="1"/>
          </p:cNvCxnSpPr>
          <p:nvPr/>
        </p:nvCxnSpPr>
        <p:spPr>
          <a:xfrm flipV="1">
            <a:off x="8510258" y="4214850"/>
            <a:ext cx="1273164" cy="4725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9CC931E7-068E-B702-415E-BD37DB3C2D8A}"/>
              </a:ext>
            </a:extLst>
          </p:cNvPr>
          <p:cNvCxnSpPr/>
          <p:nvPr/>
        </p:nvCxnSpPr>
        <p:spPr>
          <a:xfrm flipV="1">
            <a:off x="7260880" y="4523331"/>
            <a:ext cx="2408221" cy="95474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F254F05C-0811-7E35-0426-3868A13ACF1B}"/>
              </a:ext>
            </a:extLst>
          </p:cNvPr>
          <p:cNvCxnSpPr/>
          <p:nvPr/>
        </p:nvCxnSpPr>
        <p:spPr>
          <a:xfrm>
            <a:off x="6145799" y="2688459"/>
            <a:ext cx="549233" cy="466603"/>
          </a:xfrm>
          <a:prstGeom prst="straightConnector1">
            <a:avLst/>
          </a:prstGeom>
          <a:ln>
            <a:solidFill>
              <a:schemeClr val="bg1">
                <a:lumMod val="8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FAC3FE66-46DB-12E3-59BE-8822CBFF7FA2}"/>
              </a:ext>
            </a:extLst>
          </p:cNvPr>
          <p:cNvGrpSpPr/>
          <p:nvPr/>
        </p:nvGrpSpPr>
        <p:grpSpPr>
          <a:xfrm>
            <a:off x="696899" y="1269458"/>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189681AF-8506-9987-284C-A680C7D68218}"/>
                </a:ext>
              </a:extLst>
            </p:cNvPr>
            <p:cNvPicPr>
              <a:picLocks noChangeAspect="1"/>
            </p:cNvPicPr>
            <p:nvPr/>
          </p:nvPicPr>
          <p:blipFill>
            <a:blip r:embed="rId7"/>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7D8AD440-7092-FE24-7CC5-2E8903639F1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25" name="Picture 4" descr="R: R Logo">
            <a:extLst>
              <a:ext uri="{FF2B5EF4-FFF2-40B4-BE49-F238E27FC236}">
                <a16:creationId xmlns:a16="http://schemas.microsoft.com/office/drawing/2014/main" id="{90EC0128-EFB4-5579-E81A-AB98DEF455D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99350" y="1292390"/>
            <a:ext cx="393361" cy="304800"/>
          </a:xfrm>
          <a:prstGeom prst="rect">
            <a:avLst/>
          </a:prstGeom>
          <a:noFill/>
          <a:extLst>
            <a:ext uri="{909E8E84-426E-40DD-AFC4-6F175D3DCCD1}">
              <a14:hiddenFill xmlns:a14="http://schemas.microsoft.com/office/drawing/2010/main">
                <a:solidFill>
                  <a:srgbClr val="FFFFFF"/>
                </a:solidFill>
              </a14:hiddenFill>
            </a:ext>
          </a:extLst>
        </p:spPr>
      </p:pic>
      <p:sp>
        <p:nvSpPr>
          <p:cNvPr id="29" name="Freeform: Shape 28">
            <a:extLst>
              <a:ext uri="{FF2B5EF4-FFF2-40B4-BE49-F238E27FC236}">
                <a16:creationId xmlns:a16="http://schemas.microsoft.com/office/drawing/2014/main" id="{35241519-92B6-9E3A-0902-931082E7FE81}"/>
              </a:ext>
            </a:extLst>
          </p:cNvPr>
          <p:cNvSpPr/>
          <p:nvPr/>
        </p:nvSpPr>
        <p:spPr>
          <a:xfrm>
            <a:off x="2815628" y="2978589"/>
            <a:ext cx="669956" cy="1466661"/>
          </a:xfrm>
          <a:custGeom>
            <a:avLst/>
            <a:gdLst>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669956"/>
              <a:gd name="csY0" fmla="*/ 1466661 h 1466661"/>
              <a:gd name="csX1" fmla="*/ 669956 w 669956"/>
              <a:gd name="csY1" fmla="*/ 0 h 1466661"/>
              <a:gd name="csX0" fmla="*/ 0 w 669956"/>
              <a:gd name="csY0" fmla="*/ 1466661 h 1466661"/>
              <a:gd name="csX1" fmla="*/ 669956 w 669956"/>
              <a:gd name="csY1" fmla="*/ 0 h 1466661"/>
            </a:gdLst>
            <a:ahLst/>
            <a:cxnLst>
              <a:cxn ang="0">
                <a:pos x="csX0" y="csY0"/>
              </a:cxn>
              <a:cxn ang="0">
                <a:pos x="csX1" y="csY1"/>
              </a:cxn>
            </a:cxnLst>
            <a:rect l="l" t="t" r="r" b="b"/>
            <a:pathLst>
              <a:path w="669956" h="1466661">
                <a:moveTo>
                  <a:pt x="0" y="1466661"/>
                </a:moveTo>
                <a:cubicBezTo>
                  <a:pt x="123731" y="965703"/>
                  <a:pt x="301782" y="455691"/>
                  <a:pt x="669956" y="0"/>
                </a:cubicBezTo>
              </a:path>
            </a:pathLst>
          </a:custGeom>
          <a:noFill/>
          <a:ln>
            <a:solidFill>
              <a:schemeClr val="accent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9BC54376-1D40-D2CC-ACEE-A9677D2B3E64}"/>
              </a:ext>
            </a:extLst>
          </p:cNvPr>
          <p:cNvSpPr/>
          <p:nvPr/>
        </p:nvSpPr>
        <p:spPr>
          <a:xfrm>
            <a:off x="2479319" y="1792586"/>
            <a:ext cx="137132" cy="2634559"/>
          </a:xfrm>
          <a:custGeom>
            <a:avLst/>
            <a:gdLst>
              <a:gd name="csX0" fmla="*/ 135801 w 135801"/>
              <a:gd name="csY0" fmla="*/ 2634559 h 2634559"/>
              <a:gd name="csX1" fmla="*/ 0 w 135801"/>
              <a:gd name="csY1" fmla="*/ 0 h 2634559"/>
              <a:gd name="csX0" fmla="*/ 136379 w 136379"/>
              <a:gd name="csY0" fmla="*/ 2634559 h 2634559"/>
              <a:gd name="csX1" fmla="*/ 578 w 136379"/>
              <a:gd name="csY1" fmla="*/ 0 h 2634559"/>
              <a:gd name="csX0" fmla="*/ 137132 w 137132"/>
              <a:gd name="csY0" fmla="*/ 2634559 h 2634559"/>
              <a:gd name="csX1" fmla="*/ 1331 w 137132"/>
              <a:gd name="csY1" fmla="*/ 0 h 2634559"/>
            </a:gdLst>
            <a:ahLst/>
            <a:cxnLst>
              <a:cxn ang="0">
                <a:pos x="csX0" y="csY0"/>
              </a:cxn>
              <a:cxn ang="0">
                <a:pos x="csX1" y="csY1"/>
              </a:cxn>
            </a:cxnLst>
            <a:rect l="l" t="t" r="r" b="b"/>
            <a:pathLst>
              <a:path w="137132" h="2634559">
                <a:moveTo>
                  <a:pt x="137132" y="2634559"/>
                </a:moveTo>
                <a:cubicBezTo>
                  <a:pt x="28491" y="1756373"/>
                  <a:pt x="-7722" y="887240"/>
                  <a:pt x="1331"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7" name="Graphic 36" descr="Folder outline">
            <a:extLst>
              <a:ext uri="{FF2B5EF4-FFF2-40B4-BE49-F238E27FC236}">
                <a16:creationId xmlns:a16="http://schemas.microsoft.com/office/drawing/2014/main" id="{ACB7D1A5-CEBB-4693-046C-7AA163F8725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604136" y="415524"/>
            <a:ext cx="1103666" cy="1103666"/>
          </a:xfrm>
          <a:prstGeom prst="rect">
            <a:avLst/>
          </a:prstGeom>
        </p:spPr>
      </p:pic>
      <p:pic>
        <p:nvPicPr>
          <p:cNvPr id="39" name="Picture 38" descr="Working with geographic data | ArcGIS Resource Center">
            <a:extLst>
              <a:ext uri="{FF2B5EF4-FFF2-40B4-BE49-F238E27FC236}">
                <a16:creationId xmlns:a16="http://schemas.microsoft.com/office/drawing/2014/main" id="{FC6B4405-26AB-5771-7E10-54413C4EB3E0}"/>
              </a:ext>
            </a:extLst>
          </p:cNvPr>
          <p:cNvPicPr>
            <a:picLocks noChangeAspect="1"/>
          </p:cNvPicPr>
          <p:nvPr/>
        </p:nvPicPr>
        <p:blipFill>
          <a:blip r:embed="rId9"/>
          <a:stretch>
            <a:fillRect/>
          </a:stretch>
        </p:blipFill>
        <p:spPr>
          <a:xfrm>
            <a:off x="3843138" y="853393"/>
            <a:ext cx="625662" cy="416065"/>
          </a:xfrm>
          <a:prstGeom prst="rect">
            <a:avLst/>
          </a:prstGeom>
        </p:spPr>
      </p:pic>
      <p:sp>
        <p:nvSpPr>
          <p:cNvPr id="41" name="Freeform: Shape 40">
            <a:extLst>
              <a:ext uri="{FF2B5EF4-FFF2-40B4-BE49-F238E27FC236}">
                <a16:creationId xmlns:a16="http://schemas.microsoft.com/office/drawing/2014/main" id="{ED73BFD6-D524-161D-80A4-DA4642D9300D}"/>
              </a:ext>
            </a:extLst>
          </p:cNvPr>
          <p:cNvSpPr/>
          <p:nvPr/>
        </p:nvSpPr>
        <p:spPr>
          <a:xfrm>
            <a:off x="2697933" y="968721"/>
            <a:ext cx="914400" cy="307818"/>
          </a:xfrm>
          <a:custGeom>
            <a:avLst/>
            <a:gdLst>
              <a:gd name="csX0" fmla="*/ 0 w 832919"/>
              <a:gd name="csY0" fmla="*/ 380245 h 380245"/>
              <a:gd name="csX1" fmla="*/ 832919 w 832919"/>
              <a:gd name="csY1" fmla="*/ 0 h 380245"/>
              <a:gd name="csX0" fmla="*/ 0 w 832919"/>
              <a:gd name="csY0" fmla="*/ 380245 h 380245"/>
              <a:gd name="csX1" fmla="*/ 832919 w 832919"/>
              <a:gd name="csY1" fmla="*/ 0 h 380245"/>
              <a:gd name="csX0" fmla="*/ 0 w 832919"/>
              <a:gd name="csY0" fmla="*/ 380245 h 380245"/>
              <a:gd name="csX1" fmla="*/ 832919 w 832919"/>
              <a:gd name="csY1" fmla="*/ 0 h 380245"/>
              <a:gd name="csX0" fmla="*/ 0 w 914400"/>
              <a:gd name="csY0" fmla="*/ 307818 h 307818"/>
              <a:gd name="csX1" fmla="*/ 914400 w 914400"/>
              <a:gd name="csY1" fmla="*/ 0 h 307818"/>
              <a:gd name="csX0" fmla="*/ 0 w 914400"/>
              <a:gd name="csY0" fmla="*/ 307818 h 307818"/>
              <a:gd name="csX1" fmla="*/ 914400 w 914400"/>
              <a:gd name="csY1" fmla="*/ 0 h 307818"/>
            </a:gdLst>
            <a:ahLst/>
            <a:cxnLst>
              <a:cxn ang="0">
                <a:pos x="csX0" y="csY0"/>
              </a:cxn>
              <a:cxn ang="0">
                <a:pos x="csX1" y="csY1"/>
              </a:cxn>
            </a:cxnLst>
            <a:rect l="l" t="t" r="r" b="b"/>
            <a:pathLst>
              <a:path w="914400" h="307818">
                <a:moveTo>
                  <a:pt x="0" y="307818"/>
                </a:moveTo>
                <a:cubicBezTo>
                  <a:pt x="241425" y="99589"/>
                  <a:pt x="564332" y="36214"/>
                  <a:pt x="9144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7F390A35-6E8E-4B45-4F72-D2B3A02D1481}"/>
              </a:ext>
            </a:extLst>
          </p:cNvPr>
          <p:cNvSpPr/>
          <p:nvPr/>
        </p:nvSpPr>
        <p:spPr>
          <a:xfrm>
            <a:off x="4662535" y="1004935"/>
            <a:ext cx="896293" cy="914400"/>
          </a:xfrm>
          <a:custGeom>
            <a:avLst/>
            <a:gdLst>
              <a:gd name="csX0" fmla="*/ 0 w 896293"/>
              <a:gd name="csY0" fmla="*/ 0 h 914400"/>
              <a:gd name="csX1" fmla="*/ 896293 w 896293"/>
              <a:gd name="csY1" fmla="*/ 914400 h 914400"/>
              <a:gd name="csX0" fmla="*/ 0 w 896293"/>
              <a:gd name="csY0" fmla="*/ 0 h 914400"/>
              <a:gd name="csX1" fmla="*/ 896293 w 896293"/>
              <a:gd name="csY1" fmla="*/ 914400 h 914400"/>
              <a:gd name="csX0" fmla="*/ 0 w 896293"/>
              <a:gd name="csY0" fmla="*/ 0 h 914400"/>
              <a:gd name="csX1" fmla="*/ 896293 w 896293"/>
              <a:gd name="csY1" fmla="*/ 914400 h 914400"/>
            </a:gdLst>
            <a:ahLst/>
            <a:cxnLst>
              <a:cxn ang="0">
                <a:pos x="csX0" y="csY0"/>
              </a:cxn>
              <a:cxn ang="0">
                <a:pos x="csX1" y="csY1"/>
              </a:cxn>
            </a:cxnLst>
            <a:rect l="l" t="t" r="r" b="b"/>
            <a:pathLst>
              <a:path w="896293" h="914400">
                <a:moveTo>
                  <a:pt x="0" y="0"/>
                </a:moveTo>
                <a:cubicBezTo>
                  <a:pt x="497940" y="150891"/>
                  <a:pt x="760492" y="491905"/>
                  <a:pt x="896293" y="914400"/>
                </a:cubicBezTo>
              </a:path>
            </a:pathLst>
          </a:custGeom>
          <a:noFill/>
          <a:ln>
            <a:solidFill>
              <a:schemeClr val="bg1">
                <a:lumMod val="8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DB29A9BE-1E83-84FC-2B86-03C65AE6178B}"/>
              </a:ext>
            </a:extLst>
          </p:cNvPr>
          <p:cNvSpPr/>
          <p:nvPr/>
        </p:nvSpPr>
        <p:spPr>
          <a:xfrm>
            <a:off x="1303699" y="1448554"/>
            <a:ext cx="887240" cy="31734"/>
          </a:xfrm>
          <a:custGeom>
            <a:avLst/>
            <a:gdLst>
              <a:gd name="csX0" fmla="*/ 0 w 887240"/>
              <a:gd name="csY0" fmla="*/ 9054 h 9054"/>
              <a:gd name="csX1" fmla="*/ 887240 w 887240"/>
              <a:gd name="csY1" fmla="*/ 0 h 9054"/>
              <a:gd name="csX0" fmla="*/ 0 w 10000"/>
              <a:gd name="csY0" fmla="*/ 10000 h 25726"/>
              <a:gd name="csX1" fmla="*/ 10000 w 10000"/>
              <a:gd name="csY1" fmla="*/ 0 h 25726"/>
              <a:gd name="csX0" fmla="*/ 0 w 10000"/>
              <a:gd name="csY0" fmla="*/ 10000 h 35050"/>
              <a:gd name="csX1" fmla="*/ 10000 w 10000"/>
              <a:gd name="csY1" fmla="*/ 0 h 35050"/>
            </a:gdLst>
            <a:ahLst/>
            <a:cxnLst>
              <a:cxn ang="0">
                <a:pos x="csX0" y="csY0"/>
              </a:cxn>
              <a:cxn ang="0">
                <a:pos x="csX1" y="csY1"/>
              </a:cxn>
            </a:cxnLst>
            <a:rect l="l" t="t" r="r" b="b"/>
            <a:pathLst>
              <a:path w="10000" h="35050">
                <a:moveTo>
                  <a:pt x="0" y="10000"/>
                </a:moveTo>
                <a:cubicBezTo>
                  <a:pt x="3333" y="36666"/>
                  <a:pt x="6565" y="53330"/>
                  <a:pt x="100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14C7CF49-F65E-CE87-D368-F78C24370CD9}"/>
              </a:ext>
            </a:extLst>
          </p:cNvPr>
          <p:cNvSpPr/>
          <p:nvPr/>
        </p:nvSpPr>
        <p:spPr>
          <a:xfrm>
            <a:off x="7058494" y="1925248"/>
            <a:ext cx="818484" cy="638583"/>
          </a:xfrm>
          <a:prstGeom prst="rect">
            <a:avLst/>
          </a:prstGeom>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Web map for QA</a:t>
            </a:r>
          </a:p>
        </p:txBody>
      </p:sp>
      <p:cxnSp>
        <p:nvCxnSpPr>
          <p:cNvPr id="27" name="Straight Arrow Connector 26">
            <a:extLst>
              <a:ext uri="{FF2B5EF4-FFF2-40B4-BE49-F238E27FC236}">
                <a16:creationId xmlns:a16="http://schemas.microsoft.com/office/drawing/2014/main" id="{66306DDF-29E0-81B1-9FC4-5EBD8CD2BD56}"/>
              </a:ext>
            </a:extLst>
          </p:cNvPr>
          <p:cNvCxnSpPr>
            <a:stCxn id="10" idx="3"/>
          </p:cNvCxnSpPr>
          <p:nvPr/>
        </p:nvCxnSpPr>
        <p:spPr>
          <a:xfrm flipV="1">
            <a:off x="5988528" y="2255520"/>
            <a:ext cx="966520" cy="175649"/>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439587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B898D-B6D5-7A34-5F7D-FE7328D079C2}"/>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A20A1004-2AFA-ED1A-5A99-7A164DE59B8D}"/>
              </a:ext>
            </a:extLst>
          </p:cNvPr>
          <p:cNvGrpSpPr/>
          <p:nvPr/>
        </p:nvGrpSpPr>
        <p:grpSpPr>
          <a:xfrm>
            <a:off x="1941314" y="1136231"/>
            <a:ext cx="1527240" cy="1053925"/>
            <a:chOff x="632704" y="3572763"/>
            <a:chExt cx="1527240" cy="1053925"/>
          </a:xfrm>
        </p:grpSpPr>
        <p:pic>
          <p:nvPicPr>
            <p:cNvPr id="5" name="Picture 4" descr="App - ArcGIS Survey123">
              <a:extLst>
                <a:ext uri="{FF2B5EF4-FFF2-40B4-BE49-F238E27FC236}">
                  <a16:creationId xmlns:a16="http://schemas.microsoft.com/office/drawing/2014/main" id="{554F5784-884F-1022-2548-B82743480461}"/>
                </a:ext>
              </a:extLst>
            </p:cNvPr>
            <p:cNvPicPr>
              <a:picLocks noChangeAspect="1"/>
            </p:cNvPicPr>
            <p:nvPr/>
          </p:nvPicPr>
          <p:blipFill>
            <a:blip r:embed="rId2"/>
            <a:stretch>
              <a:fillRect/>
            </a:stretch>
          </p:blipFill>
          <p:spPr>
            <a:xfrm>
              <a:off x="1005191" y="3572763"/>
              <a:ext cx="782266" cy="782266"/>
            </a:xfrm>
            <a:prstGeom prst="rect">
              <a:avLst/>
            </a:prstGeom>
          </p:spPr>
        </p:pic>
        <p:sp>
          <p:nvSpPr>
            <p:cNvPr id="6" name="TextBox 5">
              <a:extLst>
                <a:ext uri="{FF2B5EF4-FFF2-40B4-BE49-F238E27FC236}">
                  <a16:creationId xmlns:a16="http://schemas.microsoft.com/office/drawing/2014/main" id="{82C18556-20BD-EE39-26F6-8CC0A10B35EE}"/>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99B8F716-88F4-D14C-380E-888B4DD6A76A}"/>
              </a:ext>
            </a:extLst>
          </p:cNvPr>
          <p:cNvGrpSpPr/>
          <p:nvPr/>
        </p:nvGrpSpPr>
        <p:grpSpPr>
          <a:xfrm>
            <a:off x="4429983" y="1122292"/>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FB5E5D0-5CE5-3F2D-6C13-A0CABC4E9243}"/>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03309E6C-60D3-8240-8C78-DBBFCC4E9A85}"/>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F3062666-766A-DF76-606A-6FA06B8F7284}"/>
              </a:ext>
            </a:extLst>
          </p:cNvPr>
          <p:cNvGrpSpPr/>
          <p:nvPr/>
        </p:nvGrpSpPr>
        <p:grpSpPr>
          <a:xfrm>
            <a:off x="4391559" y="4560547"/>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6BF3FF1F-0423-C29A-6CAA-973C8E7CAB58}"/>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1A8B172-6C40-C5C2-546F-FADE822D08FB}"/>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DCA46105-5072-6E76-F154-DEB97D29B46E}"/>
              </a:ext>
            </a:extLst>
          </p:cNvPr>
          <p:cNvGrpSpPr/>
          <p:nvPr/>
        </p:nvGrpSpPr>
        <p:grpSpPr>
          <a:xfrm>
            <a:off x="6555103" y="4560547"/>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5AE0CBFD-54F9-7171-3449-112B2436DB86}"/>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80ECCF23-AC28-5A31-850B-7AF677E1BF09}"/>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CF495FDD-5017-36AE-3546-EAE98E1B3725}"/>
              </a:ext>
            </a:extLst>
          </p:cNvPr>
          <p:cNvGrpSpPr/>
          <p:nvPr/>
        </p:nvGrpSpPr>
        <p:grpSpPr>
          <a:xfrm>
            <a:off x="6926444" y="2318309"/>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5047D1C6-5F75-CC70-5237-2F991112D785}"/>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ACA4A4D2-245A-D11C-28AD-62D9E0EBCCE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093536F5-28D5-B039-7DF3-F936877D0642}"/>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26" name="Straight Arrow Connector 25">
            <a:extLst>
              <a:ext uri="{FF2B5EF4-FFF2-40B4-BE49-F238E27FC236}">
                <a16:creationId xmlns:a16="http://schemas.microsoft.com/office/drawing/2014/main" id="{15B1EF2B-C2AF-2E66-66F1-CF753F7D2D07}"/>
              </a:ext>
            </a:extLst>
          </p:cNvPr>
          <p:cNvCxnSpPr/>
          <p:nvPr/>
        </p:nvCxnSpPr>
        <p:spPr>
          <a:xfrm>
            <a:off x="3358835" y="1516768"/>
            <a:ext cx="1071148"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34" name="Picture 4" descr="R: R Logo">
            <a:extLst>
              <a:ext uri="{FF2B5EF4-FFF2-40B4-BE49-F238E27FC236}">
                <a16:creationId xmlns:a16="http://schemas.microsoft.com/office/drawing/2014/main" id="{51938B2E-5CEC-EE2B-A144-FAD2B18C85D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23255" y="1374964"/>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R: R Logo">
            <a:extLst>
              <a:ext uri="{FF2B5EF4-FFF2-40B4-BE49-F238E27FC236}">
                <a16:creationId xmlns:a16="http://schemas.microsoft.com/office/drawing/2014/main" id="{C070FEE6-9624-12DB-001E-4303F219F2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54564" y="3675320"/>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04F4747D-83DC-5920-BDE3-A254D36863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64447" y="3720982"/>
            <a:ext cx="807148" cy="625427"/>
          </a:xfrm>
          <a:prstGeom prst="rect">
            <a:avLst/>
          </a:prstGeom>
          <a:noFill/>
          <a:extLst>
            <a:ext uri="{909E8E84-426E-40DD-AFC4-6F175D3DCCD1}">
              <a14:hiddenFill xmlns:a14="http://schemas.microsoft.com/office/drawing/2010/main">
                <a:solidFill>
                  <a:srgbClr val="FFFFFF"/>
                </a:solidFill>
              </a14:hiddenFill>
            </a:ext>
          </a:extLst>
        </p:spPr>
      </p:pic>
      <p:cxnSp>
        <p:nvCxnSpPr>
          <p:cNvPr id="40" name="Straight Arrow Connector 39">
            <a:extLst>
              <a:ext uri="{FF2B5EF4-FFF2-40B4-BE49-F238E27FC236}">
                <a16:creationId xmlns:a16="http://schemas.microsoft.com/office/drawing/2014/main" id="{ECCA8C0B-241C-504E-EB7D-5D26B1A9A927}"/>
              </a:ext>
            </a:extLst>
          </p:cNvPr>
          <p:cNvCxnSpPr>
            <a:cxnSpLocks/>
          </p:cNvCxnSpPr>
          <p:nvPr/>
        </p:nvCxnSpPr>
        <p:spPr>
          <a:xfrm flipV="1">
            <a:off x="2156487" y="2439827"/>
            <a:ext cx="387536" cy="1157968"/>
          </a:xfrm>
          <a:prstGeom prst="straightConnector1">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1192C1A8-176B-8276-FFBF-4164B087FF65}"/>
              </a:ext>
            </a:extLst>
          </p:cNvPr>
          <p:cNvGrpSpPr/>
          <p:nvPr/>
        </p:nvGrpSpPr>
        <p:grpSpPr>
          <a:xfrm>
            <a:off x="6722163" y="1122292"/>
            <a:ext cx="1138136" cy="924792"/>
            <a:chOff x="5271956" y="5486401"/>
            <a:chExt cx="1138136" cy="924792"/>
          </a:xfrm>
        </p:grpSpPr>
        <p:pic>
          <p:nvPicPr>
            <p:cNvPr id="3" name="Picture 2" descr="A diagram of a feature layer showing point, multipoint, polyline, polygon, and multipatch as possible geometric types">
              <a:extLst>
                <a:ext uri="{FF2B5EF4-FFF2-40B4-BE49-F238E27FC236}">
                  <a16:creationId xmlns:a16="http://schemas.microsoft.com/office/drawing/2014/main" id="{87678C0B-9879-DD51-CD90-226EF328948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7" name="TextBox 6">
              <a:extLst>
                <a:ext uri="{FF2B5EF4-FFF2-40B4-BE49-F238E27FC236}">
                  <a16:creationId xmlns:a16="http://schemas.microsoft.com/office/drawing/2014/main" id="{6785D50E-586C-31FA-215C-836481A6C880}"/>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dev</a:t>
              </a:r>
            </a:p>
          </p:txBody>
        </p:sp>
      </p:grpSp>
      <p:grpSp>
        <p:nvGrpSpPr>
          <p:cNvPr id="28" name="Group 27">
            <a:extLst>
              <a:ext uri="{FF2B5EF4-FFF2-40B4-BE49-F238E27FC236}">
                <a16:creationId xmlns:a16="http://schemas.microsoft.com/office/drawing/2014/main" id="{1AE11533-2540-9397-18F5-AF8D37F47947}"/>
              </a:ext>
            </a:extLst>
          </p:cNvPr>
          <p:cNvGrpSpPr/>
          <p:nvPr/>
        </p:nvGrpSpPr>
        <p:grpSpPr>
          <a:xfrm>
            <a:off x="8853837" y="1679764"/>
            <a:ext cx="1138136" cy="940595"/>
            <a:chOff x="7412116" y="1123864"/>
            <a:chExt cx="1138136" cy="940595"/>
          </a:xfrm>
        </p:grpSpPr>
        <p:pic>
          <p:nvPicPr>
            <p:cNvPr id="25" name="Picture 24" descr="ArcGIS Experience Builder and ArcGIS Web AppBuilder at Esri ...">
              <a:extLst>
                <a:ext uri="{FF2B5EF4-FFF2-40B4-BE49-F238E27FC236}">
                  <a16:creationId xmlns:a16="http://schemas.microsoft.com/office/drawing/2014/main" id="{C3827256-7AEA-BB0A-1DAB-796770981DE2}"/>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27" name="TextBox 26">
              <a:extLst>
                <a:ext uri="{FF2B5EF4-FFF2-40B4-BE49-F238E27FC236}">
                  <a16:creationId xmlns:a16="http://schemas.microsoft.com/office/drawing/2014/main" id="{2C57027D-E2D7-F7A5-2D30-6B69C7E1DB6A}"/>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DEV</a:t>
              </a:r>
            </a:p>
          </p:txBody>
        </p:sp>
      </p:grpSp>
      <p:grpSp>
        <p:nvGrpSpPr>
          <p:cNvPr id="29" name="Group 28">
            <a:extLst>
              <a:ext uri="{FF2B5EF4-FFF2-40B4-BE49-F238E27FC236}">
                <a16:creationId xmlns:a16="http://schemas.microsoft.com/office/drawing/2014/main" id="{F57787AA-0986-3B13-3BE5-E936BA6ABBDE}"/>
              </a:ext>
            </a:extLst>
          </p:cNvPr>
          <p:cNvGrpSpPr/>
          <p:nvPr/>
        </p:nvGrpSpPr>
        <p:grpSpPr>
          <a:xfrm>
            <a:off x="8754957" y="4935062"/>
            <a:ext cx="1138136" cy="940595"/>
            <a:chOff x="7412116" y="1123864"/>
            <a:chExt cx="1138136" cy="940595"/>
          </a:xfrm>
        </p:grpSpPr>
        <p:pic>
          <p:nvPicPr>
            <p:cNvPr id="31" name="Picture 30" descr="ArcGIS Experience Builder and ArcGIS Web AppBuilder at Esri ...">
              <a:extLst>
                <a:ext uri="{FF2B5EF4-FFF2-40B4-BE49-F238E27FC236}">
                  <a16:creationId xmlns:a16="http://schemas.microsoft.com/office/drawing/2014/main" id="{5BE0CCBF-DF6E-C4E3-34E2-3A7900EE8EF8}"/>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33" name="TextBox 32">
              <a:extLst>
                <a:ext uri="{FF2B5EF4-FFF2-40B4-BE49-F238E27FC236}">
                  <a16:creationId xmlns:a16="http://schemas.microsoft.com/office/drawing/2014/main" id="{66833F49-0E05-D98D-43C3-19BEBB0580D4}"/>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PROD</a:t>
              </a:r>
            </a:p>
          </p:txBody>
        </p:sp>
      </p:grpSp>
      <p:grpSp>
        <p:nvGrpSpPr>
          <p:cNvPr id="42" name="Group 41">
            <a:extLst>
              <a:ext uri="{FF2B5EF4-FFF2-40B4-BE49-F238E27FC236}">
                <a16:creationId xmlns:a16="http://schemas.microsoft.com/office/drawing/2014/main" id="{A4CFA61C-A8C4-C1E0-61F8-5D0AF7D8C0AE}"/>
              </a:ext>
            </a:extLst>
          </p:cNvPr>
          <p:cNvGrpSpPr/>
          <p:nvPr/>
        </p:nvGrpSpPr>
        <p:grpSpPr>
          <a:xfrm>
            <a:off x="6844123" y="5753814"/>
            <a:ext cx="627738" cy="559594"/>
            <a:chOff x="7035025" y="3155493"/>
            <a:chExt cx="627738" cy="559594"/>
          </a:xfrm>
        </p:grpSpPr>
        <p:pic>
          <p:nvPicPr>
            <p:cNvPr id="44" name="Picture 43" descr="Graph chart vector icon.symbol of business. 4999434 Vector ...">
              <a:extLst>
                <a:ext uri="{FF2B5EF4-FFF2-40B4-BE49-F238E27FC236}">
                  <a16:creationId xmlns:a16="http://schemas.microsoft.com/office/drawing/2014/main" id="{EAB83F35-09CF-8F8B-5CDB-3C410EB6AA36}"/>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6" name="Picture 45" descr="Graph chart vector icon.symbol of business. 4999434 Vector ...">
              <a:extLst>
                <a:ext uri="{FF2B5EF4-FFF2-40B4-BE49-F238E27FC236}">
                  <a16:creationId xmlns:a16="http://schemas.microsoft.com/office/drawing/2014/main" id="{32476ABE-A361-C168-ABCA-6DE8C3CCF8B6}"/>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8" name="Picture 47" descr="Graph chart vector icon.symbol of business. 4999434 Vector ...">
              <a:extLst>
                <a:ext uri="{FF2B5EF4-FFF2-40B4-BE49-F238E27FC236}">
                  <a16:creationId xmlns:a16="http://schemas.microsoft.com/office/drawing/2014/main" id="{82DD88B2-AB62-2319-64DC-F41234F0C23F}"/>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57" name="Straight Arrow Connector 56">
            <a:extLst>
              <a:ext uri="{FF2B5EF4-FFF2-40B4-BE49-F238E27FC236}">
                <a16:creationId xmlns:a16="http://schemas.microsoft.com/office/drawing/2014/main" id="{F83E5C87-F8D6-9031-C915-CF3FEE78960E}"/>
              </a:ext>
            </a:extLst>
          </p:cNvPr>
          <p:cNvCxnSpPr/>
          <p:nvPr/>
        </p:nvCxnSpPr>
        <p:spPr>
          <a:xfrm flipV="1">
            <a:off x="2704934" y="3827720"/>
            <a:ext cx="2989695" cy="152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B495CE8E-0D89-700C-0EB6-70BFD40B6D3F}"/>
              </a:ext>
            </a:extLst>
          </p:cNvPr>
          <p:cNvCxnSpPr/>
          <p:nvPr/>
        </p:nvCxnSpPr>
        <p:spPr>
          <a:xfrm>
            <a:off x="5529695" y="1527364"/>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9C9DF540-31A1-3ED9-E60A-E7608AE06B17}"/>
              </a:ext>
            </a:extLst>
          </p:cNvPr>
          <p:cNvCxnSpPr/>
          <p:nvPr/>
        </p:nvCxnSpPr>
        <p:spPr>
          <a:xfrm>
            <a:off x="6434515" y="1492627"/>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AA8D996C-A6F3-DF62-7576-05204CC071E7}"/>
              </a:ext>
            </a:extLst>
          </p:cNvPr>
          <p:cNvCxnSpPr/>
          <p:nvPr/>
        </p:nvCxnSpPr>
        <p:spPr>
          <a:xfrm>
            <a:off x="6316616" y="1800863"/>
            <a:ext cx="527507" cy="51744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A4DEB84-28D0-FCCF-146C-0B1E1F671F48}"/>
              </a:ext>
            </a:extLst>
          </p:cNvPr>
          <p:cNvCxnSpPr/>
          <p:nvPr/>
        </p:nvCxnSpPr>
        <p:spPr>
          <a:xfrm flipH="1">
            <a:off x="5325414" y="4033695"/>
            <a:ext cx="529150" cy="526852"/>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91C4544E-E0EE-0D15-50A1-236EFFE5F88A}"/>
              </a:ext>
            </a:extLst>
          </p:cNvPr>
          <p:cNvCxnSpPr/>
          <p:nvPr/>
        </p:nvCxnSpPr>
        <p:spPr>
          <a:xfrm>
            <a:off x="6119935" y="4164594"/>
            <a:ext cx="602228" cy="156273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8" name="Straight Arrow Connector 67">
            <a:extLst>
              <a:ext uri="{FF2B5EF4-FFF2-40B4-BE49-F238E27FC236}">
                <a16:creationId xmlns:a16="http://schemas.microsoft.com/office/drawing/2014/main" id="{1E6B60DB-A8EC-E9C3-C54E-7D9DFF17A280}"/>
              </a:ext>
            </a:extLst>
          </p:cNvPr>
          <p:cNvCxnSpPr/>
          <p:nvPr/>
        </p:nvCxnSpPr>
        <p:spPr>
          <a:xfrm>
            <a:off x="6316616" y="3903920"/>
            <a:ext cx="527507" cy="65662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0F13C6CB-AE03-2C46-5CD2-1A6A815DF718}"/>
              </a:ext>
            </a:extLst>
          </p:cNvPr>
          <p:cNvCxnSpPr/>
          <p:nvPr/>
        </p:nvCxnSpPr>
        <p:spPr>
          <a:xfrm>
            <a:off x="5325414" y="2059586"/>
            <a:ext cx="597841" cy="1538209"/>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5E1C0F6E-5127-0639-6A89-F135B72C3D14}"/>
              </a:ext>
            </a:extLst>
          </p:cNvPr>
          <p:cNvCxnSpPr/>
          <p:nvPr/>
        </p:nvCxnSpPr>
        <p:spPr>
          <a:xfrm flipH="1">
            <a:off x="6247925" y="2911732"/>
            <a:ext cx="678519" cy="68606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6454416D-4DA7-850E-BBD9-C16EA3BC2712}"/>
              </a:ext>
            </a:extLst>
          </p:cNvPr>
          <p:cNvCxnSpPr/>
          <p:nvPr/>
        </p:nvCxnSpPr>
        <p:spPr>
          <a:xfrm flipV="1">
            <a:off x="2607398" y="1800863"/>
            <a:ext cx="3247166" cy="20268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01F6A2D0-C9E5-726F-3DA9-836DFEF81F7E}"/>
              </a:ext>
            </a:extLst>
          </p:cNvPr>
          <p:cNvCxnSpPr/>
          <p:nvPr/>
        </p:nvCxnSpPr>
        <p:spPr>
          <a:xfrm>
            <a:off x="7930835" y="1679764"/>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B4B85DE9-0026-F082-38DF-0AE930F87A17}"/>
              </a:ext>
            </a:extLst>
          </p:cNvPr>
          <p:cNvCxnSpPr/>
          <p:nvPr/>
        </p:nvCxnSpPr>
        <p:spPr>
          <a:xfrm flipV="1">
            <a:off x="7860299" y="2190156"/>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49DA3F0D-0A12-8C33-062C-298BB29626F2}"/>
              </a:ext>
            </a:extLst>
          </p:cNvPr>
          <p:cNvCxnSpPr/>
          <p:nvPr/>
        </p:nvCxnSpPr>
        <p:spPr>
          <a:xfrm>
            <a:off x="7726554" y="4933808"/>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B5486663-1522-F8DA-3DC9-A72EDEA9CF02}"/>
              </a:ext>
            </a:extLst>
          </p:cNvPr>
          <p:cNvCxnSpPr/>
          <p:nvPr/>
        </p:nvCxnSpPr>
        <p:spPr>
          <a:xfrm flipV="1">
            <a:off x="7656018" y="5444200"/>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79" name="TextBox 78">
            <a:extLst>
              <a:ext uri="{FF2B5EF4-FFF2-40B4-BE49-F238E27FC236}">
                <a16:creationId xmlns:a16="http://schemas.microsoft.com/office/drawing/2014/main" id="{4FE6923A-DBB5-42F6-85F5-E63F6AF37A01}"/>
              </a:ext>
            </a:extLst>
          </p:cNvPr>
          <p:cNvSpPr txBox="1"/>
          <p:nvPr/>
        </p:nvSpPr>
        <p:spPr>
          <a:xfrm>
            <a:off x="1814429" y="2916182"/>
            <a:ext cx="724278" cy="430887"/>
          </a:xfrm>
          <a:prstGeom prst="rect">
            <a:avLst/>
          </a:prstGeom>
          <a:noFill/>
        </p:spPr>
        <p:txBody>
          <a:bodyPr wrap="square" rtlCol="0">
            <a:spAutoFit/>
          </a:bodyPr>
          <a:lstStyle/>
          <a:p>
            <a:r>
              <a:rPr lang="en-US" sz="1100" dirty="0">
                <a:solidFill>
                  <a:schemeClr val="tx2">
                    <a:lumMod val="50000"/>
                    <a:lumOff val="50000"/>
                  </a:schemeClr>
                </a:solidFill>
              </a:rPr>
              <a:t>Data</a:t>
            </a:r>
          </a:p>
          <a:p>
            <a:r>
              <a:rPr lang="en-US" sz="1100" dirty="0">
                <a:solidFill>
                  <a:schemeClr val="tx2">
                    <a:lumMod val="50000"/>
                    <a:lumOff val="50000"/>
                  </a:schemeClr>
                </a:solidFill>
              </a:rPr>
              <a:t>entry</a:t>
            </a:r>
          </a:p>
        </p:txBody>
      </p:sp>
      <p:sp>
        <p:nvSpPr>
          <p:cNvPr id="81" name="TextBox 80">
            <a:extLst>
              <a:ext uri="{FF2B5EF4-FFF2-40B4-BE49-F238E27FC236}">
                <a16:creationId xmlns:a16="http://schemas.microsoft.com/office/drawing/2014/main" id="{24FF3362-1627-FF88-05C1-D8D9CAC0C72F}"/>
              </a:ext>
            </a:extLst>
          </p:cNvPr>
          <p:cNvSpPr txBox="1"/>
          <p:nvPr/>
        </p:nvSpPr>
        <p:spPr>
          <a:xfrm>
            <a:off x="3871562" y="3627445"/>
            <a:ext cx="724278" cy="261610"/>
          </a:xfrm>
          <a:prstGeom prst="rect">
            <a:avLst/>
          </a:prstGeom>
          <a:noFill/>
        </p:spPr>
        <p:txBody>
          <a:bodyPr wrap="square" rtlCol="0">
            <a:spAutoFit/>
          </a:bodyPr>
          <a:lstStyle/>
          <a:p>
            <a:r>
              <a:rPr lang="en-US" sz="1100" dirty="0">
                <a:solidFill>
                  <a:schemeClr val="tx2">
                    <a:lumMod val="50000"/>
                    <a:lumOff val="50000"/>
                  </a:schemeClr>
                </a:solidFill>
              </a:rPr>
              <a:t>Promote</a:t>
            </a:r>
          </a:p>
        </p:txBody>
      </p:sp>
      <p:sp>
        <p:nvSpPr>
          <p:cNvPr id="83" name="TextBox 82">
            <a:extLst>
              <a:ext uri="{FF2B5EF4-FFF2-40B4-BE49-F238E27FC236}">
                <a16:creationId xmlns:a16="http://schemas.microsoft.com/office/drawing/2014/main" id="{D2605390-7287-64E4-2497-0C71B78FC64C}"/>
              </a:ext>
            </a:extLst>
          </p:cNvPr>
          <p:cNvSpPr txBox="1"/>
          <p:nvPr/>
        </p:nvSpPr>
        <p:spPr>
          <a:xfrm>
            <a:off x="3375022" y="2747098"/>
            <a:ext cx="724278" cy="261610"/>
          </a:xfrm>
          <a:prstGeom prst="rect">
            <a:avLst/>
          </a:prstGeom>
          <a:noFill/>
        </p:spPr>
        <p:txBody>
          <a:bodyPr wrap="square" rtlCol="0">
            <a:spAutoFit/>
          </a:bodyPr>
          <a:lstStyle/>
          <a:p>
            <a:r>
              <a:rPr lang="en-US" sz="1100" dirty="0">
                <a:solidFill>
                  <a:schemeClr val="tx2">
                    <a:lumMod val="50000"/>
                    <a:lumOff val="50000"/>
                  </a:schemeClr>
                </a:solidFill>
              </a:rPr>
              <a:t>Process</a:t>
            </a:r>
          </a:p>
        </p:txBody>
      </p:sp>
    </p:spTree>
    <p:extLst>
      <p:ext uri="{BB962C8B-B14F-4D97-AF65-F5344CB8AC3E}">
        <p14:creationId xmlns:p14="http://schemas.microsoft.com/office/powerpoint/2010/main" val="32340481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F52890CB-DDFC-64E3-128E-65314734420C}"/>
              </a:ext>
            </a:extLst>
          </p:cNvPr>
          <p:cNvSpPr/>
          <p:nvPr/>
        </p:nvSpPr>
        <p:spPr>
          <a:xfrm>
            <a:off x="1173156" y="1720401"/>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Import Matrix</a:t>
            </a:r>
          </a:p>
        </p:txBody>
      </p:sp>
      <p:grpSp>
        <p:nvGrpSpPr>
          <p:cNvPr id="4" name="Group 3">
            <a:extLst>
              <a:ext uri="{FF2B5EF4-FFF2-40B4-BE49-F238E27FC236}">
                <a16:creationId xmlns:a16="http://schemas.microsoft.com/office/drawing/2014/main" id="{71DC4E24-21A2-B6C5-1F84-77FE9A72CC35}"/>
              </a:ext>
            </a:extLst>
          </p:cNvPr>
          <p:cNvGrpSpPr/>
          <p:nvPr/>
        </p:nvGrpSpPr>
        <p:grpSpPr>
          <a:xfrm>
            <a:off x="1104306" y="549727"/>
            <a:ext cx="622998" cy="603780"/>
            <a:chOff x="956986" y="763233"/>
            <a:chExt cx="622998" cy="603780"/>
          </a:xfrm>
        </p:grpSpPr>
        <p:pic>
          <p:nvPicPr>
            <p:cNvPr id="5" name="Picture 4" descr="Enhance your Excel spreadsheets with tables, images and ...">
              <a:extLst>
                <a:ext uri="{FF2B5EF4-FFF2-40B4-BE49-F238E27FC236}">
                  <a16:creationId xmlns:a16="http://schemas.microsoft.com/office/drawing/2014/main" id="{FFDAA1F1-228A-964E-96A5-B81B82432010}"/>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6" name="TextBox 5">
              <a:extLst>
                <a:ext uri="{FF2B5EF4-FFF2-40B4-BE49-F238E27FC236}">
                  <a16:creationId xmlns:a16="http://schemas.microsoft.com/office/drawing/2014/main" id="{E267C83B-5240-7055-9562-B71B1E534C3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grpSp>
        <p:nvGrpSpPr>
          <p:cNvPr id="16" name="Group 15">
            <a:extLst>
              <a:ext uri="{FF2B5EF4-FFF2-40B4-BE49-F238E27FC236}">
                <a16:creationId xmlns:a16="http://schemas.microsoft.com/office/drawing/2014/main" id="{8D401FCC-5ED5-FE3C-3DB2-6304E2AE876C}"/>
              </a:ext>
            </a:extLst>
          </p:cNvPr>
          <p:cNvGrpSpPr/>
          <p:nvPr/>
        </p:nvGrpSpPr>
        <p:grpSpPr>
          <a:xfrm>
            <a:off x="1104306" y="3449694"/>
            <a:ext cx="3865830" cy="2501020"/>
            <a:chOff x="1173156" y="3054388"/>
            <a:chExt cx="3865830" cy="2501020"/>
          </a:xfrm>
        </p:grpSpPr>
        <p:sp>
          <p:nvSpPr>
            <p:cNvPr id="3" name="Rectangle: Rounded Corners 2">
              <a:extLst>
                <a:ext uri="{FF2B5EF4-FFF2-40B4-BE49-F238E27FC236}">
                  <a16:creationId xmlns:a16="http://schemas.microsoft.com/office/drawing/2014/main" id="{8AAB23F7-53F6-AADD-A946-021BAEAA4419}"/>
                </a:ext>
              </a:extLst>
            </p:cNvPr>
            <p:cNvSpPr/>
            <p:nvPr/>
          </p:nvSpPr>
          <p:spPr>
            <a:xfrm>
              <a:off x="1173156" y="3054388"/>
              <a:ext cx="3865830" cy="2501020"/>
            </a:xfrm>
            <a:prstGeom prst="roundRect">
              <a:avLst/>
            </a:prstGeom>
            <a:no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Workspace (memory)</a:t>
              </a:r>
            </a:p>
          </p:txBody>
        </p:sp>
        <p:grpSp>
          <p:nvGrpSpPr>
            <p:cNvPr id="14" name="Group 13">
              <a:extLst>
                <a:ext uri="{FF2B5EF4-FFF2-40B4-BE49-F238E27FC236}">
                  <a16:creationId xmlns:a16="http://schemas.microsoft.com/office/drawing/2014/main" id="{A0A485AC-159F-2957-7D5E-6E12340D8CBD}"/>
                </a:ext>
              </a:extLst>
            </p:cNvPr>
            <p:cNvGrpSpPr/>
            <p:nvPr/>
          </p:nvGrpSpPr>
          <p:grpSpPr>
            <a:xfrm>
              <a:off x="1681961" y="3347720"/>
              <a:ext cx="792480" cy="1000797"/>
              <a:chOff x="1681961" y="3347720"/>
              <a:chExt cx="792480" cy="1000797"/>
            </a:xfrm>
          </p:grpSpPr>
          <p:pic>
            <p:nvPicPr>
              <p:cNvPr id="8" name="Graphic 7" descr="Database outline">
                <a:extLst>
                  <a:ext uri="{FF2B5EF4-FFF2-40B4-BE49-F238E27FC236}">
                    <a16:creationId xmlns:a16="http://schemas.microsoft.com/office/drawing/2014/main" id="{9913C3BF-F9ED-1ED8-E46D-79D850D22F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81961" y="3347720"/>
                <a:ext cx="792480" cy="792480"/>
              </a:xfrm>
              <a:prstGeom prst="rect">
                <a:avLst/>
              </a:prstGeom>
            </p:spPr>
          </p:pic>
          <p:sp>
            <p:nvSpPr>
              <p:cNvPr id="11" name="TextBox 10">
                <a:extLst>
                  <a:ext uri="{FF2B5EF4-FFF2-40B4-BE49-F238E27FC236}">
                    <a16:creationId xmlns:a16="http://schemas.microsoft.com/office/drawing/2014/main" id="{8D24AD9D-DCD6-298A-8176-4117EF6306FC}"/>
                  </a:ext>
                </a:extLst>
              </p:cNvPr>
              <p:cNvSpPr txBox="1"/>
              <p:nvPr/>
            </p:nvSpPr>
            <p:spPr>
              <a:xfrm>
                <a:off x="1844551" y="4071518"/>
                <a:ext cx="467299" cy="276999"/>
              </a:xfrm>
              <a:prstGeom prst="rect">
                <a:avLst/>
              </a:prstGeom>
              <a:noFill/>
            </p:spPr>
            <p:txBody>
              <a:bodyPr wrap="square" rtlCol="0">
                <a:spAutoFit/>
              </a:bodyPr>
              <a:lstStyle/>
              <a:p>
                <a:pPr algn="ctr"/>
                <a:r>
                  <a:rPr lang="en-US" sz="1200" dirty="0"/>
                  <a:t>DB</a:t>
                </a:r>
              </a:p>
            </p:txBody>
          </p:sp>
        </p:grpSp>
        <p:grpSp>
          <p:nvGrpSpPr>
            <p:cNvPr id="15" name="Group 14">
              <a:extLst>
                <a:ext uri="{FF2B5EF4-FFF2-40B4-BE49-F238E27FC236}">
                  <a16:creationId xmlns:a16="http://schemas.microsoft.com/office/drawing/2014/main" id="{06C489A1-4613-E651-E25B-A3AF750200B9}"/>
                </a:ext>
              </a:extLst>
            </p:cNvPr>
            <p:cNvGrpSpPr/>
            <p:nvPr/>
          </p:nvGrpSpPr>
          <p:grpSpPr>
            <a:xfrm>
              <a:off x="3515841" y="3347720"/>
              <a:ext cx="924560" cy="1000796"/>
              <a:chOff x="3515841" y="3347720"/>
              <a:chExt cx="924560" cy="1000796"/>
            </a:xfrm>
          </p:grpSpPr>
          <p:pic>
            <p:nvPicPr>
              <p:cNvPr id="10" name="Graphic 9" descr="Database outline">
                <a:extLst>
                  <a:ext uri="{FF2B5EF4-FFF2-40B4-BE49-F238E27FC236}">
                    <a16:creationId xmlns:a16="http://schemas.microsoft.com/office/drawing/2014/main" id="{E1199578-C303-F43F-0655-E6241007A0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81881" y="3347720"/>
                <a:ext cx="792480" cy="792480"/>
              </a:xfrm>
              <a:prstGeom prst="rect">
                <a:avLst/>
              </a:prstGeom>
            </p:spPr>
          </p:pic>
          <p:sp>
            <p:nvSpPr>
              <p:cNvPr id="13" name="TextBox 12">
                <a:extLst>
                  <a:ext uri="{FF2B5EF4-FFF2-40B4-BE49-F238E27FC236}">
                    <a16:creationId xmlns:a16="http://schemas.microsoft.com/office/drawing/2014/main" id="{F24FF8D9-A5DA-B4DB-AED3-3CFC58402DA3}"/>
                  </a:ext>
                </a:extLst>
              </p:cNvPr>
              <p:cNvSpPr txBox="1"/>
              <p:nvPr/>
            </p:nvSpPr>
            <p:spPr>
              <a:xfrm>
                <a:off x="3515841" y="4071517"/>
                <a:ext cx="924560" cy="276999"/>
              </a:xfrm>
              <a:prstGeom prst="rect">
                <a:avLst/>
              </a:prstGeom>
              <a:noFill/>
            </p:spPr>
            <p:txBody>
              <a:bodyPr wrap="square" rtlCol="0">
                <a:spAutoFit/>
              </a:bodyPr>
              <a:lstStyle/>
              <a:p>
                <a:pPr algn="ctr"/>
                <a:r>
                  <a:rPr lang="en-US" sz="1200" dirty="0" err="1"/>
                  <a:t>AppView</a:t>
                </a:r>
                <a:endParaRPr lang="en-US" sz="1200" dirty="0"/>
              </a:p>
            </p:txBody>
          </p:sp>
        </p:grpSp>
      </p:grpSp>
      <p:sp>
        <p:nvSpPr>
          <p:cNvPr id="18" name="Oval 17">
            <a:extLst>
              <a:ext uri="{FF2B5EF4-FFF2-40B4-BE49-F238E27FC236}">
                <a16:creationId xmlns:a16="http://schemas.microsoft.com/office/drawing/2014/main" id="{69B425B2-4C29-C1F7-4295-832AC2127AB7}"/>
              </a:ext>
            </a:extLst>
          </p:cNvPr>
          <p:cNvSpPr/>
          <p:nvPr/>
        </p:nvSpPr>
        <p:spPr>
          <a:xfrm>
            <a:off x="2920029" y="1720400"/>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Process</a:t>
            </a:r>
          </a:p>
        </p:txBody>
      </p:sp>
      <p:sp>
        <p:nvSpPr>
          <p:cNvPr id="19" name="Freeform: Shape 18">
            <a:extLst>
              <a:ext uri="{FF2B5EF4-FFF2-40B4-BE49-F238E27FC236}">
                <a16:creationId xmlns:a16="http://schemas.microsoft.com/office/drawing/2014/main" id="{56E8C72C-D14C-ECC9-0C08-469C4BBE4BBD}"/>
              </a:ext>
            </a:extLst>
          </p:cNvPr>
          <p:cNvSpPr/>
          <p:nvPr/>
        </p:nvSpPr>
        <p:spPr>
          <a:xfrm>
            <a:off x="1513840" y="1127760"/>
            <a:ext cx="213360" cy="497840"/>
          </a:xfrm>
          <a:custGeom>
            <a:avLst/>
            <a:gdLst>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Lst>
            <a:ahLst/>
            <a:cxnLst>
              <a:cxn ang="0">
                <a:pos x="csX0" y="csY0"/>
              </a:cxn>
              <a:cxn ang="0">
                <a:pos x="csX1" y="csY1"/>
              </a:cxn>
            </a:cxnLst>
            <a:rect l="l" t="t" r="r" b="b"/>
            <a:pathLst>
              <a:path w="213360" h="497840">
                <a:moveTo>
                  <a:pt x="0" y="0"/>
                </a:moveTo>
                <a:cubicBezTo>
                  <a:pt x="117070" y="165947"/>
                  <a:pt x="188190" y="304323"/>
                  <a:pt x="213360" y="49784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41ED566-BF57-483E-EF85-026AFC26BB74}"/>
              </a:ext>
            </a:extLst>
          </p:cNvPr>
          <p:cNvSpPr/>
          <p:nvPr/>
        </p:nvSpPr>
        <p:spPr>
          <a:xfrm>
            <a:off x="1825551" y="2473157"/>
            <a:ext cx="183799" cy="1281998"/>
          </a:xfrm>
          <a:custGeom>
            <a:avLst/>
            <a:gdLst>
              <a:gd name="csX0" fmla="*/ 0 w 183799"/>
              <a:gd name="csY0" fmla="*/ 0 h 1281998"/>
              <a:gd name="csX1" fmla="*/ 183799 w 183799"/>
              <a:gd name="csY1" fmla="*/ 1281998 h 1281998"/>
              <a:gd name="csX0" fmla="*/ 0 w 183799"/>
              <a:gd name="csY0" fmla="*/ 0 h 1281998"/>
              <a:gd name="csX1" fmla="*/ 183799 w 183799"/>
              <a:gd name="csY1" fmla="*/ 1281998 h 1281998"/>
              <a:gd name="csX0" fmla="*/ 0 w 183799"/>
              <a:gd name="csY0" fmla="*/ 0 h 1281998"/>
              <a:gd name="csX1" fmla="*/ 183799 w 183799"/>
              <a:gd name="csY1" fmla="*/ 1281998 h 1281998"/>
            </a:gdLst>
            <a:ahLst/>
            <a:cxnLst>
              <a:cxn ang="0">
                <a:pos x="csX0" y="csY0"/>
              </a:cxn>
              <a:cxn ang="0">
                <a:pos x="csX1" y="csY1"/>
              </a:cxn>
            </a:cxnLst>
            <a:rect l="l" t="t" r="r" b="b"/>
            <a:pathLst>
              <a:path w="183799" h="1281998">
                <a:moveTo>
                  <a:pt x="0" y="0"/>
                </a:moveTo>
                <a:cubicBezTo>
                  <a:pt x="93430" y="418143"/>
                  <a:pt x="168483" y="850070"/>
                  <a:pt x="183799" y="128199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1523D465-C0F5-DED4-7CA9-3C5B09A1FCA9}"/>
              </a:ext>
            </a:extLst>
          </p:cNvPr>
          <p:cNvSpPr/>
          <p:nvPr/>
        </p:nvSpPr>
        <p:spPr>
          <a:xfrm>
            <a:off x="2099904" y="2320462"/>
            <a:ext cx="868450" cy="1456607"/>
          </a:xfrm>
          <a:custGeom>
            <a:avLst/>
            <a:gdLst>
              <a:gd name="csX0" fmla="*/ 0 w 868450"/>
              <a:gd name="csY0" fmla="*/ 1456607 h 1456607"/>
              <a:gd name="csX1" fmla="*/ 868450 w 868450"/>
              <a:gd name="csY1" fmla="*/ 0 h 1456607"/>
              <a:gd name="csX0" fmla="*/ 0 w 868450"/>
              <a:gd name="csY0" fmla="*/ 1456607 h 1456607"/>
              <a:gd name="csX1" fmla="*/ 868450 w 868450"/>
              <a:gd name="csY1" fmla="*/ 0 h 1456607"/>
              <a:gd name="csX0" fmla="*/ 0 w 868450"/>
              <a:gd name="csY0" fmla="*/ 1456607 h 1456607"/>
              <a:gd name="csX1" fmla="*/ 868450 w 868450"/>
              <a:gd name="csY1" fmla="*/ 0 h 1456607"/>
            </a:gdLst>
            <a:ahLst/>
            <a:cxnLst>
              <a:cxn ang="0">
                <a:pos x="csX0" y="csY0"/>
              </a:cxn>
              <a:cxn ang="0">
                <a:pos x="csX1" y="csY1"/>
              </a:cxn>
            </a:cxnLst>
            <a:rect l="l" t="t" r="r" b="b"/>
            <a:pathLst>
              <a:path w="868450" h="1456607">
                <a:moveTo>
                  <a:pt x="0" y="1456607"/>
                </a:moveTo>
                <a:cubicBezTo>
                  <a:pt x="202178" y="948096"/>
                  <a:pt x="468688" y="462561"/>
                  <a:pt x="86845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70D5303-7521-D5AF-D88F-4DCF2540F045}"/>
              </a:ext>
            </a:extLst>
          </p:cNvPr>
          <p:cNvSpPr/>
          <p:nvPr/>
        </p:nvSpPr>
        <p:spPr>
          <a:xfrm>
            <a:off x="3810000" y="2499360"/>
            <a:ext cx="152400" cy="1198880"/>
          </a:xfrm>
          <a:custGeom>
            <a:avLst/>
            <a:gdLst>
              <a:gd name="csX0" fmla="*/ 0 w 152400"/>
              <a:gd name="csY0" fmla="*/ 0 h 1198880"/>
              <a:gd name="csX1" fmla="*/ 152400 w 152400"/>
              <a:gd name="csY1" fmla="*/ 1198880 h 1198880"/>
              <a:gd name="csX0" fmla="*/ 0 w 152400"/>
              <a:gd name="csY0" fmla="*/ 0 h 1198880"/>
              <a:gd name="csX1" fmla="*/ 152400 w 152400"/>
              <a:gd name="csY1" fmla="*/ 1198880 h 1198880"/>
              <a:gd name="csX0" fmla="*/ 0 w 152400"/>
              <a:gd name="csY0" fmla="*/ 0 h 1198880"/>
              <a:gd name="csX1" fmla="*/ 152400 w 152400"/>
              <a:gd name="csY1" fmla="*/ 1198880 h 1198880"/>
            </a:gdLst>
            <a:ahLst/>
            <a:cxnLst>
              <a:cxn ang="0">
                <a:pos x="csX0" y="csY0"/>
              </a:cxn>
              <a:cxn ang="0">
                <a:pos x="csX1" y="csY1"/>
              </a:cxn>
            </a:cxnLst>
            <a:rect l="l" t="t" r="r" b="b"/>
            <a:pathLst>
              <a:path w="152400" h="1198880">
                <a:moveTo>
                  <a:pt x="0" y="0"/>
                </a:moveTo>
                <a:cubicBezTo>
                  <a:pt x="101600" y="389467"/>
                  <a:pt x="152400" y="778933"/>
                  <a:pt x="152400" y="11988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514D32F1-CAE9-8A81-5F69-72D7B7F64D84}"/>
              </a:ext>
            </a:extLst>
          </p:cNvPr>
          <p:cNvSpPr/>
          <p:nvPr/>
        </p:nvSpPr>
        <p:spPr>
          <a:xfrm>
            <a:off x="5252720" y="3449694"/>
            <a:ext cx="1798320" cy="2501020"/>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K:</a:t>
            </a:r>
          </a:p>
        </p:txBody>
      </p:sp>
      <p:pic>
        <p:nvPicPr>
          <p:cNvPr id="28" name="Picture 27" descr="Graph chart vector icon.symbol of business. 4999434 Vector ...">
            <a:extLst>
              <a:ext uri="{FF2B5EF4-FFF2-40B4-BE49-F238E27FC236}">
                <a16:creationId xmlns:a16="http://schemas.microsoft.com/office/drawing/2014/main" id="{55F39168-C0B0-2E91-E600-6826B0F85A3D}"/>
              </a:ext>
            </a:extLst>
          </p:cNvPr>
          <p:cNvPicPr>
            <a:picLocks noChangeAspect="1"/>
          </p:cNvPicPr>
          <p:nvPr/>
        </p:nvPicPr>
        <p:blipFill>
          <a:blip r:embed="rId5"/>
          <a:srcRect l="10774" t="9612" r="9786" b="7393"/>
          <a:stretch>
            <a:fillRect/>
          </a:stretch>
        </p:blipFill>
        <p:spPr>
          <a:xfrm>
            <a:off x="5810666" y="4009623"/>
            <a:ext cx="404813" cy="354806"/>
          </a:xfrm>
          <a:prstGeom prst="rect">
            <a:avLst/>
          </a:prstGeom>
          <a:ln w="6350">
            <a:solidFill>
              <a:schemeClr val="bg1">
                <a:lumMod val="85000"/>
              </a:schemeClr>
            </a:solidFill>
          </a:ln>
        </p:spPr>
      </p:pic>
      <p:pic>
        <p:nvPicPr>
          <p:cNvPr id="30" name="Picture 29" descr="Graph chart vector icon.symbol of business. 4999434 Vector ...">
            <a:extLst>
              <a:ext uri="{FF2B5EF4-FFF2-40B4-BE49-F238E27FC236}">
                <a16:creationId xmlns:a16="http://schemas.microsoft.com/office/drawing/2014/main" id="{6E45F0BB-CC30-0C79-736A-E0F3972C58AD}"/>
              </a:ext>
            </a:extLst>
          </p:cNvPr>
          <p:cNvPicPr>
            <a:picLocks noChangeAspect="1"/>
          </p:cNvPicPr>
          <p:nvPr/>
        </p:nvPicPr>
        <p:blipFill>
          <a:blip r:embed="rId5"/>
          <a:srcRect l="10774" t="9612" r="9786" b="7393"/>
          <a:stretch>
            <a:fillRect/>
          </a:stretch>
        </p:blipFill>
        <p:spPr>
          <a:xfrm>
            <a:off x="5893593" y="411201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2" name="Picture 31" descr="Graph chart vector icon.symbol of business. 4999434 Vector ...">
            <a:extLst>
              <a:ext uri="{FF2B5EF4-FFF2-40B4-BE49-F238E27FC236}">
                <a16:creationId xmlns:a16="http://schemas.microsoft.com/office/drawing/2014/main" id="{3089C6F3-8042-0DEF-0967-45F13C136130}"/>
              </a:ext>
            </a:extLst>
          </p:cNvPr>
          <p:cNvPicPr>
            <a:picLocks noChangeAspect="1"/>
          </p:cNvPicPr>
          <p:nvPr/>
        </p:nvPicPr>
        <p:blipFill>
          <a:blip r:embed="rId5"/>
          <a:srcRect l="10774" t="9612" r="9786" b="7393"/>
          <a:stretch>
            <a:fillRect/>
          </a:stretch>
        </p:blipFill>
        <p:spPr>
          <a:xfrm>
            <a:off x="6013072" y="421441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4" name="Picture 33" descr="Graph chart vector icon.symbol of business. 4999434 Vector ...">
            <a:extLst>
              <a:ext uri="{FF2B5EF4-FFF2-40B4-BE49-F238E27FC236}">
                <a16:creationId xmlns:a16="http://schemas.microsoft.com/office/drawing/2014/main" id="{17BF105A-C994-8962-179A-27A65BCA0181}"/>
              </a:ext>
            </a:extLst>
          </p:cNvPr>
          <p:cNvPicPr>
            <a:picLocks noChangeAspect="1"/>
          </p:cNvPicPr>
          <p:nvPr/>
        </p:nvPicPr>
        <p:blipFill>
          <a:blip r:embed="rId5"/>
          <a:srcRect l="10774" t="9612" r="9786" b="7393"/>
          <a:stretch>
            <a:fillRect/>
          </a:stretch>
        </p:blipFill>
        <p:spPr>
          <a:xfrm>
            <a:off x="6116518" y="4316805"/>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36" name="TextBox 35">
            <a:extLst>
              <a:ext uri="{FF2B5EF4-FFF2-40B4-BE49-F238E27FC236}">
                <a16:creationId xmlns:a16="http://schemas.microsoft.com/office/drawing/2014/main" id="{74B71B22-A4EC-9FDF-A624-42B091722E1C}"/>
              </a:ext>
            </a:extLst>
          </p:cNvPr>
          <p:cNvSpPr txBox="1"/>
          <p:nvPr/>
        </p:nvSpPr>
        <p:spPr>
          <a:xfrm>
            <a:off x="5711847" y="4671611"/>
            <a:ext cx="924560" cy="461665"/>
          </a:xfrm>
          <a:prstGeom prst="rect">
            <a:avLst/>
          </a:prstGeom>
          <a:noFill/>
        </p:spPr>
        <p:txBody>
          <a:bodyPr wrap="square" rtlCol="0">
            <a:spAutoFit/>
          </a:bodyPr>
          <a:lstStyle/>
          <a:p>
            <a:pPr algn="ctr"/>
            <a:r>
              <a:rPr lang="en-US" sz="1200" dirty="0"/>
              <a:t>Monitoring Graphs</a:t>
            </a:r>
          </a:p>
        </p:txBody>
      </p:sp>
      <p:sp>
        <p:nvSpPr>
          <p:cNvPr id="37" name="Freeform: Shape 36">
            <a:extLst>
              <a:ext uri="{FF2B5EF4-FFF2-40B4-BE49-F238E27FC236}">
                <a16:creationId xmlns:a16="http://schemas.microsoft.com/office/drawing/2014/main" id="{39F2BAA1-A618-09BB-C150-26D4133AF55C}"/>
              </a:ext>
            </a:extLst>
          </p:cNvPr>
          <p:cNvSpPr/>
          <p:nvPr/>
        </p:nvSpPr>
        <p:spPr>
          <a:xfrm>
            <a:off x="4114800" y="2357120"/>
            <a:ext cx="1869440" cy="1503680"/>
          </a:xfrm>
          <a:custGeom>
            <a:avLst/>
            <a:gdLst>
              <a:gd name="csX0" fmla="*/ 0 w 1869440"/>
              <a:gd name="csY0" fmla="*/ 0 h 1503680"/>
              <a:gd name="csX1" fmla="*/ 1869440 w 1869440"/>
              <a:gd name="csY1" fmla="*/ 1503680 h 1503680"/>
              <a:gd name="csX0" fmla="*/ 0 w 1869440"/>
              <a:gd name="csY0" fmla="*/ 0 h 1503680"/>
              <a:gd name="csX1" fmla="*/ 1869440 w 1869440"/>
              <a:gd name="csY1" fmla="*/ 1503680 h 1503680"/>
              <a:gd name="csX0" fmla="*/ 0 w 1869440"/>
              <a:gd name="csY0" fmla="*/ 0 h 1503680"/>
              <a:gd name="csX1" fmla="*/ 1869440 w 1869440"/>
              <a:gd name="csY1" fmla="*/ 1503680 h 1503680"/>
            </a:gdLst>
            <a:ahLst/>
            <a:cxnLst>
              <a:cxn ang="0">
                <a:pos x="csX0" y="csY0"/>
              </a:cxn>
              <a:cxn ang="0">
                <a:pos x="csX1" y="csY1"/>
              </a:cxn>
            </a:cxnLst>
            <a:rect l="l" t="t" r="r" b="b"/>
            <a:pathLst>
              <a:path w="1869440" h="1503680">
                <a:moveTo>
                  <a:pt x="0" y="0"/>
                </a:moveTo>
                <a:cubicBezTo>
                  <a:pt x="765387" y="247227"/>
                  <a:pt x="1490133" y="717973"/>
                  <a:pt x="1869440" y="1503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 name="Group 37">
            <a:extLst>
              <a:ext uri="{FF2B5EF4-FFF2-40B4-BE49-F238E27FC236}">
                <a16:creationId xmlns:a16="http://schemas.microsoft.com/office/drawing/2014/main" id="{C0B45678-20C4-839C-F7BD-DF43FE42E6AB}"/>
              </a:ext>
            </a:extLst>
          </p:cNvPr>
          <p:cNvGrpSpPr/>
          <p:nvPr/>
        </p:nvGrpSpPr>
        <p:grpSpPr>
          <a:xfrm>
            <a:off x="9152768" y="5471550"/>
            <a:ext cx="1651721" cy="920177"/>
            <a:chOff x="3772331" y="3963896"/>
            <a:chExt cx="2350673" cy="1396564"/>
          </a:xfrm>
        </p:grpSpPr>
        <p:pic>
          <p:nvPicPr>
            <p:cNvPr id="39" name="Picture 38" descr="Buy GIS Software | ArcGIS Product Pricing - Esri Store">
              <a:extLst>
                <a:ext uri="{FF2B5EF4-FFF2-40B4-BE49-F238E27FC236}">
                  <a16:creationId xmlns:a16="http://schemas.microsoft.com/office/drawing/2014/main" id="{477F5A04-1CAE-2A57-8EEF-AE9846270D65}"/>
                </a:ext>
              </a:extLst>
            </p:cNvPr>
            <p:cNvPicPr>
              <a:picLocks noChangeAspect="1"/>
            </p:cNvPicPr>
            <p:nvPr/>
          </p:nvPicPr>
          <p:blipFill>
            <a:blip r:embed="rId6"/>
            <a:stretch>
              <a:fillRect/>
            </a:stretch>
          </p:blipFill>
          <p:spPr>
            <a:xfrm>
              <a:off x="4224044" y="3963896"/>
              <a:ext cx="1298155" cy="1079365"/>
            </a:xfrm>
            <a:prstGeom prst="rect">
              <a:avLst/>
            </a:prstGeom>
          </p:spPr>
        </p:pic>
        <p:sp>
          <p:nvSpPr>
            <p:cNvPr id="40" name="TextBox 39">
              <a:extLst>
                <a:ext uri="{FF2B5EF4-FFF2-40B4-BE49-F238E27FC236}">
                  <a16:creationId xmlns:a16="http://schemas.microsoft.com/office/drawing/2014/main" id="{666B4FD6-1143-C957-4B69-19E477B91617}"/>
                </a:ext>
              </a:extLst>
            </p:cNvPr>
            <p:cNvSpPr txBox="1"/>
            <p:nvPr/>
          </p:nvSpPr>
          <p:spPr>
            <a:xfrm>
              <a:off x="3772331" y="4893343"/>
              <a:ext cx="2350673" cy="467117"/>
            </a:xfrm>
            <a:prstGeom prst="rect">
              <a:avLst/>
            </a:prstGeom>
            <a:noFill/>
          </p:spPr>
          <p:txBody>
            <a:bodyPr wrap="square" rtlCol="0">
              <a:spAutoFit/>
            </a:bodyPr>
            <a:lstStyle/>
            <a:p>
              <a:pPr algn="ctr"/>
              <a:r>
                <a:rPr lang="en-US" sz="1400" dirty="0">
                  <a:solidFill>
                    <a:srgbClr val="C00000"/>
                  </a:solidFill>
                </a:rPr>
                <a:t>ArcGIS Online</a:t>
              </a:r>
            </a:p>
          </p:txBody>
        </p:sp>
      </p:grpSp>
      <p:sp>
        <p:nvSpPr>
          <p:cNvPr id="42" name="Rectangle: Rounded Corners 41">
            <a:extLst>
              <a:ext uri="{FF2B5EF4-FFF2-40B4-BE49-F238E27FC236}">
                <a16:creationId xmlns:a16="http://schemas.microsoft.com/office/drawing/2014/main" id="{5A03D5C2-AAA5-0FE4-78B9-313D8FCA1ECA}"/>
              </a:ext>
            </a:extLst>
          </p:cNvPr>
          <p:cNvSpPr/>
          <p:nvPr/>
        </p:nvSpPr>
        <p:spPr>
          <a:xfrm>
            <a:off x="8085968" y="907286"/>
            <a:ext cx="3455791" cy="5513834"/>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solidFill>
                <a:srgbClr val="C00000"/>
              </a:solidFill>
            </a:endParaRPr>
          </a:p>
        </p:txBody>
      </p:sp>
      <p:grpSp>
        <p:nvGrpSpPr>
          <p:cNvPr id="43" name="Group 42">
            <a:extLst>
              <a:ext uri="{FF2B5EF4-FFF2-40B4-BE49-F238E27FC236}">
                <a16:creationId xmlns:a16="http://schemas.microsoft.com/office/drawing/2014/main" id="{62D1297B-42AF-1C25-84B5-E3F1D4CBB988}"/>
              </a:ext>
            </a:extLst>
          </p:cNvPr>
          <p:cNvGrpSpPr/>
          <p:nvPr/>
        </p:nvGrpSpPr>
        <p:grpSpPr>
          <a:xfrm>
            <a:off x="8400134" y="4073171"/>
            <a:ext cx="1138136" cy="924792"/>
            <a:chOff x="5271956" y="5486401"/>
            <a:chExt cx="1138136" cy="924792"/>
          </a:xfrm>
        </p:grpSpPr>
        <p:pic>
          <p:nvPicPr>
            <p:cNvPr id="44" name="Picture 43" descr="A diagram of a feature layer showing point, multipoint, polyline, polygon, and multipatch as possible geometric types">
              <a:extLst>
                <a:ext uri="{FF2B5EF4-FFF2-40B4-BE49-F238E27FC236}">
                  <a16:creationId xmlns:a16="http://schemas.microsoft.com/office/drawing/2014/main" id="{93EB0EAF-9EA5-07EB-0CF8-1FDF8007D0FE}"/>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45" name="TextBox 44">
              <a:extLst>
                <a:ext uri="{FF2B5EF4-FFF2-40B4-BE49-F238E27FC236}">
                  <a16:creationId xmlns:a16="http://schemas.microsoft.com/office/drawing/2014/main" id="{DF05AF2C-7199-A219-9F9A-A0D002760E0C}"/>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46" name="Group 45">
            <a:extLst>
              <a:ext uri="{FF2B5EF4-FFF2-40B4-BE49-F238E27FC236}">
                <a16:creationId xmlns:a16="http://schemas.microsoft.com/office/drawing/2014/main" id="{5A0F04FE-0335-5927-7A13-CAC9283D90A7}"/>
              </a:ext>
            </a:extLst>
          </p:cNvPr>
          <p:cNvGrpSpPr/>
          <p:nvPr/>
        </p:nvGrpSpPr>
        <p:grpSpPr>
          <a:xfrm>
            <a:off x="8202608" y="1406787"/>
            <a:ext cx="1527240" cy="1058961"/>
            <a:chOff x="2837748" y="5352232"/>
            <a:chExt cx="1527240" cy="1058961"/>
          </a:xfrm>
        </p:grpSpPr>
        <p:pic>
          <p:nvPicPr>
            <p:cNvPr id="47" name="Picture 46" descr="ArcGIS Experience Builder and ArcGIS Web AppBuilder at Esri ...">
              <a:extLst>
                <a:ext uri="{FF2B5EF4-FFF2-40B4-BE49-F238E27FC236}">
                  <a16:creationId xmlns:a16="http://schemas.microsoft.com/office/drawing/2014/main" id="{1B44EC32-88D7-5516-A094-2649D1ED1083}"/>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48" name="TextBox 47">
              <a:extLst>
                <a:ext uri="{FF2B5EF4-FFF2-40B4-BE49-F238E27FC236}">
                  <a16:creationId xmlns:a16="http://schemas.microsoft.com/office/drawing/2014/main" id="{F4A87145-B78B-E98D-7D66-238A6A5202B2}"/>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50" name="Oval 49">
            <a:extLst>
              <a:ext uri="{FF2B5EF4-FFF2-40B4-BE49-F238E27FC236}">
                <a16:creationId xmlns:a16="http://schemas.microsoft.com/office/drawing/2014/main" id="{4A513EC2-1944-BE47-75EA-C87F79A3F993}"/>
              </a:ext>
            </a:extLst>
          </p:cNvPr>
          <p:cNvSpPr/>
          <p:nvPr/>
        </p:nvSpPr>
        <p:spPr>
          <a:xfrm>
            <a:off x="6101080" y="2291168"/>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Publish</a:t>
            </a:r>
          </a:p>
        </p:txBody>
      </p:sp>
      <p:sp>
        <p:nvSpPr>
          <p:cNvPr id="51" name="Freeform: Shape 50">
            <a:extLst>
              <a:ext uri="{FF2B5EF4-FFF2-40B4-BE49-F238E27FC236}">
                <a16:creationId xmlns:a16="http://schemas.microsoft.com/office/drawing/2014/main" id="{DDE08317-E725-E774-1406-8A0FC66BEFD8}"/>
              </a:ext>
            </a:extLst>
          </p:cNvPr>
          <p:cNvSpPr/>
          <p:nvPr/>
        </p:nvSpPr>
        <p:spPr>
          <a:xfrm>
            <a:off x="4165600" y="2682240"/>
            <a:ext cx="1788160" cy="1026160"/>
          </a:xfrm>
          <a:custGeom>
            <a:avLst/>
            <a:gdLst>
              <a:gd name="csX0" fmla="*/ 0 w 1788160"/>
              <a:gd name="csY0" fmla="*/ 1026160 h 1026160"/>
              <a:gd name="csX1" fmla="*/ 1788160 w 1788160"/>
              <a:gd name="csY1" fmla="*/ 0 h 1026160"/>
              <a:gd name="csX0" fmla="*/ 0 w 1788160"/>
              <a:gd name="csY0" fmla="*/ 1026160 h 1026160"/>
              <a:gd name="csX1" fmla="*/ 1788160 w 1788160"/>
              <a:gd name="csY1" fmla="*/ 0 h 1026160"/>
              <a:gd name="csX0" fmla="*/ 0 w 1788160"/>
              <a:gd name="csY0" fmla="*/ 1026160 h 1026160"/>
              <a:gd name="csX1" fmla="*/ 1788160 w 1788160"/>
              <a:gd name="csY1" fmla="*/ 0 h 1026160"/>
            </a:gdLst>
            <a:ahLst/>
            <a:cxnLst>
              <a:cxn ang="0">
                <a:pos x="csX0" y="csY0"/>
              </a:cxn>
              <a:cxn ang="0">
                <a:pos x="csX1" y="csY1"/>
              </a:cxn>
            </a:cxnLst>
            <a:rect l="l" t="t" r="r" b="b"/>
            <a:pathLst>
              <a:path w="1788160" h="1026160">
                <a:moveTo>
                  <a:pt x="0" y="1026160"/>
                </a:moveTo>
                <a:cubicBezTo>
                  <a:pt x="433493" y="470747"/>
                  <a:pt x="1049867" y="108373"/>
                  <a:pt x="178816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2">
            <a:extLst>
              <a:ext uri="{FF2B5EF4-FFF2-40B4-BE49-F238E27FC236}">
                <a16:creationId xmlns:a16="http://schemas.microsoft.com/office/drawing/2014/main" id="{D7E209DA-C87E-AC71-0425-6F868EEE5EF5}"/>
              </a:ext>
            </a:extLst>
          </p:cNvPr>
          <p:cNvGrpSpPr/>
          <p:nvPr/>
        </p:nvGrpSpPr>
        <p:grpSpPr>
          <a:xfrm>
            <a:off x="9854503" y="1414510"/>
            <a:ext cx="1527240" cy="1058961"/>
            <a:chOff x="2837748" y="5352232"/>
            <a:chExt cx="1527240" cy="1058961"/>
          </a:xfrm>
        </p:grpSpPr>
        <p:pic>
          <p:nvPicPr>
            <p:cNvPr id="54" name="Picture 53" descr="ArcGIS Experience Builder and ArcGIS Web AppBuilder at Esri ...">
              <a:extLst>
                <a:ext uri="{FF2B5EF4-FFF2-40B4-BE49-F238E27FC236}">
                  <a16:creationId xmlns:a16="http://schemas.microsoft.com/office/drawing/2014/main" id="{32AD8D2A-1802-B8AA-F23C-79605C8D5E5C}"/>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55" name="TextBox 54">
              <a:extLst>
                <a:ext uri="{FF2B5EF4-FFF2-40B4-BE49-F238E27FC236}">
                  <a16:creationId xmlns:a16="http://schemas.microsoft.com/office/drawing/2014/main" id="{65826D6F-84BA-215C-B54D-3EF3B19614A0}"/>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grpSp>
        <p:nvGrpSpPr>
          <p:cNvPr id="56" name="Group 55">
            <a:extLst>
              <a:ext uri="{FF2B5EF4-FFF2-40B4-BE49-F238E27FC236}">
                <a16:creationId xmlns:a16="http://schemas.microsoft.com/office/drawing/2014/main" id="{576CAC61-C781-445F-8154-F8CF7ECC6361}"/>
              </a:ext>
            </a:extLst>
          </p:cNvPr>
          <p:cNvGrpSpPr/>
          <p:nvPr/>
        </p:nvGrpSpPr>
        <p:grpSpPr>
          <a:xfrm>
            <a:off x="9978628" y="4083681"/>
            <a:ext cx="1138136" cy="924792"/>
            <a:chOff x="5271956" y="5486401"/>
            <a:chExt cx="1138136" cy="924792"/>
          </a:xfrm>
        </p:grpSpPr>
        <p:pic>
          <p:nvPicPr>
            <p:cNvPr id="57" name="Picture 56" descr="A diagram of a feature layer showing point, multipoint, polyline, polygon, and multipatch as possible geometric types">
              <a:extLst>
                <a:ext uri="{FF2B5EF4-FFF2-40B4-BE49-F238E27FC236}">
                  <a16:creationId xmlns:a16="http://schemas.microsoft.com/office/drawing/2014/main" id="{D2CF56CD-55C4-D3BA-43C1-9A33B8BF04A5}"/>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58" name="TextBox 57">
              <a:extLst>
                <a:ext uri="{FF2B5EF4-FFF2-40B4-BE49-F238E27FC236}">
                  <a16:creationId xmlns:a16="http://schemas.microsoft.com/office/drawing/2014/main" id="{F7A1937A-EE99-66B5-E876-2337D345A92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sp>
        <p:nvSpPr>
          <p:cNvPr id="60" name="Oval 59">
            <a:extLst>
              <a:ext uri="{FF2B5EF4-FFF2-40B4-BE49-F238E27FC236}">
                <a16:creationId xmlns:a16="http://schemas.microsoft.com/office/drawing/2014/main" id="{14ACEDD8-AAB0-3C46-242C-A09A36B48A87}"/>
              </a:ext>
            </a:extLst>
          </p:cNvPr>
          <p:cNvSpPr/>
          <p:nvPr/>
        </p:nvSpPr>
        <p:spPr>
          <a:xfrm>
            <a:off x="9196324" y="2950647"/>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Promote</a:t>
            </a:r>
          </a:p>
        </p:txBody>
      </p:sp>
      <p:sp>
        <p:nvSpPr>
          <p:cNvPr id="61" name="Freeform: Shape 60">
            <a:extLst>
              <a:ext uri="{FF2B5EF4-FFF2-40B4-BE49-F238E27FC236}">
                <a16:creationId xmlns:a16="http://schemas.microsoft.com/office/drawing/2014/main" id="{FABEEF94-A1A8-5489-212B-063BAED293C6}"/>
              </a:ext>
            </a:extLst>
          </p:cNvPr>
          <p:cNvSpPr/>
          <p:nvPr/>
        </p:nvSpPr>
        <p:spPr>
          <a:xfrm>
            <a:off x="7376160" y="2733040"/>
            <a:ext cx="1432560" cy="1249680"/>
          </a:xfrm>
          <a:custGeom>
            <a:avLst/>
            <a:gdLst>
              <a:gd name="csX0" fmla="*/ 0 w 1432560"/>
              <a:gd name="csY0" fmla="*/ 0 h 1249680"/>
              <a:gd name="csX1" fmla="*/ 1432560 w 1432560"/>
              <a:gd name="csY1" fmla="*/ 1249680 h 1249680"/>
              <a:gd name="csX0" fmla="*/ 0 w 1432560"/>
              <a:gd name="csY0" fmla="*/ 0 h 1249680"/>
              <a:gd name="csX1" fmla="*/ 1432560 w 1432560"/>
              <a:gd name="csY1" fmla="*/ 1249680 h 1249680"/>
              <a:gd name="csX0" fmla="*/ 0 w 1432560"/>
              <a:gd name="csY0" fmla="*/ 0 h 1249680"/>
              <a:gd name="csX1" fmla="*/ 1432560 w 1432560"/>
              <a:gd name="csY1" fmla="*/ 1249680 h 1249680"/>
            </a:gdLst>
            <a:ahLst/>
            <a:cxnLst>
              <a:cxn ang="0">
                <a:pos x="csX0" y="csY0"/>
              </a:cxn>
              <a:cxn ang="0">
                <a:pos x="csX1" y="csY1"/>
              </a:cxn>
            </a:cxnLst>
            <a:rect l="l" t="t" r="r" b="b"/>
            <a:pathLst>
              <a:path w="1432560" h="1249680">
                <a:moveTo>
                  <a:pt x="0" y="0"/>
                </a:moveTo>
                <a:cubicBezTo>
                  <a:pt x="599440" y="71120"/>
                  <a:pt x="1219200" y="538480"/>
                  <a:pt x="1432560" y="1249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eform: Shape 61">
            <a:extLst>
              <a:ext uri="{FF2B5EF4-FFF2-40B4-BE49-F238E27FC236}">
                <a16:creationId xmlns:a16="http://schemas.microsoft.com/office/drawing/2014/main" id="{7D7DD0F2-D05A-89F0-0B7C-5D6D34D2B450}"/>
              </a:ext>
            </a:extLst>
          </p:cNvPr>
          <p:cNvSpPr/>
          <p:nvPr/>
        </p:nvSpPr>
        <p:spPr>
          <a:xfrm>
            <a:off x="9154160" y="3631982"/>
            <a:ext cx="275078" cy="401538"/>
          </a:xfrm>
          <a:custGeom>
            <a:avLst/>
            <a:gdLst>
              <a:gd name="csX0" fmla="*/ 0 w 275078"/>
              <a:gd name="csY0" fmla="*/ 401538 h 401538"/>
              <a:gd name="csX1" fmla="*/ 243840 w 275078"/>
              <a:gd name="csY1" fmla="*/ 45938 h 401538"/>
              <a:gd name="csX2" fmla="*/ 264160 w 275078"/>
              <a:gd name="csY2" fmla="*/ 15458 h 401538"/>
            </a:gdLst>
            <a:ahLst/>
            <a:cxnLst>
              <a:cxn ang="0">
                <a:pos x="csX0" y="csY0"/>
              </a:cxn>
              <a:cxn ang="0">
                <a:pos x="csX1" y="csY1"/>
              </a:cxn>
              <a:cxn ang="0">
                <a:pos x="csX2" y="csY2"/>
              </a:cxn>
            </a:cxnLst>
            <a:rect l="l" t="t" r="r" b="b"/>
            <a:pathLst>
              <a:path w="275078" h="401538">
                <a:moveTo>
                  <a:pt x="0" y="401538"/>
                </a:moveTo>
                <a:lnTo>
                  <a:pt x="243840" y="45938"/>
                </a:lnTo>
                <a:cubicBezTo>
                  <a:pt x="287867" y="-18409"/>
                  <a:pt x="276013" y="-1476"/>
                  <a:pt x="264160" y="1545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Shape 63">
            <a:extLst>
              <a:ext uri="{FF2B5EF4-FFF2-40B4-BE49-F238E27FC236}">
                <a16:creationId xmlns:a16="http://schemas.microsoft.com/office/drawing/2014/main" id="{F4052419-410A-43AF-1988-E03CFBB8EBC3}"/>
              </a:ext>
            </a:extLst>
          </p:cNvPr>
          <p:cNvSpPr/>
          <p:nvPr/>
        </p:nvSpPr>
        <p:spPr>
          <a:xfrm>
            <a:off x="10254994" y="3604151"/>
            <a:ext cx="182880" cy="457200"/>
          </a:xfrm>
          <a:custGeom>
            <a:avLst/>
            <a:gdLst>
              <a:gd name="csX0" fmla="*/ 0 w 275078"/>
              <a:gd name="csY0" fmla="*/ 401538 h 401538"/>
              <a:gd name="csX1" fmla="*/ 243840 w 275078"/>
              <a:gd name="csY1" fmla="*/ 45938 h 401538"/>
              <a:gd name="csX2" fmla="*/ 264160 w 275078"/>
              <a:gd name="csY2" fmla="*/ 15458 h 401538"/>
              <a:gd name="csX0" fmla="*/ 0 w 252699"/>
              <a:gd name="csY0" fmla="*/ 359574 h 694854"/>
              <a:gd name="csX1" fmla="*/ 243840 w 252699"/>
              <a:gd name="csY1" fmla="*/ 3974 h 694854"/>
              <a:gd name="csX2" fmla="*/ 142240 w 252699"/>
              <a:gd name="csY2" fmla="*/ 694854 h 694854"/>
              <a:gd name="csX0" fmla="*/ 0 w 243840"/>
              <a:gd name="csY0" fmla="*/ 355600 h 355600"/>
              <a:gd name="csX1" fmla="*/ 243840 w 243840"/>
              <a:gd name="csY1" fmla="*/ 0 h 355600"/>
              <a:gd name="csX0" fmla="*/ 0 w 182880"/>
              <a:gd name="csY0" fmla="*/ 0 h 457200"/>
              <a:gd name="csX1" fmla="*/ 182880 w 182880"/>
              <a:gd name="csY1" fmla="*/ 457200 h 457200"/>
            </a:gdLst>
            <a:ahLst/>
            <a:cxnLst>
              <a:cxn ang="0">
                <a:pos x="csX0" y="csY0"/>
              </a:cxn>
              <a:cxn ang="0">
                <a:pos x="csX1" y="csY1"/>
              </a:cxn>
            </a:cxnLst>
            <a:rect l="l" t="t" r="r" b="b"/>
            <a:pathLst>
              <a:path w="182880" h="457200">
                <a:moveTo>
                  <a:pt x="0" y="0"/>
                </a:moveTo>
                <a:lnTo>
                  <a:pt x="182880" y="457200"/>
                </a:ln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3F159DC3-99E1-50B8-988D-00FA4C6993F2}"/>
              </a:ext>
            </a:extLst>
          </p:cNvPr>
          <p:cNvCxnSpPr/>
          <p:nvPr/>
        </p:nvCxnSpPr>
        <p:spPr>
          <a:xfrm flipV="1">
            <a:off x="8966228" y="2499360"/>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509A9814-3BA2-426F-0D48-AD4459E19F45}"/>
              </a:ext>
            </a:extLst>
          </p:cNvPr>
          <p:cNvCxnSpPr/>
          <p:nvPr/>
        </p:nvCxnSpPr>
        <p:spPr>
          <a:xfrm flipV="1">
            <a:off x="10618123" y="2574727"/>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sp>
        <p:nvSpPr>
          <p:cNvPr id="71" name="Freeform: Shape 70">
            <a:extLst>
              <a:ext uri="{FF2B5EF4-FFF2-40B4-BE49-F238E27FC236}">
                <a16:creationId xmlns:a16="http://schemas.microsoft.com/office/drawing/2014/main" id="{A18588E9-9D89-B4F5-3D34-A8CBBB4EB8CC}"/>
              </a:ext>
            </a:extLst>
          </p:cNvPr>
          <p:cNvSpPr/>
          <p:nvPr/>
        </p:nvSpPr>
        <p:spPr>
          <a:xfrm>
            <a:off x="6725920" y="2550160"/>
            <a:ext cx="2001520" cy="1483360"/>
          </a:xfrm>
          <a:custGeom>
            <a:avLst/>
            <a:gdLst>
              <a:gd name="csX0" fmla="*/ 0 w 2001520"/>
              <a:gd name="csY0" fmla="*/ 1483360 h 1483360"/>
              <a:gd name="csX1" fmla="*/ 2001520 w 2001520"/>
              <a:gd name="csY1" fmla="*/ 0 h 1483360"/>
              <a:gd name="csX0" fmla="*/ 0 w 2001520"/>
              <a:gd name="csY0" fmla="*/ 1483360 h 1483360"/>
              <a:gd name="csX1" fmla="*/ 2001520 w 2001520"/>
              <a:gd name="csY1" fmla="*/ 0 h 1483360"/>
              <a:gd name="csX0" fmla="*/ 0 w 2001520"/>
              <a:gd name="csY0" fmla="*/ 1483360 h 1483360"/>
              <a:gd name="csX1" fmla="*/ 2001520 w 2001520"/>
              <a:gd name="csY1" fmla="*/ 0 h 1483360"/>
            </a:gdLst>
            <a:ahLst/>
            <a:cxnLst>
              <a:cxn ang="0">
                <a:pos x="csX0" y="csY0"/>
              </a:cxn>
              <a:cxn ang="0">
                <a:pos x="csX1" y="csY1"/>
              </a:cxn>
            </a:cxnLst>
            <a:rect l="l" t="t" r="r" b="b"/>
            <a:pathLst>
              <a:path w="2001520" h="1483360">
                <a:moveTo>
                  <a:pt x="0" y="1483360"/>
                </a:moveTo>
                <a:cubicBezTo>
                  <a:pt x="738293" y="1060027"/>
                  <a:pt x="1852507" y="514773"/>
                  <a:pt x="200152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5C6672AD-3D6D-F3A7-EA75-4AC393EF6A30}"/>
              </a:ext>
            </a:extLst>
          </p:cNvPr>
          <p:cNvSpPr txBox="1"/>
          <p:nvPr/>
        </p:nvSpPr>
        <p:spPr>
          <a:xfrm>
            <a:off x="3829525" y="1150228"/>
            <a:ext cx="2154118" cy="553998"/>
          </a:xfrm>
          <a:prstGeom prst="rect">
            <a:avLst/>
          </a:prstGeom>
          <a:noFill/>
        </p:spPr>
        <p:txBody>
          <a:bodyPr wrap="square" rtlCol="0">
            <a:spAutoFit/>
          </a:bodyPr>
          <a:lstStyle/>
          <a:p>
            <a:r>
              <a:rPr lang="en-US" sz="1000" dirty="0">
                <a:solidFill>
                  <a:srgbClr val="C00000"/>
                </a:solidFill>
              </a:rPr>
              <a:t>Split into:</a:t>
            </a:r>
          </a:p>
          <a:p>
            <a:r>
              <a:rPr lang="en-US" sz="1000" dirty="0">
                <a:solidFill>
                  <a:srgbClr val="C00000"/>
                </a:solidFill>
              </a:rPr>
              <a:t>Process new planting data</a:t>
            </a:r>
          </a:p>
          <a:p>
            <a:r>
              <a:rPr lang="en-US" sz="1000" dirty="0">
                <a:solidFill>
                  <a:srgbClr val="C00000"/>
                </a:solidFill>
              </a:rPr>
              <a:t>Process new monitoring data</a:t>
            </a:r>
          </a:p>
        </p:txBody>
      </p:sp>
      <p:sp>
        <p:nvSpPr>
          <p:cNvPr id="73" name="Freeform: Shape 72">
            <a:extLst>
              <a:ext uri="{FF2B5EF4-FFF2-40B4-BE49-F238E27FC236}">
                <a16:creationId xmlns:a16="http://schemas.microsoft.com/office/drawing/2014/main" id="{B5045ED2-3A3E-C492-869C-E81D3CB46752}"/>
              </a:ext>
            </a:extLst>
          </p:cNvPr>
          <p:cNvSpPr/>
          <p:nvPr/>
        </p:nvSpPr>
        <p:spPr>
          <a:xfrm>
            <a:off x="7948589" y="2466650"/>
            <a:ext cx="2457729" cy="856413"/>
          </a:xfrm>
          <a:custGeom>
            <a:avLst/>
            <a:gdLst>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Lst>
            <a:ahLst/>
            <a:cxnLst>
              <a:cxn ang="0">
                <a:pos x="csX0" y="csY0"/>
              </a:cxn>
              <a:cxn ang="0">
                <a:pos x="csX1" y="csY1"/>
              </a:cxn>
              <a:cxn ang="0">
                <a:pos x="csX2" y="csY2"/>
              </a:cxn>
            </a:cxnLst>
            <a:rect l="l" t="t" r="r" b="b"/>
            <a:pathLst>
              <a:path w="2457729" h="856413">
                <a:moveTo>
                  <a:pt x="0" y="856413"/>
                </a:moveTo>
                <a:cubicBezTo>
                  <a:pt x="511097" y="499574"/>
                  <a:pt x="1178312" y="446048"/>
                  <a:pt x="1610236" y="352378"/>
                </a:cubicBezTo>
                <a:cubicBezTo>
                  <a:pt x="2028778" y="263169"/>
                  <a:pt x="2301239" y="267630"/>
                  <a:pt x="2457729"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61858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770908" y="687338"/>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560235" cy="553998"/>
          </a:xfrm>
          <a:prstGeom prst="rect">
            <a:avLst/>
          </a:prstGeom>
          <a:noFill/>
        </p:spPr>
        <p:txBody>
          <a:bodyPr wrap="square" rtlCol="0">
            <a:spAutoFit/>
          </a:bodyPr>
          <a:lstStyle/>
          <a:p>
            <a:pPr algn="ctr"/>
            <a:r>
              <a:rPr lang="en-US" dirty="0"/>
              <a:t>Planting Relationships</a:t>
            </a:r>
          </a:p>
          <a:p>
            <a:pPr algn="ctr"/>
            <a:r>
              <a:rPr lang="en-US" sz="1200" dirty="0">
                <a:solidFill>
                  <a:schemeClr val="tx1">
                    <a:lumMod val="50000"/>
                    <a:lumOff val="50000"/>
                  </a:schemeClr>
                </a:solidFill>
              </a:rPr>
              <a:t>Not captured in attributes / counts not determined</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419187" y="595471"/>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683501" y="1541077"/>
            <a:ext cx="942704"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1806954" y="554021"/>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2078618" y="1686928"/>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1804566" y="6205315"/>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2034720" y="6181256"/>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9134120" y="1134582"/>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9418851" y="1588210"/>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10118190" y="2780502"/>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10131841" y="987458"/>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10415922" y="2730876"/>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10415922" y="1134582"/>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5564752" y="5438310"/>
            <a:ext cx="3854936" cy="1354217"/>
          </a:xfrm>
          <a:prstGeom prst="rect">
            <a:avLst/>
          </a:prstGeom>
          <a:noFill/>
        </p:spPr>
        <p:txBody>
          <a:bodyPr wrap="square" rtlCol="0">
            <a:spAutoFit/>
          </a:bodyPr>
          <a:lstStyle/>
          <a:p>
            <a:r>
              <a:rPr lang="en-US" sz="1000" dirty="0">
                <a:solidFill>
                  <a:srgbClr val="C00000"/>
                </a:solidFill>
                <a:effectLst>
                  <a:glow rad="127000">
                    <a:schemeClr val="bg1"/>
                  </a:glow>
                </a:effectLst>
              </a:rPr>
              <a:t>Planting attributes in Monitoring table matching Planting table</a:t>
            </a:r>
          </a:p>
          <a:p>
            <a:pPr marL="227013"/>
            <a:r>
              <a:rPr lang="en-US" sz="900" dirty="0" err="1">
                <a:solidFill>
                  <a:srgbClr val="C00000"/>
                </a:solidFill>
                <a:effectLst>
                  <a:glow rad="127000">
                    <a:schemeClr val="bg1"/>
                  </a:glow>
                </a:effectLst>
              </a:rPr>
              <a:t>Planting_data</a:t>
            </a:r>
            <a:r>
              <a:rPr lang="en-US" sz="900" dirty="0">
                <a:solidFill>
                  <a:srgbClr val="C00000"/>
                </a:solidFill>
                <a:effectLst>
                  <a:glow rad="127000">
                    <a:schemeClr val="bg1"/>
                  </a:glow>
                </a:effectLst>
              </a:rPr>
              <a:t>:  96% matching</a:t>
            </a:r>
          </a:p>
          <a:p>
            <a:pPr marL="227013"/>
            <a:r>
              <a:rPr lang="en-US" sz="900" dirty="0" err="1">
                <a:solidFill>
                  <a:srgbClr val="C00000"/>
                </a:solidFill>
                <a:effectLst>
                  <a:glow rad="127000">
                    <a:schemeClr val="bg1"/>
                  </a:glow>
                </a:effectLst>
              </a:rPr>
              <a:t>Planting_area</a:t>
            </a:r>
            <a:r>
              <a:rPr lang="en-US" sz="900" dirty="0">
                <a:solidFill>
                  <a:srgbClr val="C00000"/>
                </a:solidFill>
                <a:effectLst>
                  <a:glow rad="127000">
                    <a:schemeClr val="bg1"/>
                  </a:glow>
                </a:effectLst>
              </a:rPr>
              <a:t>:  49% matching</a:t>
            </a:r>
          </a:p>
          <a:p>
            <a:pPr marL="227013"/>
            <a:r>
              <a:rPr lang="en-US" sz="900" dirty="0" err="1">
                <a:solidFill>
                  <a:srgbClr val="C00000"/>
                </a:solidFill>
                <a:effectLst>
                  <a:glow rad="127000">
                    <a:schemeClr val="bg1"/>
                  </a:glow>
                </a:effectLst>
              </a:rPr>
              <a:t>Number_shoots</a:t>
            </a:r>
            <a:r>
              <a:rPr lang="en-US" sz="900" dirty="0">
                <a:solidFill>
                  <a:srgbClr val="C00000"/>
                </a:solidFill>
                <a:effectLst>
                  <a:glow rad="127000">
                    <a:schemeClr val="bg1"/>
                  </a:glow>
                </a:effectLst>
              </a:rPr>
              <a:t>:  92% matching</a:t>
            </a:r>
          </a:p>
          <a:p>
            <a:pPr marL="227013"/>
            <a:r>
              <a:rPr lang="en-US" sz="900" dirty="0">
                <a:solidFill>
                  <a:srgbClr val="C00000"/>
                </a:solidFill>
                <a:effectLst>
                  <a:glow rad="127000">
                    <a:schemeClr val="bg1"/>
                  </a:glow>
                </a:effectLst>
              </a:rPr>
              <a:t>Planting method:  96% matching</a:t>
            </a:r>
          </a:p>
          <a:p>
            <a:pPr marL="227013"/>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Recalculate </a:t>
            </a:r>
            <a:r>
              <a:rPr lang="en-US" sz="900" dirty="0" err="1">
                <a:solidFill>
                  <a:srgbClr val="C00000"/>
                </a:solidFill>
                <a:effectLst>
                  <a:glow rad="127000">
                    <a:schemeClr val="bg1"/>
                  </a:glow>
                </a:effectLst>
              </a:rPr>
              <a:t>days_since_planting</a:t>
            </a:r>
            <a:r>
              <a:rPr lang="en-US" sz="900" dirty="0">
                <a:solidFill>
                  <a:srgbClr val="C00000"/>
                </a:solidFill>
                <a:effectLst>
                  <a:glow rad="127000">
                    <a:schemeClr val="bg1"/>
                  </a:glow>
                </a:effectLst>
              </a:rPr>
              <a:t> using </a:t>
            </a:r>
            <a:r>
              <a:rPr lang="en-US" sz="900" dirty="0" err="1">
                <a:solidFill>
                  <a:srgbClr val="C00000"/>
                </a:solidFill>
                <a:effectLst>
                  <a:glow rad="127000">
                    <a:schemeClr val="bg1"/>
                  </a:glow>
                </a:effectLst>
              </a:rPr>
              <a:t>planting_date</a:t>
            </a:r>
            <a:r>
              <a:rPr lang="en-US" sz="900" dirty="0">
                <a:solidFill>
                  <a:srgbClr val="C00000"/>
                </a:solidFill>
                <a:effectLst>
                  <a:glow rad="127000">
                    <a:schemeClr val="bg1"/>
                  </a:glow>
                </a:effectLst>
              </a:rPr>
              <a:t> from plantings table</a:t>
            </a:r>
          </a:p>
          <a:p>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15 monitoring records missing </a:t>
            </a:r>
            <a:r>
              <a:rPr lang="en-US" sz="900" dirty="0" err="1">
                <a:solidFill>
                  <a:srgbClr val="C00000"/>
                </a:solidFill>
                <a:effectLst>
                  <a:glow rad="127000">
                    <a:schemeClr val="bg1"/>
                  </a:glow>
                </a:effectLst>
              </a:rPr>
              <a:t>monitoring_date</a:t>
            </a:r>
            <a:endParaRPr lang="en-US" sz="1000" dirty="0">
              <a:solidFill>
                <a:srgbClr val="C00000"/>
              </a:solidFill>
              <a:effectLst>
                <a:glow rad="127000">
                  <a:schemeClr val="bg1"/>
                </a:glow>
              </a:effectLst>
            </a:endParaRPr>
          </a:p>
        </p:txBody>
      </p:sp>
      <p:sp>
        <p:nvSpPr>
          <p:cNvPr id="9" name="Rectangle 8">
            <a:extLst>
              <a:ext uri="{FF2B5EF4-FFF2-40B4-BE49-F238E27FC236}">
                <a16:creationId xmlns:a16="http://schemas.microsoft.com/office/drawing/2014/main" id="{A5262951-75D3-54D7-F16C-587B0D96528E}"/>
              </a:ext>
            </a:extLst>
          </p:cNvPr>
          <p:cNvSpPr/>
          <p:nvPr/>
        </p:nvSpPr>
        <p:spPr>
          <a:xfrm>
            <a:off x="3429450" y="514536"/>
            <a:ext cx="199176" cy="40142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5B7751-5828-852C-204C-7E2ADC0B493E}"/>
              </a:ext>
            </a:extLst>
          </p:cNvPr>
          <p:cNvSpPr/>
          <p:nvPr/>
        </p:nvSpPr>
        <p:spPr>
          <a:xfrm>
            <a:off x="3430190" y="4670866"/>
            <a:ext cx="197697" cy="10234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0A4F6E-5CE3-6859-9415-2C7D1AC78138}"/>
              </a:ext>
            </a:extLst>
          </p:cNvPr>
          <p:cNvSpPr/>
          <p:nvPr/>
        </p:nvSpPr>
        <p:spPr>
          <a:xfrm>
            <a:off x="3430190" y="5911468"/>
            <a:ext cx="197697" cy="18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4F6F454-EAF4-C564-088B-E9A22B86F933}"/>
              </a:ext>
            </a:extLst>
          </p:cNvPr>
          <p:cNvSpPr/>
          <p:nvPr/>
        </p:nvSpPr>
        <p:spPr>
          <a:xfrm>
            <a:off x="3430190" y="6196373"/>
            <a:ext cx="197697" cy="1645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7886108-BBF5-EE5F-B143-40479455CAEF}"/>
              </a:ext>
            </a:extLst>
          </p:cNvPr>
          <p:cNvSpPr txBox="1"/>
          <p:nvPr/>
        </p:nvSpPr>
        <p:spPr>
          <a:xfrm>
            <a:off x="3724498" y="1099184"/>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“present”</a:t>
            </a:r>
          </a:p>
          <a:p>
            <a:r>
              <a:rPr lang="en-US" sz="1000" dirty="0">
                <a:solidFill>
                  <a:srgbClr val="C00000"/>
                </a:solidFill>
              </a:rPr>
              <a:t>460</a:t>
            </a:r>
          </a:p>
        </p:txBody>
      </p:sp>
      <p:sp>
        <p:nvSpPr>
          <p:cNvPr id="27" name="TextBox 26">
            <a:extLst>
              <a:ext uri="{FF2B5EF4-FFF2-40B4-BE49-F238E27FC236}">
                <a16:creationId xmlns:a16="http://schemas.microsoft.com/office/drawing/2014/main" id="{38F30D4D-5801-B88A-E432-26ABB4A52312}"/>
              </a:ext>
            </a:extLst>
          </p:cNvPr>
          <p:cNvSpPr txBox="1"/>
          <p:nvPr/>
        </p:nvSpPr>
        <p:spPr>
          <a:xfrm>
            <a:off x="3749250" y="4690143"/>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“absent”</a:t>
            </a:r>
          </a:p>
          <a:p>
            <a:r>
              <a:rPr lang="en-US" sz="1000" dirty="0">
                <a:solidFill>
                  <a:srgbClr val="C00000"/>
                </a:solidFill>
              </a:rPr>
              <a:t>145</a:t>
            </a:r>
          </a:p>
        </p:txBody>
      </p:sp>
      <p:sp>
        <p:nvSpPr>
          <p:cNvPr id="29" name="TextBox 28">
            <a:extLst>
              <a:ext uri="{FF2B5EF4-FFF2-40B4-BE49-F238E27FC236}">
                <a16:creationId xmlns:a16="http://schemas.microsoft.com/office/drawing/2014/main" id="{005BCFCA-7A98-66E3-C0D6-128E224C6F79}"/>
              </a:ext>
            </a:extLst>
          </p:cNvPr>
          <p:cNvSpPr txBox="1"/>
          <p:nvPr/>
        </p:nvSpPr>
        <p:spPr>
          <a:xfrm>
            <a:off x="3783665" y="5726802"/>
            <a:ext cx="1154419" cy="369332"/>
          </a:xfrm>
          <a:prstGeom prst="rect">
            <a:avLst/>
          </a:prstGeom>
          <a:noFill/>
          <a:ln>
            <a:noFill/>
          </a:ln>
        </p:spPr>
        <p:txBody>
          <a:bodyPr wrap="square" lIns="0" rtlCol="0">
            <a:spAutoFit/>
          </a:bodyPr>
          <a:lstStyle/>
          <a:p>
            <a:r>
              <a:rPr lang="en-US" sz="800" dirty="0"/>
              <a:t>“unknown”</a:t>
            </a:r>
          </a:p>
          <a:p>
            <a:r>
              <a:rPr lang="en-US" sz="1000" dirty="0">
                <a:solidFill>
                  <a:srgbClr val="C00000"/>
                </a:solidFill>
              </a:rPr>
              <a:t>2</a:t>
            </a:r>
          </a:p>
        </p:txBody>
      </p:sp>
      <p:sp>
        <p:nvSpPr>
          <p:cNvPr id="31" name="TextBox 30">
            <a:extLst>
              <a:ext uri="{FF2B5EF4-FFF2-40B4-BE49-F238E27FC236}">
                <a16:creationId xmlns:a16="http://schemas.microsoft.com/office/drawing/2014/main" id="{6EAC998C-2B25-6D9E-A00D-B5995554F86A}"/>
              </a:ext>
            </a:extLst>
          </p:cNvPr>
          <p:cNvSpPr txBox="1"/>
          <p:nvPr/>
        </p:nvSpPr>
        <p:spPr>
          <a:xfrm>
            <a:off x="3783665" y="6128392"/>
            <a:ext cx="1154419" cy="369332"/>
          </a:xfrm>
          <a:prstGeom prst="rect">
            <a:avLst/>
          </a:prstGeom>
          <a:noFill/>
          <a:ln>
            <a:noFill/>
          </a:ln>
        </p:spPr>
        <p:txBody>
          <a:bodyPr wrap="square" lIns="0" rtlCol="0">
            <a:spAutoFit/>
          </a:bodyPr>
          <a:lstStyle/>
          <a:p>
            <a:r>
              <a:rPr lang="en-US" sz="800" dirty="0"/>
              <a:t>NA</a:t>
            </a:r>
          </a:p>
          <a:p>
            <a:r>
              <a:rPr lang="en-US" sz="1000" dirty="0">
                <a:solidFill>
                  <a:srgbClr val="C00000"/>
                </a:solidFill>
              </a:rPr>
              <a:t>19</a:t>
            </a:r>
          </a:p>
        </p:txBody>
      </p:sp>
      <p:sp>
        <p:nvSpPr>
          <p:cNvPr id="33" name="Rectangle 32">
            <a:extLst>
              <a:ext uri="{FF2B5EF4-FFF2-40B4-BE49-F238E27FC236}">
                <a16:creationId xmlns:a16="http://schemas.microsoft.com/office/drawing/2014/main" id="{4AF7FF26-9719-5BA2-E52E-6A10A196EB34}"/>
              </a:ext>
            </a:extLst>
          </p:cNvPr>
          <p:cNvSpPr/>
          <p:nvPr/>
        </p:nvSpPr>
        <p:spPr>
          <a:xfrm>
            <a:off x="4590278" y="463455"/>
            <a:ext cx="19917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28D35148-35CC-D5FF-4B68-8EB5C31C47D8}"/>
              </a:ext>
            </a:extLst>
          </p:cNvPr>
          <p:cNvSpPr/>
          <p:nvPr/>
        </p:nvSpPr>
        <p:spPr>
          <a:xfrm>
            <a:off x="4590278" y="2227356"/>
            <a:ext cx="199176"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AA82B502-7036-3CAF-64DA-63F0760A9FDB}"/>
              </a:ext>
            </a:extLst>
          </p:cNvPr>
          <p:cNvSpPr txBox="1"/>
          <p:nvPr/>
        </p:nvSpPr>
        <p:spPr>
          <a:xfrm>
            <a:off x="4875009" y="901510"/>
            <a:ext cx="1154419" cy="492443"/>
          </a:xfrm>
          <a:prstGeom prst="rect">
            <a:avLst/>
          </a:prstGeom>
          <a:noFill/>
          <a:ln>
            <a:noFill/>
          </a:ln>
        </p:spPr>
        <p:txBody>
          <a:bodyPr wrap="square" lIns="0" rtlCol="0">
            <a:spAutoFit/>
          </a:bodyPr>
          <a:lstStyle/>
          <a:p>
            <a:r>
              <a:rPr lang="en-US" sz="800" dirty="0"/>
              <a:t>Presence </a:t>
            </a:r>
          </a:p>
          <a:p>
            <a:r>
              <a:rPr lang="en-US" sz="800" dirty="0"/>
              <a:t>only</a:t>
            </a:r>
          </a:p>
          <a:p>
            <a:r>
              <a:rPr lang="en-US" sz="1000" dirty="0">
                <a:solidFill>
                  <a:srgbClr val="C00000"/>
                </a:solidFill>
              </a:rPr>
              <a:t>192</a:t>
            </a:r>
          </a:p>
        </p:txBody>
      </p:sp>
      <p:sp>
        <p:nvSpPr>
          <p:cNvPr id="39" name="TextBox 38">
            <a:extLst>
              <a:ext uri="{FF2B5EF4-FFF2-40B4-BE49-F238E27FC236}">
                <a16:creationId xmlns:a16="http://schemas.microsoft.com/office/drawing/2014/main" id="{FEFFF34C-BE3B-4DFC-78B8-6C49F07B67F2}"/>
              </a:ext>
            </a:extLst>
          </p:cNvPr>
          <p:cNvSpPr txBox="1"/>
          <p:nvPr/>
        </p:nvSpPr>
        <p:spPr>
          <a:xfrm>
            <a:off x="4903669" y="2751577"/>
            <a:ext cx="1154419" cy="369332"/>
          </a:xfrm>
          <a:prstGeom prst="rect">
            <a:avLst/>
          </a:prstGeom>
          <a:noFill/>
          <a:ln>
            <a:noFill/>
          </a:ln>
        </p:spPr>
        <p:txBody>
          <a:bodyPr wrap="square" lIns="0" rtlCol="0">
            <a:spAutoFit/>
          </a:bodyPr>
          <a:lstStyle/>
          <a:p>
            <a:r>
              <a:rPr lang="en-US" sz="800" dirty="0"/>
              <a:t>Measurements</a:t>
            </a:r>
          </a:p>
          <a:p>
            <a:r>
              <a:rPr lang="en-US" sz="1000" dirty="0">
                <a:solidFill>
                  <a:srgbClr val="C00000"/>
                </a:solidFill>
              </a:rPr>
              <a:t>268</a:t>
            </a:r>
          </a:p>
        </p:txBody>
      </p:sp>
      <p:cxnSp>
        <p:nvCxnSpPr>
          <p:cNvPr id="41" name="Straight Connector 40">
            <a:extLst>
              <a:ext uri="{FF2B5EF4-FFF2-40B4-BE49-F238E27FC236}">
                <a16:creationId xmlns:a16="http://schemas.microsoft.com/office/drawing/2014/main" id="{82722E46-3633-0B87-7688-215747FB0D30}"/>
              </a:ext>
            </a:extLst>
          </p:cNvPr>
          <p:cNvCxnSpPr/>
          <p:nvPr/>
        </p:nvCxnSpPr>
        <p:spPr>
          <a:xfrm flipV="1">
            <a:off x="803162" y="554021"/>
            <a:ext cx="823043" cy="4145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1081D90-16A3-066F-89F5-A624BCBA6F02}"/>
              </a:ext>
            </a:extLst>
          </p:cNvPr>
          <p:cNvCxnSpPr>
            <a:cxnSpLocks/>
          </p:cNvCxnSpPr>
          <p:nvPr/>
        </p:nvCxnSpPr>
        <p:spPr>
          <a:xfrm>
            <a:off x="757469" y="6088880"/>
            <a:ext cx="868736" cy="18681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1FC46CB-1903-BF8A-E272-647A74F40500}"/>
              </a:ext>
            </a:extLst>
          </p:cNvPr>
          <p:cNvCxnSpPr>
            <a:cxnSpLocks/>
          </p:cNvCxnSpPr>
          <p:nvPr/>
        </p:nvCxnSpPr>
        <p:spPr>
          <a:xfrm flipV="1">
            <a:off x="2186879" y="514536"/>
            <a:ext cx="1046158" cy="80935"/>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BBEB7C83-9B4C-908E-F5C6-A7DFB1E35BB5}"/>
              </a:ext>
            </a:extLst>
          </p:cNvPr>
          <p:cNvCxnSpPr>
            <a:cxnSpLocks/>
          </p:cNvCxnSpPr>
          <p:nvPr/>
        </p:nvCxnSpPr>
        <p:spPr>
          <a:xfrm>
            <a:off x="2072294" y="6001547"/>
            <a:ext cx="1229269" cy="359418"/>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CD9C812-DF80-9F30-46FD-C013EB70B1AF}"/>
              </a:ext>
            </a:extLst>
          </p:cNvPr>
          <p:cNvCxnSpPr>
            <a:cxnSpLocks/>
          </p:cNvCxnSpPr>
          <p:nvPr/>
        </p:nvCxnSpPr>
        <p:spPr>
          <a:xfrm flipV="1">
            <a:off x="3749250" y="463455"/>
            <a:ext cx="731832" cy="51081"/>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FC0053F-3980-BAAE-E527-E44765DEEDF6}"/>
              </a:ext>
            </a:extLst>
          </p:cNvPr>
          <p:cNvCxnSpPr>
            <a:cxnSpLocks/>
          </p:cNvCxnSpPr>
          <p:nvPr/>
        </p:nvCxnSpPr>
        <p:spPr>
          <a:xfrm>
            <a:off x="3673187" y="4528752"/>
            <a:ext cx="802876" cy="76044"/>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719ED6A-7A89-20C2-D17D-D47CAA4A7572}"/>
              </a:ext>
            </a:extLst>
          </p:cNvPr>
          <p:cNvSpPr txBox="1"/>
          <p:nvPr/>
        </p:nvSpPr>
        <p:spPr>
          <a:xfrm>
            <a:off x="683501" y="-7637"/>
            <a:ext cx="1587731" cy="369332"/>
          </a:xfrm>
          <a:prstGeom prst="rect">
            <a:avLst/>
          </a:prstGeom>
          <a:noFill/>
        </p:spPr>
        <p:txBody>
          <a:bodyPr wrap="square" rtlCol="0">
            <a:spAutoFit/>
          </a:bodyPr>
          <a:lstStyle/>
          <a:p>
            <a:pPr algn="ctr"/>
            <a:r>
              <a:rPr lang="en-US" dirty="0"/>
              <a:t>Monitoring</a:t>
            </a:r>
          </a:p>
        </p:txBody>
      </p:sp>
    </p:spTree>
    <p:extLst>
      <p:ext uri="{BB962C8B-B14F-4D97-AF65-F5344CB8AC3E}">
        <p14:creationId xmlns:p14="http://schemas.microsoft.com/office/powerpoint/2010/main" val="8428181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1332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6140142"/>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AutoNum type="arabicPeriod"/>
            </a:pPr>
            <a:r>
              <a:rPr lang="en-US" dirty="0"/>
              <a:t>Now bringing in ‘Name’ from Matrix </a:t>
            </a:r>
            <a:r>
              <a:rPr lang="en-US" sz="1600" dirty="0">
                <a:solidFill>
                  <a:schemeClr val="tx1">
                    <a:lumMod val="50000"/>
                    <a:lumOff val="50000"/>
                  </a:schemeClr>
                </a:solidFill>
              </a:rPr>
              <a:t>(requires an input table for naming when multiple </a:t>
            </a:r>
            <a:r>
              <a:rPr lang="en-US" sz="1600" dirty="0" err="1">
                <a:solidFill>
                  <a:schemeClr val="tx1">
                    <a:lumMod val="50000"/>
                    <a:lumOff val="50000"/>
                  </a:schemeClr>
                </a:solidFill>
              </a:rPr>
              <a:t>gps</a:t>
            </a:r>
            <a:r>
              <a:rPr lang="en-US" sz="1600" dirty="0">
                <a:solidFill>
                  <a:schemeClr val="tx1">
                    <a:lumMod val="50000"/>
                    <a:lumOff val="50000"/>
                  </a:schemeClr>
                </a:solidFill>
              </a:rPr>
              <a:t>-pt-names)</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Does the ‘</a:t>
            </a:r>
            <a:r>
              <a:rPr lang="en-US" dirty="0" err="1"/>
              <a:t>monitoring_collection_points</a:t>
            </a:r>
            <a:r>
              <a:rPr lang="en-US" dirty="0"/>
              <a:t>’ layer make sense?</a:t>
            </a:r>
          </a:p>
          <a:p>
            <a:pPr marL="342900" indent="-342900">
              <a:spcAft>
                <a:spcPts val="300"/>
              </a:spcAft>
              <a:buAutoNum type="arabicPeriod"/>
            </a:pPr>
            <a:r>
              <a:rPr lang="en-US" dirty="0"/>
              <a:t>Use of dev &amp; prod</a:t>
            </a:r>
          </a:p>
          <a:p>
            <a:pPr marL="342900" indent="-342900">
              <a:spcAft>
                <a:spcPts val="300"/>
              </a:spcAft>
              <a:buAutoNum type="arabicPeriod"/>
            </a:pPr>
            <a:endParaRPr lang="en-US" dirty="0"/>
          </a:p>
          <a:p>
            <a:pPr>
              <a:spcAft>
                <a:spcPts val="300"/>
              </a:spcAft>
            </a:pPr>
            <a:endParaRPr lang="en-US" dirty="0"/>
          </a:p>
          <a:p>
            <a:pPr>
              <a:spcAft>
                <a:spcPts val="600"/>
              </a:spcAft>
            </a:pPr>
            <a:r>
              <a:rPr lang="en-US" dirty="0"/>
              <a:t>Identified data gaps</a:t>
            </a:r>
          </a:p>
          <a:p>
            <a:pPr>
              <a:spcAft>
                <a:spcPts val="300"/>
              </a:spcAft>
            </a:pPr>
            <a:r>
              <a:rPr lang="en-US" dirty="0"/>
              <a:t>Planting table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13 planting locations have no coordinates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11 planting locations with multiple elevations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Line plantings “DEL” extends onto land.</a:t>
            </a:r>
          </a:p>
          <a:p>
            <a:pPr>
              <a:spcAft>
                <a:spcPts val="300"/>
              </a:spcAft>
            </a:pPr>
            <a:endParaRPr lang="en-US" dirty="0"/>
          </a:p>
          <a:p>
            <a:pPr>
              <a:spcAft>
                <a:spcPts val="300"/>
              </a:spcAft>
            </a:pPr>
            <a:r>
              <a:rPr lang="en-US" dirty="0"/>
              <a:t>Monitoring</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Three monitoring records not linked to plantings (no matching name)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15 records missing monitoring date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21 records no monitoring data </a:t>
            </a:r>
            <a:r>
              <a:rPr lang="en-US" sz="1200" dirty="0">
                <a:solidFill>
                  <a:schemeClr val="tx1">
                    <a:lumMod val="50000"/>
                    <a:lumOff val="50000"/>
                  </a:schemeClr>
                </a:solidFill>
              </a:rPr>
              <a:t>(19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=NA;   2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=“unknown”)</a:t>
            </a:r>
            <a:endParaRPr lang="en-US" sz="1600" dirty="0">
              <a:solidFill>
                <a:schemeClr val="tx1">
                  <a:lumMod val="50000"/>
                  <a:lumOff val="50000"/>
                </a:schemeClr>
              </a:solidFill>
            </a:endParaRPr>
          </a:p>
        </p:txBody>
      </p:sp>
    </p:spTree>
    <p:extLst>
      <p:ext uri="{BB962C8B-B14F-4D97-AF65-F5344CB8AC3E}">
        <p14:creationId xmlns:p14="http://schemas.microsoft.com/office/powerpoint/2010/main" val="26020053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C73802-B080-0FBF-353D-5E56B5DD43AC}"/>
              </a:ext>
            </a:extLst>
          </p:cNvPr>
          <p:cNvSpPr txBox="1"/>
          <p:nvPr/>
        </p:nvSpPr>
        <p:spPr>
          <a:xfrm>
            <a:off x="977774" y="75144"/>
            <a:ext cx="3974473" cy="461665"/>
          </a:xfrm>
          <a:prstGeom prst="rect">
            <a:avLst/>
          </a:prstGeom>
          <a:noFill/>
        </p:spPr>
        <p:txBody>
          <a:bodyPr wrap="square" rtlCol="0">
            <a:spAutoFit/>
          </a:bodyPr>
          <a:lstStyle/>
          <a:p>
            <a:pPr algn="ctr"/>
            <a:r>
              <a:rPr lang="en-US" sz="2400" dirty="0"/>
              <a:t>BESE plantings</a:t>
            </a:r>
          </a:p>
        </p:txBody>
      </p:sp>
      <p:sp>
        <p:nvSpPr>
          <p:cNvPr id="4" name="TextBox 3">
            <a:extLst>
              <a:ext uri="{FF2B5EF4-FFF2-40B4-BE49-F238E27FC236}">
                <a16:creationId xmlns:a16="http://schemas.microsoft.com/office/drawing/2014/main" id="{6581EAAB-F382-E4EA-A424-5EE276404A14}"/>
              </a:ext>
            </a:extLst>
          </p:cNvPr>
          <p:cNvSpPr txBox="1"/>
          <p:nvPr/>
        </p:nvSpPr>
        <p:spPr>
          <a:xfrm>
            <a:off x="5525630" y="167478"/>
            <a:ext cx="5139443" cy="276999"/>
          </a:xfrm>
          <a:prstGeom prst="rect">
            <a:avLst/>
          </a:prstGeom>
          <a:noFill/>
        </p:spPr>
        <p:txBody>
          <a:bodyPr wrap="square">
            <a:spAutoFit/>
          </a:bodyPr>
          <a:lstStyle/>
          <a:p>
            <a:r>
              <a:rPr lang="en-US" sz="1200" dirty="0">
                <a:solidFill>
                  <a:srgbClr val="C00000"/>
                </a:solidFill>
              </a:rPr>
              <a:t>Meeting notes:  “Dumas donor source successful. Dupont Wharf failed”</a:t>
            </a:r>
            <a:endParaRPr lang="en-US" sz="1200" dirty="0"/>
          </a:p>
        </p:txBody>
      </p:sp>
      <p:pic>
        <p:nvPicPr>
          <p:cNvPr id="8" name="Picture 7">
            <a:extLst>
              <a:ext uri="{FF2B5EF4-FFF2-40B4-BE49-F238E27FC236}">
                <a16:creationId xmlns:a16="http://schemas.microsoft.com/office/drawing/2014/main" id="{0233E335-C450-397E-1EF8-257E0D5578BA}"/>
              </a:ext>
            </a:extLst>
          </p:cNvPr>
          <p:cNvPicPr>
            <a:picLocks noChangeAspect="1"/>
          </p:cNvPicPr>
          <p:nvPr/>
        </p:nvPicPr>
        <p:blipFill>
          <a:blip r:embed="rId2"/>
          <a:stretch>
            <a:fillRect/>
          </a:stretch>
        </p:blipFill>
        <p:spPr>
          <a:xfrm>
            <a:off x="1996655" y="1334893"/>
            <a:ext cx="6688004" cy="5355629"/>
          </a:xfrm>
          <a:prstGeom prst="rect">
            <a:avLst/>
          </a:prstGeom>
        </p:spPr>
      </p:pic>
      <p:sp>
        <p:nvSpPr>
          <p:cNvPr id="9" name="Left Bracket 8">
            <a:extLst>
              <a:ext uri="{FF2B5EF4-FFF2-40B4-BE49-F238E27FC236}">
                <a16:creationId xmlns:a16="http://schemas.microsoft.com/office/drawing/2014/main" id="{7757D6B0-BBBC-E29A-89F7-1A4D8D243D9B}"/>
              </a:ext>
            </a:extLst>
          </p:cNvPr>
          <p:cNvSpPr/>
          <p:nvPr/>
        </p:nvSpPr>
        <p:spPr>
          <a:xfrm rot="5400000">
            <a:off x="4995600" y="-1574981"/>
            <a:ext cx="123080" cy="5512003"/>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52E4C49-53BC-6DA4-B396-1AE81EFA0AF4}"/>
              </a:ext>
            </a:extLst>
          </p:cNvPr>
          <p:cNvSpPr txBox="1"/>
          <p:nvPr/>
        </p:nvSpPr>
        <p:spPr>
          <a:xfrm>
            <a:off x="4602176" y="843517"/>
            <a:ext cx="1846907" cy="276999"/>
          </a:xfrm>
          <a:prstGeom prst="rect">
            <a:avLst/>
          </a:prstGeom>
          <a:noFill/>
        </p:spPr>
        <p:txBody>
          <a:bodyPr wrap="square" rtlCol="0">
            <a:spAutoFit/>
          </a:bodyPr>
          <a:lstStyle/>
          <a:p>
            <a:r>
              <a:rPr lang="en-US" sz="1200" dirty="0">
                <a:solidFill>
                  <a:srgbClr val="C00000"/>
                </a:solidFill>
              </a:rPr>
              <a:t>BESE plantings</a:t>
            </a:r>
          </a:p>
        </p:txBody>
      </p:sp>
      <p:sp>
        <p:nvSpPr>
          <p:cNvPr id="12" name="Left Bracket 11">
            <a:extLst>
              <a:ext uri="{FF2B5EF4-FFF2-40B4-BE49-F238E27FC236}">
                <a16:creationId xmlns:a16="http://schemas.microsoft.com/office/drawing/2014/main" id="{AE270AF1-D12B-B4F1-1B61-F4CDF30A6D30}"/>
              </a:ext>
            </a:extLst>
          </p:cNvPr>
          <p:cNvSpPr/>
          <p:nvPr/>
        </p:nvSpPr>
        <p:spPr>
          <a:xfrm rot="5400000">
            <a:off x="8144694" y="901009"/>
            <a:ext cx="123081" cy="608044"/>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5DD9AE69-8C1D-6DB4-E4C6-C537180F2703}"/>
              </a:ext>
            </a:extLst>
          </p:cNvPr>
          <p:cNvSpPr txBox="1"/>
          <p:nvPr/>
        </p:nvSpPr>
        <p:spPr>
          <a:xfrm>
            <a:off x="7902212" y="647664"/>
            <a:ext cx="1846907" cy="461665"/>
          </a:xfrm>
          <a:prstGeom prst="rect">
            <a:avLst/>
          </a:prstGeom>
          <a:noFill/>
        </p:spPr>
        <p:txBody>
          <a:bodyPr wrap="square" rtlCol="0">
            <a:spAutoFit/>
          </a:bodyPr>
          <a:lstStyle/>
          <a:p>
            <a:r>
              <a:rPr lang="en-US" sz="1200" dirty="0">
                <a:solidFill>
                  <a:srgbClr val="C00000"/>
                </a:solidFill>
              </a:rPr>
              <a:t>Count of monitoring records</a:t>
            </a:r>
          </a:p>
        </p:txBody>
      </p:sp>
      <p:cxnSp>
        <p:nvCxnSpPr>
          <p:cNvPr id="16" name="Straight Connector 15">
            <a:extLst>
              <a:ext uri="{FF2B5EF4-FFF2-40B4-BE49-F238E27FC236}">
                <a16:creationId xmlns:a16="http://schemas.microsoft.com/office/drawing/2014/main" id="{8DF0528C-1446-E67C-54FB-E7E72D6E529A}"/>
              </a:ext>
            </a:extLst>
          </p:cNvPr>
          <p:cNvCxnSpPr/>
          <p:nvPr/>
        </p:nvCxnSpPr>
        <p:spPr>
          <a:xfrm>
            <a:off x="1602463" y="4012707"/>
            <a:ext cx="8664167" cy="0"/>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7" name="Right Bracket 16">
            <a:extLst>
              <a:ext uri="{FF2B5EF4-FFF2-40B4-BE49-F238E27FC236}">
                <a16:creationId xmlns:a16="http://schemas.microsoft.com/office/drawing/2014/main" id="{43B54AA1-DD4A-1C18-3E1D-1A2A65383BBC}"/>
              </a:ext>
            </a:extLst>
          </p:cNvPr>
          <p:cNvSpPr/>
          <p:nvPr/>
        </p:nvSpPr>
        <p:spPr>
          <a:xfrm>
            <a:off x="8825665" y="1492024"/>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B2ACA2C6-B3E5-73FB-A972-9AD3A6205500}"/>
              </a:ext>
            </a:extLst>
          </p:cNvPr>
          <p:cNvSpPr/>
          <p:nvPr/>
        </p:nvSpPr>
        <p:spPr>
          <a:xfrm>
            <a:off x="8876191" y="4105040"/>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20B5028-1297-670A-69B8-DB3549547B65}"/>
              </a:ext>
            </a:extLst>
          </p:cNvPr>
          <p:cNvSpPr txBox="1"/>
          <p:nvPr/>
        </p:nvSpPr>
        <p:spPr>
          <a:xfrm>
            <a:off x="8977243" y="2258302"/>
            <a:ext cx="1846907" cy="276999"/>
          </a:xfrm>
          <a:prstGeom prst="rect">
            <a:avLst/>
          </a:prstGeom>
          <a:noFill/>
        </p:spPr>
        <p:txBody>
          <a:bodyPr wrap="square" rtlCol="0">
            <a:spAutoFit/>
          </a:bodyPr>
          <a:lstStyle/>
          <a:p>
            <a:r>
              <a:rPr lang="en-US" sz="1200" dirty="0">
                <a:solidFill>
                  <a:srgbClr val="C00000"/>
                </a:solidFill>
              </a:rPr>
              <a:t>Dupont Wharf donor site</a:t>
            </a:r>
          </a:p>
        </p:txBody>
      </p:sp>
      <p:sp>
        <p:nvSpPr>
          <p:cNvPr id="23" name="TextBox 22">
            <a:extLst>
              <a:ext uri="{FF2B5EF4-FFF2-40B4-BE49-F238E27FC236}">
                <a16:creationId xmlns:a16="http://schemas.microsoft.com/office/drawing/2014/main" id="{E5994538-B0F6-DBBD-5AC9-CA9F1FFEF14F}"/>
              </a:ext>
            </a:extLst>
          </p:cNvPr>
          <p:cNvSpPr txBox="1"/>
          <p:nvPr/>
        </p:nvSpPr>
        <p:spPr>
          <a:xfrm>
            <a:off x="9078851" y="4924695"/>
            <a:ext cx="1846907" cy="276999"/>
          </a:xfrm>
          <a:prstGeom prst="rect">
            <a:avLst/>
          </a:prstGeom>
          <a:noFill/>
        </p:spPr>
        <p:txBody>
          <a:bodyPr wrap="square" rtlCol="0">
            <a:spAutoFit/>
          </a:bodyPr>
          <a:lstStyle/>
          <a:p>
            <a:r>
              <a:rPr lang="en-US" sz="1200" dirty="0">
                <a:solidFill>
                  <a:srgbClr val="C00000"/>
                </a:solidFill>
              </a:rPr>
              <a:t>Dumas Bay donor site</a:t>
            </a:r>
          </a:p>
        </p:txBody>
      </p:sp>
      <p:sp>
        <p:nvSpPr>
          <p:cNvPr id="3" name="TextBox 2">
            <a:extLst>
              <a:ext uri="{FF2B5EF4-FFF2-40B4-BE49-F238E27FC236}">
                <a16:creationId xmlns:a16="http://schemas.microsoft.com/office/drawing/2014/main" id="{EE2B35F7-B0FD-9449-D8FB-7A3A85E6FA90}"/>
              </a:ext>
            </a:extLst>
          </p:cNvPr>
          <p:cNvSpPr txBox="1"/>
          <p:nvPr/>
        </p:nvSpPr>
        <p:spPr>
          <a:xfrm>
            <a:off x="9711320" y="5490114"/>
            <a:ext cx="2428875" cy="276999"/>
          </a:xfrm>
          <a:prstGeom prst="rect">
            <a:avLst/>
          </a:prstGeom>
          <a:noFill/>
        </p:spPr>
        <p:txBody>
          <a:bodyPr wrap="square" rtlCol="0">
            <a:spAutoFit/>
          </a:bodyPr>
          <a:lstStyle/>
          <a:p>
            <a:r>
              <a:rPr lang="en-US" sz="1200" i="1" dirty="0">
                <a:solidFill>
                  <a:srgbClr val="C00000"/>
                </a:solidFill>
              </a:rPr>
              <a:t>Notes:  “setup was incorrect”</a:t>
            </a:r>
          </a:p>
        </p:txBody>
      </p:sp>
    </p:spTree>
    <p:extLst>
      <p:ext uri="{BB962C8B-B14F-4D97-AF65-F5344CB8AC3E}">
        <p14:creationId xmlns:p14="http://schemas.microsoft.com/office/powerpoint/2010/main" val="7068071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ACDEF8-ED42-753D-498A-8EEB889BD38A}"/>
              </a:ext>
            </a:extLst>
          </p:cNvPr>
          <p:cNvPicPr>
            <a:picLocks noChangeAspect="1"/>
          </p:cNvPicPr>
          <p:nvPr/>
        </p:nvPicPr>
        <p:blipFill>
          <a:blip r:embed="rId2"/>
          <a:stretch>
            <a:fillRect/>
          </a:stretch>
        </p:blipFill>
        <p:spPr>
          <a:xfrm>
            <a:off x="1403520" y="2374289"/>
            <a:ext cx="7394969" cy="3303700"/>
          </a:xfrm>
          <a:prstGeom prst="rect">
            <a:avLst/>
          </a:prstGeom>
        </p:spPr>
      </p:pic>
      <p:sp>
        <p:nvSpPr>
          <p:cNvPr id="7" name="TextBox 6">
            <a:extLst>
              <a:ext uri="{FF2B5EF4-FFF2-40B4-BE49-F238E27FC236}">
                <a16:creationId xmlns:a16="http://schemas.microsoft.com/office/drawing/2014/main" id="{9B7FE3BB-59BC-FA06-5268-2B17B5A167D3}"/>
              </a:ext>
            </a:extLst>
          </p:cNvPr>
          <p:cNvSpPr txBox="1"/>
          <p:nvPr/>
        </p:nvSpPr>
        <p:spPr>
          <a:xfrm>
            <a:off x="977774" y="75144"/>
            <a:ext cx="3974473" cy="461665"/>
          </a:xfrm>
          <a:prstGeom prst="rect">
            <a:avLst/>
          </a:prstGeom>
          <a:noFill/>
        </p:spPr>
        <p:txBody>
          <a:bodyPr wrap="square" rtlCol="0">
            <a:spAutoFit/>
          </a:bodyPr>
          <a:lstStyle/>
          <a:p>
            <a:pPr algn="ctr"/>
            <a:r>
              <a:rPr lang="en-US" sz="2400" dirty="0"/>
              <a:t>Grid (“methods”) plantings</a:t>
            </a:r>
          </a:p>
        </p:txBody>
      </p:sp>
      <p:sp>
        <p:nvSpPr>
          <p:cNvPr id="2" name="TextBox 1">
            <a:extLst>
              <a:ext uri="{FF2B5EF4-FFF2-40B4-BE49-F238E27FC236}">
                <a16:creationId xmlns:a16="http://schemas.microsoft.com/office/drawing/2014/main" id="{71183430-16FA-53E2-02EA-677AC5AD0FEA}"/>
              </a:ext>
            </a:extLst>
          </p:cNvPr>
          <p:cNvSpPr txBox="1"/>
          <p:nvPr/>
        </p:nvSpPr>
        <p:spPr>
          <a:xfrm>
            <a:off x="9039497" y="1349829"/>
            <a:ext cx="2281646" cy="523220"/>
          </a:xfrm>
          <a:prstGeom prst="rect">
            <a:avLst/>
          </a:prstGeom>
          <a:noFill/>
        </p:spPr>
        <p:txBody>
          <a:bodyPr wrap="square" rtlCol="0">
            <a:spAutoFit/>
          </a:bodyPr>
          <a:lstStyle/>
          <a:p>
            <a:r>
              <a:rPr lang="en-US" sz="1400" dirty="0">
                <a:solidFill>
                  <a:srgbClr val="C00000"/>
                </a:solidFill>
              </a:rPr>
              <a:t>count of monitoring records</a:t>
            </a:r>
          </a:p>
        </p:txBody>
      </p:sp>
      <p:sp>
        <p:nvSpPr>
          <p:cNvPr id="4" name="Freeform 3">
            <a:extLst>
              <a:ext uri="{FF2B5EF4-FFF2-40B4-BE49-F238E27FC236}">
                <a16:creationId xmlns:a16="http://schemas.microsoft.com/office/drawing/2014/main" id="{7731CF46-8193-96DC-215C-16C373F46B8A}"/>
              </a:ext>
            </a:extLst>
          </p:cNvPr>
          <p:cNvSpPr/>
          <p:nvPr/>
        </p:nvSpPr>
        <p:spPr>
          <a:xfrm>
            <a:off x="8168640" y="1593669"/>
            <a:ext cx="844731" cy="705394"/>
          </a:xfrm>
          <a:custGeom>
            <a:avLst/>
            <a:gdLst>
              <a:gd name="csX0" fmla="*/ 844731 w 844731"/>
              <a:gd name="csY0" fmla="*/ 0 h 705394"/>
              <a:gd name="csX1" fmla="*/ 0 w 844731"/>
              <a:gd name="csY1" fmla="*/ 705394 h 705394"/>
              <a:gd name="csX0" fmla="*/ 844731 w 844731"/>
              <a:gd name="csY0" fmla="*/ 0 h 705394"/>
              <a:gd name="csX1" fmla="*/ 0 w 844731"/>
              <a:gd name="csY1" fmla="*/ 705394 h 705394"/>
              <a:gd name="csX0" fmla="*/ 844731 w 844731"/>
              <a:gd name="csY0" fmla="*/ 0 h 705394"/>
              <a:gd name="csX1" fmla="*/ 0 w 844731"/>
              <a:gd name="csY1" fmla="*/ 705394 h 705394"/>
            </a:gdLst>
            <a:ahLst/>
            <a:cxnLst>
              <a:cxn ang="0">
                <a:pos x="csX0" y="csY0"/>
              </a:cxn>
              <a:cxn ang="0">
                <a:pos x="csX1" y="csY1"/>
              </a:cxn>
            </a:cxnLst>
            <a:rect l="l" t="t" r="r" b="b"/>
            <a:pathLst>
              <a:path w="844731" h="705394">
                <a:moveTo>
                  <a:pt x="844731" y="0"/>
                </a:moveTo>
                <a:cubicBezTo>
                  <a:pt x="493486" y="26125"/>
                  <a:pt x="11612" y="365760"/>
                  <a:pt x="0" y="705394"/>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34006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0BB06B-361F-2ADD-4CCA-675D13D36C4C}"/>
              </a:ext>
            </a:extLst>
          </p:cNvPr>
          <p:cNvSpPr txBox="1"/>
          <p:nvPr/>
        </p:nvSpPr>
        <p:spPr>
          <a:xfrm>
            <a:off x="1249680" y="1127760"/>
            <a:ext cx="10200640" cy="830997"/>
          </a:xfrm>
          <a:prstGeom prst="rect">
            <a:avLst/>
          </a:prstGeom>
          <a:noFill/>
        </p:spPr>
        <p:txBody>
          <a:bodyPr wrap="square" rtlCol="0">
            <a:spAutoFit/>
          </a:bodyPr>
          <a:lstStyle/>
          <a:p>
            <a:r>
              <a:rPr lang="en-US" dirty="0"/>
              <a:t>Example of use of logger:</a:t>
            </a:r>
          </a:p>
          <a:p>
            <a:r>
              <a:rPr lang="en-US" sz="1000" dirty="0">
                <a:hlinkClick r:id="rId2"/>
              </a:rPr>
              <a: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a:t>
            </a:r>
            <a:endParaRPr lang="en-US" sz="1000" dirty="0"/>
          </a:p>
        </p:txBody>
      </p:sp>
      <p:sp>
        <p:nvSpPr>
          <p:cNvPr id="4" name="TextBox 3">
            <a:extLst>
              <a:ext uri="{FF2B5EF4-FFF2-40B4-BE49-F238E27FC236}">
                <a16:creationId xmlns:a16="http://schemas.microsoft.com/office/drawing/2014/main" id="{25406E1A-1E02-0924-D5F1-A5ABCA6A0D5F}"/>
              </a:ext>
            </a:extLst>
          </p:cNvPr>
          <p:cNvSpPr txBox="1"/>
          <p:nvPr/>
        </p:nvSpPr>
        <p:spPr>
          <a:xfrm>
            <a:off x="1127760" y="2598003"/>
            <a:ext cx="10200640" cy="523220"/>
          </a:xfrm>
          <a:prstGeom prst="rect">
            <a:avLst/>
          </a:prstGeom>
          <a:noFill/>
        </p:spPr>
        <p:txBody>
          <a:bodyPr wrap="square" rtlCol="0">
            <a:spAutoFit/>
          </a:bodyPr>
          <a:lstStyle/>
          <a:p>
            <a:r>
              <a:rPr lang="en-US" dirty="0"/>
              <a:t>Argument for distributing log statements throughout nested functions:</a:t>
            </a:r>
          </a:p>
          <a:p>
            <a:r>
              <a:rPr lang="en-US" sz="1000" dirty="0">
                <a:hlinkClick r:id="rId3"/>
              </a:rPr>
              <a:t>Using logger package in r for logging. Have a main that orchestrates calling functions. Should logging statements be distributed through all functions or just in main? - Google Search</a:t>
            </a:r>
            <a:endParaRPr lang="en-US" sz="1000" dirty="0"/>
          </a:p>
        </p:txBody>
      </p:sp>
      <p:sp>
        <p:nvSpPr>
          <p:cNvPr id="8" name="TextBox 7">
            <a:extLst>
              <a:ext uri="{FF2B5EF4-FFF2-40B4-BE49-F238E27FC236}">
                <a16:creationId xmlns:a16="http://schemas.microsoft.com/office/drawing/2014/main" id="{19182D2D-4497-1120-3D74-59013BE2D11A}"/>
              </a:ext>
            </a:extLst>
          </p:cNvPr>
          <p:cNvSpPr txBox="1"/>
          <p:nvPr/>
        </p:nvSpPr>
        <p:spPr>
          <a:xfrm>
            <a:off x="1249680" y="3760469"/>
            <a:ext cx="10200640" cy="523220"/>
          </a:xfrm>
          <a:prstGeom prst="rect">
            <a:avLst/>
          </a:prstGeom>
          <a:noFill/>
        </p:spPr>
        <p:txBody>
          <a:bodyPr wrap="square" rtlCol="0">
            <a:spAutoFit/>
          </a:bodyPr>
          <a:lstStyle/>
          <a:p>
            <a:r>
              <a:rPr lang="en-US" dirty="0"/>
              <a:t>Sending logs to file and console:</a:t>
            </a:r>
          </a:p>
          <a:p>
            <a:r>
              <a:rPr lang="en-US" sz="1000" dirty="0">
                <a:hlinkClick r:id="rId4"/>
              </a:rPr>
              <a:t>when using the logger package in r for logging to file, is it still possible to send messages to the console to notify the user immediately - Google Search</a:t>
            </a:r>
            <a:endParaRPr lang="en-US" sz="1000" dirty="0"/>
          </a:p>
        </p:txBody>
      </p:sp>
      <p:sp>
        <p:nvSpPr>
          <p:cNvPr id="10" name="TextBox 9">
            <a:extLst>
              <a:ext uri="{FF2B5EF4-FFF2-40B4-BE49-F238E27FC236}">
                <a16:creationId xmlns:a16="http://schemas.microsoft.com/office/drawing/2014/main" id="{6CBFFF80-99EE-E244-18A1-8EDF260F0B22}"/>
              </a:ext>
            </a:extLst>
          </p:cNvPr>
          <p:cNvSpPr txBox="1"/>
          <p:nvPr/>
        </p:nvSpPr>
        <p:spPr>
          <a:xfrm>
            <a:off x="863600" y="4922935"/>
            <a:ext cx="6096000" cy="369332"/>
          </a:xfrm>
          <a:prstGeom prst="rect">
            <a:avLst/>
          </a:prstGeom>
          <a:noFill/>
        </p:spPr>
        <p:txBody>
          <a:bodyPr wrap="square">
            <a:spAutoFit/>
          </a:bodyPr>
          <a:lstStyle/>
          <a:p>
            <a:r>
              <a:rPr lang="en-US" dirty="0" err="1">
                <a:hlinkClick r:id="rId5"/>
              </a:rPr>
              <a:t>dir.exists</a:t>
            </a:r>
            <a:r>
              <a:rPr lang="en-US" dirty="0">
                <a:hlinkClick r:id="rId5"/>
              </a:rPr>
              <a:t> function - </a:t>
            </a:r>
            <a:r>
              <a:rPr lang="en-US" dirty="0" err="1">
                <a:hlinkClick r:id="rId5"/>
              </a:rPr>
              <a:t>RDocumentation</a:t>
            </a:r>
            <a:endParaRPr lang="en-US" dirty="0"/>
          </a:p>
        </p:txBody>
      </p:sp>
    </p:spTree>
    <p:extLst>
      <p:ext uri="{BB962C8B-B14F-4D97-AF65-F5344CB8AC3E}">
        <p14:creationId xmlns:p14="http://schemas.microsoft.com/office/powerpoint/2010/main" val="38139115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2031325"/>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Process data (?) &amp; </a:t>
            </a:r>
            <a:r>
              <a:rPr lang="en-US"/>
              <a:t>make graphs</a:t>
            </a:r>
            <a:endParaRPr lang="en-US" dirty="0"/>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a:p>
            <a:r>
              <a:rPr lang="en-US" dirty="0"/>
              <a:t>Separate dev and prod?</a:t>
            </a:r>
          </a:p>
        </p:txBody>
      </p:sp>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698EFE2D-073F-B87E-57DD-F720CB3BC68D}"/>
                  </a:ext>
                </a:extLst>
              </p14:cNvPr>
              <p14:cNvContentPartPr/>
              <p14:nvPr/>
            </p14:nvContentPartPr>
            <p14:xfrm>
              <a:off x="1072543" y="3724330"/>
              <a:ext cx="1251360" cy="502560"/>
            </p14:xfrm>
          </p:contentPart>
        </mc:Choice>
        <mc:Fallback xmlns="">
          <p:pic>
            <p:nvPicPr>
              <p:cNvPr id="14" name="Ink 13">
                <a:extLst>
                  <a:ext uri="{FF2B5EF4-FFF2-40B4-BE49-F238E27FC236}">
                    <a16:creationId xmlns:a16="http://schemas.microsoft.com/office/drawing/2014/main" id="{698EFE2D-073F-B87E-57DD-F720CB3BC68D}"/>
                  </a:ext>
                </a:extLst>
              </p:cNvPr>
              <p:cNvPicPr/>
              <p:nvPr/>
            </p:nvPicPr>
            <p:blipFill>
              <a:blip r:embed="rId3"/>
              <a:stretch>
                <a:fillRect/>
              </a:stretch>
            </p:blipFill>
            <p:spPr>
              <a:xfrm>
                <a:off x="1061743" y="3713890"/>
                <a:ext cx="1272600" cy="5238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7E645682-5D9E-3592-4B4C-CA5CD53CE24E}"/>
                  </a:ext>
                </a:extLst>
              </p14:cNvPr>
              <p14:cNvContentPartPr/>
              <p14:nvPr/>
            </p14:nvContentPartPr>
            <p14:xfrm>
              <a:off x="4040023" y="3799930"/>
              <a:ext cx="629280" cy="283320"/>
            </p14:xfrm>
          </p:contentPart>
        </mc:Choice>
        <mc:Fallback xmlns="">
          <p:pic>
            <p:nvPicPr>
              <p:cNvPr id="28" name="Ink 27">
                <a:extLst>
                  <a:ext uri="{FF2B5EF4-FFF2-40B4-BE49-F238E27FC236}">
                    <a16:creationId xmlns:a16="http://schemas.microsoft.com/office/drawing/2014/main" id="{7E645682-5D9E-3592-4B4C-CA5CD53CE24E}"/>
                  </a:ext>
                </a:extLst>
              </p:cNvPr>
              <p:cNvPicPr/>
              <p:nvPr/>
            </p:nvPicPr>
            <p:blipFill>
              <a:blip r:embed="rId5"/>
              <a:stretch>
                <a:fillRect/>
              </a:stretch>
            </p:blipFill>
            <p:spPr>
              <a:xfrm>
                <a:off x="4029217" y="3789130"/>
                <a:ext cx="650532"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9" name="Ink 28">
                <a:extLst>
                  <a:ext uri="{FF2B5EF4-FFF2-40B4-BE49-F238E27FC236}">
                    <a16:creationId xmlns:a16="http://schemas.microsoft.com/office/drawing/2014/main" id="{5470F3A5-8BC4-D989-DCF6-547C1F3C0BAA}"/>
                  </a:ext>
                </a:extLst>
              </p14:cNvPr>
              <p14:cNvContentPartPr/>
              <p14:nvPr/>
            </p14:nvContentPartPr>
            <p14:xfrm>
              <a:off x="2739343" y="3912970"/>
              <a:ext cx="1033560" cy="283320"/>
            </p14:xfrm>
          </p:contentPart>
        </mc:Choice>
        <mc:Fallback xmlns="">
          <p:pic>
            <p:nvPicPr>
              <p:cNvPr id="29" name="Ink 28">
                <a:extLst>
                  <a:ext uri="{FF2B5EF4-FFF2-40B4-BE49-F238E27FC236}">
                    <a16:creationId xmlns:a16="http://schemas.microsoft.com/office/drawing/2014/main" id="{5470F3A5-8BC4-D989-DCF6-547C1F3C0BAA}"/>
                  </a:ext>
                </a:extLst>
              </p:cNvPr>
              <p:cNvPicPr/>
              <p:nvPr/>
            </p:nvPicPr>
            <p:blipFill>
              <a:blip r:embed="rId7"/>
              <a:stretch>
                <a:fillRect/>
              </a:stretch>
            </p:blipFill>
            <p:spPr>
              <a:xfrm>
                <a:off x="2728543" y="3902530"/>
                <a:ext cx="105480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4" name="Ink 43">
                <a:extLst>
                  <a:ext uri="{FF2B5EF4-FFF2-40B4-BE49-F238E27FC236}">
                    <a16:creationId xmlns:a16="http://schemas.microsoft.com/office/drawing/2014/main" id="{A73A571C-8443-BDE7-DD95-249E52259236}"/>
                  </a:ext>
                </a:extLst>
              </p14:cNvPr>
              <p14:cNvContentPartPr/>
              <p14:nvPr/>
            </p14:nvContentPartPr>
            <p14:xfrm>
              <a:off x="6648943" y="3680410"/>
              <a:ext cx="1025280" cy="506160"/>
            </p14:xfrm>
          </p:contentPart>
        </mc:Choice>
        <mc:Fallback xmlns="">
          <p:pic>
            <p:nvPicPr>
              <p:cNvPr id="44" name="Ink 43">
                <a:extLst>
                  <a:ext uri="{FF2B5EF4-FFF2-40B4-BE49-F238E27FC236}">
                    <a16:creationId xmlns:a16="http://schemas.microsoft.com/office/drawing/2014/main" id="{A73A571C-8443-BDE7-DD95-249E52259236}"/>
                  </a:ext>
                </a:extLst>
              </p:cNvPr>
              <p:cNvPicPr/>
              <p:nvPr/>
            </p:nvPicPr>
            <p:blipFill>
              <a:blip r:embed="rId9"/>
              <a:stretch>
                <a:fillRect/>
              </a:stretch>
            </p:blipFill>
            <p:spPr>
              <a:xfrm>
                <a:off x="6638503" y="3669970"/>
                <a:ext cx="104652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5" name="Ink 44">
                <a:extLst>
                  <a:ext uri="{FF2B5EF4-FFF2-40B4-BE49-F238E27FC236}">
                    <a16:creationId xmlns:a16="http://schemas.microsoft.com/office/drawing/2014/main" id="{B5B29837-71B5-6D4C-F0D2-6E946673F229}"/>
                  </a:ext>
                </a:extLst>
              </p14:cNvPr>
              <p14:cNvContentPartPr/>
              <p14:nvPr/>
            </p14:nvContentPartPr>
            <p14:xfrm>
              <a:off x="5680903" y="3825130"/>
              <a:ext cx="735840" cy="273240"/>
            </p14:xfrm>
          </p:contentPart>
        </mc:Choice>
        <mc:Fallback xmlns="">
          <p:pic>
            <p:nvPicPr>
              <p:cNvPr id="45" name="Ink 44">
                <a:extLst>
                  <a:ext uri="{FF2B5EF4-FFF2-40B4-BE49-F238E27FC236}">
                    <a16:creationId xmlns:a16="http://schemas.microsoft.com/office/drawing/2014/main" id="{B5B29837-71B5-6D4C-F0D2-6E946673F229}"/>
                  </a:ext>
                </a:extLst>
              </p:cNvPr>
              <p:cNvPicPr/>
              <p:nvPr/>
            </p:nvPicPr>
            <p:blipFill>
              <a:blip r:embed="rId11"/>
              <a:stretch>
                <a:fillRect/>
              </a:stretch>
            </p:blipFill>
            <p:spPr>
              <a:xfrm>
                <a:off x="5670103" y="3814344"/>
                <a:ext cx="757080" cy="294452"/>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46" name="Ink 45">
                <a:extLst>
                  <a:ext uri="{FF2B5EF4-FFF2-40B4-BE49-F238E27FC236}">
                    <a16:creationId xmlns:a16="http://schemas.microsoft.com/office/drawing/2014/main" id="{E8904CC8-2CB8-041C-C721-B7CFD598543E}"/>
                  </a:ext>
                </a:extLst>
              </p14:cNvPr>
              <p14:cNvContentPartPr/>
              <p14:nvPr/>
            </p14:nvContentPartPr>
            <p14:xfrm>
              <a:off x="4888543" y="3781570"/>
              <a:ext cx="491040" cy="300600"/>
            </p14:xfrm>
          </p:contentPart>
        </mc:Choice>
        <mc:Fallback xmlns="">
          <p:pic>
            <p:nvPicPr>
              <p:cNvPr id="46" name="Ink 45">
                <a:extLst>
                  <a:ext uri="{FF2B5EF4-FFF2-40B4-BE49-F238E27FC236}">
                    <a16:creationId xmlns:a16="http://schemas.microsoft.com/office/drawing/2014/main" id="{E8904CC8-2CB8-041C-C721-B7CFD598543E}"/>
                  </a:ext>
                </a:extLst>
              </p:cNvPr>
              <p:cNvPicPr/>
              <p:nvPr/>
            </p:nvPicPr>
            <p:blipFill>
              <a:blip r:embed="rId13"/>
              <a:stretch>
                <a:fillRect/>
              </a:stretch>
            </p:blipFill>
            <p:spPr>
              <a:xfrm>
                <a:off x="4878095" y="3771130"/>
                <a:ext cx="512296"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7" name="Ink 46">
                <a:extLst>
                  <a:ext uri="{FF2B5EF4-FFF2-40B4-BE49-F238E27FC236}">
                    <a16:creationId xmlns:a16="http://schemas.microsoft.com/office/drawing/2014/main" id="{B7455F2F-CF20-EBF0-DB71-296C6F40CB7F}"/>
                  </a:ext>
                </a:extLst>
              </p14:cNvPr>
              <p14:cNvContentPartPr/>
              <p14:nvPr/>
            </p14:nvContentPartPr>
            <p14:xfrm>
              <a:off x="3650143" y="4277650"/>
              <a:ext cx="56880" cy="408960"/>
            </p14:xfrm>
          </p:contentPart>
        </mc:Choice>
        <mc:Fallback xmlns="">
          <p:pic>
            <p:nvPicPr>
              <p:cNvPr id="47" name="Ink 46">
                <a:extLst>
                  <a:ext uri="{FF2B5EF4-FFF2-40B4-BE49-F238E27FC236}">
                    <a16:creationId xmlns:a16="http://schemas.microsoft.com/office/drawing/2014/main" id="{B7455F2F-CF20-EBF0-DB71-296C6F40CB7F}"/>
                  </a:ext>
                </a:extLst>
              </p:cNvPr>
              <p:cNvPicPr/>
              <p:nvPr/>
            </p:nvPicPr>
            <p:blipFill>
              <a:blip r:embed="rId15"/>
              <a:stretch>
                <a:fillRect/>
              </a:stretch>
            </p:blipFill>
            <p:spPr>
              <a:xfrm>
                <a:off x="3639343" y="4267210"/>
                <a:ext cx="78120" cy="4302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4" name="Ink 63">
                <a:extLst>
                  <a:ext uri="{FF2B5EF4-FFF2-40B4-BE49-F238E27FC236}">
                    <a16:creationId xmlns:a16="http://schemas.microsoft.com/office/drawing/2014/main" id="{5D41176F-6C2F-69FB-1D51-11608E3EABBD}"/>
                  </a:ext>
                </a:extLst>
              </p14:cNvPr>
              <p14:cNvContentPartPr/>
              <p14:nvPr/>
            </p14:nvContentPartPr>
            <p14:xfrm>
              <a:off x="2977303" y="4837810"/>
              <a:ext cx="1239120" cy="1020600"/>
            </p14:xfrm>
          </p:contentPart>
        </mc:Choice>
        <mc:Fallback xmlns="">
          <p:pic>
            <p:nvPicPr>
              <p:cNvPr id="64" name="Ink 63">
                <a:extLst>
                  <a:ext uri="{FF2B5EF4-FFF2-40B4-BE49-F238E27FC236}">
                    <a16:creationId xmlns:a16="http://schemas.microsoft.com/office/drawing/2014/main" id="{5D41176F-6C2F-69FB-1D51-11608E3EABBD}"/>
                  </a:ext>
                </a:extLst>
              </p:cNvPr>
              <p:cNvPicPr/>
              <p:nvPr/>
            </p:nvPicPr>
            <p:blipFill>
              <a:blip r:embed="rId17"/>
              <a:stretch>
                <a:fillRect/>
              </a:stretch>
            </p:blipFill>
            <p:spPr>
              <a:xfrm>
                <a:off x="2966860" y="4827366"/>
                <a:ext cx="1260366" cy="1041847"/>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7" name="Ink 76">
                <a:extLst>
                  <a:ext uri="{FF2B5EF4-FFF2-40B4-BE49-F238E27FC236}">
                    <a16:creationId xmlns:a16="http://schemas.microsoft.com/office/drawing/2014/main" id="{B008A209-8317-5EAB-3B0B-DA840546E442}"/>
                  </a:ext>
                </a:extLst>
              </p14:cNvPr>
              <p14:cNvContentPartPr/>
              <p14:nvPr/>
            </p14:nvContentPartPr>
            <p14:xfrm>
              <a:off x="6372463" y="4252450"/>
              <a:ext cx="1855080" cy="1145520"/>
            </p14:xfrm>
          </p:contentPart>
        </mc:Choice>
        <mc:Fallback xmlns="">
          <p:pic>
            <p:nvPicPr>
              <p:cNvPr id="77" name="Ink 76">
                <a:extLst>
                  <a:ext uri="{FF2B5EF4-FFF2-40B4-BE49-F238E27FC236}">
                    <a16:creationId xmlns:a16="http://schemas.microsoft.com/office/drawing/2014/main" id="{B008A209-8317-5EAB-3B0B-DA840546E442}"/>
                  </a:ext>
                </a:extLst>
              </p:cNvPr>
              <p:cNvPicPr/>
              <p:nvPr/>
            </p:nvPicPr>
            <p:blipFill>
              <a:blip r:embed="rId19"/>
              <a:stretch>
                <a:fillRect/>
              </a:stretch>
            </p:blipFill>
            <p:spPr>
              <a:xfrm>
                <a:off x="6361663" y="4242007"/>
                <a:ext cx="1876320" cy="1166767"/>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7" name="Ink 6">
                <a:extLst>
                  <a:ext uri="{FF2B5EF4-FFF2-40B4-BE49-F238E27FC236}">
                    <a16:creationId xmlns:a16="http://schemas.microsoft.com/office/drawing/2014/main" id="{D7CC3774-E259-8287-4DA0-8915D42C0071}"/>
                  </a:ext>
                </a:extLst>
              </p14:cNvPr>
              <p14:cNvContentPartPr/>
              <p14:nvPr/>
            </p14:nvContentPartPr>
            <p14:xfrm>
              <a:off x="5158903" y="5479330"/>
              <a:ext cx="635400" cy="470520"/>
            </p14:xfrm>
          </p:contentPart>
        </mc:Choice>
        <mc:Fallback xmlns="">
          <p:pic>
            <p:nvPicPr>
              <p:cNvPr id="7" name="Ink 6">
                <a:extLst>
                  <a:ext uri="{FF2B5EF4-FFF2-40B4-BE49-F238E27FC236}">
                    <a16:creationId xmlns:a16="http://schemas.microsoft.com/office/drawing/2014/main" id="{D7CC3774-E259-8287-4DA0-8915D42C0071}"/>
                  </a:ext>
                </a:extLst>
              </p:cNvPr>
              <p:cNvPicPr/>
              <p:nvPr/>
            </p:nvPicPr>
            <p:blipFill>
              <a:blip r:embed="rId21"/>
              <a:stretch>
                <a:fillRect/>
              </a:stretch>
            </p:blipFill>
            <p:spPr>
              <a:xfrm>
                <a:off x="5148463" y="5468530"/>
                <a:ext cx="656640" cy="4917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1" name="Ink 20">
                <a:extLst>
                  <a:ext uri="{FF2B5EF4-FFF2-40B4-BE49-F238E27FC236}">
                    <a16:creationId xmlns:a16="http://schemas.microsoft.com/office/drawing/2014/main" id="{4A15FC9D-49DB-2797-9CA6-6E2D79F79043}"/>
                  </a:ext>
                </a:extLst>
              </p14:cNvPr>
              <p14:cNvContentPartPr/>
              <p14:nvPr/>
            </p14:nvContentPartPr>
            <p14:xfrm>
              <a:off x="7945663" y="5400850"/>
              <a:ext cx="677880" cy="505440"/>
            </p14:xfrm>
          </p:contentPart>
        </mc:Choice>
        <mc:Fallback xmlns="">
          <p:pic>
            <p:nvPicPr>
              <p:cNvPr id="21" name="Ink 20">
                <a:extLst>
                  <a:ext uri="{FF2B5EF4-FFF2-40B4-BE49-F238E27FC236}">
                    <a16:creationId xmlns:a16="http://schemas.microsoft.com/office/drawing/2014/main" id="{4A15FC9D-49DB-2797-9CA6-6E2D79F79043}"/>
                  </a:ext>
                </a:extLst>
              </p:cNvPr>
              <p:cNvPicPr/>
              <p:nvPr/>
            </p:nvPicPr>
            <p:blipFill>
              <a:blip r:embed="rId23"/>
              <a:stretch>
                <a:fillRect/>
              </a:stretch>
            </p:blipFill>
            <p:spPr>
              <a:xfrm>
                <a:off x="7934863" y="5390410"/>
                <a:ext cx="699120" cy="5266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2" name="Ink 21">
                <a:extLst>
                  <a:ext uri="{FF2B5EF4-FFF2-40B4-BE49-F238E27FC236}">
                    <a16:creationId xmlns:a16="http://schemas.microsoft.com/office/drawing/2014/main" id="{E51BC153-A93E-F1A8-5A5E-2F400B298A1C}"/>
                  </a:ext>
                </a:extLst>
              </p14:cNvPr>
              <p14:cNvContentPartPr/>
              <p14:nvPr/>
            </p14:nvContentPartPr>
            <p14:xfrm>
              <a:off x="7341943" y="5572930"/>
              <a:ext cx="219240" cy="321120"/>
            </p14:xfrm>
          </p:contentPart>
        </mc:Choice>
        <mc:Fallback xmlns="">
          <p:pic>
            <p:nvPicPr>
              <p:cNvPr id="22" name="Ink 21">
                <a:extLst>
                  <a:ext uri="{FF2B5EF4-FFF2-40B4-BE49-F238E27FC236}">
                    <a16:creationId xmlns:a16="http://schemas.microsoft.com/office/drawing/2014/main" id="{E51BC153-A93E-F1A8-5A5E-2F400B298A1C}"/>
                  </a:ext>
                </a:extLst>
              </p:cNvPr>
              <p:cNvPicPr/>
              <p:nvPr/>
            </p:nvPicPr>
            <p:blipFill>
              <a:blip r:embed="rId25"/>
              <a:stretch>
                <a:fillRect/>
              </a:stretch>
            </p:blipFill>
            <p:spPr>
              <a:xfrm>
                <a:off x="7331486" y="5562130"/>
                <a:ext cx="240515"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3" name="Ink 22">
                <a:extLst>
                  <a:ext uri="{FF2B5EF4-FFF2-40B4-BE49-F238E27FC236}">
                    <a16:creationId xmlns:a16="http://schemas.microsoft.com/office/drawing/2014/main" id="{459771AD-CF96-84E8-B944-AC19024EF8BB}"/>
                  </a:ext>
                </a:extLst>
              </p14:cNvPr>
              <p14:cNvContentPartPr/>
              <p14:nvPr/>
            </p14:nvContentPartPr>
            <p14:xfrm>
              <a:off x="6133423" y="5431810"/>
              <a:ext cx="948240" cy="524880"/>
            </p14:xfrm>
          </p:contentPart>
        </mc:Choice>
        <mc:Fallback xmlns="">
          <p:pic>
            <p:nvPicPr>
              <p:cNvPr id="23" name="Ink 22">
                <a:extLst>
                  <a:ext uri="{FF2B5EF4-FFF2-40B4-BE49-F238E27FC236}">
                    <a16:creationId xmlns:a16="http://schemas.microsoft.com/office/drawing/2014/main" id="{459771AD-CF96-84E8-B944-AC19024EF8BB}"/>
                  </a:ext>
                </a:extLst>
              </p:cNvPr>
              <p:cNvPicPr/>
              <p:nvPr/>
            </p:nvPicPr>
            <p:blipFill>
              <a:blip r:embed="rId27"/>
              <a:stretch>
                <a:fillRect/>
              </a:stretch>
            </p:blipFill>
            <p:spPr>
              <a:xfrm>
                <a:off x="6122983" y="5421010"/>
                <a:ext cx="96948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8" name="Ink 37">
                <a:extLst>
                  <a:ext uri="{FF2B5EF4-FFF2-40B4-BE49-F238E27FC236}">
                    <a16:creationId xmlns:a16="http://schemas.microsoft.com/office/drawing/2014/main" id="{55B532F0-572D-40C3-1F58-8D1A39B0A011}"/>
                  </a:ext>
                </a:extLst>
              </p14:cNvPr>
              <p14:cNvContentPartPr/>
              <p14:nvPr/>
            </p14:nvContentPartPr>
            <p14:xfrm>
              <a:off x="8415823" y="5777410"/>
              <a:ext cx="974160" cy="733320"/>
            </p14:xfrm>
          </p:contentPart>
        </mc:Choice>
        <mc:Fallback xmlns="">
          <p:pic>
            <p:nvPicPr>
              <p:cNvPr id="38" name="Ink 37">
                <a:extLst>
                  <a:ext uri="{FF2B5EF4-FFF2-40B4-BE49-F238E27FC236}">
                    <a16:creationId xmlns:a16="http://schemas.microsoft.com/office/drawing/2014/main" id="{55B532F0-572D-40C3-1F58-8D1A39B0A011}"/>
                  </a:ext>
                </a:extLst>
              </p:cNvPr>
              <p:cNvPicPr/>
              <p:nvPr/>
            </p:nvPicPr>
            <p:blipFill>
              <a:blip r:embed="rId29"/>
              <a:stretch>
                <a:fillRect/>
              </a:stretch>
            </p:blipFill>
            <p:spPr>
              <a:xfrm>
                <a:off x="8405023" y="5766970"/>
                <a:ext cx="995400" cy="754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9" name="Ink 38">
                <a:extLst>
                  <a:ext uri="{FF2B5EF4-FFF2-40B4-BE49-F238E27FC236}">
                    <a16:creationId xmlns:a16="http://schemas.microsoft.com/office/drawing/2014/main" id="{1E15E2D5-AE57-F60A-A584-C8B69DD9115B}"/>
                  </a:ext>
                </a:extLst>
              </p14:cNvPr>
              <p14:cNvContentPartPr/>
              <p14:nvPr/>
            </p14:nvContentPartPr>
            <p14:xfrm>
              <a:off x="7673863" y="6245410"/>
              <a:ext cx="308520" cy="100080"/>
            </p14:xfrm>
          </p:contentPart>
        </mc:Choice>
        <mc:Fallback xmlns="">
          <p:pic>
            <p:nvPicPr>
              <p:cNvPr id="39" name="Ink 38">
                <a:extLst>
                  <a:ext uri="{FF2B5EF4-FFF2-40B4-BE49-F238E27FC236}">
                    <a16:creationId xmlns:a16="http://schemas.microsoft.com/office/drawing/2014/main" id="{1E15E2D5-AE57-F60A-A584-C8B69DD9115B}"/>
                  </a:ext>
                </a:extLst>
              </p:cNvPr>
              <p:cNvPicPr/>
              <p:nvPr/>
            </p:nvPicPr>
            <p:blipFill>
              <a:blip r:embed="rId31"/>
              <a:stretch>
                <a:fillRect/>
              </a:stretch>
            </p:blipFill>
            <p:spPr>
              <a:xfrm>
                <a:off x="7663423" y="6234970"/>
                <a:ext cx="3297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40" name="Ink 39">
                <a:extLst>
                  <a:ext uri="{FF2B5EF4-FFF2-40B4-BE49-F238E27FC236}">
                    <a16:creationId xmlns:a16="http://schemas.microsoft.com/office/drawing/2014/main" id="{497FA22D-28AF-B617-856D-EE55A70966CB}"/>
                  </a:ext>
                </a:extLst>
              </p14:cNvPr>
              <p14:cNvContentPartPr/>
              <p14:nvPr/>
            </p14:nvContentPartPr>
            <p14:xfrm>
              <a:off x="6215143" y="6063250"/>
              <a:ext cx="1113480" cy="417960"/>
            </p14:xfrm>
          </p:contentPart>
        </mc:Choice>
        <mc:Fallback xmlns="">
          <p:pic>
            <p:nvPicPr>
              <p:cNvPr id="40" name="Ink 39">
                <a:extLst>
                  <a:ext uri="{FF2B5EF4-FFF2-40B4-BE49-F238E27FC236}">
                    <a16:creationId xmlns:a16="http://schemas.microsoft.com/office/drawing/2014/main" id="{497FA22D-28AF-B617-856D-EE55A70966CB}"/>
                  </a:ext>
                </a:extLst>
              </p:cNvPr>
              <p:cNvPicPr/>
              <p:nvPr/>
            </p:nvPicPr>
            <p:blipFill>
              <a:blip r:embed="rId33"/>
              <a:stretch>
                <a:fillRect/>
              </a:stretch>
            </p:blipFill>
            <p:spPr>
              <a:xfrm>
                <a:off x="6204700" y="6052810"/>
                <a:ext cx="1134727" cy="439200"/>
              </a:xfrm>
              <a:prstGeom prst="rect">
                <a:avLst/>
              </a:prstGeom>
            </p:spPr>
          </p:pic>
        </mc:Fallback>
      </mc:AlternateContent>
    </p:spTree>
    <p:extLst>
      <p:ext uri="{BB962C8B-B14F-4D97-AF65-F5344CB8AC3E}">
        <p14:creationId xmlns:p14="http://schemas.microsoft.com/office/powerpoint/2010/main" val="13902652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25623</TotalTime>
  <Words>4653</Words>
  <Application>Microsoft Macintosh PowerPoint</Application>
  <PresentationFormat>Widescreen</PresentationFormat>
  <Paragraphs>1080</Paragraphs>
  <Slides>79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79</vt:i4>
      </vt:variant>
    </vt:vector>
  </HeadingPairs>
  <TitlesOfParts>
    <vt:vector size="87"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36</cp:revision>
  <dcterms:created xsi:type="dcterms:W3CDTF">2026-02-18T17:07:24Z</dcterms:created>
  <dcterms:modified xsi:type="dcterms:W3CDTF">2026-08-09T17:07:27Z</dcterms:modified>
  <cp:category/>
</cp:coreProperties>
</file>