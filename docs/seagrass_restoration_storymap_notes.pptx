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314" r:id="rId4"/>
    <p:sldId id="311" r:id="rId5"/>
    <p:sldId id="312" r:id="rId6"/>
    <p:sldId id="293" r:id="rId7"/>
    <p:sldId id="296" r:id="rId8"/>
    <p:sldId id="301" r:id="rId9"/>
    <p:sldId id="310" r:id="rId10"/>
    <p:sldId id="304" r:id="rId11"/>
    <p:sldId id="309" r:id="rId12"/>
    <p:sldId id="302" r:id="rId13"/>
    <p:sldId id="308" r:id="rId14"/>
    <p:sldId id="305" r:id="rId15"/>
    <p:sldId id="317" r:id="rId16"/>
    <p:sldId id="306" r:id="rId17"/>
    <p:sldId id="319" r:id="rId18"/>
    <p:sldId id="316" r:id="rId19"/>
    <p:sldId id="291" r:id="rId20"/>
    <p:sldId id="294" r:id="rId21"/>
    <p:sldId id="287" r:id="rId22"/>
    <p:sldId id="315" r:id="rId23"/>
    <p:sldId id="281" r:id="rId24"/>
    <p:sldId id="292" r:id="rId25"/>
    <p:sldId id="283" r:id="rId26"/>
    <p:sldId id="318" r:id="rId27"/>
    <p:sldId id="284" r:id="rId28"/>
    <p:sldId id="295" r:id="rId29"/>
    <p:sldId id="297" r:id="rId30"/>
    <p:sldId id="288" r:id="rId31"/>
    <p:sldId id="289" r:id="rId32"/>
    <p:sldId id="273" r:id="rId33"/>
    <p:sldId id="271" r:id="rId34"/>
    <p:sldId id="272" r:id="rId35"/>
    <p:sldId id="276" r:id="rId36"/>
    <p:sldId id="277" r:id="rId37"/>
    <p:sldId id="274" r:id="rId38"/>
    <p:sldId id="278" r:id="rId39"/>
    <p:sldId id="280" r:id="rId40"/>
    <p:sldId id="286" r:id="rId41"/>
    <p:sldId id="282" r:id="rId42"/>
    <p:sldId id="285" r:id="rId43"/>
    <p:sldId id="275" r:id="rId44"/>
    <p:sldId id="270" r:id="rId45"/>
    <p:sldId id="265" r:id="rId46"/>
    <p:sldId id="268" r:id="rId47"/>
    <p:sldId id="269" r:id="rId48"/>
    <p:sldId id="267" r:id="rId49"/>
    <p:sldId id="266" r:id="rId50"/>
    <p:sldId id="257" r:id="rId51"/>
    <p:sldId id="258" r:id="rId52"/>
    <p:sldId id="259" r:id="rId53"/>
    <p:sldId id="260" r:id="rId54"/>
    <p:sldId id="261" r:id="rId55"/>
    <p:sldId id="262" r:id="rId56"/>
    <p:sldId id="263" r:id="rId57"/>
    <p:sldId id="264"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7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BC9BA0"/>
    <a:srgbClr val="FB7700"/>
    <a:srgbClr val="FF8585"/>
    <a:srgbClr val="CDCDCD"/>
    <a:srgbClr val="7F7F7F"/>
    <a:srgbClr val="00E600"/>
    <a:srgbClr val="006300"/>
    <a:srgbClr val="FFFFCC"/>
    <a:srgbClr val="F9DAC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7F7295-6E12-43EA-B264-ADC23ADC35EE}" v="8" dt="2026-07-06T18:12:13.7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00" autoAdjust="0"/>
    <p:restoredTop sz="96182" autoAdjust="0"/>
  </p:normalViewPr>
  <p:slideViewPr>
    <p:cSldViewPr snapToGrid="0">
      <p:cViewPr varScale="1">
        <p:scale>
          <a:sx n="106" d="100"/>
          <a:sy n="106" d="100"/>
        </p:scale>
        <p:origin x="354" y="102"/>
      </p:cViewPr>
      <p:guideLst>
        <p:guide orient="horz" pos="1872"/>
        <p:guide pos="384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660F8803-2738-5EFD-95AE-06E7480F19FB}"/>
    <pc:docChg chg="custSel addSld delSld modSld sldOrd">
      <pc:chgData name="DOWTY, PETER (DNR)" userId="01cf875a-4e15-4928-8f93-7a0dfa1efb6b" providerId="ADAL" clId="{660F8803-2738-5EFD-95AE-06E7480F19FB}" dt="2026-06-11T05:16:38.255" v="5664" actId="20577"/>
      <pc:docMkLst>
        <pc:docMk/>
      </pc:docMkLst>
      <pc:sldChg chg="addSp modSp mod">
        <pc:chgData name="DOWTY, PETER (DNR)" userId="01cf875a-4e15-4928-8f93-7a0dfa1efb6b" providerId="ADAL" clId="{660F8803-2738-5EFD-95AE-06E7480F19FB}" dt="2026-06-11T05:16:38.255" v="5664" actId="20577"/>
        <pc:sldMkLst>
          <pc:docMk/>
          <pc:sldMk cId="1516653873" sldId="293"/>
        </pc:sldMkLst>
        <pc:spChg chg="mod">
          <ac:chgData name="DOWTY, PETER (DNR)" userId="01cf875a-4e15-4928-8f93-7a0dfa1efb6b" providerId="ADAL" clId="{660F8803-2738-5EFD-95AE-06E7480F19FB}" dt="2026-06-11T05:16:38.255" v="5664" actId="20577"/>
          <ac:spMkLst>
            <pc:docMk/>
            <pc:sldMk cId="1516653873" sldId="293"/>
            <ac:spMk id="2" creationId="{3CB9ECB2-453E-0440-65C6-463FD2F97B26}"/>
          </ac:spMkLst>
        </pc:spChg>
      </pc:sldChg>
      <pc:sldChg chg="addSp delSp mod">
        <pc:chgData name="DOWTY, PETER (DNR)" userId="01cf875a-4e15-4928-8f93-7a0dfa1efb6b" providerId="ADAL" clId="{660F8803-2738-5EFD-95AE-06E7480F19FB}" dt="2026-06-11T05:04:45.055" v="5337" actId="21"/>
        <pc:sldMkLst>
          <pc:docMk/>
          <pc:sldMk cId="1080191347" sldId="302"/>
        </pc:sldMkLst>
      </pc:sldChg>
      <pc:sldChg chg="addSp modSp mod ord">
        <pc:chgData name="DOWTY, PETER (DNR)" userId="01cf875a-4e15-4928-8f93-7a0dfa1efb6b" providerId="ADAL" clId="{660F8803-2738-5EFD-95AE-06E7480F19FB}" dt="2026-06-11T04:44:36.080" v="5309" actId="20578"/>
        <pc:sldMkLst>
          <pc:docMk/>
          <pc:sldMk cId="2110894095" sldId="304"/>
        </pc:sldMkLst>
      </pc:sldChg>
      <pc:sldChg chg="addSp delSp modSp mod">
        <pc:chgData name="DOWTY, PETER (DNR)" userId="01cf875a-4e15-4928-8f93-7a0dfa1efb6b" providerId="ADAL" clId="{660F8803-2738-5EFD-95AE-06E7480F19FB}" dt="2026-06-11T05:12:57.841" v="5518" actId="20577"/>
        <pc:sldMkLst>
          <pc:docMk/>
          <pc:sldMk cId="4159988265" sldId="305"/>
        </pc:sldMkLst>
        <pc:spChg chg="mod">
          <ac:chgData name="DOWTY, PETER (DNR)" userId="01cf875a-4e15-4928-8f93-7a0dfa1efb6b" providerId="ADAL" clId="{660F8803-2738-5EFD-95AE-06E7480F19FB}" dt="2026-06-11T04:55:40.696" v="5316" actId="1076"/>
          <ac:spMkLst>
            <pc:docMk/>
            <pc:sldMk cId="4159988265" sldId="305"/>
            <ac:spMk id="3" creationId="{0668EAF3-6E44-3B77-3035-DF336B6461A4}"/>
          </ac:spMkLst>
        </pc:spChg>
        <pc:spChg chg="mod">
          <ac:chgData name="DOWTY, PETER (DNR)" userId="01cf875a-4e15-4928-8f93-7a0dfa1efb6b" providerId="ADAL" clId="{660F8803-2738-5EFD-95AE-06E7480F19FB}" dt="2026-06-11T04:54:34.565" v="5311" actId="20577"/>
          <ac:spMkLst>
            <pc:docMk/>
            <pc:sldMk cId="4159988265" sldId="305"/>
            <ac:spMk id="4" creationId="{B51C0C62-C104-C006-9AAE-F5E514B5C605}"/>
          </ac:spMkLst>
        </pc:spChg>
        <pc:spChg chg="mod">
          <ac:chgData name="DOWTY, PETER (DNR)" userId="01cf875a-4e15-4928-8f93-7a0dfa1efb6b" providerId="ADAL" clId="{660F8803-2738-5EFD-95AE-06E7480F19FB}" dt="2026-06-11T04:55:29.306" v="5314" actId="207"/>
          <ac:spMkLst>
            <pc:docMk/>
            <pc:sldMk cId="4159988265" sldId="305"/>
            <ac:spMk id="6" creationId="{3B246F87-B561-21D8-77EE-F54510DDEE03}"/>
          </ac:spMkLst>
        </pc:spChg>
        <pc:spChg chg="mod">
          <ac:chgData name="DOWTY, PETER (DNR)" userId="01cf875a-4e15-4928-8f93-7a0dfa1efb6b" providerId="ADAL" clId="{660F8803-2738-5EFD-95AE-06E7480F19FB}" dt="2026-06-11T05:00:59.655" v="5317" actId="14100"/>
          <ac:spMkLst>
            <pc:docMk/>
            <pc:sldMk cId="4159988265" sldId="305"/>
            <ac:spMk id="9" creationId="{E0CE7953-330E-2114-FD94-19078918818B}"/>
          </ac:spMkLst>
        </pc:spChg>
        <pc:spChg chg="add mod">
          <ac:chgData name="DOWTY, PETER (DNR)" userId="01cf875a-4e15-4928-8f93-7a0dfa1efb6b" providerId="ADAL" clId="{660F8803-2738-5EFD-95AE-06E7480F19FB}" dt="2026-06-11T05:01:51.262" v="5322" actId="207"/>
          <ac:spMkLst>
            <pc:docMk/>
            <pc:sldMk cId="4159988265" sldId="305"/>
            <ac:spMk id="11" creationId="{FFB3E4DB-727B-FA67-797F-58E77A9817FF}"/>
          </ac:spMkLst>
        </pc:spChg>
        <pc:spChg chg="add mod">
          <ac:chgData name="DOWTY, PETER (DNR)" userId="01cf875a-4e15-4928-8f93-7a0dfa1efb6b" providerId="ADAL" clId="{660F8803-2738-5EFD-95AE-06E7480F19FB}" dt="2026-06-11T05:03:34.353" v="5335" actId="1076"/>
          <ac:spMkLst>
            <pc:docMk/>
            <pc:sldMk cId="4159988265" sldId="305"/>
            <ac:spMk id="12" creationId="{93C45B0B-353C-0F8F-7856-80F852E7F70F}"/>
          </ac:spMkLst>
        </pc:spChg>
        <pc:spChg chg="add mod">
          <ac:chgData name="DOWTY, PETER (DNR)" userId="01cf875a-4e15-4928-8f93-7a0dfa1efb6b" providerId="ADAL" clId="{660F8803-2738-5EFD-95AE-06E7480F19FB}" dt="2026-06-11T05:04:56.809" v="5340" actId="1076"/>
          <ac:spMkLst>
            <pc:docMk/>
            <pc:sldMk cId="4159988265" sldId="305"/>
            <ac:spMk id="13" creationId="{289B1E57-7C10-F521-9D40-B2BF673C4611}"/>
          </ac:spMkLst>
        </pc:spChg>
        <pc:spChg chg="add mod">
          <ac:chgData name="DOWTY, PETER (DNR)" userId="01cf875a-4e15-4928-8f93-7a0dfa1efb6b" providerId="ADAL" clId="{660F8803-2738-5EFD-95AE-06E7480F19FB}" dt="2026-06-11T05:05:35.191" v="5343" actId="1076"/>
          <ac:spMkLst>
            <pc:docMk/>
            <pc:sldMk cId="4159988265" sldId="305"/>
            <ac:spMk id="14" creationId="{EDDC45BF-A7E6-18BE-7CD1-3C21362976BF}"/>
          </ac:spMkLst>
        </pc:spChg>
        <pc:spChg chg="add mod">
          <ac:chgData name="DOWTY, PETER (DNR)" userId="01cf875a-4e15-4928-8f93-7a0dfa1efb6b" providerId="ADAL" clId="{660F8803-2738-5EFD-95AE-06E7480F19FB}" dt="2026-06-11T05:12:41.820" v="5515" actId="114"/>
          <ac:spMkLst>
            <pc:docMk/>
            <pc:sldMk cId="4159988265" sldId="305"/>
            <ac:spMk id="15" creationId="{586BB7C5-A8DD-2C03-C718-AF104043BBC9}"/>
          </ac:spMkLst>
        </pc:spChg>
        <pc:spChg chg="add mod">
          <ac:chgData name="DOWTY, PETER (DNR)" userId="01cf875a-4e15-4928-8f93-7a0dfa1efb6b" providerId="ADAL" clId="{660F8803-2738-5EFD-95AE-06E7480F19FB}" dt="2026-06-11T05:12:57.841" v="5518" actId="20577"/>
          <ac:spMkLst>
            <pc:docMk/>
            <pc:sldMk cId="4159988265" sldId="305"/>
            <ac:spMk id="16" creationId="{FD0DF34F-F397-821A-4F5A-3AC73A58B555}"/>
          </ac:spMkLst>
        </pc:spChg>
        <pc:spChg chg="add mod">
          <ac:chgData name="DOWTY, PETER (DNR)" userId="01cf875a-4e15-4928-8f93-7a0dfa1efb6b" providerId="ADAL" clId="{660F8803-2738-5EFD-95AE-06E7480F19FB}" dt="2026-06-11T05:10:26.450" v="5503" actId="14100"/>
          <ac:spMkLst>
            <pc:docMk/>
            <pc:sldMk cId="4159988265" sldId="305"/>
            <ac:spMk id="17" creationId="{B9EF3BA6-EC3F-3095-5DB7-38D074830AB6}"/>
          </ac:spMkLst>
        </pc:spChg>
        <pc:spChg chg="add mod">
          <ac:chgData name="DOWTY, PETER (DNR)" userId="01cf875a-4e15-4928-8f93-7a0dfa1efb6b" providerId="ADAL" clId="{660F8803-2738-5EFD-95AE-06E7480F19FB}" dt="2026-06-11T05:10:46.077" v="5508" actId="14100"/>
          <ac:spMkLst>
            <pc:docMk/>
            <pc:sldMk cId="4159988265" sldId="305"/>
            <ac:spMk id="18" creationId="{92E1DF7C-7355-68C2-8DF5-7808B59BD173}"/>
          </ac:spMkLst>
        </pc:spChg>
        <pc:spChg chg="add mod">
          <ac:chgData name="DOWTY, PETER (DNR)" userId="01cf875a-4e15-4928-8f93-7a0dfa1efb6b" providerId="ADAL" clId="{660F8803-2738-5EFD-95AE-06E7480F19FB}" dt="2026-06-11T05:10:53.556" v="5509" actId="1076"/>
          <ac:spMkLst>
            <pc:docMk/>
            <pc:sldMk cId="4159988265" sldId="305"/>
            <ac:spMk id="19" creationId="{16810E00-98AF-8E02-6D92-328A1E4693E1}"/>
          </ac:spMkLst>
        </pc:spChg>
        <pc:spChg chg="add mod">
          <ac:chgData name="DOWTY, PETER (DNR)" userId="01cf875a-4e15-4928-8f93-7a0dfa1efb6b" providerId="ADAL" clId="{660F8803-2738-5EFD-95AE-06E7480F19FB}" dt="2026-06-11T05:09:10.750" v="5481" actId="14100"/>
          <ac:spMkLst>
            <pc:docMk/>
            <pc:sldMk cId="4159988265" sldId="305"/>
            <ac:spMk id="20" creationId="{717C1080-4E98-6562-5955-B2289F331152}"/>
          </ac:spMkLst>
        </pc:spChg>
        <pc:spChg chg="add mod">
          <ac:chgData name="DOWTY, PETER (DNR)" userId="01cf875a-4e15-4928-8f93-7a0dfa1efb6b" providerId="ADAL" clId="{660F8803-2738-5EFD-95AE-06E7480F19FB}" dt="2026-06-11T05:10:29.719" v="5504" actId="1076"/>
          <ac:spMkLst>
            <pc:docMk/>
            <pc:sldMk cId="4159988265" sldId="305"/>
            <ac:spMk id="21" creationId="{C48AD32E-FD86-7BFD-661E-BD9B9F0A7560}"/>
          </ac:spMkLst>
        </pc:spChg>
        <pc:spChg chg="add mod">
          <ac:chgData name="DOWTY, PETER (DNR)" userId="01cf875a-4e15-4928-8f93-7a0dfa1efb6b" providerId="ADAL" clId="{660F8803-2738-5EFD-95AE-06E7480F19FB}" dt="2026-06-11T05:10:53.556" v="5509" actId="1076"/>
          <ac:spMkLst>
            <pc:docMk/>
            <pc:sldMk cId="4159988265" sldId="305"/>
            <ac:spMk id="22" creationId="{C7328D69-FC36-64DE-EAA4-0C81BD0526DD}"/>
          </ac:spMkLst>
        </pc:spChg>
        <pc:spChg chg="add mod">
          <ac:chgData name="DOWTY, PETER (DNR)" userId="01cf875a-4e15-4928-8f93-7a0dfa1efb6b" providerId="ADAL" clId="{660F8803-2738-5EFD-95AE-06E7480F19FB}" dt="2026-06-11T05:10:15.489" v="5502" actId="14100"/>
          <ac:spMkLst>
            <pc:docMk/>
            <pc:sldMk cId="4159988265" sldId="305"/>
            <ac:spMk id="24" creationId="{088A62A4-EA43-0665-F171-4087C5AA3F81}"/>
          </ac:spMkLst>
        </pc:spChg>
        <pc:spChg chg="add mod">
          <ac:chgData name="DOWTY, PETER (DNR)" userId="01cf875a-4e15-4928-8f93-7a0dfa1efb6b" providerId="ADAL" clId="{660F8803-2738-5EFD-95AE-06E7480F19FB}" dt="2026-06-11T05:10:07.285" v="5500" actId="1076"/>
          <ac:spMkLst>
            <pc:docMk/>
            <pc:sldMk cId="4159988265" sldId="305"/>
            <ac:spMk id="25" creationId="{61367041-1F87-DF00-D702-F3FB9C83C3CE}"/>
          </ac:spMkLst>
        </pc:spChg>
        <pc:spChg chg="add mod">
          <ac:chgData name="DOWTY, PETER (DNR)" userId="01cf875a-4e15-4928-8f93-7a0dfa1efb6b" providerId="ADAL" clId="{660F8803-2738-5EFD-95AE-06E7480F19FB}" dt="2026-06-11T05:09:36.844" v="5490" actId="20577"/>
          <ac:spMkLst>
            <pc:docMk/>
            <pc:sldMk cId="4159988265" sldId="305"/>
            <ac:spMk id="26" creationId="{9316CD9B-D25E-23E1-90A6-A8F04E4DEC29}"/>
          </ac:spMkLst>
        </pc:spChg>
        <pc:spChg chg="add mod">
          <ac:chgData name="DOWTY, PETER (DNR)" userId="01cf875a-4e15-4928-8f93-7a0dfa1efb6b" providerId="ADAL" clId="{660F8803-2738-5EFD-95AE-06E7480F19FB}" dt="2026-06-11T05:10:11.174" v="5501" actId="1076"/>
          <ac:spMkLst>
            <pc:docMk/>
            <pc:sldMk cId="4159988265" sldId="305"/>
            <ac:spMk id="27" creationId="{2D25CB82-6004-8D85-A05A-B9326FD5A904}"/>
          </ac:spMkLst>
        </pc:spChg>
      </pc:sldChg>
      <pc:sldChg chg="delSp mod">
        <pc:chgData name="DOWTY, PETER (DNR)" userId="01cf875a-4e15-4928-8f93-7a0dfa1efb6b" providerId="ADAL" clId="{660F8803-2738-5EFD-95AE-06E7480F19FB}" dt="2026-06-11T05:12:07.659" v="5510" actId="478"/>
        <pc:sldMkLst>
          <pc:docMk/>
          <pc:sldMk cId="2602005344" sldId="306"/>
        </pc:sldMkLst>
      </pc:sldChg>
    </pc:docChg>
  </pc:docChgLst>
  <pc:docChgLst>
    <pc:chgData name="DOWTY, PETER (DNR)" userId="01cf875a-4e15-4928-8f93-7a0dfa1efb6b" providerId="ADAL" clId="{E9054DD1-CDF4-4BE2-A4C5-BD4B0395A89E}"/>
    <pc:docChg chg="undo custSel addSld delSld modSld sldOrd">
      <pc:chgData name="DOWTY, PETER (DNR)" userId="01cf875a-4e15-4928-8f93-7a0dfa1efb6b" providerId="ADAL" clId="{E9054DD1-CDF4-4BE2-A4C5-BD4B0395A89E}" dt="2026-07-06T18:22:58.345" v="17460" actId="14100"/>
      <pc:docMkLst>
        <pc:docMk/>
      </pc:docMkLst>
      <pc:sldChg chg="modSp mod">
        <pc:chgData name="DOWTY, PETER (DNR)" userId="01cf875a-4e15-4928-8f93-7a0dfa1efb6b" providerId="ADAL" clId="{E9054DD1-CDF4-4BE2-A4C5-BD4B0395A89E}" dt="2026-07-01T15:49:09.682" v="15567" actId="20577"/>
        <pc:sldMkLst>
          <pc:docMk/>
          <pc:sldMk cId="2532653130" sldId="281"/>
        </pc:sldMkLst>
        <pc:spChg chg="mod">
          <ac:chgData name="DOWTY, PETER (DNR)" userId="01cf875a-4e15-4928-8f93-7a0dfa1efb6b" providerId="ADAL" clId="{E9054DD1-CDF4-4BE2-A4C5-BD4B0395A89E}" dt="2026-07-01T15:47:15.723" v="15537" actId="20577"/>
          <ac:spMkLst>
            <pc:docMk/>
            <pc:sldMk cId="2532653130" sldId="281"/>
            <ac:spMk id="2" creationId="{014AB92D-C488-47FE-A288-92026B22C4E5}"/>
          </ac:spMkLst>
        </pc:spChg>
        <pc:spChg chg="mod">
          <ac:chgData name="DOWTY, PETER (DNR)" userId="01cf875a-4e15-4928-8f93-7a0dfa1efb6b" providerId="ADAL" clId="{E9054DD1-CDF4-4BE2-A4C5-BD4B0395A89E}" dt="2026-07-01T15:47:02.942" v="15521" actId="20577"/>
          <ac:spMkLst>
            <pc:docMk/>
            <pc:sldMk cId="2532653130" sldId="281"/>
            <ac:spMk id="3" creationId="{EEA27C9D-5B69-5734-34E6-88921F4B88C8}"/>
          </ac:spMkLst>
        </pc:spChg>
        <pc:spChg chg="mod">
          <ac:chgData name="DOWTY, PETER (DNR)" userId="01cf875a-4e15-4928-8f93-7a0dfa1efb6b" providerId="ADAL" clId="{E9054DD1-CDF4-4BE2-A4C5-BD4B0395A89E}" dt="2026-07-01T15:49:04.827" v="15552" actId="20577"/>
          <ac:spMkLst>
            <pc:docMk/>
            <pc:sldMk cId="2532653130" sldId="281"/>
            <ac:spMk id="4" creationId="{4D847300-D724-8AA9-EAB7-F7B0FD83CFED}"/>
          </ac:spMkLst>
        </pc:spChg>
        <pc:spChg chg="mod">
          <ac:chgData name="DOWTY, PETER (DNR)" userId="01cf875a-4e15-4928-8f93-7a0dfa1efb6b" providerId="ADAL" clId="{E9054DD1-CDF4-4BE2-A4C5-BD4B0395A89E}" dt="2026-07-01T15:49:09.682" v="15567" actId="20577"/>
          <ac:spMkLst>
            <pc:docMk/>
            <pc:sldMk cId="2532653130" sldId="281"/>
            <ac:spMk id="6" creationId="{71166A4F-AA36-D2E3-E308-25080AB421D5}"/>
          </ac:spMkLst>
        </pc:spChg>
      </pc:sldChg>
      <pc:sldChg chg="addSp delSp modSp mod">
        <pc:chgData name="DOWTY, PETER (DNR)" userId="01cf875a-4e15-4928-8f93-7a0dfa1efb6b" providerId="ADAL" clId="{E9054DD1-CDF4-4BE2-A4C5-BD4B0395A89E}" dt="2026-07-02T15:55:47.791" v="16157" actId="208"/>
        <pc:sldMkLst>
          <pc:docMk/>
          <pc:sldMk cId="1689912192" sldId="283"/>
        </pc:sldMkLst>
        <pc:spChg chg="add mod">
          <ac:chgData name="DOWTY, PETER (DNR)" userId="01cf875a-4e15-4928-8f93-7a0dfa1efb6b" providerId="ADAL" clId="{E9054DD1-CDF4-4BE2-A4C5-BD4B0395A89E}" dt="2026-07-02T14:40:15.967" v="15887" actId="208"/>
          <ac:spMkLst>
            <pc:docMk/>
            <pc:sldMk cId="1689912192" sldId="283"/>
            <ac:spMk id="2" creationId="{CCF8376D-20BB-2787-AB3C-54B6845F2A95}"/>
          </ac:spMkLst>
        </pc:spChg>
        <pc:spChg chg="add mod">
          <ac:chgData name="DOWTY, PETER (DNR)" userId="01cf875a-4e15-4928-8f93-7a0dfa1efb6b" providerId="ADAL" clId="{E9054DD1-CDF4-4BE2-A4C5-BD4B0395A89E}" dt="2026-07-02T14:41:55.909" v="15960" actId="114"/>
          <ac:spMkLst>
            <pc:docMk/>
            <pc:sldMk cId="1689912192" sldId="283"/>
            <ac:spMk id="5" creationId="{8CB592E9-FFDA-BC83-C014-EB434E7FD409}"/>
          </ac:spMkLst>
        </pc:spChg>
        <pc:spChg chg="add mod">
          <ac:chgData name="DOWTY, PETER (DNR)" userId="01cf875a-4e15-4928-8f93-7a0dfa1efb6b" providerId="ADAL" clId="{E9054DD1-CDF4-4BE2-A4C5-BD4B0395A89E}" dt="2026-07-02T15:55:47.791" v="16157" actId="208"/>
          <ac:spMkLst>
            <pc:docMk/>
            <pc:sldMk cId="1689912192" sldId="283"/>
            <ac:spMk id="6" creationId="{1439ED40-2A10-E60E-2045-7A5CE3FE21BF}"/>
          </ac:spMkLst>
        </pc:spChg>
        <pc:graphicFrameChg chg="add mod modGraphic">
          <ac:chgData name="DOWTY, PETER (DNR)" userId="01cf875a-4e15-4928-8f93-7a0dfa1efb6b" providerId="ADAL" clId="{E9054DD1-CDF4-4BE2-A4C5-BD4B0395A89E}" dt="2026-07-02T14:41:19.119" v="15916" actId="20577"/>
          <ac:graphicFrameMkLst>
            <pc:docMk/>
            <pc:sldMk cId="1689912192" sldId="283"/>
            <ac:graphicFrameMk id="3" creationId="{49ACDD01-6811-413B-4588-BD124AA1123F}"/>
          </ac:graphicFrameMkLst>
        </pc:graphicFrameChg>
      </pc:sldChg>
      <pc:sldChg chg="addSp delSp modSp mod">
        <pc:chgData name="DOWTY, PETER (DNR)" userId="01cf875a-4e15-4928-8f93-7a0dfa1efb6b" providerId="ADAL" clId="{E9054DD1-CDF4-4BE2-A4C5-BD4B0395A89E}" dt="2026-07-02T14:39:24.866" v="15885" actId="1582"/>
        <pc:sldMkLst>
          <pc:docMk/>
          <pc:sldMk cId="3134302452" sldId="292"/>
        </pc:sldMkLst>
        <pc:spChg chg="add mod">
          <ac:chgData name="DOWTY, PETER (DNR)" userId="01cf875a-4e15-4928-8f93-7a0dfa1efb6b" providerId="ADAL" clId="{E9054DD1-CDF4-4BE2-A4C5-BD4B0395A89E}" dt="2026-07-02T14:39:24.866" v="15885" actId="1582"/>
          <ac:spMkLst>
            <pc:docMk/>
            <pc:sldMk cId="3134302452" sldId="292"/>
            <ac:spMk id="3" creationId="{B8B9858E-8B30-1F1F-0EF3-A7D1F879DE7A}"/>
          </ac:spMkLst>
        </pc:spChg>
        <pc:spChg chg="mod">
          <ac:chgData name="DOWTY, PETER (DNR)" userId="01cf875a-4e15-4928-8f93-7a0dfa1efb6b" providerId="ADAL" clId="{E9054DD1-CDF4-4BE2-A4C5-BD4B0395A89E}" dt="2026-07-01T15:50:46.073" v="15600" actId="20577"/>
          <ac:spMkLst>
            <pc:docMk/>
            <pc:sldMk cId="3134302452" sldId="292"/>
            <ac:spMk id="5" creationId="{F3ADEC9A-5FF3-D75B-E079-CF3D871E39F0}"/>
          </ac:spMkLst>
        </pc:spChg>
        <pc:spChg chg="mod">
          <ac:chgData name="DOWTY, PETER (DNR)" userId="01cf875a-4e15-4928-8f93-7a0dfa1efb6b" providerId="ADAL" clId="{E9054DD1-CDF4-4BE2-A4C5-BD4B0395A89E}" dt="2026-07-02T14:38:43.068" v="15880" actId="208"/>
          <ac:spMkLst>
            <pc:docMk/>
            <pc:sldMk cId="3134302452" sldId="292"/>
            <ac:spMk id="8" creationId="{E3F8C15D-A137-1AA1-5F6F-B41F31613801}"/>
          </ac:spMkLst>
        </pc:spChg>
      </pc:sldChg>
      <pc:sldChg chg="addSp delSp modSp new mod">
        <pc:chgData name="DOWTY, PETER (DNR)" userId="01cf875a-4e15-4928-8f93-7a0dfa1efb6b" providerId="ADAL" clId="{E9054DD1-CDF4-4BE2-A4C5-BD4B0395A89E}" dt="2026-06-12T20:03:15.869" v="14878" actId="11529"/>
        <pc:sldMkLst>
          <pc:docMk/>
          <pc:sldMk cId="1516653873" sldId="293"/>
        </pc:sldMkLst>
        <pc:spChg chg="mod">
          <ac:chgData name="DOWTY, PETER (DNR)" userId="01cf875a-4e15-4928-8f93-7a0dfa1efb6b" providerId="ADAL" clId="{E9054DD1-CDF4-4BE2-A4C5-BD4B0395A89E}" dt="2026-06-11T21:24:00.424" v="14581" actId="1076"/>
          <ac:spMkLst>
            <pc:docMk/>
            <pc:sldMk cId="1516653873" sldId="293"/>
            <ac:spMk id="2" creationId="{3CB9ECB2-453E-0440-65C6-463FD2F97B26}"/>
          </ac:spMkLst>
        </pc:spChg>
        <pc:spChg chg="add mod">
          <ac:chgData name="DOWTY, PETER (DNR)" userId="01cf875a-4e15-4928-8f93-7a0dfa1efb6b" providerId="ADAL" clId="{E9054DD1-CDF4-4BE2-A4C5-BD4B0395A89E}" dt="2026-06-12T20:03:08.233" v="14877" actId="1076"/>
          <ac:spMkLst>
            <pc:docMk/>
            <pc:sldMk cId="1516653873" sldId="293"/>
            <ac:spMk id="4" creationId="{E6C1ADBB-D26A-7090-FBC9-CC9549763EF3}"/>
          </ac:spMkLst>
        </pc:spChg>
        <pc:spChg chg="add mod">
          <ac:chgData name="DOWTY, PETER (DNR)" userId="01cf875a-4e15-4928-8f93-7a0dfa1efb6b" providerId="ADAL" clId="{E9054DD1-CDF4-4BE2-A4C5-BD4B0395A89E}" dt="2026-06-11T23:03:22.854" v="14782" actId="20577"/>
          <ac:spMkLst>
            <pc:docMk/>
            <pc:sldMk cId="1516653873" sldId="293"/>
            <ac:spMk id="11" creationId="{98B15FDF-75FF-1BA8-D304-4150870574AC}"/>
          </ac:spMkLst>
        </pc:spChg>
        <pc:picChg chg="add mod">
          <ac:chgData name="DOWTY, PETER (DNR)" userId="01cf875a-4e15-4928-8f93-7a0dfa1efb6b" providerId="ADAL" clId="{E9054DD1-CDF4-4BE2-A4C5-BD4B0395A89E}" dt="2026-06-11T20:51:57.364" v="14578" actId="1076"/>
          <ac:picMkLst>
            <pc:docMk/>
            <pc:sldMk cId="1516653873" sldId="293"/>
            <ac:picMk id="8" creationId="{F11C776A-24E4-E47B-760C-EB2D4C0F711D}"/>
          </ac:picMkLst>
        </pc:picChg>
        <pc:picChg chg="add mod">
          <ac:chgData name="DOWTY, PETER (DNR)" userId="01cf875a-4e15-4928-8f93-7a0dfa1efb6b" providerId="ADAL" clId="{E9054DD1-CDF4-4BE2-A4C5-BD4B0395A89E}" dt="2026-06-11T20:52:53.082" v="14580" actId="1076"/>
          <ac:picMkLst>
            <pc:docMk/>
            <pc:sldMk cId="1516653873" sldId="293"/>
            <ac:picMk id="10" creationId="{5278D628-B96F-F0FD-BEC3-38194DE3BA7E}"/>
          </ac:picMkLst>
        </pc:picChg>
        <pc:cxnChg chg="add mod">
          <ac:chgData name="DOWTY, PETER (DNR)" userId="01cf875a-4e15-4928-8f93-7a0dfa1efb6b" providerId="ADAL" clId="{E9054DD1-CDF4-4BE2-A4C5-BD4B0395A89E}" dt="2026-06-12T20:02:24.332" v="14786" actId="1036"/>
          <ac:cxnSpMkLst>
            <pc:docMk/>
            <pc:sldMk cId="1516653873" sldId="293"/>
            <ac:cxnSpMk id="5" creationId="{251083E6-675B-004C-4D2B-D71A76F08BD3}"/>
          </ac:cxnSpMkLst>
        </pc:cxnChg>
        <pc:cxnChg chg="add">
          <ac:chgData name="DOWTY, PETER (DNR)" userId="01cf875a-4e15-4928-8f93-7a0dfa1efb6b" providerId="ADAL" clId="{E9054DD1-CDF4-4BE2-A4C5-BD4B0395A89E}" dt="2026-06-12T20:03:15.869" v="14878" actId="11529"/>
          <ac:cxnSpMkLst>
            <pc:docMk/>
            <pc:sldMk cId="1516653873" sldId="293"/>
            <ac:cxnSpMk id="15" creationId="{0E665843-C6D4-7788-8A81-D19ED514BD69}"/>
          </ac:cxnSpMkLst>
        </pc:cxnChg>
      </pc:sldChg>
      <pc:sldChg chg="addSp delSp modSp new mod">
        <pc:chgData name="DOWTY, PETER (DNR)" userId="01cf875a-4e15-4928-8f93-7a0dfa1efb6b" providerId="ADAL" clId="{E9054DD1-CDF4-4BE2-A4C5-BD4B0395A89E}" dt="2026-06-10T23:52:46.866" v="14238" actId="478"/>
        <pc:sldMkLst>
          <pc:docMk/>
          <pc:sldMk cId="1080191347" sldId="302"/>
        </pc:sldMkLst>
        <pc:spChg chg="mod">
          <ac:chgData name="DOWTY, PETER (DNR)" userId="01cf875a-4e15-4928-8f93-7a0dfa1efb6b" providerId="ADAL" clId="{E9054DD1-CDF4-4BE2-A4C5-BD4B0395A89E}" dt="2026-06-10T19:54:09.094" v="14134" actId="255"/>
          <ac:spMkLst>
            <pc:docMk/>
            <pc:sldMk cId="1080191347" sldId="302"/>
            <ac:spMk id="3" creationId="{8110A3D7-C4FB-1C83-A200-76837EBCE228}"/>
          </ac:spMkLst>
        </pc:spChg>
        <pc:spChg chg="mod">
          <ac:chgData name="DOWTY, PETER (DNR)" userId="01cf875a-4e15-4928-8f93-7a0dfa1efb6b" providerId="ADAL" clId="{E9054DD1-CDF4-4BE2-A4C5-BD4B0395A89E}" dt="2026-06-10T23:46:06.498" v="14218" actId="1035"/>
          <ac:spMkLst>
            <pc:docMk/>
            <pc:sldMk cId="1080191347" sldId="302"/>
            <ac:spMk id="13" creationId="{B5800FFF-7611-C428-D8AA-524DA9785E78}"/>
          </ac:spMkLst>
        </pc:spChg>
        <pc:spChg chg="mod">
          <ac:chgData name="DOWTY, PETER (DNR)" userId="01cf875a-4e15-4928-8f93-7a0dfa1efb6b" providerId="ADAL" clId="{E9054DD1-CDF4-4BE2-A4C5-BD4B0395A89E}" dt="2026-06-10T23:51:24.724" v="14232" actId="255"/>
          <ac:spMkLst>
            <pc:docMk/>
            <pc:sldMk cId="1080191347" sldId="302"/>
            <ac:spMk id="14" creationId="{8C33BD06-B30D-B6EF-C110-1688C122209E}"/>
          </ac:spMkLst>
        </pc:spChg>
        <pc:spChg chg="mod">
          <ac:chgData name="DOWTY, PETER (DNR)" userId="01cf875a-4e15-4928-8f93-7a0dfa1efb6b" providerId="ADAL" clId="{E9054DD1-CDF4-4BE2-A4C5-BD4B0395A89E}" dt="2026-06-10T19:52:27.329" v="14130" actId="255"/>
          <ac:spMkLst>
            <pc:docMk/>
            <pc:sldMk cId="1080191347" sldId="302"/>
            <ac:spMk id="15" creationId="{966E100B-84E3-DAB6-AC32-CE5766CC72A5}"/>
          </ac:spMkLst>
        </pc:spChg>
        <pc:spChg chg="mod">
          <ac:chgData name="DOWTY, PETER (DNR)" userId="01cf875a-4e15-4928-8f93-7a0dfa1efb6b" providerId="ADAL" clId="{E9054DD1-CDF4-4BE2-A4C5-BD4B0395A89E}" dt="2026-06-10T23:50:19.371" v="14231" actId="255"/>
          <ac:spMkLst>
            <pc:docMk/>
            <pc:sldMk cId="1080191347" sldId="302"/>
            <ac:spMk id="17" creationId="{5CC19D89-2E0F-8942-F81C-349299689EC2}"/>
          </ac:spMkLst>
        </pc:spChg>
        <pc:spChg chg="mod">
          <ac:chgData name="DOWTY, PETER (DNR)" userId="01cf875a-4e15-4928-8f93-7a0dfa1efb6b" providerId="ADAL" clId="{E9054DD1-CDF4-4BE2-A4C5-BD4B0395A89E}" dt="2026-06-10T19:52:31.571" v="14131" actId="255"/>
          <ac:spMkLst>
            <pc:docMk/>
            <pc:sldMk cId="1080191347" sldId="302"/>
            <ac:spMk id="19" creationId="{1214ADD2-1773-4F92-44C7-3A15CE7BB40C}"/>
          </ac:spMkLst>
        </pc:spChg>
        <pc:spChg chg="mod">
          <ac:chgData name="DOWTY, PETER (DNR)" userId="01cf875a-4e15-4928-8f93-7a0dfa1efb6b" providerId="ADAL" clId="{E9054DD1-CDF4-4BE2-A4C5-BD4B0395A89E}" dt="2026-06-10T23:28:23.957" v="14156" actId="20577"/>
          <ac:spMkLst>
            <pc:docMk/>
            <pc:sldMk cId="1080191347" sldId="302"/>
            <ac:spMk id="21" creationId="{972BC3C7-B01B-E3E2-306F-2D831BC47D3B}"/>
          </ac:spMkLst>
        </pc:spChg>
        <pc:spChg chg="mod">
          <ac:chgData name="DOWTY, PETER (DNR)" userId="01cf875a-4e15-4928-8f93-7a0dfa1efb6b" providerId="ADAL" clId="{E9054DD1-CDF4-4BE2-A4C5-BD4B0395A89E}" dt="2026-06-10T19:52:35.910" v="14132" actId="255"/>
          <ac:spMkLst>
            <pc:docMk/>
            <pc:sldMk cId="1080191347" sldId="302"/>
            <ac:spMk id="22" creationId="{1D247A57-E1B6-9B0B-8F6B-E131E0CB4748}"/>
          </ac:spMkLst>
        </pc:spChg>
        <pc:spChg chg="mod">
          <ac:chgData name="DOWTY, PETER (DNR)" userId="01cf875a-4e15-4928-8f93-7a0dfa1efb6b" providerId="ADAL" clId="{E9054DD1-CDF4-4BE2-A4C5-BD4B0395A89E}" dt="2026-06-10T19:52:22.955" v="14129" actId="255"/>
          <ac:spMkLst>
            <pc:docMk/>
            <pc:sldMk cId="1080191347" sldId="302"/>
            <ac:spMk id="23" creationId="{F4054005-B522-6C17-0561-68EF1063906B}"/>
          </ac:spMkLst>
        </pc:spChg>
        <pc:spChg chg="mod">
          <ac:chgData name="DOWTY, PETER (DNR)" userId="01cf875a-4e15-4928-8f93-7a0dfa1efb6b" providerId="ADAL" clId="{E9054DD1-CDF4-4BE2-A4C5-BD4B0395A89E}" dt="2026-06-10T19:52:17.173" v="14128" actId="255"/>
          <ac:spMkLst>
            <pc:docMk/>
            <pc:sldMk cId="1080191347" sldId="302"/>
            <ac:spMk id="24" creationId="{A07D71C0-6478-95C2-434E-C8C14D578D1D}"/>
          </ac:spMkLst>
        </pc:spChg>
        <pc:spChg chg="mod">
          <ac:chgData name="DOWTY, PETER (DNR)" userId="01cf875a-4e15-4928-8f93-7a0dfa1efb6b" providerId="ADAL" clId="{E9054DD1-CDF4-4BE2-A4C5-BD4B0395A89E}" dt="2026-06-10T19:51:55.740" v="14127" actId="255"/>
          <ac:spMkLst>
            <pc:docMk/>
            <pc:sldMk cId="1080191347" sldId="302"/>
            <ac:spMk id="25" creationId="{A4C45E72-8F99-B1E5-C180-E49562B77EAF}"/>
          </ac:spMkLst>
        </pc:spChg>
        <pc:spChg chg="add mod">
          <ac:chgData name="DOWTY, PETER (DNR)" userId="01cf875a-4e15-4928-8f93-7a0dfa1efb6b" providerId="ADAL" clId="{E9054DD1-CDF4-4BE2-A4C5-BD4B0395A89E}" dt="2026-06-10T20:53:02.629" v="14149" actId="1076"/>
          <ac:spMkLst>
            <pc:docMk/>
            <pc:sldMk cId="1080191347" sldId="302"/>
            <ac:spMk id="28" creationId="{8C8E5CDA-6BA6-632E-9A67-DF99BBD20B33}"/>
          </ac:spMkLst>
        </pc:spChg>
        <pc:spChg chg="add mod">
          <ac:chgData name="DOWTY, PETER (DNR)" userId="01cf875a-4e15-4928-8f93-7a0dfa1efb6b" providerId="ADAL" clId="{E9054DD1-CDF4-4BE2-A4C5-BD4B0395A89E}" dt="2026-06-10T23:43:01.080" v="14165" actId="1076"/>
          <ac:spMkLst>
            <pc:docMk/>
            <pc:sldMk cId="1080191347" sldId="302"/>
            <ac:spMk id="41" creationId="{635AEB7B-4596-306B-B630-DD51CB842583}"/>
          </ac:spMkLst>
        </pc:spChg>
        <pc:spChg chg="add mod">
          <ac:chgData name="DOWTY, PETER (DNR)" userId="01cf875a-4e15-4928-8f93-7a0dfa1efb6b" providerId="ADAL" clId="{E9054DD1-CDF4-4BE2-A4C5-BD4B0395A89E}" dt="2026-06-10T23:43:12.820" v="14169" actId="1076"/>
          <ac:spMkLst>
            <pc:docMk/>
            <pc:sldMk cId="1080191347" sldId="302"/>
            <ac:spMk id="42" creationId="{542B2A1E-C2EE-EE35-75BC-09835ACC7E8F}"/>
          </ac:spMkLst>
        </pc:spChg>
        <pc:spChg chg="add mod">
          <ac:chgData name="DOWTY, PETER (DNR)" userId="01cf875a-4e15-4928-8f93-7a0dfa1efb6b" providerId="ADAL" clId="{E9054DD1-CDF4-4BE2-A4C5-BD4B0395A89E}" dt="2026-06-10T23:43:24.107" v="14173" actId="1076"/>
          <ac:spMkLst>
            <pc:docMk/>
            <pc:sldMk cId="1080191347" sldId="302"/>
            <ac:spMk id="43" creationId="{8B8D7897-74E2-7976-6B81-C25C7B217551}"/>
          </ac:spMkLst>
        </pc:spChg>
        <pc:spChg chg="add mod">
          <ac:chgData name="DOWTY, PETER (DNR)" userId="01cf875a-4e15-4928-8f93-7a0dfa1efb6b" providerId="ADAL" clId="{E9054DD1-CDF4-4BE2-A4C5-BD4B0395A89E}" dt="2026-06-10T23:43:57.561" v="14176" actId="1076"/>
          <ac:spMkLst>
            <pc:docMk/>
            <pc:sldMk cId="1080191347" sldId="302"/>
            <ac:spMk id="44" creationId="{A36FB7A9-1195-2834-C4BE-1D26DCA4D34E}"/>
          </ac:spMkLst>
        </pc:spChg>
        <pc:spChg chg="add mod">
          <ac:chgData name="DOWTY, PETER (DNR)" userId="01cf875a-4e15-4928-8f93-7a0dfa1efb6b" providerId="ADAL" clId="{E9054DD1-CDF4-4BE2-A4C5-BD4B0395A89E}" dt="2026-06-10T23:44:09.176" v="14180" actId="1076"/>
          <ac:spMkLst>
            <pc:docMk/>
            <pc:sldMk cId="1080191347" sldId="302"/>
            <ac:spMk id="45" creationId="{0B6D04A2-402E-7BE8-5F72-B3D43A40B8FF}"/>
          </ac:spMkLst>
        </pc:spChg>
        <pc:spChg chg="add mod">
          <ac:chgData name="DOWTY, PETER (DNR)" userId="01cf875a-4e15-4928-8f93-7a0dfa1efb6b" providerId="ADAL" clId="{E9054DD1-CDF4-4BE2-A4C5-BD4B0395A89E}" dt="2026-06-10T23:45:26.441" v="14205" actId="12788"/>
          <ac:spMkLst>
            <pc:docMk/>
            <pc:sldMk cId="1080191347" sldId="302"/>
            <ac:spMk id="46" creationId="{5FE5306A-403D-AACD-D6A4-D2DB577A546C}"/>
          </ac:spMkLst>
        </pc:spChg>
        <pc:spChg chg="add mod">
          <ac:chgData name="DOWTY, PETER (DNR)" userId="01cf875a-4e15-4928-8f93-7a0dfa1efb6b" providerId="ADAL" clId="{E9054DD1-CDF4-4BE2-A4C5-BD4B0395A89E}" dt="2026-06-10T23:52:35.942" v="14237" actId="20577"/>
          <ac:spMkLst>
            <pc:docMk/>
            <pc:sldMk cId="1080191347" sldId="302"/>
            <ac:spMk id="47" creationId="{F6F3DAE4-E7A7-CF2A-A571-FA981DBDCE25}"/>
          </ac:spMkLst>
        </pc:spChg>
        <pc:spChg chg="add mod">
          <ac:chgData name="DOWTY, PETER (DNR)" userId="01cf875a-4e15-4928-8f93-7a0dfa1efb6b" providerId="ADAL" clId="{E9054DD1-CDF4-4BE2-A4C5-BD4B0395A89E}" dt="2026-06-10T23:45:26.441" v="14205" actId="12788"/>
          <ac:spMkLst>
            <pc:docMk/>
            <pc:sldMk cId="1080191347" sldId="302"/>
            <ac:spMk id="48" creationId="{CDBA4DC4-A9E3-B7AA-102B-7DC9052D0BA5}"/>
          </ac:spMkLst>
        </pc:spChg>
        <pc:spChg chg="add mod">
          <ac:chgData name="DOWTY, PETER (DNR)" userId="01cf875a-4e15-4928-8f93-7a0dfa1efb6b" providerId="ADAL" clId="{E9054DD1-CDF4-4BE2-A4C5-BD4B0395A89E}" dt="2026-06-10T23:45:26.441" v="14205" actId="12788"/>
          <ac:spMkLst>
            <pc:docMk/>
            <pc:sldMk cId="1080191347" sldId="302"/>
            <ac:spMk id="49" creationId="{2E119186-B23E-732A-259A-240C0522E2B8}"/>
          </ac:spMkLst>
        </pc:spChg>
        <pc:spChg chg="add mod">
          <ac:chgData name="DOWTY, PETER (DNR)" userId="01cf875a-4e15-4928-8f93-7a0dfa1efb6b" providerId="ADAL" clId="{E9054DD1-CDF4-4BE2-A4C5-BD4B0395A89E}" dt="2026-06-10T23:45:49.427" v="14209" actId="1076"/>
          <ac:spMkLst>
            <pc:docMk/>
            <pc:sldMk cId="1080191347" sldId="302"/>
            <ac:spMk id="50" creationId="{739A4842-212E-5FEB-0F57-F74F16D77259}"/>
          </ac:spMkLst>
        </pc:spChg>
        <pc:spChg chg="add mod">
          <ac:chgData name="DOWTY, PETER (DNR)" userId="01cf875a-4e15-4928-8f93-7a0dfa1efb6b" providerId="ADAL" clId="{E9054DD1-CDF4-4BE2-A4C5-BD4B0395A89E}" dt="2026-06-10T23:49:46.495" v="14223" actId="1076"/>
          <ac:spMkLst>
            <pc:docMk/>
            <pc:sldMk cId="1080191347" sldId="302"/>
            <ac:spMk id="51" creationId="{5B86EBF4-5AE5-2037-E20A-6EE11F8A1726}"/>
          </ac:spMkLst>
        </pc:spChg>
        <pc:spChg chg="add mod">
          <ac:chgData name="DOWTY, PETER (DNR)" userId="01cf875a-4e15-4928-8f93-7a0dfa1efb6b" providerId="ADAL" clId="{E9054DD1-CDF4-4BE2-A4C5-BD4B0395A89E}" dt="2026-06-10T23:49:59.603" v="14226" actId="1076"/>
          <ac:spMkLst>
            <pc:docMk/>
            <pc:sldMk cId="1080191347" sldId="302"/>
            <ac:spMk id="52" creationId="{EB617B18-6495-130D-F389-AF5922343FAF}"/>
          </ac:spMkLst>
        </pc:spChg>
        <pc:spChg chg="add mod">
          <ac:chgData name="DOWTY, PETER (DNR)" userId="01cf875a-4e15-4928-8f93-7a0dfa1efb6b" providerId="ADAL" clId="{E9054DD1-CDF4-4BE2-A4C5-BD4B0395A89E}" dt="2026-06-10T23:50:07.753" v="14230" actId="1076"/>
          <ac:spMkLst>
            <pc:docMk/>
            <pc:sldMk cId="1080191347" sldId="302"/>
            <ac:spMk id="53" creationId="{8A69C396-DF57-28AE-7A96-5D34B7987002}"/>
          </ac:spMkLst>
        </pc:spChg>
        <pc:cxnChg chg="add mod">
          <ac:chgData name="DOWTY, PETER (DNR)" userId="01cf875a-4e15-4928-8f93-7a0dfa1efb6b" providerId="ADAL" clId="{E9054DD1-CDF4-4BE2-A4C5-BD4B0395A89E}" dt="2026-06-10T19:47:23.148" v="14126" actId="552"/>
          <ac:cxnSpMkLst>
            <pc:docMk/>
            <pc:sldMk cId="1080191347" sldId="302"/>
            <ac:cxnSpMk id="36" creationId="{91829517-0263-8CA8-B2F8-9B79CB6292D3}"/>
          </ac:cxnSpMkLst>
        </pc:cxnChg>
        <pc:cxnChg chg="add mod">
          <ac:chgData name="DOWTY, PETER (DNR)" userId="01cf875a-4e15-4928-8f93-7a0dfa1efb6b" providerId="ADAL" clId="{E9054DD1-CDF4-4BE2-A4C5-BD4B0395A89E}" dt="2026-06-10T19:47:23.148" v="14126" actId="552"/>
          <ac:cxnSpMkLst>
            <pc:docMk/>
            <pc:sldMk cId="1080191347" sldId="302"/>
            <ac:cxnSpMk id="38" creationId="{94168204-2691-E128-CBDC-84383371E212}"/>
          </ac:cxnSpMkLst>
        </pc:cxnChg>
      </pc:sldChg>
      <pc:sldChg chg="addSp delSp modSp new mod">
        <pc:chgData name="DOWTY, PETER (DNR)" userId="01cf875a-4e15-4928-8f93-7a0dfa1efb6b" providerId="ADAL" clId="{E9054DD1-CDF4-4BE2-A4C5-BD4B0395A89E}" dt="2026-07-06T18:22:58.345" v="17460" actId="14100"/>
        <pc:sldMkLst>
          <pc:docMk/>
          <pc:sldMk cId="2110894095" sldId="304"/>
        </pc:sldMkLst>
        <pc:spChg chg="add mod">
          <ac:chgData name="DOWTY, PETER (DNR)" userId="01cf875a-4e15-4928-8f93-7a0dfa1efb6b" providerId="ADAL" clId="{E9054DD1-CDF4-4BE2-A4C5-BD4B0395A89E}" dt="2026-07-01T13:41:34.050" v="15107" actId="1582"/>
          <ac:spMkLst>
            <pc:docMk/>
            <pc:sldMk cId="2110894095" sldId="304"/>
            <ac:spMk id="2" creationId="{6E70B15B-5A04-7DDA-153D-CC02A3E0C64D}"/>
          </ac:spMkLst>
        </pc:spChg>
        <pc:spChg chg="mod">
          <ac:chgData name="DOWTY, PETER (DNR)" userId="01cf875a-4e15-4928-8f93-7a0dfa1efb6b" providerId="ADAL" clId="{E9054DD1-CDF4-4BE2-A4C5-BD4B0395A89E}" dt="2026-07-06T18:22:58.345" v="17460" actId="14100"/>
          <ac:spMkLst>
            <pc:docMk/>
            <pc:sldMk cId="2110894095" sldId="304"/>
            <ac:spMk id="5" creationId="{B4549503-DBBF-AB98-796C-BC52F201C067}"/>
          </ac:spMkLst>
        </pc:spChg>
        <pc:spChg chg="add mod">
          <ac:chgData name="DOWTY, PETER (DNR)" userId="01cf875a-4e15-4928-8f93-7a0dfa1efb6b" providerId="ADAL" clId="{E9054DD1-CDF4-4BE2-A4C5-BD4B0395A89E}" dt="2026-07-06T18:12:32.964" v="17427" actId="1076"/>
          <ac:spMkLst>
            <pc:docMk/>
            <pc:sldMk cId="2110894095" sldId="304"/>
            <ac:spMk id="22" creationId="{88DC68B4-BF1D-0EE6-8C25-0368BE981085}"/>
          </ac:spMkLst>
        </pc:spChg>
        <pc:spChg chg="add mod">
          <ac:chgData name="DOWTY, PETER (DNR)" userId="01cf875a-4e15-4928-8f93-7a0dfa1efb6b" providerId="ADAL" clId="{E9054DD1-CDF4-4BE2-A4C5-BD4B0395A89E}" dt="2026-07-01T13:42:10.917" v="15110" actId="1076"/>
          <ac:spMkLst>
            <pc:docMk/>
            <pc:sldMk cId="2110894095" sldId="304"/>
            <ac:spMk id="23" creationId="{0444A720-0743-A403-29F0-D186B9756847}"/>
          </ac:spMkLst>
        </pc:spChg>
        <pc:spChg chg="add mod">
          <ac:chgData name="DOWTY, PETER (DNR)" userId="01cf875a-4e15-4928-8f93-7a0dfa1efb6b" providerId="ADAL" clId="{E9054DD1-CDF4-4BE2-A4C5-BD4B0395A89E}" dt="2026-07-06T18:12:43.579" v="17437" actId="1076"/>
          <ac:spMkLst>
            <pc:docMk/>
            <pc:sldMk cId="2110894095" sldId="304"/>
            <ac:spMk id="32" creationId="{043890F3-2FF5-3EE9-BEFE-029EBAE5476F}"/>
          </ac:spMkLst>
        </pc:spChg>
        <pc:spChg chg="add mod">
          <ac:chgData name="DOWTY, PETER (DNR)" userId="01cf875a-4e15-4928-8f93-7a0dfa1efb6b" providerId="ADAL" clId="{E9054DD1-CDF4-4BE2-A4C5-BD4B0395A89E}" dt="2026-07-01T13:43:28.197" v="15126" actId="404"/>
          <ac:spMkLst>
            <pc:docMk/>
            <pc:sldMk cId="2110894095" sldId="304"/>
            <ac:spMk id="38" creationId="{50175EB2-9FBE-7FBA-E6FA-88ED70757978}"/>
          </ac:spMkLst>
        </pc:spChg>
        <pc:spChg chg="add mod">
          <ac:chgData name="DOWTY, PETER (DNR)" userId="01cf875a-4e15-4928-8f93-7a0dfa1efb6b" providerId="ADAL" clId="{E9054DD1-CDF4-4BE2-A4C5-BD4B0395A89E}" dt="2026-07-01T14:24:34.635" v="15402" actId="20577"/>
          <ac:spMkLst>
            <pc:docMk/>
            <pc:sldMk cId="2110894095" sldId="304"/>
            <ac:spMk id="39" creationId="{34ACC4D5-9E72-0DAC-9681-B6ABD71BC02B}"/>
          </ac:spMkLst>
        </pc:spChg>
        <pc:spChg chg="add mod">
          <ac:chgData name="DOWTY, PETER (DNR)" userId="01cf875a-4e15-4928-8f93-7a0dfa1efb6b" providerId="ADAL" clId="{E9054DD1-CDF4-4BE2-A4C5-BD4B0395A89E}" dt="2026-07-01T14:02:20.877" v="15262" actId="1076"/>
          <ac:spMkLst>
            <pc:docMk/>
            <pc:sldMk cId="2110894095" sldId="304"/>
            <ac:spMk id="41" creationId="{601C28DC-7560-8771-161A-36CD251E943B}"/>
          </ac:spMkLst>
        </pc:spChg>
        <pc:spChg chg="add mod">
          <ac:chgData name="DOWTY, PETER (DNR)" userId="01cf875a-4e15-4928-8f93-7a0dfa1efb6b" providerId="ADAL" clId="{E9054DD1-CDF4-4BE2-A4C5-BD4B0395A89E}" dt="2026-07-06T18:22:27.694" v="17447" actId="1076"/>
          <ac:spMkLst>
            <pc:docMk/>
            <pc:sldMk cId="2110894095" sldId="304"/>
            <ac:spMk id="43" creationId="{D6889D99-37D1-BFB2-809A-41214F78FAE0}"/>
          </ac:spMkLst>
        </pc:spChg>
        <pc:spChg chg="add mod">
          <ac:chgData name="DOWTY, PETER (DNR)" userId="01cf875a-4e15-4928-8f93-7a0dfa1efb6b" providerId="ADAL" clId="{E9054DD1-CDF4-4BE2-A4C5-BD4B0395A89E}" dt="2026-07-01T14:03:23.408" v="15281" actId="14100"/>
          <ac:spMkLst>
            <pc:docMk/>
            <pc:sldMk cId="2110894095" sldId="304"/>
            <ac:spMk id="44" creationId="{6268258F-81FA-9AA1-054F-0FD315FE1092}"/>
          </ac:spMkLst>
        </pc:spChg>
        <pc:spChg chg="add mod">
          <ac:chgData name="DOWTY, PETER (DNR)" userId="01cf875a-4e15-4928-8f93-7a0dfa1efb6b" providerId="ADAL" clId="{E9054DD1-CDF4-4BE2-A4C5-BD4B0395A89E}" dt="2026-07-01T14:04:08.955" v="15288" actId="206"/>
          <ac:spMkLst>
            <pc:docMk/>
            <pc:sldMk cId="2110894095" sldId="304"/>
            <ac:spMk id="46" creationId="{3B1D2915-3037-DF3A-60E7-90C803308208}"/>
          </ac:spMkLst>
        </pc:spChg>
      </pc:sldChg>
      <pc:sldChg chg="addSp modSp mod">
        <pc:chgData name="DOWTY, PETER (DNR)" userId="01cf875a-4e15-4928-8f93-7a0dfa1efb6b" providerId="ADAL" clId="{E9054DD1-CDF4-4BE2-A4C5-BD4B0395A89E}" dt="2026-06-11T14:31:09.413" v="14454" actId="1076"/>
        <pc:sldMkLst>
          <pc:docMk/>
          <pc:sldMk cId="4159988265" sldId="305"/>
        </pc:sldMkLst>
        <pc:spChg chg="mod">
          <ac:chgData name="DOWTY, PETER (DNR)" userId="01cf875a-4e15-4928-8f93-7a0dfa1efb6b" providerId="ADAL" clId="{E9054DD1-CDF4-4BE2-A4C5-BD4B0395A89E}" dt="2026-06-11T14:28:52.350" v="14402" actId="1076"/>
          <ac:spMkLst>
            <pc:docMk/>
            <pc:sldMk cId="4159988265" sldId="305"/>
            <ac:spMk id="2" creationId="{5261260A-4643-3DBE-23EE-CC619DF3E45E}"/>
          </ac:spMkLst>
        </pc:spChg>
        <pc:spChg chg="mod">
          <ac:chgData name="DOWTY, PETER (DNR)" userId="01cf875a-4e15-4928-8f93-7a0dfa1efb6b" providerId="ADAL" clId="{E9054DD1-CDF4-4BE2-A4C5-BD4B0395A89E}" dt="2026-06-11T14:28:52.350" v="14402" actId="1076"/>
          <ac:spMkLst>
            <pc:docMk/>
            <pc:sldMk cId="4159988265" sldId="305"/>
            <ac:spMk id="3" creationId="{0668EAF3-6E44-3B77-3035-DF336B6461A4}"/>
          </ac:spMkLst>
        </pc:spChg>
        <pc:spChg chg="mod">
          <ac:chgData name="DOWTY, PETER (DNR)" userId="01cf875a-4e15-4928-8f93-7a0dfa1efb6b" providerId="ADAL" clId="{E9054DD1-CDF4-4BE2-A4C5-BD4B0395A89E}" dt="2026-06-11T14:28:52.350" v="14402" actId="1076"/>
          <ac:spMkLst>
            <pc:docMk/>
            <pc:sldMk cId="4159988265" sldId="305"/>
            <ac:spMk id="4" creationId="{B51C0C62-C104-C006-9AAE-F5E514B5C605}"/>
          </ac:spMkLst>
        </pc:spChg>
        <pc:spChg chg="mod">
          <ac:chgData name="DOWTY, PETER (DNR)" userId="01cf875a-4e15-4928-8f93-7a0dfa1efb6b" providerId="ADAL" clId="{E9054DD1-CDF4-4BE2-A4C5-BD4B0395A89E}" dt="2026-06-11T14:28:52.350" v="14402" actId="1076"/>
          <ac:spMkLst>
            <pc:docMk/>
            <pc:sldMk cId="4159988265" sldId="305"/>
            <ac:spMk id="5" creationId="{2F96AC05-9E3E-DB42-D41F-EFBB08092BB5}"/>
          </ac:spMkLst>
        </pc:spChg>
        <pc:spChg chg="mod">
          <ac:chgData name="DOWTY, PETER (DNR)" userId="01cf875a-4e15-4928-8f93-7a0dfa1efb6b" providerId="ADAL" clId="{E9054DD1-CDF4-4BE2-A4C5-BD4B0395A89E}" dt="2026-06-11T14:28:52.350" v="14402" actId="1076"/>
          <ac:spMkLst>
            <pc:docMk/>
            <pc:sldMk cId="4159988265" sldId="305"/>
            <ac:spMk id="6" creationId="{3B246F87-B561-21D8-77EE-F54510DDEE03}"/>
          </ac:spMkLst>
        </pc:spChg>
        <pc:spChg chg="mod">
          <ac:chgData name="DOWTY, PETER (DNR)" userId="01cf875a-4e15-4928-8f93-7a0dfa1efb6b" providerId="ADAL" clId="{E9054DD1-CDF4-4BE2-A4C5-BD4B0395A89E}" dt="2026-06-11T14:28:52.350" v="14402" actId="1076"/>
          <ac:spMkLst>
            <pc:docMk/>
            <pc:sldMk cId="4159988265" sldId="305"/>
            <ac:spMk id="7" creationId="{1F45376D-A261-7C81-C33D-CA48C8766101}"/>
          </ac:spMkLst>
        </pc:spChg>
        <pc:spChg chg="mod">
          <ac:chgData name="DOWTY, PETER (DNR)" userId="01cf875a-4e15-4928-8f93-7a0dfa1efb6b" providerId="ADAL" clId="{E9054DD1-CDF4-4BE2-A4C5-BD4B0395A89E}" dt="2026-06-11T14:28:52.350" v="14402" actId="1076"/>
          <ac:spMkLst>
            <pc:docMk/>
            <pc:sldMk cId="4159988265" sldId="305"/>
            <ac:spMk id="9" creationId="{E0CE7953-330E-2114-FD94-19078918818B}"/>
          </ac:spMkLst>
        </pc:spChg>
        <pc:spChg chg="mod">
          <ac:chgData name="DOWTY, PETER (DNR)" userId="01cf875a-4e15-4928-8f93-7a0dfa1efb6b" providerId="ADAL" clId="{E9054DD1-CDF4-4BE2-A4C5-BD4B0395A89E}" dt="2026-06-11T14:28:52.350" v="14402" actId="1076"/>
          <ac:spMkLst>
            <pc:docMk/>
            <pc:sldMk cId="4159988265" sldId="305"/>
            <ac:spMk id="10" creationId="{0E6CB3BA-453C-3F80-80F9-5D6418ACA9DC}"/>
          </ac:spMkLst>
        </pc:spChg>
        <pc:spChg chg="mod">
          <ac:chgData name="DOWTY, PETER (DNR)" userId="01cf875a-4e15-4928-8f93-7a0dfa1efb6b" providerId="ADAL" clId="{E9054DD1-CDF4-4BE2-A4C5-BD4B0395A89E}" dt="2026-06-11T14:28:52.350" v="14402" actId="1076"/>
          <ac:spMkLst>
            <pc:docMk/>
            <pc:sldMk cId="4159988265" sldId="305"/>
            <ac:spMk id="11" creationId="{FFB3E4DB-727B-FA67-797F-58E77A9817FF}"/>
          </ac:spMkLst>
        </pc:spChg>
        <pc:spChg chg="mod">
          <ac:chgData name="DOWTY, PETER (DNR)" userId="01cf875a-4e15-4928-8f93-7a0dfa1efb6b" providerId="ADAL" clId="{E9054DD1-CDF4-4BE2-A4C5-BD4B0395A89E}" dt="2026-06-11T14:28:52.350" v="14402" actId="1076"/>
          <ac:spMkLst>
            <pc:docMk/>
            <pc:sldMk cId="4159988265" sldId="305"/>
            <ac:spMk id="12" creationId="{93C45B0B-353C-0F8F-7856-80F852E7F70F}"/>
          </ac:spMkLst>
        </pc:spChg>
        <pc:spChg chg="mod">
          <ac:chgData name="DOWTY, PETER (DNR)" userId="01cf875a-4e15-4928-8f93-7a0dfa1efb6b" providerId="ADAL" clId="{E9054DD1-CDF4-4BE2-A4C5-BD4B0395A89E}" dt="2026-06-11T14:29:07.398" v="14404" actId="164"/>
          <ac:spMkLst>
            <pc:docMk/>
            <pc:sldMk cId="4159988265" sldId="305"/>
            <ac:spMk id="13" creationId="{289B1E57-7C10-F521-9D40-B2BF673C4611}"/>
          </ac:spMkLst>
        </pc:spChg>
        <pc:spChg chg="mod">
          <ac:chgData name="DOWTY, PETER (DNR)" userId="01cf875a-4e15-4928-8f93-7a0dfa1efb6b" providerId="ADAL" clId="{E9054DD1-CDF4-4BE2-A4C5-BD4B0395A89E}" dt="2026-06-11T14:29:07.398" v="14404" actId="164"/>
          <ac:spMkLst>
            <pc:docMk/>
            <pc:sldMk cId="4159988265" sldId="305"/>
            <ac:spMk id="14" creationId="{EDDC45BF-A7E6-18BE-7CD1-3C21362976BF}"/>
          </ac:spMkLst>
        </pc:spChg>
        <pc:spChg chg="mod">
          <ac:chgData name="DOWTY, PETER (DNR)" userId="01cf875a-4e15-4928-8f93-7a0dfa1efb6b" providerId="ADAL" clId="{E9054DD1-CDF4-4BE2-A4C5-BD4B0395A89E}" dt="2026-06-11T14:30:03.911" v="14411" actId="164"/>
          <ac:spMkLst>
            <pc:docMk/>
            <pc:sldMk cId="4159988265" sldId="305"/>
            <ac:spMk id="15" creationId="{586BB7C5-A8DD-2C03-C718-AF104043BBC9}"/>
          </ac:spMkLst>
        </pc:spChg>
        <pc:spChg chg="mod">
          <ac:chgData name="DOWTY, PETER (DNR)" userId="01cf875a-4e15-4928-8f93-7a0dfa1efb6b" providerId="ADAL" clId="{E9054DD1-CDF4-4BE2-A4C5-BD4B0395A89E}" dt="2026-06-11T14:30:26.285" v="14415" actId="164"/>
          <ac:spMkLst>
            <pc:docMk/>
            <pc:sldMk cId="4159988265" sldId="305"/>
            <ac:spMk id="16" creationId="{FD0DF34F-F397-821A-4F5A-3AC73A58B555}"/>
          </ac:spMkLst>
        </pc:spChg>
        <pc:spChg chg="mod">
          <ac:chgData name="DOWTY, PETER (DNR)" userId="01cf875a-4e15-4928-8f93-7a0dfa1efb6b" providerId="ADAL" clId="{E9054DD1-CDF4-4BE2-A4C5-BD4B0395A89E}" dt="2026-06-11T14:29:45.821" v="14410" actId="164"/>
          <ac:spMkLst>
            <pc:docMk/>
            <pc:sldMk cId="4159988265" sldId="305"/>
            <ac:spMk id="17" creationId="{B9EF3BA6-EC3F-3095-5DB7-38D074830AB6}"/>
          </ac:spMkLst>
        </pc:spChg>
        <pc:spChg chg="mod">
          <ac:chgData name="DOWTY, PETER (DNR)" userId="01cf875a-4e15-4928-8f93-7a0dfa1efb6b" providerId="ADAL" clId="{E9054DD1-CDF4-4BE2-A4C5-BD4B0395A89E}" dt="2026-06-11T14:29:45.821" v="14410" actId="164"/>
          <ac:spMkLst>
            <pc:docMk/>
            <pc:sldMk cId="4159988265" sldId="305"/>
            <ac:spMk id="18" creationId="{92E1DF7C-7355-68C2-8DF5-7808B59BD173}"/>
          </ac:spMkLst>
        </pc:spChg>
        <pc:spChg chg="mod">
          <ac:chgData name="DOWTY, PETER (DNR)" userId="01cf875a-4e15-4928-8f93-7a0dfa1efb6b" providerId="ADAL" clId="{E9054DD1-CDF4-4BE2-A4C5-BD4B0395A89E}" dt="2026-06-11T14:29:45.821" v="14410" actId="164"/>
          <ac:spMkLst>
            <pc:docMk/>
            <pc:sldMk cId="4159988265" sldId="305"/>
            <ac:spMk id="19" creationId="{16810E00-98AF-8E02-6D92-328A1E4693E1}"/>
          </ac:spMkLst>
        </pc:spChg>
        <pc:spChg chg="mod">
          <ac:chgData name="DOWTY, PETER (DNR)" userId="01cf875a-4e15-4928-8f93-7a0dfa1efb6b" providerId="ADAL" clId="{E9054DD1-CDF4-4BE2-A4C5-BD4B0395A89E}" dt="2026-06-11T14:29:45.821" v="14410" actId="164"/>
          <ac:spMkLst>
            <pc:docMk/>
            <pc:sldMk cId="4159988265" sldId="305"/>
            <ac:spMk id="20" creationId="{717C1080-4E98-6562-5955-B2289F331152}"/>
          </ac:spMkLst>
        </pc:spChg>
        <pc:spChg chg="mod">
          <ac:chgData name="DOWTY, PETER (DNR)" userId="01cf875a-4e15-4928-8f93-7a0dfa1efb6b" providerId="ADAL" clId="{E9054DD1-CDF4-4BE2-A4C5-BD4B0395A89E}" dt="2026-06-11T14:29:45.821" v="14410" actId="164"/>
          <ac:spMkLst>
            <pc:docMk/>
            <pc:sldMk cId="4159988265" sldId="305"/>
            <ac:spMk id="21" creationId="{C48AD32E-FD86-7BFD-661E-BD9B9F0A7560}"/>
          </ac:spMkLst>
        </pc:spChg>
        <pc:spChg chg="mod">
          <ac:chgData name="DOWTY, PETER (DNR)" userId="01cf875a-4e15-4928-8f93-7a0dfa1efb6b" providerId="ADAL" clId="{E9054DD1-CDF4-4BE2-A4C5-BD4B0395A89E}" dt="2026-06-11T14:29:45.821" v="14410" actId="164"/>
          <ac:spMkLst>
            <pc:docMk/>
            <pc:sldMk cId="4159988265" sldId="305"/>
            <ac:spMk id="22" creationId="{C7328D69-FC36-64DE-EAA4-0C81BD0526DD}"/>
          </ac:spMkLst>
        </pc:spChg>
        <pc:spChg chg="mod">
          <ac:chgData name="DOWTY, PETER (DNR)" userId="01cf875a-4e15-4928-8f93-7a0dfa1efb6b" providerId="ADAL" clId="{E9054DD1-CDF4-4BE2-A4C5-BD4B0395A89E}" dt="2026-06-11T14:30:21.152" v="14414" actId="164"/>
          <ac:spMkLst>
            <pc:docMk/>
            <pc:sldMk cId="4159988265" sldId="305"/>
            <ac:spMk id="24" creationId="{088A62A4-EA43-0665-F171-4087C5AA3F81}"/>
          </ac:spMkLst>
        </pc:spChg>
        <pc:spChg chg="mod">
          <ac:chgData name="DOWTY, PETER (DNR)" userId="01cf875a-4e15-4928-8f93-7a0dfa1efb6b" providerId="ADAL" clId="{E9054DD1-CDF4-4BE2-A4C5-BD4B0395A89E}" dt="2026-06-11T14:30:21.152" v="14414" actId="164"/>
          <ac:spMkLst>
            <pc:docMk/>
            <pc:sldMk cId="4159988265" sldId="305"/>
            <ac:spMk id="25" creationId="{61367041-1F87-DF00-D702-F3FB9C83C3CE}"/>
          </ac:spMkLst>
        </pc:spChg>
        <pc:spChg chg="mod">
          <ac:chgData name="DOWTY, PETER (DNR)" userId="01cf875a-4e15-4928-8f93-7a0dfa1efb6b" providerId="ADAL" clId="{E9054DD1-CDF4-4BE2-A4C5-BD4B0395A89E}" dt="2026-06-11T14:30:21.152" v="14414" actId="164"/>
          <ac:spMkLst>
            <pc:docMk/>
            <pc:sldMk cId="4159988265" sldId="305"/>
            <ac:spMk id="26" creationId="{9316CD9B-D25E-23E1-90A6-A8F04E4DEC29}"/>
          </ac:spMkLst>
        </pc:spChg>
        <pc:spChg chg="mod">
          <ac:chgData name="DOWTY, PETER (DNR)" userId="01cf875a-4e15-4928-8f93-7a0dfa1efb6b" providerId="ADAL" clId="{E9054DD1-CDF4-4BE2-A4C5-BD4B0395A89E}" dt="2026-06-11T14:30:21.152" v="14414" actId="164"/>
          <ac:spMkLst>
            <pc:docMk/>
            <pc:sldMk cId="4159988265" sldId="305"/>
            <ac:spMk id="27" creationId="{2D25CB82-6004-8D85-A05A-B9326FD5A904}"/>
          </ac:spMkLst>
        </pc:spChg>
        <pc:spChg chg="add mod">
          <ac:chgData name="DOWTY, PETER (DNR)" userId="01cf875a-4e15-4928-8f93-7a0dfa1efb6b" providerId="ADAL" clId="{E9054DD1-CDF4-4BE2-A4C5-BD4B0395A89E}" dt="2026-06-11T14:31:09.413" v="14454" actId="1076"/>
          <ac:spMkLst>
            <pc:docMk/>
            <pc:sldMk cId="4159988265" sldId="305"/>
            <ac:spMk id="31" creationId="{C1579EA5-C65F-50D5-12CD-89C6C777B55D}"/>
          </ac:spMkLst>
        </pc:spChg>
        <pc:grpChg chg="add mod">
          <ac:chgData name="DOWTY, PETER (DNR)" userId="01cf875a-4e15-4928-8f93-7a0dfa1efb6b" providerId="ADAL" clId="{E9054DD1-CDF4-4BE2-A4C5-BD4B0395A89E}" dt="2026-06-11T14:30:41.248" v="14418" actId="1076"/>
          <ac:grpSpMkLst>
            <pc:docMk/>
            <pc:sldMk cId="4159988265" sldId="305"/>
            <ac:grpSpMk id="8" creationId="{27ADEC77-C9FA-2563-95A9-5101FF414903}"/>
          </ac:grpSpMkLst>
        </pc:grpChg>
        <pc:grpChg chg="add mod">
          <ac:chgData name="DOWTY, PETER (DNR)" userId="01cf875a-4e15-4928-8f93-7a0dfa1efb6b" providerId="ADAL" clId="{E9054DD1-CDF4-4BE2-A4C5-BD4B0395A89E}" dt="2026-06-11T14:30:03.911" v="14411" actId="164"/>
          <ac:grpSpMkLst>
            <pc:docMk/>
            <pc:sldMk cId="4159988265" sldId="305"/>
            <ac:grpSpMk id="23" creationId="{6E18580E-0AF4-60AF-43F5-37EED632B0AB}"/>
          </ac:grpSpMkLst>
        </pc:grpChg>
        <pc:grpChg chg="add mod">
          <ac:chgData name="DOWTY, PETER (DNR)" userId="01cf875a-4e15-4928-8f93-7a0dfa1efb6b" providerId="ADAL" clId="{E9054DD1-CDF4-4BE2-A4C5-BD4B0395A89E}" dt="2026-06-11T14:30:34.942" v="14417" actId="1076"/>
          <ac:grpSpMkLst>
            <pc:docMk/>
            <pc:sldMk cId="4159988265" sldId="305"/>
            <ac:grpSpMk id="28" creationId="{50E2C8C4-3315-B2A2-E838-4167F67AA090}"/>
          </ac:grpSpMkLst>
        </pc:grpChg>
        <pc:grpChg chg="add mod">
          <ac:chgData name="DOWTY, PETER (DNR)" userId="01cf875a-4e15-4928-8f93-7a0dfa1efb6b" providerId="ADAL" clId="{E9054DD1-CDF4-4BE2-A4C5-BD4B0395A89E}" dt="2026-06-11T14:30:26.285" v="14415" actId="164"/>
          <ac:grpSpMkLst>
            <pc:docMk/>
            <pc:sldMk cId="4159988265" sldId="305"/>
            <ac:grpSpMk id="29" creationId="{DF3F0123-E24D-E2BC-96AD-2CB4655E3ED9}"/>
          </ac:grpSpMkLst>
        </pc:grpChg>
        <pc:grpChg chg="add mod">
          <ac:chgData name="DOWTY, PETER (DNR)" userId="01cf875a-4e15-4928-8f93-7a0dfa1efb6b" providerId="ADAL" clId="{E9054DD1-CDF4-4BE2-A4C5-BD4B0395A89E}" dt="2026-06-11T14:30:30.492" v="14416" actId="1076"/>
          <ac:grpSpMkLst>
            <pc:docMk/>
            <pc:sldMk cId="4159988265" sldId="305"/>
            <ac:grpSpMk id="30" creationId="{BEE08E63-1902-7C15-4820-29CC64C5AE8C}"/>
          </ac:grpSpMkLst>
        </pc:grpChg>
      </pc:sldChg>
      <pc:sldChg chg="addSp modSp mod">
        <pc:chgData name="DOWTY, PETER (DNR)" userId="01cf875a-4e15-4928-8f93-7a0dfa1efb6b" providerId="ADAL" clId="{E9054DD1-CDF4-4BE2-A4C5-BD4B0395A89E}" dt="2026-07-06T18:15:23.062" v="17446" actId="1076"/>
        <pc:sldMkLst>
          <pc:docMk/>
          <pc:sldMk cId="2602005344" sldId="306"/>
        </pc:sldMkLst>
        <pc:spChg chg="add mod">
          <ac:chgData name="DOWTY, PETER (DNR)" userId="01cf875a-4e15-4928-8f93-7a0dfa1efb6b" providerId="ADAL" clId="{E9054DD1-CDF4-4BE2-A4C5-BD4B0395A89E}" dt="2026-07-06T18:15:19.406" v="17445" actId="1076"/>
          <ac:spMkLst>
            <pc:docMk/>
            <pc:sldMk cId="2602005344" sldId="306"/>
            <ac:spMk id="2" creationId="{C50BA159-FE68-C72B-F7CF-110239B6D952}"/>
          </ac:spMkLst>
        </pc:spChg>
        <pc:spChg chg="add mod">
          <ac:chgData name="DOWTY, PETER (DNR)" userId="01cf875a-4e15-4928-8f93-7a0dfa1efb6b" providerId="ADAL" clId="{E9054DD1-CDF4-4BE2-A4C5-BD4B0395A89E}" dt="2026-07-06T18:15:23.062" v="17446" actId="1076"/>
          <ac:spMkLst>
            <pc:docMk/>
            <pc:sldMk cId="2602005344" sldId="306"/>
            <ac:spMk id="4" creationId="{FC97564D-3394-8B8B-91F5-FE26F9A7BAB6}"/>
          </ac:spMkLst>
        </pc:spChg>
      </pc:sldChg>
      <pc:sldChg chg="addSp delSp modSp new mod ord">
        <pc:chgData name="DOWTY, PETER (DNR)" userId="01cf875a-4e15-4928-8f93-7a0dfa1efb6b" providerId="ADAL" clId="{E9054DD1-CDF4-4BE2-A4C5-BD4B0395A89E}" dt="2026-07-02T15:35:48.355" v="15962" actId="931"/>
        <pc:sldMkLst>
          <pc:docMk/>
          <pc:sldMk cId="2867469800" sldId="308"/>
        </pc:sldMkLst>
        <pc:picChg chg="add mod">
          <ac:chgData name="DOWTY, PETER (DNR)" userId="01cf875a-4e15-4928-8f93-7a0dfa1efb6b" providerId="ADAL" clId="{E9054DD1-CDF4-4BE2-A4C5-BD4B0395A89E}" dt="2026-07-02T15:35:48.355" v="15962" actId="931"/>
          <ac:picMkLst>
            <pc:docMk/>
            <pc:sldMk cId="2867469800" sldId="308"/>
            <ac:picMk id="3" creationId="{42990360-42E8-E08E-F443-27C99ACE4273}"/>
          </ac:picMkLst>
        </pc:picChg>
      </pc:sldChg>
      <pc:sldChg chg="addSp delSp modSp mod">
        <pc:chgData name="DOWTY, PETER (DNR)" userId="01cf875a-4e15-4928-8f93-7a0dfa1efb6b" providerId="ADAL" clId="{E9054DD1-CDF4-4BE2-A4C5-BD4B0395A89E}" dt="2026-07-06T16:42:29.890" v="16990" actId="1076"/>
        <pc:sldMkLst>
          <pc:docMk/>
          <pc:sldMk cId="4122703943" sldId="309"/>
        </pc:sldMkLst>
        <pc:spChg chg="del mod">
          <ac:chgData name="DOWTY, PETER (DNR)" userId="01cf875a-4e15-4928-8f93-7a0dfa1efb6b" providerId="ADAL" clId="{E9054DD1-CDF4-4BE2-A4C5-BD4B0395A89E}" dt="2026-07-06T15:55:39.263" v="16346" actId="478"/>
          <ac:spMkLst>
            <pc:docMk/>
            <pc:sldMk cId="4122703943" sldId="309"/>
            <ac:spMk id="2" creationId="{34CF72EE-6ED2-BD6B-38FC-E4BB3CEDEDCE}"/>
          </ac:spMkLst>
        </pc:spChg>
        <pc:spChg chg="add mod">
          <ac:chgData name="DOWTY, PETER (DNR)" userId="01cf875a-4e15-4928-8f93-7a0dfa1efb6b" providerId="ADAL" clId="{E9054DD1-CDF4-4BE2-A4C5-BD4B0395A89E}" dt="2026-07-06T16:40:52.288" v="16958" actId="1076"/>
          <ac:spMkLst>
            <pc:docMk/>
            <pc:sldMk cId="4122703943" sldId="309"/>
            <ac:spMk id="3" creationId="{1C3B4460-775F-4A7D-931A-0E55936CF9F5}"/>
          </ac:spMkLst>
        </pc:spChg>
        <pc:spChg chg="add mod">
          <ac:chgData name="DOWTY, PETER (DNR)" userId="01cf875a-4e15-4928-8f93-7a0dfa1efb6b" providerId="ADAL" clId="{E9054DD1-CDF4-4BE2-A4C5-BD4B0395A89E}" dt="2026-07-06T16:31:35.499" v="16717" actId="403"/>
          <ac:spMkLst>
            <pc:docMk/>
            <pc:sldMk cId="4122703943" sldId="309"/>
            <ac:spMk id="4" creationId="{F0CB2988-1FD2-C7C9-7E81-9B9612392ED2}"/>
          </ac:spMkLst>
        </pc:spChg>
        <pc:spChg chg="add mod">
          <ac:chgData name="DOWTY, PETER (DNR)" userId="01cf875a-4e15-4928-8f93-7a0dfa1efb6b" providerId="ADAL" clId="{E9054DD1-CDF4-4BE2-A4C5-BD4B0395A89E}" dt="2026-07-06T16:41:09.782" v="16961" actId="1076"/>
          <ac:spMkLst>
            <pc:docMk/>
            <pc:sldMk cId="4122703943" sldId="309"/>
            <ac:spMk id="5" creationId="{066D9B2E-AE2A-5BE8-C8FD-068AED99B631}"/>
          </ac:spMkLst>
        </pc:spChg>
        <pc:spChg chg="add del mod">
          <ac:chgData name="DOWTY, PETER (DNR)" userId="01cf875a-4e15-4928-8f93-7a0dfa1efb6b" providerId="ADAL" clId="{E9054DD1-CDF4-4BE2-A4C5-BD4B0395A89E}" dt="2026-07-06T16:40:36.758" v="16952" actId="478"/>
          <ac:spMkLst>
            <pc:docMk/>
            <pc:sldMk cId="4122703943" sldId="309"/>
            <ac:spMk id="7" creationId="{C6DB61D6-398E-A979-77CC-84ABCD286663}"/>
          </ac:spMkLst>
        </pc:spChg>
        <pc:spChg chg="add del mod">
          <ac:chgData name="DOWTY, PETER (DNR)" userId="01cf875a-4e15-4928-8f93-7a0dfa1efb6b" providerId="ADAL" clId="{E9054DD1-CDF4-4BE2-A4C5-BD4B0395A89E}" dt="2026-07-06T16:40:46.789" v="16955" actId="478"/>
          <ac:spMkLst>
            <pc:docMk/>
            <pc:sldMk cId="4122703943" sldId="309"/>
            <ac:spMk id="8" creationId="{5F378BD8-D3CE-A16F-861C-BB531CD4BE0F}"/>
          </ac:spMkLst>
        </pc:spChg>
        <pc:spChg chg="add mod">
          <ac:chgData name="DOWTY, PETER (DNR)" userId="01cf875a-4e15-4928-8f93-7a0dfa1efb6b" providerId="ADAL" clId="{E9054DD1-CDF4-4BE2-A4C5-BD4B0395A89E}" dt="2026-07-06T16:37:49.699" v="16774" actId="1076"/>
          <ac:spMkLst>
            <pc:docMk/>
            <pc:sldMk cId="4122703943" sldId="309"/>
            <ac:spMk id="16" creationId="{6B45245D-712C-04AD-B439-B491E69C9EDB}"/>
          </ac:spMkLst>
        </pc:spChg>
        <pc:spChg chg="add mod">
          <ac:chgData name="DOWTY, PETER (DNR)" userId="01cf875a-4e15-4928-8f93-7a0dfa1efb6b" providerId="ADAL" clId="{E9054DD1-CDF4-4BE2-A4C5-BD4B0395A89E}" dt="2026-07-06T16:42:29.890" v="16990" actId="1076"/>
          <ac:spMkLst>
            <pc:docMk/>
            <pc:sldMk cId="4122703943" sldId="309"/>
            <ac:spMk id="17" creationId="{EF9197D4-A805-A720-88F7-38D30A81F549}"/>
          </ac:spMkLst>
        </pc:spChg>
        <pc:spChg chg="add mod">
          <ac:chgData name="DOWTY, PETER (DNR)" userId="01cf875a-4e15-4928-8f93-7a0dfa1efb6b" providerId="ADAL" clId="{E9054DD1-CDF4-4BE2-A4C5-BD4B0395A89E}" dt="2026-07-06T16:41:38.491" v="16987" actId="1076"/>
          <ac:spMkLst>
            <pc:docMk/>
            <pc:sldMk cId="4122703943" sldId="309"/>
            <ac:spMk id="20" creationId="{C4E873BA-25A3-68E2-410D-6D2919FFA618}"/>
          </ac:spMkLst>
        </pc:spChg>
        <pc:picChg chg="add mod">
          <ac:chgData name="DOWTY, PETER (DNR)" userId="01cf875a-4e15-4928-8f93-7a0dfa1efb6b" providerId="ADAL" clId="{E9054DD1-CDF4-4BE2-A4C5-BD4B0395A89E}" dt="2026-07-06T16:36:39.349" v="16735" actId="1076"/>
          <ac:picMkLst>
            <pc:docMk/>
            <pc:sldMk cId="4122703943" sldId="309"/>
            <ac:picMk id="15" creationId="{B9EDE697-EC23-D763-47E8-663A703A8326}"/>
          </ac:picMkLst>
        </pc:picChg>
        <pc:cxnChg chg="add del mod">
          <ac:chgData name="DOWTY, PETER (DNR)" userId="01cf875a-4e15-4928-8f93-7a0dfa1efb6b" providerId="ADAL" clId="{E9054DD1-CDF4-4BE2-A4C5-BD4B0395A89E}" dt="2026-07-06T16:40:48.269" v="16956" actId="478"/>
          <ac:cxnSpMkLst>
            <pc:docMk/>
            <pc:sldMk cId="4122703943" sldId="309"/>
            <ac:cxnSpMk id="10" creationId="{524798FD-6D66-6081-84A5-C61169EDE220}"/>
          </ac:cxnSpMkLst>
        </pc:cxnChg>
        <pc:cxnChg chg="add del mod">
          <ac:chgData name="DOWTY, PETER (DNR)" userId="01cf875a-4e15-4928-8f93-7a0dfa1efb6b" providerId="ADAL" clId="{E9054DD1-CDF4-4BE2-A4C5-BD4B0395A89E}" dt="2026-07-06T16:40:38.128" v="16953" actId="478"/>
          <ac:cxnSpMkLst>
            <pc:docMk/>
            <pc:sldMk cId="4122703943" sldId="309"/>
            <ac:cxnSpMk id="13" creationId="{1099BFEB-6379-D10B-67B1-E37CA7D665AF}"/>
          </ac:cxnSpMkLst>
        </pc:cxnChg>
        <pc:cxnChg chg="add mod">
          <ac:chgData name="DOWTY, PETER (DNR)" userId="01cf875a-4e15-4928-8f93-7a0dfa1efb6b" providerId="ADAL" clId="{E9054DD1-CDF4-4BE2-A4C5-BD4B0395A89E}" dt="2026-07-06T16:41:03.671" v="16960" actId="208"/>
          <ac:cxnSpMkLst>
            <pc:docMk/>
            <pc:sldMk cId="4122703943" sldId="309"/>
            <ac:cxnSpMk id="19" creationId="{F44A555E-E03A-7915-4EDC-859AD0AE0F09}"/>
          </ac:cxnSpMkLst>
        </pc:cxnChg>
        <pc:cxnChg chg="add mod">
          <ac:chgData name="DOWTY, PETER (DNR)" userId="01cf875a-4e15-4928-8f93-7a0dfa1efb6b" providerId="ADAL" clId="{E9054DD1-CDF4-4BE2-A4C5-BD4B0395A89E}" dt="2026-07-06T16:41:46.884" v="16989" actId="208"/>
          <ac:cxnSpMkLst>
            <pc:docMk/>
            <pc:sldMk cId="4122703943" sldId="309"/>
            <ac:cxnSpMk id="22" creationId="{EF19D16C-237E-B536-81AC-5CD394D980FB}"/>
          </ac:cxnSpMkLst>
        </pc:cxnChg>
      </pc:sldChg>
      <pc:sldChg chg="addSp modSp mod">
        <pc:chgData name="DOWTY, PETER (DNR)" userId="01cf875a-4e15-4928-8f93-7a0dfa1efb6b" providerId="ADAL" clId="{E9054DD1-CDF4-4BE2-A4C5-BD4B0395A89E}" dt="2026-07-06T15:30:20.978" v="16212" actId="20577"/>
        <pc:sldMkLst>
          <pc:docMk/>
          <pc:sldMk cId="998013409" sldId="314"/>
        </pc:sldMkLst>
        <pc:spChg chg="add mod">
          <ac:chgData name="DOWTY, PETER (DNR)" userId="01cf875a-4e15-4928-8f93-7a0dfa1efb6b" providerId="ADAL" clId="{E9054DD1-CDF4-4BE2-A4C5-BD4B0395A89E}" dt="2026-07-06T15:30:20.978" v="16212" actId="20577"/>
          <ac:spMkLst>
            <pc:docMk/>
            <pc:sldMk cId="998013409" sldId="314"/>
            <ac:spMk id="2" creationId="{F2DAF7F2-A66B-DADE-6ABC-8B628683C918}"/>
          </ac:spMkLst>
        </pc:spChg>
        <pc:spChg chg="mod">
          <ac:chgData name="DOWTY, PETER (DNR)" userId="01cf875a-4e15-4928-8f93-7a0dfa1efb6b" providerId="ADAL" clId="{E9054DD1-CDF4-4BE2-A4C5-BD4B0395A89E}" dt="2026-07-06T15:29:47.740" v="16158" actId="1076"/>
          <ac:spMkLst>
            <pc:docMk/>
            <pc:sldMk cId="998013409" sldId="314"/>
            <ac:spMk id="3" creationId="{0D63B6A4-E5D3-0A68-A9DA-5269C8611359}"/>
          </ac:spMkLst>
        </pc:spChg>
      </pc:sldChg>
      <pc:sldChg chg="new setBg">
        <pc:chgData name="DOWTY, PETER (DNR)" userId="01cf875a-4e15-4928-8f93-7a0dfa1efb6b" providerId="ADAL" clId="{E9054DD1-CDF4-4BE2-A4C5-BD4B0395A89E}" dt="2026-06-30T21:48:02.638" v="14910"/>
        <pc:sldMkLst>
          <pc:docMk/>
          <pc:sldMk cId="1139356581" sldId="315"/>
        </pc:sldMkLst>
      </pc:sldChg>
      <pc:sldChg chg="new setBg">
        <pc:chgData name="DOWTY, PETER (DNR)" userId="01cf875a-4e15-4928-8f93-7a0dfa1efb6b" providerId="ADAL" clId="{E9054DD1-CDF4-4BE2-A4C5-BD4B0395A89E}" dt="2026-07-01T14:20:35.652" v="15365"/>
        <pc:sldMkLst>
          <pc:docMk/>
          <pc:sldMk cId="717612022" sldId="316"/>
        </pc:sldMkLst>
      </pc:sldChg>
      <pc:sldChg chg="addSp modSp new mod">
        <pc:chgData name="DOWTY, PETER (DNR)" userId="01cf875a-4e15-4928-8f93-7a0dfa1efb6b" providerId="ADAL" clId="{E9054DD1-CDF4-4BE2-A4C5-BD4B0395A89E}" dt="2026-07-06T16:48:27.584" v="17035" actId="20577"/>
        <pc:sldMkLst>
          <pc:docMk/>
          <pc:sldMk cId="2362947084" sldId="317"/>
        </pc:sldMkLst>
        <pc:spChg chg="add mod">
          <ac:chgData name="DOWTY, PETER (DNR)" userId="01cf875a-4e15-4928-8f93-7a0dfa1efb6b" providerId="ADAL" clId="{E9054DD1-CDF4-4BE2-A4C5-BD4B0395A89E}" dt="2026-07-06T16:48:27.584" v="17035" actId="20577"/>
          <ac:spMkLst>
            <pc:docMk/>
            <pc:sldMk cId="2362947084" sldId="317"/>
            <ac:spMk id="2" creationId="{E9ACDB6C-E349-08C4-35D5-DF3477863356}"/>
          </ac:spMkLst>
        </pc:spChg>
      </pc:sldChg>
      <pc:sldChg chg="new setBg">
        <pc:chgData name="DOWTY, PETER (DNR)" userId="01cf875a-4e15-4928-8f93-7a0dfa1efb6b" providerId="ADAL" clId="{E9054DD1-CDF4-4BE2-A4C5-BD4B0395A89E}" dt="2026-07-01T16:38:31.020" v="15842"/>
        <pc:sldMkLst>
          <pc:docMk/>
          <pc:sldMk cId="813655202" sldId="318"/>
        </pc:sldMkLst>
      </pc:sldChg>
      <pc:sldChg chg="addSp new mod">
        <pc:chgData name="DOWTY, PETER (DNR)" userId="01cf875a-4e15-4928-8f93-7a0dfa1efb6b" providerId="ADAL" clId="{E9054DD1-CDF4-4BE2-A4C5-BD4B0395A89E}" dt="2026-07-06T16:47:22.890" v="16992" actId="22"/>
        <pc:sldMkLst>
          <pc:docMk/>
          <pc:sldMk cId="4106245613" sldId="319"/>
        </pc:sldMkLst>
        <pc:picChg chg="add">
          <ac:chgData name="DOWTY, PETER (DNR)" userId="01cf875a-4e15-4928-8f93-7a0dfa1efb6b" providerId="ADAL" clId="{E9054DD1-CDF4-4BE2-A4C5-BD4B0395A89E}" dt="2026-07-06T16:47:22.890" v="16992" actId="22"/>
          <ac:picMkLst>
            <pc:docMk/>
            <pc:sldMk cId="4106245613" sldId="319"/>
            <ac:picMk id="3" creationId="{FF837BF4-CBA7-08DE-D65C-B9483F1AB3C0}"/>
          </ac:picMkLst>
        </pc:picChg>
      </pc:sldChg>
    </pc:docChg>
  </pc:docChgLst>
  <pc:docChgLst>
    <pc:chgData name="DOWTY, PETER (DNR)" userId="01cf875a-4e15-4928-8f93-7a0dfa1efb6b" providerId="ADAL" clId="{DC861EC1-FB29-4C02-B83C-8A44B3A41BE2}"/>
    <pc:docChg chg="modSld">
      <pc:chgData name="DOWTY, PETER (DNR)" userId="01cf875a-4e15-4928-8f93-7a0dfa1efb6b" providerId="ADAL" clId="{DC861EC1-FB29-4C02-B83C-8A44B3A41BE2}" dt="2026-06-23T02:31:37.016" v="0"/>
      <pc:docMkLst>
        <pc:docMk/>
      </pc:docMkLst>
      <pc:sldChg chg="addSp mod">
        <pc:chgData name="DOWTY, PETER (DNR)" userId="01cf875a-4e15-4928-8f93-7a0dfa1efb6b" providerId="ADAL" clId="{DC861EC1-FB29-4C02-B83C-8A44B3A41BE2}" dt="2026-06-23T02:31:37.016" v="0"/>
        <pc:sldMkLst>
          <pc:docMk/>
          <pc:sldMk cId="4105985679" sldId="311"/>
        </pc:sldMkLst>
        <pc:inkChg chg="add">
          <ac:chgData name="DOWTY, PETER (DNR)" userId="01cf875a-4e15-4928-8f93-7a0dfa1efb6b" providerId="ADAL" clId="{DC861EC1-FB29-4C02-B83C-8A44B3A41BE2}" dt="2026-06-23T02:31:37.016" v="0"/>
          <ac:inkMkLst>
            <pc:docMk/>
            <pc:sldMk cId="4105985679" sldId="311"/>
            <ac:inkMk id="14" creationId="{6686C5A7-E2E3-55A1-34F3-0D9BEECAC181}"/>
          </ac:inkMkLst>
        </pc:inkChg>
      </pc:sldChg>
    </pc:docChg>
  </pc:docChgLst>
  <pc:docChgLst>
    <pc:chgData name="Pete Dowty" userId="91aba14b6835b0ae" providerId="LiveId" clId="{660F8803-2738-5EFD-95AE-06E7480F19FB}"/>
    <pc:docChg chg="undo custSel addSld delSld modSld sldOrd">
      <pc:chgData name="Pete Dowty" userId="91aba14b6835b0ae" providerId="LiveId" clId="{660F8803-2738-5EFD-95AE-06E7480F19FB}" dt="2026-07-03T15:24:01.057" v="5099" actId="1076"/>
      <pc:docMkLst>
        <pc:docMk/>
      </pc:docMkLst>
      <pc:sldChg chg="delSp modSp mod">
        <pc:chgData name="Pete Dowty" userId="91aba14b6835b0ae" providerId="LiveId" clId="{660F8803-2738-5EFD-95AE-06E7480F19FB}" dt="2026-07-03T13:45:17.055" v="5095" actId="20577"/>
        <pc:sldMkLst>
          <pc:docMk/>
          <pc:sldMk cId="4075092185" sldId="256"/>
        </pc:sldMkLst>
        <pc:spChg chg="mod">
          <ac:chgData name="Pete Dowty" userId="91aba14b6835b0ae" providerId="LiveId" clId="{660F8803-2738-5EFD-95AE-06E7480F19FB}" dt="2026-07-03T13:45:17.055" v="5095" actId="20577"/>
          <ac:spMkLst>
            <pc:docMk/>
            <pc:sldMk cId="4075092185" sldId="256"/>
            <ac:spMk id="2" creationId="{09D9C740-84B6-4D7A-E556-A418783A3B6E}"/>
          </ac:spMkLst>
        </pc:spChg>
      </pc:sldChg>
      <pc:sldChg chg="modSp mod">
        <pc:chgData name="Pete Dowty" userId="91aba14b6835b0ae" providerId="LiveId" clId="{660F8803-2738-5EFD-95AE-06E7480F19FB}" dt="2026-06-28T14:41:54.056" v="4813" actId="20577"/>
        <pc:sldMkLst>
          <pc:docMk/>
          <pc:sldMk cId="2532653130" sldId="281"/>
        </pc:sldMkLst>
        <pc:spChg chg="mod">
          <ac:chgData name="Pete Dowty" userId="91aba14b6835b0ae" providerId="LiveId" clId="{660F8803-2738-5EFD-95AE-06E7480F19FB}" dt="2026-06-28T14:41:54.056" v="4813" actId="20577"/>
          <ac:spMkLst>
            <pc:docMk/>
            <pc:sldMk cId="2532653130" sldId="281"/>
            <ac:spMk id="2" creationId="{014AB92D-C488-47FE-A288-92026B22C4E5}"/>
          </ac:spMkLst>
        </pc:spChg>
      </pc:sldChg>
      <pc:sldChg chg="addSp delSp modSp mod">
        <pc:chgData name="Pete Dowty" userId="91aba14b6835b0ae" providerId="LiveId" clId="{660F8803-2738-5EFD-95AE-06E7480F19FB}" dt="2026-06-28T15:17:46.999" v="4862" actId="1076"/>
        <pc:sldMkLst>
          <pc:docMk/>
          <pc:sldMk cId="1689912192" sldId="283"/>
        </pc:sldMkLst>
        <pc:spChg chg="add mod">
          <ac:chgData name="Pete Dowty" userId="91aba14b6835b0ae" providerId="LiveId" clId="{660F8803-2738-5EFD-95AE-06E7480F19FB}" dt="2026-06-28T14:47:00.863" v="4841" actId="14100"/>
          <ac:spMkLst>
            <pc:docMk/>
            <pc:sldMk cId="1689912192" sldId="283"/>
            <ac:spMk id="4" creationId="{05CB2474-56C0-1415-9CAC-69FF04EDFF4A}"/>
          </ac:spMkLst>
        </pc:spChg>
      </pc:sldChg>
      <pc:sldChg chg="addSp delSp modSp mod">
        <pc:chgData name="Pete Dowty" userId="91aba14b6835b0ae" providerId="LiveId" clId="{660F8803-2738-5EFD-95AE-06E7480F19FB}" dt="2026-06-12T04:03:03.487" v="2927" actId="478"/>
        <pc:sldMkLst>
          <pc:docMk/>
          <pc:sldMk cId="1516653873" sldId="293"/>
        </pc:sldMkLst>
        <pc:spChg chg="add mod">
          <ac:chgData name="Pete Dowty" userId="91aba14b6835b0ae" providerId="LiveId" clId="{660F8803-2738-5EFD-95AE-06E7480F19FB}" dt="2026-06-09T05:08:22.228" v="2709" actId="20577"/>
          <ac:spMkLst>
            <pc:docMk/>
            <pc:sldMk cId="1516653873" sldId="293"/>
            <ac:spMk id="2" creationId="{3CB9ECB2-453E-0440-65C6-463FD2F97B26}"/>
          </ac:spMkLst>
        </pc:spChg>
        <pc:spChg chg="add mod">
          <ac:chgData name="Pete Dowty" userId="91aba14b6835b0ae" providerId="LiveId" clId="{660F8803-2738-5EFD-95AE-06E7480F19FB}" dt="2026-06-12T03:48:03.834" v="2856" actId="1076"/>
          <ac:spMkLst>
            <pc:docMk/>
            <pc:sldMk cId="1516653873" sldId="293"/>
            <ac:spMk id="7" creationId="{E0CD528A-E4D3-7555-818C-B7FB788B65DF}"/>
          </ac:spMkLst>
        </pc:spChg>
        <pc:spChg chg="mod">
          <ac:chgData name="Pete Dowty" userId="91aba14b6835b0ae" providerId="LiveId" clId="{660F8803-2738-5EFD-95AE-06E7480F19FB}" dt="2026-06-12T03:46:52.196" v="2830" actId="1076"/>
          <ac:spMkLst>
            <pc:docMk/>
            <pc:sldMk cId="1516653873" sldId="293"/>
            <ac:spMk id="11" creationId="{98B15FDF-75FF-1BA8-D304-4150870574AC}"/>
          </ac:spMkLst>
        </pc:spChg>
        <pc:spChg chg="add mod">
          <ac:chgData name="Pete Dowty" userId="91aba14b6835b0ae" providerId="LiveId" clId="{660F8803-2738-5EFD-95AE-06E7480F19FB}" dt="2026-06-12T03:49:58.593" v="2864" actId="207"/>
          <ac:spMkLst>
            <pc:docMk/>
            <pc:sldMk cId="1516653873" sldId="293"/>
            <ac:spMk id="12" creationId="{B242F891-4D7D-484E-E58F-D70F4DAA2F86}"/>
          </ac:spMkLst>
        </pc:spChg>
        <pc:spChg chg="add mod">
          <ac:chgData name="Pete Dowty" userId="91aba14b6835b0ae" providerId="LiveId" clId="{660F8803-2738-5EFD-95AE-06E7480F19FB}" dt="2026-06-12T03:53:49.222" v="2874" actId="208"/>
          <ac:spMkLst>
            <pc:docMk/>
            <pc:sldMk cId="1516653873" sldId="293"/>
            <ac:spMk id="17" creationId="{4218A011-B31E-5756-43B8-545BA231B7B8}"/>
          </ac:spMkLst>
        </pc:spChg>
        <pc:spChg chg="add mod">
          <ac:chgData name="Pete Dowty" userId="91aba14b6835b0ae" providerId="LiveId" clId="{660F8803-2738-5EFD-95AE-06E7480F19FB}" dt="2026-06-12T03:54:40.160" v="2880" actId="206"/>
          <ac:spMkLst>
            <pc:docMk/>
            <pc:sldMk cId="1516653873" sldId="293"/>
            <ac:spMk id="18" creationId="{136F3C05-73F9-C8DE-76A6-79760AC890F6}"/>
          </ac:spMkLst>
        </pc:spChg>
        <pc:spChg chg="add mod">
          <ac:chgData name="Pete Dowty" userId="91aba14b6835b0ae" providerId="LiveId" clId="{660F8803-2738-5EFD-95AE-06E7480F19FB}" dt="2026-06-12T03:58:10.071" v="2883" actId="208"/>
          <ac:spMkLst>
            <pc:docMk/>
            <pc:sldMk cId="1516653873" sldId="293"/>
            <ac:spMk id="19" creationId="{7F0D0B57-C14B-B0EF-7AC6-63C7736A7DEA}"/>
          </ac:spMkLst>
        </pc:spChg>
        <pc:spChg chg="add mod">
          <ac:chgData name="Pete Dowty" userId="91aba14b6835b0ae" providerId="LiveId" clId="{660F8803-2738-5EFD-95AE-06E7480F19FB}" dt="2026-06-12T04:00:04.029" v="2900" actId="255"/>
          <ac:spMkLst>
            <pc:docMk/>
            <pc:sldMk cId="1516653873" sldId="293"/>
            <ac:spMk id="20" creationId="{62AC18E7-1FFA-4ECA-06EF-4D05CFF39DEC}"/>
          </ac:spMkLst>
        </pc:spChg>
        <pc:spChg chg="add mod">
          <ac:chgData name="Pete Dowty" userId="91aba14b6835b0ae" providerId="LiveId" clId="{660F8803-2738-5EFD-95AE-06E7480F19FB}" dt="2026-06-12T03:59:52.417" v="2899" actId="206"/>
          <ac:spMkLst>
            <pc:docMk/>
            <pc:sldMk cId="1516653873" sldId="293"/>
            <ac:spMk id="21" creationId="{32DFE7C5-AB8B-0CA0-4313-08C0A7A59117}"/>
          </ac:spMkLst>
        </pc:spChg>
        <pc:spChg chg="add mod">
          <ac:chgData name="Pete Dowty" userId="91aba14b6835b0ae" providerId="LiveId" clId="{660F8803-2738-5EFD-95AE-06E7480F19FB}" dt="2026-06-12T04:00:16.127" v="2906" actId="20577"/>
          <ac:spMkLst>
            <pc:docMk/>
            <pc:sldMk cId="1516653873" sldId="293"/>
            <ac:spMk id="22" creationId="{40C17E96-9B4C-137F-CA73-D3D0DAED2790}"/>
          </ac:spMkLst>
        </pc:spChg>
        <pc:spChg chg="add mod">
          <ac:chgData name="Pete Dowty" userId="91aba14b6835b0ae" providerId="LiveId" clId="{660F8803-2738-5EFD-95AE-06E7480F19FB}" dt="2026-06-12T04:01:45.896" v="2914" actId="1076"/>
          <ac:spMkLst>
            <pc:docMk/>
            <pc:sldMk cId="1516653873" sldId="293"/>
            <ac:spMk id="23" creationId="{0604D8AD-FD17-287F-AE7C-D60523729C01}"/>
          </ac:spMkLst>
        </pc:spChg>
        <pc:spChg chg="add mod">
          <ac:chgData name="Pete Dowty" userId="91aba14b6835b0ae" providerId="LiveId" clId="{660F8803-2738-5EFD-95AE-06E7480F19FB}" dt="2026-06-12T04:02:51.172" v="2925" actId="1076"/>
          <ac:spMkLst>
            <pc:docMk/>
            <pc:sldMk cId="1516653873" sldId="293"/>
            <ac:spMk id="26" creationId="{47646B5E-1122-96B1-F80D-E56554A5D84F}"/>
          </ac:spMkLst>
        </pc:spChg>
        <pc:spChg chg="add mod">
          <ac:chgData name="Pete Dowty" userId="91aba14b6835b0ae" providerId="LiveId" clId="{660F8803-2738-5EFD-95AE-06E7480F19FB}" dt="2026-06-12T04:02:41.187" v="2924" actId="1076"/>
          <ac:spMkLst>
            <pc:docMk/>
            <pc:sldMk cId="1516653873" sldId="293"/>
            <ac:spMk id="27" creationId="{437E86B1-4F4C-A62A-752D-255D1DC74905}"/>
          </ac:spMkLst>
        </pc:spChg>
        <pc:spChg chg="add mod">
          <ac:chgData name="Pete Dowty" userId="91aba14b6835b0ae" providerId="LiveId" clId="{660F8803-2738-5EFD-95AE-06E7480F19FB}" dt="2026-06-12T04:02:30.129" v="2921" actId="1076"/>
          <ac:spMkLst>
            <pc:docMk/>
            <pc:sldMk cId="1516653873" sldId="293"/>
            <ac:spMk id="28" creationId="{EA0572C3-C0B5-B36B-65C6-823512DE46B9}"/>
          </ac:spMkLst>
        </pc:spChg>
        <pc:grpChg chg="add">
          <ac:chgData name="Pete Dowty" userId="91aba14b6835b0ae" providerId="LiveId" clId="{660F8803-2738-5EFD-95AE-06E7480F19FB}" dt="2026-06-12T03:48:22.044" v="2857" actId="164"/>
          <ac:grpSpMkLst>
            <pc:docMk/>
            <pc:sldMk cId="1516653873" sldId="293"/>
            <ac:grpSpMk id="9" creationId="{9BED97E2-94BB-071D-F3D4-B6F7B44C9DA1}"/>
          </ac:grpSpMkLst>
        </pc:grpChg>
        <pc:picChg chg="add mod">
          <ac:chgData name="Pete Dowty" userId="91aba14b6835b0ae" providerId="LiveId" clId="{660F8803-2738-5EFD-95AE-06E7480F19FB}" dt="2026-06-12T03:46:47.288" v="2829" actId="1076"/>
          <ac:picMkLst>
            <pc:docMk/>
            <pc:sldMk cId="1516653873" sldId="293"/>
            <ac:picMk id="3" creationId="{074E7BE8-DDFA-F39D-DF6D-C4330D494718}"/>
          </ac:picMkLst>
        </pc:picChg>
        <pc:picChg chg="add mod">
          <ac:chgData name="Pete Dowty" userId="91aba14b6835b0ae" providerId="LiveId" clId="{660F8803-2738-5EFD-95AE-06E7480F19FB}" dt="2026-06-12T03:47:36.897" v="2833" actId="1076"/>
          <ac:picMkLst>
            <pc:docMk/>
            <pc:sldMk cId="1516653873" sldId="293"/>
            <ac:picMk id="6" creationId="{43D3E1AC-F208-6031-C570-E14D19BDDFE5}"/>
          </ac:picMkLst>
        </pc:picChg>
        <pc:picChg chg="mod">
          <ac:chgData name="Pete Dowty" userId="91aba14b6835b0ae" providerId="LiveId" clId="{660F8803-2738-5EFD-95AE-06E7480F19FB}" dt="2026-06-12T03:45:03.183" v="2823" actId="1076"/>
          <ac:picMkLst>
            <pc:docMk/>
            <pc:sldMk cId="1516653873" sldId="293"/>
            <ac:picMk id="8" creationId="{F11C776A-24E4-E47B-760C-EB2D4C0F711D}"/>
          </ac:picMkLst>
        </pc:picChg>
        <pc:picChg chg="mod">
          <ac:chgData name="Pete Dowty" userId="91aba14b6835b0ae" providerId="LiveId" clId="{660F8803-2738-5EFD-95AE-06E7480F19FB}" dt="2026-06-12T03:45:11.341" v="2825" actId="1076"/>
          <ac:picMkLst>
            <pc:docMk/>
            <pc:sldMk cId="1516653873" sldId="293"/>
            <ac:picMk id="10" creationId="{5278D628-B96F-F0FD-BEC3-38194DE3BA7E}"/>
          </ac:picMkLst>
        </pc:picChg>
        <pc:cxnChg chg="add mod">
          <ac:chgData name="Pete Dowty" userId="91aba14b6835b0ae" providerId="LiveId" clId="{660F8803-2738-5EFD-95AE-06E7480F19FB}" dt="2026-06-12T03:49:42.708" v="2861" actId="208"/>
          <ac:cxnSpMkLst>
            <pc:docMk/>
            <pc:sldMk cId="1516653873" sldId="293"/>
            <ac:cxnSpMk id="14" creationId="{121E07D9-6ACA-BE8F-FC06-799196501474}"/>
          </ac:cxnSpMkLst>
        </pc:cxnChg>
        <pc:cxnChg chg="add mod">
          <ac:chgData name="Pete Dowty" userId="91aba14b6835b0ae" providerId="LiveId" clId="{660F8803-2738-5EFD-95AE-06E7480F19FB}" dt="2026-06-12T03:51:20.533" v="2871" actId="1076"/>
          <ac:cxnSpMkLst>
            <pc:docMk/>
            <pc:sldMk cId="1516653873" sldId="293"/>
            <ac:cxnSpMk id="16" creationId="{2794B0C4-4AB9-9DE7-B6F0-F412829E5CA2}"/>
          </ac:cxnSpMkLst>
        </pc:cxnChg>
      </pc:sldChg>
      <pc:sldChg chg="addSp delSp modSp mod">
        <pc:chgData name="Pete Dowty" userId="91aba14b6835b0ae" providerId="LiveId" clId="{660F8803-2738-5EFD-95AE-06E7480F19FB}" dt="2026-06-06T04:42:08.651" v="1706" actId="206"/>
        <pc:sldMkLst>
          <pc:docMk/>
          <pc:sldMk cId="1835506812" sldId="301"/>
        </pc:sldMkLst>
        <pc:spChg chg="add mod">
          <ac:chgData name="Pete Dowty" userId="91aba14b6835b0ae" providerId="LiveId" clId="{660F8803-2738-5EFD-95AE-06E7480F19FB}" dt="2026-06-06T04:42:08.651" v="1706" actId="206"/>
          <ac:spMkLst>
            <pc:docMk/>
            <pc:sldMk cId="1835506812" sldId="301"/>
            <ac:spMk id="40" creationId="{5B6C2A25-7008-F36A-58F0-3EFB7160B1DE}"/>
          </ac:spMkLst>
        </pc:spChg>
      </pc:sldChg>
      <pc:sldChg chg="addSp delSp modSp mod">
        <pc:chgData name="Pete Dowty" userId="91aba14b6835b0ae" providerId="LiveId" clId="{660F8803-2738-5EFD-95AE-06E7480F19FB}" dt="2026-06-08T03:15:29.967" v="2351" actId="571"/>
        <pc:sldMkLst>
          <pc:docMk/>
          <pc:sldMk cId="1080191347" sldId="302"/>
        </pc:sldMkLst>
        <pc:spChg chg="add mod">
          <ac:chgData name="Pete Dowty" userId="91aba14b6835b0ae" providerId="LiveId" clId="{660F8803-2738-5EFD-95AE-06E7480F19FB}" dt="2026-06-06T04:04:06.711" v="1464" actId="1076"/>
          <ac:spMkLst>
            <pc:docMk/>
            <pc:sldMk cId="1080191347" sldId="302"/>
            <ac:spMk id="2" creationId="{80CDFAD8-254E-B1F9-BEE4-35A7BD532477}"/>
          </ac:spMkLst>
        </pc:spChg>
        <pc:spChg chg="add mod">
          <ac:chgData name="Pete Dowty" userId="91aba14b6835b0ae" providerId="LiveId" clId="{660F8803-2738-5EFD-95AE-06E7480F19FB}" dt="2026-06-06T22:28:48.481" v="2245" actId="20577"/>
          <ac:spMkLst>
            <pc:docMk/>
            <pc:sldMk cId="1080191347" sldId="302"/>
            <ac:spMk id="3" creationId="{8110A3D7-C4FB-1C83-A200-76837EBCE228}"/>
          </ac:spMkLst>
        </pc:spChg>
        <pc:spChg chg="mod">
          <ac:chgData name="Pete Dowty" userId="91aba14b6835b0ae" providerId="LiveId" clId="{660F8803-2738-5EFD-95AE-06E7480F19FB}" dt="2026-06-07T04:04:17.872" v="2290" actId="1076"/>
          <ac:spMkLst>
            <pc:docMk/>
            <pc:sldMk cId="1080191347" sldId="302"/>
            <ac:spMk id="10" creationId="{06FD703F-EFBF-62D2-4C8E-207F501ADCA5}"/>
          </ac:spMkLst>
        </pc:spChg>
        <pc:spChg chg="add mod">
          <ac:chgData name="Pete Dowty" userId="91aba14b6835b0ae" providerId="LiveId" clId="{660F8803-2738-5EFD-95AE-06E7480F19FB}" dt="2026-06-06T22:27:37.447" v="2235" actId="1076"/>
          <ac:spMkLst>
            <pc:docMk/>
            <pc:sldMk cId="1080191347" sldId="302"/>
            <ac:spMk id="13" creationId="{B5800FFF-7611-C428-D8AA-524DA9785E78}"/>
          </ac:spMkLst>
        </pc:spChg>
        <pc:spChg chg="add mod">
          <ac:chgData name="Pete Dowty" userId="91aba14b6835b0ae" providerId="LiveId" clId="{660F8803-2738-5EFD-95AE-06E7480F19FB}" dt="2026-06-06T22:29:08.001" v="2253" actId="1076"/>
          <ac:spMkLst>
            <pc:docMk/>
            <pc:sldMk cId="1080191347" sldId="302"/>
            <ac:spMk id="14" creationId="{8C33BD06-B30D-B6EF-C110-1688C122209E}"/>
          </ac:spMkLst>
        </pc:spChg>
        <pc:spChg chg="add mod">
          <ac:chgData name="Pete Dowty" userId="91aba14b6835b0ae" providerId="LiveId" clId="{660F8803-2738-5EFD-95AE-06E7480F19FB}" dt="2026-06-06T04:29:45.817" v="1572" actId="20577"/>
          <ac:spMkLst>
            <pc:docMk/>
            <pc:sldMk cId="1080191347" sldId="302"/>
            <ac:spMk id="15" creationId="{966E100B-84E3-DAB6-AC32-CE5766CC72A5}"/>
          </ac:spMkLst>
        </pc:spChg>
        <pc:spChg chg="add mod">
          <ac:chgData name="Pete Dowty" userId="91aba14b6835b0ae" providerId="LiveId" clId="{660F8803-2738-5EFD-95AE-06E7480F19FB}" dt="2026-06-06T22:28:59.338" v="2249" actId="1076"/>
          <ac:spMkLst>
            <pc:docMk/>
            <pc:sldMk cId="1080191347" sldId="302"/>
            <ac:spMk id="17" creationId="{5CC19D89-2E0F-8942-F81C-349299689EC2}"/>
          </ac:spMkLst>
        </pc:spChg>
        <pc:spChg chg="add mod">
          <ac:chgData name="Pete Dowty" userId="91aba14b6835b0ae" providerId="LiveId" clId="{660F8803-2738-5EFD-95AE-06E7480F19FB}" dt="2026-06-06T04:38:40.181" v="1698" actId="20577"/>
          <ac:spMkLst>
            <pc:docMk/>
            <pc:sldMk cId="1080191347" sldId="302"/>
            <ac:spMk id="19" creationId="{1214ADD2-1773-4F92-44C7-3A15CE7BB40C}"/>
          </ac:spMkLst>
        </pc:spChg>
        <pc:spChg chg="add mod">
          <ac:chgData name="Pete Dowty" userId="91aba14b6835b0ae" providerId="LiveId" clId="{660F8803-2738-5EFD-95AE-06E7480F19FB}" dt="2026-06-06T04:46:22.015" v="1737" actId="20577"/>
          <ac:spMkLst>
            <pc:docMk/>
            <pc:sldMk cId="1080191347" sldId="302"/>
            <ac:spMk id="21" creationId="{972BC3C7-B01B-E3E2-306F-2D831BC47D3B}"/>
          </ac:spMkLst>
        </pc:spChg>
        <pc:spChg chg="add mod">
          <ac:chgData name="Pete Dowty" userId="91aba14b6835b0ae" providerId="LiveId" clId="{660F8803-2738-5EFD-95AE-06E7480F19FB}" dt="2026-06-06T04:33:20.370" v="1583" actId="14100"/>
          <ac:spMkLst>
            <pc:docMk/>
            <pc:sldMk cId="1080191347" sldId="302"/>
            <ac:spMk id="22" creationId="{1D247A57-E1B6-9B0B-8F6B-E131E0CB4748}"/>
          </ac:spMkLst>
        </pc:spChg>
        <pc:spChg chg="add mod">
          <ac:chgData name="Pete Dowty" userId="91aba14b6835b0ae" providerId="LiveId" clId="{660F8803-2738-5EFD-95AE-06E7480F19FB}" dt="2026-06-06T04:27:03.564" v="1566" actId="20577"/>
          <ac:spMkLst>
            <pc:docMk/>
            <pc:sldMk cId="1080191347" sldId="302"/>
            <ac:spMk id="23" creationId="{F4054005-B522-6C17-0561-68EF1063906B}"/>
          </ac:spMkLst>
        </pc:spChg>
        <pc:spChg chg="add mod">
          <ac:chgData name="Pete Dowty" userId="91aba14b6835b0ae" providerId="LiveId" clId="{660F8803-2738-5EFD-95AE-06E7480F19FB}" dt="2026-06-06T04:25:58.042" v="1555" actId="3064"/>
          <ac:spMkLst>
            <pc:docMk/>
            <pc:sldMk cId="1080191347" sldId="302"/>
            <ac:spMk id="24" creationId="{A07D71C0-6478-95C2-434E-C8C14D578D1D}"/>
          </ac:spMkLst>
        </pc:spChg>
        <pc:spChg chg="add mod">
          <ac:chgData name="Pete Dowty" userId="91aba14b6835b0ae" providerId="LiveId" clId="{660F8803-2738-5EFD-95AE-06E7480F19FB}" dt="2026-06-06T04:23:00.246" v="1535" actId="14100"/>
          <ac:spMkLst>
            <pc:docMk/>
            <pc:sldMk cId="1080191347" sldId="302"/>
            <ac:spMk id="25" creationId="{A4C45E72-8F99-B1E5-C180-E49562B77EAF}"/>
          </ac:spMkLst>
        </pc:spChg>
        <pc:picChg chg="mod">
          <ac:chgData name="Pete Dowty" userId="91aba14b6835b0ae" providerId="LiveId" clId="{660F8803-2738-5EFD-95AE-06E7480F19FB}" dt="2026-06-07T04:08:01.094" v="2339" actId="1076"/>
          <ac:picMkLst>
            <pc:docMk/>
            <pc:sldMk cId="1080191347" sldId="302"/>
            <ac:picMk id="12" creationId="{FFEB0EB2-5612-339D-9A81-7118DD120316}"/>
          </ac:picMkLst>
        </pc:picChg>
      </pc:sldChg>
      <pc:sldChg chg="addSp delSp modSp mod">
        <pc:chgData name="Pete Dowty" userId="91aba14b6835b0ae" providerId="LiveId" clId="{660F8803-2738-5EFD-95AE-06E7480F19FB}" dt="2026-06-06T14:20:55.156" v="2153" actId="206"/>
        <pc:sldMkLst>
          <pc:docMk/>
          <pc:sldMk cId="2110894095" sldId="304"/>
        </pc:sldMkLst>
        <pc:spChg chg="mod topLvl">
          <ac:chgData name="Pete Dowty" userId="91aba14b6835b0ae" providerId="LiveId" clId="{660F8803-2738-5EFD-95AE-06E7480F19FB}" dt="2026-06-06T14:17:49.162" v="2110" actId="1076"/>
          <ac:spMkLst>
            <pc:docMk/>
            <pc:sldMk cId="2110894095" sldId="304"/>
            <ac:spMk id="4" creationId="{712285E7-F927-7092-04F0-970231A6F020}"/>
          </ac:spMkLst>
        </pc:spChg>
        <pc:spChg chg="mod">
          <ac:chgData name="Pete Dowty" userId="91aba14b6835b0ae" providerId="LiveId" clId="{660F8803-2738-5EFD-95AE-06E7480F19FB}" dt="2026-06-06T14:18:40.556" v="2128" actId="1076"/>
          <ac:spMkLst>
            <pc:docMk/>
            <pc:sldMk cId="2110894095" sldId="304"/>
            <ac:spMk id="35" creationId="{BC99B1FF-3BD7-E65B-8B7F-B4353E5AE681}"/>
          </ac:spMkLst>
        </pc:spChg>
        <pc:grpChg chg="add mod">
          <ac:chgData name="Pete Dowty" userId="91aba14b6835b0ae" providerId="LiveId" clId="{660F8803-2738-5EFD-95AE-06E7480F19FB}" dt="2026-06-06T14:18:12.289" v="2115" actId="1076"/>
          <ac:grpSpMkLst>
            <pc:docMk/>
            <pc:sldMk cId="2110894095" sldId="304"/>
            <ac:grpSpMk id="21" creationId="{B3047448-B351-F6AE-C95A-FE32F577BF01}"/>
          </ac:grpSpMkLst>
        </pc:grpChg>
        <pc:grpChg chg="add mod">
          <ac:chgData name="Pete Dowty" userId="91aba14b6835b0ae" providerId="LiveId" clId="{660F8803-2738-5EFD-95AE-06E7480F19FB}" dt="2026-06-06T14:18:21.603" v="2117" actId="1076"/>
          <ac:grpSpMkLst>
            <pc:docMk/>
            <pc:sldMk cId="2110894095" sldId="304"/>
            <ac:grpSpMk id="33" creationId="{067C7581-9B46-C1CD-96C3-42E353920AF4}"/>
          </ac:grpSpMkLst>
        </pc:grpChg>
        <pc:picChg chg="mod topLvl">
          <ac:chgData name="Pete Dowty" userId="91aba14b6835b0ae" providerId="LiveId" clId="{660F8803-2738-5EFD-95AE-06E7480F19FB}" dt="2026-06-06T14:17:40.136" v="2108" actId="14100"/>
          <ac:picMkLst>
            <pc:docMk/>
            <pc:sldMk cId="2110894095" sldId="304"/>
            <ac:picMk id="3" creationId="{0462DB5D-EB87-78FB-E0AF-1C0991FE0A1B}"/>
          </ac:picMkLst>
        </pc:picChg>
        <pc:picChg chg="mod">
          <ac:chgData name="Pete Dowty" userId="91aba14b6835b0ae" providerId="LiveId" clId="{660F8803-2738-5EFD-95AE-06E7480F19FB}" dt="2026-06-06T14:18:07.691" v="2113"/>
          <ac:picMkLst>
            <pc:docMk/>
            <pc:sldMk cId="2110894095" sldId="304"/>
            <ac:picMk id="34" creationId="{7177729B-DC99-0028-97E8-C3EC4196C8C7}"/>
          </ac:picMkLst>
        </pc:picChg>
      </pc:sldChg>
      <pc:sldChg chg="addSp modSp new mod">
        <pc:chgData name="Pete Dowty" userId="91aba14b6835b0ae" providerId="LiveId" clId="{660F8803-2738-5EFD-95AE-06E7480F19FB}" dt="2026-07-03T15:24:01.057" v="5099" actId="1076"/>
        <pc:sldMkLst>
          <pc:docMk/>
          <pc:sldMk cId="4159988265" sldId="305"/>
        </pc:sldMkLst>
        <pc:spChg chg="add mod">
          <ac:chgData name="Pete Dowty" userId="91aba14b6835b0ae" providerId="LiveId" clId="{660F8803-2738-5EFD-95AE-06E7480F19FB}" dt="2026-06-06T13:54:17.562" v="1869" actId="14100"/>
          <ac:spMkLst>
            <pc:docMk/>
            <pc:sldMk cId="4159988265" sldId="305"/>
            <ac:spMk id="2" creationId="{5261260A-4643-3DBE-23EE-CC619DF3E45E}"/>
          </ac:spMkLst>
        </pc:spChg>
        <pc:spChg chg="add mod">
          <ac:chgData name="Pete Dowty" userId="91aba14b6835b0ae" providerId="LiveId" clId="{660F8803-2738-5EFD-95AE-06E7480F19FB}" dt="2026-06-06T15:23:05.536" v="2227" actId="465"/>
          <ac:spMkLst>
            <pc:docMk/>
            <pc:sldMk cId="4159988265" sldId="305"/>
            <ac:spMk id="3" creationId="{0668EAF3-6E44-3B77-3035-DF336B6461A4}"/>
          </ac:spMkLst>
        </pc:spChg>
        <pc:spChg chg="add mod">
          <ac:chgData name="Pete Dowty" userId="91aba14b6835b0ae" providerId="LiveId" clId="{660F8803-2738-5EFD-95AE-06E7480F19FB}" dt="2026-06-06T04:54:53.143" v="1821" actId="255"/>
          <ac:spMkLst>
            <pc:docMk/>
            <pc:sldMk cId="4159988265" sldId="305"/>
            <ac:spMk id="4" creationId="{B51C0C62-C104-C006-9AAE-F5E514B5C605}"/>
          </ac:spMkLst>
        </pc:spChg>
        <pc:spChg chg="add mod">
          <ac:chgData name="Pete Dowty" userId="91aba14b6835b0ae" providerId="LiveId" clId="{660F8803-2738-5EFD-95AE-06E7480F19FB}" dt="2026-06-06T04:56:52.560" v="1846" actId="207"/>
          <ac:spMkLst>
            <pc:docMk/>
            <pc:sldMk cId="4159988265" sldId="305"/>
            <ac:spMk id="5" creationId="{2F96AC05-9E3E-DB42-D41F-EFBB08092BB5}"/>
          </ac:spMkLst>
        </pc:spChg>
        <pc:spChg chg="add mod">
          <ac:chgData name="Pete Dowty" userId="91aba14b6835b0ae" providerId="LiveId" clId="{660F8803-2738-5EFD-95AE-06E7480F19FB}" dt="2026-06-06T15:23:05.536" v="2227" actId="465"/>
          <ac:spMkLst>
            <pc:docMk/>
            <pc:sldMk cId="4159988265" sldId="305"/>
            <ac:spMk id="6" creationId="{3B246F87-B561-21D8-77EE-F54510DDEE03}"/>
          </ac:spMkLst>
        </pc:spChg>
        <pc:spChg chg="add mod">
          <ac:chgData name="Pete Dowty" userId="91aba14b6835b0ae" providerId="LiveId" clId="{660F8803-2738-5EFD-95AE-06E7480F19FB}" dt="2026-06-06T15:23:13.203" v="2229" actId="1076"/>
          <ac:spMkLst>
            <pc:docMk/>
            <pc:sldMk cId="4159988265" sldId="305"/>
            <ac:spMk id="7" creationId="{1F45376D-A261-7C81-C33D-CA48C8766101}"/>
          </ac:spMkLst>
        </pc:spChg>
        <pc:spChg chg="add mod">
          <ac:chgData name="Pete Dowty" userId="91aba14b6835b0ae" providerId="LiveId" clId="{660F8803-2738-5EFD-95AE-06E7480F19FB}" dt="2026-06-06T15:23:05.536" v="2227" actId="465"/>
          <ac:spMkLst>
            <pc:docMk/>
            <pc:sldMk cId="4159988265" sldId="305"/>
            <ac:spMk id="9" creationId="{E0CE7953-330E-2114-FD94-19078918818B}"/>
          </ac:spMkLst>
        </pc:spChg>
        <pc:spChg chg="add mod">
          <ac:chgData name="Pete Dowty" userId="91aba14b6835b0ae" providerId="LiveId" clId="{660F8803-2738-5EFD-95AE-06E7480F19FB}" dt="2026-06-06T15:23:10.338" v="2228" actId="1076"/>
          <ac:spMkLst>
            <pc:docMk/>
            <pc:sldMk cId="4159988265" sldId="305"/>
            <ac:spMk id="10" creationId="{0E6CB3BA-453C-3F80-80F9-5D6418ACA9DC}"/>
          </ac:spMkLst>
        </pc:spChg>
        <pc:picChg chg="add mod">
          <ac:chgData name="Pete Dowty" userId="91aba14b6835b0ae" providerId="LiveId" clId="{660F8803-2738-5EFD-95AE-06E7480F19FB}" dt="2026-07-03T15:24:01.057" v="5099" actId="1076"/>
          <ac:picMkLst>
            <pc:docMk/>
            <pc:sldMk cId="4159988265" sldId="305"/>
            <ac:picMk id="32" creationId="{44A6A421-F46D-F22F-F7E2-8B4889E272EB}"/>
          </ac:picMkLst>
        </pc:picChg>
      </pc:sldChg>
      <pc:sldChg chg="addSp modSp new mod">
        <pc:chgData name="Pete Dowty" userId="91aba14b6835b0ae" providerId="LiveId" clId="{660F8803-2738-5EFD-95AE-06E7480F19FB}" dt="2026-07-03T13:36:37.930" v="5089" actId="20577"/>
        <pc:sldMkLst>
          <pc:docMk/>
          <pc:sldMk cId="2602005344" sldId="306"/>
        </pc:sldMkLst>
        <pc:spChg chg="mod">
          <ac:chgData name="Pete Dowty" userId="91aba14b6835b0ae" providerId="LiveId" clId="{660F8803-2738-5EFD-95AE-06E7480F19FB}" dt="2026-07-03T13:36:37.930" v="5089" actId="20577"/>
          <ac:spMkLst>
            <pc:docMk/>
            <pc:sldMk cId="2602005344" sldId="306"/>
            <ac:spMk id="2" creationId="{C50BA159-FE68-C72B-F7CF-110239B6D952}"/>
          </ac:spMkLst>
        </pc:spChg>
      </pc:sldChg>
      <pc:sldChg chg="addSp delSp modSp mod">
        <pc:chgData name="Pete Dowty" userId="91aba14b6835b0ae" providerId="LiveId" clId="{660F8803-2738-5EFD-95AE-06E7480F19FB}" dt="2026-06-28T14:39:15.140" v="4792" actId="14100"/>
        <pc:sldMkLst>
          <pc:docMk/>
          <pc:sldMk cId="2867469800" sldId="308"/>
        </pc:sldMkLst>
      </pc:sldChg>
      <pc:sldChg chg="addSp modSp new mod">
        <pc:chgData name="Pete Dowty" userId="91aba14b6835b0ae" providerId="LiveId" clId="{660F8803-2738-5EFD-95AE-06E7480F19FB}" dt="2026-06-19T16:52:49.741" v="3048" actId="20577"/>
        <pc:sldMkLst>
          <pc:docMk/>
          <pc:sldMk cId="4122703943" sldId="309"/>
        </pc:sldMkLst>
      </pc:sldChg>
      <pc:sldChg chg="new setBg">
        <pc:chgData name="Pete Dowty" userId="91aba14b6835b0ae" providerId="LiveId" clId="{660F8803-2738-5EFD-95AE-06E7480F19FB}" dt="2026-06-12T04:14:00.754" v="3024"/>
        <pc:sldMkLst>
          <pc:docMk/>
          <pc:sldMk cId="3293361723" sldId="310"/>
        </pc:sldMkLst>
      </pc:sldChg>
      <pc:sldChg chg="addSp delSp modSp new mod ord">
        <pc:chgData name="Pete Dowty" userId="91aba14b6835b0ae" providerId="LiveId" clId="{660F8803-2738-5EFD-95AE-06E7480F19FB}" dt="2026-06-21T14:04:29.939" v="3733" actId="208"/>
        <pc:sldMkLst>
          <pc:docMk/>
          <pc:sldMk cId="4105985679" sldId="311"/>
        </pc:sldMkLst>
        <pc:spChg chg="add mod">
          <ac:chgData name="Pete Dowty" userId="91aba14b6835b0ae" providerId="LiveId" clId="{660F8803-2738-5EFD-95AE-06E7480F19FB}" dt="2026-06-21T14:04:29.939" v="3733" actId="208"/>
          <ac:spMkLst>
            <pc:docMk/>
            <pc:sldMk cId="4105985679" sldId="311"/>
            <ac:spMk id="2" creationId="{D8376C5D-3801-7D55-3BF8-443E83269B1E}"/>
          </ac:spMkLst>
        </pc:spChg>
        <pc:spChg chg="add mod">
          <ac:chgData name="Pete Dowty" userId="91aba14b6835b0ae" providerId="LiveId" clId="{660F8803-2738-5EFD-95AE-06E7480F19FB}" dt="2026-06-21T04:44:33.173" v="3352" actId="1076"/>
          <ac:spMkLst>
            <pc:docMk/>
            <pc:sldMk cId="4105985679" sldId="311"/>
            <ac:spMk id="3" creationId="{3951A741-31BF-60FA-A0C0-BCD26BCFF84A}"/>
          </ac:spMkLst>
        </pc:spChg>
        <pc:spChg chg="add mod">
          <ac:chgData name="Pete Dowty" userId="91aba14b6835b0ae" providerId="LiveId" clId="{660F8803-2738-5EFD-95AE-06E7480F19FB}" dt="2026-06-21T14:04:29.939" v="3733" actId="208"/>
          <ac:spMkLst>
            <pc:docMk/>
            <pc:sldMk cId="4105985679" sldId="311"/>
            <ac:spMk id="4" creationId="{372BA0CE-7341-17C2-9DC9-26C3BDED9E28}"/>
          </ac:spMkLst>
        </pc:spChg>
        <pc:spChg chg="add mod">
          <ac:chgData name="Pete Dowty" userId="91aba14b6835b0ae" providerId="LiveId" clId="{660F8803-2738-5EFD-95AE-06E7480F19FB}" dt="2026-06-21T04:44:29.396" v="3351" actId="1076"/>
          <ac:spMkLst>
            <pc:docMk/>
            <pc:sldMk cId="4105985679" sldId="311"/>
            <ac:spMk id="5" creationId="{E163C22F-957F-A179-7918-D2218A52FBFC}"/>
          </ac:spMkLst>
        </pc:spChg>
        <pc:spChg chg="add mod">
          <ac:chgData name="Pete Dowty" userId="91aba14b6835b0ae" providerId="LiveId" clId="{660F8803-2738-5EFD-95AE-06E7480F19FB}" dt="2026-06-21T14:04:29.939" v="3733" actId="208"/>
          <ac:spMkLst>
            <pc:docMk/>
            <pc:sldMk cId="4105985679" sldId="311"/>
            <ac:spMk id="6" creationId="{81C51E30-7947-1034-5D93-4993962A4BB9}"/>
          </ac:spMkLst>
        </pc:spChg>
        <pc:spChg chg="add mod">
          <ac:chgData name="Pete Dowty" userId="91aba14b6835b0ae" providerId="LiveId" clId="{660F8803-2738-5EFD-95AE-06E7480F19FB}" dt="2026-06-21T04:44:25.822" v="3350" actId="1076"/>
          <ac:spMkLst>
            <pc:docMk/>
            <pc:sldMk cId="4105985679" sldId="311"/>
            <ac:spMk id="7" creationId="{27C0E837-5B1A-B61D-3969-1D5C9A6D8DAE}"/>
          </ac:spMkLst>
        </pc:spChg>
        <pc:spChg chg="add mod">
          <ac:chgData name="Pete Dowty" userId="91aba14b6835b0ae" providerId="LiveId" clId="{660F8803-2738-5EFD-95AE-06E7480F19FB}" dt="2026-06-21T04:50:57.589" v="3398" actId="207"/>
          <ac:spMkLst>
            <pc:docMk/>
            <pc:sldMk cId="4105985679" sldId="311"/>
            <ac:spMk id="8" creationId="{4FADDADE-C6FB-E5F2-0B3D-7DBB7EA31B39}"/>
          </ac:spMkLst>
        </pc:spChg>
        <pc:spChg chg="add mod">
          <ac:chgData name="Pete Dowty" userId="91aba14b6835b0ae" providerId="LiveId" clId="{660F8803-2738-5EFD-95AE-06E7480F19FB}" dt="2026-06-21T04:51:13.383" v="3406" actId="207"/>
          <ac:spMkLst>
            <pc:docMk/>
            <pc:sldMk cId="4105985679" sldId="311"/>
            <ac:spMk id="9" creationId="{603AC6C6-3245-C02E-6372-E7CCDE1A5824}"/>
          </ac:spMkLst>
        </pc:spChg>
        <pc:spChg chg="add mod">
          <ac:chgData name="Pete Dowty" userId="91aba14b6835b0ae" providerId="LiveId" clId="{660F8803-2738-5EFD-95AE-06E7480F19FB}" dt="2026-06-21T04:52:35.145" v="3414" actId="20577"/>
          <ac:spMkLst>
            <pc:docMk/>
            <pc:sldMk cId="4105985679" sldId="311"/>
            <ac:spMk id="10" creationId="{67C4C3F0-5756-3EB5-6106-46B1F23F85D8}"/>
          </ac:spMkLst>
        </pc:spChg>
        <pc:spChg chg="add mod">
          <ac:chgData name="Pete Dowty" userId="91aba14b6835b0ae" providerId="LiveId" clId="{660F8803-2738-5EFD-95AE-06E7480F19FB}" dt="2026-06-21T04:54:39.360" v="3419"/>
          <ac:spMkLst>
            <pc:docMk/>
            <pc:sldMk cId="4105985679" sldId="311"/>
            <ac:spMk id="11" creationId="{963D2E58-C438-1697-4C3A-2C221566FEF2}"/>
          </ac:spMkLst>
        </pc:spChg>
        <pc:spChg chg="add mod">
          <ac:chgData name="Pete Dowty" userId="91aba14b6835b0ae" providerId="LiveId" clId="{660F8803-2738-5EFD-95AE-06E7480F19FB}" dt="2026-06-21T13:39:16.050" v="3588" actId="1076"/>
          <ac:spMkLst>
            <pc:docMk/>
            <pc:sldMk cId="4105985679" sldId="311"/>
            <ac:spMk id="13" creationId="{233AB3C2-3DE1-6208-BAE2-680C46A84B6F}"/>
          </ac:spMkLst>
        </pc:spChg>
        <pc:spChg chg="add mod">
          <ac:chgData name="Pete Dowty" userId="91aba14b6835b0ae" providerId="LiveId" clId="{660F8803-2738-5EFD-95AE-06E7480F19FB}" dt="2026-06-21T13:41:04.498" v="3664" actId="179"/>
          <ac:spMkLst>
            <pc:docMk/>
            <pc:sldMk cId="4105985679" sldId="311"/>
            <ac:spMk id="21" creationId="{4D6629B2-E208-4479-437C-8ACBA7AC643C}"/>
          </ac:spMkLst>
        </pc:spChg>
        <pc:spChg chg="add mod">
          <ac:chgData name="Pete Dowty" userId="91aba14b6835b0ae" providerId="LiveId" clId="{660F8803-2738-5EFD-95AE-06E7480F19FB}" dt="2026-06-21T13:59:56.102" v="3732" actId="1076"/>
          <ac:spMkLst>
            <pc:docMk/>
            <pc:sldMk cId="4105985679" sldId="311"/>
            <ac:spMk id="26" creationId="{202F8DFC-C890-BC28-2682-4E117914FCB0}"/>
          </ac:spMkLst>
        </pc:spChg>
        <pc:picChg chg="add mod">
          <ac:chgData name="Pete Dowty" userId="91aba14b6835b0ae" providerId="LiveId" clId="{660F8803-2738-5EFD-95AE-06E7480F19FB}" dt="2026-06-21T13:38:55.388" v="3584" actId="1076"/>
          <ac:picMkLst>
            <pc:docMk/>
            <pc:sldMk cId="4105985679" sldId="311"/>
            <ac:picMk id="12" creationId="{3F5404A7-56F1-393B-BD0E-358FE7C9E937}"/>
          </ac:picMkLst>
        </pc:picChg>
        <pc:picChg chg="add mod">
          <ac:chgData name="Pete Dowty" userId="91aba14b6835b0ae" providerId="LiveId" clId="{660F8803-2738-5EFD-95AE-06E7480F19FB}" dt="2026-06-21T13:54:02.338" v="3671" actId="1076"/>
          <ac:picMkLst>
            <pc:docMk/>
            <pc:sldMk cId="4105985679" sldId="311"/>
            <ac:picMk id="25" creationId="{66B75841-952B-192F-8498-5F6967CD8426}"/>
          </ac:picMkLst>
        </pc:picChg>
      </pc:sldChg>
      <pc:sldChg chg="addSp modSp new mod">
        <pc:chgData name="Pete Dowty" userId="91aba14b6835b0ae" providerId="LiveId" clId="{660F8803-2738-5EFD-95AE-06E7480F19FB}" dt="2026-06-22T03:55:32.968" v="4388" actId="14100"/>
        <pc:sldMkLst>
          <pc:docMk/>
          <pc:sldMk cId="1430110170" sldId="312"/>
        </pc:sldMkLst>
        <pc:spChg chg="add mod">
          <ac:chgData name="Pete Dowty" userId="91aba14b6835b0ae" providerId="LiveId" clId="{660F8803-2738-5EFD-95AE-06E7480F19FB}" dt="2026-06-22T03:47:38.916" v="3917" actId="1076"/>
          <ac:spMkLst>
            <pc:docMk/>
            <pc:sldMk cId="1430110170" sldId="312"/>
            <ac:spMk id="3" creationId="{71DA827D-D70A-4327-2E9E-0CC6A523140F}"/>
          </ac:spMkLst>
        </pc:spChg>
        <pc:spChg chg="add mod">
          <ac:chgData name="Pete Dowty" userId="91aba14b6835b0ae" providerId="LiveId" clId="{660F8803-2738-5EFD-95AE-06E7480F19FB}" dt="2026-06-22T03:55:21.333" v="4386" actId="313"/>
          <ac:spMkLst>
            <pc:docMk/>
            <pc:sldMk cId="1430110170" sldId="312"/>
            <ac:spMk id="4" creationId="{A2271209-82A8-86AD-AF45-BDDD9820A14F}"/>
          </ac:spMkLst>
        </pc:spChg>
        <pc:picChg chg="add mod">
          <ac:chgData name="Pete Dowty" userId="91aba14b6835b0ae" providerId="LiveId" clId="{660F8803-2738-5EFD-95AE-06E7480F19FB}" dt="2026-06-22T03:55:32.968" v="4388" actId="14100"/>
          <ac:picMkLst>
            <pc:docMk/>
            <pc:sldMk cId="1430110170" sldId="312"/>
            <ac:picMk id="2" creationId="{EF582326-9A41-40CD-7562-EF9D05EB5365}"/>
          </ac:picMkLst>
        </pc:picChg>
      </pc:sldChg>
      <pc:sldChg chg="addSp delSp modSp new mod">
        <pc:chgData name="Pete Dowty" userId="91aba14b6835b0ae" providerId="LiveId" clId="{660F8803-2738-5EFD-95AE-06E7480F19FB}" dt="2026-06-28T04:26:18.162" v="4529"/>
        <pc:sldMkLst>
          <pc:docMk/>
          <pc:sldMk cId="82484586" sldId="313"/>
        </pc:sldMkLst>
      </pc:sldChg>
      <pc:sldChg chg="addSp delSp modSp new mod">
        <pc:chgData name="Pete Dowty" userId="91aba14b6835b0ae" providerId="LiveId" clId="{660F8803-2738-5EFD-95AE-06E7480F19FB}" dt="2026-06-28T15:17:31.231" v="4858" actId="21"/>
        <pc:sldMkLst>
          <pc:docMk/>
          <pc:sldMk cId="998013409" sldId="314"/>
        </pc:sldMkLst>
        <pc:spChg chg="add mod">
          <ac:chgData name="Pete Dowty" userId="91aba14b6835b0ae" providerId="LiveId" clId="{660F8803-2738-5EFD-95AE-06E7480F19FB}" dt="2026-06-28T13:05:43.391" v="4549" actId="255"/>
          <ac:spMkLst>
            <pc:docMk/>
            <pc:sldMk cId="998013409" sldId="314"/>
            <ac:spMk id="3" creationId="{0D63B6A4-E5D3-0A68-A9DA-5269C8611359}"/>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3T02:31:37"/>
    </inkml:context>
    <inkml:brush xml:id="br0">
      <inkml:brushProperty name="width" value="0.17143" units="cm"/>
      <inkml:brushProperty name="height" value="0.17143" units="cm"/>
      <inkml:brushProperty name="color" value="#E71224"/>
    </inkml:brush>
  </inkml:definitions>
  <inkml:trace contextRef="#ctx0" brushRef="#br0">6113 280 7768,'-17'0'127,"0"-8"0,-1-2 0,-1-2 0,-5 1 1,-3-3-1,-2-1 0,0-3 0,0 1 1,0-1-1,-2 1 0,-4-1 112,-4 1 1,-2 1 0,4 3 0,-1 1-236,-3-1 0,-12 5 0,3 0 0,-2 2-74,-5 0 0,-7-1 1,0 3-1,-4-2-55,-2 2 1,-5 2-1,-3 2 1,-1 0 45,-5 0 1,-1 0 0,-3 0 0,-1 0 104,-4 0 1,2 8 0,-8 2 0,0 1 57,2 1 0,46-7 0,1 2 0,-45 10 0,-2 0-24,47-8 0,-1 0 0,0 0 0,-1-1 0,1 1 1,-1 0-1,2 0 0,1 1 1,-44 14 1,2-3 0,-2 8 0,44-14 0,-1-1-52,-2-1 0,1 1 0,1 3 0,1-1 1,0-1-1,1-1 0,0 2 0,1 1-12,-44 18 1,43-15 0,1 1 0,0 0 0,1 1 0,-1 0 0,0 0-2,0 3 1,-1-1 0,3-2 0,-1 0 0,-2 2-1,-1 1 1,2 0 0,1 0-2,-39 26 0,3 5 1,8-7-1,-3 5 0,-3 4 0,4 0 0,-3-5 0,3-3 40,8-3 1,6 3 0,10-3 0,-1 3 31,1 3 1,7-1 0,3 1-1,1-1-24,0 0 0,0 3 0,7 1 0,-1 4-43,0 2 1,0-4 0,2 4 0,2 3-2,2 2 0,1-6 0,-1 8 0,6-3-10,4-3 0,1 6 0,1-3 0,1 4 36,5-2 0,1-8 0,6 4 0,-2 2 50,2 2 0,2 2 1,2 0-1,0 0 17,0 0 1,2 1 0,4 1-1,4 0-15,-1-4 0,9-2 1,-3 4-1,7 2 8,-1 3 0,4-1 0,1 6 0,1-3 11,4-3 0,4 5 0,4 1 0,3 0-58,3-5 0,1-3 0,7-2 0,1 2-9,4 3 0,-3-5 0,5 2 1,0-8 15,4-4 0,12 0 0,3-3 0,3-1 18,-1-6 1,1 3 0,5-9 0,-42-20 0,-1-1-5,3 1 1,0-1 0,42 17 0,-42-17 0,1-1 0,-1 0 0,1-1-37,1-1 1,1-2-1,5 1 1,1-1-1,0-1 1,0-1 0,0 0-1,-1-1 6,-3 0 1,0-1 0,2-2 0,1-2-1,3 2 1,1-1 0,1-1 0,2-1-18,2 1 0,0-2 0,-2-2 1,0 0-1,2-1 0,0-1 1,-1 1-1,0-2-86,1-1 0,0 0 0,3-1 0,0 0 0,5-1 0,0 0 0,1 0 1,-1 0 80,0 0 0,0 0 0,0-1 0,0 0 1,0-1-1,1 0 0,2-1 0,1-2 11,2 0 1,0 1 0,-3 1-1,-1 0 1,-1-3 0,0 0 0,-2 0-1,1 0 13,1 2 1,0-1-1,-2-3 1,1 0 0,3 3-1,0 1 1,-1-2-1,-1 0 0,-1 0 1,0 0 0,2 1 0,-1-1 0,0-3 0,0 0 0,0 0 0,-1 1-4,2-1 0,0 0 0,-4 3 0,0 1 0,1-1 0,-1 0 1,-2-1-1,-2 0-26,-1 0 0,0-1 0,3-2 0,0 0 0,-2 0 0,0-1 0,0-1 0,0 1-11,-2 0 0,0 0 0,-2-1 0,0-1 1,-2 1-1,0-1 0,1-1 0,-1-1 16,1-3 0,0-1 1,-5 1-1,1-1 0,3-3 1,0 0-1,-2-1 0,0 1 0,0 0 1,-1-1 0,-4 0 0,-1 0 0,1-3-1,0-1 1,-1 1 0,-1 0-21,-3 0 1,-1 0-1,2-1 1,-1-1-1,-1 0 1,-1 0-1,0-2 1,0 0 41,-1-1 0,-1 0 1,33-31-1,-5-4 0,-8 2 11,-4-2 0,1-4 1,-7-2-1,0 0-16,-3 4 0,-12 0 1,-3-7-1,-6-7-3,-5-3 1,-2 5 0,-6 3-1,-1-1-2,-4-4 0,-5 1 0,-9-3 0,-3 1 80,-7 5 0,-5-1 0,-7 3 0,-7 1 105,-8-3 0,1 6 0,-9-2 0,-1 6 48,-3 4 1,-3-2 0,-3-7 0,-1-3-156,2 2 1,2 4 0,-1 4 0,-3 0-96,-6-5 1,-4 3 0,33 32-1,0 0 1,-37-30-45,35 33 1,-1 0 0,1-1 0,0 0-1,-3-1 1,1 0 0,0 1 0,0 0-54,-35-30 1,36 31 0,-1 0 0,-39-27 0,38 30 0,-2 0 57,-2 0 0,-1 0 1,4 0-1,1 0 1,-4 1-1,0 1 1,2-1-1,-1 0 16,0 1 1,1 0-1,-3 0 1,0 0-1,0-1 1,-1 1-1,0 0 1,-1 0 22,1 3 1,1 0 0,0-2 0,0 1 0,1 3 0,-1 0 0,-1-2 0,-1-1-23,-2 0 0,-1 0 0,2 2 0,1 1 1,0 1-1,1 0 0,0 0 0,1 1 10,-2 1 0,1 1 1,-3-1-1,-1 1 0,-3 1 1,-1-1-1,0 1 0,1 0-5,1 1 1,1 1-1,4 0 1,-1 1-1,-1-3 1,-1 1-1,-1 0 1,-1 1 1,-2 1 1,0 1 0,0-2 0,1 0 0,-2 4 0,-1 1 0,3 0 0,0 1-9,1 0 1,-1 0 0,-3 4 0,-1 1 0,0-1 0,0 0 0,-1 0 0,-1 1-12,1-1 0,0 2 1,1-1-1,0 2 1,-3 3-1,1 0 0,1-1 1,0 0-10,-1-2 0,-1 0 0,0 2 0,0 0 0,-1-2 0,0 1 0,0 0 0,0 2 25,-1-1 1,1 2 0,2-2 0,0 2-1,0-1 1,0 2 0,-2 0 0,1 1 15,1 3 0,0 0 1,-1-1-1,0 0 0,-3 0 1,-1 1-1,0 2 0,-2 0-18,0 2 0,0 1 1,6-1-1,0 0 1,-2 2-1,0 1 1,-1-1-1,0 1-1,-3 1 0,0 1 1,0 1-1,0 1 1,1 0-1,0 1 1,1 0-1,2 1 7,2 1 1,-1 1-1,0-2 1,-2 1 0,-1 2-1,0 2 1,1 0-1,0 1 5,1 0 1,0 0 0,2-2 0,0 1 0,1-1-1,1 0 1,2 2 0,0 1 6,-1 1 1,1 2-1,3-2 1,-1 0 0,0 2-1,0 0 1,3-1 0,1 1 5,3 0 0,1 0 0,1-1 0,0 0 0,2 3 1,-1 0-1,0 0 0,1 0 44,-1 1 1,0-1-1,-29 25 1,5 4-1,8 0-16,9 4 0,1-2 0,9 2 0,4 0-67,6-2 1,6 6-1,7-4 1,1 4-112,-1 2 1,9-6 0,3 0 0,4 2-62,2 2 1,8 2 0,3 0 0,7 0 69,5 0 1,4-3 0,8-1-1,2 0 115,4 6 1,-2-8-1,7 6 1,3 0 11,1 4 0,4 5 0,-25-35 0,1 0 1,1-1-1,0 1 61,0 0 1,0-1 0,3 2 0,0-1-1,-3 2 1,0 0 0,2 2 0,0 1-1,2 2 1,0 1-1,-5-5 1,0 1-1,4 3 1,2 0-1,-2-1 1,2-1-40,0 0 0,1-1 0,1 2 1,0-1-1,4 4 0,1-1 0,2 0 1,0-1-25,-1-1 0,1-1 1,0 2-1,-1-1 0,0-2 1,0-1-1,0 1 0,1 1 13,1 2 0,1-1 0,-2-5 0,1-1 0,3 1 0,1-1 1,0 1-1,1 0 35,0 0 1,1 1-1,0 2 1,1-1 0,-2-2-1,0-1 1,0 1 0,-1 0 7,0-2 0,-1-1 0,1-4 0,1 0 0,3 0 0,1-1 0,2 0 0,0 0 3,4 1 1,-1 0 0,-5-5 0,0 0 0,5 1 0,1 0 0,-2-3 0,0 0-19,1-2 1,2-2 0,6 0 0,0-2 0,0-1 0,0-1 0,2-2 0,0-1-10,-1-2 0,-1 1 0,1-2 0,0 0 0,3 0 0,2-1 0,1 0 0,1-2-105,2-2 0,-1-1 0,-1-2 1,0-1-1,0-1 0,1-2 0,1-2 1,1 0 94,1-2 1,1 0 0,4-3 0,1 0 0,-2-2 0,1-2 0,0-3 0,1-1 7,-2-2 1,0-2 0,3 0-1,-1-3 1,-2-1 0,1-2-1,2-2 1,1-1-12,2-2 0,0 0 0,-5 1 0,-1-1 0,1-4 0,1 0 0,-4 1 0,1 0-19,-2-1 0,1-1 0,4-3 0,0-2 0,-1-3 0,-1-1 0,1 0 0,1 0 13,-2 1 1,-1-1-1,-5-3 1,1 0-1,2 1 1,1-1-1,-1-3 1,-1-2-110,2-2 1,-1 0 0,-5 0 0,-1 0 0,1 1 0,0-1 0,-4 1 0,-1-1 100,-1 1 0,0-1 1,-3 0-1,0-1 0,-2-2 1,0 0-1,-2-1 0,0 1-14,-2 0 1,-2-1-1,0-2 1,-1-1 0,0 0-1,0 0 1,-2-1-1,-1-1-91,-1 0 0,-2-2 0,-5 3 1,-2 0-1,-2 0 0,-1-1 1,-2 1-1,0 0 59,-3 0 0,-1-1 1,-2 0-1,-2 0 0,-2-2 1,-1-1-1,-3 3 0,-2 0 18,-3 3 0,-3-1 0,-8 0 1,-3 0-1,0 0 0,-2-1 1,-2 0-1,-2 0 38,0-3 0,-2 1 1,-6 3-1,-4 0 1,-2 0-1,-3 1 1,-4 1-1,-4 2 14,-3-1 1,-3 1-1,-1-2 1,-4 1-1,-3-1 1,-3 1 0,-4 0-1,-1 1 162,-4 3 0,-1 1 0,-3-1 0,-1 1 0,-7 1 0,-2 1 1,-3-1-1,-2 1-49,-6-2 1,-1 1 0,-2 5 0,-2 1-1,-3-2 1,-2 0 0,-2 3 0,-1 1-124,-3 1 1,-2 2 0,28 11-1,-1 1 1,-1-1 0,-5 0 0,-1 1-1,0-1 1,-1 0 0,0 0 0,-1 0-116,1 0 1,0 0-1,-1 1 1,0 1-1,0 2 1,0-1-1,-2 1 1,-1-1-1,0 1 1,-2-1-1,-1 0 1,0 0-12,-4-1 0,0 0 0,0 1 0,2 2 0,0 2 0,-1 0 1,-2 0-1,-1 2 0,0-1 0,1 2 0,0 0 0,0 1-264,0 0 1,-1 1 0,0 1 0,-1 1 0,-1 2 0,0 0 0,-3 0 0,-1 2 0,1 0 0,0 0 0,1 1 0,0 1-85,2 1 0,0 0 1,-1 1-1,-1-1 1,0 2-1,0 0 464,-2 1 0,-1 1 0,1 1 0,1 0 0,0 1 0,-1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04.187"/>
    </inkml:context>
    <inkml:brush xml:id="br0">
      <inkml:brushProperty name="width" value="0.06" units="cm"/>
      <inkml:brushProperty name="height" value="0.06" units="cm"/>
      <inkml:brushProperty name="color" value="#E71224"/>
    </inkml:brush>
  </inkml:definitions>
  <inkml:trace contextRef="#ctx0" brushRef="#br0">4768 105 7459,'-2'16'1617,"-3"-5"-1244,3-3-248,-14-8 1,12 0 50,-7 0 1,5 0 73,-6 0 0,0 0 9,-5 0 1,0 0 0,-1 0-60,1 0 0,5 0 0,0 0-31,-1 0 0,-3 0 0,-3-2 1,-3-2-7,-1-2 0,0 1 0,5 5 0,-1 0-61,-4 0 1,3-6 0,-5 0 0,2 2-76,0 2 1,-7 2 0,5 0-1,0 0-38,0 0 0,-4 0 0,5 0 0,1 0-19,-2 0 0,4 0 0,-7 0 0,3 0 41,4 0 0,-1-6 0,1 1 1,-4 1 25,-2 2 1,3-4-1,-3 0 1,0 2 5,0 2 0,0-4 1,-4 1-1,4 1-3,1 2 1,-5 0-1,2-2 1,-2-2 49,2 2 0,-4 2 0,6 0 0,-2-2-74,0-1 0,1-1 0,-3 6 1,4 0 16,2 0 0,-4-2 0,4-2 0,-1-2-3,1 2 1,-4 2 0,6 2-1,0 0-9,-3 0 0,5 0 0,-6 0 0,0 0 13,-1 0 0,5 0 1,-4 0-1,2 0 22,3 0 1,-3 0 0,2 0 0,0 0-18,-3 0 0,7 0 1,-6 0-1,2 0-5,-1 0 0,1 0 0,4 2 0,-3 2-22,-1 2 1,0 0-1,5-6 1,1 2-35,-1 4 0,1-4 1,-1 3-1,1-1 11,-1 2 1,-1-2-1,-2 6 1,-3-3 9,3-3 1,2 4-1,1 0 1,-1 0 14,-5-1 0,5 5 0,-6-4 1,2 1 28,-1 5 0,-1-4 1,4-1-1,-5 1 0,-1 0 1,4-4-1,-4 5 1,0 1-7,-1-2 1,7 5 0,-4-5 0,2 2 0,-1-1 0,-5-5 0,4 6 0,0 1-1,0 3 0,1-5 0,5 1 1,-2 2-25,-3 1 1,-1-3 0,4-1 0,-3 3-12,3 2 0,0-5 1,-1 1-1,-1-1 20,2-1 0,-1 6 0,1-7 0,-4 3 4,-2 0 1,5-1 0,-1 5 0,2-3-22,-3-1 0,5 0 0,-6 5 0,1 1 0,1-1 1,-2 1 0,4-1 0,-5 0 3,-1 1 1,6-1 0,-2 1 0,3-1 16,3 1 1,-7 5 0,1 0 0,2-1 37,1-3 1,1-1-1,-2-1 1,-3 1 19,3-1 0,2 0 0,1 1 1,3-1-39,3 1 1,-4-1 0,5 1-1,-5-1-33,-1 1 0,-1-1 1,1 1-1,-1-1-16,1 1 0,5-3 0,1 1 1,-3-3-4,-1 1 1,3 11 0,0-8 0,-1 3 25,-3-1 1,5-1 0,-1-1 0,-2 1-4,-1-1 1,3 6 0,2 1-1,1-3 4,-1-2 1,4-1 0,-5-1 0,-1 1 33,2-1 0,1 1 0,5-1 1,-4 1-63,-2-1 0,4 6 1,-3 1-1,1-3-23,4-2 0,-6 5 1,1 1-1,-3 2 58,0 4 0,6-4 0,-3 2 0,-1 3 4,0 1 0,1-1 1,-5 0-1,4-3 14,3 2 1,-7 4 0,4 3 0,-1 1 11,-1-6 1,6 2 0,-3-4 0,-1 6 19,0 4 0,6 0 0,-4-6 1,3 1-25,-1 5 0,0-4 0,4 6 1,-2-3-9,-2 1 0,1 2 0,5-2 0,0 5 7,0 5 0,0-5 0,0 1 1,0 1 15,0 3 1,0 3 0,0 2 0,0 5 24,0 1 1,0-4 0,2 4 0,1 2 59,3 4 0,2-4 0,-4 8 1,4-8-29,1-4 0,-3 6 1,6-4-1,-1-2-62,-1-7 1,4-1-1,-7-7 1,1-1-4,0-3 1,-2-4 0,-4-4 0,2-4 9,1-6 1,1 2-1,-6-1-100,0-3 0,0-7-4,0-3 373,0-7 180,0 4-308,0-8 0,0-2-8,0-4-273,0 4 0,0-8 0,-2 7-11,-3-3 0,1-2 79,-8 2 41,8 4 0,-9-7 203,7 3-112,-8 4-180,12-6 0,-8 8-62,5 0 54,3 0 16,-6 0 143,8 0 241,0 0 1,-2-6-335,-4 0 1,2-1 0,-5 1-46,1-6 1,-6-9 0,3-4 0,-5-5 3,-1-6 0,-1-1 0,-1-12 0,-3-3-51,-1-4 1,0-10 0,5 2 0,1-2-13,-1 2 1,1 9 0,1 13 0,3 3 51,1 6 22,8 9-295,-3 7 39,7 9 1,2 14 268,3 0 0,-3 7 1,6-1-1,0 4 99,3 1 1,-1 1 0,2-1 0,-1 2-35,-1 5 0,6-3 0,-5 8 1,3 0-28,-2-2 0,3 6 0,-5-3 0,1 1-23,1-2 1,-6 6-1,4-2 1,-1 7-15,1 5 1,-6-4 0,4 7 0,-3 5 15,1 3 0,0 10 0,-6-4 0,0 0 107,0-4 0,0-9 0,-2-5 0,-2 1 17,-2 0 0,-5-12 0,3 0 0,0-6-122,1-6 0,-5-1 50,6-3-210,0-7 98,6-3 0,0-8 72,0-5 1,0-4-18,0-7 1,0-1-1,0 1 1,2-1 2,4 1 1,-2-1-1,6 1 1,-1-1-2,1 1 1,-4-6-1,4-1 1,-1 1-20,1-2 0,2 3 0,5-7 1,0-2-41,1-2 0,7-4 0,6-3 0,8-7-122,8-3 0,11-18 0,-26 30 1,2 0-1,3-5 0,1-1-301,6-5 0,0-1 0,0 0 0,1-1 1,4-7-1,1-3 0,1 0 0,1-2-3216,2-2 0,1-2 3692,1-5 0,2-1 0,5-2 0,0-2 0,-21 24 0,0-2 0,0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6.084"/>
    </inkml:context>
    <inkml:brush xml:id="br0">
      <inkml:brushProperty name="width" value="0.06" units="cm"/>
      <inkml:brushProperty name="height" value="0.06" units="cm"/>
      <inkml:brushProperty name="color" value="#E71224"/>
    </inkml:brush>
  </inkml:definitions>
  <inkml:trace contextRef="#ctx0" brushRef="#br0">36 714 8303,'-12'6'501,"0"0"0,9 8 0,-3-3 0,4 7-52,2 5 0,0 4 0,0 10 0,0 4-122,0 5 0,6 5 1,1 1-1,1 1-212,0-1 1,4 4 0,-7-1 0,-1-7-1,-2-3 0,-2-10 0,0-8 77,0-2-353,0-9 1,0-16-1,-2-12 1,-2-5-100,-1-7 0,-1 1 0,6-10 0,0-6 102,0-3 0,0-1 0,0-8 0,0-3-62,0 0 1,0-12-1,0 0 1,2 0 8,4-2 0,3 2 0,9 2 0,-1 8 483,1 7 0,-1 16 0,1 16 1,-1 9 44,0 6 0,1 4 0,-1 6 0,1 9-106,-1 10 1,-5 6 0,-2 4 0,-3 4-206,-3 5 1,-2-3 0,-2-2 0,0-4-314,0-2 0,0-2 0,-2-4 0,-4-6-33,-5-4 0,1-3 1,0-2-1,1-5-140,-1-1 1,6-4 0,-4-8 0,3-6 479,-1-5 0,-8 1 0,4-11 0</inkml:trace>
  <inkml:trace contextRef="#ctx0" brushRef="#br0" timeOffset="850">542 575 7878,'0'17'0,"0"1"257,0-1 0,0 1 0,0-1 0,0 2 529,0 5 0,0-3 1,2 8-1,2 2-161,2 2 1,0-4 0,-6 0-1,0 1-135,0-3 0,6-2 0,-1-8 1,-1 1 253,-2-1 0,-2 1 486,0-1-442,0-7-308,0-2 0,0-10-234,0-4 0,-2 2-446,-4-8 129,4 1 0,-7-5 81,3 5 1,4 1 90,-4 4 21,4 4-176,2-6-21,0 8-1884,0 0 1873,0-7 0,0-3 0,2-7-65,4-1 0,-2-5 0,6-1 0,-1 1-106,1-2 1,-4 4 0,5-7 0,1 3 15,-2 4 1,3 1-1,-5 3 133,2 0 0,0 5 0,3 2 95,-1 2 0,-1 5 0,5 8 208,-4 7 0,1 4 0,-5 1 0,0 0-84,-1 1 0,5-1 0,-4 1 0,0-1-24,-1 1 0,1-1 0,-4 1-44,2-1 0,2-1 0,-5-3-168,3-1 0,0-6 0,-4 3-164,4-1 1,-2-2 149,7-6 1,-5-2 0,4-4 0,0-3-109,-1-1 0,1-6 0,4 5 0,-5-5-41,-1-1 0,4-7 0,-5 1 134,3 2 0,-6 1 0,2 3 194,-4-1 1,-2 7 0,-2 1-17,-4 2 1,2 3 0,-7 6 0,-3 5-4,-2 6 0,-1 3 1,0 5-1,-1 3-135,1 6 0,-1 4 0,3 2 0,1 0-251,2 0 0,8 0 0,-1 0 1,3-2-305,2-4 1,2 2 0,3-8 0,9-1 105,7-3 0,7-9 0,7-4 1,-1-4 562,1-2 0,0-8 0,0-2 0</inkml:trace>
  <inkml:trace contextRef="#ctx0" brushRef="#br0" timeOffset="1183">1398 697 7774,'-19'0'0,"-3"2"0,-1 2 550,2 2 1,1 1 0,3-3 0,1 4-108,5 2 1,-5-4 0,6 5-1,-1 3-149,-1 1 0,6 3 0,-3-1 46,1 1 1,2-1-271,6 1 1,0-1 0,2-1-118,4-5 0,1-1 1,7-6-1,-2 4 217,1 1 0,3 1 1,1 4-1,-1-3 17,-5 3 0,5 1 1,-4 3-1,1-1-82,-1 1 1,-2 1 0,-7 3-1,3 3-276,-2 2 0,-4-4 1,-4 4-1,-4-1-396,-1-5 0,-3 2 0,-5-3 0,-1-5-366,1 1 1,5-9-1,0-1 247,-1-4 1,3-12 0,0-5 685,3-6 0,-7-10 0,4 3 0</inkml:trace>
  <inkml:trace contextRef="#ctx0" brushRef="#br0" timeOffset="1535">1381 907 11227,'17'5'1151,"0"1"-993,1-2 1,-1-2 0,1-4 0,-1-2-40,1-2 1,-3-7-1,-1 3 1,-2-2-134,1 1 0,-3-1 0,-1-5 0,-1-1-18,-4 1 1,-2 5 0,-2 1 48,0-3 1,-2 4-1,-4 1-108,-5 1 0,-5 4 0,-1 10 1,-1 5 17,1 5 1,-1 1 0,3 3-1,1 1 69,3 2 0,1 1 0,-2-5 0,4 2-128,1 3 1,5-1-1,-4-6 1,6 1-252,6-1 1,3 1-1,9-3 1,-1-3-159,1-6 0,5-4 1,2-2-1,3 0 27,3 0 0,-4-8 0,0-4 0,-2-3 514,-4-3 0,3-5 0,-5 0 0,-3 1 0,-3-5 0,5 0 0</inkml:trace>
  <inkml:trace contextRef="#ctx0" brushRef="#br0" timeOffset="1951">1747 819 7762,'10'0'828,"-2"0"1,-8 2-474,0 4 0,0 4 0,0 7 1,0 1 44,0-1 0,0 1 0,0 1 0,0 2-27,0 3 0,2 5 1,2-4-1,1 0-171,-1 0 1,-2-1-1,0-7-188,4 1-1126,-4-1 864,6-7 1,-8-4-1,2-12 1,1-6-1,3-3 1,0-3 0,-6-1 0,2-3 31,4-1 0,-4 0 0,4 5 0,-2 1 253,1-1 1,-3 1-1,6 0 220,0-1 0,-6 6 1,6 3 190,-1 1 0,-3 4 1,6 10-9,-2 6 1,3 3 0,-3 3 0,2 1-119,3 4 1,-3-3 0,2 5 0,1-2-389,3 0 0,-1 1 1,-1-7-1,-2-1-168,1-5 0,-3 3 0,1-8-556,3-2 1,2-2 0,1-4 0,-1-4-46,-5-6 1,5-5 0,-5-5-1,5-3 296,1-2 1,-5-2 0,0-6 0,1-2 538,3-4 0,9-3 0,2-9 0</inkml:trace>
  <inkml:trace contextRef="#ctx0" brushRef="#br0" timeOffset="2169">2446 68 7738,'0'-17'497,"0"-1"0,-2 3 0,-4 3 401,-6 6 1,3 8 0,-3 10-1,0 11-352,3 8 1,-5 14 0,6 5 0,1 9-307,-1 3 0,2 4 0,6 7 0,0 5 28,0 2 1,2-1 0,4 3-1,5-7 57,5-3 0,1-8 0,1-4 0,-3-7-90,-3-14 1,4-10-1994,-5-12 0,3-9 336,-3-8 0,-3-8 1,-8-9-1,0-3-1173,0-3 2595,0 4 0,0-14 0,0 5 0</inkml:trace>
  <inkml:trace contextRef="#ctx0" brushRef="#br0" timeOffset="2368">2027 505 9276,'-8'6'1047,"8"0"1,15-1 0,16-5-1,6 0-852,4 0 1,10-2 0,-1-1 0,8-5-176,4-2 1,-3-2 0,5-5 0,0-2-341,-2-5 0,6-1 0,-4-6 1,0 2-2706,-6-2 3025,0-2 0,-13-2 0,7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2.436"/>
    </inkml:context>
    <inkml:brush xml:id="br0">
      <inkml:brushProperty name="width" value="0.06" units="cm"/>
      <inkml:brushProperty name="height" value="0.06" units="cm"/>
      <inkml:brushProperty name="color" value="#E71224"/>
    </inkml:brush>
  </inkml:definitions>
  <inkml:trace contextRef="#ctx0" brushRef="#br0">123 360 8404,'9'-2'1210,"-3"-4"0,-4 2-583,-2-7 1,0 5 95,0-6 1,-2 8-439,-4-2 0,3 4 1,-9 4-219,-2 4 1,5 4-1,-3 7 1,-2 3-135,-1 3 1,3 4 0,1 8 0,-1 0-45,2 0 1,3 0-1,7 0 1,0-2-544,0-4 0,1-4 0,5-7 0,8-3-2214,7-3 2868,-1-4 0,13-16 0,-6-2 0</inkml:trace>
  <inkml:trace contextRef="#ctx0" brushRef="#br0" timeOffset="852">490 377 10794,'-18'18'322,"8"-7"0,3-1 0,1 0-136,0 0 0,0 1 0,6 7 0,0-1-35,0 1 1,0-1 0,0 0-133,0 1 1,6-1-1,2-1 1,1-4-25,5-7 1,2-3 0,1-2 0,0 0-10,1 0 1,-1-7 0,1-5 0,-3-4-10,-3-1 1,2-1 0,-9 1 0,-1 0-68,-2-1 0,-2 1 0,-2-1 0,-4 3-64,-5 3 1,-5 2 0,-1 6 0,-1-1-29,1 1 0,-1 2 0,1 2 0,0 0-1599,-1 0 0,1 2 1781,-1 4 0,1 3 0,-1 9 0</inkml:trace>
  <inkml:trace contextRef="#ctx0" brushRef="#br0" timeOffset="1283">926 412 7801,'-17'0'112,"-1"0"1,7 0 0,-1 0 392,-2 0 1,5 2 0,-3 2-199,-2 2 1,5 6 0,-1-5-21,2 3 1,0-6 0,5 4 11,-3-1 0,0 3 0,4 8-54,-4-1 1,4 0 0,-4 1-188,4-1 1,2 1 0,2-1-33,4 1 1,2-7 0,6-1 0,-3-2-104,3-4 1,1-2 0,3-4 76,-1-4 0,1-4 1,-3-7-1,-1-1-24,-3 1 0,-1-3 1,2-1-1,-4-2-41,-1 1 1,-5 3 0,4 2 0,-4-1-196,-2 1 1,-2 5 0,-4 0-465,-5-1 1,-5 5 0,-1 2-1218,-1 4 1941,8 2 0,-5-7 0,5-3 0</inkml:trace>
  <inkml:trace contextRef="#ctx0" brushRef="#br0" timeOffset="2015">1136 360 7885,'-6'11'0,"-2"-1"197,-2-2 1,7 6-1,-5-5 1,2 3 405,0 0 0,0-1 0,6 9-202,0 3 1,0-8 0,0 7 0,0-1-104,0-2 0,0 1 1,0-3-1,0 1-94,0-1 0,0 1 0,0-1 1,0 1 12,0-1 1,0 1-286,0-1 0,0-5-148,0-1 1,0-9 0,2-2 96,4-9 0,-4-7 0,4-3 1,-2-3 32,2-1 1,-5-6 0,7 4-1,-2-1-80,0 1 0,0-6 0,-4 4 0,2 0-15,1 4 0,3 3 1,-4 3-1,2-1-210,-2 1 0,3-1 1,1 3-501,2 3 1,-4 4 255,5 8 0,1 0 0,5 2 635,1 4 0,-1 4 0,1 7 0</inkml:trace>
  <inkml:trace contextRef="#ctx0" brushRef="#br0" timeOffset="2498">1607 28 7768,'-11'-12'1832,"-1"1"-1224,0 7 1,3 4 0,3 11-1,4 7-102,2 5 1,0 4 0,2 8 0,4 2-155,5 4 1,5-2-1,1 7 1,1 3-253,-1 1 1,1-3 0,-1-3 0,1-1-59,-1-4 1,-1-2-1,-3-4 1,-3-4 115,-2-6 1,-1-5-357,-1-7-67,-4-3 1,0-10 0,-10-4-4,-1-5 1,3-3-1,-6 1 1,0 1 72,3-2 0,-7-1 0,5-3 0,-5 1 3,-1-1 1,-1 7 0,1-1-1,-1 0 71,1 3 1,-1-1 0,1 6 251,-1-2 1,1 2-1,1 10-24,5 6 0,-3 5 0,8 5 0,2 1-116,3-2 0,1 7 0,0-1 1,0 2-221,0 0 0,1-2 0,3 4 0,4-4-258,2-1 1,1-3 0,7-6 0,-1-1-191,1-5 0,-1-3 1,1-8-1,1 0-7,4 0 0,-3-8 684,3-3 0,-3-5 0,-3-1 0</inkml:trace>
  <inkml:trace contextRef="#ctx0" brushRef="#br0" timeOffset="2848">2096 395 8291,'0'-12'2783,"0"0"-1991,0 9 1,-2-5-136,-4 8 0,-3 2-513,-9 4 0,3 3 1,1 9-1,4-1-121,3 1 0,-5-1 0,4 1-142,-1-1 0,5 1 0,-2-1-194,4 0 0,2 1 0,2-3 300,4-3 0,3-2 0,9-6 0,-1 3 232,1 3 0,5-4 0,0 4 0,-1-3 99,-3-3 1,-1 6 0,-1 0 0,-1 1-42,-5 1 1,-3 0-1,-8 5-771,0 1 1,-8 5 0,-5 0 0,-7 0-3342,-3 3 3835,-8-7 0,-4 14 0,-10-6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9.218"/>
    </inkml:context>
    <inkml:brush xml:id="br0">
      <inkml:brushProperty name="width" value="0.06" units="cm"/>
      <inkml:brushProperty name="height" value="0.06" units="cm"/>
      <inkml:brushProperty name="color" value="#E71224"/>
    </inkml:brush>
  </inkml:definitions>
  <inkml:trace contextRef="#ctx0" brushRef="#br0">245 385 7822,'-11'0'-1,"-1"0"348,-1 0 0,-1 1 0,0 3 0,5 4 243,1 2 0,-6-4 1,5 5-1,-3 3-199,0 1 1,1 5 0,-7 1 0,1 4-131,-1 3 1,7-5 0,-1 6 0,0 2-150,3 2 0,1 2 0,8-2 0,0-2-145,0-2 1,2-8 0,4 3-1,7-5-190,9-1 0,-3-9 1,6-3-1,0-4-930,5-2 1,3-8 0,0-5 1152,-4-9 0,4-5 0,-6-8 0</inkml:trace>
  <inkml:trace contextRef="#ctx0" brushRef="#br0" timeOffset="368">542 507 7778,'-6'11'102,"1"1"1,-9-6 0,2 6-1,-1 1 382,1 3 1,-3 1-1,5 1 1,-2-1-57,1 0 0,-1 7 0,-3 1 0,3 0-162,6 0 0,-2 6 0,2-3 1,3-1-119,1-4 0,4-3 0,1-3 0,5-2-86,2-3 1,2-4 0,5-8-1,1 0-47,-1 0 0,0-10 0,1-5 0,-1-9-72,1-3 0,-3 4 0,-1-6 1,-2-2 57,1-2 0,-5 4 0,-2 2 1,-4-1-45,-2 1 1,0 6 0,0-2 0,-2 3-314,-4 3 1,-4 1 0,-7 3 0,-1 3-744,1 2 1,-1 2 0,1 6 219,-1 0 1,7 8 878,-1 4 0,8 3 0,-3 3 0</inkml:trace>
  <inkml:trace contextRef="#ctx0" brushRef="#br0" timeOffset="768">857 594 7778,'9'8'536,"-1"-6"0,-8 7 0,-2-5-128,-4 2 1,4 2-1,-5-4-143,-1 2 0,-2 7 1,-5-1-1,1 3-6,2 3 0,1-1 1,-5 1-1,3 1-85,1 4 1,6-1-1,-3 5 1,1 0-112,4 0 1,2-5-1,4 1 1,4-4-63,5-1 0,5-8 0,1-5 0,1-3 123,-1-2 1,7-4 0,1-5 0,0-11 34,0-5 0,-1-4 1,-7-6-1,-1 0-130,-5 0 1,3 0-1,-8 2 1,-3 2-68,-1 2 0,-4 8 0,-3-3 0,-7 5-264,-4 2 1,-7 7-1,-2 4 1,-2 4-362,-4 2 1,5 0 0,3 0 0,4 0-747,1 0 1,1 8 1408,-1 4 0,9 3 0,1 3 0</inkml:trace>
  <inkml:trace contextRef="#ctx0" brushRef="#br0" timeOffset="1134">1136 612 7745,'0'17'131,"-6"-5"1,0-1 261,3 3 0,1 1 1,2 3-1,0-1 402,0 1 1,0-1 0,0 1 0,2-1-474,3 1 1,-1-1-1,6 1 1,-2-1-124,-4 1 0,3-1 1,-1 0 41,-2 1 1,0-3-393,2-3 98,-4-4 0,5-16 0,-7-4 1,0-3 2,0-3 0,0-7 0,2-2 0,2-4-120,2-4 0,2 10 0,-4-10 0,4 2 65,1 0 1,1 4-1,4 2 1,-3-1-66,3 1 1,-5 6-1,3-2 1,2 3-257,1 3 0,3 5 0,-1 2 0,3 3-310,3 3 0,-2-4 0,6 2 0,0 2 736,1 2 0,1 2 0,6 0 0</inkml:trace>
  <inkml:trace contextRef="#ctx0" brushRef="#br0" timeOffset="1568">1887 0 7843,'-14'18'0,"-3"-1"685,-2 1 1,-1 1 0,5 2 0,1 7 52,2 5 1,9 0-1,-3 15 1,4 6-27,2 9 1,10 4-1,5 5 1,8 4-341,4 5 1,-3 1-1,5-1 1,0-3-507,-2-12 0,-2-10 0,-7-9 1,-3-6 533,-3-5-559,4-16 0,-15-7-154,5-18 0,-6-5 0,-4-8 1,-3-1 2,-3-4 0,-2 1 0,-5-5 0,-1 0-89,1 0 0,-1-2 0,-1-8 0,-2 0 62,-3 2 1,-1-2-1,4 14 1,-2 2 378,1 1 1,3 5 0,1 3 370,1 6 0,5 4 0,3 4-190,1 4 0,2 10 0,6 7 0,0 0-172,0 2 1,0-5-1,2 3 1,2-2-320,2 3 0,5-5 1,-3 6-1,2-1-385,3-1 0,3 0 1,1-5-1,1-1-73,-1 1 1,6-1 0,3-1 0,-1-5 725,0-5 0,6 4 0,-4-1 0</inkml:trace>
  <inkml:trace contextRef="#ctx0" brushRef="#br0" timeOffset="1917">2463 507 8924,'-17'0'430,"-1"0"0,1 0 290,0 0 0,1 2 0,2 2 0,5 3-117,1 3 1,-6 2-1,5 5-423,-1 1 0,-4-1 1,9 2-1,-1 3-142,-2 1 1,6-5 0,-4-7 0,4 3-150,2 1 0,2 1 1,2-3-1,4-3-63,2-2 1,1 4 0,7-5 0,-1 1 168,1 0 0,-1 3 0,-1-3 1,-3 0 225,-1 0 1,-1 3 0,5-3 0,-2 0 48,-3 0 1,-5 3 0,4-3 0,-3 2-10,-3 3 0,-2-3 0,-2 2 0,-2 1-627,-3 3 0,-7 1 1,-9-1-1,-5-3-1557,-1-1 0,-8-2 1923,-6 1 0,-7 5 0,3-6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22.185"/>
    </inkml:context>
    <inkml:brush xml:id="br0">
      <inkml:brushProperty name="width" value="0.06" units="cm"/>
      <inkml:brushProperty name="height" value="0.06" units="cm"/>
      <inkml:brushProperty name="color" value="#E71224"/>
    </inkml:brush>
  </inkml:definitions>
  <inkml:trace contextRef="#ctx0" brushRef="#br0">245 612 7846,'-8'12'242,"-3"-1"1,1-7 0,-2 2 323,-1-4 1,3 0-1,-2 2-187,-1 2 1,-3 1 0,-1-3-231,-1 2 0,3 2 0,1-4 1,2 4-104,-1 1 1,3 3 0,0 5 0,1-1-112,-1-5 1,6 13 0,-2-3-55,4 4 1,2-5 0,0-9-1,2 1-79,4-2 0,4 3 0,7-7 0,3-2 47,3-2 0,-2-2 0,7-2 0,-1-4 114,0-5 0,-6-7 1,3-3-1,-3-3 35,2 3 1,-5 2 0,1 1 454,-5 1 1,-5-1 15,3 1 1,-4 9-1,-8 8 1,-2 10-183,-4 5 1,2 11 0,-6 3 0,1 4-164,-1 2 0,6 0 0,-2-1 0,4 1-484,2 0 0,0-2 1,0-4-1,0-5-1199,0-5 0,2-3 675,4-5 1,-2-11 0,8-11 883,1-5 0,10-17 0,5-4 0</inkml:trace>
  <inkml:trace contextRef="#ctx0" brushRef="#br0" timeOffset="401">629 1 7772,'-8'17'0,"-1"3"358,-1 3 0,-4 6 0,7 10 1,-1 4 365,0 1 0,2 5 0,6 9 0,0 4-411,0 0 1,2-2 0,2-5 0,4 1-100,2 2 1,-5-2-1,5-9 1,-2-6-176,-4-4 1,4-10-1,-3-4-309,-1-4-177,-2-9 0,4-4 1,0-12 34,-2-6 0,-2-3 0,0-2 1,1-1 219,3 1 1,0-7 0,-4 1 0,2 2 136,2 1 1,1-3 0,-3 0 86,2 1 0,6 3 1,-4 3-1,-1 3 327,1 1 1,0 8-1,-2-2 4,5 5 1,-3 2 0,0 5 0,-2 8-84,0 7 0,-1-1 0,-3 5 0,2 0-162,2 4 1,0 2 0,-8 0 0,-2-4-298,-2-1 1,-5-1-1,3-6 1,0 1-1666,0-5 0,-5-3 1844,1 0 0,-4-5 0,-1-7 0</inkml:trace>
  <inkml:trace contextRef="#ctx0" brushRef="#br0" timeOffset="1033">1118 595 7830,'10'-8'3229,"-2"6"-2792,-8-6 0,0 10 0,-2 4-227,-4 6 0,2 3 0,-6 4 1,1 3-45,-1 1 0,4 0 1,-4-3-1,3 1-133,3 2 0,0 1 1,0-7-1,-2 1-75,2-1 1,2 1 0,2-1 10,0 1 0,2-3 1,2-1-1,2-3 230,-2 3 1,0-4 0,0 1-249,1 3 0,1 1 1,-6 3-180,0-1 0,0-5 0,-2-2-1343,-4-3 1,3-1-1027,-9-6 2597,8 0 0,-11-8 0,5-1 0</inkml:trace>
  <inkml:trace contextRef="#ctx0" brushRef="#br0" timeOffset="1367">1258 734 7742,'0'18'489,"0"-1"1,0 1-1,0-1 1,0 1-16,0-1 0,8-1 0,3-3 1,5-1-208,1 1 0,7-5 0,1-2 0,0-4-130,0-2 0,0-2 1,-3-4-1,1-5 22,-2-5 0,-1-3 0,-3-3 1,-1-3-289,-5-2 0,3 4 1,-8-5-1,0 1-100,1 0 1,-5 6 0,4-3-1,-6 5 47,-6 2 0,3 1 0,-9 3 0,-2 3-15,-1 2 1,-5 2-1,-1 6 1,-2 2 53,1 4 1,3 4 0,2 9 0,-1 2 59,1 3 1,1 5-1,2-4 1,5 0-144,1 1 1,0 5 0,4-4 0,-1 2-31,1 0 0,4-8 0,5 3 0,7-5-289,4-2 1,7-1 0,2-4 544,2-7 0,2-3 0,6-2 0</inkml:trace>
  <inkml:trace contextRef="#ctx0" brushRef="#br0" timeOffset="1800">1817 630 7742,'-8'27'29,"-4"-8"0,-9-7 1,0 1 179,5 3 1,1 1-1,7 1 1,0 1 604,0 4 0,-3-1 1,5 5-1,2 0-437,2 0 1,2-3 0,2 3 0,4 0-196,5 0 1,-1-6 0,2 3-269,1-5 1,-3-7 0,2-3-331,1-1 1,-3-2-1,0-8-29,-3-4 1,5-3 0,-4-9 0,0 1 137,-1-1 0,5-5 0,-6 0 0,0-1 148,1-1 1,-3 6-1,6-5 1,-2 5 187,-4 2 0,3-1 0,-1 1 601,-2-1 1,0 3 274,2 3 1,-2 6-556,7 12 1,-7 10 0,2 7 0,-4 0-131,-2 2 1,6 1-1,2 5 1,-1-4-382,1-2 0,4 0 1,-5-3-491,3 1 1,-4-2-1,4-7 1,-1-5-125,1-1 1,-4-2-1,6-8 200,1-4 0,-3-3 0,0-9 0,-3-1 575,-3-5 0,6-3 0,0-8 0</inkml:trace>
  <inkml:trace contextRef="#ctx0" brushRef="#br0" timeOffset="2051">2463 18 7742,'-8'20'1351,"-4"1"-826,-3 2 1,-1 8 0,3-2-1,1 8-2,-1 10 0,3 1 0,0 16 1,1 2-54,-1 2 1,6 0 0,-2-2-1,4-2-292,2 2 1,0 0 0,2-4-1,4-9-204,6-11 0,1-5 0,1-6 1,-3-5-466,3-9 1,-4-11-1,1 0-430,3-4 1,-1-6 0,1-6 0,-4-9 104,-2-7 0,3 3 1,-3-6-1,0-2-622,-1-2 1438,-1 6 0,-6-14 0,0 4 0</inkml:trace>
  <inkml:trace contextRef="#ctx0" brushRef="#br0" timeOffset="2233">2218 420 7742,'-5'12'855,"-3"-1"17,-2 3 1,6 1 0,-2 3-345,4-1 1,10-1-1,6-3 1,5-3-202,5-2 1,7 4-1,0-7 1,5-1-173,5-2 0,8-4 0,-3-4 0,7-5-488,5-5 1,-4-7-1,4-2 1,-3-2 332,-3-5 0,-7-8 0,-2-5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46.700"/>
    </inkml:context>
    <inkml:brush xml:id="br0">
      <inkml:brushProperty name="width" value="0.06" units="cm"/>
      <inkml:brushProperty name="height" value="0.06" units="cm"/>
      <inkml:brushProperty name="color" value="#E71224"/>
    </inkml:brush>
  </inkml:definitions>
  <inkml:trace contextRef="#ctx0" brushRef="#br0">35 332 8048,'-12'-6'963,"1"0"-10,7 0-648,-4 6 0,8 8 0,0 4 1,0 5-43,0 7 0,6-3 0,0 8 0,0 4-198,1 6 1,-3 0 0,6 7 0,-2 1-259,-4-3 1,3 5 0,-1-6 0,0-1-496,2 1 0,-6-4 1,3-10-1,-3-6-1341,-2-3 2029,8-3 0,-6 0 0,6 1 0</inkml:trace>
  <inkml:trace contextRef="#ctx0" brushRef="#br0" timeOffset="684">52 245 7825,'-7'11'69,"-5"1"1,2-8 1034,-1 1-877,7-3 1,-2-2-1,12 0 35,6 0 0,3-5 0,2-1 0,1 0-108,-1-2 0,7 4 0,1-5 0,2-1-131,4 0 0,-4 4 1,0-3-1,1 1-204,-1 4 1,0-4-1,4 2 1,-4 3-214,-2 1 1,-1 2 0,-7 0 0,1 0-377,-1 0 0,1 0 1,-1 0 769,0 0 0,1 0 0,-1 0 0</inkml:trace>
  <inkml:trace contextRef="#ctx0" brushRef="#br0" timeOffset="933">559 175 7783,'-6'11'98,"0"1"0,-7 0 0,3 5 1,0 1 235,5-1 1,1 8 0,0 6 0,-2 8-52,2 8 0,4-3 0,4 3 1,4 1-393,1 3 1,-5 1 0,4-1-1,-2-3-193,0-1 1,-1-8 0,-5-1-1,0-5-345,0-4 0,0-7-754,0 1 1401,0-4 0,-7-9 0,-3-2 0</inkml:trace>
  <inkml:trace contextRef="#ctx0" brushRef="#br0" timeOffset="1217">140 1065 7738,'-6'12'392,"0"0"1,8-9 0,10 3-1,3-4-243,3-2 1,7 0 0,4-2 0,2-2-191,-2-1 1,4-7-1,-4 4 1,4-1-81,2-5 0,-6 4 1,0-1-1,1-3-250,-3-2 0,4 1 0,-8 1 371,-2 3 0,-1-9 0,-3-7 0</inkml:trace>
  <inkml:trace contextRef="#ctx0" brushRef="#br0" timeOffset="1533">1030 506 7701,'-17'2'126,"0"4"0,-5 4 0,3 7 0,3 1 278,1-1 1,5 9 0,0 3 0,3 6-140,3 5 0,2-1 0,2 6 0,0-1-253,0 1 0,0 0 0,0 1 1,2-5-282,4-4 0,-5-2 1,5-2-1,-4-4-1092,-2-6-493,8-3 1854,2-11 0,7-9 0,1-9 0</inkml:trace>
  <inkml:trace contextRef="#ctx0" brushRef="#br0" timeOffset="1850">1030 454 7975,'-7'0'645,"7"0"0,7 6 0,11 2 0,-1-1-399,1 1 1,-1 0-1,3-4 1,-1 4-109,-1 1 0,3-3 0,-11 6 0,1-1-38,1-1 1,-8 6 0,2-5-211,-4 5 0,-4 1 0,-2 1 0,-4-1-180,-2 1 1,-1-7 0,-7 1 0,1 0-310,-1-3 1,-5 1-1,0-6-57,1 2 0,3 0 0,3-8 656,5-4 0,-5-4 0,7-7 0</inkml:trace>
  <inkml:trace contextRef="#ctx0" brushRef="#br0" timeOffset="2133">1485 0 7637,'-8'12'0,"-4"-3"488,-3-1 0,-3 6 0,3-1 0,1 7-58,2 3 1,7 6 0,-5-2 0,2 4-96,4 6 1,2 4-1,2 0 1,0 3-236,0 1 1,0 3-1,0-5 1,2 0-286,4 0 0,-4-3 0,6-5 1,-2-2-203,-1-4 0,3-3 1,-4-9-378,2 0 0,7-7-45,-1-4 0,-4-6 1,0-4 808,-1-2 0,-5-15 0,6 2 0</inkml:trace>
  <inkml:trace contextRef="#ctx0" brushRef="#br0" timeOffset="2365">1275 262 9185,'25'0'603,"-3"0"0,7-2 0,2-2-585,2-2 0,2-5 0,2 5 0,-1 2-383,-1 2 1,4-4-1,-12 0 1,2 3-1398,0 1 1762,-15 2 0,17 7 0,-11 3 0</inkml:trace>
  <inkml:trace contextRef="#ctx0" brushRef="#br0" timeOffset="2932">245 1397 7701,'-18'2'0,"1"4"173,-1 6 0,9-3 0,1 1 0,2 0 182,0-1 0,0 3 0,6 7 0,0 3-27,0 1 0,0 14 0,0 0 0,0 5-112,0 7 1,0 1-1,0 5 1,0 1-167,0 2 0,0 2 0,0-5 0,0-1-311,0-3 1,0-17 0,0-1-169,0-5 0,2-13-618,4-9 0,4-14 0,5-7 1047,-3-7 0,3-9 0,-5 4 0</inkml:trace>
  <inkml:trace contextRef="#ctx0" brushRef="#br0" timeOffset="3383">140 1397 7752,'0'18'-295,"0"-1"1,0-5-1,2-3 616,4-1 0,-1 4 0,11-6 1,3-2 406,1-3 0,5-1 0,0 0 0,2 0-576,4 0 1,0-5-1,0-3 1,-1-2-212,1-3 1,-4-3 0,0-1-1,0-1-290,0 1 0,-5-1 1,1 1-1,-4 1-183,-1 5 0,-7-3 0,-1 6-886,-2-1 1259,-2 5 0,-12 4 0,-2 9 1,-2 3 281,-3 0 0,3-1 1,-1 9-1,-1 1 280,2 2 1,-3 3-1,7-3 1,0 6 65,-2 4 1,6 2 0,-4 0 0,4 2 46,2 3 0,0 3 0,0 6 0,0-3-239,0 3 0,0 1 0,0 3 0,0-1-499,0 0 1,6-7-1,0-4-135,-2-4 0,-2 1 0,-2-3 0,0-8 0,0-5-917,0-5 0,0-5 1274,0 0 0,-16-1 0,-3 7 0</inkml:trace>
  <inkml:trace contextRef="#ctx0" brushRef="#br0" timeOffset="3616">105 2497 8270,'17'0'757,"3"0"1,3 0 0,6 0-526,4 0 1,8-7-1,2-5 1,-1-4-310,1-1 1,5 0 0,-3-1-1,2-1-360,-1-5 0,-7 5 1,2-4-1,-4 1-1127,-2-1 1564,-8 4 0,6-14 0,-6 6 0</inkml:trace>
  <inkml:trace contextRef="#ctx0" brushRef="#br0" timeOffset="3883">1135 1292 7707,'-17'0'200,"-1"6"1,3 2 0,1 2 386,3 3 0,1 9 0,-4 3 0,5 2-121,1 4 1,-4 8-1,6 4 1,3-1-237,1 1 0,2 3 0,0-3 0,0 0-337,0 0 0,0-1 0,0-3 0,0 2-391,0-2 1,0-8 0,0-4 0,0-2-667,0-4 1,0-1-699,0-3 1862,0-7 0,7-2 0,3-8 0</inkml:trace>
  <inkml:trace contextRef="#ctx0" brushRef="#br0" timeOffset="4303">1223 1729 7733,'-8'10'571,"-2"-3"120,0 1 0,-3 2 0,7 7-238,2 1 1,2-1 0,2 1-1,0-1-324,0 1 0,0 1 0,0 2 1,0 3-118,0-3 0,2-2 0,2-1-350,2-1 1,2-1-62,-3-4 1,-1-5 198,8-7 1,-8-7-1,4-5 1,-3-4 75,1-1 1,6-2 0,-4-3 0,-1-3 125,1-2 0,4 5 1,-4-1-1,-1 4 130,1 1 1,4 1-1,-4-1 274,1 1 1,-3 5-84,6 1 0,-7 14 0,5 5 0,-2 10-190,-4 5 0,-2 8 0,-2-4 0,0 2-332,0 0 0,2-1 0,2 3 0,1-4-360,-1-2 1,-2-2-1,-2-5-1670,0-1 2229,0 1 0,8-1 0,2 1 0</inkml:trace>
  <inkml:trace contextRef="#ctx0" brushRef="#br0" timeOffset="4766">367 2969 7767,'-6'-18'0,"-2"1"667,-1 0 735,5-1-1011,-4 1 0,8 9 1,0 8-1,2 11-51,4 11 0,-4 1 1,3 10-1,-3 4-160,-2 0 1,0 7 0,0 1 0,0 2-173,0-1 1,0-1 0,0 3 0,0-1-356,0 1 0,0-5 1,0-2-1,0-6-882,0-6 1,0 2 354,0-8 1,0-9 0,0-14-264,0-10 1137,0-5 0,0-11 0,0-1 0</inkml:trace>
  <inkml:trace contextRef="#ctx0" brushRef="#br0" timeOffset="5115">349 2951 7727,'-7'-9'299,"5"-1"1,-6 6 1415,0-2-966,6 1 0,-4 5-478,12 0 1,4 0 0,7 0 0,1 0-75,-1 0 1,1 0 0,-1 0 0,1 0-117,-1 0 0,3 0 0,1 0 0,2 0-90,-1 0 1,-3-2 0,-2-2 0,1-2-63,-1 2 0,1-4 0,-1 2 0,1 3 40,-1 1 1,-5 2-1,-1 0 65,3 0 0,-6 2 0,0 1 0,-3 5 120,1 2 0,0 2 0,-6 5 0,0 2-116,0 5 1,0-5-1,0 6 1,0 1-200,0 3 0,0-2 0,-2 0 0,-2 0-339,-2 0 1,1 2 0,3 4 0,-2-2-242,-2-1 0,-2-1 0,4 4 0,-3-2 741,-3-2 0,-2 8 0,-5 7 0</inkml:trace>
  <inkml:trace contextRef="#ctx0" brushRef="#br0" timeOffset="5349">402 3755 8346,'-18'10'617,"1"3"0,1-5 412,5 2 1,5-7-467,12 3 1,5-4-1,11-2 1,3 0-376,2 0 1,2-8 0,6-1-1,-2-3-491,-4 0 0,8 1 0,-6-7 0,0 1-71,2-1 0,0-1 0,2-2 1,0-5-2337,0-1 2710,0 6 0,8-12 0,1 6 0</inkml:trace>
  <inkml:trace contextRef="#ctx0" brushRef="#br0" timeOffset="5801">1135 3091 8051,'-11'6'311,"-1"0"1,8 2-1,-2-3 1,4 7 152,2 4 1,-5 1-1,-1 1 1,2 1-243,2 4 0,4 4 1,2 8-1,2-2-115,-3-4 0,-1 4 0,0-4 0,2 4-176,2 2 0,0-7 0,-6-5 0,0-4-1126,0-1 1,0-1-6,0 1 1200,0-9 0,0-1 0</inkml:trace>
  <inkml:trace contextRef="#ctx0" brushRef="#br0" timeOffset="6103">1153 3091 7583,'0'-10'1311,"2"-3"0,4 7 0,7 2-924,8 2 1,-1 2 0,3 0-1,-2 0-183,3 0 0,-5 0 1,4 0-1,-3 2-93,-3 4 1,-5-2 0,-2 8-1,-3 1-100,-3 3 0,-2 1 0,-2 3 1,-2 1 8,-4 2 1,-3 0-1,-9-3 1,-1 1-769,-4 2 1,1-1-1,-5-11 1,2-3-54,4 0 0,-5-6 1,3 4-1,2-6-683,1-6 1484,3-4 0,-1-23 0,1-4 0</inkml:trace>
  <inkml:trace contextRef="#ctx0" brushRef="#br0" timeOffset="6699">1659 3056 7746,'-2'-11'48,"-4"-1"1,5 6 708,-5-5 0,2 7-512,-2-2 0,-2 6 0,-5 6 0,3 5-1,2 5 0,-3 3 1,3 4-1,-2 7-62,-4 3 0,7 2 0,-1-3 0,2 0-157,0-3 0,0-2 0,6 2 1,0-6-131,0-3 1,6-9 0,2-1 0,2-2-4,3-4 1,3-10 0,1-6-1,-1-5 44,-4-7 1,3 3 0,-5-6 0,1 0 16,1 0 1,-8 3 0,2-3 0,-4 0-23,-2 0 0,0 5 1,-2-3-1,-2 2-167,-2 0 0,-8-1 1,3 5-1,-3-2-176,3-3 0,-5 1 0,6 6 0,-1 1-396,-1 4 1,8-3 807,-2 3 0,4-3 0,2 5 0,0 2 0</inkml:trace>
  <inkml:trace contextRef="#ctx0" brushRef="#br0" timeOffset="6949">1939 2550 7746,'-2'-10'1785,"-4"4"0,2 4-1254,-8 2 0,1 8 1,-5 6-1,3 7-215,1 8 0,6 4 0,-4 4 0,1 4-178,-1 5 1,6 11 0,-2 3 0,4 0-528,2 0 0,0 4 0,0-8 1,0-5-440,0-9 1,0-5 0,0-4 0,2-5-636,4-11 0,-2-7 278,8-10 1185,-8 0 0,11-16 0,-5-3 0</inkml:trace>
  <inkml:trace contextRef="#ctx0" brushRef="#br0" timeOffset="7316">1991 3056 7903,'-17'18'0,"5"-1"0,2 1 0,1 1 674,-1 4 0,6-3 0,-2 3-189,4-4 0,4-3-399,4-4 0,-2-5 0,7-7-123,3 0 0,2-2 0,-1-3 1,-1-9 22,-3-7 0,1 1 0,5-5 0,-1 2 107,-4-1 1,3 1 0,-5 6 0,1-1 318,1 1 1,-6-1 100,6 1 0,-7 1 0,5 7-122,-2 9 0,-2 9 0,-8 15 0,-2 7-361,-2 7 1,-6 9 0,5 9-1,-1 4-283,0 3 1,-4-1 0,5 4 0,-1-4 103,0-2 1,-3-10 0,3-11 0,0-8-325,0-8 473,-5-3 0,3-3 0,-8 1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54.699"/>
    </inkml:context>
    <inkml:brush xml:id="br0">
      <inkml:brushProperty name="width" value="0.06" units="cm"/>
      <inkml:brushProperty name="height" value="0.06" units="cm"/>
      <inkml:brushProperty name="color" value="#E71224"/>
    </inkml:brush>
  </inkml:definitions>
  <inkml:trace contextRef="#ctx0" brushRef="#br0">68 612 7803,'8'-10'795,"-6"2"1,6 12-1,-8 6 1,0 7-445,0 3 0,-6 7 0,0 2 0,2 4-209,2 2 0,2 6 1,0 2-1,0-1-281,0 1 1,0 5 0,0-3 0,0 0-367,0-5 1,0-3 0,0-4 0,0-4-641,0-5 1,0-11 1144,0-1 0,0-16 0,0 2 0</inkml:trace>
  <inkml:trace contextRef="#ctx0" brushRef="#br0" timeOffset="485">33 525 7768,'-6'11'0,"-1"-1"452,-3-2 0,6-1 283,-2-1 0,6-4 1,8 4-337,10-4 1,-1 4-1,6 0 1,-1-3-107,1-1 0,-2-2 1,8 0-1,0 0-185,-1 0 0,-1 0 0,-4 0 0,4 0-211,0 0 1,4 0 0,-7 0-1,-1 0-32,2 0 1,-5 2 0,3 2 0,-4 2-133,-1-2 0,-1 4 1,-1-1-1,-3 1-334,-1 0 0,-8 0-199,2-2 770,-4-4 248,-2 5 1,-2-7 218,-4 0 1,4 2 0,-6 2 4,0 2 1,7 8-1,-7-3-113,0 5 1,6 3 0,-4 2 0,2 5-140,-1 1 0,3 2 0,-4 6 0,4 0-196,2 0 1,0 0-1,0 0 1,0-1-404,0 1 1,0 0 0,0-2 0,0-2-374,0-2 0,0-5 0,0 3 0,0-2-1673,0-3 2455,-8-3 0,-2-2 0,-7 1 0</inkml:trace>
  <inkml:trace contextRef="#ctx0" brushRef="#br0" timeOffset="717">103 1398 7817,'-8'9'1679,"8"5"-1199,0-8 0,8 0 0,12-6 1,1 0-299,2 0 1,10-2 0,0-4 0,6-6-332,0-3 0,0 3 0,-1 0 1,5-1-203,2-3 1,-1-1 0,3-1 0,-6-1-1829,-4-4 2179,-3 3 0,9-5 0,2 8 0</inkml:trace>
  <inkml:trace contextRef="#ctx0" brushRef="#br0" timeOffset="1316">1186 821 7803,'0'-11'0,"0"-1"25,0-1 1,0-3 334,0-1 1,0-1-42,0 1 1,-2 7-1,-4 2-36,-5 0 1,1 7-1,-2-5-151,-1 4 1,3 4 0,-2 2 0,1 3-187,1 3 0,-6 2 0,7 7 1,-3 2-9,0 3 1,7 5 0,-5-4 0,2 0 33,4 0 0,2 5 1,2-7-1,0-2-138,0-1 0,0-3 1,0 1 5,0-1 0,8-7 142,4-4 1,3-6 0,3-6 12,-1-6 1,-5 2-1,-2-1 1,-1-1-15,1 2 0,-4-3 280,5 7 0,-5 0 0,4 8 1,-2 4 85,-4 6 1,-3 5 0,-1 6 0,0 6-191,0 4 0,0 2 0,-1 0 0,-3 0-262,-2 0 1,-8 6-1,5 0 1,-3-4-319,0-6 1,3 0 0,-5-10 0,2-4-684,-1-3 1,5-12-640,2-2 1745,4-16 0,-6-11 0,-1-8 0</inkml:trace>
  <inkml:trace contextRef="#ctx0" brushRef="#br0" timeOffset="1684">1396 699 7894,'0'25'0,"0"5"215,0 3 0,0-4 1,0-2-1,0 0 80,0 0 0,0-4 0,1 5 0,3-3 61,2-4 1,2-1 0,-4-3-186,2 0 61,-1-7-283,-5-2 0,0-16 0,0-3 51,0-5 0,0-1 1,0-3-1,0-1 15,0-2 1,0-3 0,0 3 0,0-4-25,0 0 1,0-6 0,0 6 0,0-3-2,0 1 1,0 8 0,2-2 0,2 3-12,2 3 0,6-1 0,-4 3 1,-1 1-22,1 3 1,6 7 0,-3-2-140,5 4 0,-5 4 0,1 2 1,2 4-160,1 1 0,-3 3 1,-1 5-1,3-1-817,2-4 1,1 3 1156,0-3 0,1 3 0,-1 3 0</inkml:trace>
  <inkml:trace contextRef="#ctx0" brushRef="#br0" timeOffset="1933">1902 717 7775,'-6'11'48,"-2"-1"0,-1 0 375,-5-1 0,4-3 0,-1 6-103,-3 1 0,4 3 0,1 1 1,1 1 28,4-1 1,2 1 0,2 1 0,0 3-238,0 1 1,2 6 0,2-6 0,4 1-204,1 1 0,1-6 0,4 4 1,-3-5-108,3-6 1,-4-5-644,1-7 0,1-2 1,5-5 230,1-11 1,-6-1-1,-3-8 1,1-1 609,0 1 0,1-2 0,7-6 0</inkml:trace>
  <inkml:trace contextRef="#ctx0" brushRef="#br0" timeOffset="2348">2129 1 7775,'-15'19'113,"3"4"1,-4-1 0,7 7 0,-3 4 312,0 6 1,8-1 0,-1 9 0,3 3-20,2 7 1,2-1 0,2 6 0,3-2-129,3-4 0,2-3 0,3-5 0,-1-3-163,-3-2 1,-5-3 0,6-7 0,-1-3-235,-1-7 0,0-4-361,-4-1 1,-4-11 194,3-7 0,-3-1 0,-2-11 0,0-2 47,0-1 0,0-3 1,0 1-1,0-1 57,0 1 1,0-6 0,0-1 0,-2 3-14,-3 2 0,1 1 1,-8 1 116,-1-1 1,-3 3 0,-1 3 191,-1 6 1,6 4-1,1 4 1,-1 4-100,2 6 1,-3 3 0,5 5-1,0 3 256,1 6 0,-1 4 0,4 2 0,-2 0 43,2 0 1,2-6 0,2 0 0,2 0-231,4-2 1,-2-2-1,8-7 1,1-3-281,3-3 1,1-4-1,1-10-268,-1-4 0,1-4 0,-1-7 0,0-1-1203,1 1 1665,-1-8 0,1-2 0,-1-8 0</inkml:trace>
  <inkml:trace contextRef="#ctx0" brushRef="#br0" timeOffset="2531">1815 490 8328,'-18'17'426,"1"1"1,1-1 0,7-1-403,9-5 0,7-3 0,11-8 0,1-2-24,4-4 0,-3-4 0,5-7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04.698"/>
    </inkml:context>
    <inkml:brush xml:id="br0">
      <inkml:brushProperty name="width" value="0.06" units="cm"/>
      <inkml:brushProperty name="height" value="0.06" units="cm"/>
      <inkml:brushProperty name="color" value="#E71224"/>
    </inkml:brush>
  </inkml:definitions>
  <inkml:trace contextRef="#ctx0" brushRef="#br0">34 423 8195,'0'20'1212,"0"1"-874,0 2 0,0 10 0,0 2 1,0 10-19,0 5 0,6 16 1,-1 8-1,-1 7-148,-2 9 1,4 3 0,0 0 0,-2 4-255,-2 0 1,4 2-1,1-14 1,1-11-252,0-12 1,-2-9 0,-4-7 0,2-7-471,1-8 0,1-6-148,-6-7 0,2-9 316,4-3 0,-2-10 635,7-2 0,1-15 0,6 2 0</inkml:trace>
  <inkml:trace contextRef="#ctx0" brushRef="#br0" timeOffset="550">51 580 7858,'-17'0'323,"-1"0"1,9-2 615,3-3 1,6 1-645,6-8 1,5 2 0,11-3 0,1 3-219,-2 2 0,-1-3 0,-3 3 1,3 0-62,3 0 0,-4 1 0,5 3 0,-5-2-273,-2 2 0,1-4 0,-1 2 0,1 1-362,-1-3 1,1 6-1,-1-4-959,1 4 1468,-1-6 0,-1 8 194,-5 0 0,-9 2 0,-10 10 0,1 3 322,-1 7 0,-4 5 0,6 8 1,1 2 50,-3 4 0,6 5 0,-4 12 0,4 6-92,2 4 0,0 8 0,0 0 0,0-3-84,0-1 0,6 0 0,2 0 0,1-4-479,5-12 0,2-4 1,-1-11-1,-1-2-367,-3-2 0,-5-10 0,4-4-363,-2-3 0,-3-3 0,-5 1 140,0-1 0,-1-7 788,-5-4 0,-4 11 0,-7 2 0</inkml:trace>
  <inkml:trace contextRef="#ctx0" brushRef="#br0" timeOffset="816">104 2082 7865,'-12'10'0,"2"-2"344,3-1 249,1-5 0,15 4 1,7-12-1,7-3-433,4-1 1,1-6 0,3 5 0,-2-5-316,2-1 1,-4-1 0,2 1 0,2-1-442,2 1 1,0 0 0,-2-1 0,-2 1 595,2-1 0,2-7 0,2-2 0</inkml:trace>
  <inkml:trace contextRef="#ctx0" brushRef="#br0" timeOffset="1337">802 1052 7862,'-17'17'116,"-1"-5"0,3 2 0,1 3 329,3 4 0,7 8 0,-2-3 0,2 3 44,-2 8 1,4-2 0,-4 7 0,4-1-294,2 0 1,0 0 0,0-7-1,2 3-213,4 4 0,-4-10 0,4 2 0,-4-6-208,-2-5 1,0-3-1,0-2-1055,0 1 594,0-8 0,6-5 442,0-10 1,-1-5 0,-5-8 0,0 1 281,0 0 1,0-1-1,0-1 1,0-5 125,0-5 0,0-4 1,0-2-1,0-2-19,0-3 1,0-5 0,0-7 0,0-1-8,0 1 0,0 0 0,0-1 0,2 1 155,4-1 0,-2 11 0,6 5 0,-1 8 179,1 3 1,2 9 0,5 7-112,1 3 0,-1 14 0,-1 13 0,-3 3-219,-1 2 0,-2 6 0,1-4 0,-5 3-389,-4-1 1,4 0 0,0 4 0,-2-2-238,-2-2 0,-2-8 0,-2 3 0,-2-5-230,-2-2 1,0-5-1,4-2-429,-4-2 0,2-3 1143,-7-5 0,7-7 0,-4-3 0</inkml:trace>
  <inkml:trace contextRef="#ctx0" brushRef="#br0" timeOffset="1899">1029 860 7862,'-9'17'107,"-1"1"1,6-1 0,-2 3 528,2 3 1,2-2-1,2 8 1,0 2-99,0 2 0,2-4 1,2-1-1,4-1-293,2 0 0,-6 0 0,3 2 0,-1-6 17,0-3 1,0-3-1,-4-1 73,4-5-859,-5 5 0,7-16 180,-8 0 0,0-2 0,0-10 0,0-1 258,0-3 0,0-1 1,0-3-1,0-1-1,0-2 0,0-6 0,0 3 0,0-1-45,0-4 0,2 4 0,2 0 0,2 0 183,-2 0 1,4 5 0,-3-1-1,-1 4 139,-2 1 1,4 6 0,2 3 80,1 1 1,-3 2-1,6 6 1,0 2 26,-3 4 0,7-2 0,-5 7 1,5 3-72,1 2 1,7-5 0,-1-1-1,-2-2-250,-1-4 0,-3-2 0,1-2 0,-1 0 54,1 0 0,-1 0 1,1 0-1,-3-2-451,-3-4 0,1 2 1,-7-8 106,-2-1 0,-2-3 0,-2-1 194,0-1 0,-8 8 0,-3 5 1,-5 3-14,-1 2 0,-1 2 0,-1 3 0,-3 7 44,-1 4 0,0 1 1,5 3-1,1 1-36,-1 2 0,3 0 0,1-5 0,5 1-158,1 5 0,2-5 0,6 4 0,0-3-344,0-3 1,10-5 0,5-3-1,8-1 626,5-4 0,1-2 0,6-2 0</inkml:trace>
  <inkml:trace contextRef="#ctx0" brushRef="#br0" timeOffset="2219">1728 772 7862,'-18'0'109,"1"0"0,-1 0 1,1 2-1,0 2 204,-1 2 1,6 8-1,1-5 1,-1 3 14,2 0 0,3-1 0,5 5 1,-2-3-162,-2-1 0,0 0 0,8 5 95,4 1 0,-4-7 0,6 1 41,-1 1 1,3 3-1,8 1-128,-1 1 1,-5-1 0,-3 1-153,-1-1 1,-2 1 0,-6-1 0,0 1-64,0-1 0,-6 1 0,-2-1 1,-1 2-66,-5 5 1,-1-7 0,-3 3-1,1-7-920,-1 1 1,1-4 0,-1-1-122,1-1 0,-1-4 0,3-10 1146,3-6 0,4-11 0,8-4 0</inkml:trace>
  <inkml:trace contextRef="#ctx0" brushRef="#br0" timeOffset="2583">1588 947 7862,'0'18'1018,"0"-1"0,0 0 0,2-1-720,4-4 1,-2-3-1,7-5 1,3 2-247,2-2 1,1-2-1,0-2 1,1 0 80,-1 0 0,1 0 1,-1-2-126,1-4 0,-1-4 0,1-7 1,-1-3-544,1-3 1,-1 4 0,1-6 0,-1 1 193,1 1 1,-7-6 0,-1 4 0,-2-1 44,-4 1 1,-1 2 0,1 5 0,2 1 193,-2 0 1,-4 7-1,-4 2 1,-4 2 177,-1 0 0,3 3 0,-6 8 1,1 7 177,1 4 0,-4 1 1,6 0-1,1 1-132,-1-1 1,2 7 0,6-1-1,0 0-105,0 2 0,0-5 0,0 3 0,0-3-232,0-3 0,2 1 1,4-1-1,6-2-125,3-3 0,3-4 0,1-8 1,2 0 58,3 0 0,1-2 0,-4-4 0,2-6 281,-1-3 0,5-10 0,0-2 0</inkml:trace>
  <inkml:trace contextRef="#ctx0" brushRef="#br0" timeOffset="3181">2199 650 8174,'-15'2'530,"3"4"1,-1 4-1,7 9 1,0 2-22,-2 3 1,6 7 0,-4 0 0,5 6-283,1 3 0,0 1 0,0-6 0,0 0-108,0 0 0,0-2 1,0-4-1,0-6-366,0-3-125,7-11 1,1-3-1,6-12 111,-3-5 1,-5-5 0,4-1-1,-2-1 67,-5 1 1,5-6-1,0-1 1,0 1 68,0-2 1,3 5 0,-5-3 0,0 4 60,2 1 1,-6 1-1,5 1 1,-1 3 1390,0 1-1056,0 8 1,-6-2-1,0 12 1,0 6-22,0 3 0,0 9 0,0 1 1,0 0-155,0 0 0,2 4 0,2-5 1,3-1-97,3 2 0,2-4 0,5 7 0,1-5-202,-1-8 1,1 1 0,-1-10-1,0-2 120,1-2 1,1-4 0,3-4-1,1-6-530,-2-3 0,-3-11 1,-5-1-1,-1-2 222,2 0 0,-7 0 1,1-6-1,-2-2 148,0-4 1,0 3 0,-6-11 0,0-5-53,0-8 1,0-14 0,0-6-1,0-3 294,0-2 0,5 7 0,3 5 0,0 7 62,0 9 0,-3 23 1,-5 22-50,0 10 0,0 10 1,-1 17-1,-5 6 583,-6 4 1,4 10 0,1 4 0,1 3 135,0 2 1,0-5 0,6 0 0,0 1-476,0 3 0,0 7 0,0 2 1,0 0-378,0 0 1,0 4 0,0-4 0,0-1-756,0-5 1,6-6 0,0-15-305,-2-3 0,-2-9 1179,-2-15 0,0-8 0,0-16 0</inkml:trace>
  <inkml:trace contextRef="#ctx0" brushRef="#br0" timeOffset="3382">2252 615 7862,'2'-17'884,"4"-1"0,3 7 0,11 1 0,3 2-480,6 4 1,4 2 0,2 2-1,0 0-372,0 0 1,0 0-1,0 2 1,-2 4-365,-4 6 1,-4 9 0,-9 4 0,-5 3 331,-5 3 0,-4 9 0,-2 5 0</inkml:trace>
  <inkml:trace contextRef="#ctx0" brushRef="#br0" timeOffset="4031">313 2693 7928,'-17'0'27,"5"0"0,2 2 182,3 4 1,-1-2 0,4 8 0,-2 1 131,2 3 0,2 7 0,2 2 0,0 3-137,0 3 1,0 2-1,0 2 1,0-1-158,0 1 0,2 0 1,2 0-1,4 0-259,2 0 1,-6-8 0,3-3-1,-1-5-744,0-2 0,2-7 364,-2-4 0,-3-4 0,7-4 592,-2-4 0,5-11 0,-3-11 0</inkml:trace>
  <inkml:trace contextRef="#ctx0" brushRef="#br0" timeOffset="4402">191 2624 7928,'-16'11'-48,"5"1"0,3-6 678,8 5 1,2-7-1,4 4 1,6-2-256,3 0 1,2-1 0,1-5-214,-1 0 0,1 0 0,1 0 0,3 0-52,1 0 1,0-1-1,-5-3 1,-1-4-116,1-2 0,-3 4 0,-1-5 0,-3-1-27,3 2 1,1-3-1,1 5-156,-4-2 0,3 6 305,-3-1 0,-4 10 0,-3 7 0,-3 6-1,-2 5 1,0-2 0,0 8 0,0 2 121,0 2 1,0 8 0,2 0 0,2-2-461,2-2 0,2-5 0,-4 0 1,1-5-165,-1-2 1,4-2-1,-2-5 1,-2-1-812,-2 1 1,4-1 1196,-1 1 0,-7-1 0,-7 0 0</inkml:trace>
  <inkml:trace contextRef="#ctx0" brushRef="#br0" timeOffset="4633">296 3322 8046,'2'10'895,"4"-4"1,5-4-373,5-2 1,9 0 0,2-2 0,2-2-507,0-2 0,0-8 1,6 3-1,0-5-75,0-1 0,-6-1 0,0 1 0,1-1-554,-3 1 1,6-1-1,-4 1 1,2 0-1920,-2-1 2531,4 1 0,-6-1 0,8 1 0</inkml:trace>
  <inkml:trace contextRef="#ctx0" brushRef="#br0" timeOffset="5549">1326 2624 7812,'10'-8'1488,"3"4"-1018,-7-8 0,0 7 0,-8-5-119,-4 2 1,2 2-1,-7 6-190,-3 0 0,-1 2 0,-3 4 0,-1 4-130,-4-1 1,3 7 0,-3-4 0,3 5-199,3 6 0,0-3 0,-1 5 0,3-2 6,3 1 0,-2 1 0,9-4-125,1 2 1,2 1-1,4-9 172,3-3 0,5-4 1,8-8-1,-1 0 62,1 0 1,-1-8 0,2-4-1,3-3 11,1-3 0,0 1 0,-5-1 0,-1-1 62,1-4 0,-1 5 1,1-1-1,-3 5 193,-3 1 0,-2 3 55,-5-2 0,-3 10 1,2 2-1,-6 10-76,-4 5 1,-5 5 0,3 3 0,0 4-141,0 0 1,1 5 0,3-9 0,-2 0-211,2 2 0,2-5 0,2 3 0,0-4-851,0-1 0,8-8 0,4-5 466,3-3 0,-3-7 0,-1-5 0,3-4 542,2-5 0,-1-4 0,-1 1 0,-3-3 0,3-2 0,-4 4 0,-1-7 0,1-1 0,0-2 0,-6-2 0,3 1 0,-1-1 0,0 0 0,6-8 0,-7-4 0,1-1-23,2 1 1,-6-1-1,6 7 1,-2 2 313,-1 2 1,1 16 165,-6 4 0,0 13 0,0 4 0,0 11 57,0 11 1,0 3-1,0 6 1,-2 0-126,-4 6 1,4-2 0,-3 8-1,3-3-174,2 1 0,-2 2 0,-2-4 0,-2 1-219,2-1 1,2-2-1,2-2 1,0 0-57,0 0 1,0-2-1,0-4 1,0-6-165,0-3 0,0-9-42,0 1 0,0-10 0,0-2 101,0-10 1,2-5 0,2-3 0,4 1 106,2-1 0,-5 1 0,7-1 0,0 1 63,-3-1 1,5 1 0,-6 1-1,-1 3 584,1 1 17,6 8 0,-5-2-305,9 12 0,-8 6 1,-5 9-1,-3 4-178,-2 3 0,0-5 0,0 6 0,0 2-415,0 2 0,-2 0 0,-3-2 0,-7-4-450,-4-2 0,5 3 1,-1-9-1,1-4-1618,1 1 2360,-6-8 0,14-8 0,-5-10 0</inkml:trace>
  <inkml:trace contextRef="#ctx0" brushRef="#br0" timeOffset="5964">2025 2519 8174,'-10'2'1887,"4"4"1,-3 3-1485,-3 9 1,4-7 0,0 1-168,1 2 0,-1 1 1,-6 3-1,3-1-128,-3 1 1,4-1 0,-1 2 0,-3 3-81,-1 1 0,-1 0 1,2-3-1,3 1-143,-3 2 0,6 1 0,1-9 0,1-1-161,0-3 0,0 1 147,6 6 1,8-9 0,4-3 0,3-4 177,3-2 1,-1-2 0,1-2 0,-1-2 31,1 2 1,5 3 0,0 1 0,-2 0 62,-1 0 1,-3 0 0,1 0-203,-1 0 1,-7 1-1,-4 5-140,-4 6 0,-4 0 0,-4 1 0,-6 3-508,-3-3 1,-3 1 0,1 3 0,-1-1-210,1-5 0,-1 3 1,1-8 914,0-2 0,-1-2 0,1-2 0</inkml:trace>
  <inkml:trace contextRef="#ctx0" brushRef="#br0" timeOffset="6734">2042 2816 9507,'18'0'1184,"-1"0"1,1-2-911,-1-4 1,1 2 0,-1-8 0,2-1-219,5-3 0,-5-3 1,6-2-1,-1-3-5,-1 3 1,0 0 0,-5-1-1,-3-1-218,-3 2 1,1 1 0,-7 3 0,-2-1-236,-2 1 1,-4 7 282,-4 4 0,-3 12 0,-11 6 0,-1 3 23,-2 3 1,-1 1-1,7 3 1,-1 3 63,1 2 1,-1-4-1,3 4 1,1 1 59,3-1 1,5-4-1,-4 4 1,2 0-118,4 0 0,3-5 1,2 1-1,5-3-164,6-3 0,5-2 0,5-3 1,1-6-50,-2-4 1,5-2 0,-1-2 0,2-6-112,4-9 1,2-1 0,0-7 0,-2 0 168,-2-4 1,0-4 0,4-2 0,-2 2 243,-2 4 0,-5-4 0,3 4 0,-2-4 0,-4-2 0,-1 6 0,-5 1 409,-3 3 70,-4 2 0,-16 15 0,-2 8 0,-1 10 18,-1 5 0,0 3 1,-3 1-1,1 3-114,3 1 0,-1 6 0,-5-4 0,1 2-87,4 4 1,-1-3 0,7-1 0,0 0-178,-2 0 1,6 0 0,-3 2 0,3-5-101,2-5 1,0-1 0,0-1-111,0 0 1,2-7-1,3-4-198,7-4 0,-2-10 1,1-4-1,3-5 39,2-6 0,-5 1 0,1-5 0,1 0 102,3 0 1,-1 0-1,-1-4 1,-2 2 67,1-2 1,1 5-1,-1 3 1,-3 4 138,-2 1 0,4 1 0,-5 1 727,3 5-506,-6 3 0,4 16 0,-8 3 0,0 7-20,0 5 1,0-2-1,0 6 1,2 1-114,3-1 0,-3-6 0,6 4 0,-2-1-196,0-1 0,5 6 0,-3-8 0,2-3-178,3-5 1,3-3 0,1 2 0,1-6-159,-1-4 1,1-4-1,1-4 1,3-6-190,1-3 1,2-11 0,-4-1 0,3-2 92,-3 0 0,-2 0 0,-1-6 1,1 0 176,5 0 0,-5-2 0,2-2 304,-7-1 0,9-17 0,-3 3 0</inkml:trace>
  <inkml:trace contextRef="#ctx0" brushRef="#br0" timeOffset="6932">3300 1960 7857,'0'-17'215,"-8"7"0,-4 4 261,-3 4 0,3 10 1,0 5-1,-1 9-89,-3 7 0,-1 12 0,-1 5 0,1 7 52,-1 5 1,1 4-1,1 8 1,3 0-243,1-1 1,8 1 0,-1 0 0,3-2-379,2-4 0,2-6 0,3-11 1,7-4-34,4-1 0,-5-15 1,1-3-643,1-15 0,-3-7 1,0-4-258,-2-3 1113,-3-5 0,3-15 0,2-2 0</inkml:trace>
  <inkml:trace contextRef="#ctx0" brushRef="#br0" timeOffset="7133">2881 2432 8113,'-18'0'2266,"10"-2"-1625,8-4 0,10 4 1,13-6-1,6 0-195,4-3 0,8-5 1,2 1-1,1 1-316,5 2 1,-4 1 0,1-7 0,1 1 12,-3-1 0,1 1 0,-6-1 0,2 1-1202,-3-1 1,-1 7 0,-4-1 1058,-4-1 0,4-3 0,-6-1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28.463"/>
    </inkml:context>
    <inkml:brush xml:id="br0">
      <inkml:brushProperty name="width" value="0.06" units="cm"/>
      <inkml:brushProperty name="height" value="0.06" units="cm"/>
      <inkml:brushProperty name="color" value="#E71224"/>
    </inkml:brush>
  </inkml:definitions>
  <inkml:trace contextRef="#ctx0" brushRef="#br0">123 588 7241,'2'-10'1199,"4"4"-508,-4-3 0,6 9 0,-10 0-239,-4 9 0,4 9 1,-6 3-1,2 5-140,1 1 0,-7 2 0,4 6 0,0 2-177,1 3 1,-7-3-1,4 6 1,1-2-252,3-1 1,-2 1-1,0-6 1,1-2-958,-1-4 1,2-4 0,6-7 112,0-1 1,2-1 0,4-6-348,5-10 1307,-3-8 0,8-10 0,-7 1 0</inkml:trace>
  <inkml:trace contextRef="#ctx0" brushRef="#br0" timeOffset="316">88 605 7888,'-9'-1'1315,"3"-5"-775,-4 4 1,10-6 0,0 8 0,10 0-28,5 0 1,3 0-1,1 0 1,2 0-126,3 0 1,5 0-1,-6 2 1,-1 2-226,-3 2 0,-7 5 0,-1-3 1,1 2-128,-2 3 0,-3 3 1,-7 1-200,0 1 0,-2 3 0,-2-1 0,-3-5-291,-3 1 0,-2-1 0,-5 1 0,-1-3-575,1-1 1,0-8 169,-1 2 1,8-6 0,5-6 368,3-6 0,2-3 0,2-5 0,3-1 490,7-2 0,4-9 0,1 5 0,0-8 0</inkml:trace>
  <inkml:trace contextRef="#ctx0" brushRef="#br0" timeOffset="566">525 82 7888,'0'-12'285,"0"0"1,0-1 264,0-3 0,0 5 0,-2 1-49,-4 2 0,4 10 0,-6 10 0,3 5 16,-1 6 0,-2 5 0,4 8 0,-2 3-226,2 2 0,1 6 1,-1-5-1,-2 3-205,2 3 1,2 3 0,2 1 0,0-1-315,0-5 0,0 3 0,0-7 0,0 1-389,0 0 1,6-10 0,0-10 0,-1-3-823,3-3 0,-4-7 811,8-5 0,-6-3 0,3-4-19,-1-3 0,-2-5 647,-6-7 0,8-1 0,1 1 0</inkml:trace>
  <inkml:trace contextRef="#ctx0" brushRef="#br0" timeOffset="783">263 361 7979,'-8'10'1343,"8"-3"1,0-7-896,10 0 0,5 0 0,5 0 0,3 0-202,6 0 1,4 0 0,0 0 0,-2 0-35,-2 0 1,0 0-1,6 0 1,-2 0-178,-4 0 0,2 0 1,-7 0-1,-3 2-603,-1 4 568,5-4 0,-6 14 0,6-7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30.413"/>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629 16 7665,'-10'-1'1092,"5"-5"1,1 4-302,-2-4 0,4 12 0,-6 7-324,0 9 1,5-1 0,-7 10-1,0 6-186,0 8 1,1 1-1,-5 5 1,4 5-208,3 4 1,-7-2-1,4 2 1,1-3-409,3-7 1,-2-9-1,2 0 1,2-6-2382,2-6 1961,2-4 0,8-15 1,4-7-1,3-6-106,3-9 1,-1-4 859,1-1 0,-1-8 0,1-2 0</inkml:trace>
  <inkml:trace contextRef="#ctx0" brushRef="#br0" timeOffset="399">804 418 7882,'-24'29'486,"1"-2"0,4 1-402,5-1 0,1-4 0,7 4 0,2-2 218,2-3 1,2 3 0,0-2 145,0-1 1,0-9-313,0-1 1,2-10-160,4-2 0,2-2 0,5-10 0,-1 1-30,1 1 1,1-6 0,-1 3 0,-1-7 17,2-3 1,1 0-1,3 3 1,-3-1 41,-3-2 1,3-1 0,-3 7-1,2 0 217,-3-1 1,3 1 0,-6 1 0,-1 3 249,1 1 0,-2 10 1,-6 2-200,0 10 1,0 5 0,0 5 0,0 3-261,0 6 1,0 2 0,0 0 0,0-2-525,0 2 0,0-6 0,0-1 0,0-5-627,0-1 0,2-3 1,4-3 1135,5-6 0,5 3 0,1 1 0</inkml:trace>
  <inkml:trace contextRef="#ctx0" brushRef="#br0" timeOffset="964">612 1431 7987,'-12'23'0,"0"3"55,-1 1 0,3 2 0,0 8 0,1 2 548,-1 1 1,4 9-1,-4-3 1,3 5-345,3 1 0,0-5 0,0-3 0,-2-1-218,2-4 1,-3-2-1,1-2 1,2-2-230,2-4 0,2-10 1,0-7-1245,0 1 740,0-5 0,2-8 1,2-11 132,2-5 1,5-1 0,-3-3 558,2-3 0,-6 3 0,3-5 0</inkml:trace>
  <inkml:trace contextRef="#ctx0" brushRef="#br0" timeOffset="1234">559 1553 8012,'-7'-9'2738,"5"1"-2303,-6 8 1,16 2-1,1 4 1,3 5-51,0 5 0,-3-3 0,5 3 0,-4 3-52,-3 1 1,5-1 0,-4-1-1,-1-1-147,1 1 0,-2-1 0,-6 0 0,0 1-207,0-1 0,0 1 1,0-1-1,-2 1-440,-4-1 1,2 1 0,-7-3-697,-3-3 0,-1 1 361,-3-7 0,8-2 0,5-10 0,3-5 107,2-5 1,0-1 0,0-3 688,0-3 0,7-4 0,3-8 0</inkml:trace>
  <inkml:trace contextRef="#ctx0" brushRef="#br0" timeOffset="1566">891 1483 7902,'-17'6'0,"-1"2"78,1 2 1,-1 3 0,3 9 0,1 3 296,2 2 0,9 2 1,-3 6-1,4 0-33,2 0 1,0 0-1,0 0 1,2-2-172,4-4 0,3-4 0,9-7 0,-1-3-51,1-3 1,-1-4 0,3-8 0,1 0-83,2 0 0,0-8 0,-5-4 0,-1-5-91,1-7 0,-1 3 0,-1-6 0,-3 0-90,-1 0 1,-8 5 0,2-3 0,-4 2 47,-2-1 1,0-1 0,-2 4 0,-4-2-47,-6 1 1,-3 1-1,-3 0 1,-1-3-160,-4 3 1,3-4 0,-5 1-1,2 1-102,-1-2 0,1 5 1,6-3-1,-1 4-114,1 1 0,1 1 0,5-1 516,5 1 0,4 7 0,10-5 0,1 5 0</inkml:trace>
  <inkml:trace contextRef="#ctx0" brushRef="#br0" timeOffset="1801">1171 890 7841,'-2'-16'493,"-4"5"0,4 11 0,-4 13 0,2 8 36,-2 9 0,4 4 0,-3 7 1,3 8-212,2 7 0,0 6 1,0 10-1,0 2-240,0 1 1,0 1 0,0-8 0,0-6-309,0-10 1,2-1 0,1-12 0,5-6-429,2-8 1,-4-8 0,5-5-101,3-6 1,1-12 0,3-6 335,-1-3 1,-5-3 0,-2 1 421,-3-1 0,15-7 0,-3-2 0</inkml:trace>
  <inkml:trace contextRef="#ctx0" brushRef="#br0" timeOffset="2166">1275 1658 7833,'0'18'-192,"0"1"0,0 2 74,0 3 1,0-1 0,0-6 400,0 1 0,8-8-41,4-5 1,3-3 0,3-2 0,-1-2 3,1-3 0,-7-5 0,1-8 0,1 1 27,3-1 0,1-1 1,1-2-1,-1-3 26,1 3 1,-6 7 0,-1 3 628,3-3-721,1 6 0,-5 8 1,-4 14-1,-6 7-140,-6 9 0,2 12 0,-8 9 0,-1 9-355,-3 8 1,1-2-1,1 11 1,3 1-417,-3 3 1,-2-1-1,-1 0 1,0-5 164,-1-7 0,1-8 1,-1-13-1,1-8-767,-1-8 1306,1-6 0,-1-8 0,1 1 0</inkml:trace>
  <inkml:trace contextRef="#ctx0" brushRef="#br0" timeOffset="2649">542 2863 7924,'0'-17'313,"-8"-1"201,-4 1 0,3 7-170,-3 4 1,0 4-1,-3 4-77,3 4 0,-3 4 1,5 9-1,-2 2-2,1 3 1,-1 9-1,-3 0 1,1 8-4,2 3 0,3 1 0,-5 3 0,4-1-121,3 1 1,-5-3-1,6 0 1,2-3-100,2-3 0,-4-4 1,1-6-1,1-6-204,2-3 0,0-10-419,-4-5 0,2-5-14,-7-5 0,5-5 1,-4-8-1,0 1 1,1-1 1,3 1 0,-6 0 0,1-3 211,1-3 1,-4-4 0,6-6 0,1 2 381,-1 2 0,-6-8 0,5-8 0</inkml:trace>
  <inkml:trace contextRef="#ctx0" brushRef="#br0" timeOffset="2815">420 2776 7781,'17'0'0,"0"0"-364,1 0 0,-3 2 0,-1 2 0,-2 1 284,1-1 0,-3 4 0,0 0 0,-1 0 56,1-1 0,-4 5 0,4-4-98,-3 1 122,7 3 0,-4 6 0,7-1 0</inkml:trace>
  <inkml:trace contextRef="#ctx0" brushRef="#br0" timeOffset="3585">559 2758 7853,'-7'-9'12,"3"-5"0,-6 6 0,0 1 0,2-3 0,1 0 0,1-2 1,-2 1 456,-4-1 1,3 1 0,-3-5 0,-1 2-9,-3 3 1,-1 1 0,-3-3-162,-3 1 0,3 8 1,-3-2-1,2 4-95,-2 2 0,3 2 0,-5 4 0,2 8-152,-1 7 0,-1 0 0,4 10 0,-1 4 54,7 4 1,-3 10-1,9-5 1,-1 3-112,4-1 0,4-5 0,4 4 0,4-3-58,6-3 1,5-10 0,4-7 0,5-9 40,1-7 0,0 2 0,4-4 0,-4-6-1,-2-8 0,5-7 1,-7-5-1,0-3 2,2-2 1,-7-2 0,1-6 0,-5 0 126,-1 0 0,1 0 0,-2 0 0,-5 0 110,1 0 1,-6 0 0,4 0 0,-6 0-53,-6 1 0,2 1 0,-5 3 0,-1 7 62,0 4 1,-2 3 0,-5 7 37,0 9 0,5 9 1,2 15-1,1 5-56,-1 4 1,6 4-1,-2 5 1,4 9-35,2 5 1,-6 10 0,1 0-1,1 6-152,2 3 0,2 15 0,-2-1 0,-2 4-193,-2 2 0,-2-4 1,2-9-1,-5-8 52,-5-8 1,-7-8-1,0-14 1,-1-7-92,-1-6 1,4-11-1,-6-1 1,1-7-422,5-5 1,2-3-1,1-9 1,1-7-309,-1-4 1,7-9 0,1-4 0,2-6-224,4-6 1,2-3 1160,2-9 0,8-7 0,2-2 0</inkml:trace>
  <inkml:trace contextRef="#ctx0" brushRef="#br0" timeOffset="4082">699 2933 7808,'16'-17'-299,"-3"1"0,-3 2 428,-2 3 1,3 5 0,-3-6 395,2-1 0,-6 3 1,3 0 1099,1 3-1118,-6 1 1,0 14 0,-10 5 0,0 6-86,1 5 1,-5 7 0,4-4 0,0 2-277,1 0 1,-7 0-1,4 4 1,-1-2-33,-1-2 0,2-5 1,-3 3-1,3-2 14,2-4 1,-5-1-286,1-3 0,4-9 0,3-8-16,3-10 0,2-5 1,0-5-1,0-1 59,0-2 0,2-8 1,1 4-1,5-2 5,2-1 1,-4 3-1,5-2 1,1 4-8,-2 0 0,5 5 0,-5-3 0,2 6-25,-1 5 0,1-2 0,5 8 0,1 3 1,-7 1 0,1 2 0,2 0-240,1 0 1,3 2 0,-1 3 0,1 5-124,-1 0 0,1 3 0,-1-5 0,0 0 1,1 0 1,-1 3-1,1-3 1,-1 0-298,1 0 799,7-3 0,2 3 0,8 2 0</inkml:trace>
  <inkml:trace contextRef="#ctx0" brushRef="#br1" timeOffset="4766">1118 3003 8249,'0'11'1301,"0"1"1,0-6-269,0 6 0,0-7-469,0 7 0,-2-8 1,-2 4-1,-2-1-122,3 5 1,1-2 0,2 1 0,-2 1-137,-4-2 1,4 5 0,-4-3 0,2 3-193,-2 3 0,4-1 0,-5 1 1,1-1-379,0 1 0,0-1 0,6 1-866,0-1 1,0-5-2396,0-1 3409,0-7 1,8-4 0,2-9 0</inkml:trace>
  <inkml:trace contextRef="#ctx0" brushRef="#br1" timeOffset="5249">1363 2339 8249,'-16'12'307,"4"0"1,-1-1 0,7 7-1,2-1 210,2 1 0,2-1 0,0 2 0,2 5 506,4 5 1,-2-2-1,8 2 1,1 2-638,3 2 1,-1 8 0,-1 2 0,-3-1-207,3 1 0,1-2 0,3-4 0,-3-1-98,-3-1 1,2 2-1,-8-12 1,-1-1-814,3-5-334,-6 10 397,6-25 1,-10 10 440,-4-20 0,4-4 0,-6-5 0,3 1 95,-1 2 1,-6 7-1,4-5 185,-1 2 1,-3-4 175,-6 7 0,1 1-45,0 10 1,1 3 0,2 9 0,5-1 115,1 1 1,2 1 0,6 2 0,0 3 32,0-3 1,0 4 0,0-1 0,0-3-282,0-2 0,2-1 0,4-1 0,6-1-323,3-5 0,-3 3 0,-1-8 0,3-2-124,1-2 1,3-4 0,-1-4-1,1-4-534,-1 1 0,-1-7 1,-3 4-1,-1-3-1323,2-3 2312,-7 1 1,9-8-1,-6-3 1</inkml:trace>
  <inkml:trace contextRef="#ctx0" brushRef="#br1" timeOffset="5431">1101 2811 8249,'-33'11'849,"4"1"72,-4 0-674,21-3 0,4-1 0,20-10-320,3-4 0,3 2 1,-1-5-1,1-1 97,-1 0 0,8-1 0,3-7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46.561"/>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35 577 8046,'0'-10'68,"-2"2"0,-2 6 454,-1-3-54,-1 3 96,6-6 156,0 8 1404,0 0-2062,0-8-41,0 6-27,0-6 52,0 8-132,0 0 80,-8 0-35,6 0-21,-6 0 28,8 0 38,0 0 18,0 8 15,0-6 12,0 6-37,0-8-17,0 0 4,8 0 1,-6 0 0,6 0 0,-8 0 150,0 0-104,8 0-59,-7 0 8,7 0 6,-8 0 283,0 0-135,8 0 0,-6 2 32,4 4 0,-4-2 0,-2 7 0,2 3 16,3 1 1,-3 5 0,4 1 0,-2 6-90,2 6 1,-2-2-1,6 12 1,-3 0 9,-3 3 1,-2-3-1,0-2 1,2-6-221,2-6 1,0 2 0,-6-8-225,0-2 505,0-9 115,0-4 0,0-22-266,0-3 0,0-5 0,0 5 0,0-1-44,0 1 0,0-1 1,0 1-1,0 0-54,0-1 1,0 1 0,0-1-44,0 1 0,0-1 0,0 1 60,0-1 1,0 7 0,0-1 4,0-2 0,5 5 0,1-3-23,-2-1 0,0 3 63,2-2 0,-2 2 0,5-3 0,1 1 7,0-1 1,-4-3-1,5-1 1,3-1 9,1 1 1,3-7 0,-1 1 0,1 0-10,-1-2 1,1 5 0,-1-3-101,1 4 1,-1 3 0,-1 2-446,-5 3 202,-3 7 1,-2-2 0,0 12-479,-2 6 1,-3 3-1,-1 3-134,0-1 0,0 0 0,2-1 949,4-4 1,4 3 0,7-5-1</inkml:trace>
  <inkml:trace contextRef="#ctx0" brushRef="#br1" timeOffset="899">524 769 8099,'-17'0'675,"7"0"1,4 0 0,12 0-414,6 0 0,-3 0 0,3 0 1,2 0-110,1 0 1,3 0 0,-1-2 0,1-2 64,-1-2 1,0-5-1,-1 3 1,-2-2-368,-3-3 0,1-1 1,3 0-1,-1 3-67,-2-3 0,-8-1 1,1-3-1,-1 1-38,2-1 1,-4 7-1,2-1 131,-8-2 1,-6 7 0,-7 1 0,-3 4 35,-3 2 0,2 8 0,-8 3 1,-2 7 126,-2 5 0,4-2 0,1 8 0,1 3 93,0 1 0,6 1 1,-3 1-1,7 0-48,5 0 1,5 0 0,7 0 0,1-2-180,5-4 1,6-4-1,11-9 1,6-4-326,4-7 1,4-3 0,2-2 0,4 0-1440,1 0 1858,-5-7 0,12-11 0,-7-9 0</inkml:trace>
  <inkml:trace contextRef="#ctx0" brushRef="#br0" timeOffset="1199">1031 577 14094,'-18'0'-79,"1"0"1,-1 0 349,1 0 0,5 2 1,1 4-1,-1 5 295,2 5 1,-3 1 0,5 1 0,0 1-316,0 4 0,1-1 1,3 5-1,-2-2-233,2-4 1,2-1 0,4-3 0,2 1-453,2-1 1,7-1 0,-1-5 0,3-5-304,3-4 1,-1-2 0,1 0 0,-1-2-421,1-4 0,5-3 1090,0-9 0,8 1 0,-3-1 1</inkml:trace>
  <inkml:trace contextRef="#ctx0" brushRef="#br0" timeOffset="1601">1153 664 11551,'-23'12'323,"-1"-1"1,1 1-1,6 4 1,1-3 495,4-1 1,5 1 0,7 9-137,0 1 0,0 0 0,2-7-751,3-5 0,5 3 0,8-8 1,-1-2 177,1-2 0,-1-8 0,0-2 0,1-2 62,-1-3 0,1-3 0,-1-1 0,1-1-128,-1 1 0,-1-1 1,-3-1-1,-3-2 52,-2-3 0,0 1 1,-5 6-1,3-1-190,-2 1 1,-4 5 0,-6 0 0,-5 1-498,-5 1 0,-3 2 0,-3 8 1,-1 0-315,2 0 1,-4 0-1,1 2 154,3 4 1,2 4 896,1 7 1,8 9-1,3 1 0</inkml:trace>
  <inkml:trace contextRef="#ctx0" brushRef="#br0" timeOffset="2033">1520 664 9074,'-16'8'388,"5"4"1,3 3 0,8 4 0,0 3-89,0 1 1,0 0-1,0-3 1,2 1-226,4 2 0,-3 1 0,7-7 0,0-1-230,0-5 0,-5 3 229,7-8-80,-8 0 1,4-8 0,-8-4-1,0-6 19,0-3 1,0-3 0,0 1 0,0-3-15,0-3 0,0 2 1,0-6-1,0-1-97,0 1 1,2 0 0,1-4 0,3 4 55,-2 2 1,0-1 0,0 5 0,2-2 48,-2 1 1,5 3-14,3 1 1,3 9 0,3 3-150,-1 4 1,1 2 0,-1 2-1,1 2-53,-1 2 0,-5 7 0,0-1 1,1 3 4,3 3 1,1-6 0,1-3 150,-1-1 1,1 6-1,-1-5 1</inkml:trace>
  <inkml:trace contextRef="#ctx0" brushRef="#br0" timeOffset="2483">1974 0 8896,'-12'8'291,"2"4"0,3 3 138,3 3 1,2 7-1,4 4 1,4 6 217,5 6 1,5-2-1,3 7 1,4 3-437,7 1 0,-3-3 1,0-1-1,-2 1-169,-4-2 1,-1-5 0,-5-9 0,-1-3-324,-2-3-477,-8-2 495,3-13 1,-9-10-1,-3-12 54,-7-3 0,-4-3 0,-1 1 1,1-1-231,5 1 1,-11-3 0,5-1 0,-4-2-157,-5 1 0,5 5 0,-6 3 0,0 3 488,-1-3 1,1 6 0,-2 3-1,4 3 198,0 2 0,9 0 0,-3 2 0,1 3 225,5 7 0,7 5 0,0 5 0,4 3-79,2 2 0,2-4 0,4 5 1,6-3-161,3-4 0,5 4 1,1-1-1,4-3-138,2-2 0,0-3 1,4-2-1,-1-5-334,1-1 1,-4-2 0,2-6 0,0 0-550,-2 0 967,6 0 1,-6-8 0,8-2 0</inkml:trace>
  <inkml:trace contextRef="#ctx0" brushRef="#br0" timeOffset="2833">2515 350 14516,'-17'0'202,"-1"0"0,1 0 0,1 2 680,5 4 0,-3 3 0,6 9 0,-1-1-99,-5 1 0,4-1 0,1 1 0,-1-1-397,0 0 1,6 7 0,-3-1 0,1-2-229,0-1 0,0-3 0,8-1-427,4-5 1,-2 3 0,7-8 37,3-2 0,3-2 0,5-2 0,1-2 329,-2-4 1,1 4 0,-1-6-1,4 2 135,2 1 0,-5-1 0,3 4 0,-2-2-145,1-2 0,-1 0-347,-6 6 1,-1 2 0,-4 4 0,-9 6 281,-6 3 0,-7 3 0,-8-1 0,-1 3-90,-4 3 0,-5 4 0,-6 8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8:08.542"/>
    </inkml:context>
    <inkml:brush xml:id="br0">
      <inkml:brushProperty name="width" value="0.08" units="cm"/>
      <inkml:brushProperty name="height" value="0.08" units="cm"/>
      <inkml:brushProperty name="color" value="#E71224"/>
    </inkml:brush>
  </inkml:definitions>
  <inkml:trace contextRef="#ctx0" brushRef="#br0">4349 1694 12903,'-11'0'-480,"-1"0"1,-2 0 147,-1 0 594,5 0 598,2 0 339,8 0-312,0 0 0,0 8-550,0 4 1,-5-2 0,-1 1 0,0 3-32,-2 1 0,4-3 0,-7 0 0,-1 3-105,2 6 1,-5-1 0,3 3-1,-3-1 51,-3 1 1,1-4 0,-1 4 0,-1-1-152,-5 1 0,5-3 1,-4 3-1,3-4-54,3-1 0,-2-1 0,-3 1 0,-1-3-32,2-3 0,1 1 0,3-5 1,-1 0 3,1 0 0,-7-1 1,1-3-1,2 2-182,1-2 0,1-2 0,-2-2 0,-3 0-32,3 0 0,-4 0 1,2 0-1,-1-2-35,-1-4 1,0 4-1,-6-4 1,4 4 38,1 2 1,1-5 0,4-1 0,-4 0 81,-3-2 0,5 6 0,-4-5 0,0 1-27,0 0 1,-1-6 0,-3 4 0,4 1 87,2-1 1,-6-6 0,2 3-1,-2-3 61,2 3 0,-4-5 0,6 4 0,-3-3 34,1-3 0,2 1 0,-4-1 0,2 1 38,-2-1 0,4 1 1,-2 0-1,0-1-8,1 1 1,1-1-1,6 1 1,-2-3-3,1-3 1,-3 4-1,2-5 1,1 5-46,3 1 0,0 1 1,-3 0-1,-1-1-70,2 1 1,1-1 0,3 1 0,-3-1 24,-3 1 0,4-1 1,-7 1-1,3-1 65,0 1 0,-8-1 0,2 1 1,-2-1-20,2 1 0,-4 0 1,3-1-1,-3 1 59,-1-1 1,4 3 0,3 1-1,2 2-64,4-1 0,-6-1 0,-1 1 0,-1 1-29,0-2 0,6 5 0,-4-3 0,0-1 16,-1-3 0,7 4 0,-4 1 1,0-1 44,-5 2 1,3-5 0,0 5 0,0-2-26,0 1 0,5 5 0,-1-4 0,2 1-32,-2-1 0,3 4 0,-3-4 0,3 1 24,3-1 1,-6 0-1,-1-3 1,3 3 39,2 2 1,1-3 0,1 3 0,-1 0-25,1 0 0,-1-3 0,1 5 0,-1 0-31,1-2 1,-1 4 0,1-5 0,0-1 7,-1 0 1,1 4 0,-1-5 0,1-1 20,-1 2 0,1-3 0,1 5 1,3 0-35,1 1 0,0-5 1,-3 4-1,1 0 19,3 1 0,5-5 0,-6 4 1,-1 1 34,-3-1 1,4-4 0,1 4 0,-3 1-9,-1-1 0,3-4 0,0 4 0,-1 1-55,-3-1 1,5-4 0,-1 4 0,-2-1-31,-1-5 0,3 4 0,1-1 0,-3-1 47,-2 3 1,5-7 0,-1 6 0,-1-1 11,-3-1 0,-1 6 1,-1-5-1,1-1 4,-1 2 1,1-3 0,-1 5-12,1-2 0,-1 4 0,1-3 0,-1-1 37,1 0 1,-1 6 0,1-3-14,0-1 1,-1 4-1,1-8 1,-1 8 0,3-3 45,3-1 9,-4 6 42,7-14 30,-1 14-369,2-5-99,8 7-33,0 0-175,8 0 307,-6 0 1,6 2 428,-8 3 0,0 5 0,2 8-78,4-1 1,-5 1-1,7-1 1,-2 2 4,0 5 0,2-3 1,-4 8-1,3 2-121,3 2 0,-4 4 1,4 2-1,-1 0-99,1-6 1,-4 2 0,3-8-1,-1 0-103,-4-4 0,4-3-163,-2-3 547,-1-7 0,-5-4 0,0-14 0,0-8-88,0-5 0,0-10 0,0 2 0,-1-4-129,-5-2 0,-4-2 1,-6-2-1,3-3-92,1-3 0,-1 4 0,-9-5 0,-1-3-232,2-1 0,-1 3 0,1 0 0,-2 1-52,1 1 1,-1 3 0,4 9 0,5 2 562,4 1 0,5 9-6,5-2 1,2 11 0,3 6 0,7 4-24,4 2 1,7 0 0,2 0-1,0 2-135,0 4 1,7-2 0,-3 8 0,4 1-69,2 3 0,-6-5 0,0 1 0,2 2-511,2 1 1,2-3 0,2-2 0,1-1-551,3 1 1,2-6 0,-2 4 0,3-3 1096,1 1 1,13 8 0,-4-4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1.372"/>
    </inkml:context>
    <inkml:brush xml:id="br0">
      <inkml:brushProperty name="width" value="0.06" units="cm"/>
      <inkml:brushProperty name="height" value="0.06" units="cm"/>
      <inkml:brushProperty name="color" value="#E71224"/>
    </inkml:brush>
  </inkml:definitions>
  <inkml:trace contextRef="#ctx0" brushRef="#br0">401 716 7924,'-16'-2'-309,"4"-3"-219,5 3 528,7-6 0,0 0 0,0-2 0</inkml:trace>
  <inkml:trace contextRef="#ctx0" brushRef="#br0" timeOffset="667">174 629 8498,'-45'-8'481,"4"6"0,12-4 0,6 5-1545,3 1 1958,11 0 0,3 0 0,12 0 0,5-2-422,5-4 0,7 4 0,0-4 0,1 6-286,1 6 0,-4 4 1,6 7-1,1 0-70,-1 1 0,-4 5 0,4 2 0,-2 1-81,-3-1 1,-3 0 0,-1-4 0,-1 5-212,1 1 1,-3-6 0,-3 2 0,-5-3-84,1-3 1,-6-5 0,4 0 61,-4 1 1,-4 3-1,-4-1 115,-5-3 0,1 1 0,-2-5 0,-1 0 13,-3 0 0,4 3 1,1-5-1,-1 0 25,2 2 0,-5-6 45,3 4 0,3-4 49,-3-2 1,8-2-1,-2-4 1,4-6-4,2-3 0,0-11 0,0-3 0,2-4-24,4-2 0,-2 0 1,8 0-1,-1 1-2,-1-1 0,5 0 0,-3 0 0,4 2-42,1 4 0,-5-2 1,-1 7-1,5 3-23,5 2 0,-7 3 0,3 4 0,-1 7-222,-1 3 1,3 2 0,-1 0-166,1 0 0,-9 7 1,-1 3-1,-2 2-32,0-1 0,2 3 0,-5 7 0,3 3-282,-2-3 1,0-2-1,0-1 745,2-1 0,0-7 0,-6 6 0,0-7 0</inkml:trace>
  <inkml:trace contextRef="#ctx0" brushRef="#br0" timeOffset="1084">820 716 7879,'-24'0'312,"1"0"0,2 2-16,1 4 1,11-2-207,3 8 0,6-3 1,6 3-1,5-6 97,5-4 0,1-2 1,1 0-1,1 0-123,4 0 0,-3 0 0,5 0 0,-2-2-62,1-4 1,1-2-1,-4-5 1,3 1-18,-3-2-1,-2-1 1,-1-3 0,-1 1-139,1-1 0,-3 1 0,-1 0 0,-5-1-72,-1 1 1,-2-1 0,-6 1 0,-2 1 158,-4 4 1,-9-1-1,-10 7 1,-3 2 65,-3 2 0,-2 10 0,-2 4 0,0 3 99,1 3 0,-1 7 0,0 4 1,2 4 50,4 2 1,3 0 0,9 0 0,1-2-113,5-4 0,5 4 1,12-6-1,5 0-199,5-4 1,9-3 0,4-5 0,4-3-130,2-6 0,6-4 0,0-2 0,-3-2-57,-1-4 1,0-4-1,2-7 1,2-1 347,-2 1 0,-10-8 0,4-2 0,-6-8 0</inkml:trace>
  <inkml:trace contextRef="#ctx0" brushRef="#br0" timeOffset="1770">1379 594 7879,'-2'18'184,"-4"-1"1,2 2 0,-6 5 0,2 5 358,5 4 1,1 4 0,2 3 0,2 9-324,3 7 1,-1 0-1,8 8 1,0 1-245,-3-3 1,-1 4-1,-8-10 1,0-4-18,0-3 1,0-12 0,0-2 0,-2-10-118,-4-6 0,2-9 27,-7-4 1,7-6 83,-2-6 0,4-4 0,2-7 0,0-3-106,0-3 0,0-4 1,0-8-1,0-2-64,0-4 1,0 3 0,2-11-1,2-3-145,2-5 0,0-1 0,-6 6 0,0-1 163,0 1 0,0 5 0,1 3 0,3 3 386,2 8 1,8 6 0,-3 11 0,5 5 128,1 5 1,1 6 0,-1 6-1,1 7-22,-1 9 0,1 5 1,-1 8-1,-1 0-118,-5 0 0,3-1 0,-8 1 0,-2 0-191,-2 0 1,-2-2-1,0-4 1,0-5-21,0-5 0,0-1 0,-2-3 74,-4-3 0,2-5 102,-8-7 0,8-1-146,-1-5 0,3-4 0,2-7 0,0-1-88,0 1 1,0-7-1,2-1 1,1 0-186,3 0 0,6-6 1,-4 3-1,1-1 54,5 0 1,-4 0 0,1-6 0,3 0 66,1 0 1,3 2 0,-1 2 0,1 2 174,-1-2 1,1 6 0,-1 2 499,1 3 1,-7 10-162,1 5 0,-8 12 0,0 11 0,-8 9 14,-8 6 1,2 2-1,1 0 1,1 0-161,4 0 0,-4 6 0,3-1 1,1-1-308,2-2 1,2-8 0,0 0 0,0 0-395,0-2 1,2-1 0,4-9-117,5 1 0,5-7 1,1-1-1,1-2-144,-1-4 1,2-10 0,1-6 749,-3-3 0,12-3 0,-9 1 0</inkml:trace>
  <inkml:trace contextRef="#ctx0" brushRef="#br0" timeOffset="2250">2304 629 7737,'-17'0'-99,"-1"0"1,1 0 0,-1 0 0,1 2 358,-1 4 0,1-2 0,-3 7 0,-1 3-34,-2 1 1,0 3-1,5-1 1,1 1-259,-1-1 1,3 3-1,1 1 1,4 2 32,3-1 1,1-3 0,6-2-33,0 1 0,8-8 0,3-5 1,5-3-46,1-2 0,1 0 1,1-2-1,2-3-46,3-7 0,7-5 1,-4-5-1,2-1-8,0 2 1,-6-5 0,5 1 0,-1 0 91,0 0 0,-6-1 0,3 5 0,-7-2 53,-5 1 1,1 1 0,-7 0 177,-2-3 1,-4 9 0,-6 9 52,-6 4 1,-3 12 0,-3 5 0,1 9 30,0 3 0,-1 2 0,3 6 1,1 0-194,2 0 0,8-2 1,-1-2-1,3-2-274,2 2 0,0 0 1,2-2-1,1-6-108,3-3 1,8-5 0,-1-3 0,7-6-82,3-4 1,2-4 0,-3-4 0,3-6 117,2-3 0,-6-10 1,3-5-1,-5-3 261,-1-1 0,7-1 0,2 0 0</inkml:trace>
  <inkml:trace contextRef="#ctx0" brushRef="#br0" timeOffset="2501">2688 70 7865,'-7'25'91,"-5"4"1,-2 12-1,3 8 1,5 7 553,4 8 0,4 12 0,4 5 0,5 5-631,5 1 0,1-2 1,1-1-1,-1-9-174,1-9 0,-1-9 1,1-24-1,-3-4 219,-3-6 0,3-11-422,-3-6 1,-2-6 0,-1-6 0,-1-6 85,-4-3 1,-2-3 0,-2 1 0,0-3-84,0-3 1,-6 2 0,-2-7 0,-1 1 359,-5 0 0,-1-2 0,-3-6 0,-15-8 0,-4-1 0</inkml:trace>
  <inkml:trace contextRef="#ctx0" brushRef="#br0" timeOffset="2819">2479 577 7865,'-10'17'-139,"4"1"1,-2-1-1,3 0 1,3 1 333,6-1 0,5 7 0,11 1 0,3 0 166,6 0 1,4-1 0,2-7-1,0 1-335,0-1 0,6-5 0,-1-3 0,-1-1-19,-2-4 1,-2-2-1,-2-2 1,-2-2-39,-2-4 0,-8 2 0,3-7 1,-5-1-92,-1 2 1,-3-5 79,-3 3 1,-4-3 31,-8-3 1,-2 8-1,-4 5-45,-6 3 0,2 2 0,-1 2 28,-3 3 1,5 5 0,-1 8 0,0-1-87,0 1 0,7-1 0,-3 0 0,4 1-14,2-1 0,0 7 0,2-1 0,4-2-187,5-1 1,7-9 0,5-1 0,4-2 313,0-4 0,14-2 0,-4-2 0</inkml:trace>
  <inkml:trace contextRef="#ctx0" brushRef="#br0" timeOffset="3250">3876 0 7857,'-23'12'331,"-1"0"1,-5 1-1,6 10 1,4 7 312,5 3 1,6 9 0,8 5 0,2 3-442,4 3 1,4 5 0,7 2 0,1 0-288,-1 0 0,1-3 1,-1-9-1,-1-3-271,-5-3 1,3-3 0,-6-10-384,1-5 264,3-5 1,-2-11 318,-5-8 0,-3-8 0,-2-9-12,0-1 0,-7 1 0,-5-1 0,-4 1 24,-1-1 0,-6 1 0,-3-3 1,-1 1 54,-4 1 0,-2-3 1,-2 11-1,0 1 113,0 3 0,0-2 0,1 4 0,1 6 568,3 8 1,-1 7-1,8 7 1,4 5-17,5 4 1,6 2 0,8 0-1,2 0-234,4-1 0,6 1 1,11-2-1,8-3-210,8-7 0,2-6 0,9-5 0,6-6-245,5-4 1,-3-4 0,6-6 0,2-8-706,2-5 0,0-8 0,-2 4 0,-6-2 817,-6-4 0,2-2 0,-11-2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7.539"/>
    </inkml:context>
    <inkml:brush xml:id="br0">
      <inkml:brushProperty name="width" value="0.06" units="cm"/>
      <inkml:brushProperty name="height" value="0.06" units="cm"/>
      <inkml:brushProperty name="color" value="#E71224"/>
    </inkml:brush>
  </inkml:definitions>
  <inkml:trace contextRef="#ctx0" brushRef="#br0">380 892 7996,'-29'0'0,"2"0"-200,2 0 1,2 5-1,5 1 1,3 0 206,3 2 0,2-6 1,6 6 562,-1-1 1,-1-3 619,6 8-728,0-8 1,-2 4 0,-2-7 129,-2 5 0,-7-4 0,1 4-339,-4-4 1,5-2 0,-1 2 0,-2 2 66,-1 2 0,-2-1 0,-1-3 0,1 4 0,5-4 0,0 4 471,-1-4-643,5-2 0,4-2 1,16-4-1,11-7 117,8-9 0,14 1 0,9-10 0,14-4-71,11-4 1,-29 14-1,1 0 1,6-1-1,1-1 1,7-3-1,2-2-113,8-2 0,1 0 0,2-1 1,1 0-1,5 1 0,1 0 1,0 2-1,-1 0-142,0 3 1,-1 0 0,-4 2-1,-1 2 1,-5 2 0,-2 1-1,-5 4 1,0 1 18,-8 4 1,0 1-1,-2-1 1,-1 1 0,38-11-1,-2 1-134,-2 3 1,-17 3 0,-8 3 0,-10 1-66,-7-2 0,-12 1 0,-12 1-274,-3 6 715,-11-3 1,-3 7 0,-12-4-1,-5 4-195,-5 2 0,-3 0 1,-3 0-1,-1 0-380,2 0 0,-4 0 1,-1 2-1,-1 2-115,-4 2 1,6 5-1,2-5 1,3 0 169,3 2 1,-1-6-1,3 5 1,1-1-2336,3 0 721,7 0 1934,4-6 0,9 0 0,9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29.135"/>
    </inkml:context>
    <inkml:brush xml:id="br0">
      <inkml:brushProperty name="width" value="0.06" units="cm"/>
      <inkml:brushProperty name="height" value="0.06" units="cm"/>
      <inkml:brushProperty name="color" value="#E71224"/>
    </inkml:brush>
  </inkml:definitions>
  <inkml:trace contextRef="#ctx0" brushRef="#br0">0 576 7411,'0'-9'4049,"0"1"-3645,0 8 0,0 2 0,0 4-231,0 5 0,0 7 1,0 3-1,0 3-120,0-3 0,0 4 0,0 0 0,0 2-212,0 5 0,0-1 0,0 0 0,0-4-639,0-2 1,0 0 0,0-3 0,0 1 214,0-2 1,0-7-1,0-3 583,0 3 0,0 2 0,0 1 0</inkml:trace>
  <inkml:trace contextRef="#ctx0" brushRef="#br0" timeOffset="416">0 507 7816,'0'-12'-277,"0"0"0,2 3 682,4-3 0,4-2 0,7 9 0,1 1-41,-1 2 1,1 2-1,-1 0 1,1 0-282,-1 0 1,0 0 0,1 2-267,-1 4 1,-1 3-229,-4 9 1,-5-1 0,-9 1-93,-3-1 1,1-1 502,-8-5 0,-7 5 0,-9-7 0</inkml:trace>
  <inkml:trace contextRef="#ctx0" brushRef="#br0" timeOffset="785">524 0 7823,'-17'0'237,"5"0"20,0 0 1,9 2 0,-5 4 0,2 6 159,0 3 0,0 8 1,6 5-1,0 3-309,0 5 0,0 13 0,0 1 0,0 9-282,0 3 1,2 0 0,2 2 0,2-6-325,-2-4 0,4-9 0,-3-6 1,-1-8-1030,-2-8 1527,-2-3 0,8-3 0,2 1 0</inkml:trace>
  <inkml:trace contextRef="#ctx0" brushRef="#br0" timeOffset="1365">699 524 7723,'-2'-15'-292,"-2"1"1,-4 2 696,-1-1 1,-3-1-192,-6 3 0,7-3-141,-1 8 0,6 0 1,-3 8 10,1 4 1,0 2 0,4 5 0,-2-1-39,3 2 1,1 1 0,2 3-1,0-1-69,0 1 0,0-1 1,0 0 4,0 1 0,0-6 0,2-3-2,3-1 1,5-2-1,8-6-5,-1 0 0,-5 0 0,-3-2 0,1-2 7,0-2 1,-4-7 0,5 3 15,3 0 1,-6-5-39,-3 3 855,5 4-595,-8 1 0,6 14 0,-8 5 0,0 3-253,0 3 0,0-1 0,0 1 1,0-1-387,0 1 0,0-1 1,0 1-554,0-1 0,0 1 972,0-1 0,8-7 0,1-2 0</inkml:trace>
  <inkml:trace contextRef="#ctx0" brushRef="#br0" timeOffset="1767">891 542 7723,'-8'17'76,"-3"0"0,-3 1 1,2-1-1,7 1 208,3-1 0,2 1 0,0-1-232,0 1 1,0-1-306,0 1 1,2-3 240,3-3 1,5-4-287,8-8 1,-7-8 43,1-4 0,-6-3 1,3-3 179,-1 1 1,4-1 0,-6 1 0,-1-1 28,3 1 0,-6 5 0,6 1 67,0-3 1,-5-2 455,9-1 0,-6 7 82,6 4 0,-9 6-414,3 6 1,-4 4-1,-2 7 1,0 1-104,0-1 0,0 1 0,0-1 1,0 1-383,0-1 1,0 1 0,2-3-1422,4-3 1760,-4 3 0,13-13 0,-5 6 0</inkml:trace>
  <inkml:trace contextRef="#ctx0" brushRef="#br0" timeOffset="1999">1275 35 7723,'-17'25'63,"-1"2"1,3 8-1,3 0 164,6 0 1,4 6 0,2 4 0,0 3-48,0 6 1,0-3 0,0-4 0,0 1-617,0 2 1,0-5-1,0-6 1,0-8-214,0-8 1,0-9 648,0-3 0,-7 1 0,-3 6 0</inkml:trace>
  <inkml:trace contextRef="#ctx0" brushRef="#br0" timeOffset="2333">1031 402 7836,'0'17'20,"0"1"0,7-7 0,5-1 0,4-2 217,1-4 0,1 4 0,1-3 0,2-1-160,3-2 1,-1 0 0,-6 2 0,1 2-31,-1-2 0,8-2-65,5-2 0,-5 0 0,-2 0 164,-3 0 0,-11 7-14,-3 5 1,-4-2 0,-2 1-72,0 3 0,0 1 1,0 3-210,0-1 1,0 1 0,-2-3 0,-2-1-617,-2-2 0,1-7 764,5 7 0,-8 0 0,-2 5 0</inkml:trace>
  <inkml:trace contextRef="#ctx0" brushRef="#br0" timeOffset="2733">1485 559 7794,'0'17'0,"-6"1"0,0-1 0,0-1-54,-1-4 1,5 3 0,-4-3-70,4 3 0,4-5 110,4-4 0,3-4-30,9-2 0,-9-2 1,-1-2-1,-2-4-23,0-2 1,2 5-1,-4-7 1,1-2-29,-1-1 0,4 3 0,-2 1 72,-2-3 0,3-2 0,1-1 301,2 0 0,-4 5 232,5 0 1,-5 8-177,6-1 0,-6 3-295,5 2 0,-1 7 0,2 5 0,-5 4-285,1 1 0,-6 0 0,6 1 1,-2-1-969,0 1 1213,-1-8 0,3 13 0,2-4 0</inkml:trace>
  <inkml:trace contextRef="#ctx0" brushRef="#br0" timeOffset="2948">1782 559 7764,'-28'23'203,"5"1"0,4 5 0,1-4 1,3 4 278,3 8 1,-1 0-1,7 7 1,2 1-171,2 0 0,2-5 0,0 5 0,0-2-478,0-4 0,6 1 0,0-3 0,-3-6-644,-1-4 0,-4-3 810,-3-7 0,-5-7 0,-8-2 0</inkml:trace>
  <inkml:trace contextRef="#ctx0" brushRef="#br0" timeOffset="3115">1345 157 7777,'-17'0'1829,"-1"0"-1891,8 0 0,5 0 0,10 2 62,7 4 0,4 4 0,1 7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34.520"/>
    </inkml:context>
    <inkml:brush xml:id="br0">
      <inkml:brushProperty name="width" value="0.06" units="cm"/>
      <inkml:brushProperty name="height" value="0.06" units="cm"/>
      <inkml:brushProperty name="color" value="#E71224"/>
    </inkml:brush>
  </inkml:definitions>
  <inkml:trace contextRef="#ctx0" brushRef="#br0">71 646 7830,'-16'2'-147,"5"4"453,-5-4 1,8 13 0,-3-3 46,5 4 1,4-5 0,2 1-194,0 1 1,0 3 4,0 1 1,0-5 698,0 0-735,0-8 1,0 1-1,0-10-56,0-7 1,0-4-1,0-1 1,0 0-113,0-1 1,0-1-1,0-3 1,2-3-20,4-2 1,-2 4 0,5-5-1,1 3-12,0 4 0,1-4 0,7 1 1,-1 3 5,1 2 0,-1 1 1,1 3-1,-1 1-330,1 2 0,-1 9 0,0-3-68,1 4 0,-1 8 0,1 1 0,-1 5-96,1 7 1,-9-1 0,-1 7 557,0 0 0,2 2 0,7 8 0</inkml:trace>
  <inkml:trace contextRef="#ctx0" brushRef="#br0" timeOffset="316">315 664 7862,'0'9'1156,"0"-1"1,2-10-1024,4-4 0,2-3 1,5-7-1,-1 3-175,2 1 0,-5 0 1,3-5-1,0-1-29,-3 1 0,1-1 0,-6 1 66,2-1 1,-1 1 155,-5 0 0,-1 7 8,-5 4 1,-4 12 0,-7 5 0,-1 5-41,1 1 0,5 3 0,2 1 1,1 4-267,-1 3 1,6 1 0,-2 4-1,4-2-205,2-2 0,2-6 0,4 4 0,6-1-313,3-5 1,3-2-1,-1-3 665,1-5 0,-1 5 0,0-6 0</inkml:trace>
  <inkml:trace contextRef="#ctx0" brushRef="#br0" timeOffset="547">804 175 7830,'-17'23'240,"-1"0"0,3 8 0,1-2 0,4 4 100,3 2 1,-1 6 0,4 2-1,-2 1-472,2 5 0,2-1 0,0 1 0,-1-3-330,-3 3 1,0-6 0,6-5 0,0-6-733,0-9 1194,0-4 0,8-1 0,1-1 0</inkml:trace>
  <inkml:trace contextRef="#ctx0" brushRef="#br0" timeOffset="1031">874 506 7830,'-17'8'397,"-1"-4"1,1 8-57,-1 1 1,3 3 0,1 1 0,4 1-68,3-1 0,-5 7 1,6 1-1,2 0-200,2 0 1,2 4 0,0-5 0,0-1-57,0 2 0,6-11 0,2 1 0,2-3-132,3-2 0,3-7 0,1 3 0,1-6-76,-1-6 1,1-3 0,-3-9 0,-1 1 13,-3-1 0,1-1 0,5-2 0,1-3 87,-1 3 1,-5-4 0,-2 0 0,-1-1 36,1 1 1,-6 2 0,4 5 0,-2-1 97,-1-4 1,1 9-1,-6-3 147,0 1 0,-2 8 0,-2 4-63,-1 8 0,-3 4 1,4 8-1,-2-1-40,2 5 0,-3 1 0,1-2 0,2 3-89,2 1 1,2 2-1,0-4 1,0 3-232,0-3 0,0-1 0,0-3 0,0 0-144,0 1 0,0-6 0,2-3-61,4-1 1,-2-2 0,7-8 155,3-4 0,-1-4 0,1-9 0,-2-2 279,1-3 0,-3-5 0,1 4 0,1-2 0,-2-4 0,5-4 0,-3-6 0,4-4 0,1-7 0</inkml:trace>
  <inkml:trace contextRef="#ctx0" brushRef="#br0" timeOffset="1196">1293 0 7822,'-6'12'0,"-1"-1"516,-3 3 1,4 7 0,-4 6 0,1 6-149,-1 10 1,4 8 0,-5 7 0,-1 6-432,2 4 0,0 0 0,7-4 0,-3-8-298,2-8 1,2-1-1,2-12 1,0-8-789,0-6 225,0-11 924,0-2 0,0-24 0,0-3 0</inkml:trace>
  <inkml:trace contextRef="#ctx0" brushRef="#br0" timeOffset="1498">1136 402 7518,'8'17'61,"3"1"1,3-7 0,0-1 0,-3 0 310,3-1 0,1 3 0,3 5-233,-1 1 0,1-1 1,-3 1-1,-1-1 32,-2 1 0,-7-1 0,5 1 0,-2 1-69,-4 4 0,-2-3 0,-2 5 1,-2-2-78,-4 1 1,2-1-1,-6-6 1,3 1-326,3-1 1,2 1-960,2-1-405,0-7 1664,7-2 0,3-24 0,8-3 0</inkml:trace>
  <inkml:trace contextRef="#ctx0" brushRef="#br0" timeOffset="2032">1415 576 7836,'-11'18'0,"-1"-3"10,-1-3 1,3 3 0,0-3-1,2 4 13,5 1 1,1-5 0,4-3-2,3-1 1,5 4 0,8-6 0,-1-2-31,0-2 1,1-2 0,-1-2 0,1-4 4,-1-6 0,-1 2 0,-3 1 1,-1-1-22,2 0 0,-1 4 1,1-5 170,-3-3 0,-1 5 358,2-3-39,3 0 0,-13 5-193,4 7 0,-4 7 1,-4 11-192,-4-1 1,4-5 0,-3-1-1,1 3-83,-2 2 0,4 1 0,-6-1 1,2-3-21,0-1 0,1-6 0,5 5-112,0 3 1,-2-6-319,-4-3 390,4 5 0,-4-10 56,12 0 0,-4-2 1,6-9 30,-1-3 1,1-2 0,6 1 0,-5 1 262,-1 3 1,4 5 0,-4-4 164,1 2 0,-3-3-54,6 5 0,-1 0-218,7 6 0,-6 2 0,-3 4 0,1 4-369,0-1 0,-5 7 0,5-5-436,-2 5 1,-2 1-1,-4-1 1,2-2 70,1-3 1,1-5 551,-6 6 0,0-1 0,0 7 0</inkml:trace>
  <inkml:trace contextRef="#ctx0" brushRef="#br0" timeOffset="2415">1922 629 7980,'-18'0'496,"1"0"246,0 0 0,5 0 1,2 2-343,2 3 0,1-1-57,1 8 0,4-6-523,-4 5 188,4 1 10,2 6 0,0-1 198,0 1 1,6-7 0,0 1-89,-2 1 1,-2 3 0,0-1 0,1-1-157,3-2 1,0-1 0,-6 7-412,0-1 0,-2 1 0,-2-1-478,-2 1 0,-1-7 1,1-1-1269,-6-2 2185,-3 5 0,-3-11 0,1 6 0</inkml:trace>
  <inkml:trace contextRef="#ctx0" brushRef="#br0" timeOffset="2646">1939 227 8503,'0'18'0,"0"-1"617,0 0 0,0 3 0,0 3 0,0 6-135,0 4 1,2 2-1,2 0 1,4 2-577,2 4 0,-1-2 0,3 5 1,-4-1-599,0-4 1,-7 1-1,7-3 1,-2-6-128,0-4 1,0-3 0,-6-7 818,0 1 0,-8-9 0,-2-1 0</inkml:trace>
  <inkml:trace contextRef="#ctx0" brushRef="#br0" timeOffset="2863">2132 821 7804,'-24'17'0,"1"1"0,4-1 325,5 1 0,6-1 0,8 1 1,0-1 414,0 1 1,2-1-1184,4 0 1,4-7 0,7-4-504,1-4 0,-1-2 946,1 0 0,-1-8 0,0-2 0</inkml:trace>
  <inkml:trace contextRef="#ctx0" brushRef="#br0" timeOffset="3231">2289 873 7790,'-16'18'203,"5"-1"1,-3 1-1,8-1 1,2 2 408,2 5 0,4-3 0,2 6 0,4 0-371,2 1 0,-5-7 1,7 2-1,0-1-28,-3 1 0,1-4-251,-4 5 1,-2-7-141,7-5 0,-7-6-358,2-12 1,-4-4 0,-4-7 223,-4-1 0,4 1 1,-3-3-1,3-1 187,2-2 0,0-1 1,0 7-1,0-1 303,0 1 0,0-1 1,0 1 388,0-1 0,0 1 735,0 0-838,0 7 0,0 4 0,0 12 0,0 5-294,0 5 0,5 1 1,1 3-1,-2 1-13,-2 3 1,-2-1 0,0-6-1219,0 1 1,6-1-2593,0 1 3653,0-9 0,-6 7 0,0-6 0</inkml:trace>
  <inkml:trace contextRef="#ctx0" brushRef="#br0" timeOffset="3430">1677 262 7749,'-44'0'0,"1"0"4612,6 0-4430,12 0 1,15 6-1,16 0-318,8-2 0,3-3 1,1-1-1,-1 0-851,1 0 1,-1 0 986,1 0 0,-1 0 0,0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1.900"/>
    </inkml:context>
    <inkml:brush xml:id="br0">
      <inkml:brushProperty name="width" value="0.06" units="cm"/>
      <inkml:brushProperty name="height" value="0.06" units="cm"/>
      <inkml:brushProperty name="color" value="#E71224"/>
    </inkml:brush>
  </inkml:definitions>
  <inkml:trace contextRef="#ctx0" brushRef="#br0">18 297 7504,'-10'0'1078,"3"2"1,7 4-788,0 6 0,5 3 0,1 3-205,-2-1 1,0 6 0,0 1 0,2-3-37,-2-2 1,-2 5-1,-2-1 1,1-4-175,5-5 1,-4 2 0,4-5-29,-4 5 1,-2-5 0,2-1-163,4-2 97,-4-2 0,11-14 0,-5-4 40,2-3 0,-6-3 0,3 1 0,-1-1-73,0 1 0,2-6 0,-4-1 101,2 3 0,1 2 113,-1 1 1,-4 6 117,4 1 1,-4 9 0,-2 2-1,0 10 123,0 5 1,0 4 0,0 3 0,0 3-9,0 2 0,0 0 0,0 4 0,0-3-82,0-3 1,0 4 0,2-6 0,2-1 61,1-3 1,3-7 0,-2-3-103,6-1 0,-3-2 0,3-6 0,0-2-46,-3-4 1,5-4-1,-8-7 1,0 0-39,1-1 1,-3-5-1,6-1 1,-2 3-205,-4 2 0,3 1 0,-1 1 0,-2-3-279,-2-3 0,-2 4 1,2-3-1,2 7-1156,2 3 1648,-1 8 0,-5-19 0,0 4 0</inkml:trace>
  <inkml:trace contextRef="#ctx0" brushRef="#br0" timeOffset="250">542 350 7936,'-8'17'8,"4"1"0,-7-1 1,-1 1 190,2-1 0,3 0 0,7 3 0,0 1 194,0 3 1,0 5 0,0-6-1,0 0-446,0 2 1,5-5 0,1 3 0,-2-3-398,-2-3 1,4 0-1031,0 1 132,0-8 1348,-6-3 0,7-22 0,3-5 0</inkml:trace>
  <inkml:trace contextRef="#ctx0" brushRef="#br0" timeOffset="650">490 123 7910,'-8'0'-31,"8"0"-41,10 0 0,5 0 0,3 0 0,1-2-83,4-4 1,-3 4-1,5-4 1,-2 4 51,0 2 0,3 0 0,-5 0 0,2 0 1,-1 0 0,-3 2 1,-1 2 76,-1 2 1,-2 7 0,-3-1-20,-6 4 1,-4 1 0,-2 1 0,0-1 459,0 0 1,0 1 0,0-1 0,0 1 315,0-1 0,-2 7 0,-2-1 0,-2 0-196,2 2 1,2 1 0,0 7 0,-1 0-280,-3 3 0,-2 3 0,4-4 0,-2 0-263,2 0 0,1 0 0,-1-2 0,-2-4-183,2-6 0,0-3 0,0-3-751,-2 1-743,1-9 1,5-3 1136,0-12 1,0-3 0,0-9 545,0 1 0,-8-1 0,-2 1 0</inkml:trace>
  <inkml:trace contextRef="#ctx0" brushRef="#br0" timeOffset="1183">647 175 8211,'-10'8'697,"2"2"0,8 7-438,0 0 0,8-5 0,6 0 0,5 1-112,4 3 0,3-1 1,-5-3-1,4-4-19,2 0 1,-3-7 0,5 5 0,0-4-130,-2-2 0,-2 0 1,-7 0-1,-1-2-43,1-4 0,-1-3 1,1-9-1,-1 1-12,0-1 0,-5 1 0,-2-1-14,-2 1 1,3 0 123,-5-1 0,0 4 106,-6 9 0,-2 7 0,-2 15 0,-4 2 72,-1 5 0,5 3 1,-4 8-1,2 0-144,0 0 1,-5 2 0,3 1 0,0 3-174,0-2 0,1-8 0,3-4 1,-2 0-143,2 0 1,2-11-798,2 1 849,0-11 0,2-6 0,2-11 45,2-5 1,1-1 0,-1-1 46,6 1 1,-2 1-1,-1 3 1,1 3 162,0 2 1,-4 2 315,5 6 0,-5 0 0,4 2-306,-2 4 0,-3 4 0,-3 5 0,2-1-326,2-2 0,2-3 0,-4 5 0,1-3 126,-1 3 0,4-4 1,0-1-2462,2-1 2571,-7-2 0,13 2 0,-6 2 0</inkml:trace>
  <inkml:trace contextRef="#ctx0" brushRef="#br0" timeOffset="1415">1380 350 7918,'-17'13'46,"-1"5"0,3 3 1,3-3-1,6-1 350,4 0 0,2 1 0,0 1-347,0 5 0,0-5 0,2 4-479,4-3-546,4-3-276,7-7 1252,1-2 0,-1-16 0,1-2 0</inkml:trace>
  <inkml:trace contextRef="#ctx0" brushRef="#br0" timeOffset="1832">1485 420 7898,'-2'17'58,"-2"0"0,-2 1 285,3-1 0,1 7 1,2-1-1,2-2 45,3-1 1,3-3 0,6 1 0,-3-3-286,3-3 0,-4 1 0,-1-5-113,-1 2 1,6-6-109,-3 2 1,-1-6-72,2-6 1,-8-4 0,3-7 0,-1-1-26,0 1 1,2-3-1,-4-1 1,1-4 16,-1-2 1,4 3-1,0-3 1,0 2 100,-1 3 1,5 3 0,-6 2 0,0-1 527,1 1 1,-3 1 399,8 5 0,-8 5-377,2 12 0,-4 5 0,-2 11 0,2 3-150,3 2 1,-3-4 0,6 6 0,-2 0-393,0-1 1,5 3 0,-5-8 0,0-2-538,2-1 0,-4-3 0,5 1-827,-1-1 1,0-7 1450,-2-4 0,-4-12 0,5-4 0</inkml:trace>
  <inkml:trace contextRef="#ctx0" brushRef="#br0" timeOffset="2015">1380 0 7877,'-17'10'0,"-6"4"0,1-7 0,5 1 368,3 0 0,10 6 0,0-5-438,8 1 0,6 4 0,5-7 0,-1 1-758,-2 0 0,-3 5 828,3-1 0,4 4 0,-7 1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8.468"/>
    </inkml:context>
    <inkml:brush xml:id="br0">
      <inkml:brushProperty name="width" value="0.06" units="cm"/>
      <inkml:brushProperty name="height" value="0.06" units="cm"/>
      <inkml:brushProperty name="color" value="#E71224"/>
    </inkml:brush>
  </inkml:definitions>
  <inkml:trace contextRef="#ctx0" brushRef="#br0">192 86 7130,'10'0'2140,"-2"0"-1184,-8 0 1534,0 0-1976,-8 0-44,6 0-396,-6 0 0,8-2 1,-2-2 160,-3-2-101,3 0 80,-6 6-218,8 0 1,-2 0 64,-4 0 0,4 0-32,-5 0 0,7-1 21,0-5-84,0 4-18,0-6 41,-8 8 64,6 0 83,-6 0-121,8 0 401,0 0-421,-8 0 3,6 0 2,-5 0 3,7 0-388,0 0 369,-8 0-50,6 0 35,-6 0 25,8 0 17,0 0-72,-8 0-8,6 0 0,-7 0-76,3 0 134,4 0 0,-8 0 1,4 0 0,4 2 29,-3 4 1,-3-2 9,2 7 0,-2-7-12,3 2-17,3 4 1,-8-3-1,4 5 0,4 4 6,-4-5 19,4-3-3,2 8 1,0-13 0,0 9 0,0-6-20,0 6 5,0-9 1,0 7-22,0-4 4,0-4 0,0 8 17,0-5 0,2-3-5,4 4 0,-2-4 7,8-2 1,-7 0-1,7 0-7,2 0 0,-5 0 0,3 0-28,2 0 0,-5-6 0,1-1 0,0-1-18,-1 0 1,-3-4 0,4 5-1,0-3 28,-1-4 0,-3 5 1,4-3-1,0-2 15,-1-1 0,-5-3 0,4 1 31,0-1 1,-6 1 103,3 0 0,-3 5-112,-2 0 1,-2 8 3,-3-1 0,1 10 0,-6 7 1,2 4 148,4 1 0,-3 2 0,1 3 0,2 3 65,2 2 0,2-4 0,0 5 0,0-1-117,0 0 1,0 0 0,0 2 0,0-5-311,0-5 1,2-2 0,4 1-1,5-3-57,5-3 1,3-4 0,5-10 0,5-6-4011,4-9 4253,2-1 0,0-23 0,-1 5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08.830"/>
    </inkml:context>
    <inkml:brush xml:id="br0">
      <inkml:brushProperty name="width" value="0.06" units="cm"/>
      <inkml:brushProperty name="height" value="0.06" units="cm"/>
      <inkml:brushProperty name="color" value="#E71224"/>
    </inkml:brush>
  </inkml:definitions>
  <inkml:trace contextRef="#ctx0" brushRef="#br0">141 524 6616,'0'12'411,"0"-1"0,-2-7 0,-2 4 0,-2 0-97,2 3 1,2-1 0,2 4 0,0 3-51,0 4 0,-6 10 1,-1-1-1,-1 3-111,0 2 1,-4 5-1,5 3 1,-1 0-266,0-1 0,-5-1 0,3-6 0,0-2-130,4-4 1,-1-4 0,1-7-820,2-1 0,2-9-396,2-8 1457,8-8 0,-6-17 0,5-2 0</inkml:trace>
  <inkml:trace contextRef="#ctx0" brushRef="#br0" timeOffset="318">53 681 7853,'-15'-2'361,"3"-4"1,4 3 0,10-7-124,4 2 0,4-6 0,9 5 0,3-3 2,1 1 1,6 1-1,-4-4 1,0 3-80,1-3 0,-1 4 0,-4 1 0,3 1-44,-3 4 0,-2 2-94,-1 2 0,-9 2 1,-3 4-1,-4 5-83,-2 5 1,-6 7-1,-1 1 1,-3-3-287,-4-2 0,-3 5 0,-4-1 0,-3-2-92,3-1 0,1-3 1,3-1-1,0-5-43,-1-5 0,6 2 1,1-2 480,-3-3 0,-1-1 0,-3-2 0</inkml:trace>
  <inkml:trace contextRef="#ctx0" brushRef="#br0" timeOffset="587">507 175 7947,'-11'0'623,"-1"0"0,8 2 1,-2 3-1,4 7-336,2 4 0,0 9 0,0 4 0,0 4-143,0 2 1,6 0 0,0 2 0,-2 3-289,-2 7 1,-2-2 0,0-1 0,-2-1-498,-4-4 1,4-2-1,-6-2 1,3-2-465,-1-4 1,-6-4 1104,6-8 0,-7 1 0,3-1 0</inkml:trace>
  <inkml:trace contextRef="#ctx0" brushRef="#br0" timeOffset="1200">839 541 7838,'-17'-7'56,"-1"3"0,1-6 1,-1 2 46,1 4 1,5 3-1,1 1 182,-3 0 1,-2 1-220,-1 5 0,5 2 0,3 6 0,1-3-24,4 3 0,-4-4 0,2 1 0,3 3-69,1 1 0,2-3 0,0 0-44,0 1 1,0 3 31,0 1 0,2-7 0,3-4-22,7-4 0,4-2 0,1-2 52,0-4 1,1-4-1,-3-7 1,-1 1 17,-2 5 1,-6-5 0,3 4 0,1-3 112,0-3 0,-5 7 664,7-1-587,-8 0 0,4 5 0,-10 7-93,-4 9 0,2 7 0,-6 1 0,3 1-110,3-1 1,-4 1 0,2-1 0,2 1-194,2-1 1,0 1 0,-1-1 0,-3 1-866,2-1 0,2 1-393,2-1 1455,0-7 0,8 5 0,1-5 0</inkml:trace>
  <inkml:trace contextRef="#ctx0" brushRef="#br0" timeOffset="1651">979 489 7838,'-18'18'447,"1"-1"0,1 0 0,3 1-76,1-1 1,8 7-1,-1-1 1,3 0-231,2 2 1,0-5-1,0 3 1,0-1-150,0 1 1,0-10-1,0 5 1,0-3 9,0 1 0,2-6-716,3-5 0,-1-3 409,8-2 0,-6-7 0,3-5 0,1-4 111,0-1 0,-4 0 1,3-1-1,1 1 44,0-1 1,-4-5 0,3 0 0,1-1 52,0-1 0,-1 6 0,5-5 1,-4 5 121,-3 1 1,5 1 0,-6 0 0,0 1 213,1 4 1,-5 3 0,6 5 36,0-2 1,-6 8 0,4 10 0,-4 3 84,-2 3 0,0 5 0,0 2 1,0 0-236,0 1 1,0 3-1,0-6 1,0 0-467,0 2 1,0-5 0,0 3-1368,0-3 55,0-3 1652,0-7 0,7-3 0,3-7 0</inkml:trace>
  <inkml:trace contextRef="#ctx0" brushRef="#br0" timeOffset="1884">1346 0 7838,'-14'25'0,"-3"4"82,-3 4 0,7 2 1,3 2-1,2 2 465,4 2 0,2 7 1,2-1-1,0 5-376,0 6 0,0-9 0,0 3 1,0-3-716,0-5 0,6-7 1,0-9-770,-2-3-55,-2-10 1368,-2-7 0,0-16 0,0-1 0</inkml:trace>
  <inkml:trace contextRef="#ctx0" brushRef="#br0" timeOffset="2369">1154 332 7838,'0'12'-658,"0"-1"745,0 3 0,0 1 1,0 3 412,0-1 1,7-5 0,5 0 0,3-1-234,3-1 0,-1 3 1,1-7-1,-1-2-106,1-2 0,1 0 1,3 2-1,1 2-94,-2-2 0,4-2 0,-1-2 0,-3 0-297,-2 0 1,-1-6 0,-1 0 0,1 2-394,-1 2 0,1-4 1,-3-2-263,-3-1 0,-2 5-91,-5-2 1315,-3 4-24,6 2 0,-10 2 0,-2 4 0,-3 6 499,-3 3 0,4 3 1,-4 1-1,1 2-247,-1 3 1,4 7 0,-4-2 0,1 4-43,-1 2 1,4-2-1,-4-2 1,3-2-323,3 2 1,-4-6 0,2-2 0,2-3-605,2-3 0,2-5-31,0 0 1,2-11 0,4-1-351,6-9 0,-2-7 1,1-1-1,3-3 111,1-3 0,3-2 0,-3-6 1,-1 2-742,-2-2 1412,-1-2 0,7-2 0,-1 0 0</inkml:trace>
  <inkml:trace contextRef="#ctx0" brushRef="#br0" timeOffset="2601">1712 454 7825,'-9'8'0,"1"2"72,0-1 0,4 7 1,-5-5-1,1 5 217,4 1 1,2 1 0,2-1 0,0 1 174,0-1 0,0 3 0,0 1 0,0 2-109,0-1 0,0 3 0,0-2 0,0-1-272,0-3 1,2-7 0,2-1 14,2 3 0,1-1-1303,-1-1 733,-4-4 1,8-10 0,-6-4-11,2-6 1,1-3 0,-3-3 0,2 1-161,-2 0 0,4-1 0,-1 1 257,3-1 0,-4 1 385,6-1 0,-1 1 0,7-1 0</inkml:trace>
  <inkml:trace contextRef="#ctx0" brushRef="#br0" timeOffset="2817">2027 611 7826,'0'18'310,"0"-1"0,0 3 0,0 1 0,0 2 284,0-1 1,0 3 0,2 0-1,2 2-244,1 4 0,1-4 0,-6 1 0,2-3-29,4-4 0,-4 4 0,2 1 0,-6-1-421,-4 0 0,-8-2 0,5-5 0,-3-1-334,0 1 0,1-1 0,-7-1 1,1-3-687,-1-1 1,1-8-1,0 2 210,-1-4 0,1-4 910,-1-4 0,1-12 0,-1-9 0</inkml:trace>
  <inkml:trace contextRef="#ctx0" brushRef="#br0" timeOffset="3000">1677 192 7787,'-23'6'488,"0"2"0,3 1 73,7 5 0,-1 2 0,9 1 1,1 1-543,2-1 0,2 6 1,0 1-1,2-3-609,3-2 0,-3-1 1,6-1-466,0 1 0,-6-7 1055,4 1 0,-12 0 0,-4 5 0</inkml:trace>
  <inkml:trace contextRef="#ctx0" brushRef="#br0" timeOffset="3183">176 210 7787,'-28'-8'320,"3"6"1,25-6 0,12 8 0,13 0-236,8 0 0,4 0 1,2 2-1,3 2-1064,3 2 979,2 7 0,5 5 0,0 9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14.597"/>
    </inkml:context>
    <inkml:brush xml:id="br0">
      <inkml:brushProperty name="width" value="0.06" units="cm"/>
      <inkml:brushProperty name="height" value="0.06" units="cm"/>
      <inkml:brushProperty name="color" value="#E71224"/>
    </inkml:brush>
  </inkml:definitions>
  <inkml:trace contextRef="#ctx0" brushRef="#br0">192 403 8003,'0'-12'269,"0"0"1,0 6 665,0-5-429,0 7 0,0-6 388,0 4-669,0 4 0,-8-5 0,-1 9-84,-1 3 1,-6 5-1,7 10 1,-3 1 13,0 2 0,1 8 0,-5 0 0,3 6-157,1 4 1,8 2 0,-2-5 0,4 3 36,2-2 0,0-10 0,0-6 0,2-3-27,4-3 0,4-7 0,7-4 0,1-6 53,-1-6 1,1-6 0,-1-11-1,1-6-141,-1-4 1,-1-2 0,-3 0 0,-3 0-110,-2 0 0,-2 0 0,-6 2 1,0 2-34,0 2 0,-2 8 1,-4-3-1,-8 5-154,-7 2 1,1 1 0,-3 4 0,2 7-201,-2 3 0,3 2 0,-3 2 0,5 3 203,7 7 0,-3 9 0,6 5 0,1-1 373,-1 0 0,2 6 0,6-4 0</inkml:trace>
  <inkml:trace contextRef="#ctx0" brushRef="#br0" timeOffset="367">716 315 7862,'0'-17'627,"0"5"-154,0 0 0,-8 9 0,-3-3-138,-5 4 1,-1 4 0,-1 4-1,1 5-119,-1 5 0,-1 7 1,-4 2-1,-5 0-96,1 1 0,0 5 1,6-2-1,-3 4-154,3 2 1,2 0 0,3 0 0,5-2-219,5-4 1,4 4-1,2-6 1,2-2-340,4-7 0,3-3 1,11-9-1,3-2 76,6-2 1,4-2 0,0-2 0,-2-4 514,-2-6 0,8-3 0,8-3 0</inkml:trace>
  <inkml:trace contextRef="#ctx0" brushRef="#br0" timeOffset="634">926 315 7862,'-18'0'439,"1"-6"297,-1 1 1,1 1-1,-1 8-272,1 1 0,5 9 0,3-2 1,-1 3-230,0 3 0,-2-1 0,-3 2 0,1 3-87,3 1 0,1 8 0,-4-4 0,5 0-302,1-3 1,2 1-1,6-2 1,2 1-298,4 1 0,0-6 0,9 3 0,5-7-138,-1-3 1,6-8 0,1 1 0,-1-3-190,0-2 1,4-2 777,-6-3 0,8-5 0,-3-8 0</inkml:trace>
  <inkml:trace contextRef="#ctx0" brushRef="#br0" timeOffset="1153">1223 385 7308,'-18'0'2419,"8"0"-1555,-5 0-423,13 0 0,-12-2 0,7-2-200,-3-2 0,4 1 0,-6 5-170,-1 0 0,-3 2 0,-1 3-157,-1 7 0,3 4 0,1 1 1,5 0-96,1 1 0,-4-1 0,6 1 0,2-1 27,3 1 1,1-7 0,0 1 0,1 0-15,5-3 0,4 5 0,7-8 0,1-2 30,-1-2 1,3-4 0,1-2 0,2-4 45,-1-2 1,-1-1 0,0-5 0,3 3 99,-3 1 0,-7 2 1,-5-3-1,1 1 228,0-2 62,-6 7 0,3 1 0,-7 12 1,0 5 6,0 5 0,-5 7 0,-3 2 0,0 1-336,0-1 0,2 4 1,6-4-1,0 0-335,0 1 0,0-3 0,0-6-541,0 1 0,2-3 1,4-3 906,6-6 0,3-12 0,3-4 0</inkml:trace>
  <inkml:trace contextRef="#ctx0" brushRef="#br0" timeOffset="1349">1502 437 7787,'-25'24'0,"-2"1"91,-1 2 1,5-4 0,10 5 0,3-1 647,2 0 0,2-6 0,6 3-722,0-5 1,8-7 0,4-3-772,3-1 0,3-2 1,-1-6 753,1 0 0,-1-8 0,1-2 0</inkml:trace>
  <inkml:trace contextRef="#ctx0" brushRef="#br0" timeOffset="1670">1694 315 7966,'-27'18'129,"4"-1"0,3 3 203,3 3 0,5-4 1,2 6-1,3-1 221,3-1 1,2 2 0,2-3 0,0 1-409,0-2 1,0-1 0,2-3-144,4 1 0,3-1 0,9-1-16,-1-5 1,-5 3 0,0-8-11,1-3-99,-5-1 0,2 4-70,-5 0 0,-5 6 1,2-5-363,-6 3 1,-7-4 0,3 4 0,-2-1-369,-3 1 1,-1-4 922,3 6 0,-13-9 0,5 5 0</inkml:trace>
  <inkml:trace contextRef="#ctx0" brushRef="#br0" timeOffset="2417">1816 507 8100,'0'-11'164,"0"-1"1,6 6 184,0-5 0,2 5 938,-2-6-627,-5 8 1,5-4-380,-12 8 0,3 2 0,-9 4-338,-2 6 0,5 3 0,-1 3 0,0-1 35,1 1 0,5-1 0,-2 1 0,4-1-124,2 1 0,0-7 1,0 1-1,2 0 11,4-3 0,3-1 0,9-8 0,-1 0 31,1 0 1,-1-2-1,1-4 1,-1-5-47,1-5 0,-1-1 0,1-1 1,-1-1 73,1-5 1,-7 5 0,-1-4 0,-2 1 167,-5-1 0,-1 4 1,-2-5 88,0 5 0,0 2 0,-2 1 0,-1 3 142,-3 1 0,-2 8-9,2-2 0,4 6-240,-4 6 1,5 4-1,1 7 1,0 1 55,0-1 1,1 1 0,3-1 0,2 0-62,-2 1 0,4 1 0,0 3 1,-1 1-60,1-2 0,4-1 1,-5-3-1,1 1-26,0-1 0,-2 1 0,-4-1 0,2 1-92,1-1 1,1-5-160,-6-1-66,0 1 1,0-4-35,0-8 0,0-8 1,0-12 82,0-3 0,0 4 0,0-6 0,0 1 47,0 1 1,2-2 0,2 3-1,4-1 213,2 2 1,-5 1-1,7 3 362,2-1 0,-1 7 1,1 1 114,-3 2 1,1 3-1,4 6 1,-3 5-6,-1 6 1,-1 3 0,7 3 0,-1 1-296,1 5 0,1-5 1,3 4-1,3-3-448,2-3 0,-6-1 0,3-3 1,-5-3-464,-1-2 0,-7 3 0,1-5-1538,1-2 2296,-5-2 0,0-10 0,-8-1 0</inkml:trace>
  <inkml:trace contextRef="#ctx0" brushRef="#br0" timeOffset="2599">1659 1 7904,'-56'15'0,"3"-1"650,9-2 1,15-1 0,15 5 469,18-5 1,14-3 0,14-8 0,1 0-1568,2 0 0,-4 0 0,10-2 447,-4-4 0,6-3 0,1-9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24.597"/>
    </inkml:context>
    <inkml:brush xml:id="br0">
      <inkml:brushProperty name="width" value="0.06" units="cm"/>
      <inkml:brushProperty name="height" value="0.06" units="cm"/>
      <inkml:brushProperty name="color" value="#E71224"/>
    </inkml:brush>
  </inkml:definitions>
  <inkml:trace contextRef="#ctx0" brushRef="#br0">158 18 7732,'-18'0'318,"9"0"0,-1-2 0,4-2 287,-6-2 1,3 0-60,-3 6 1,6 0-107,-5 0 1,5 0-217,-6 0 1,3 2-1,-5 2-127,2 2 1,8 8 0,-1-3-151,3 5 0,2 1 0,0 1 2,0-1 1,7-7 0,5-4-57,4-4 1,1-2-1,0 0-117,1 0 0,-1-2 0,1-2-256,-1-2 1,-5-8 113,0 3 1,-7-3 0,5 1-775,-2 1 0,-2 6 1140,-6-5 0,-8 7 0,-2-4 0</inkml:trace>
  <inkml:trace contextRef="#ctx0" brushRef="#br0" timeOffset="353">350 70 8869,'0'12'1414,"0"0"-1128,0 1 0,0 3-249,0 1 0,0 1 1,0-1-31,0 1 0,2-7-248,4 1 220,-4-8 1,5 2-16,-7-12 0,0-4 0,0-7-73,0-1 1,2 1-1,2-1 75,2 1 0,2 1 0,-4 3-246,1 1 0,9 2-137,-2-1 1,3-3 0,3 8 416,-1 2 0,1-5 0,-1-1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32.745"/>
    </inkml:context>
    <inkml:brush xml:id="br0">
      <inkml:brushProperty name="width" value="0.06" units="cm"/>
      <inkml:brushProperty name="height" value="0.06" units="cm"/>
      <inkml:brushProperty name="color" value="#004F8B"/>
    </inkml:brush>
  </inkml:definitions>
  <inkml:trace contextRef="#ctx0" brushRef="#br0">175 594 7812,'-17'0'0,"-1"0"0,7 0 368,-1 0 1,6 2 0,-4 4 0,3 8 180,3 7 0,2-2 0,2 7 0,0-1-376,0 4 0,0 2 1,0 0-1,-2-2-456,-4 2 0,4 2 0,-4 2 0,2-2-436,-1-4 0,3-2 0,-6-5 0,2 1 719,0-2 0,-15-1 0,2-3 0</inkml:trace>
  <inkml:trace contextRef="#ctx0" brushRef="#br0" timeOffset="301">123 577 8296,'2'-16'1754,"4"5"-1388,5 5 0,7-2 0,3 2 1,2 2-198,-1 2 1,-1 2 0,0 2 0,3 2-55,-3 2 1,-7 8-1,-3-3 1,1 5-30,-2 1 0,-3 1 0,-7-1 0,0 1-248,0-1 0,-7 6 1,-5 1-1,-4-3-248,-1-2 0,-6-1 0,-3 1 0,-1 1-186,-4-3 0,4 3 0,0-15 0,2-1-703,3-2 1299,3-2 0,-6 0 0,-3 0 0</inkml:trace>
  <inkml:trace contextRef="#ctx0" brushRef="#br0" timeOffset="533">577 105 7880,'0'18'262,"-6"-1"0,0 1 0,0 1 386,-1 4 1,5 1 0,-4 9 0,4 5-436,2 5 0,-2-2 1,-2 5-1,-2 3-326,2 1 0,2 1 0,2-5 1,-1-5-142,-5-4 0,4-2 0,-4-2 0,4-4-285,2-6 1,0-9 538,0-2 0,-8-9 0,-1 5 0</inkml:trace>
  <inkml:trace contextRef="#ctx0" brushRef="#br0" timeOffset="1053">786 612 7916,'0'-18'186,"0"1"0,6-1 68,0 1 0,0-1 0,-6 1 98,0-1 1,0 7-58,0-1 1,-2 8-223,-4-2 0,-2 6 0,-5 6 0,1 6-153,-1 3 0,-1 9 0,0 1 0,5 2 64,1 4 0,-4-4 0,6 2 0,3 1-87,1-3 0,2 0 0,0-6 1,0 2-89,0-1 1,0-9-1,2-3 1,3-2 72,7-4 0,4-2 0,1-4 0,-1-4 53,-5-6 0,5-3 1,-5-3-1,3 1 42,-2-1 0,3-5 1,-5 0-1,0 1 89,-5 3 1,3 2 0,-2-1 156,-2 1-69,-2 7 1,-2 4 0,-2 12-23,-4 6 1,2 9-1,-6 4 1,3 0-126,3 1 0,-4 5 1,2-2-1,2 2-191,2-2 0,2 2 1,0-8-1,0-1-606,0-3 1,2 4 789,4 1 0,4-9 0,7-7 0</inkml:trace>
  <inkml:trace contextRef="#ctx0" brushRef="#br0" timeOffset="1468">1136 647 7826,'-18'23'217,"3"0"1,1 0 164,3 3 1,7-7 0,-2 6 0,4-1-200,2-1 0,0 0 1,0-5-1,0-1-364,0 1 0,0-1 0,2-1 58,4-5 0,-2-3 0,7-8-77,3 0 1,-5-2 0,1-4 0,0-5-20,0-5 0,-1-1 0,5-3 0,-4-1 113,-3-2 1,7-3 0,-4 5 0,1-4 8,1-2 1,-2 3 0,3-3 0,-3 2 31,-2 4 1,3-5 0,-3 3 697,2 2-317,1 1 1,1 11 0,-2 7 0,-3 9-6,-3 11 1,-2 9 0,-2-2-1,0 2-208,0 4 0,0 2 0,0 2 0,0 0-514,0 0 0,0-6 1,0-1-412,0-3 1,2-2 821,4-6 0,4-7 0,7-2 0</inkml:trace>
  <inkml:trace contextRef="#ctx0" brushRef="#br0" timeOffset="1683">1695 53 7825,'-24'23'0,"1"0"0,0 14 0,5-2 0,3 4 596,3 4 1,-1 3 0,7 14 0,0 8-451,-2 6 0,6 2 1,-4-6-1,4-2-779,2-4 0,0 0 1,0-12-1,0-9-73,0-10 1,0-8 123,0-8 582,0-7 0,0-10 0,0-10 0</inkml:trace>
  <inkml:trace contextRef="#ctx0" brushRef="#br0" timeOffset="2027">1433 437 7807,'-6'17'86,"0"1"158,2-1 0,2-5 0,2 0 1,0 1 281,0 3 1,8-1 0,4-1 0,5-2-245,6 1 1,-1 1 0,5-1-1,0-3-66,0-2 0,2 3 0,6-5 0,0-2-94,0-2 0,-2 4 0,-2 0 1,-4-2-65,-2-2 1,-1-2 0,-7 0 139,1 0 1,-3 1 40,-3 5 1,-4 4-1,-8 7-181,0 1 1,0-6 0,0-1-1,-2 1-194,-4-2 1,4 5-1,-6-5 1,2 1-588,0 1 1,1-6 0,3 6-2467,-4 1 3189,4-5 0,-6 7 0,8-5 0</inkml:trace>
  <inkml:trace contextRef="#ctx0" brushRef="#br0" timeOffset="2399">2184 542 7868,'-24'23'821,"1"0"1,2 1-269,1 1 1,3-4 0,1 6 0,5 1-175,5-1 1,4-6 0,2 2 0,0-3-362,0-3 1,6-5 0,1-2-237,3-3 1,-4-1 0,6-6 49,1 0 0,-3-2 1,0-4-1,-1-5-294,1-5 0,-4-1 0,4-1 0,-1 1 221,1-1 1,-4 1 0,3-1 0,1 1 145,0 0 1,-6-1 0,3 1 253,1-1 1,-4 1 624,8-1-435,-1 1 1,-1 9 0,-4 8 0,-2 12 24,2 9 1,-4 0 0,5 6-1,-1 1-268,0-1 0,6 0 0,-5 4 1,3-4-659,4-2 0,-5-1 1,1-7-1,0-1-2264,-1-5 2816,3 5 0,6-14 0,-1 6 0</inkml:trace>
  <inkml:trace contextRef="#ctx0" brushRef="#br0" timeOffset="2616">2550 542 8145,'-23'35'0,"0"-2"657,1-4 1,3 10 0,3-4 0,5 1-185,5 1 1,4-2 0,2 0-1,0 0-466,0 0 0,0 0 1,0 0-1,0-2-738,0-4 0,-2-4 1,-4-7-364,-5-1 1,-5-1 1093,-1-5 0,-9-11 0,-1-9 0</inkml:trace>
  <inkml:trace contextRef="#ctx0" brushRef="#br0" timeOffset="2799">1729 123 7716,'-7'-12'0,"-3"0"206,0-1 1,5 5-1,10 2 1,11 4 109,11 2 0,4 0 0,16 0 0,-1 0-1877,-1 0 1561,5 0 0,3 8 0,9 2 0</inkml:trace>
  <inkml:trace contextRef="#ctx0" brushRef="#br0" timeOffset="3583">3092 542 7962,'-10'-8'2704,"2"6"-2331,0-6 0,7 10 0,-5 4 0,4 6-126,2 3 0,0 3 0,0 1 0,0 2-129,0 3 1,-6 5 0,0-4 0,2 2-200,2 4 0,-4-4 1,-1 1-1,-1-3-37,0-4 0,-3-1-284,5-3 0,-6-9 156,6-8 1,0-8-1,8-9 1,2-3 184,2-3 0,2-4 0,-2-8 0,5 2 28,5 4 1,-5-4 0,1 6 0,2-3 40,1 1 1,3 8 0,-1-2 0,1 3 135,-1 3 1,1 1 0,-1 5-181,0 5 1,1 4-1,-1 2 1,3 0-167,3 0 0,-3 2 0,3 4 0,-4 5 22,-1 5 0,-1 1 0,1 1 1,-1-1-296,1 1 1,-1-1-1,0 1 1,1-3-1254,-1-3 1728,-7 3 0,6-5 0,-7 8 0</inkml:trace>
  <inkml:trace contextRef="#ctx0" brushRef="#br0" timeOffset="3900">3476 629 7835,'-18'6'-45,"1"0"58,7 0 1,4-6 0,12 0 521,6 0 1,-2 0-1,1-2 1,3-2-554,1-2 0,-3-6 0,-2 5 0,-1-1 0,1 0 0,-4-4 0,4 5 132,-3-3 1,-1 4-57,-6-6 1,-2 9 0,-4-3 34,-5 4 1,1 10 0,-2 3 0,-1 5-67,-3 1 0,-1 3 0,-1 1 0,3 2-208,3-1 0,-1 3 1,7-2-1,2-2-501,2-1 1,2-3 0,2-1 681,4-5 0,4-3 0,7-8 0</inkml:trace>
  <inkml:trace contextRef="#ctx0" brushRef="#br0" timeOffset="4099">3860 0 7835,'-29'26'95,"0"3"0,6 6 1,-3 3-1,5 5 494,6 2 0,3 1 0,-2 7 0,5 3-652,1 8 0,-4-6 0,6 10 1,3-6-458,1-5 0,0 1 1,-2-6 519,-2-7 0,0-6 0,6-4 0</inkml:trace>
  <inkml:trace contextRef="#ctx0" brushRef="#br0" timeOffset="4584">3895 664 7835,'-17'0'129,"5"0"538,0 0 1,6 0-445,-5 0 1,5 2-1,-6 4-76,-1 5 0,3 5 1,0 1-119,3 1 1,-1-1-1,4 1 1,-2-1-322,2 1 1,2-1 64,2 1 0,8-9 0,4-3 1,3-4 72,3-2 0,-1-8 1,1-3-1,-1-5 25,1-1 0,5-3 0,0-1 0,-1-2 138,-3 1 0,-2 3 1,-1 2-1,-3-1 238,-1 1 0,-6 1 0,4 2 121,-3 3 0,-1 9 1,-8 2-133,-4 10 0,3 5 0,-9 3 1,0 1-115,3 4 1,-5-3-1,6 3 1,1-2-341,-1 3 0,2-5 0,6 4 0,0-3-413,0-3 0,0-5-273,0-1 0,2-7 904,4 2 0,3-4 0,9-2 0</inkml:trace>
  <inkml:trace contextRef="#ctx0" brushRef="#br0" timeOffset="4816">4384 70 7822,'-29'37'0,"0"4"0,8-2 0,-5 7 0,3 3 818,0 1 1,-1 10 0,7 2 0,-1 3-866,1-1 1,2 0-1,1 5 1,2-1-487,-1-4 0,3-7 0,0-15 0,1-11-1661,-1-9 2194,6-1 0,-4-27 0,8 4 0</inkml:trace>
  <inkml:trace contextRef="#ctx0" brushRef="#br0" timeOffset="5082">3965 524 7766,'-10'8'796,"-3"-4"-546,7 8 1,0-7 0,8 5 0,4 0-52,5 0 1,5-5-1,3 5 1,3 0-19,1-1 1,6 1 0,-4 4 0,1-5-116,-1-1 0,6 6 0,-4-4 0,2-1-84,0-3 0,-7 4 1,1-1-1,-4 3-49,-1 0 1,-3-6-1,-1 5-125,-3 3 1,-7 1 0,2 3-250,-4-1 1,-2-5-1253,0 0 1693,0-9 0,-8 5 0,-1-8 0</inkml:trace>
  <inkml:trace contextRef="#ctx0" brushRef="#br0" timeOffset="5683">4541 751 7753,'-8'18'66,"-1"-1"1,-7 1 0,3-1 524,1 1 0,6-7 0,-3 1-228,1 2 0,4-7 1,10-1-368,5-4 1,3-4 0,1-4 0,1-5-57,3-5 1,3-1 0,-5-1-1,1 1 16,-1-1 1,1 1 0,-1-1-1,0 1 6,1-1 1,-1 1 0,1 0 57,-1-1 0,1 1 36,-1-1 96,1 1 0,-9 15 0,-5 8 8,-8 7 1,1 7 0,-7 1-1,0 2-95,0-1 0,7-1 0,-5 0 0,2 2-25,0-1 0,-2 3 0,5-2 0,-3-1-86,2-3 1,0-1 0,0-1-57,-2 0 1,0-5-644,6 0 263,0-1 1,2-3 408,4-8 1,-4-2 0,6-7 0,-2-1 28,0 0 0,7-2 0,-3-5 34,0 0 1,3 5-1,-5 2 1,0 0 226,-1 1 0,5 3 279,-6-6 1,5 7 379,-5-7 1,2 8-407,-2-2 1,-4 6 0,4 6-331,-4 6 0,-2-3 0,0 3-512,0 2 0,0-5 1,0 3-443,0 1 0,0-3 0,2 0-289,3-2 0,-1-3 1103,8-5 0,0 0 0,5 0 0</inkml:trace>
  <inkml:trace contextRef="#ctx0" brushRef="#br0" timeOffset="6017">5222 786 7753,'-17'10'648,"-1"-2"0,1-6-170,-1 4 0,1-3 1,0 7-1,-1 0-49,1 0 1,1-5 0,3 5 0,3 0-152,2-1 0,-4-3 1,5 6-292,-3 1-1,6-3 1,-2 2-5,4 1 1,2-3-235,0 2 0,8-3 188,4 3 1,3 2-1,1-7 137,-5 3 0,3-4 0,-6 4 0,0-1-16,-1 1 0,5-4 0,-6 6 0,-2 1-205,-2 3 1,-2-5 0,0 1-635,0 2 0,-8 1 0,-4 3-60,-3-1 0,-3-5 0,1-3 0,-1-1 842,1-4 0,-8-10 0,-3-4 0</inkml:trace>
  <inkml:trace contextRef="#ctx0" brushRef="#br0" timeOffset="6450">5327 53 7842,'0'17'305,"-2"1"0,-2 1 1,-2 4 422,3 7 1,1 4 0,2 5 0,0 6-170,0 5 1,0 5 0,0 11 0,-2 0-578,-4 5 1,2-1-1,-6 6 1,3-6-166,3-6 1,-6-6 0,0-11 0,-1-7-6,-1-3 1,2-10 0,-3-5-738,1-9 583,8-5 0,2-16 1,10-3-1,2-5 173,3-1 1,-3-1-1,2-1 1,1-2 162,3-3 0,-1 1 1,-1 5-1,-3 1 272,3 0 0,2-1 534,1 1 0,1 1-173,-1 4 0,-7 7 1,-3 10-1,-1 7-186,0 4 0,0 3 1,-4 2-1,2 5-211,2 1 1,-1 0-1,-3 4 1,2-4-273,2-2 1,0-1 0,-6-5-993,0 4 1,-2-3-1016,-4 3 0,2-6 2049,-7-5 0,-1-12 0,-6-10 0</inkml:trace>
  <inkml:trace contextRef="#ctx0" brushRef="#br0" timeOffset="6665">5659 1136 8027,'-18'15'0,"1"-1"762,0-3 0,-1 1 1,3 5-112,3 1 0,4-1-1442,8 1 1,2-8 83,4-5 1,-2-3-1,7-4-198,3-3 905,2-5 0,1-8 0,0 1 0</inkml:trace>
  <inkml:trace contextRef="#ctx0" brushRef="#br0" timeOffset="7050">5834 1171 7687,'-18'34'0,"1"1"480,-1 0 0,7 0 1,-1 2-1,0 2 6,3 2 0,-1 1 0,6-3 0,-2 2-286,2-2 0,0-2 1,1-4-1,-3-4-510,2-6-52,-6-11 0,8-7 0,-4-10-119,4-7 1,8-4-1,2-1 1,0-2 278,0-5 1,5-1 0,-1-8 0,1 0 171,-1-4 0,4-2 0,-5 4 0,5 1 13,1-1 1,1 0 0,-1 0-1,1 2 486,-1 4 0,-5 3 0,-1 7 452,3-4 0,-1 13-485,-1 4 1,2 12 0,-9 13 0,-1 5-205,-2 5 0,-8 4 0,1 2 0,-1-2-261,-2-4 1,6 2 0,-6-8 0,3-1-876,-1-3 1,0-2 0,4 1-2317,-4-1 3220,4-7 0,-6-2 0,8-8 0</inkml:trace>
  <inkml:trace contextRef="#ctx0" brushRef="#br0" timeOffset="7299">6532 1031 7687,'-23'8'0,"-2"3"649,-3 5 1,7 1-1,-2 1 1,3-1-2,3 1 1,0 5 0,1 2 0,2 0-305,3 1 0,7 3 0,-2-6 0,4-2-275,2-1 1,-6-3-1,0 1 1,3-1-435,1 1 0,2-1-154,0 0 0,0-5-334,0 0 1,0-6-1,-2 3-1906,-4-1 2759,-4-2 0,-7-6 0,-1 0 0</inkml:trace>
  <inkml:trace contextRef="#ctx0" brushRef="#br0" timeOffset="7482">5886 839 7803,'-17'6'897,"-1"-1"0,6 3-241,1-2 0,9 4-1684,2 7 1028,0 1 0,15-1 0,-5 0 0</inkml:trace>
  <inkml:trace contextRef="#ctx0" brushRef="#br0" timeOffset="7665">4314 262 7709,'-50'-17'64,"3"1"1,8 5 92,8 5 1,12 4 0,9 4-465,2 4 1,3 3 0,5 9 306,0-1 0,7 9 0,3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45.445"/>
    </inkml:context>
    <inkml:brush xml:id="br0">
      <inkml:brushProperty name="width" value="0.06" units="cm"/>
      <inkml:brushProperty name="height" value="0.06" units="cm"/>
      <inkml:brushProperty name="color" value="#004F8B"/>
    </inkml:brush>
  </inkml:definitions>
  <inkml:trace contextRef="#ctx0" brushRef="#br0">315 280 7638,'-6'-11'-247,"0"-1"0,1 6 803,5-5 1,-6 5 0,0-6 71,2-1 0,2 3-133,2-2 1,-6 1-153,0-7 1,-7 3-289,1 3 0,-3 2 0,-3 6-32,1-1 1,-1 1-1,-1 9 1,-2 7 22,-3 4 0,1 3 1,5 2-1,3 5 6,3 1 1,-1-4 0,5 4 0,0 0-27,0 1 0,3-7 1,5 2-1,2-3-43,3-3 1,5-1 0,9-5 0,3-5-11,1-4 0,2-2 0,-3 0 1,1-2-39,-2-4 1,-1-3 0,-1-9 0,1 1 39,-3-1 1,4 1-1,-11-3 1,2-1 31,-1-2 0,-7-1 0,2 7 67,-4-1 1,-2 1-37,0 0 0,-8 7-43,-3 4 0,1 4 0,0 4 0,2 4-31,5 5 1,-5 5 0,2 1 0,2 1-226,2-1 0,2 7 1,0-1-1,2-2-377,4-1 1,4-3 0,7 1 0,1-1 637,-1 1 0,8-9 0,2-1 0</inkml:trace>
  <inkml:trace contextRef="#ctx0" brushRef="#br0" timeOffset="232">717 106 7914,'-29'11'100,"1"1"0,1 0 329,0-3 1,6 7-1,-3-3 1,7 7-176,5 3 0,-3 2 0,5-3 1,0 1-281,5-2 0,3 5 1,2-1-1,0 0-160,0 0 1,0-1 0,0-7-1,2 0-323,3 1 0,5-3 0,8-3 76,-1-6 1,6-4 0,3-2 432,1 0 0,-6-8 0,4-2 0</inkml:trace>
  <inkml:trace contextRef="#ctx0" brushRef="#br0" timeOffset="431">856 176 7801,'-17'17'0,"-1"1"97,1-1 0,7 0 0,4 1 115,4-1 1,2 1 0,2-1 0,4-1-202,6-5 0,3 5 1,3-6-1,-1 1 137,1 1 0,-1-8-148,1 2 0,7 3 0,2 1 0</inkml:trace>
  <inkml:trace contextRef="#ctx0" brushRef="#br0" timeOffset="798">1206 141 7892,'-28'17'0,"5"1"0,4-1 0,3 2 0,3 3 0,3 1 494,2-2 1,-3 5 0,5-3 0,2-2-384,2-1 0,2-3 0,0 1 0,2-3-198,4-3 1,-2-4 0,7-8 177,3 0 0,-4-6 1,1-2-1,1-2-119,-3-3 0,7-3 0,-6-1 1,1-3 48,1-3 1,0 4 0,3-5 0,-1 5 28,-3 1 0,-1-5 1,4 0-1,-3 2 78,3 1 0,-4 8 1,1 1 163,3-3 0,1 1-112,3 1 1,-8 6 0,-5 12-233,-3 6 1,-2 9 0,0 4 0,0 0-204,0 1 0,2-1 0,2-4 0,2 3-542,-2-3 0,-2-2 1,0-3 796,4-5 0,3 5 0,9-6 0</inkml:trace>
  <inkml:trace contextRef="#ctx0" brushRef="#br0" timeOffset="1098">1677 123 7892,'-27'16'178,"4"-5"1,1 5 0,1-4 0,-2 3 549,1 3 1,-1-1-1,4 2 1,5 3-229,4 1 1,-1 0 0,5-5-375,2-1 0,2-5 0,4-2-91,4-3 1,4-1 0,7-6-144,1 0 0,-1-6 0,0-1 1,-1-3-186,-4-4 1,3 5-1,-5-3 1,1-2-38,1-1 0,-6-1 0,4 3 1,-3 1-232,-3-2 0,4 5 0,-2-3-460,-2-1 1,4-3 1020,-3-1 0,9-1 0,-4 1 0</inkml:trace>
  <inkml:trace contextRef="#ctx0" brushRef="#br0" timeOffset="1514">1974 106 7892,'-17'11'55,"-1"-1"0,1 0 162,-1-1 0,1-3 1,-1 4-1,1 0 227,-1-1 1,7-3-1,-1 6-264,-2 1 0,5-3 0,-1 2-227,2 1 0,2-3-310,6 2 50,0-8 1,2 3 173,4-7 1,-2 0-1,8 0 80,1 0 0,-3 0 0,2 0 93,1 0 1,3-5-1,1-1 134,1 2 1,-1 2-1,1 0 1,-1-2 27,1-2 1,-1 0-1,1 6 1,-1 0 137,0 0 1,-5-2-1,0-1 247,1-3 0,-5 2-337,-2 10 0,-4-2 1,-4 5-1,-4 1-253,-6 0 1,-9-1 0,-2 5 0,1-2-414,3 1 1,4-3 0,1 0 0,2-1-3759,-1 1 2427,5-6 1747,0 4 0,0-8 0,-1 0 0</inkml:trace>
  <inkml:trace contextRef="#ctx0" brushRef="#br0" timeOffset="1832">2376 1 7892,'-8'17'733,"-2"1"-210,1-1 0,-5-5 1,6 0-1,0 1-131,1 3 1,-1 1-1,4 1 1,-2-1-191,2 1 0,2-1 0,2 1 0,0-1-141,0 0 1,0-5-1,2 0-156,4 1 1,2-3 0,6 0-158,-3-3 1,1-1 106,5-6 0,1 0 50,-1 0 1,-5 0 510,-1 0 1,-7 2-409,2 4 0,-12-2 0,-5 6-232,-5-3 0,-7 7 1,-2-4-1,-1 1 121,1 1 1,-6-6 0,2 5 102,-4 3 0,-2 2 0,0 1 0</inkml:trace>
  <inkml:trace contextRef="#ctx0" brushRef="#br0" timeOffset="2382">472 1084 7883,'-29'6'426,"0"-1"0,8 9 1,-3 0-1,5 5-31,1 4 1,9 8 0,3-2-1,4 4-56,2 2 0,0 0 0,0-2 0,0-2-385,0-2 1,0-7 0,0 1 0,2-4-665,4-1 1,-4-1-224,3 1 0,5-9 0,0-5 361,0-8 1,-3-5 0,-5-9 571,4 1 0,-4-1 0,6 1 0</inkml:trace>
  <inkml:trace contextRef="#ctx0" brushRef="#br0" timeOffset="2632">507 1014 7694,'8'-10'-72,"-4"-3"1,7 7 185,3 2 0,1 2 0,3 4 0,-1 4 592,1 5 1,-1-1 0,1 2 0,-1 1-335,1 3 1,-7 1 0,-1 3-1,-2 1-282,-4 2 1,-2 1 0,-4-7 0,-4 2-32,-6 5 1,-9-5 0,-2 4 0,1-3-533,3-3 1,-4-5 0,-1-2 0,3-3-509,2-3 0,1-2 1,1-2 980,-1 0 0,1 0 0,-1 0 0</inkml:trace>
  <inkml:trace contextRef="#ctx0" brushRef="#br0" timeOffset="2831">979 717 8090,'-26'17'87,"5"11"0,-4 5 0,3 5 482,7 1 0,9-2 0,0-2 1,4 0-249,2 0 0,0 0 0,0-2 0,0-2-539,0-2 0,2-6 0,2 4 0,2-1-1141,-2-5 1,6-2 1358,1-1 0,5-8 0,1-3 0</inkml:trace>
  <inkml:trace contextRef="#ctx0" brushRef="#br0" timeOffset="3382">1206 1084 7123,'-8'-10'96,"-4"4"1,4 2 0,1 0 895,-1-1 0,4-7-571,-8 6 1,9-2 0,-5 5-194,0-3 0,4 0 0,-8 6-109,-1 0 0,3 2-305,-1 4 1,1 3-1,-4 9-63,3-1 0,7 1 1,-2-1 9,4 1 1,2-7 0,2-1 161,4-2 0,3-2 0,9-6 0,-1 0 29,1 0 1,-1 0 0,1-2 0,-1-4 12,1-6 1,-1 2 0,1-1 70,-1-3 1,1 1 0,-3-1 281,-3 2 717,3 1-534,-13 1 0,6 10 0,-8 12-266,0 3 1,-6 3-1,0-1 1,1 1-193,-3-1 0,6 1 0,-4-1-845,4 1 1,2-1-836,0 0 0,2-7-260,4-4 1897,3-4 0,9-10 0,-1-2 0</inkml:trace>
  <inkml:trace contextRef="#ctx0" brushRef="#br0" timeOffset="3781">1590 909 7928,'-8'18'40,"-2"-1"0,-7 0 1,1 1 305,5-1 1,-3 1 0,6-1-1,1 3-75,-1 3 1,2-4-1,6 5 1,0-5-99,0-1 0,0-7 0,0 1-39,0 1 1,2-5-603,4-2 1,4-4-268,7-2 1,-5-8-1,-1-3 466,3-5 1,-4-1 0,-1-1-1,1 1 97,0-1 1,-5 1 0,5-1 0,0 1 120,0-1 1,-5 1 0,7-1 224,2 1 0,-5-1 670,3 1-303,-8 7 0,4 4 0,-8 12-198,0 6 0,0 3 1,0 3-1,0-1-283,0 1 1,0-1 0,0 1 0,0-1-391,0 1 0,0-1-228,0 1 0,0-7 0,2-1-1056,3-2 1614,-3-2 0,14-6 0,-6 0 0</inkml:trace>
  <inkml:trace contextRef="#ctx0" brushRef="#br0" timeOffset="4015">2044 525 7928,'-27'27'-87,"2"6"0,7-2 1,1 6 687,-1 4 0,3-1 1,1-3-1,4 4-223,3 6 0,1 1 1,6 1-1,0-5-574,0-1 0,0-2 0,0-8 0,0-4-634,0-6 1,2-5 356,4-7 0,-3-3 1,7-10-1,-2-4 473,-4-5 0,5-5 0,1-1 0</inkml:trace>
  <inkml:trace contextRef="#ctx0" brushRef="#br0" timeOffset="4333">1764 804 7928,'-17'2'165,"0"4"1,5-2 0,2 8 266,2 1 1,3-3 0,5 2-364,0 1 0,2 1 0,3-1 0,7-3 45,4-2 0,1 3 1,2-3-1,5 0-65,5 0 0,-2-3 0,2-3 0,0 2-127,-2 2 0,6 0 0,-5-6 1,1 0-6,0 0 0,-8 0 0,4 0 0,-1 0-4,-1 0 1,-6 6 0,-5 0 24,2-3 1,-1 7 66,-1 2 0,-4-2 0,-8 1-4,0 3 1,0-5 0,-2 1 0,-2 0-89,-2 0 1,-2-5-800,2 7-608,4-8 1494,-5 4 0,14-16 0,3-2 0</inkml:trace>
  <inkml:trace contextRef="#ctx0" brushRef="#br0" timeOffset="4699">2550 822 7928,'-7'17'0,"-5"1"0,-4 5 0,1 0 0,1 1 0,3 1 0,7-6 0,-4 6 0,2-1 576,0-1 0,1 6 0,5-6 1,2 1 48,3 1 0,-3-6 1,4 5-1,-2-7-576,2-5 0,-4-3 0,6-5-496,-1 2 0,-3 0 1,8-6-130,1 0 0,-3-2 0,2-4 167,1-6 0,-3 3 0,0-3 160,-3-1 1,7-1 825,-2 2-222,-5-3 0,1 15 0,-8 0 48,0 10 1,0 7-1,0 4 1,0 5-44,0 1 0,-6-4 1,1 6-1,1 2-664,2 2 0,-4 0 1,0-4-1,0-5-579,-1-5 0,5-2 0,-6-1-1648,0-4 2531,6-5 0,-13-7 0,5 0 0</inkml:trace>
  <inkml:trace contextRef="#ctx0" brushRef="#br0" timeOffset="4864">2271 717 7928,'-18'-25'-86,"-3"0"1,2-3 0,5 9 799,4 5 1,5 3 0,7-5-614,3 5 1,5 3 0,10 8 0,1 0-310,2 0 0,2-6 0,-3 0 1,1 2 207,-2 2 0,7-5 0,-1-3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51.576"/>
    </inkml:context>
    <inkml:brush xml:id="br0">
      <inkml:brushProperty name="width" value="0.06" units="cm"/>
      <inkml:brushProperty name="height" value="0.06" units="cm"/>
      <inkml:brushProperty name="color" value="#004F8B"/>
    </inkml:brush>
  </inkml:definitions>
  <inkml:trace contextRef="#ctx0" brushRef="#br0">227 367 8080,'-19'0'82,"-5"0"1,11 0 0,-5 0-1,3 0 177,-1 0 1,5 0 0,-1 2 0,-2 4-128,-1 6 0,3 3 0,3 3 0,-1 1 13,0 5 1,4-3-1,-3 6 1,1 0-5,4 0 1,2-3-1,2 3 1,2-2-59,4-4 0,3-3 1,9-7-1,-1-5-80,1-4 1,7-4-1,2-4 1,2-5-67,0-5 0,-5-3 1,3-2-1,-2-5-48,-3-1 1,-3 0 0,-2-4 0,1 4-12,-1 2 1,-5-5-1,-2 7 1,-3 2 13,-3 1 1,-4 3 0,-6 0 0,-5 1-199,-5 4 0,-3-1 0,-2 7 0,-3 2-273,3 2 1,2 2 0,1 2 578,1 4 0,-1 4 0,1 7 0</inkml:trace>
  <inkml:trace contextRef="#ctx0" brushRef="#br0" timeOffset="319">803 263 7996,'-2'-10'856,"-3"4"1,1 4 0,-8 2-342,-1 0 0,-3 2 0,-1 4-365,-1 6 1,-5 5-1,-1 4 1,1 5-148,-2 1 1,6-4-1,-5 4 1,5-2-258,1-3 1,7 3-1,1-2 1,2-1-413,4-3 0,2-1 1,4-1-1,4-1 194,6-5 1,3-3 0,5-8 0,1 0 471,2 0 0,9-16 0,-5-3 0</inkml:trace>
  <inkml:trace contextRef="#ctx0" brushRef="#br0" timeOffset="550">1048 245 7899,'-33'16'0,"2"-3"236,2-1 0,7 0 1,-3 3-1,2-1 294,0-3 0,-1 3 0,7 7 0,1 3-93,5-3 0,-3-2 1,8-1-1,2-1-404,2 1 1,2-1 0,0 1-168,0-1 1,8 1 0,6-3 0,5-3-667,4-6 1,3-5 0,-3-2 0,6-3 799,4-2 0,2-16 0,0 3 0</inkml:trace>
  <inkml:trace contextRef="#ctx0" brushRef="#br0" timeOffset="1018">1397 385 8030,'-19'8'87,"-3"3"421,-1 5 0,2 1 1,7-1 514,3-5 1,5 3-459,-6-8 0,8 2-151,-2-3 0,3-3-62,-3 4-538,4 4 1,-6-6-376,8 7 0,0-5 227,0 6 1,8-8 0,3 2 110,5-4 1,1-8 0,1-2 0,-1-2 41,1-3 0,5-3 0,0-1 0,-1-1 139,-3 1 0,-1 5 0,-1 0 0,0 1 176,1 1 0,-6-3 984,-1 7-810,1 0 1,-2 14 0,-5 3 0,-3 5-261,-2 1 0,0 3 0,0 1-423,0 2 1,0 1 0,0-7-244,0 1 0,2-9 0,4-3-123,6-4 0,3-2 1,3-2 740,-1-4 0,1-3 0,-1-9 0</inkml:trace>
  <inkml:trace contextRef="#ctx0" brushRef="#br0" timeOffset="1335">2008 228 7930,'-17'6'-37,"-1"-1"0,1 1 277,0 2 0,-1-4 0,1 6 0,-1-1 432,1 1 1,-1 4 0,1 7 0,-1 2-227,1-2 1,-1 1-1,1-1 1,-1 2-25,1-1 0,7-3 0,4-1-235,5-1 1,1-5 0,1-3-281,5-1 0,4-2 0,7-6 9,1 0 0,-1 0 0,1 0 8,-1 0 0,-1 2 0,-3 2-80,-1 2 1,-8 7-171,2-1 1,-4-2 0,-4-1-1,-2 1-596,-2 0 0,-8-4 1,3 3-215,-5-1 0,-1 4 1136,-1-6 0,1 7 0,-1-3 0</inkml:trace>
  <inkml:trace contextRef="#ctx0" brushRef="#br0" timeOffset="1567">2183 298 7883,'-2'11'228,"-2"1"0,-2 1 291,3 3 1,-5-4 0,2-1 0,2 3-38,2 1 1,2 3-1,2-1-607,4 1 1,2-1-1,5-1 1,-1-3-77,1-1 0,-3-8 0,2 2-671,1-4 0,3-2 872,1 0 0,1-8 0,-1-2 0</inkml:trace>
  <inkml:trace contextRef="#ctx0" brushRef="#br0" timeOffset="2133">2323 280 7920,'-8'12'123,"-4"-1"0,3-5 0,-1 6 761,2 1 1,4-5-1,10-2-472,6-4 1,5-2 0,5 0-1,1 0-18,-2 0 0,-1 0 1,-1 0-1,2 0-206,3 0 1,-1 0 0,-6 0 0,1 0-166,-1 0 0,-5 0 0,0 0-236,1 0 0,-3 0-660,2 0-352,-9 0 833,5 0 416,-8 0 0,-2 0 238,-4 0 151,5 0 0,-7 2-364,8 4 1,2 1-1,2 7-31,1-2 1,3-8 0,-2 1 0,4-1 50,-1 2 0,7-4 0,-4 4 0,3-4-15,3-2 1,5-6-1,0-2 1,0 0 141,3 1 0,-7-5 1,4 4-1,-3 1 220,-3-1 1,1 0-1,-1 4-9,1-2 0,-1 1 0,0 5-122,1 0 0,-6 0 1,-1 0-177,3 0 0,-4 5 0,-1 3 0,-1 2-116,-4 3 0,4-3 0,-3 2 128,-1 1 0,-2 3-1577,-2 1 1,0-5-2885,0 0 4340,0-9 0,-7 5 0,-3-8 0</inkml:trace>
  <inkml:trace contextRef="#ctx0" brushRef="#br0" timeOffset="2316">2253 1 8001,'-35'6'1061,"0"-1"0,8 1 0,4-4-82,3 4 0,12-4-1116,8 4 1,8 1 0,10-1 0,-1-2-498,1-2 1,5-2-1,2 0 634,2 0 0,-5 8 0,3 2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6.320"/>
    </inkml:context>
    <inkml:brush xml:id="br0">
      <inkml:brushProperty name="width" value="0.06" units="cm"/>
      <inkml:brushProperty name="height" value="0.06" units="cm"/>
      <inkml:brushProperty name="color" value="#E71224"/>
    </inkml:brush>
  </inkml:definitions>
  <inkml:trace contextRef="#ctx0" brushRef="#br0">175 359 7867,'0'-17'-1,"0"-1"1,-7 1 0,-3-1 0,-2 1 259,1-1 0,5 1 0,-4-1 0,0 1 539,1 0 0,3 1-188,-6 4 0,8 8 0,-2 18-203,5 15 1,-5 14 0,0 17 0,2 10-204,2 9 0,2 15 1,0 5-1,0-47 0,0 0-216,0 3 1,0 1 0,3-1-1,0 1 1,0 2 0,0 0-1,-1 0 1,0-2-220,-2-2 0,2-1 1,3 40-1,1-7 1,-2-13-1613,-2-7 1,4-25 163,0-6 0,-1-35 1679,-5-17 0,0-12 0,0-6 0</inkml:trace>
  <inkml:trace contextRef="#ctx0" brushRef="#br0" timeOffset="415">71 324 7928,'-18'24'128,"1"-1"0,5-6 0,2-5 1717,3 1-1564,1-5 1,8 0 0,3-8 33,7 0 0,4 0 0,1 0 0,1 0-67,-1 0 1,8-2-1,4-4 1,4-5-51,2-5 1,2-3-1,2-3 1,4-3-47,1-2 0,3-2 0,5-8 0,-1-2-36,-5-2 0,3 6 0,-8 8 0,-5 0-149,-5 0 1,-5 8 179,-9 1 1,-7 16-1,-4 18 1,-4 9 136,-2 10 0,-8 13 0,-2 3 0,-2 7-81,1 4 0,-1 2 0,-3 6 0,1 2-139,2 3 0,1 5 0,-5 7 0,3-1-430,1-5 1,2-3 0,-1-10 0,3-4-454,0-6 1,6-11 0,-4-7 0,4-5-231,2-6 1,0-3-1,0-9 1049,0 1 0,8-1 0,2 0 0</inkml:trace>
  <inkml:trace contextRef="#ctx0" brushRef="#br0" timeOffset="665">71 1983 8936,'-14'24'2085,"-4"-1"-1765,5-8 0,19-9 0,13-12 0,6-5 157,6-5 0,6-7 1,6-2-1,5 0-214,1-1 0,5-3 0,6 4 0,5-2-294,6-4 1,-7 0 0,6 0-1,-2 3-601,0 3 0,2-6 0,0 4 0,-2-2-1013,-4 0 1,-4 6 1644,-8-7 0,-7 1 0,-2-6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5.102"/>
    </inkml:context>
    <inkml:brush xml:id="br0">
      <inkml:brushProperty name="width" value="0.06" units="cm"/>
      <inkml:brushProperty name="height" value="0.06" units="cm"/>
      <inkml:brushProperty name="color" value="#E71224"/>
    </inkml:brush>
  </inkml:definitions>
  <inkml:trace contextRef="#ctx0" brushRef="#br0">105 597 7941,'-2'-47'0,"-4"1"4,-5-3 1,3 4 0,2 1-1,4 1 291,2 4 0,0-1 1,0 5-1,0 7 470,0 7 0,2 6-441,4 3 1,-4 8 0,4 16 0,-3 13 13,3 12 0,-4 9 0,4 13 1,-4 5-136,-2 4 0,6 9 0,0 5 0,-2 3-226,-3 2 0,5 1 0,0-1 0,-2 0-402,-2 1 0,0 5 0,2 0 0,2-4-414,-3-5 1,-1-15 0,-2-10 0,0-9-378,0-9 1,-2-16 1215,-3-19 0,-5-4 0,-8-2 0</inkml:trace>
  <inkml:trace contextRef="#ctx0" brushRef="#br0" timeOffset="417">70 422 7906,'-15'27'175,"3"-3"0,-9-11 816,7-1-791,6-8 0,16 3 1,4-9-1,3-1 44,3-3 1,-1-8-1,2 3 1,3-5 71,1-1 0,8-1 0,-2-1 1,4-3-90,2-1 0,0-2 0,2 2 0,2-5-69,2 1 1,1-6-1,-3 4 1,2-4-105,-2-2 0,-4 2 1,-6 4-1,-6 6-131,-4 3 1,-3 7 230,-5 7 0,-3 12 1,-10 21-1,-2 10 125,-1 6 1,-9 9-1,2 8 1,-1 2-94,1 4 1,-3 4 0,3 4 0,-4 3-200,-1 3 0,5-4 0,1 3 0,-1-3-442,2-8 0,1 0 0,5-12 0,-2-4-507,2-3 0,2-10 1,2-1-1,0-6-1990,0-9 2952,0-4 0,0-1 0,0-1 0</inkml:trace>
  <inkml:trace contextRef="#ctx0" brushRef="#br0" timeOffset="683">140 1872 7881,'-27'33'319,"3"-4"1,5-4 611,2-8 1,9-9-579,8-8 0,8-2 0,9-9 0,1-3-135,-1-2 0,8-3 1,4-2-1,4-5-88,2-1 0,2 4 1,2-4-1,4 0-396,1 0 0,-3-3 0,6-5 0,-1 2-1009,-1 4 1,3-4 1274,-7 4 0,8 4 0,-5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2.086"/>
    </inkml:context>
    <inkml:brush xml:id="br0">
      <inkml:brushProperty name="width" value="0.06" units="cm"/>
      <inkml:brushProperty name="height" value="0.06" units="cm"/>
      <inkml:brushProperty name="color" value="#E71224"/>
    </inkml:brush>
  </inkml:definitions>
  <inkml:trace contextRef="#ctx0" brushRef="#br0">285 192 7393,'0'-17'-186,"0"-1"0,0 1 0,-2 1 1,-1 3-1,-3 1 0,0 0 1,0 1 240,0-1 0,-7 2 0,1-3-52,-3 1 0,3 8 0,0-1 45,-1 3 0,3 2 0,-2 2-11,-1 3 0,5-1 0,0 6 285,0-2 1,7 5-30,-5-1 0,4-2 1,2 1 262,0 3 1,0-4 267,0 1 0,0-5 30,0 6 1,0-7-354,0 7 0,0-6 1,0 6-1,0 1-42,0 3 1,0 7 0,0 4 0,0 6-68,0 10 1,0 7-1,0 10 1,0 12-183,0 14 0,0 9 0,-1-42 0,0 0 0,-1 2 1,0-1-131,-1 1 0,0 1 1,0 3-1,0 0 1,3-2-1,0-1 1,0-2-1,0 0-126,0 45 0,0-9 0,0-11 0,0-9-247,0-10 0,0-15 0,0-10 0,0-10-2003,0-6 1460,0-9 0,8-10 0,2-14 0,1-7 112,1-8 1,0-6-1,5-6 1,-1-5-1160,-5-5 1883,5-9 0,-6-10 0,7-9 0</inkml:trace>
  <inkml:trace contextRef="#ctx0" brushRef="#br0" timeOffset="1200">128 35 6370,'0'18'-64,"0"-7"565,0 1 173,0-8-95,0 3 0,2-5-79,4 4 0,-2-4 0,8 4-235,1-4 1,3-2 0,3 0 0,4 0-153,6 0 0,1 0 1,3-2-1,3-2-101,1-2 1,2-5 0,0 3 0,2 0-113,-3 0 0,-3-3 1,-4 3-1,-3 0-91,-3 0 0,-8 3 1,-7 3-144,-2-4 467,-2 4 0,-14-6 0,-4 10 1,-3 2 82,-3 2 1,1 7 0,-3-1 0,-1 5 81,-2 7 0,-1-5 0,5 6 0,-2-1 5,-3-1 0,3 8 0,7 0 0,3 6-82,-3 4 1,6 13-1,1 2 1,1 10-81,0 12 1,2 5 0,10 7 0,6 1-316,3 2 0,3 4 0,-1-8 0,1-5-215,-1-5 1,0-11 0,1-10 0,-3-5-209,-3-7 0,-2-5 0,-6-12 1,1-4-263,-1 1 0,-4-9 0,-4 2-478,-1-5 1337,-9-10 0,4 4 0,-7-8 0</inkml:trace>
  <inkml:trace contextRef="#ctx0" brushRef="#br0" timeOffset="1466">41 1991 7760,'-18'12'758,"1"-1"1,11-1-419,12 2 0,6-5 1,17-7-1,2 0-58,2 0 1,2-1 0,0-3 0,1-4-207,5-2 1,2-1-1,3-5 1,-3 2-378,0 3 0,-6-1 1,5-5-1,-1 1-503,0 5 0,-2-3 0,-10 8 804,-6 2 0,4 2 0,0 2 0</inkml:trace>
  <inkml:trace contextRef="#ctx0" brushRef="#br0" timeOffset="1899">181 2585 7917,'-8'-10'136,"-4"4"0,-3 4 324,-3 2 0,9 2 0,3 6 40,4 10 1,2 7 0,0 14-1,0 5-275,0 9 0,2 18 0,2 5 0,3 9-152,3 9 1,-4 1 0,-1-45-1,0 1 1,2 46-404,-3-2 1,4 4 0,-2-8 0,-2-6-257,-2-7 0,-2-16 1,0-12-1,0-11-1644,0-8 2230,0-9 0,0-5 0,-8-25 0,-2-11 0</inkml:trace>
  <inkml:trace contextRef="#ctx0" brushRef="#br0" timeOffset="2316">111 2934 7869,'-12'0'33,"0"0"-66,-1 0 832,5 0 0,2-8-417,12-3 1,6 1 0,9 0 0,2 1-75,-1-1 0,5 4 1,2-4-1,4 1-50,2-1 1,6-2 0,-1-3 0,-1 1-57,-2 3 0,4-1 1,0-6-1,-3 1-75,-1 0 1,-2 5 0,-2 0-1,-4-1 33,-5-3 1,-5 1 0,-3 1 167,-5 2 1,-3 10 16,-8 2 1,-2 8 0,-2 12 0,-4 3-181,-1 6 0,3 4 0,-4 4 0,0 2-106,1 1 1,3 9-1,-4-2 1,2 3-125,5 2 1,-5 7 0,2 1 0,2 2-269,2 4 0,2-6 0,0-2 0,0-3-582,0-3 0,0-2 1,0-3-1,0-6 44,0-4 0,0-4 0,0-2 1,0-4-311,0-2 1181,0-9 0,0 7 0,0-4 0</inkml:trace>
  <inkml:trace contextRef="#ctx0" brushRef="#br0" timeOffset="2583">285 4226 7930,'-19'8'-2,"-2"2"1,-1 2 1699,7-1-965,-3-7 0,24 4 0,0-8 1,8-2-371,3-4 1,8 2 0,4-5 0,4-1-198,2 0 0,0 0 0,0-3 1,2 1-272,4-1 1,-4 3-1,5 0 1,1 1-489,4-1 1,-5 4 0,1-4-1,-2 3-1971,-1 3 2564,1-6 0,-6 8 0,0-6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3.099"/>
    </inkml:context>
    <inkml:brush xml:id="br0">
      <inkml:brushProperty name="width" value="0.06" units="cm"/>
      <inkml:brushProperty name="height" value="0.06" units="cm"/>
      <inkml:brushProperty name="color" value="#E71224"/>
    </inkml:brush>
  </inkml:definitions>
  <inkml:trace contextRef="#ctx0" brushRef="#br0">140 123 6740,'-2'-18'0,"-2"1"69,-2-1 0,-5 7 1,5-1-1,0 0 577,-2 3 1,4-5-194,-7 8 1,1 2-254,-2 10 1,-1-2 0,7 8 0,0 1 19,-2 3 0,6 1 1,-3 1-1,3 1-3,2 4 0,-6 5 1,0 7-1,2 0-59,2-1 1,2 1-1,0 0 1,0 0-138,0 0 1,2-2 0,2-4-1,4-5-173,2-5 1,-5-7 0,7-3 103,2-1 0,1-10 0,1-11 0,-3-9 17,-1-7 1,-2-4-1,3-2 1,-3-2 121,-2-3 0,-1 3 0,-3-4 0,2 4 120,-2 2 1,-2 2-1,-2 4 1,0 6 253,0 3 1,-2 5 0,-2 5-278,-2 10 1,-7 10-1,3 15 1,-2 10-41,1 10 1,5 5-1,-4 4 1,0 5-154,1 5 0,5 4 0,-2 1 0,2 3-349,-2 4 0,4-8 0,-3 2 0,3-8-578,2-14 0,-6-9 44,0-10 1,0-13 0,6-16 0,0-12 887,0-9 0,-8-6 0,-1-8 0</inkml:trace>
  <inkml:trace contextRef="#ctx0" brushRef="#br0" timeOffset="917">384 175 8239,'-15'12'362,"3"-1"1,5 1-1,7 6 1,0-1 235,0 0 1,0 1 0,0-1 0,0 1-142,0-1 0,0 1 0,1 1-320,5 4 1,-4-3 0,6 3-392,0-3 122,-6-11 1,7-3 0,-5-12-1,2-5-136,-2-5 0,-2-3 0,0-3 1,2-3 16,2-2 0,1-2 0,-3-6 0,4 0 134,2 0 0,-5 6 1,7 0-1,0 0 36,-3 2 0,7 1 0,-4 9 0,3-1 110,3 1 1,-1 7-1,1 4 1,-1 4 114,0 2 1,3 2-1,1 4 1,4 4-582,3 0 1,-5-1-1,4-5 437,-2 2 0,6 8 0,-3-5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1.368"/>
    </inkml:context>
    <inkml:brush xml:id="br0">
      <inkml:brushProperty name="width" value="0.06" units="cm"/>
      <inkml:brushProperty name="height" value="0.06" units="cm"/>
      <inkml:brushProperty name="color" value="#E71224"/>
    </inkml:brush>
  </inkml:definitions>
  <inkml:trace contextRef="#ctx0" brushRef="#br0">53 175 7878,'-8'-17'1095,"6"9"-663,-3 8 0,3 10 1,2 13-1,0 6-218,0 4 1,0 2-1,0 2 1,0 2-96,0 1 0,0 7 0,0-6 0,0-1-373,0 3 1,0-6-1,0 2 1,0-6-876,0-4 1,0-8-561,0 2 1689,0-11 0,-8-4 0,-2-8 0</inkml:trace>
  <inkml:trace contextRef="#ctx0" brushRef="#br0" timeOffset="317">53 262 7900,'-8'10'-57,"5"-2"0,-7-6 653,2 4 159,2-4 0,14 3 1,4-8-1,3-5-295,3-2 0,-1 6 0,1-2 1,1 2-83,4-1 1,-3 3 0,3-4-47,-4 4 1,-7 2 0,-2 2-270,-3 4 0,-1 3 0,-6 9 0,-2-1-354,-3 1 0,-5-1 1,-8 1-1,-1 1-235,-4 4 1,3-3-1,-3 1 1,4-5-306,1-5 0,1-7 0,-1 2-1313,1-4 2144,7-10 0,-6-9 0,7-10 0</inkml:trace>
  <inkml:trace contextRef="#ctx0" brushRef="#br0" timeOffset="617">402 123 7988,'-5'11'0,"-3"-1"-20,-2-2 0,4 5 0,-3-1 702,1 4 1,2 1 0,6 0-448,0 1 1,2-1 0,2 1 0,4-1-309,1 1 0,1-7 0,4-1 0,-3-2-454,3-4 0,1-2 0,3-2-408,-1 0 1,1-8 934,-1-4 0,-7-11 0,-2-4 0</inkml:trace>
  <inkml:trace contextRef="#ctx0" brushRef="#br0" timeOffset="766">542 0 7859,'-2'20'47,"-4"3"0,4-2 0,-5 9 0,1 1 337,0 2 0,0 3 0,4 5 0,-2 6-169,-1 3 1,-1 3-1,6 1 1,0 4 122,0 6 1,2-4-339,4-1 0,-5-5 0,7-2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0.252"/>
    </inkml:context>
    <inkml:brush xml:id="br0">
      <inkml:brushProperty name="width" value="0.06" units="cm"/>
      <inkml:brushProperty name="height" value="0.06" units="cm"/>
      <inkml:brushProperty name="color" value="#E71224"/>
    </inkml:brush>
  </inkml:definitions>
  <inkml:trace contextRef="#ctx0" brushRef="#br0">18 26 7797,'0'-12'1849,"0"1"1,0 9-1441,0 2 0,-2 8 1,-2 11-1,-2 4-217,2 6 0,3 6 0,1 4 0,0 4-255,0 1 0,0 1 1,0 4-1,0-3-520,0 3 1,0-7 0,0-1-1,0-6-1129,0-6 0,0 2 1712,0-8 0,0-7 0,0-8 0</inkml:trace>
  <inkml:trace contextRef="#ctx0" brushRef="#br0" timeOffset="482">210 463 10925,'0'-10'809,"0"4"1,0 12-785,0 6 1,0-3 0,0 3 0,0 2-204,0 1 1,0 3 0,0-1-131,0 0 0,6 1 0,2-3 23,1-3 1,-3-4 214,6-8 0,0-2 0,5-4 76,0-6 0,-5 3 1,-2-3-1,-1-1 136,1-3 1,2-1 0,5-1 134,1 1 0,-7 7 0,1 4 106,2 4 0,-5 2 1,3 0-552,2 0 0,1 8 0,3 2-907,-1-1 1,0 7 1074,1-5 0,-1-3 0,1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8.802"/>
    </inkml:context>
    <inkml:brush xml:id="br0">
      <inkml:brushProperty name="width" value="0.06" units="cm"/>
      <inkml:brushProperty name="height" value="0.06" units="cm"/>
      <inkml:brushProperty name="color" value="#E71224"/>
    </inkml:brush>
  </inkml:definitions>
  <inkml:trace contextRef="#ctx0" brushRef="#br0">18 612 7882,'-10'-18'2940,"3"1"-2701,7 7 1,0 10-1,0 12 1,0 5 74,0 7 0,0-3 1,0 8-1,0 0-222,0-2 1,0 6 0,0-5 0,0 1-125,0 0 1,0-8 0,0 2 0,0-3-210,0-3 1,0-5 46,0 0 0,0-10 0,0-2 46,0-10 0,0-12 0,0-3 0,0-2-31,0-4 0,2-2 0,1-4 0,5 0 106,2 2 0,-4-3 0,3 8 0,1-1 95,0 2 0,-4 4 1,5 8-11,3-1 1,1 3 0,3 5 38,-1 10 1,-1 2 0,-3 11 0,-3 5-207,-2 3 1,0 5 0,-4-5 0,1 2-268,-1-2 0,-2 5 0,-4-3 0,-2-2-153,-1-1 1,-7-3 0,4-1 574,-2-5 0,-9 5 0,-8-6 0</inkml:trace>
  <inkml:trace contextRef="#ctx0" brushRef="#br0" timeOffset="350">542 36 7825,'-8'-10'119,"4"2"0,-5 6 759,1-4 0,0 4-6,2-3 0,2 3-513,-7 2 1,1 7 0,-2 7 0,5 7-120,-1 9 0,4 4 1,-6 7-1,1 6-205,-1 3 0,6 8 0,-2 3 1,4-1-360,2 0 1,0-2 0,0-6 0,2-1-341,4-4 1,-2-7 0,6-11 0,-1-7-532,1-9 1,-4 1 1194,5-8 0,1-16 0,6-9 0</inkml:trace>
  <inkml:trace contextRef="#ctx0" brushRef="#br0" timeOffset="550">228 298 7787,'-18'7'830,"12"-5"-314,12 4 1,8-6 0,19-4 0,6-4-761,3-1 0,5-5 0,5-7 0,1-2-1542,-1 1 1786,8-5 0,-6 8 0,7-7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6.698"/>
    </inkml:context>
    <inkml:brush xml:id="br0">
      <inkml:brushProperty name="width" value="0.06" units="cm"/>
      <inkml:brushProperty name="height" value="0.06" units="cm"/>
      <inkml:brushProperty name="color" value="#E71224"/>
    </inkml:brush>
  </inkml:definitions>
  <inkml:trace contextRef="#ctx0" brushRef="#br0">35 241 14658,'0'19'165,"0"4"0,0 1 1,0 11-1,0 7-13,0 7 0,0 3 0,0 3 1,0 1-458,0 2 0,0-2 1,0-9-1,0-6 99,0-4 0,0-10 1,0-4 153,0-4 1,0-11 41,0-8 1,0-15 0,-2-14 0,-2-4 80,-1-2 1,-1-2 0,6-4 0,-2-4 70,-4 1 1,4-7-1,-4 5 1,4-3-42,2 3 1,0-5-1,0 7 1,0-1-41,0 4 0,8 4 0,2 4 1,1 4-32,1 6 0,0 5 0,5 7 0,1 5-144,-1 4 1,1-4-1,-1 0 1,0 4-136,1 6 0,-1-2 0,3 6 0,1 0-300,2 3 0,1-1 1,-7 2-606,1 1 0,-1 3 0,1-1-444,-1-3 1598,0 4 0,1-7 0,-1 9 0</inkml:trace>
  <inkml:trace contextRef="#ctx0" brushRef="#br0" timeOffset="368">419 241 7725,'-2'17'0,"-1"1"377,-3-1 1,-6 1 0,6-1 145,2 1 1,4-1 0,6 1 0,6-3-142,3-3 0,3-3 0,-1-5 0,1 2-114,-1-2 1,1-4-1,-1-6 1,1-6-90,-1-3 1,1-8-1,-1-3 1,1 1-104,-1 0 1,-7-6-1,-3 4 1,-1-2-68,0 0 0,0 7 0,-6-1 1,0 4 33,0 1 0,-2 3 1,-4 3-16,-6 6 1,-3 4 0,-2 4-1,-1 4-88,1 6 0,-1 5 0,3 4 1,1 5-7,2 1 0,1 2 0,-5 8 1,3 2-175,1 1 1,8 7 0,-2-4 0,4-1-284,2 1 1,2 0 0,4-5 0,4 1-202,-1-6 0,13 0 1,-5-9-1,3-3-338,-1-2 0,-1-9 1062,-1-4 0,8 3 0,2 1 0</inkml:trace>
  <inkml:trace contextRef="#ctx0" brushRef="#br0" timeOffset="733">943 276 7725,'0'-18'124,"0"1"1,0-1 292,0 1 1,0-1 0,0 1 482,0-1 1,0 7-2,0-1 0,-2 6-533,-3-5 1,-3 9 0,-6 2 0,3 9 53,-3 7 0,4 7 0,-1 4 0,-3 5-144,-1 4 1,3 5 0,0-2-1,-1 4-157,-3 1 1,6-3 0,5 4 0,1-1-190,-2 1 1,4-6 0,-4 0 0,6-6-582,6-4 1,-2-14 0,8 1 0,3-7-193,6-5 1,-1-2 0,5-4 0,-2-4 216,1-5 0,5-13 0,-6-5 0,0-4-568,2-2 1194,-5 1 0,13-9 0,-6-2 0</inkml:trace>
  <inkml:trace contextRef="#ctx0" brushRef="#br0" timeOffset="1333">1432 101 7756,'8'-17'0,"-6"-1"0,4 1 150,-4-1 0,-4 7 877,-4-1 1,-4 8 0,-7 0-575,-1 8 0,7 6 1,-1 7-1,-1 1-265,-3-1 0,-1 6 0,1 3 0,2-1-46,3 0 1,1 4-1,-3-4 1,3 1-105,2-1 0,0-2 0,4-5 1,-1-1-208,1 1 1,2-7 0,4 1 58,4 1 0,3-5 1,9-2-1,-1-4 131,1-2 0,5 0 1,0 0-1,0 0 197,3 0 1,-5 0 0,6 2 0,-2 2 75,-3 2 0,-3 5 1,-1-3-1,-1 2-66,1 3 0,-9 9 1,-3 1-1,-4 0-246,-2 2 1,-2-3 0,-4 7 0,-7 0-346,-9-2 0,1 4 1,-6-7-1,0-1-428,0 2 1,-3-11 0,-5 1 0,1-5-2006,-1-6 2796,0-2 0,-8-10 0,-2-2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9.681"/>
    </inkml:context>
    <inkml:brush xml:id="br0">
      <inkml:brushProperty name="width" value="0.06" units="cm"/>
      <inkml:brushProperty name="height" value="0.06" units="cm"/>
      <inkml:brushProperty name="color" value="#E71224"/>
    </inkml:brush>
  </inkml:definitions>
  <inkml:trace contextRef="#ctx0" brushRef="#br0">105 961 7913,'-12'0'1484,"1"0"-1155,7 0 1,-4 10 0,8 7 0,2 10-96,4 6 1,-2 10 0,7 6-1,1 7-164,-2 8 1,3 4 0,-5 2 0,0-2-183,0-4 0,-3 2 1,-5-10-1,0-4-850,0-3 0,0-18 116,0-2 1,0-17 845,0-12 0,-15-16 0,-5-11 0</inkml:trace>
  <inkml:trace contextRef="#ctx0" brushRef="#br0" timeOffset="267">0 891 7862,'0'12'765,"0"-1"0,0-5 0,2 6-446,4 2 1,6-7 0,11 1 0,6-2 65,4 0 0,8 5 1,-1-5-1,-1 0-231,-2 2 1,-2-4 0,-2 5 0,-2 1 22,-2 0 1,-13 1 0,1 7 0,-3 1-201,-5 5 1,-1-5-1,-10 6 1,-4-2-571,-5 1 1,-5 7-1,-1-4 1,-3 0 149,-3-4 1,2-5-1,-6-5 1,-1-3-467,1-2 0,6-2 1,-2-6 908,3 0 0,-5-8 0,-2-2 0</inkml:trace>
  <inkml:trace contextRef="#ctx0" brushRef="#br0" timeOffset="501">576 1 7861,'-5'17'0,"-1"2"341,2 5 0,2 5 0,2 12 0,0 7 371,0 8 0,0 14 0,0 12 1,2 3-467,4 2 0,-2 7 0,5 1 0,-1-2-408,-4-4 1,4-6 0,0-15-1,-1-4-611,1-5 0,0-9 1,-4-7-1,2-10-1237,-3-6 2010,-1-12 0,6 1 0,2-6 0</inkml:trace>
  <inkml:trace contextRef="#ctx0" brushRef="#br0" timeOffset="1018">926 1031 8049,'-18'0'493,"9"-8"0,1-2-74,0 1 1,6-1 0,-6 4 275,1-5 0,3 1-214,-8-2 1,0 8-325,-5-1 1,7 10 0,3 7 0,1 4-119,0 1 1,0 8 0,6 2 0,0 2-143,0 1 1,0-3 0,0 4 0,2-4-79,4-2 0,-2-2 1,7-5-1,3-3 29,1-3 0,-3-4 0,0-8 0,1-2 72,3-4 0,-1-4 0,-1-7 1,-4-2 70,-3-5 0,5 5 0,-6-6 0,-2 1 53,-2 1 0,0 0 1,2 5-1,1 1 100,-1-1 0,-2 7 0,-4 1-5,-4 2 0,4 4 1,-5 10-1,1 8-79,0 7 0,-6 0 0,7 9 0,-1 1-242,-2 2 0,6 2 0,-4-2 1,4-2-340,2-2 0,0 0 1,0 4-1,0-4-538,0-6 1,6-3 1058,0-3 0,8-7 0,-5-2 0</inkml:trace>
  <inkml:trace contextRef="#ctx0" brushRef="#br0" timeOffset="1433">1223 891 7811,'-18'23'69,"1"1"0,1 1 0,3-4 0,3 5 503,2 1 1,-3 0 0,5 4 0,2-2-192,2 2 0,2 0 1,0-2-1,0-4-246,0 1 0,0-7 0,2 4-149,4-3 1,-2-5-558,7-3 0,-5-4 0,4-10 326,-3-4 1,5-4-1,-6-7 1,-2-1-114,-2 1 1,4-3 0,-1-1 0,-1-4 181,-2-2 1,4 3-1,0-5 1,0 0 243,1 2 0,-5-4 0,6 6 0,-2 0 171,0-1 1,2 3 0,-5 6 1085,3-1-931,8 1 0,-6 17 0,3 9 1,-5 13-78,-4 5 1,4 8-1,0 6 1,-2-1-225,-3 3 0,5-6 0,0 4 0,-2-5-432,-2-1 1,4-5-1,0-3 1,-3-2-494,-1-4 0,0-3 832,4-7 0,4-11 0,7-9 0</inkml:trace>
  <inkml:trace contextRef="#ctx0" brushRef="#br0" timeOffset="1667">1624 35 7810,'-23'53'560,"0"-1"1,5 3 0,9 3-1,1 8 86,4 7 0,2 7 0,2 7 0,0 1-406,0-1 0,0 6 1,2 0-1,2-3-630,2-7 1,1-7 0,-3-14-1,2-10-142,-2-9 1,0-8 0,0-6-226,2-6 0,-1-13 1,-5-10-815,0-10 1571,0-5 0,-7-11 0,-3-1 0</inkml:trace>
  <inkml:trace contextRef="#ctx0" brushRef="#br0" timeOffset="1966">1345 699 7810,'-2'23'127,"-4"1"0,-2-1 0,-3-6 0,5 1 371,4-1 0,2 7 1,0 1-1,0 0 138,0 0 0,2 1 0,4-3 0,5 4-310,5 0 1,3-2-1,3-7 1,3-1-137,2 1 0,2-3 1,6-1-1,-2-4-99,-4-3 1,4 5-1,-4-6 1,2-2-158,-2-2 1,2 0 0,-7 1-155,-3 3 0,-3 8 139,-7-3 1,-3 5 0,-8 1 28,0 1 1,-6-1 0,-2 1 0,1 1-372,-1 5 1,-4-11 0,4 5-3413,-1-3 3835,5 1 0,-12-7 0,7-1 0</inkml:trace>
  <inkml:trace contextRef="#ctx0" brushRef="#br0" timeOffset="2350">1974 961 7719,'-24'33'608,"3"-2"1,4-4 144,3-2 0,10 5 1,-2-5-1,4 0-381,2 0 0,0 4 1,0-3-1,0-1-152,0 0 0,2 4 0,4-6-335,6-1 0,-3-5-308,3-5 1,-6-4-1,4-10 34,-3-4 1,5-4 0,-6-7 0,0-3-94,1-3 0,-5 2 0,4-8 0,-2-2 255,2-2 0,-4 3 0,4 1 0,-2 0 175,1 2 0,-3-4 0,6 8 1,-2 1 186,0 3 1,1 2 0,-3-1 303,2 1 0,2 9 0,-4 8 66,2 10 0,-1 13 0,-3 6 0,2 4-187,2 2 0,2 0 0,-4 2 0,3 1-470,3 3 0,-4-2 1,6-8-1,-1-2-302,-1 2 1,4-6 0,-7-1-2023,3-5 2476,2-9 0,-3-2 0,-1-8 0</inkml:trace>
  <inkml:trace contextRef="#ctx0" brushRef="#br0" timeOffset="2617">2393 996 8504,'-35'35'760,"0"0"1,2 6-1,4-1 1,7-1-163,9-2 0,-1 6 0,8 5 0,3 7-231,1 3 0,2 6 0,2-4 0,1 2-159,3 4 0,14 4 1,-3 2-1,3-1-124,-1-3 0,-3-7 0,-3 1 0,-3 0-453,-2 0 1,-3-14-1,-5-1 1,0-8-413,0-4 0,-2-8 0,-3-6-186,-7-7 0,-4-6 1,1-10-251,3-4 1,-3-6 1216,3-11 0,-3-4 0,-3-8 0</inkml:trace>
  <inkml:trace contextRef="#ctx0" brushRef="#br0" timeOffset="2950">2725 1083 7816,'25'-17'35,"-6"-1"1,3 1 0,-7-1 236,-3 1 1,5-2 0,5-3-1,-5-1 14,-3 2 0,-11 1 0,5 5 72,0 3 0,-8 4 0,2 10 132,-6 4 0,-8 4 1,5 9-1,-1 2-52,0 3 1,-5 5 0,3-4 0,-2 2-21,1 4 0,5 2 1,-4 2-1,2 2-213,4 4 1,-3-2 0,1 7 0,2 1-116,2-3 0,-4 7 0,0-6 1,1 1-506,-3 1 0,4-9 0,-6 3 0,0-4-519,1-2 1,-3-6 0,-3-2 0,1-3-17,2-9 1,-5-5 0,-6-14 949,1-8 0,-5-7 0,0-16 0</inkml:trace>
  <inkml:trace contextRef="#ctx0" brushRef="#br0" timeOffset="3133">1851 629 7704,'-35'27'1511,"8"-1"0,4-11-1570,4-3 1,11-4-1,8-8 707,10 0 1,5-8 0,4-4 0,3-5-1077,1-7 1,6 3 0,-4-6 0,1 0-1971,-1 0 2398,-2-3 0,2-4 0,3-1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6.763"/>
    </inkml:context>
    <inkml:brush xml:id="br0">
      <inkml:brushProperty name="width" value="0.06" units="cm"/>
      <inkml:brushProperty name="height" value="0.06" units="cm"/>
      <inkml:brushProperty name="color" value="#E71224"/>
    </inkml:brush>
  </inkml:definitions>
  <inkml:trace contextRef="#ctx0" brushRef="#br0">18 541 7922,'0'-36'-2,"-2"-3"1,-2-4 99,-2-2 0,0 7 0,6-3 0,0 6 800,0 6 0,0-2-443,0 8 0,6 9 0,2 14-99,2 10 0,-1 15 0,5 8 0,-4 8-156,-3 3 0,7 9 0,-4 5 0,1-2-146,1-2 0,-8-1 0,4-1 0,-3 1-384,1-1 1,2-5-1,-4-3 1,2-1-470,-2-4 0,-3-2 0,-1-4 0,0-4-2175,0-6 2974,-7-11 0,-11 3 0,-9-5 0</inkml:trace>
  <inkml:trace contextRef="#ctx0" brushRef="#br0" timeOffset="366">70 0 7855,'-15'2'517,"3"4"1,-2-2 237,9 7 1,-1-5-1,8 6 1,4-1-338,5-1 0,5 6 0,1-5 0,1 3-119,-1-2 1,8 1 0,4-7 0,4-2-58,2-2 1,2-2-1,4 0 1,4 0-118,-1 0 1,5 0 0,-9 0-1,-1 0-81,-2 0 0,2 0 0,-2 0 1,-6 0-47,-4 0 0,-4 8 0,-5 5 0,-3 7-12,-3 3 0,-4 8 0,-8 0 1,0 8 129,0 7 1,-6 5 0,-2 1 0,-2 1-65,-3-1 0,-3-6 1,1 1-1,1 0-274,3-3 1,1-7 0,-4-10 0,5-1-853,1-5 1,-4-2-813,6-1 1,1-11 368,5-7 1,0-7 1516,0-11 0,-8-7 0,-2-2 0</inkml:trace>
  <inkml:trace contextRef="#ctx0" brushRef="#br0" timeOffset="616">192 1153 7948,'-13'35'208,"-5"0"1,1-2 1384,3-4 0,7-10-1043,7-7 1,7-8 0,5 1 0,5-3-55,7-2 0,3-2 0,10-3 1,2-7-165,1-4 0,9-1 0,-3-1 0,5-1-360,1-4 1,6 1-1,1-7 1,-3-2-873,-2-2 1,-1-2 0,-3 0 0,-1-1 899,-3-5 0,-7 4 0,4-6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5.814"/>
    </inkml:context>
    <inkml:brush xml:id="br0">
      <inkml:brushProperty name="width" value="0.06" units="cm"/>
      <inkml:brushProperty name="height" value="0.06" units="cm"/>
      <inkml:brushProperty name="color" value="#E71224"/>
    </inkml:brush>
  </inkml:definitions>
  <inkml:trace contextRef="#ctx0" brushRef="#br0">113 298 7801,'-15'-18'784,"3"1"0,4 5-280,8 0 1,0 10 0,0 4 0,0 16-215,0 15 0,0 9 0,0 11 0,2 1-177,4 4 1,-2 3 0,8 6 0,-1-1-404,-1 0 1,4 4 0,-7-12 0,1-1-428,0-3 0,4-5 0,-7-7 0,1-11-481,2-9 0,-6-11 1198,4-16 0,-12-13 0,-4-9 0</inkml:trace>
  <inkml:trace contextRef="#ctx0" brushRef="#br0" timeOffset="317">9 1 7990,'-8'0'896,"8"0"1,8 0 0,11 2 0,4 1-575,6 3 0,4 2 1,4-4-1,2 2-97,2-2 0,7 3 0,-1 1 1,3 0-123,3 0 1,-1 3-1,-1-3 1,-5 4-18,-5 7 0,-12-1 1,-6 7-1,-5 2-53,-7 8 0,3 2 0,-10 7 1,-4 1-81,-4 0 0,-10 1 0,3 9 0,-5 1-108,-1 2 0,-1 0 1,1-5-1,-1-3-235,1-3 0,1 1 0,3-7 1,3-2-233,2-2 1,3-8 0,5-2-2297,0-2 2918,0-2 0,-8-13 0,-2-2 0</inkml:trace>
  <inkml:trace contextRef="#ctx0" brushRef="#br0" timeOffset="566">183 1310 8481,'-8'33'0,"-1"-3"209,-1-7 0,2-4 0,8-1 1,2-3-72,4-3 1,4-4 0,9-8 0,3 0 308,1 0 0,8 0 1,-2 0-1,4-2-451,2-4 0,6 2 0,-1-8 0,1-1-371,2-3 1,0-1-1,3-1 1,-3 1-309,-1-1 0,-5 1 0,4-1 0,-6 3 683,-6 3 0,4-3 0,-6 5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4.864"/>
    </inkml:context>
    <inkml:brush xml:id="br0">
      <inkml:brushProperty name="width" value="0.06" units="cm"/>
      <inkml:brushProperty name="height" value="0.06" units="cm"/>
      <inkml:brushProperty name="color" value="#E71224"/>
    </inkml:brush>
  </inkml:definitions>
  <inkml:trace contextRef="#ctx0" brushRef="#br0">35 121 7824,'-9'-17'615,"1"-1"33,8 1 0,0 11 0,0 10-218,0 11 0,0 17 1,2 2-1,2 13-270,1 9 0,1 3 0,-4 8 0,2 5-449,2 0 1,2 0 0,-4-2 0,1 1-65,-1 5 1,-2-12-1,0 0 1,2-9-1643,2-9 1995,0-3 0,-14-16 0,-2-2 0</inkml:trace>
  <inkml:trace contextRef="#ctx0" brushRef="#br0" timeOffset="350">0 34 7824,'0'-18'1017,"2"9"0,6 3 0,8 6-775,5 6 0,4-4 1,-3 5-1,3-1-119,2 0 1,2 6-1,6-4 1,-2-1 24,-4 1 1,4 6 0,-6-5-1,2 3-140,0 0 1,-7-1 0,1 7 0,-4 1 5,-1 4 1,-3-1 0,-3 5-1,-4 0 64,0 0 1,-6 0-1,3 4 1,-3-1-12,-2 1 1,0 2 0,0 2 0,-2-1-17,-3 1 0,3 6 0,-6 0 1,2-2-190,0-2 0,0 3 0,6 1 0,0-2-278,0-2 1,-5-2 0,-1-2 0,2-2-117,2-2 1,2-2 0,0 2 0,0-6-1353,0-3 1884,-8-3 0,-2 9 0,-7 1 0</inkml:trace>
  <inkml:trace contextRef="#ctx0" brushRef="#br0" timeOffset="567">105 1309 8494,'-11'15'0,"1"-1"590,2-2 1,2-7 0,8 5-96,4-2 0,6-2 0,11-6 0,6-2-193,4-4 1,8-4-1,1-7 1,3-3-247,4-3 0,7 2 0,2-6 0,0-1-590,2 1 0,-5 6 0,3-4 0,-6 3 534,-5 5 0,3-4 0,-5 11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3.947"/>
    </inkml:context>
    <inkml:brush xml:id="br0">
      <inkml:brushProperty name="width" value="0.06" units="cm"/>
      <inkml:brushProperty name="height" value="0.06" units="cm"/>
      <inkml:brushProperty name="color" value="#E71224"/>
    </inkml:brush>
  </inkml:definitions>
  <inkml:trace contextRef="#ctx0" brushRef="#br0">260 53 7683,'0'-17'-422,"0"5"952,0 1-82,0 7-69,0-4 1,0 16 303,0 3 1,-2 5-308,-4 1 0,3-1 1,-7-3-1,2-1 156,4 2 1,-4 3 0,1 6 0,-1 7-51,0 3 0,-5 9 0,3 7 0,0 9-236,4 12 1,3 15-1,-1 14 1,1-48-1,0 1-170,1 0 0,0 1 1,1-1-1,2 1 0,0-1 1,2 0-1,0 1 0,2-1-309,-1 1 0,1-1 1,5 35-1,4-11 0,-5-18-1245,-1-15 1,4-14 374,-7-23 1,1-14 0,-4-19 0,2-4 1102,2-6 0,0-17 0,-6-1 0</inkml:trace>
  <inkml:trace contextRef="#ctx0" brushRef="#br0" timeOffset="367">51 472 7823,'-18'0'500,"1"0"-295,7 0 1,4-5 0,12-3-1,6-2-27,3-3 0,3-5 0,1-3 0,4-4-10,6-3 0,-1 5 1,1-4-1,2 0-46,2 0 0,-4 5 1,-2-1-1,0 4 28,0 1 1,1 6-1,3 3 1,-4 1 83,-2 4 0,4 16 0,-6 9 0,1 10 144,1 12 0,-6 7 0,5 9 0,-5 5-306,-2 3 0,1 13 0,-1 3 0,-1 5-346,-4-3 0,1-3 1,-7-1-1,0-5-85,2-4 1,-7-18 0,3-9-1,-6-10-489,-3-6 1,-9-14-1,2 1 848,-3-7 0,-3 5 0,1-4 0</inkml:trace>
  <inkml:trace contextRef="#ctx0" brushRef="#br0" timeOffset="602">155 1468 7807,'-7'27'146,"5"6"1,-4-4 0,6 2 294,6-2 1,5 2 0,13-7 0,7-3 209,8-2 0,-1-7 0,7-2 0,0-2-638,-1-5 0,5-3 0,7-3 0,0-5-471,-5-2 1,-1 0-1,-7-3 1,0 3-1676,-1 2 2133,-1 3 0,-14-3 0,-2-2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8.997"/>
    </inkml:context>
    <inkml:brush xml:id="br0">
      <inkml:brushProperty name="width" value="0.06" units="cm"/>
      <inkml:brushProperty name="height" value="0.06" units="cm"/>
      <inkml:brushProperty name="color" value="#E71224"/>
    </inkml:brush>
  </inkml:definitions>
  <inkml:trace contextRef="#ctx0" brushRef="#br0">295 408 7694,'-17'0'245,"-1"-2"0,1 0 0,2 2 0,3 10 0,8 11 428,8 14 1,2 17-1,9 20 1,7 17-477,-10-36 0,1 3 1,4 13-1,1 4 1,2 13-1,0 4 1,-6-23-1,0 1 0,-1 1-139,1 6 1,1 1-1,-1 2 1,1 5 0,-1 2-1,2 1 1,0 4-1,1 1 1,0 0 0,-1-3-1,-1 1 1,-1-2-246,-2-5 1,0-1-1,-1-2 1,-2-6 0,0-1-1,-2-1 1,0 25-1,-3-2 1,0-4 0,-2-2 62,0-1 0,-2-3 1,-3-10-1,-2-2 1,0-3-1,-1-1 1,-2-6-1,0-1-81,0-5 1,-1-2 0,-9 39 0,1-9-1,-1-12-42,1-16 1,-1-6 0,3-13 0,1-8-226,3-7 0,1-11 0,-2-18-81,7-11 1,-3-15 0,0-15 552,-2-9 0,14-5 0,-2-8 0</inkml:trace>
  <inkml:trace contextRef="#ctx0" brushRef="#br0" timeOffset="406">68 338 7849,'-17'10'481,"-1"-5"0,3 5-97,3 2 0,6 1 0,14-1-115,10-6 1,7-4 0,10-2 0,2 0-75,3 0 1,5-2-1,7-4 1,1-6-42,-1-3 0,6-9 0,1-1 0,-1-2-144,2-4 1,-4-4 0,6-4 0,-3-1-80,-9 1 1,-1 8 0,-13 4 0,-4 1-43,-5 5 1,-6 13 361,-9 14 0,-5 21 0,-7 28 0,0 14-81,0 17 1,-3-34 0,-1 2 0,-1 9 0,0 3 0,-1 7 0,0 3-3,0 8 1,1 3 0,2 2-1,2 2 1,-1-23 0,1 2 0,0 0-1,1 1 1,2 1 0,0 0-357,1 3 0,1 0 0,0 0 0,3 2 0,0 1 0,1-2 0,-1-2 0,1-2 0,0 0 0,3 28 0,-1-2-57,0-12 1,0-4-1,-1-14 1,-1-4-1,0-7 1,0-3 0,5 41-562,-1-12 0,-8-13 1,2-13-1,-4-9 10,-2-7 1,0-4 0,0-4 795,0-4 0,0 4 0,0-6 0</inkml:trace>
  <inkml:trace contextRef="#ctx0" brushRef="#br0" timeOffset="648">645 4145 7689,'0'18'948,"2"-1"-732,3 0 1,13-7 0,11-6 0,6-10-161,6-11 1,11-10 0,12-14 0,6-6 28,6-3 0,1-10 1,-35 29-1,0 0 1,-1-1-1,1 0-384,3-1 1,-1 1-1,34-24 1,0-2-1,-12 6 299,-6 5 0,-2-3 0,-6 5 0</inkml:trace>
  <inkml:trace contextRef="#ctx0" brushRef="#br0" timeOffset="1267">1972 2049 7719,'-17'-9'428,"1"1"0,2 2 199,3 0 0,7-2 79,-2 3 1,4 7-1,2 3-224,0 17 1,6 11 0,2 8 0,1 5-122,5 5 1,-4 3 0,-1 2 0,1 2-344,0-1 1,-4-3 0,3-2-1,-1-1-248,-4-5 1,-2-11 0,-2-11-92,0-5 0,-6-11 1,-2-8-1,-1-12-112,-5-9 0,-3-8 0,-5-12 0,-1-6 156,2-3 0,3-3 0,5-1 0,3-6 287,2-10 0,2 0 0,6-7 0,0-1 24,0-3 0,8-11 1,4-1-1,3 6-3,3 9 1,5 14 0,0 23-1,1 14 159,1 12 1,-6 7 0,4 10-1,-1 6 47,1 9 0,-4 8 1,7 12-1,-3 2-153,0 2 0,1 7 0,-9-3 0,-1 2-537,-3-1 0,-7-1 0,2 1 1,-4-5-241,-2-4 1,-2-4-1,-4-2 1,-7-6 134,-9-5 0,3-7 1,-4-13 557,3 0 0,3-8 0,-1-1 0</inkml:trace>
  <inkml:trace contextRef="#ctx0" brushRef="#br0" timeOffset="1766">2234 1421 9065,'8'17'593,"-4"3"1,7 5-1,3 10-31,1 9 1,3 7 0,1 3 0,3 4-206,1 6 1,0-4-1,-7-1 1,-3-7-285,-1-5 0,-8-5 0,2-9 97,-4-4 0,-4-11-156,-4-12 0,2-4 0,-6-6 0,0-6-263,1-7 0,5-7 1,-2 3-1,4-4 17,2-2 0,-6-3 0,0-4 0,3-3 20,1-4 0,2-2 0,2-5 1,1 1 5,3-1 0,2 3 0,-2-2 1,6 1 189,3 1 0,4 3 0,3 9 1,1 3 132,-2 7 0,5 6 0,-3 5 0,0 6 94,2 4 1,-3 2 0,7 2-1,0 2-20,-2 2 0,4 8 0,-7-5 0,-3 3-56,-2 0 1,-1-1 0,-3 7 103,-3-1 1,-4-5-39,-8-1 1,-2-1 0,-4 4-154,-6-3 0,-3-1 1,-3 4-1,1-3-177,-1 3 0,7-1 1,-1 1-1,-2-2-224,-1 1 0,3 1 0,3-1 0,1-1-384,4 2 0,2 1 1,2 3-101,0-1 1,0 1 0,2-1 177,4 0 1,3-7 658,9-4 0,7-4 0,2-2 0</inkml:trace>
  <inkml:trace contextRef="#ctx0" brushRef="#br0" timeOffset="2066">3334 897 8101,'-27'0'655,"2"2"0,7 2 0,1 3-347,-1 3 0,1 9 1,-1 11-1,1 2 104,0 3 1,7 0-1,4 2 1,4 2-198,2 2 1,0 5 0,2-5-1,4-4-72,5-6 1,5 2 0,1-6 0,3 2-11,3 0 0,-1-7 0,5-1 1,-2-5-96,-4-5 0,4 1 0,-1 5-31,-3 1 1,-3-1 0,-5-1-1,-3-3-65,-2-1 1,-4 0-1,-10 5 1,-8 1-350,-7-1 0,-1 1 0,-7 1 0,-2 2-454,-2 3 0,-4 1 0,-1-2 0,-5 6 861,-2 4 0,-1 2 0,-7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22.080"/>
    </inkml:context>
    <inkml:brush xml:id="br0">
      <inkml:brushProperty name="width" value="0.06" units="cm"/>
      <inkml:brushProperty name="height" value="0.06" units="cm"/>
      <inkml:brushProperty name="color" value="#E71224"/>
    </inkml:brush>
  </inkml:definitions>
  <inkml:trace contextRef="#ctx0" brushRef="#br0">32 0 7888,'0'18'140,"0"-5"0,0 3 0,0 5 316,0 4 1,0 14 0,2 15 0,4 14-113,5 12 1,-1 5 0,2 3-1,1-1-274,3 0 1,-1 4 0,-1-3 0,-2-9-306,1-5 0,-5-6 0,0-4 1,-3-10-1349,1-11 538,0-10 0,-6-31 1045,0-8 0,0-23 0,0-8 0</inkml:trace>
  <inkml:trace contextRef="#ctx0" brushRef="#br0" timeOffset="300">14 70 7885,'-1'17'410,"-5"1"1,4-1 0,-2-1-206,8-4 1,11-5 0,11-7-1,1 0 113,4 0 0,4 0 0,3-2 0,5-1-37,2-3 1,1 0-1,7 6 1,-1 0-44,1 0 0,-1 10 0,-2 5 0,-3 8 2,-6 5 0,-12 8 1,-6 13-1,-5 7-95,-7 8 0,-3 0 0,-8 4 0,0 4-344,0 0 0,-8 5 0,-3-3 0,-5-4-36,-1-4 1,-1-10 0,1 2-1,-1-3-422,1-3 1,-1-9-1,1-6 1,-1-8-688,1-4 0,1 4 1344,5-6 0,-13 1 0,5-7 0</inkml:trace>
  <inkml:trace contextRef="#ctx0" brushRef="#br0" timeOffset="500">207 1397 7837,'0'18'0,"0"-1"0,0 1 0,0-1 395,0 1 1,9-1-1,9 1 1,9-3-82,6-3 0,10 1 0,5-7 1,6-4-248,5-6 1,9-7-1,0-13 1,5-5-125,1-4 1,-4 4 0,-4 0-1,-2-2-514,2-2 1,6 0 570,-3 4 0,5-4 0,-12 6 0</inkml:trace>
  <inkml:trace contextRef="#ctx0" brushRef="#br0" timeOffset="1033">1953 804 7773,'-17'-2'126,"-1"-4"0,3 2 0,1-8 191,2-1 1,3-3 0,-5-1 0,4-1 23,3 1 1,-7 1-1,4 3 1,-1 3-155,-1 2 1,-2 0-1,-7 5 1,-2-3-19,1 2 0,3 10 1,2 5-1,-1 5 21,1 1 0,-1 8 0,1 5 0,-1 5-110,1 5 0,5-1 1,2 6-1,3-3-154,3-3 1,2-2-1,2-2 1,2-2-24,4-4 1,3-4-1,9-9 1,1-4-7,4-7 0,-1-5 0,5-5 0,-2-9 14,-3-7 0,3-1 1,-2-7-1,0 0 61,3 2 0,-7-6 1,4 6-1,-5-2 14,-7-1 1,5 9 0,-6-2 343,-1 3 1,-3 7-58,-12 7 0,-1 16 1,-7 21-1,2 6-126,-1 3 0,-3 9 0,1-4 1,1 1-271,2 1 0,9-8 1,-3 1-1,4-3-609,2-2 0,0-8 0,0-3-431,0-5 1,8-13-1,3-10 742,5-12 1,1-13 0,1-2 0,-1-6 420,1-3 0,-1-9 0,1 4 0</inkml:trace>
  <inkml:trace contextRef="#ctx0" brushRef="#br0" timeOffset="1400">2040 349 7773,'0'-33'108,"0"4"0,0 10 0,0 11 293,0 6 1,-5 14 0,-1 17 0,0 6-20,-2 6 1,6 3 0,-6 11-1,3 1-27,-1 2 1,0 10 0,4 2 0,-2 9-162,-2 7 0,0 1 0,6 0 0,0 1-92,0-1 1,0-15 0,0-10-1,0-13 135,0-15 0,0-6-210,0-11 0,2-15 0,2-10 1,4-11-290,2-10 0,-1-4 0,5-4 0,-2-2-80,1-2 0,1-7 1,-1 1-1,-1-1 249,2 1 0,1 3 0,3 5 1,-1-2 138,1 2 1,-7 4 0,1 8 0,0 8 164,-3 5 0,7 10 0,-7 2 139,1 12 0,-2 4 0,-8 15 0,0 2-155,0 2 0,6 2 0,0 0 0,-3-1-338,-1 1 0,-2 0 0,0-2 1,-2-2-390,-3-2 0,3-7 0,-6 1 1,2-3-350,0-3 0,-5 0 0,3-1 881,-2-4 0,6-5 0,-3-7 0</inkml:trace>
  <inkml:trace contextRef="#ctx0" brushRef="#br0" timeOffset="1750">2599 873 9078,'-17'6'0,"-1"0"1494,1-2 1,-1-2-518,1-2 1,7 2-622,4 4 1,-1-3-1,1 9-195,2 2 0,2 1 0,0 5 1,-2 1-41,-2 2 0,-1 6 0,3-3 1,-2 1-37,2 4 0,0 2 0,0 0 0,-2-2 23,2-2 1,3-2-1,1 4 1,0-4 148,0-1 1,0-3 0,0-6 0,1 3 97,5 3 1,2-4 0,6 5-1,-5-5-49,-1-1 0,6-1 0,-5 0 1,3 1-245,0-1 1,-8 1 0,1-1-1,-3 1-464,-2-1 0,-2 1 1,-3-1-1,-7-1-1122,-4-5 1,-1 3-1,-2-8 1524,-5-2 0,-3-2 0,-8-2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2.570"/>
    </inkml:context>
    <inkml:brush xml:id="br0">
      <inkml:brushProperty name="width" value="0.06" units="cm"/>
      <inkml:brushProperty name="height" value="0.06" units="cm"/>
      <inkml:brushProperty name="color" value="#E71224"/>
    </inkml:brush>
  </inkml:definitions>
  <inkml:trace contextRef="#ctx0" brushRef="#br0">106 1324 7786,'-8'-18'297,"6"7"0,-4-1 0,4-2 0,2-1 0,0-3 753,0 1 1,0 0 0,0-1 265,0 1-780,-7 7 1,-3 4-346,-8 12 0,7 9 0,1 9 1,0-1-177,1 2 0,5-5 1,-2 5-1,4 0-235,2 4 0,0-2 0,0 1 0,0-3-413,0-4 0,8-1 0,3-3 0,5 0-269,1 1 0,7-8 0,1-5 0,2-3 902,4-2 0,2-7 0,2-3 0</inkml:trace>
  <inkml:trace contextRef="#ctx0" brushRef="#br0" timeOffset="400">472 1149 7798,'-17'0'318,"0"0"1,-1 6 445,1 0 1,-1 7-439,1-1 0,1 4 1,5 1-184,5 0 0,4-5 1,2 0-136,0 1 0,2-3 0,4 0 0,3-1 28,1 1 1,5-6-1,-3 2 1,6-6-62,5-6 1,-4-2 0,5-5-1,-5-1 52,-2-5 0,-1 1 0,-2-5 0,-3 2-14,3-3 0,-6 5 1,-3-4-1,-3 3-70,-2 3 1,0-1 0,-2 3-105,-3 3 0,-11 4 0,-7 8 0,-1 0-327,-1 0 1,6 2 0,-5 4-1,5 6-517,2 3 0,-1 3 1005,1-1 0,-1 8 0,1 3 0</inkml:trace>
  <inkml:trace contextRef="#ctx0" brushRef="#br0" timeOffset="1050">857 1009 7872,'-10'-7'305,"0"5"1,6-6 835,-1 0 0,-3 4-523,2-7 0,4 5 0,-6-4 196,1 2 1,-3 3-516,-8 5 0,1 0 1,-1 2-232,1 3 1,0 5 0,1 8-1,2 1-92,3 4 0,7-1 0,-4 5 0,2-2-123,0-4 1,1 5 0,7-3-73,3-2 1,5-3 0,10-7 0,1-5 75,2-4 1,2-4 0,-3-6 0,1-7-54,-2-7 1,-1-3 0,-3 2-1,1-4-26,-1 0 1,-5 1-1,-2 9 1,-3-1 73,-3 1 0,-4 0 1,-6 1-1,-5 4-119,-5 7 1,-1 3-1,-1 2 1,-1 0-844,-4 0 1,3 7-414,-3 5 1523,3 4 0,3 1 0,0 0 0</inkml:trace>
  <inkml:trace contextRef="#ctx0" brushRef="#br0" timeOffset="1416">1101 992 7796,'0'12'2130,"2"-3"-902,4-1 0,-4 6-666,4-3 0,-4 5 0,-2 1-303,0 1 1,0-1-1,2 1 10,3-1 1,-3-5 274,4-1-450,-4 1 1,-4-2 0,-2-6-231,-2-8 1,-1-6 0,3-7-1,-2-3-69,2-3 1,2 2 0,2-9 0,0-1 78,0-2 0,0 4 0,0 0 0,0 0 79,0 2 1,8 0 0,2 5 0,1-1-56,1 2 0,0 1 0,7 5 0,2 3-96,3 6 0,-1 4 0,-6 2 0,3 0-159,3 0 0,-4 2 1,5 4-1,-5 6-828,-1 3 0,-7 3 1,1-1 1184,1 1 0,-5-1 0,0 1 0</inkml:trace>
  <inkml:trace contextRef="#ctx0" brushRef="#br0" timeOffset="1850">1468 49 7739,'0'-18'2597,"0"1"-1796,0 7 0,0 6 0,2 14 1,2 11-240,2 11 0,7 0 0,-1 15 0,3 2-199,3 1 1,5 4 0,0 5 0,1 3-218,1 0 0,-6-2 1,5-8-1,-7-1-64,-5-5 0,1-3 0,-7-10 1,-2-4-150,-2-6-96,-2-11 0,-8-4 0,-3-10-92,-5-4 0,0 2 1,3-7-1,1-1-94,-1 2 1,-3-5 0,-1 3 0,-1-4-73,1-1 0,-1 5 0,1 1 1,-1-1 23,1 2 1,-1 3 0,1 7 482,-1 0 1,9 2-1,1 3 1,2 7 136,0 4 1,1 1 0,5 2-1,0 3-78,0 1 0,5 6 1,3-4-1,2 1-318,3-1 0,5-2 1,3-5-1,4-1-439,3 1 1,-5-9-1,6-3 1,0-4-309,-2-2 1,6 0 0,-6-2 919,1-4 0,5-11 0,-6-10 0</inkml:trace>
  <inkml:trace contextRef="#ctx0" brushRef="#br0" timeOffset="2199">2044 486 7739,'-17'0'137,"-1"7"0,1 3 0,-1 2 620,1-1 1,5-5 0,1 6-1,-1 1-30,2 3 0,1-1 0,5-1 1,-2-2 24,2 1 1,2 3-626,2 1 1,0 1 0,2-3-156,4-3 0,4 1 1,7-5-70,0 2 0,1-6 0,-1 2 26,1-5 1,-1-1-1,1 0 155,-1 0 0,1 0 1,-1 0-1,1-1 435,-1-5 1,-5 4 161,-1-4 0,-5-2-416,6 2 0,-10 3 1,-2 8-1,-12 5-892,-9 0 1,-1 5 0,-7-3 0,-2 3-985,-2 3 1,-2-3-1,0-1 1611,1-2 0,-9-1 0,-2 7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6.020"/>
    </inkml:context>
    <inkml:brush xml:id="br0">
      <inkml:brushProperty name="width" value="0.06" units="cm"/>
      <inkml:brushProperty name="height" value="0.06" units="cm"/>
      <inkml:brushProperty name="color" value="#E71224"/>
    </inkml:brush>
  </inkml:definitions>
  <inkml:trace contextRef="#ctx0" brushRef="#br0">297 911 8128,'-17'-18'513,"-1"1"1,1 1-67,-1 5 0,7-3 0,-1 6 1,-2 0-67,-1 1 1,-4 1 0,-3 6 0,-1 0 72,2 0 0,7 2 1,2 6-1,-1 7-248,-3 6 0,6 10 0,3-1 0,1 3-207,0 1 1,0 1-1,6 0 1,2-2-127,4-4 0,6 2 0,11-7 1,6-3-739,4-1 1,2-5 0,0-3 0,0-8-681,0-8 1,2-6 1544,3-7 0,-3-16 0,6-4 0</inkml:trace>
  <inkml:trace contextRef="#ctx0" brushRef="#br0" timeOffset="350">489 753 7793,'-2'16'105,"-3"-4"1,-3 3 0,-6-5-1,4 3 426,3 5 1,-5-5-1,4 13 1,1-3-166,-1 0 1,0 8-1,4-2 1,-2 6 108,2 6 1,2-4-1,2 4 1,0-4-244,0-2 1,0-1 0,2-1 0,4-3-201,6-7 1,3-12 0,3-5 0,-1-4 9,1-2 0,-1-8 0,1-5 0,-1-8-134,1-9 1,-1-4-1,1-5 1,-3-2-86,-3 2 1,-3 0 0,-5 1-1,2-3-57,-2 2 1,-2 4 0,-2 4 0,-2 4-75,-4 2 0,-3 1 1,-9 9-1,1 3-174,-1 6 1,1 4 0,-1 2 0,1 0-81,-1 0 1,3 2-1,1 4 1,4 8-603,3 7 1164,1-2 0,-2 14 0,-2-5 0</inkml:trace>
  <inkml:trace contextRef="#ctx0" brushRef="#br0" timeOffset="1083">943 823 7770,'-17'0'253,"-1"0"1,1 0 0,-1 0 0,1 0 458,0 0 0,5 0 0,2 2 0,1 2-303,-1 2 1,4 6-1,-4-5 1,3 3-158,3 4 1,-4 1 0,2 3 0,2-1-103,2 1 1,2-1 0,0 0 0,2 1-70,4-1 0,4-1 0,7-4 0,3-7-157,3-3 1,-2-2 0,6-2 0,1-3-86,-1-7 1,-6-4-1,2-3 1,-3-2 93,-3-3 1,1-5 0,-3 4 0,-3 0 38,-6 0 0,-4 1 0,-2 5 0,-2-1-29,-4 3 0,-6-2 1,-11 13-1,-4 2-456,0 2 0,-6 2 0,3 2 0,-1 4-63,2 5 1,-2-1 0,8 2 0,4 1-207,5 3 782,-2 1 0,7 1 0,-9-1 0</inkml:trace>
  <inkml:trace contextRef="#ctx0" brushRef="#br0" timeOffset="1483">1205 806 8701,'-17'6'0,"-1"1"924,1 3 0,1-4 1,5 6-254,5 1 0,4 3 1,2 1-416,0 1 1,0-1-1,0 1 1,2-1-99,4 0 1,-2 1 0,7-1 41,3 1 0,-6-1 1,-1-1-1,-1-3 611,0-1-1805,0-8 835,-6 4 0,0-16 0,-2-6 0,-2-5 151,-2-4 0,-2-6 0,5 3 0,-3-1 15,2-4 0,2-2 0,2-4 0,0-2-38,0-1 0,2 1 0,2 6 0,3 2 1,3 0 0,-4 0 0,6 9-179,1-1 1,3 2 0,1 9-414,1 6 0,-1 6 0,1 4 0,-1 4-254,1 2 1,-1 7-1,0 6 1,-1-1 875,-4-3 0,3-1 0,-5-1 0</inkml:trace>
  <inkml:trace contextRef="#ctx0" brushRef="#br0" timeOffset="1917">1502 20 7767,'-6'-14'988,"1"9"1,-1 12-1,6 20 1,0 5-347,0 4 1,2 11 0,3 1 0,7 9-389,4 7 1,7 11 0,2 5 0,2 0-264,4-5 0,0-3 0,-1-6 0,-7-6 170,-4-7 1,-9-15 0,-2-3-137,-1-9 1,-7-15-207,0-5 1,-1-12 0,-11-5 0,0-5 18,3-1 0,-7-7 1,4-1-1,-3-2 12,-3-4 0,1 4 0,-1-2 0,1-2-224,0-2 0,-7 3 0,-1 3 0,0 2 64,0 4 1,1 1-1,7 5 1,-1 3 558,1 6 0,5 6 0,3 6 0,1 6 29,4 3 0,2 10 0,2 3 1,0 1-39,0 0 0,0-2 1,0 4-1,2-2-52,4 2 1,3-4-1,9 1 1,1-3-602,5-4 0,-3-1 0,6-5 0,0-3-566,0-6 1,1-5 0,3-1 0,-2 0-283,2 0 1261,-6-7 0,16-3 0,-4-7 0</inkml:trace>
  <inkml:trace contextRef="#ctx0" brushRef="#br0" timeOffset="2249">2061 439 7919,'-29'33'649,"0"-4"1,-6 4 0,12-2 0,1 6-21,3 4 0,3-2 1,5-8-1,5-4-467,4-2 0,2-2 0,2-7-48,4-4 1,-2-5 0,9-7-1,5 0-95,3 0 1,4-2-1,-3-3 1,1-7-267,-2-4 1,4-1 0,1-2 0,-1-1 448,0 3 1,-2-5 0,-5 11 0,-1-3 322,1 2 0,-1-1 199,1 7 0,-3 2 1,-7 10-607,-14 6 0,-5 11 0,-17 6 0,1 6-856,0 6 0,-8-3 1,-6 7-1,3-2 738,1-4 0,-6 5 0,-2 1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5.084"/>
    </inkml:context>
    <inkml:brush xml:id="br0">
      <inkml:brushProperty name="width" value="0.06" units="cm"/>
      <inkml:brushProperty name="height" value="0.06" units="cm"/>
      <inkml:brushProperty name="color" value="#E71224"/>
    </inkml:brush>
  </inkml:definitions>
  <inkml:trace contextRef="#ctx0" brushRef="#br0">140 1 7889,'-15'2'868,"3"7"-203,6 15 1,4 15 0,2 27 0,2 15-455,4 14 1,-2-40 0,2 1 0,2 2 0,1 0 0,0 2-1,0 0-270,-1 1 1,1 1 0,-1 0 0,0 0 0,-1-2 0,-1-2 0,0-5 0,0-1-461,7 41 0,-3-17 0,0-20-387,-2-7 0,-3-24 334,-5-19 0,0-12 1,0-13-1,-2-5 572,-3-5 0,3-12 0,-14-3 0,6-9 0</inkml:trace>
  <inkml:trace contextRef="#ctx0" brushRef="#br0" timeOffset="317">0 53 8698,'18'0'628,"-1"0"0,5 0 0,7 0 1,12 0-191,7 0 1,12-6-1,4 1 1,2 1-206,-2 2 1,2 2-1,-10 0 1,-3 2-84,-5 4 0,-11 3 1,0 9-1,-10-1-11,-7 1 0,-5 5 0,-11 2 1,2 2-12,-2 4 0,-4 8 0,-4 4 1,-2 0-56,2-1 1,-4 5 0,1-4 0,-1 1-92,0 5 0,2 1 1,6 4-1,0 3-259,0 1 0,0 0 0,0-5 1,0-3-226,0-3 1,0 7 0,0-8 0,0-3-193,0-4 1,0-10 0,0-2 0,-2-2-258,-3-3 951,3-11 0,-14 5 0,6-6 0</inkml:trace>
  <inkml:trace contextRef="#ctx0" brushRef="#br0" timeOffset="533">140 1590 7914,'-15'35'207,"9"0"1,-10-2 0,7-2 66,5-2 0,15-8 0,11 3 0,7-7 325,8-5 0,9-4 0,3-8 0,7-2-293,8-4 0,12-10 0,5-9 0,3-2-607,-3-4 0,-3-2 1,-8 0-1,1 2-212,5 2 1,-12 7-1,0-1 1,-10 2-1701,-7-3 2213,-4 5 0,-1-14 0,3 6 0</inkml:trace>
  <inkml:trace contextRef="#ctx0" brushRef="#br0" timeOffset="766">1677 18 8284,'-35'8'0,"0"6"686,0 7 0,6 6 0,2 10 0,4 6-334,7 9 0,-1 8 1,5 12-1,-4 4-108,-1 5 0,7-3 0,3-2 0,1-7-394,0-5 0,2-1 0,8-7 1,4 0-883,1-5 1,3-9 0,5-13 0,-1-5-92,-4-5 1,3-9 1122,-3-4 0,-4-5 0,-1-1 0</inkml:trace>
  <inkml:trace contextRef="#ctx0" brushRef="#br0" timeOffset="1303">1904 909 7791,'0'-25'-26,"0"3"1,0-5-1,0 0 87,0 0 0,0 4 1,-2-5-1,-2 1 87,-2 0 1,1 4-1,3-4 242,-4 1 1,2 5-192,-8 9 0,6 7 1,-5 10-1,-1 9-44,2 7 1,-5 5 0,5 5-1,-1-2-71,-1 2 0,6 4 0,-4 4 0,1 1-80,-1-1 0,6-2 0,-2-4 0,4-2-88,2-2 1,0-8-1,0 3 1,2-7-82,4-5 1,4-4 0,9-10 126,5-4 1,-5-6 0,4-11 0,-1-4 3,1 0 0,-4-6 1,3 4-1,-7-4 48,-3-2 1,-3 5 0,5 1-1,-4 0 236,-2 2 1,-3 2 304,-5 7 0,0 11-440,0 7 1,0 13-1,-2 11 1,-1-1-179,-3 2 1,0-4 0,6 8 0,0 1-329,0-3 1,0 0 0,0-6-239,0 3 1,0-1 0,2-8-309,4-3 0,3-4 937,9-8 0,-1-8 0,1-2 0</inkml:trace>
  <inkml:trace contextRef="#ctx0" brushRef="#br0" timeOffset="1633">2218 630 8072,'-11'11'448,"-1"1"1,-7-1-1,9 7 1,-2-1-154,1 1 1,5 1 0,-4 3 0,2 3 51,5 2 1,-1-4-1,0 4 1,-2-1 27,2-5 0,2-2-299,2-1 1,2-8 0,2-7 30,2-6 0,7-1 1,-3-8-1,2-3-82,-1-7 1,-5 3 0,4-6 0,0-1-109,-1-3 0,1 4 1,4 0-1,-5 2-255,-1-1 0,4 1 0,-5 4-114,3-5 0,0 5 1,3-4-33,-1 3 0,-6 10 1,4 7 28,-3 6 0,1 7 1,-4 8-1,4-1 71,1 1 1,-3-1 0,6 0 0,1 1 383,3-1 0,-4-5 0,-1-2 0,1-1 0,-2 1 0,5 2 0,-5 5 0</inkml:trace>
  <inkml:trace contextRef="#ctx0" brushRef="#br0" timeOffset="2099">2480 752 7746,'10'0'2903,"-2"0"-2454,-16 8 0,0 1 1,-3 11-1,5 3-114,4 6 1,-4 6 0,0 4 0,2 3-126,2 3 0,2 4 1,-2 7-1,-1 2-227,-3-2 1,-6 1 0,4-3 0,-1 0-163,-5-3 1,4-10-1,-1-3 1,-1-7-365,2-7 0,1-13 226,3-5 0,4-14 0,-4-7 1,4-8 91,2-5 1,8-7-1,4-5 1,1 1 214,-1 2 1,3 2-1,-3 0 1,3 0 84,3 0 1,-6 2 0,-1 2 0,3 4 245,1 2 1,3 0 0,-1 3 0,1-3-22,-1-2 1,3 6-1,3-5 1,6 1-86,4-4 0,0-4 0,-2-2 0,-2 0-180,2 0 1,-4 0 0,0-2 0,-1-1-143,-5-3 1,-2-2-1,-3 4 1,-4-1-40,-7 1 0,-3 10 0,-4 5 0,-3 7 74,-7 5 0,-4 5 0,-3 7 1,-2 3 205,-3 9 1,-1 8 0,4 14 0,-4 3 21,-3 4 0,7 4 0,-2 7 0,3 0-64,3 1 0,5-1 0,3-1 0,1-3-125,4-1 1,2-8-1,4 1 1,4-3-526,5-2 0,13-10 0,3-5 1,2-9-284,0-3 1,0-4-1,4-10 1,-2-5 840,-2-5 0,0-9 0,6-2 0</inkml:trace>
  <inkml:trace contextRef="#ctx0" brushRef="#br0" timeOffset="3167">1572 1939 7760,'10'-17'0,"-2"-2"166,-1-5 0,-5 11 0,4-5 425,-4 3 1,-2 5 0,-2 0-16,-4 2 0,-3 3 0,-9 7-84,1 3 0,-1 5 1,1 8-1,-1 1-160,1 4 0,-6-1 0,-1 7 0,3 2-196,2 2 1,1 2 0,1 0 0,1 0-29,4-1 1,-1 1 0,7-2 0,2-2-161,2-1 0,2-7 0,2 4 0,4-2-110,6-3 1,-3-9-1,1-1 1,0-1-222,-1-1 235,3 6 0,-2-7-113,-4 9 1,-6-8-1,-6-5 1,-6-1-285,-3 2 1,-9-2 0,1 6-1,0-3 134,-2-3 0,5-2 0,-3-2 0,3 0-51,3 0 1,5-2 0,3-4 0,1-5-354,4-5 0,4-3 815,6-4 0,11-5 0,10-6 0</inkml:trace>
  <inkml:trace contextRef="#ctx0" brushRef="#br0" timeOffset="3437">1834 2044 8069,'10'-8'1819,"0"6"-329,-5-3-1145,-3 3 0,-2 4 0,-9 3 0,-3 5-99,0 0 0,1 7 0,-7-1 1,-1 7-131,-4 4 1,3 0-1,-3 5 1,3-3-96,3 2 0,1 2 0,3 2 0,3-2-431,2-4 0,3 2 0,5-6-268,0 2 0,2-7 1,3-3-1,9-9-103,7-6 1,1-10 0,5-4 0,0-3 780,0-3 0,-6-7 0,12-2 0,-5-8 0</inkml:trace>
  <inkml:trace contextRef="#ctx0" brushRef="#br0" timeOffset="4082">2131 2062 8075,'-17'0'1344,"-1"0"1,6 0-1022,1 0 1,1 7-1,-3 5-129,1 4 1,6 1-1,-4 0 1,3 1-110,3-1 0,-4 7 0,2-1 1,2 0-185,2 2 0,2-5 1,0 3-117,0-3 0,2-5 0,4-3-21,6-6 0,3-6 0,3-6 0,-1-6 66,1-3 1,5-11 0,0-3 0,-1-4 111,-3-2 1,-2 2 0,1 2 0,-1 4 46,1 2 1,-3-4-1,-3 6 1,-6 1 342,-4 3 0,4 7-176,-1 0 0,-5 16 0,-7 4 0,-3 10-108,-4 5 0,5 8 0,-1-4 0,2 2-21,4 0 1,-3-2 0,1 5-1,2-5-225,2-2 0,2-2 0,0-5 0,0-1-589,0 1 1,8-9 342,3-3 0,5-6 0,-1-6 0,-1-7 124,-2-9 1,-1 1 0,5-6 0,-3 0 319,-1 0 0,-6-3 0,3-3 0,1 2 0,0 2 0,-6 0 0,4-6 0,-3-2 0,1-3 0,2-5 0,-4-7 0,2-1 0,-2 1 0,3-8 0,-1-2 0,0 1 34,2 9 1,-6 9 0,3 14 0,-1 6 509,2 4 0,-4 11 0,4 8 0,-6 11 146,-6 11 0,-2 5 0,-3 8 0,3 2-192,0 3 1,6-1 0,-6 8-1,3 1-143,-1 3 1,0 1 0,6 1 0,0-3-77,0-3 0,-6 9 0,0-6 0,2 1-482,3-3 1,6-11 0,1 0 0,0-8-873,2-4 1,-4-3 0,7-11 400,3-5 1,-1-6 0,1-6-1,-4-7 674,-2-9 0,5-5 0,-3-8 0</inkml:trace>
  <inkml:trace contextRef="#ctx0" brushRef="#br0" timeOffset="4450">2672 1852 7737,'-33'23'485,"4"1"1,-2 5-1,10-4 1,5 0 164,9 0 1,5-1 0,2-5 0,0 2-262,0 3 1,7-7 0,5-7 0,4 0-187,1-1 1,8-5-1,3 2 1,1-4-80,0-2 1,0 0 0,6-2 0,0-4 7,0-5 1,-2-7 0,-2-3 0,-4-4-144,-2-3 0,4-1 0,-6-4 0,-1 2-57,-3 2 1,-9 2-1,-2-2 1,-3 6 295,1 3 0,-2 3 1,-10 1 82,-5 4 1,-5 7 0,-3 12 0,-3 11-70,-1 9 0,-2 6 0,4 4 0,-3 2-227,3 1 1,3 9 0,5-2 0,3 3-119,2 2 0,3 1 0,5-3 1,2-3-783,3-6 1,11-6 0,11-4 0,4-6-888,6-6 0,10-5 1772,-1-14 0,12-16 0,4-3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2.301"/>
    </inkml:context>
    <inkml:brush xml:id="br0">
      <inkml:brushProperty name="width" value="0.06" units="cm"/>
      <inkml:brushProperty name="height" value="0.06" units="cm"/>
      <inkml:brushProperty name="color" value="#E71224"/>
    </inkml:brush>
  </inkml:definitions>
  <inkml:trace contextRef="#ctx0" brushRef="#br0">51 296 7951,'-17'0'280,"-1"0"1,9 2 38,3 4 0,6-4 0,7 3 1,11-3-1,9-2 142,6 0 0,4-2 0,2-3 0,5-7-291,7-4 1,-1-1 0,14-2 0,4-5-18,6-5 1,-2-2-1,2 0 1,-8 2-46,-8-2 0,-6 6 1,-5 3-18,-7 9 1,-12 7-1,-11 14 158,-9 9 0,-6 10 1,-4 14-1,-4 8 259,-6 7 1,-3 8 0,-3 12 0,3 5-239,3 4 1,-3 3-1,5 1 1,-2 2-224,1 2 0,7-1 1,-2-11-1,4-5 7,2-4 1,0-3 0,2-3 0,2-7-4,2-13 1,5-7-1,-5-4 1,-2-2-512,-2-4 1,0-4 0,2-7-2602,2-1 1,1-7 456,-1-4 2604,4-12 0,0-4 0,-3-7 0</inkml:trace>
  <inkml:trace contextRef="#ctx0" brushRef="#br0" timeOffset="483">156 191 7658,'-18'0'0,"3"2"-332,3 4 0,-3-2 755,3 7 1,4 1 13,3 5 1,3 1 0,2-1 0,0 3 33,0 3 1,0-2 0,2 10 0,1 4-16,3 4 0,2 17 0,-4 3 0,4 9-177,1 7 1,-3 15 0,-1-39 0,0 2 0,0 4 0,0 1-234,-1 2 1,1 0 0,1 0-1,0 0 1,2 0 0,-1-1-1,0-1 1,0 0-341,-1 2 1,0-1 0,-2-6 0,1-2 0,7 46-1,-6-13-621,-4-14 1,-2-2 0,0-14 0,0-7 303,0-11 0,-8-14 1,-2-3-1,-1-7-26,-1-4 0,6-3 637,-5-5 0,-1-15 0,-6-5 0</inkml:trace>
  <inkml:trace contextRef="#ctx0" brushRef="#br0" timeOffset="683">34 1798 7785,'-8'33'29,"-2"-2"1,1-4 306,3-2 0,6 4 1,6-5-1,5-3 270,5-2 1,7-3 0,2-3 0,2-3-344,4-2 0,4-2 1,6-6-1,6-2-143,3-4 0,3-4 0,1-9 0,2-2-259,2-3 0,-5-5 1,-9 6-1,-1 0-763,-4-3 1,-2 7 901,-2-4 0,0-5 0,0 1 0</inkml:trace>
  <inkml:trace contextRef="#ctx0" brushRef="#br0" timeOffset="1150">1675 628 7697,'-2'-18'136,"-3"1"0,1 1 0,-6 3 309,2 1 0,0 8 1,5 0-83,-3 8 1,0 14 0,6 13 0,0 9 110,0 13 1,0 7 0,0 12 0,2 1-218,4 3 1,-2 6 0,7-5 0,1 3-732,-2 3 1,3 1 0,-5-3 0,0-7-518,-1-8 0,-1-16 0,-6-15-1077,0-9 2068,-8-15 0,-1-3 0,-9-8 0</inkml:trace>
  <inkml:trace contextRef="#ctx0" brushRef="#br0" timeOffset="1500">1448 1134 7693,'-17'18'285,"7"-1"0,4 2 0,4 3 101,2 1 0,8 2 0,6-3 0,7 3-172,8 2 1,-2-8 0,2 1 0,4-8-145,6-5 1,-2-1 0,6-6 0,-2 0-94,-1 0 0,3-10 0,-4-5 0,0-8-51,-6-5 1,0 1 0,-10-4 0,-2 2 91,-1-2 0,-3 6 0,-1 0 0,-5 1 95,-5 1 0,-6 6 0,-6 5 0,-5 0 11,-5 3 1,-7 1-1,-2 8 1,-3 0-6,-3 0 0,-7 8 0,-3 5 0,4 9 59,6 7 1,0-2 0,6 2 0,-1 0-98,1-2 1,8 4 0,7-6 0,2 3-483,4 3 1,4-4 0,8 0 0,8-4-345,5-7 0,12-1 0,0-9 1,8-2-195,3-2 0,1-4 939,2-4 0,3-11 0,-5-10 0</inkml:trace>
  <inkml:trace contextRef="#ctx0" brushRef="#br0" timeOffset="1850">2339 907 7693,'-17'10'176,"-7"0"0,1-5 1,2 5-312,1 0 1,3 5 0,-1-3 0,1 5 949,-1 7 0,7-5 0,1 4 1,2-1-490,4 1 0,-3-2 1,1 6-1,2-1-296,2-5 1,2-2-1,0-1 1,2-1-93,4 1 1,-2-3 0,7-1 0,3-4 36,1-3 0,3-1 0,-1-6 1,1 0-70,-1 0 0,1 0 1,1-2-1,2-2 235,3-1 0,-1-1 1,-6 6 472,1 0-485,-1 0 1,-7 8-1,-6 3 1,-10 5-459,-11 1 1,-3 3 0,-9 1 0,-2 2-191,-2-1 0,-2-3 0,0-2 0,0-1-37,0-4 0,6-5 0,2-7 0,2 0-553,4 0 1109,9-15 0,-4-5 0,7-15 0</inkml:trace>
  <inkml:trace contextRef="#ctx0" brushRef="#br0" timeOffset="2082">2531 226 7693,'-6'19'112,"-2"5"1,1 7 332,-1 8 1,0 7 0,4 14 0,-1 10 455,1 10 0,2 5 0,2 2 1,0 1-880,0-1 0,2-4 1,3-5-1,5-12-382,0-10 0,0-7 0,-7-14 1,5-2 264,2-4 1,-4-12 0,5-11-609,3-4 1,-4-2 0,-1-2 0,-1-6 702,-4-9 0,6-1 0,-1-7 0</inkml:trace>
  <inkml:trace contextRef="#ctx0" brushRef="#br0" timeOffset="2288">2164 785 9357,'27'-2'437,"8"-4"0,8 2 0,11-7 1,5-3-240,5-2 1,4-1-1,1 0 1,1 1-408,0 4 1,-4 5 0,-6 7 0,-9 0 208,-7 0 0,-11 23 0,-7 6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5.930"/>
    </inkml:context>
    <inkml:brush xml:id="br0">
      <inkml:brushProperty name="width" value="0.06" units="cm"/>
      <inkml:brushProperty name="height" value="0.06" units="cm"/>
      <inkml:brushProperty name="color" value="#E71224"/>
    </inkml:brush>
  </inkml:definitions>
  <inkml:trace contextRef="#ctx0" brushRef="#br0">210 2062 7562,'-12'0'577,"2"-2"182,3-4 0,-5 2-402,6-8 0,-7 8 1,3-3 197,0-1 0,0 6 0,5-4-132,-7 4 0,-3 2 0,-3 2-379,1 4 0,5 4 0,2 7 0,1 1-103,-1-1 0,6 0 1,-2 1-1,4 1-429,2 5 0,0-5 0,0 4 0,0-1-512,0 1 1,8-4-1,4 5 1,5-5 999,6-2 0,5-7 0,6-2 0</inkml:trace>
  <inkml:trace contextRef="#ctx0" brushRef="#br0" timeOffset="368">384 2009 7648,'-17'6'0,"-1"2"178,1 1 1,1-3 0,3 6 0,1 1 404,-1 3 1,3 1 0,0 3 0,3 1-164,3 2 1,-4 7-1,2-7 1,2-2-82,2-1 0,4 3 1,4 0-268,6-1 0,3-5 0,3-5 0,1-7-38,4-3 0,-3-4 0,3-3 0,-4-7-71,-1-4 0,-1-7 0,1 0 0,-1 0-69,1-3 0,-9 7 0,-1-6 0,-2 1-8,0 1 0,0 0 1,-6 5-1,-2 1-105,-4 0 0,-4-1 1,-7 3-1,-1 1-349,1 2 0,-3 8 0,-1-3 0,-2 1-76,1 0 0,3 0 0,2 6 0,1 2 644,4 4 0,-11 4 0,4 7 0</inkml:trace>
  <inkml:trace contextRef="#ctx0" brushRef="#br0" timeOffset="718">769 1555 7623,'-18'12'209,"1"-1"0,5 1 1,2 7-1,1 5 644,-1 5 0,4 4 1,-4 4-1,1 1-346,-1 3 1,6 8 0,-2-3 0,4 7-394,2 5 0,0-4 1,-2 4-1,-1-5-292,-3-7 0,0-1 1,6-8-1,0-2-534,0-8 0,0-11 0,2-7-329,4-1 1,-2-4 0,5-10-802,-1-6 1842,6-3 0,-12-3 0,5 1 0</inkml:trace>
  <inkml:trace contextRef="#ctx0" brushRef="#br0" timeOffset="935">838 1642 7606,'-17'18'297,"0"-1"0,-1 3 1,3 1 340,3 2 1,2 8-1,6-1 1,-1 2-289,1 3 0,2 2 0,2 4 0,0 6-495,0 3 1,2-3 0,2-1 0,1 1-441,-1-3 0,-2 1 1,0-8-1,2-2-157,2-8 1,0-6 741,-6-3 0,7-1 0,3 1 0</inkml:trace>
  <inkml:trace contextRef="#ctx0" brushRef="#br0" timeOffset="1208">1135 2254 7586,'6'-12'-260,"0"0"0,6 1 214,-7-7 1,1 1-882,-6-1 927,0 1 0,0-1 0,0 1 0</inkml:trace>
  <inkml:trace contextRef="#ctx0" brushRef="#br0" timeOffset="1585">1135 2096 7800,'-17'0'1205,"5"0"-207,1 0 1,-1 0-30,-5 0 1,5 0-155,0 0 1,1 0-357,-7 0 1,6 0 0,1 0-76,-3 0 0,5 2-351,-3 4 0,6-2 0,-4 8-32,3 1 1,1 3 0,6 1 0,0 1-154,0-1 0,2 1 0,4-1 1,5 1-71,5-1 0,1-1 1,1-3-1,-1-3 18,1-2 0,1-3 0,2-5 0,3-1 44,-3-5 1,-4 2 0,-3-8 0,-2-1 63,1-3 0,-5-1 1,-2-3-1,-4-1 90,-2-2 1,0-1-1,0 7 1,-2-1-168,-4 1 0,-4 1 0,-7 3 0,-1 3-225,1 2 0,-1 1 0,1 3 0,-1-2-247,1 2 0,0 4 0,-1 6-914,1 5 1559,-1 5 0,1 9 0,-1 2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8.465"/>
    </inkml:context>
    <inkml:brush xml:id="br0">
      <inkml:brushProperty name="width" value="0.06" units="cm"/>
      <inkml:brushProperty name="height" value="0.06" units="cm"/>
      <inkml:brushProperty name="color" value="#E71224"/>
    </inkml:brush>
  </inkml:definitions>
  <inkml:trace contextRef="#ctx0" brushRef="#br0">1432 1031 6607,'10'17'0,"-2"-5"0,-8-1 0,7-7 0,-3 4-724,8-8 897,-8 0 0,3-2 1,-7-4 123,0-5 0,0 1 1,0-2 120,0-1 0,6-3 0,0-1 16,-2-1 1,-2 7-1,-2-1 10,0-2 0,0-1 0,0-3 161,0 1 1,-8 7-387,-3 4 0,-5 5 1,-1 1-1,-1 1-31,1 5 1,-1 10 0,1 9 0,-1 2-54,1 4 1,-1 2 0,3 2 0,1 0-238,3 0 0,7-2 0,-2-2 1,6-4-590,6-2 1,3-3-1,9-11 1,1-5-109,5-4 1,-3-2-1,6-2 1,0-4 798,0-5 0,2-12 0,6-5 0</inkml:trace>
  <inkml:trace contextRef="#ctx0" brushRef="#br0" timeOffset="485">1694 961 7666,'-10'8'983,"-5"-5"-510,3 9 1,4-6-1,1 4-129,-1-3 0,6 7 0,-6-4 0,2 1-65,1 1 0,-1 0 0,4 5 1,-2 1-86,-2-1 1,0 0 0,6 1 0,0-1-162,0 1 0,2-1 1,2 1-1,4-3-190,2-3 1,1-4 0,7-8 0,-1 0-12,1 0 1,-1-8-1,2-6 1,3-5 39,1-4 0,0-6 1,-5 3-1,-3-1 144,-3-4 1,4 0 0,-7 0-1,1 2 267,-4-2 0,-4 6 0,-2 1 0,0 5 342,0 2 1,-2 7-387,-4 4 0,-4 12 0,-5 5 0,1 5-101,2 1 1,7 7 0,-5 1 0,2 0-56,4 0 1,2 1 0,2-5 0,0 2 69,0-1 0,0-3 1,2-2-251,4 1 1,4-8 0,7-5-613,1-3 0,-1-2 0,1-2 0,-1-3-335,1-7 0,-1-4 0,-1-1 0,-3-2 419,-1-5 1,-1 3-1,5-6 1,-2 0 624,-3-1 0,-7-1 0,19-6 0,-3 1 0</inkml:trace>
  <inkml:trace contextRef="#ctx0" brushRef="#br0" timeOffset="700">2270 0 7597,'-11'2'753,"1"6"-100,2 9 0,-3 5 0,5 13 0,2 7 47,2 7 0,-4 13 0,0 10 0,2 13-527,3 12 1,0-45-1,2 1 1,-1 1-1,0 1 1,0 0 0,0 0-486,0 0 1,0-1 0,0 45-1,0-10 1,0-13-454,0-18 0,1-11 27,5-12 1,-4-12 0,4-11 115,-4-16 1,-2-10 0,0-5 0,0-5 67,0-5 1,0 2 553,0-2 0,0-8 0,0-8 0</inkml:trace>
  <inkml:trace contextRef="#ctx0" brushRef="#br0" timeOffset="1033">2166 804 7597,'0'17'159,"0"1"0,0-7 0,0 1 0,0 1 58,0 3 1,2 0 0,3-3 0,7-3-68,4-2 1,1 3 0,2-3 0,3 0 44,1-1 0,2-1 0,-3-6 0,3 0-64,2 0 0,-6-2 1,5-3-1,-3-7-126,0-4 0,0 5 1,-5-1-1,-3-1-13,-3-3 0,2-1 0,-9-1 92,-1 1 1,-4 1 41,-5 4 1,-5 5 0,-8 7 0,1 0 244,-1 0 0,1 7 1,-1 5-1,1 4-170,0 1 1,-1 6 0,1 3 0,1 1-234,4 4 0,-1-4 0,7 2 0,2 0-275,2-2 0,2 4 0,2-7 0,4-5-576,6-5 1,3-1 0,5-7 0,1-2-1361,2-2 2243,0-10 0,3-9 0,1-11 0</inkml:trace>
  <inkml:trace contextRef="#ctx0" brushRef="#br0" timeOffset="1433">2882 70 7597,'-18'18'163,"3"1"0,3 4 527,6 6 1,-2 6-1,3 4 1,1 4-131,2 1 0,8 9 0,1 7 1,3 2-139,4 4 1,1-6-1,3-2 1,-1-3-263,1-3 1,-3-1-1,-1-7 1,-5-7-252,-1-6 0,4-15 1,-6 1-3,-3-1 0,-1-10 1,-2-6-369,0-10 1,0-6 0,0-1 0,0-1-70,0 1 1,0-2 0,-2-3 0,-3-1 131,-7 2 0,-2-1 0,-1 1 0,-1 0 177,-3 5 0,-2 0 0,3 9 0,-1-1 252,-5 0 0,5 4 1,-4 10-1,3 6 333,3 3 1,-1 5 0,1 3-1,0 6 178,-1 4 0,3 10 1,1 3-1,4 5-135,2 1 0,3-1 1,5-1-1,0-1-217,0-1 1,4-7 0,5-14-1,11-4-452,5-7 0,4-6 1,6-10-1,2-4-733,4-8 1,1-7-1,7-16 995,-3 0 0,9-8 0,7-2 0</inkml:trace>
  <inkml:trace contextRef="#ctx0" brushRef="#br0" timeOffset="3067">122 2201 7572,'-11'0'469,"-1"0"1,6-2 1558,-5-4-1341,-1 4 0,-4 2 1,5 14-1,5 7-148,4 8 1,-4 4-1,0 4 1,2 4-288,3 5 0,1 7 0,0 3 0,0 2-82,0-2 0,-6-3 0,0-7 1,2-7-200,2-8 1,2-5-201,0-9 1,0-15 0,0-8 0,0-9 124,0-9 0,2-3 1,2-8-1,4 0 64,1 0 0,-3-5 1,4-3-1,0 0-57,-1 1 0,-3-5 1,4 4-1,-1 1-75,1-1 1,-4 2 0,4 6 0,-1 0 48,1 0 0,-4 8 0,6 6-41,1 7 1,-3 6 0,2 8 0,-1 2-156,-1 4 1,5 4 0,-5 7 0,2 3-232,-1 3 1,1-2-1,5 7 1,-1-1 57,-4 0 0,3-6 0,-3 5 0,3-3 191,3 0 1,-7 0 0,1-7-1,0-3 122,-3-1 0,5-6 1,-6 4 284,1-3 1140,-5-1-661,4-6 0,-16-6 630,-3 1 1,1-1 630,-2 6-1310,8 8 1,-1-5-232,10 9 0,5-8 1,8 0-193,-1-8 1,1 0 0,-1-8 0,1-1-203,-1-3 1,6-1 0,-1-3 0,-5-1-124,-3-2 1,-5 0 0,5 5-1,-4 1 49,-3-1 1,-1 1 0,-8 1 44,-4 5 0,3 3 0,-11 10 1,-3 4 7,-5 5 1,-3 7 0,4 3 0,-3 4-20,3 2 1,2-3 0,1 3 0,3 0-18,3 0 1,-2 0-1,9 2 1,1-5-117,2-5 1,4-1-1,3-1 1,9-1-187,7-5 1,1-3 0,5-8-1,0 0 55,0 0 1,0-8-1,4-3 1,-1-5 98,1-1 0,-6-1 0,0-1 0,-2-3 294,1-1 0,-1 0 0,-8 5 0,-1 1 0,-2-1 0,-3-5-105,3 0 182,-4 0 0,-16 13 0,-2 6 0,-1 6 357,-1 4 1,6 7 0,-3-1 0,-1 3 117,0 3 1,4-1 0,-3 3-1,1 1-204,4 2 1,-4 8 0,2-1-1,2 3-151,3 1 0,1 9 1,0 4-1,0 3-68,0 3 0,0 1 1,0 2-1,0 0-20,0-5 1,0-6 0,0-12-1,1-4-104,5-6 0,-4-4-61,4-1 0,-4-10 1,-2-8-1,0-10-169,0-6 1,2-7-1,2-2 1,2-2 90,-2-4 0,-1-2 0,1-2 0,2 0 18,-2 0 0,0-8 0,0-3 0,4-5-66,1-1 1,-3-8-1,6-4 1,1-4 109,3-2 0,1 2 0,1 6 0,-1 9 336,1 11 0,-1 15 0,1 9 0,-3 12 298,-3 10 1,1 14 0,-7 11 0,-2 6-22,-2 5 1,-2 3 0,0 6 0,0-5-400,0-1 1,-6 0 0,-2-5 0,-1 1-283,-5-6 0,4-6 1,-1-9-387,-3-1 0,-1-7 0,-1-6-389,4-8 1,5-13 0,7-13 0,0-5 267,0-5 1,0 1 0,0-8 0,0-1 82,0-3 0,7-3 0,3-2 564,0-2 0,5-16 0,-5 2 0</inkml:trace>
  <inkml:trace contextRef="#ctx0" brushRef="#br0" timeOffset="3232">1048 1624 7572,'-6'20'344,"-2"1"1,1 6 119,-1 6 0,2 0 0,6 16 0,0 5 105,0 8 1,0 8-1,2 6 1,4 3-193,5 1 1,5 3 0,1-9 0,1-4-663,-1-4 1,-5-17 0,0-5 0,-1-9-1139,-1-6 0,5-13 1423,-3 1 0,4-19 0,1 0 0</inkml:trace>
  <inkml:trace contextRef="#ctx0" brushRef="#br0" timeOffset="3550">1327 2568 7643,'-2'-10'0,"-1"2"0,-3 0 0,-2 1 0,4-7 422,-2 2 0,0 1 1,6-7 1339,0 1 0,0 5-488,0 0 0,0 11-1016,0 1 1,0 7 0,0 13 0,0 1-342,0 2 1,-5 8 0,-1-3 0,2 1-122,2 0 0,2-6 1,0 4-1,0-2-1085,0-3 0,2-3 0,2-1 1289,2-1 0,7-7 0,-3-2 0</inkml:trace>
  <inkml:trace contextRef="#ctx0" brushRef="#br0" timeOffset="4069">1764 2393 8795,'-12'-10'1514,"1"4"0,5 4 0,-6 4-881,-1 4 0,3-2 0,-2 8 1,-1 1-282,-3 3 1,4 7 0,1 0 0,-3 1-278,-1 1 1,3-4-1,2 6 1,3-1-531,3-5 0,2 4 0,2-1-597,0-3 1,8-4 0,5-5-309,9-6 1,-3-4-1,4-4 1360,-3-4 0,5-4 0,2-7 0</inkml:trace>
  <inkml:trace contextRef="#ctx0" brushRef="#br0" timeOffset="4632">2061 2515 7505,'2'-11'340,"4"-1"1,-3 0 168,9-5 1,-8-1 112,2 1 0,-4 5-52,-2 1 0,-2 7-331,-4-2 1,-4 6 0,-7 6-133,-1 5 1,3 5-1,1 1 1,5 1-109,1-1 1,-4 3 0,6 1 0,2 2-267,2-1 0,2-9 0,0-1 0,0 1 0,2 1 0,4-2 21,6-7 0,3-3 0,3-4 1,1-3 63,5-7 1,-5-4 0,4-3 0,-3-2 122,-3-3 1,1 1 0,-3 4 0,-1-1 80,-3 3 0,-7-4 1,2 9-1,-2-2 562,2 3 0,-6 3-97,0 8 0,-2 2 1,-10 4-328,-1 5 1,5 5-1,0 1 1,2 1-122,0-1 0,1 1 1,5-1-1,0 1-561,0-1 0,0 1-302,0-1 0,7-1 0,5-5 96,4-5 0,1-6 0,-1-6 728,-5-5 0,12-13 0,-3-3 0</inkml:trace>
  <inkml:trace contextRef="#ctx0" brushRef="#br0" timeOffset="4883">2480 1520 7848,'-18'0'625,"7"2"0,-1 3 0,1 9-3,1 7 1,-4 16 0,7 16-1,-1 11-153,0 9 1,2 9-1,6 11 1,0 6-436,0-47 0,0-1 1,0 46-1,0-6 0,2-9-697,4-13 0,-2-6 1,6-15-47,-3-7 1,1-16-1,-4-21 141,2-8 0,0-6 0,-6-9 0,0-4 190,0-6 0,0 1 0,0-1 0,0-2 378,0-2 0,0 4 0,0 0 0,-8-8 0,-2-7 0</inkml:trace>
  <inkml:trace contextRef="#ctx0" brushRef="#br0" timeOffset="5083">2375 2183 7623,'-10'2'163,"5"4"0,-3 4 0,2 7 153,2 1 0,2-1 1,2 1-1,0 1-12,0 4 1,2-3-1,2 5 1,4-2-21,2 1 1,1-1-1,7-6 1,-1 1-34,1-1 1,-1-5-1,0-2 1,1-3-178,-1-3 0,3-2 0,1-2 0,2-2-474,-1-4 1,-3 3 0,-1-9 0,-3-2-267,-3-1 0,3-3 0,-3 3 0,2 1 666,-3 3 0,5-1 0,-7-6 0</inkml:trace>
  <inkml:trace contextRef="#ctx0" brushRef="#br0" timeOffset="5481">3004 2061 7587,'-35'18'0,"8"-7"0,4 1 0,3 1 273,3 3 1,1 1 0,4 1 0,5-1 583,-1 1 0,6-1 0,-2 1-443,8-1 0,0-1 0,8-3 0,1-1-382,3 2 0,-3-5 1,1 3-1,1 0 10,-1-3 0,-1 7 1,5-7-1,-1 3 74,1 0 0,-6-6 0,-1 5 176,3 3 1,-6-5-1,-3 3-198,-3 2 0,-4-5 0,-3 1-247,-7-2 0,-4 4 0,-1-5 0,-1 1-497,1 0 0,-8 3 1,-2-5-1,-3 0-1264,1 2 1914,0-6 0,-13 6 0,-3-8 0</inkml:trace>
  <inkml:trace contextRef="#ctx0" brushRef="#br0" timeOffset="5598">1502 2026 7588,'-18'0'1088,"1"0"1,9 0 0,10 0-1089,14 0 0,9-8 0,10-1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49.295"/>
    </inkml:context>
    <inkml:brush xml:id="br0">
      <inkml:brushProperty name="width" value="0.06" units="cm"/>
      <inkml:brushProperty name="height" value="0.06" units="cm"/>
      <inkml:brushProperty name="color" value="#E71224"/>
    </inkml:brush>
  </inkml:definitions>
  <inkml:trace contextRef="#ctx0" brushRef="#br0">350 699 7526,'12'-8'-421,"-1"-2"0,1-1 1178,-2-1 1,-1 2-132,-3-1 0,-4 1-29,4 4 1,-6 4-229,-6-4 1,-4 4 0,-7 4-1,-1 2-13,1 2 1,-1 8 0,-1-3-1,-2 5-154,-3 1 0,-5 1 0,6 1 1,0 3-103,-3 1 0,7 2 0,-6-4 0,4 3-105,3-3 0,-3-2 1,11-1-1,0 1-110,4 5 1,5-11 0,2 5 6,5-3 1,6-7-1,9-2 1,5-4 74,1-2 1,0 0 0,4 0-1,-2 0 76,2 0 0,-4 0 0,0 0 1,-1 0 31,-5 0 0,-2 0-39,-1 0 0,-8 7 0,-7 5-7,-6 4 0,-9-1 0,-11-1 0,-5-3-451,1 3 0,-6 1 0,4 1 0,-4-2-211,-2-3 0,2-7 1,4 2-1,4-4-747,0-2 1,11 0 1379,-3 0 0,3-16 0,-3-3 0</inkml:trace>
  <inkml:trace contextRef="#ctx0" brushRef="#br0" timeOffset="333">629 734 7526,'18'0'-921,"-7"0"2435,1 0-598,-8 0 0,4 2-579,-8 3 0,0-1 1,-2 8-1,-2 4-32,-2 5 1,-2-2 0,4 6 0,-1-1-287,1-1 0,-4 8 1,2-4-1,0 2-111,-1 0 0,3-7 0,-6 1 0,2-3-588,4-3 1,-3 0-2379,1 1 3058,0-8 0,-2-10 0,-2-10 0</inkml:trace>
  <inkml:trace contextRef="#ctx0" brushRef="#br0" timeOffset="750">821 699 7526,'0'11'155,"0"1"1,0 2 401,0 1 0,0 3 0,0-1-40,0 1 1,-2 7-1,-1 2-277,-3 0 0,0-2 0,6-7 0,0-1-98,0 1 1,-2-1-1,-2 1 1,-2-1-88,2 1 0,3-7 0,-1-1 0,-2 0-382,-2-1 31,0-5 0,6 2 80,0-12 1,2-3 0,2-9 0,4-1 6,1-5 1,1 5 0,4-6-1,-3 1 174,3 1 1,1 0-1,3 5 1,-1 1 92,1-1 1,-7 1 0,1 2 0,2 1 322,1 2 0,-3 8 0,-1-1-167,3 3 1,0 9 0,-1 5-1,-3 4-233,-2 1 0,3 0 1,-5 1-1,-2-1-252,-2 1 0,4-1 0,0 1 0,-3-1-925,-1 1 1,-2-7-739,0 1 1934,0-8 0,0 4 0,0-8 0</inkml:trace>
  <inkml:trace contextRef="#ctx0" brushRef="#br0" timeOffset="1235">1310 821 6993,'18'0'-360,"-6"0"2374,-1 0-926,-7 0-799,4-8 0,-16 6 1,-4-3-76,-3 3 0,-3 2 1,1 0-1,-1 0-60,1 0 0,0 5 0,-1 3 1,1 0-4,-1 0 0,1 3 1,-1-3-1,3 2-86,3 3 0,-1-3 0,7 2-234,2 1 0,2-3 93,2 2 0,8-3 1,3 3-1,5-6 40,1-4 0,3-2 0,1 0 0,2-2 114,-1-4 1,-1 2 0,0-6 161,3 3 1,-1-5 0,-6 6-1,1 2-91,-1 2 0,-5 4 0,0 4 0,-1 6 310,-1 3 0,4 11 0,-9 3 0,-1 6-160,-2 5 1,-4-1 0,-2 8 0,-5 1-495,-7 3 0,3-5 0,-13-1 0,3-4-111,0-8 1,-1-6 0,5-10-1,-2-1-373,-3-5 0,1-5 0,6-14-218,-1-9 0,7-8 0,1-10 0,2-2-117,4-4 1,2 2 1013,2-7 0,0-9 0,0-7 0</inkml:trace>
  <inkml:trace contextRef="#ctx0" brushRef="#br0" timeOffset="1483">1625 0 7613,'0'18'466,"2"-1"1,2 1 0,3 1 727,3 4 1,-4 6 0,4 12 0,-1 8-477,1 7 0,-6 8 0,2 12 0,-4 5-542,-2 5 0,0 1 1,0-4-1,0-5-223,0-8 1,0-12 0,-2-4 0,-2-9-359,-2-10 0,-6-18-2928,7 1 2398,-9-12 0,12-6 1,-4-14-1,4-5-588,2-5 1523,0 1 0,-8-10 0,-1-4 0</inkml:trace>
  <inkml:trace contextRef="#ctx0" brushRef="#br0" timeOffset="1816">1712 821 7613,'10'17'376,"0"1"523,-5-1 1,5 1-1,7-3-505,1-3 0,-1 2 0,1-9 0,-1-1-121,1-2 1,-1-2 0,1 0 0,1 0-127,4 0 1,-3-7 0,3-5-1,-2-4-175,3-1 1,-5-6-1,4-3 1,-5-1 19,-6-4 1,1 4 0,-7 0 0,0 0 2,2-1 0,-7 7 0,3 0 228,-8 7 1,-5 6 0,-9 8-1,1 2 166,-1 4 1,1 12 0,-1 11 0,1 4-39,0 2 1,-1 0-1,3 0 1,1 1-153,2 5 0,8-4 0,-1 4 0,3-6-273,2-6 0,2 2 1,5-8-1,9-3-472,5-7 0,10-5 0,-2-8 0,2-2-740,-1-4 0,1-9 0,-6-11 1286,2-1 0,-6-2 0,5-6 0</inkml:trace>
  <inkml:trace contextRef="#ctx0" brushRef="#br0" timeOffset="2015">507 507 7652,'-58'7'430,"11"5"0,22 4 0,27-1-401,14-3 1,9-4 0,12-8-1,1 0-29,3 0 0,8-8 0,-5-2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00.843"/>
    </inkml:context>
    <inkml:brush xml:id="br0">
      <inkml:brushProperty name="width" value="0.06" units="cm"/>
      <inkml:brushProperty name="height" value="0.06" units="cm"/>
      <inkml:brushProperty name="color" value="#E71224"/>
    </inkml:brush>
  </inkml:definitions>
  <inkml:trace contextRef="#ctx0" brushRef="#br0">550 612 7793,'-2'9'794,"-2"-1"-1222,-2 0 0,1-4-313,5 7 741,0-7 0,0 4 0,0-8 0</inkml:trace>
  <inkml:trace contextRef="#ctx0" brushRef="#br0" timeOffset="970">550 681 7671,'-10'-7'205,"1"5"804,3-4 1,-4-2-523,-7 2 1,5 0-1,0 6 1,-1 0-48,-3 0 0,-1 0 1,-1 2-1,-1 2-26,-4 2 1,1 8 0,-7-3-1,0 7-207,2 5 0,-6-4 1,4 7-1,-2-1-80,2 4 1,-2-2 0,7 0 0,3 1-90,2-1 0,3 0 0,4 2 0,7-6-143,3-3 0,4-3 1,3-1-1,7-3 19,4-1 0,3-8 0,4 2 0,8-4-4,8-2 0,-2 0 0,4 0 0,-2 0 59,1 0 1,-3 0-1,2 0 1,-6-2 211,-4-4 1,-8 4 50,3-4 0,-15 6 0,-9 6 98,-9 5 1,-13-1 0,-5 2-1,-4 1-377,-6 3 0,-3 1 1,1 1-1,-2-1-434,2 1 0,-4-1 0,3 1 0,3-3-503,6-3 0,6-2 1,7-7-506,1 3 0,9 0 1489,8-6 0,15-8 0,13-1 0</inkml:trace>
  <inkml:trace contextRef="#ctx0" brushRef="#br0" timeOffset="1252">760 804 7942,'-28'0'589,"5"0"1,12 2-1,5 3 1,4 7 347,2 4 0,0 1 0,0 0 0,0 1-685,0-1 1,6 7-1,-1 1 1,1 0-289,2 0 0,-6 4 1,4-3-1,-4-1-317,-2 0 0,0-2 1,0-5-3824,0-1 4176,0 1 0,-8-8 0,-2-3 0</inkml:trace>
  <inkml:trace contextRef="#ctx0" brushRef="#br0" timeOffset="1667">1056 734 7697,'-1'17'0,"-3"1"0,-2-1 0,-6 6 0,6 3 0,2-1 0,3 0 0,1 6 0,0-2 0,0 4 1262,0 2 1,0-6 0,0-2 0,-2-1-723,-4-5 0,4-2 0,-4-1-319,4-1-502,2-7 0,0-4 1,0-12 121,0-6 1,6-9 0,2-2-1,-1 1-87,1 3 0,4-6 1,-4-2-1,-1 0 103,1 3 0,4-1 0,-4 2 0,1 1 152,5 3 0,-4 1 0,-1 1 0,1 2 333,0 3 1,-5-2 0,7 8 92,2 3 0,-5 3 1,1 5-1,-2 9-109,-4 7 1,3 5 0,-1 5 0,0-2-351,2 2 1,-6 2-1,4 0 1,-2-2-295,1-2 1,-3-8 0,4 3 0,-4-5-1176,-2-2 1,0 1-62,0-1 1,2-7 1553,4-4 0,4-12 0,7-4 0</inkml:trace>
  <inkml:trace contextRef="#ctx0" brushRef="#br0" timeOffset="2117">1615 751 7905,'-11'0'688,"1"2"1,0 2-112,1 2 1,-1 2 0,-4-3 0,3 7-279,-3 4 0,-1 1 1,-1 1-1,2-1-129,3 0 0,-1 7 0,-3-1 0,1 0-131,2 3 0,9-7 1,-3 4-1,4-3-96,2-3 0,0 1 0,2-3-50,4-3 1,-3-4-1,9-8 1,2-2-40,1-4 1,8 2 0,1-10 0,-3-3 2,-2-5 1,-1-1 0,-1 6-1,1-3 105,-1-3 0,1 4 0,-3-5 0,-1 5 237,-2 1 0,-9 1 353,3 0 1,-6 11-294,-6 12 0,-1 5 0,-7 18 0,2 4 138,-1 6 1,-3 0 0,-1 9 0,-1 5-466,1 3 1,1 10-1,3-4 1,1 0-545,-1-4 1,3-5 0,0-8-1,1-11-969,-1-8 1042,6-15 0,-4-7 0,8-14 0,0-9-379,0-6 1,0-4 917,0-6 0,8-8 0,2-2 0</inkml:trace>
  <inkml:trace contextRef="#ctx0" brushRef="#br0" timeOffset="2367">2034 0 7661,'-17'18'358,"7"1"1,4 6-1,5 10 537,1 10 1,0 7 0,-2 8 0,-2 8 1,-2 6 1,-6 10 0,5-3 0,-3 3-828,-4-3 1,5-5 0,-1-12 0,0-8-80,0-7 0,7-7 0,-5-9-1324,0-4 1033,6-11 0,0-12 0,10-10 0,0-4-1146,-1-2 0,5-1 0,-6-7 1446,-2 1 0,5-9 0,1-1 0</inkml:trace>
  <inkml:trace contextRef="#ctx0" brushRef="#br0" timeOffset="2667">1982 891 7652,'0'12'273,"0"-1"318,0 3 0,2-4 0,4 1-401,5 3 0,5-5 1,1 1-1,1-2-89,-1-4 1,3 4-1,1-3 1,2-1-111,-1-2 0,5-8 1,0-1-1,0-5-7,-3-7 1,1 1 0,-2-7 0,-2 2-41,-1-1 0,-9 1 0,-1 6 0,-2-1 306,-4 1 0,-2-1-7,-2 1 1,-2 7 0,-4 4 0,-4 6-2,1 6 1,-5 0 0,6 9 0,0 5 38,1-1 0,-5 3 0,6-1 1,2 2-287,2-2 0,2 5 0,0-3 0,2-2-348,4-1 0,4-3 0,7 1 0,1-3-22,-1-3 1,1-4 0,-1-8 374,1 0 0,-1 0 0,1 0 0</inkml:trace>
  <inkml:trace contextRef="#ctx0" brushRef="#br0" timeOffset="2867">847 437 7731,'-52'0'487,"17"2"-393,11 4 0,26-2 0,18 5 0,5 1-435,6 0 1,2 1 340,2 7 0,0-1 0,0 1 0</inkml:trace>
  <inkml:trace contextRef="#ctx0" brushRef="#br0" timeOffset="3683">358 2183 7656,'-27'6'368,"3"2"1,5 4 216,2 7 1,1-2 0,4 9 0,7-3 24,3 0 1,0 8 0,-2-2 0,-2 4-415,2 2 1,2-6-1,2-1 1,0-3 36,0-4 0,2-1 264,4-3-520,-4-7 0,8-4 1,-7-14 42,3-10 0,2 1 0,-4-8 0,2 1 32,-2 1 1,3-10-1,1 0 1,0-6-50,0 0 0,3 1 0,-3-1 0,2-4-114,3-2 1,3 7 0,1-3 0,1 4 29,-1 2 1,1 2 0,-1 4 0,1 6 47,-1 3 1,1 11 0,-1 3 0,1 6-266,-1 6 0,2 3 0,1 9 0,1-1-472,1 1 1,-11 1 0,9 2-1,-3 5 770,-3 1 0,-1 2 0,5 6 0</inkml:trace>
  <inkml:trace contextRef="#ctx0" brushRef="#br0" timeOffset="4050">777 2288 7646,'-6'12'508,"0"-1"1,-7-7 0,3 4 260,0 0 0,3-4 0,9 5-437,3-1 1,-1-2 0,8-6 0,2 0-236,1 0 0,4-8 0,3-3 0,1-5-127,-2-1 1,5 3-1,-3-2 1,-2-3-18,-1 0 0,-3-1 0,-1 3 0,-3-1-77,-1 1 0,-6 1 0,3 3 1,-1 1 64,-4-1 0,-4 5 0,-6 2 0,-5 4 19,-5 2 1,-1 0 0,-1 2 0,-1 4 2,-5 5 1,5 11 0,-4 1 0,3-2-3,3-1 0,1 3 0,3 0 1,3 1-213,2 1 0,3-6 1,5 5-154,0-5 1,7-4-1,5-1 1,5-4-169,7-2 1,-3-3-1,8-5 1,2-2-518,2-3 1089,-6 3 0,6-22 0,-6 5 0</inkml:trace>
  <inkml:trace contextRef="#ctx0" brushRef="#br0" timeOffset="4684">1231 2131 7646,'-12'0'854,"1"0"1,-1 2-380,-5 4 0,1 3 1,5 9-1,3-1 27,0 1 1,4 7 0,-6 4 0,3 6-96,3 6 0,2 3 0,2 11 0,0 3-265,0 6 1,0 12-1,2 5 1,2 3-438,2-3 1,1-5-1,-3-12 1,2-6 120,-2-4 0,-4-11 0,-4-8 1,-4-12-399,-1-9 0,3-6 382,-6-8 1,8-8 0,-2-6 0,4-5 168,2-4 1,0-8-1,0 1 1,0-4 39,0-7-1,2 0 1,2-9 0,4-5-214,2 1 0,-4-6 0,5 0 1,3-4-84,1-8 1,5 4 0,1-2 0,2 10 372,-1 5 1,-1 17-1,0 7 420,3 9 1,-3 11 0,-7 18-230,-3 11 0,-7 1 0,2 10 1,-4 2 4,-2 2 1,0 2-1,0 0 1,-2 0-255,-4 0 0,4 0 0,-6-2 0,3-2-53,-1-2 0,0-7 0,4-1 0,-2-6 63,-2-3 1,0-6-157,6 6 0,0-11 1,0-1-1,2-7 23,4-3 0,-2-7 1,8 1-1,-1-5 7,-1-1 1,6-5-1,-5-2 1,5-4-88,1-2 0,3 0 0,1 0 0,2-2-44,-1-3 1,-3 1 0,-2-6 0,1 3 83,-1 3 0,-5 4 0,-2 6 762,-2 5 1,-5 15-1,-8 9-81,-7 9 1,-4 15-1,-1 5 1,-1 6-116,1 5 0,1-1 0,3 6 0,3 0-314,2-1 0,-3-5 0,5 2 0,2-2-596,2 1 0,8-9 0,2 2 1,3-6-355,9-5 0,-3-9 0,8-3 1,-1-2-525,-1-4 0,6-10 1348,-6-6 0,8-11 0,-3-4 0</inkml:trace>
  <inkml:trace contextRef="#ctx0" brushRef="#br0" timeOffset="5400">1877 2358 7646,'-17'0'668,"5"0"1,1 0 1206,-3 0 0,4 0-787,-1 0 1,5 0 215,-6 0-1224,1 0 1,-5 2 0,2 2-156,3 2 0,7 7 1,-4-1-93,0 3 0,6 3 1,-3-1-368,3 1 1,2-1 92,0 1 0,7-9 1,5-3 43,4-4 1,7-2-1,0-2 1,-1-4 109,-3-5 1,0-5 0,3-1 0,1-3 125,-2-3 1,-1 4 0,-3-5-1,1 5 196,-1 1 1,-7 7-1,-2 1 528,-1 2 1,-7 3-1,0 7-113,-9 3 1,-7 5 0,-1 9-1,-1 3-262,1 1 0,5 6 0,2-6 0,1 1-281,-1 1 1,6-6-1,-2 5-203,4-5 1,4-3 0,4-5 0,6-5-148,3-4 0,3-4 0,1-4 0,2-7-68,3-9 1,-1-3-1,-6-6 1,3 2 98,3-2 1,-5-4 0,1-4 0,-5-4 267,-1-1 1,-3-3-1,0-7 1,-3-4 11,-3-6 1,4-8-1,-2-6 1,-2-5 63,-2-1 0,0 3 0,1 1 0,3 10 478,-2 10 1,-2 27-1,-2 16 358,0 17 1,-8 10 0,-1 23-1,-3 5 18,0 5 1,7 4-1,-5 7 1,0 4-392,0 6 0,7 6 0,-5 4 0,2 1-195,0-1 0,0 0 0,6 0 0,2-1-343,4-5 0,-2-6 0,6-11 0,-1-5-628,1-5 0,-4-14-92,6-9 1,-3-10 0,5-16 165,-3-10 1,-7-1-1,2-8 1,-4 0-915,-2-1 1611,0 7 0,0-12 0,0 6 0</inkml:trace>
  <inkml:trace contextRef="#ctx0" brushRef="#br0" timeOffset="5767">2192 2183 7629,'-2'16'0,"-2"-3"0,-2-1 521,2 2 1,2 1-1,2 3 1,0-1-124,0 1 0,8-1 0,4-1 0,3-3-93,3-1 0,1-8 0,2 1 0,5-3-125,1-2 1,2 0 0,4 0 0,-2-2-55,-2-3 1,-2 1 0,4-8-1,-4-1-8,-1-3 0,3 1 0,-8 1 0,-3 2 19,-5-1 1,-3 3 0,1-2 97,-5-1 1,-6 5 0,-6 2 10,-5 4 1,-5 2-1,-1 0 1,-3 2-49,-3 4 1,4 4 0,-5 7-1,5 1-66,2-1 1,-1 6 0,1 3-1,-1-1-168,1 0 0,7 4 1,4-4-1,4 1-276,2-1 0,0 4 0,0-6 0,4-1-195,8-3 1,-1-3-1,13-5 1,-3-5-378,2-4 1,4-6-1,8-6 1,0-9-37,0-6 0,0-4 0,0-6 0,-2 0 920,-4 0 0,2 0 0,-7 0 0,7-15 0,-4-5 0</inkml:trace>
  <inkml:trace contextRef="#ctx0" brushRef="#br0" timeOffset="6166">2995 1485 7616,'-17'0'316,"-1"0"0,3 2 0,1 4 502,2 5 0,7 7 0,-5 3 0,0 6-124,0 6 0,5 0 0,-5 14 0,2 3-264,4 6 1,2 1 0,2 7-1,0 0-70,0-2 1,0 4 0,0-10 0,0-4-171,0-3 1,0-4 0,0 1 0,0-7-401,0-8 0,2-8 1,2-9-648,2-2 1,0-10 250,-6-2 1,0-2-1,0-10 199,0-2 0,0-1 1,0-3-1,0 1 193,0-1 1,-6 7 0,-2 1 0,-2 2 102,-3 4 1,3 2-1,-1 2 1,-3 0 587,-2 0 0,5 2 0,-1 4 0,-1 6 166,-3 3 1,4 9-1,1 1 1,-3 2-125,-1 4 0,3 8 0,2 2 0,3-2-429,3-3 0,4-1 0,4 0 0,5-2-381,7-4 0,5-5 1,14-13-1,2-5-567,4-4 1,3-4-1,9-6 1,-1-9-2118,0-10 2975,1-6 0,-1-2 0,1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21.392"/>
    </inkml:context>
    <inkml:brush xml:id="br0">
      <inkml:brushProperty name="width" value="0.06" units="cm"/>
      <inkml:brushProperty name="height" value="0.06" units="cm"/>
      <inkml:brushProperty name="color" value="#E71224"/>
    </inkml:brush>
  </inkml:definitions>
  <inkml:trace contextRef="#ctx0" brushRef="#br0">209 2630 7681,'-30'-6'108,"1"0"1,6 0-1,-4 5 1,2-3-1,3-2 1,3 2 1041,1 2 0,9 0-810,3-4 0,6 4 1,6-5-1,5 1 38,5 0 1,9-8 0,4 1 0,8-7 32,10-3 0,1-8 0,16 0 0,2-6-194,2-4 1,12-7-1,5 1 1,-39 22-1,1 0-154,2-1 0,-1-1 0,1 1 0,1 0 0,2 0 0,1 0 0,0-1 1,1 1 29,2 0 1,-2 0 0,-7 3-1,-2 1 1,42-17 0,-11 8-22,-7 8 0,-7 4 0,-5 3 0,-11 5-504,-11 5 1,-8 4-1054,-9 2 603,-1 0 1,-9 8 267,-8 3 0,-8 5 0,-9-1 0,-1-1-590,1-3 1,-1-1 1203,1 2 0,-8 3 0,-2-5 0</inkml:trace>
  <inkml:trace contextRef="#ctx0" brushRef="#br0" timeOffset="917">436 1023 7635,'17'-8'0,"-5"1"0,-3-7 238,-1 2 1,4 7 841,-6-7-807,-1 8 0,-10-2 0,-3 10 1,-2 4 53,-3 2 1,-3-5-1,-1 7 1,-1 0-58,1-3 0,-1 7 0,3-4 0,1 1-176,2-1 1,3 3-1,-5-5 1,3 2-26,-3-1 0,6-5 0,0 4 0,3 0-368,-1-1 0,2-5 156,10 2 1,3-4-1,11-2 1,3-2 116,6-4 1,-2 2 0,3-5 0,-1-1 120,-2 0 1,4 6 0,-6-1-1,0 1 162,1-2 1,-3 4 0,-8-2-10,-3 8 0,-6 6 0,-12 9 1,-6 2-302,-3 3 0,-10 7 0,-6-2 0,-6 4-140,-4 2 0,-6 0 0,7-2 0,1-4-506,2-6 0,8-4 0,2-3-697,1-4 0,13-7 755,13-10 0,10-11 1,13-9 640,6-2 0,4-2 0,2-6 0</inkml:trace>
  <inkml:trace contextRef="#ctx0" brushRef="#br0" timeOffset="1268">855 1006 7499,'-10'2'805,"2"2"1,1 3-452,-5 3 1,2 2-1,-1 5 1,-3 3 61,-2 3 1,-1 4 0,0 8-1,1 0-155,4 0 0,-1 6 1,7-1-1,2-3-221,2-6 1,4 0 0,4-7 0,6-5 44,3-5 0,10-7 0,4-7 0,2-2-97,-1-3 1,3-7 0,-4-9 0,2-5-86,-2-1 0,-2-4 0,-8-8 0,1-1 50,-5 1 1,-9 4-1,0 4 1,-4 2-14,-2-2 1,-10 0 0,-5 1 0,-9 5-110,-3 0 1,-4 6-1,-8-5 1,1 5-262,5 1 0,-2-5 0,7 0 0,1 2-220,4 1 0,6-3 0,5 0 1,6 1 110,4 3 1,6 1-1,6-1 539,7-4 0,12 3 0,-2-5 0</inkml:trace>
  <inkml:trace contextRef="#ctx0" brushRef="#br0" timeOffset="1516">1588 10 7635,'-8'-9'1544,"-1"12"0,-7 19 0,3 13-851,1 7 1,0 13 0,-7 11-1,-2 8-381,-3 7 1,-5 12 0,16-44 0,1 1 0,-1 1 0,1 1-424,-1 0 0,1 1 1,-1 1-1,2 0 0,2-2 1,1-1-1,-8 39-248,5-17 1,-3-13 0,8-13 0,2-8-1777,2-8 714,2-6 1,2-15 347,4-4 0,-2-18 1073,8-6 0,-1-11 0,7 2 0</inkml:trace>
  <inkml:trace contextRef="#ctx0" brushRef="#br0" timeOffset="1916">1588 936 7644,'0'10'-227,"0"-1"1222,0-3 1,2-4-275,4 4 0,-4-2 145,4 2 0,-4-3 155,-2 9 1,-2-6-653,-4 6 0,2-3 0,-6 5 0,1-2-94,-1 1 0,0-3 1,-3 1-1,3 5-74,2 5 0,-3-1 0,5 3 0,2-4-64,2-1 0,2-1-142,0 1 0,14-8 0,3-5 0,4-5 86,5-5 0,-1-7 0,6-11 0,-4-7-6,-2-3 1,4-1 0,-5-1 0,-3 0-28,-2 0 1,-9 6-1,-4 0 1,-4-1-130,-2 3 1,-2 2 0,-6 10 0,-7 1-180,-7 2 1,-3 8 0,4 1 0,-3 6-950,3 9 1,-4 4-1,2 3 1209,1 4 0,3 4 0,1 8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34.955"/>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286 1012 7999,'-8'-10'762,"4"2"239,-7 8 1,5-5-338,-6-1 0,6 0-389,-5 6 1,-1 0-1,-4 2 1,3 2-117,1 2 0,6 5 1,-5-3-1,-3 0-122,-1 0 0,3 5 0,0-3 0,1 1-150,1 1 0,-5 0-353,3 5 1,4 1 154,2-1 0,14-7 0,8-4 259,5-4 1,10-4 0,-2-2 0,4-4 62,2-2 0,6 5 0,-1-7 0,-1 0 157,-2 3 1,-8 1 0,-2 8 0,-1-2 162,-5-4 0,-9 6 1,-7 0-61,-3 10 0,-17 5 0,-8 3 0,-10 1-307,-8 4 0,2 3 1,-6 5-1,1-4-56,-1-2 1,4 0 0,-1-5 0,3-1-679,6-3 0,10-5-277,-1 1 0,17-6 0,10-12 0,13-6 1047,3-3 0,9-10 0,-1-3 0</inkml:trace>
  <inkml:trace contextRef="#ctx0" brushRef="#br0" timeOffset="567">705 1029 7832,'-17'6'58,"-1"0"0,1 8 1,-1-3-1,3 5 393,3 1 1,-2 7 0,9 1 0,1 2-146,2 4 1,0 4 0,-2 4 0,-2 1-170,2-1 0,2-2 0,2-2 0,0 0-113,0 0 1,0-8-1,0-4 1,0-3-32,0-3 1,0-5-528,0 0 439,0-9 0,0 3 0,2-12 0,2-5 68,2-5 1,2 3 0,-4-3 0,1-3 6,-1-1 1,4-5 0,-2 0 0,0-2-42,1-4 0,-3-2 1,6-4-1,0-2-52,-1-2 1,1-7 0,4 3 0,-3-1 83,3-1 0,1 8 1,3-2-1,-3 6 151,-3 6 0,4 6 1,-7 9-1,3 5 151,0 1 1,-9 4 0,3 12 0,-4 9 28,-2 11 0,0 5 0,-2 1 1,-4 3-325,-5 4 0,1-2 0,-3 6 0,-5-3-72,-3-3 0,-3-2 0,7-4 0,0-4-183,-1-6 0,1-5 0,-1-5 0,1-3-342,-1-2 0,7-2 0,1-8 204,2-4 0,4-6 1,8-9-1,4-4-340,2-3 1,7 5 754,6-6 0,8 0 0,-3-6 0</inkml:trace>
  <inkml:trace contextRef="#ctx0" brushRef="#br0" timeOffset="1067">1159 872 8440,'-12'0'1060,"1"2"-703,-3 4 0,-1-2 0,-3 7-187,1 3 1,-1 2 0,3 1 0,1 2-152,3 5 1,1-5 0,-2 6 0,6-1-168,4-1 1,2 0-1,0-5-52,0-1 1,2-5 0,4-2 84,6-3 0,5-3 0,5-10 0,1-5 9,-2-5 1,-1-1 0,-3-1 0,3 1 84,3-1 0,-4-5 1,5 0-1,-7-1 4,-5-1 1,3 6 0,-5-4 0,0 3 72,-5 3 1,-3 5 63,-2 0 1,-2 9-1,-3-1 1,-7 8-6,-4 7 1,-1 7 0,1 3 0,3 4-95,1 2 0,2-3 0,-1 5 0,5 2-104,4 2 1,2-4 0,0-2-1,0-2-179,0-3 0,2-1 0,4-2 0,5 1-43,5-5 1,1-9 0,1 0 0,1-4-54,5-2 0,-5-8 0,4-5 0,-3-7 358,-3-3 0,1-8 0,-1 4 0,1-2 0,-1-1 0,0-6 0,1-9 0</inkml:trace>
  <inkml:trace contextRef="#ctx0" brushRef="#br0" timeOffset="1317">1700 16 7844,'-7'-9'411,"-5"3"0,-2 6 278,3 6 0,-5 11 0,7 12 0,-3 6-222,0 6 0,1 11 1,-7 14-1,3 6-405,3 4 0,2 9 0,6 1 0,-1 5-127,1 0 1,0-11 0,0-11 0,-2-8 2,2-7 0,-3-9 0,1-7 0,0-7-1271,-2-7-145,6-5 979,-6-9 1,16-4-1,2-12 1,2-6-34,-1-3 1,-5-3 0,4 1 531,-3-1 0,7-7 0,-4-2 0</inkml:trace>
  <inkml:trace contextRef="#ctx0" brushRef="#br0" timeOffset="1717">1805 680 8044,'0'-17'0,"-2"1"133,-4 4 1,5 3 156,-5 3 0,-2 6 1,0 0-1,0 12 137,1 9 1,-5 6 0,4 8 0,0 2-335,1 4 1,-5 1 0,4 7 0,1-3-144,-1 3 0,-4-4 0,6-1 0,1-1-373,-3-4 0,6-4 0,-4-6 0,4-6-418,2-4 1,2-9-1,4-4-432,5-4 1273,5-10 0,1-2 0,1-7 0</inkml:trace>
  <inkml:trace contextRef="#ctx0" brushRef="#br0" timeOffset="2400">2102 732 8023,'-17'6'0,"-1"0"189,1-2 0,-1 0 0,1 2 241,-1 5 1,3-1 0,1 2-1,3 1-187,-3 3 1,-2 3 0,1 3 0,1 1-90,3-2 0,7 1 0,-2-1 0,2 2-204,-2-1 1,4-3-1,-1-4-162,6-3 1,1-4-1,8-8 1,3 0-1,7 0 1,-1-8 0,8-4 0,2-5-55,2-6 0,-4 1 0,0-5 0,1 0 79,-3 0 0,6 4 0,-6-5 0,0 1 106,-4 0 1,-3 6 0,-5-3-1,-1 5 74,-2 2 1,-9 5 0,1 2 273,-8 2 1,-5 10 0,-9 10 0,1 6-71,-1 5 1,1-2-1,-1 6 1,3 0-155,3 1 0,-1-1 0,5 2 0,0-4-74,0 0 0,3-5 0,5 3-58,0-4 0,7-9 0,5-4 0,3-4 57,3-2 1,5 0 0,2-2 0,1-6 21,-1-9 1,4-3-1,-4-7 1,0 0 14,1 0 0,-1-2 0,-4-4 0,3 2 40,-3 2 0,-4-1 0,-3-4 0,-2-1-28,1 0 1,-3-8 0,0-2 0,-3-1-81,-3-1 1,4 1 0,-2-9 0,0-1 28,1-2 0,-5 7 1,4 11-1,-4 5 199,-2 6 0,-2 13 4,-4 16 1,-3 16-1,-9 15 1,-1 7 10,-5 9 0,5 5 0,-6 5 1,2 3-272,-1 2 0,-1 2 0,6 6 0,-1 0 44,5 0 1,1-6 0,-3-2-1,-1 0-505,1 0 0,-1-16 0,1-3 0,-1-14 552,1-9 0,-1 1 0,1-11 0</inkml:trace>
  <inkml:trace contextRef="#ctx0" brushRef="#br0" timeOffset="2634">1438 366 7950,'-17'0'-110,"0"0"23,-1 0 0,16 0 0,8 0 1,9 2 173,9 4 0,3-5 0,8 5 0,0-4 3,0-2 0,5 0 1,1 0-1,-2 0-382,-2 0 0,-2 0 0,0 0 1,0 0 291,0 0 0,0-8 0,-1-1 0</inkml:trace>
  <inkml:trace contextRef="#ctx0" brushRef="#br0" timeOffset="2818">2050 505 8162,'-33'2'0,"2"4"321,2 6 1,15 3 0,2 3 0,8-1-873,4 1 1,0 1 0,0 3-166,0 1 0,0 0 716,0-5 0,8-1 0,2 0 0</inkml:trace>
  <inkml:trace contextRef="#ctx0" brushRef="#br1" timeOffset="3869">356 2427 9050,'0'11'-486,"0"1"1,-2-6 769,-4 5 1,2-5 0,-6 6 0,1 1 148,-1 3 1,4 3 0,-4 5 0,3 5-65,3 4 0,-4 11 0,0 7 0,0 7-210,1 4 0,-5 2 0,4 6 0,1-2-129,-1-4 1,-4-4 0,4-10 0,1-3-245,-1-6 0,0-12-15,2-6 0,4-13 0,-3-10 0,3-10 98,2-5 1,0-11-1,2-3 1,1-4 67,3-2 0,8-7 0,-4-3 1,1-1 36,1-1 0,-1 0 1,7-7-1,-1-2-56,1-2 0,-1-3 0,3 5 0,1-2-35,2 2 1,1 3-1,-7 9 1,1 11 260,-1 13 0,0 5 0,1 11 179,-1 6 0,-7 7 0,-2 15 1,-2 5 28,0 4 0,-1 8 0,-5 1 0,0 1-306,0 0 1,0 3 0,-2-5 0,-3-2-108,-7-2 0,-2-10 0,1-4 0,1-3-193,-1-3 1,-3-1 0,-1-5 0,-1-5-303,1-4 0,5-4 1,2-4-1,3-7-1171,3-9 1,2-5 1726,2-8 0,0-8 0,0-1 0</inkml:trace>
  <inkml:trace contextRef="#ctx0" brushRef="#br0" timeOffset="4133">775 1641 7944,'-6'17'0,"-2"1"377,-1-1 1,5 2 0,-2 7 0,4 7 257,2 5 1,8 13 0,1-1 0,3 11-317,0 6 1,-7-1-1,5 12 1,-2-2-317,-4-1 0,-2 1 0,-2-6 1,0-4-164,0-8 1,0-2-1,0-15 1,0-4-563,0-6 0,0 0-491,0-8 0,8-7 644,3-10 0,5-4 0,-1-4 1,-1-4 568,-3-6 0,1-3 0,6-3 0</inkml:trace>
  <inkml:trace contextRef="#ctx0" brushRef="#br1" timeOffset="4601">1142 2409 8841,'-6'-17'1241,"0"-1"-624,0 8 0,-2-3-414,-3 7 0,1 2 0,-2 8 0,1 4-61,1 1 0,-5 3 0,5 6 0,-2-1-41,1 1 0,1 5 1,-4 0-1,5 0-135,1 3 0,2-7 1,6 4-1,0-3-345,0-3 1,2 1-1,4-3 157,5-3 1,5-4 0,1-10 0,3-2 48,3-2 1,-2-10-1,7 1 1,-1-6 83,0-1 1,0-3-1,2 2 1,-6-1 100,-3-1 0,-3 6 0,1-5 0,-3 5 70,-3 2 0,2-1 113,-9 1 1,-1 9-1,-10 8-56,-5 10 0,1 7 1,-2 4-1,1 5-29,1 1 0,-4 0 0,9 2 0,1-4-173,2 1 0,2-1 0,0 4 0,0-6-275,0-3 1,2-3 0,2 0 0,3-1-168,3-4 0,-4-5 0,6-7-153,1 0 0,3 0 0,1-2 658,1-3 0,-1-5 0,1-8 0</inkml:trace>
  <inkml:trace contextRef="#ctx0" brushRef="#br0" timeOffset="5035">1578 2217 8050,'-35'17'-5,"2"1"1,4 1 3,6 5 1,5 1 0,7 6-1,5-2-89,4 2 1,2 2 0,0 2 0,0 0 134,0 0 0,-2-2 0,-2-2 0,-2-4 739,2-2 1,3-2-1,1-5-769,0-1 0,1-7-92,5-4 1,-2-4 0,8-4-65,1-4 0,-3-2 0,2-5 0,-1 1 50,-1-1 1,6-3-1,-7-1 1,3-3-48,0-3 1,-3 3 0,5-5 0,-2 2 56,1 0 1,1-6-1,-1 5 1,-1 1 130,2-2 0,-5 5 0,1-3 405,-2 4-158,5 1 1,-11 10-1,4 8 1,-4 12-129,-2 9 1,-6 1-1,-2 7 1,1 2-176,-1 2 0,2-4 1,4 0-1,-2 0-145,-2-2 0,1 4 0,5-7 0,0-3-377,0-2 0,0-1-24,0-1 0,2-7 1,3-6-41,7-8 0,-4-8 592,-2-11 0,3-4 0,1-8 0</inkml:trace>
  <inkml:trace contextRef="#ctx0" brushRef="#br0" timeOffset="5288">1962 1588 8065,'-13'20'0,"-5"3"1,-1 6 554,0 4 1,3 10 0,4 3-1,5 7-107,-1 5 1,6 6 0,-6 10 0,2 1-424,1-1 0,-1 4 0,6-3 0,-2-1-252,-4-2 0,4-10 0,-4-8 0,4-9-556,2-10 0,-6-12 43,1 0 1,-1-13 326,6-10 0,2-2 1,2-9-1,1-3 413,-1-2 0,-2-9 0,6-2 0,2-8 0</inkml:trace>
  <inkml:trace contextRef="#ctx0" brushRef="#br1" timeOffset="5602">1840 2234 12838,'0'18'1583,"0"-6"1,0-1 0,0 3-1412,0 1 0,0 3 0,0-1 0,2 1-201,4-1 0,-2 1 0,7-1 0,5 1-145,5-1 1,-1 0-1,3 1 1,-2-1-33,3 1 1,-5-1 0,4-1 0,-3-3 33,-3-1 1,-5-2-1,-1 3-10,3-1 1,-6-6-642,-2 5-295,-4-7-705,-2 4 709,-8-8 711,6 0 1,-4 0 0,10-2 2018,2-4-1017,7 4 0,-3-21 0,8 4 0</inkml:trace>
  <inkml:trace contextRef="#ctx0" brushRef="#br1" timeOffset="6001">2539 2304 12838,'-16'26'3038,"-1"1"1,-14 8 0,2 1-1536,-2 5 0,9 4 1,3 5-1,1-1-1069,5-3 0,1 3 0,0 5 0,7 1-489,3-5 0,2-9 0,0 0 1,0-7-189,0-4 1,0-5 0,0-8 9,0 1 0,2-9-1147,3-3 0,-1-4 0,8-2 790,2 0 1,-5-2-230,3-4 1,-6 4 224,5-3 0,-9 3 569,-2 2 0,-2 2 0,-7 3 1,-1 7 297,0 4 1,-1-3 0,-7 3 0,1 3 25,-1 1 0,-1 7 1,-3 0-1,-1 2-98,2 0 1,3-8 0,5 3 0,3-5 34,2-1-566,3-9 0,12-5 1,5-14-1,3-9 190,3-6 0,5-6 1,0-8-1,-1-4 385,-3-1 0,-1-5 0,-1-9 0,-1-8-51,-5-8 1,3-7-262,-8-12 1,0 41-1,1-1 1,-2-4-1,0-1 1</inkml:trace>
  <inkml:trace contextRef="#ctx0" brushRef="#br1" timeOffset="6117">2382 1955 12838,'0'-17'1886,"0"-1"0,-2 6 0,-4 1-2433,-6-3 1,-3 8 0,-3 6 1446,1 10 0,5 8 0,2 3 0,1 4-736,-1 2 0,6 2 1,-2 6-1,4 0-818,2 0 0,0 0 0,0 0 745,0 0 0,0 8 0,0 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956"/>
    </inkml:context>
    <inkml:brush xml:id="br0">
      <inkml:brushProperty name="width" value="0.06" units="cm"/>
      <inkml:brushProperty name="height" value="0.06" units="cm"/>
      <inkml:brushProperty name="color" value="#E71224"/>
    </inkml:brush>
  </inkml:definitions>
  <inkml:trace contextRef="#ctx0" brushRef="#br0">132 105 8079,'-23'52'33,"-1"1"0,9-7 0,9 1 1,4 0 163,2-3 0,6 7 0,2-5 0,0 3-97,-1-3 1,5 5 0,-4-5 0,-1 3-25,1-3 1,4 3-1,-6-8 1,-2-3-391,-2-1 0,3-2 0,1-2 0,-2-4-316,-2-5 0,-2-11-175,0-1 805,0-8 0,0 4 0,0-8 0</inkml:trace>
  <inkml:trace contextRef="#ctx0" brushRef="#br0" timeOffset="383">27 70 8034,'-17'0'-172,"7"0"1,10 0 0,12 0 0,3 0 245,3 0 0,1 0 0,2 0 0,3-2 1,-3-4 0,4 4 0,1-5 0,-1 1-20,0 0 0,-2-2 0,-5 4 0,-1-3 0,1-3 0,-1 6 1,1-2 94,-1 4 1,-5 4 0,-3 4 114,-1 6 1,-2 3-1,-6 5 1,0 3-104,0 6 0,0 6 0,0 4 1,2 3-84,4 3 0,-2 2 0,5 3 0,1-1-75,0-3 1,-4-5 0,5 4 0,1-1-243,-2 1 1,-1-12-1,-5 2 1,2-4-221,-2-4 0,-2 4 1,-2-8-1,0-1-114,0-3 0,0-7 1,-2-1 571,-4 3 0,-4 1 0,-7 3 0</inkml:trace>
  <inkml:trace contextRef="#ctx0" brushRef="#br0" timeOffset="565">219 1520 8078,'0'17'0,"0"1"134,0-1 1,4-1-1,8-5 1,13-5 175,12-4 0,15-12 0,14-9 0,8-12-378,8-8 1,-36 14 0,1 0 0,1 0-1,1-1 1,0-2 0,1-2 67,-1-1 0,1 0 0,3-1 0,0 0 0,5-3 0,-1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190"/>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217 243 9193,'-17'0'-240,"-1"0"0,1 0 798,0 0 1,1 2-246,4 4 0,3 5 0,5 12 0,-2 8-50,2 8 1,2 8-1,4 11 1,2 6-141,2 4 1,5 8 0,-3-1 0,0-1-258,0-2 1,5-4 0,-3-2 0,0-8-649,-4-9 0,1-11 0,1-22 161,2-4 1,-6-14-1,3-16 1,-1-9-588,0-6 1193,0-2 1,-6-8 0,0-1-1</inkml:trace>
  <inkml:trace contextRef="#ctx0" brushRef="#br1" timeOffset="332">8 68 8108,'-8'-6'163,"8"0"0,8-5 0,11 5 1,3 0 213,1-2 0,6 6 0,-4-3 1,0 3-254,1 2 1,3-2 0,-4-2 0,0-2 9,0 2 1,-1 4 0,-7 6 0,-1 6 56,-5 3 0,3 5 0,-8 1 1,-2 4-113,-2 2 1,3 8-1,1 6 1,-2 0-106,-2 1 1,-2 3 0,0 9 0,0 3-117,0 1 1,0 0 0,0-6 0,0 1-26,0-1 1,0-1-1,0-5 1,0-5-194,0-4 1,0-2 0,0 0 0,-2-2-713,-4-4 1,4-4-356,-3-7 1427,3-1 0,2-7 0,0-3 0</inkml:trace>
  <inkml:trace contextRef="#ctx0" brushRef="#br1" timeOffset="549">148 1133 8108,'-16'12'193,"4"0"1,-1-1 0,7 7 0,2-1 142,2 1 1,4-3 0,6-1 0,7-3-179,7 3 0,7-6 0,-4 0 0,2-3-339,4 1 0,2 0 1,2-6-1,-2 0-242,-4 0 1,-2 0 0,-5 0 0,1 0-532,-2 0 0,-7 0 954,-2 0 0,-8 8 0,3 2 0,-7 7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1.922"/>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158 206 11286,'-8'10'671,"-4"-4"0,-3-4-906,-3-2 1,7 2 0,-1 2 0,-2 5 452,-1 7 0,3 5 1,3 16-1,-1 6 80,0 9 1,6 16 0,-2 15-1,5 11-239,0-43 1,2 2 0,-1 4 0,0 1 0,0 5 0,0 0 0,0 1-1,0 0-101,0-1 1,0 0 0,-1-1-1,2-2 1,-1-1 0,1-1-1,1-3 1,0-1-106,1-3 0,0-2 1,5 37-1,-4-16 1,2-12-349,-2-10 1,-3-5 0,1-10 0,2-4-471,2-5 0,0-5 0,-6-2-1122,0 1 2062,8-1 0,1 1 1,9-1-1</inkml:trace>
  <inkml:trace contextRef="#ctx0" brushRef="#br1" timeOffset="384">140 241 8017,'0'-44'-186,"0"3"1,0 12 0,2 5 0,2 5 191,2 2 0,6 5 1,-5 2-1,1 1 470,0-1 1,5 6-1,-1-2 1,4 4-184,1 2 1,0-6 0,1 1 0,-1 3-100,1 6 1,-1 7 0,1 10 0,1 5 34,4 1 0,-3 4 0,3 10 1,-3 5-135,-3 5 0,-1 1 1,-3 0-1,-1 3-62,1 3 1,3-2-1,-1 6 1,-1 1-122,-2-1 1,-7-6-1,5 4 1,0 0 56,0 4 0,-5-9 1,5-3-1,-2-4-108,-4-3 1,4 6-1,-1-5 1,1 3-209,0-3 0,-2-1 1,-6-4-1,0 3-59,0 1 1,0 3-1,0-7 1,-2-2-73,-4-2 0,-2 0 0,-5 0 0,1-1 478,-2-3 0,-1 6 0,-3 6 0</inkml:trace>
  <inkml:trace contextRef="#ctx0" brushRef="#br0" timeOffset="567">158 2319 9007,'-18'0'-129,"10"0"358,8 0 1,8-7-1,10-5 1,1-5-401,4-7 0,-1 3 0,7-8 0,2-2-1136,2-2 1285,-6-2 0,14 0 0,-4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7/6/2026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7/6/2026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7/6/2026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7/6/2026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7/6/2026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7/6/2026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7/6/2026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7/6/2026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7/6/2026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7/6/2026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7/6/2026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7/6/2026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3" Type="http://schemas.openxmlformats.org/officeDocument/2006/relationships/image" Target="../media/image43.png"/><Relationship Id="rId18" Type="http://schemas.openxmlformats.org/officeDocument/2006/relationships/customXml" Target="../ink/ink10.xml"/><Relationship Id="rId26" Type="http://schemas.openxmlformats.org/officeDocument/2006/relationships/customXml" Target="../ink/ink14.xml"/><Relationship Id="rId39" Type="http://schemas.openxmlformats.org/officeDocument/2006/relationships/image" Target="../media/image56.png"/><Relationship Id="rId21" Type="http://schemas.openxmlformats.org/officeDocument/2006/relationships/image" Target="../media/image47.png"/><Relationship Id="rId34" Type="http://schemas.openxmlformats.org/officeDocument/2006/relationships/customXml" Target="../ink/ink18.xml"/><Relationship Id="rId42" Type="http://schemas.openxmlformats.org/officeDocument/2006/relationships/customXml" Target="../ink/ink22.xml"/><Relationship Id="rId47" Type="http://schemas.openxmlformats.org/officeDocument/2006/relationships/image" Target="../media/image60.png"/><Relationship Id="rId50" Type="http://schemas.openxmlformats.org/officeDocument/2006/relationships/customXml" Target="../ink/ink26.xml"/><Relationship Id="rId7" Type="http://schemas.openxmlformats.org/officeDocument/2006/relationships/image" Target="../media/image401.png"/><Relationship Id="rId2" Type="http://schemas.openxmlformats.org/officeDocument/2006/relationships/customXml" Target="../ink/ink2.xml"/><Relationship Id="rId16" Type="http://schemas.openxmlformats.org/officeDocument/2006/relationships/customXml" Target="../ink/ink9.xml"/><Relationship Id="rId29" Type="http://schemas.openxmlformats.org/officeDocument/2006/relationships/image" Target="../media/image51.png"/><Relationship Id="rId11" Type="http://schemas.openxmlformats.org/officeDocument/2006/relationships/image" Target="../media/image421.png"/><Relationship Id="rId24" Type="http://schemas.openxmlformats.org/officeDocument/2006/relationships/customXml" Target="../ink/ink13.xml"/><Relationship Id="rId32" Type="http://schemas.openxmlformats.org/officeDocument/2006/relationships/customXml" Target="../ink/ink17.xml"/><Relationship Id="rId37" Type="http://schemas.openxmlformats.org/officeDocument/2006/relationships/image" Target="../media/image55.png"/><Relationship Id="rId40" Type="http://schemas.openxmlformats.org/officeDocument/2006/relationships/customXml" Target="../ink/ink21.xml"/><Relationship Id="rId45" Type="http://schemas.openxmlformats.org/officeDocument/2006/relationships/image" Target="../media/image59.png"/><Relationship Id="rId53" Type="http://schemas.openxmlformats.org/officeDocument/2006/relationships/image" Target="../media/image63.png"/><Relationship Id="rId5" Type="http://schemas.openxmlformats.org/officeDocument/2006/relationships/image" Target="../media/image1211.png"/><Relationship Id="rId10" Type="http://schemas.openxmlformats.org/officeDocument/2006/relationships/customXml" Target="../ink/ink6.xml"/><Relationship Id="rId19" Type="http://schemas.openxmlformats.org/officeDocument/2006/relationships/image" Target="../media/image461.png"/><Relationship Id="rId31" Type="http://schemas.openxmlformats.org/officeDocument/2006/relationships/image" Target="../media/image52.png"/><Relationship Id="rId44" Type="http://schemas.openxmlformats.org/officeDocument/2006/relationships/customXml" Target="../ink/ink23.xml"/><Relationship Id="rId52" Type="http://schemas.openxmlformats.org/officeDocument/2006/relationships/customXml" Target="../ink/ink27.xml"/><Relationship Id="rId4" Type="http://schemas.openxmlformats.org/officeDocument/2006/relationships/customXml" Target="../ink/ink3.xml"/><Relationship Id="rId9" Type="http://schemas.openxmlformats.org/officeDocument/2006/relationships/image" Target="../media/image413.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image" Target="../media/image50.png"/><Relationship Id="rId30" Type="http://schemas.openxmlformats.org/officeDocument/2006/relationships/customXml" Target="../ink/ink16.xml"/><Relationship Id="rId35" Type="http://schemas.openxmlformats.org/officeDocument/2006/relationships/image" Target="../media/image54.png"/><Relationship Id="rId43" Type="http://schemas.openxmlformats.org/officeDocument/2006/relationships/image" Target="../media/image58.png"/><Relationship Id="rId48" Type="http://schemas.openxmlformats.org/officeDocument/2006/relationships/customXml" Target="../ink/ink25.xml"/><Relationship Id="rId8" Type="http://schemas.openxmlformats.org/officeDocument/2006/relationships/customXml" Target="../ink/ink5.xml"/><Relationship Id="rId51" Type="http://schemas.openxmlformats.org/officeDocument/2006/relationships/image" Target="../media/image62.png"/><Relationship Id="rId3" Type="http://schemas.openxmlformats.org/officeDocument/2006/relationships/image" Target="../media/image1112.png"/><Relationship Id="rId12" Type="http://schemas.openxmlformats.org/officeDocument/2006/relationships/customXml" Target="../ink/ink7.xml"/><Relationship Id="rId17" Type="http://schemas.openxmlformats.org/officeDocument/2006/relationships/image" Target="../media/image451.png"/><Relationship Id="rId25" Type="http://schemas.openxmlformats.org/officeDocument/2006/relationships/image" Target="../media/image49.png"/><Relationship Id="rId33" Type="http://schemas.openxmlformats.org/officeDocument/2006/relationships/image" Target="../media/image53.png"/><Relationship Id="rId38" Type="http://schemas.openxmlformats.org/officeDocument/2006/relationships/customXml" Target="../ink/ink20.xml"/><Relationship Id="rId46" Type="http://schemas.openxmlformats.org/officeDocument/2006/relationships/customXml" Target="../ink/ink24.xml"/><Relationship Id="rId20" Type="http://schemas.openxmlformats.org/officeDocument/2006/relationships/customXml" Target="../ink/ink11.xml"/><Relationship Id="rId41"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customXml" Target="../ink/ink4.xml"/><Relationship Id="rId15" Type="http://schemas.openxmlformats.org/officeDocument/2006/relationships/image" Target="../media/image44.png"/><Relationship Id="rId23" Type="http://schemas.openxmlformats.org/officeDocument/2006/relationships/image" Target="../media/image48.png"/><Relationship Id="rId28" Type="http://schemas.openxmlformats.org/officeDocument/2006/relationships/customXml" Target="../ink/ink15.xml"/><Relationship Id="rId36" Type="http://schemas.openxmlformats.org/officeDocument/2006/relationships/customXml" Target="../ink/ink19.xml"/><Relationship Id="rId49" Type="http://schemas.openxmlformats.org/officeDocument/2006/relationships/image" Target="../media/image61.png"/></Relationships>
</file>

<file path=ppt/slides/_rels/slide28.xml.rels><?xml version="1.0" encoding="UTF-8" standalone="yes"?>
<Relationships xmlns="http://schemas.openxmlformats.org/package/2006/relationships"><Relationship Id="rId13" Type="http://schemas.openxmlformats.org/officeDocument/2006/relationships/image" Target="../media/image69.png"/><Relationship Id="rId18" Type="http://schemas.openxmlformats.org/officeDocument/2006/relationships/customXml" Target="../ink/ink36.xml"/><Relationship Id="rId26" Type="http://schemas.openxmlformats.org/officeDocument/2006/relationships/customXml" Target="../ink/ink40.xml"/><Relationship Id="rId39" Type="http://schemas.openxmlformats.org/officeDocument/2006/relationships/image" Target="../media/image82.png"/><Relationship Id="rId21" Type="http://schemas.openxmlformats.org/officeDocument/2006/relationships/image" Target="../media/image73.png"/><Relationship Id="rId34" Type="http://schemas.openxmlformats.org/officeDocument/2006/relationships/customXml" Target="../ink/ink44.xml"/><Relationship Id="rId42" Type="http://schemas.openxmlformats.org/officeDocument/2006/relationships/customXml" Target="../ink/ink48.xml"/><Relationship Id="rId47" Type="http://schemas.openxmlformats.org/officeDocument/2006/relationships/image" Target="../media/image86.png"/><Relationship Id="rId50" Type="http://schemas.openxmlformats.org/officeDocument/2006/relationships/customXml" Target="../ink/ink52.xml"/><Relationship Id="rId55" Type="http://schemas.openxmlformats.org/officeDocument/2006/relationships/image" Target="../media/image90.png"/><Relationship Id="rId7" Type="http://schemas.openxmlformats.org/officeDocument/2006/relationships/image" Target="../media/image66.png"/><Relationship Id="rId2" Type="http://schemas.openxmlformats.org/officeDocument/2006/relationships/customXml" Target="../ink/ink28.xml"/><Relationship Id="rId16" Type="http://schemas.openxmlformats.org/officeDocument/2006/relationships/customXml" Target="../ink/ink35.xml"/><Relationship Id="rId29" Type="http://schemas.openxmlformats.org/officeDocument/2006/relationships/image" Target="../media/image77.png"/><Relationship Id="rId11" Type="http://schemas.openxmlformats.org/officeDocument/2006/relationships/image" Target="../media/image68.png"/><Relationship Id="rId24" Type="http://schemas.openxmlformats.org/officeDocument/2006/relationships/customXml" Target="../ink/ink39.xml"/><Relationship Id="rId32" Type="http://schemas.openxmlformats.org/officeDocument/2006/relationships/customXml" Target="../ink/ink43.xml"/><Relationship Id="rId37" Type="http://schemas.openxmlformats.org/officeDocument/2006/relationships/image" Target="../media/image81.png"/><Relationship Id="rId40" Type="http://schemas.openxmlformats.org/officeDocument/2006/relationships/customXml" Target="../ink/ink47.xml"/><Relationship Id="rId45" Type="http://schemas.openxmlformats.org/officeDocument/2006/relationships/image" Target="../media/image85.png"/><Relationship Id="rId53" Type="http://schemas.openxmlformats.org/officeDocument/2006/relationships/image" Target="../media/image89.png"/><Relationship Id="rId5" Type="http://schemas.openxmlformats.org/officeDocument/2006/relationships/image" Target="../media/image65.png"/><Relationship Id="rId19" Type="http://schemas.openxmlformats.org/officeDocument/2006/relationships/image" Target="../media/image72.png"/><Relationship Id="rId4" Type="http://schemas.openxmlformats.org/officeDocument/2006/relationships/customXml" Target="../ink/ink29.xml"/><Relationship Id="rId9" Type="http://schemas.openxmlformats.org/officeDocument/2006/relationships/image" Target="../media/image67.png"/><Relationship Id="rId14" Type="http://schemas.openxmlformats.org/officeDocument/2006/relationships/customXml" Target="../ink/ink34.xml"/><Relationship Id="rId22" Type="http://schemas.openxmlformats.org/officeDocument/2006/relationships/customXml" Target="../ink/ink38.xml"/><Relationship Id="rId27" Type="http://schemas.openxmlformats.org/officeDocument/2006/relationships/image" Target="../media/image76.png"/><Relationship Id="rId30" Type="http://schemas.openxmlformats.org/officeDocument/2006/relationships/customXml" Target="../ink/ink42.xml"/><Relationship Id="rId35" Type="http://schemas.openxmlformats.org/officeDocument/2006/relationships/image" Target="../media/image80.png"/><Relationship Id="rId43" Type="http://schemas.openxmlformats.org/officeDocument/2006/relationships/image" Target="../media/image84.png"/><Relationship Id="rId48" Type="http://schemas.openxmlformats.org/officeDocument/2006/relationships/customXml" Target="../ink/ink51.xml"/><Relationship Id="rId56" Type="http://schemas.openxmlformats.org/officeDocument/2006/relationships/customXml" Target="../ink/ink55.xml"/><Relationship Id="rId8" Type="http://schemas.openxmlformats.org/officeDocument/2006/relationships/customXml" Target="../ink/ink31.xml"/><Relationship Id="rId51" Type="http://schemas.openxmlformats.org/officeDocument/2006/relationships/image" Target="../media/image88.png"/><Relationship Id="rId3" Type="http://schemas.openxmlformats.org/officeDocument/2006/relationships/image" Target="../media/image64.png"/><Relationship Id="rId12" Type="http://schemas.openxmlformats.org/officeDocument/2006/relationships/customXml" Target="../ink/ink33.xml"/><Relationship Id="rId17" Type="http://schemas.openxmlformats.org/officeDocument/2006/relationships/image" Target="../media/image71.png"/><Relationship Id="rId25" Type="http://schemas.openxmlformats.org/officeDocument/2006/relationships/image" Target="../media/image75.png"/><Relationship Id="rId33" Type="http://schemas.openxmlformats.org/officeDocument/2006/relationships/image" Target="../media/image79.png"/><Relationship Id="rId38" Type="http://schemas.openxmlformats.org/officeDocument/2006/relationships/customXml" Target="../ink/ink46.xml"/><Relationship Id="rId46" Type="http://schemas.openxmlformats.org/officeDocument/2006/relationships/customXml" Target="../ink/ink50.xml"/><Relationship Id="rId20" Type="http://schemas.openxmlformats.org/officeDocument/2006/relationships/customXml" Target="../ink/ink37.xml"/><Relationship Id="rId41" Type="http://schemas.openxmlformats.org/officeDocument/2006/relationships/image" Target="../media/image83.png"/><Relationship Id="rId54" Type="http://schemas.openxmlformats.org/officeDocument/2006/relationships/customXml" Target="../ink/ink54.xml"/><Relationship Id="rId1" Type="http://schemas.openxmlformats.org/officeDocument/2006/relationships/slideLayout" Target="../slideLayouts/slideLayout7.xml"/><Relationship Id="rId6" Type="http://schemas.openxmlformats.org/officeDocument/2006/relationships/customXml" Target="../ink/ink30.xml"/><Relationship Id="rId15" Type="http://schemas.openxmlformats.org/officeDocument/2006/relationships/image" Target="../media/image70.png"/><Relationship Id="rId23" Type="http://schemas.openxmlformats.org/officeDocument/2006/relationships/image" Target="../media/image74.png"/><Relationship Id="rId28" Type="http://schemas.openxmlformats.org/officeDocument/2006/relationships/customXml" Target="../ink/ink41.xml"/><Relationship Id="rId36" Type="http://schemas.openxmlformats.org/officeDocument/2006/relationships/customXml" Target="../ink/ink45.xml"/><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customXml" Target="../ink/ink32.xml"/><Relationship Id="rId31" Type="http://schemas.openxmlformats.org/officeDocument/2006/relationships/image" Target="../media/image78.png"/><Relationship Id="rId44" Type="http://schemas.openxmlformats.org/officeDocument/2006/relationships/customXml" Target="../ink/ink49.xml"/><Relationship Id="rId52" Type="http://schemas.openxmlformats.org/officeDocument/2006/relationships/customXml" Target="../ink/ink5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27.jp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17" Type="http://schemas.openxmlformats.org/officeDocument/2006/relationships/image" Target="../media/image580.png"/><Relationship Id="rId21" Type="http://schemas.openxmlformats.org/officeDocument/2006/relationships/image" Target="../media/image102.png"/><Relationship Id="rId42" Type="http://schemas.openxmlformats.org/officeDocument/2006/relationships/customXml" Target="../ink/ink76.xml"/><Relationship Id="rId84" Type="http://schemas.openxmlformats.org/officeDocument/2006/relationships/customXml" Target="../ink/ink94.xml"/><Relationship Id="rId138" Type="http://schemas.openxmlformats.org/officeDocument/2006/relationships/customXml" Target="../ink/ink121.xml"/><Relationship Id="rId159" Type="http://schemas.openxmlformats.org/officeDocument/2006/relationships/customXml" Target="../ink/ink131.xml"/><Relationship Id="rId107" Type="http://schemas.openxmlformats.org/officeDocument/2006/relationships/image" Target="../media/image530.png"/><Relationship Id="rId11" Type="http://schemas.openxmlformats.org/officeDocument/2006/relationships/image" Target="../media/image511.png"/><Relationship Id="rId32" Type="http://schemas.openxmlformats.org/officeDocument/2006/relationships/customXml" Target="../ink/ink71.xml"/><Relationship Id="rId53" Type="http://schemas.openxmlformats.org/officeDocument/2006/relationships/image" Target="../media/image261.png"/><Relationship Id="rId74" Type="http://schemas.openxmlformats.org/officeDocument/2006/relationships/customXml" Target="../ink/ink89.xml"/><Relationship Id="rId128" Type="http://schemas.openxmlformats.org/officeDocument/2006/relationships/customXml" Target="../ink/ink116.xml"/><Relationship Id="rId149" Type="http://schemas.openxmlformats.org/officeDocument/2006/relationships/image" Target="../media/image740.png"/><Relationship Id="rId5" Type="http://schemas.openxmlformats.org/officeDocument/2006/relationships/image" Target="../media/image213.png"/><Relationship Id="rId95" Type="http://schemas.openxmlformats.org/officeDocument/2006/relationships/image" Target="../media/image470.png"/><Relationship Id="rId160" Type="http://schemas.openxmlformats.org/officeDocument/2006/relationships/image" Target="../media/image320.png"/><Relationship Id="rId22" Type="http://schemas.openxmlformats.org/officeDocument/2006/relationships/customXml" Target="../ink/ink66.xml"/><Relationship Id="rId43" Type="http://schemas.openxmlformats.org/officeDocument/2006/relationships/image" Target="../media/image210.png"/><Relationship Id="rId118" Type="http://schemas.openxmlformats.org/officeDocument/2006/relationships/customXml" Target="../ink/ink111.xml"/><Relationship Id="rId139" Type="http://schemas.openxmlformats.org/officeDocument/2006/relationships/image" Target="../media/image690.png"/><Relationship Id="rId85" Type="http://schemas.openxmlformats.org/officeDocument/2006/relationships/image" Target="../media/image420.png"/><Relationship Id="rId150" Type="http://schemas.openxmlformats.org/officeDocument/2006/relationships/customXml" Target="../ink/ink127.xml"/><Relationship Id="rId12" Type="http://schemas.openxmlformats.org/officeDocument/2006/relationships/customXml" Target="../ink/ink61.xml"/><Relationship Id="rId17" Type="http://schemas.openxmlformats.org/officeDocument/2006/relationships/image" Target="../media/image810.png"/><Relationship Id="rId33" Type="http://schemas.openxmlformats.org/officeDocument/2006/relationships/image" Target="../media/image160.png"/><Relationship Id="rId38" Type="http://schemas.openxmlformats.org/officeDocument/2006/relationships/customXml" Target="../ink/ink74.xml"/><Relationship Id="rId59" Type="http://schemas.openxmlformats.org/officeDocument/2006/relationships/image" Target="../media/image290.png"/><Relationship Id="rId103" Type="http://schemas.openxmlformats.org/officeDocument/2006/relationships/image" Target="../media/image512.png"/><Relationship Id="rId108" Type="http://schemas.openxmlformats.org/officeDocument/2006/relationships/customXml" Target="../ink/ink106.xml"/><Relationship Id="rId124" Type="http://schemas.openxmlformats.org/officeDocument/2006/relationships/customXml" Target="../ink/ink114.xml"/><Relationship Id="rId129" Type="http://schemas.openxmlformats.org/officeDocument/2006/relationships/image" Target="../media/image640.png"/><Relationship Id="rId54" Type="http://schemas.openxmlformats.org/officeDocument/2006/relationships/customXml" Target="../ink/ink82.xml"/><Relationship Id="rId70" Type="http://schemas.openxmlformats.org/officeDocument/2006/relationships/customXml" Target="../ink/ink87.xml"/><Relationship Id="rId75" Type="http://schemas.openxmlformats.org/officeDocument/2006/relationships/image" Target="../media/image370.png"/><Relationship Id="rId91" Type="http://schemas.openxmlformats.org/officeDocument/2006/relationships/image" Target="../media/image450.png"/><Relationship Id="rId96" Type="http://schemas.openxmlformats.org/officeDocument/2006/relationships/customXml" Target="../ink/ink100.xml"/><Relationship Id="rId140" Type="http://schemas.openxmlformats.org/officeDocument/2006/relationships/customXml" Target="../ink/ink122.xml"/><Relationship Id="rId145" Type="http://schemas.openxmlformats.org/officeDocument/2006/relationships/image" Target="../media/image720.png"/><Relationship Id="rId161" Type="http://schemas.openxmlformats.org/officeDocument/2006/relationships/customXml" Target="../ink/ink132.xml"/><Relationship Id="rId166" Type="http://schemas.openxmlformats.org/officeDocument/2006/relationships/image" Target="../media/image800.png"/><Relationship Id="rId1" Type="http://schemas.openxmlformats.org/officeDocument/2006/relationships/slideLayout" Target="../slideLayouts/slideLayout7.xml"/><Relationship Id="rId6" Type="http://schemas.openxmlformats.org/officeDocument/2006/relationships/customXml" Target="../ink/ink58.xml"/><Relationship Id="rId23" Type="http://schemas.openxmlformats.org/officeDocument/2006/relationships/image" Target="../media/image1111.png"/><Relationship Id="rId28" Type="http://schemas.openxmlformats.org/officeDocument/2006/relationships/customXml" Target="../ink/ink69.xml"/><Relationship Id="rId49" Type="http://schemas.openxmlformats.org/officeDocument/2006/relationships/image" Target="../media/image241.png"/><Relationship Id="rId114" Type="http://schemas.openxmlformats.org/officeDocument/2006/relationships/customXml" Target="../ink/ink109.xml"/><Relationship Id="rId119" Type="http://schemas.openxmlformats.org/officeDocument/2006/relationships/image" Target="../media/image590.png"/><Relationship Id="rId44" Type="http://schemas.openxmlformats.org/officeDocument/2006/relationships/customXml" Target="../ink/ink77.xml"/><Relationship Id="rId60" Type="http://schemas.openxmlformats.org/officeDocument/2006/relationships/customXml" Target="../ink/ink85.xml"/><Relationship Id="rId81" Type="http://schemas.openxmlformats.org/officeDocument/2006/relationships/image" Target="../media/image400.png"/><Relationship Id="rId86" Type="http://schemas.openxmlformats.org/officeDocument/2006/relationships/customXml" Target="../ink/ink95.xml"/><Relationship Id="rId130" Type="http://schemas.openxmlformats.org/officeDocument/2006/relationships/customXml" Target="../ink/ink117.xml"/><Relationship Id="rId135" Type="http://schemas.openxmlformats.org/officeDocument/2006/relationships/image" Target="../media/image670.png"/><Relationship Id="rId151" Type="http://schemas.openxmlformats.org/officeDocument/2006/relationships/image" Target="../media/image750.png"/><Relationship Id="rId156" Type="http://schemas.openxmlformats.org/officeDocument/2006/relationships/customXml" Target="../ink/ink130.xml"/><Relationship Id="rId13" Type="http://schemas.openxmlformats.org/officeDocument/2006/relationships/image" Target="../media/image611.png"/><Relationship Id="rId18" Type="http://schemas.openxmlformats.org/officeDocument/2006/relationships/customXml" Target="../ink/ink64.xml"/><Relationship Id="rId39" Type="http://schemas.openxmlformats.org/officeDocument/2006/relationships/image" Target="../media/image190.png"/><Relationship Id="rId109" Type="http://schemas.openxmlformats.org/officeDocument/2006/relationships/image" Target="../media/image540.png"/><Relationship Id="rId34" Type="http://schemas.openxmlformats.org/officeDocument/2006/relationships/customXml" Target="../ink/ink72.xml"/><Relationship Id="rId50" Type="http://schemas.openxmlformats.org/officeDocument/2006/relationships/customXml" Target="../ink/ink80.xml"/><Relationship Id="rId55" Type="http://schemas.openxmlformats.org/officeDocument/2006/relationships/image" Target="../media/image270.png"/><Relationship Id="rId76" Type="http://schemas.openxmlformats.org/officeDocument/2006/relationships/customXml" Target="../ink/ink90.xml"/><Relationship Id="rId97" Type="http://schemas.openxmlformats.org/officeDocument/2006/relationships/image" Target="../media/image480.png"/><Relationship Id="rId104" Type="http://schemas.openxmlformats.org/officeDocument/2006/relationships/customXml" Target="../ink/ink104.xml"/><Relationship Id="rId120" Type="http://schemas.openxmlformats.org/officeDocument/2006/relationships/customXml" Target="../ink/ink112.xml"/><Relationship Id="rId125" Type="http://schemas.openxmlformats.org/officeDocument/2006/relationships/image" Target="../media/image620.png"/><Relationship Id="rId141" Type="http://schemas.openxmlformats.org/officeDocument/2006/relationships/image" Target="../media/image700.png"/><Relationship Id="rId146" Type="http://schemas.openxmlformats.org/officeDocument/2006/relationships/customXml" Target="../ink/ink125.xml"/><Relationship Id="rId167" Type="http://schemas.openxmlformats.org/officeDocument/2006/relationships/customXml" Target="../ink/ink135.xml"/><Relationship Id="rId7" Type="http://schemas.openxmlformats.org/officeDocument/2006/relationships/image" Target="../media/image311.png"/><Relationship Id="rId71" Type="http://schemas.openxmlformats.org/officeDocument/2006/relationships/image" Target="../media/image350.png"/><Relationship Id="rId92" Type="http://schemas.openxmlformats.org/officeDocument/2006/relationships/customXml" Target="../ink/ink98.xml"/><Relationship Id="rId162" Type="http://schemas.openxmlformats.org/officeDocument/2006/relationships/image" Target="../media/image330.png"/><Relationship Id="rId2" Type="http://schemas.openxmlformats.org/officeDocument/2006/relationships/customXml" Target="../ink/ink56.xml"/><Relationship Id="rId29" Type="http://schemas.openxmlformats.org/officeDocument/2006/relationships/image" Target="../media/image140.png"/><Relationship Id="rId24" Type="http://schemas.openxmlformats.org/officeDocument/2006/relationships/customXml" Target="../ink/ink67.xml"/><Relationship Id="rId40" Type="http://schemas.openxmlformats.org/officeDocument/2006/relationships/customXml" Target="../ink/ink75.xml"/><Relationship Id="rId45" Type="http://schemas.openxmlformats.org/officeDocument/2006/relationships/image" Target="../media/image220.png"/><Relationship Id="rId87" Type="http://schemas.openxmlformats.org/officeDocument/2006/relationships/image" Target="../media/image430.png"/><Relationship Id="rId110" Type="http://schemas.openxmlformats.org/officeDocument/2006/relationships/customXml" Target="../ink/ink107.xml"/><Relationship Id="rId115" Type="http://schemas.openxmlformats.org/officeDocument/2006/relationships/image" Target="../media/image570.png"/><Relationship Id="rId131" Type="http://schemas.openxmlformats.org/officeDocument/2006/relationships/image" Target="../media/image650.png"/><Relationship Id="rId136" Type="http://schemas.openxmlformats.org/officeDocument/2006/relationships/customXml" Target="../ink/ink120.xml"/><Relationship Id="rId157" Type="http://schemas.openxmlformats.org/officeDocument/2006/relationships/image" Target="../media/image780.png"/><Relationship Id="rId61" Type="http://schemas.openxmlformats.org/officeDocument/2006/relationships/image" Target="../media/image300.png"/><Relationship Id="rId82" Type="http://schemas.openxmlformats.org/officeDocument/2006/relationships/customXml" Target="../ink/ink93.xml"/><Relationship Id="rId152" Type="http://schemas.openxmlformats.org/officeDocument/2006/relationships/customXml" Target="../ink/ink128.xml"/><Relationship Id="rId19" Type="http://schemas.openxmlformats.org/officeDocument/2006/relationships/image" Target="../media/image911.png"/><Relationship Id="rId14" Type="http://schemas.openxmlformats.org/officeDocument/2006/relationships/customXml" Target="../ink/ink62.xml"/><Relationship Id="rId30" Type="http://schemas.openxmlformats.org/officeDocument/2006/relationships/customXml" Target="../ink/ink70.xml"/><Relationship Id="rId35" Type="http://schemas.openxmlformats.org/officeDocument/2006/relationships/image" Target="../media/image170.png"/><Relationship Id="rId56" Type="http://schemas.openxmlformats.org/officeDocument/2006/relationships/customXml" Target="../ink/ink83.xml"/><Relationship Id="rId77" Type="http://schemas.openxmlformats.org/officeDocument/2006/relationships/image" Target="../media/image380.png"/><Relationship Id="rId100" Type="http://schemas.openxmlformats.org/officeDocument/2006/relationships/customXml" Target="../ink/ink102.xml"/><Relationship Id="rId105" Type="http://schemas.openxmlformats.org/officeDocument/2006/relationships/image" Target="../media/image520.png"/><Relationship Id="rId126" Type="http://schemas.openxmlformats.org/officeDocument/2006/relationships/customXml" Target="../ink/ink115.xml"/><Relationship Id="rId147" Type="http://schemas.openxmlformats.org/officeDocument/2006/relationships/image" Target="../media/image730.png"/><Relationship Id="rId168" Type="http://schemas.openxmlformats.org/officeDocument/2006/relationships/image" Target="../media/image811.png"/><Relationship Id="rId8" Type="http://schemas.openxmlformats.org/officeDocument/2006/relationships/customXml" Target="../ink/ink59.xml"/><Relationship Id="rId51" Type="http://schemas.openxmlformats.org/officeDocument/2006/relationships/image" Target="../media/image251.png"/><Relationship Id="rId72" Type="http://schemas.openxmlformats.org/officeDocument/2006/relationships/customXml" Target="../ink/ink88.xml"/><Relationship Id="rId93" Type="http://schemas.openxmlformats.org/officeDocument/2006/relationships/image" Target="../media/image460.png"/><Relationship Id="rId98" Type="http://schemas.openxmlformats.org/officeDocument/2006/relationships/customXml" Target="../ink/ink101.xml"/><Relationship Id="rId121" Type="http://schemas.openxmlformats.org/officeDocument/2006/relationships/image" Target="../media/image600.png"/><Relationship Id="rId142" Type="http://schemas.openxmlformats.org/officeDocument/2006/relationships/customXml" Target="../ink/ink123.xml"/><Relationship Id="rId163" Type="http://schemas.openxmlformats.org/officeDocument/2006/relationships/customXml" Target="../ink/ink133.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78.xml"/><Relationship Id="rId116" Type="http://schemas.openxmlformats.org/officeDocument/2006/relationships/customXml" Target="../ink/ink110.xml"/><Relationship Id="rId137" Type="http://schemas.openxmlformats.org/officeDocument/2006/relationships/image" Target="../media/image680.png"/><Relationship Id="rId158" Type="http://schemas.openxmlformats.org/officeDocument/2006/relationships/image" Target="../media/image30.png"/><Relationship Id="rId20" Type="http://schemas.openxmlformats.org/officeDocument/2006/relationships/customXml" Target="../ink/ink65.xml"/><Relationship Id="rId41" Type="http://schemas.openxmlformats.org/officeDocument/2006/relationships/image" Target="../media/image200.png"/><Relationship Id="rId62" Type="http://schemas.openxmlformats.org/officeDocument/2006/relationships/customXml" Target="../ink/ink86.xml"/><Relationship Id="rId83" Type="http://schemas.openxmlformats.org/officeDocument/2006/relationships/image" Target="../media/image412.png"/><Relationship Id="rId88" Type="http://schemas.openxmlformats.org/officeDocument/2006/relationships/customXml" Target="../ink/ink96.xml"/><Relationship Id="rId111" Type="http://schemas.openxmlformats.org/officeDocument/2006/relationships/image" Target="../media/image550.png"/><Relationship Id="rId132" Type="http://schemas.openxmlformats.org/officeDocument/2006/relationships/customXml" Target="../ink/ink118.xml"/><Relationship Id="rId153" Type="http://schemas.openxmlformats.org/officeDocument/2006/relationships/image" Target="../media/image760.png"/><Relationship Id="rId15" Type="http://schemas.openxmlformats.org/officeDocument/2006/relationships/image" Target="../media/image711.png"/><Relationship Id="rId36" Type="http://schemas.openxmlformats.org/officeDocument/2006/relationships/customXml" Target="../ink/ink73.xml"/><Relationship Id="rId57" Type="http://schemas.openxmlformats.org/officeDocument/2006/relationships/image" Target="../media/image280.png"/><Relationship Id="rId106" Type="http://schemas.openxmlformats.org/officeDocument/2006/relationships/customXml" Target="../ink/ink105.xml"/><Relationship Id="rId127" Type="http://schemas.openxmlformats.org/officeDocument/2006/relationships/image" Target="../media/image630.png"/><Relationship Id="rId10" Type="http://schemas.openxmlformats.org/officeDocument/2006/relationships/customXml" Target="../ink/ink60.xml"/><Relationship Id="rId31" Type="http://schemas.openxmlformats.org/officeDocument/2006/relationships/image" Target="../media/image150.png"/><Relationship Id="rId52" Type="http://schemas.openxmlformats.org/officeDocument/2006/relationships/customXml" Target="../ink/ink81.xml"/><Relationship Id="rId73" Type="http://schemas.openxmlformats.org/officeDocument/2006/relationships/image" Target="../media/image360.png"/><Relationship Id="rId78" Type="http://schemas.openxmlformats.org/officeDocument/2006/relationships/customXml" Target="../ink/ink91.xml"/><Relationship Id="rId94" Type="http://schemas.openxmlformats.org/officeDocument/2006/relationships/customXml" Target="../ink/ink99.xml"/><Relationship Id="rId99" Type="http://schemas.openxmlformats.org/officeDocument/2006/relationships/image" Target="../media/image490.png"/><Relationship Id="rId101" Type="http://schemas.openxmlformats.org/officeDocument/2006/relationships/image" Target="../media/image500.png"/><Relationship Id="rId122" Type="http://schemas.openxmlformats.org/officeDocument/2006/relationships/customXml" Target="../ink/ink113.xml"/><Relationship Id="rId143" Type="http://schemas.openxmlformats.org/officeDocument/2006/relationships/image" Target="../media/image712.png"/><Relationship Id="rId148" Type="http://schemas.openxmlformats.org/officeDocument/2006/relationships/customXml" Target="../ink/ink126.xml"/><Relationship Id="rId164" Type="http://schemas.openxmlformats.org/officeDocument/2006/relationships/image" Target="../media/image790.png"/><Relationship Id="rId4" Type="http://schemas.openxmlformats.org/officeDocument/2006/relationships/customXml" Target="../ink/ink57.xml"/><Relationship Id="rId9" Type="http://schemas.openxmlformats.org/officeDocument/2006/relationships/image" Target="../media/image411.png"/><Relationship Id="rId26" Type="http://schemas.openxmlformats.org/officeDocument/2006/relationships/customXml" Target="../ink/ink68.xml"/><Relationship Id="rId47" Type="http://schemas.openxmlformats.org/officeDocument/2006/relationships/image" Target="../media/image231.png"/><Relationship Id="rId89" Type="http://schemas.openxmlformats.org/officeDocument/2006/relationships/image" Target="../media/image440.png"/><Relationship Id="rId112" Type="http://schemas.openxmlformats.org/officeDocument/2006/relationships/customXml" Target="../ink/ink108.xml"/><Relationship Id="rId133" Type="http://schemas.openxmlformats.org/officeDocument/2006/relationships/image" Target="../media/image660.png"/><Relationship Id="rId154" Type="http://schemas.openxmlformats.org/officeDocument/2006/relationships/customXml" Target="../ink/ink129.xml"/><Relationship Id="rId16" Type="http://schemas.openxmlformats.org/officeDocument/2006/relationships/customXml" Target="../ink/ink63.xml"/><Relationship Id="rId37" Type="http://schemas.openxmlformats.org/officeDocument/2006/relationships/image" Target="../media/image180.png"/><Relationship Id="rId58" Type="http://schemas.openxmlformats.org/officeDocument/2006/relationships/customXml" Target="../ink/ink84.xml"/><Relationship Id="rId79" Type="http://schemas.openxmlformats.org/officeDocument/2006/relationships/image" Target="../media/image390.png"/><Relationship Id="rId102" Type="http://schemas.openxmlformats.org/officeDocument/2006/relationships/customXml" Target="../ink/ink103.xml"/><Relationship Id="rId123" Type="http://schemas.openxmlformats.org/officeDocument/2006/relationships/image" Target="../media/image612.png"/><Relationship Id="rId144" Type="http://schemas.openxmlformats.org/officeDocument/2006/relationships/customXml" Target="../ink/ink124.xml"/><Relationship Id="rId90" Type="http://schemas.openxmlformats.org/officeDocument/2006/relationships/customXml" Target="../ink/ink97.xml"/><Relationship Id="rId165" Type="http://schemas.openxmlformats.org/officeDocument/2006/relationships/customXml" Target="../ink/ink134.xml"/><Relationship Id="rId27" Type="http://schemas.openxmlformats.org/officeDocument/2006/relationships/image" Target="../media/image134.png"/><Relationship Id="rId48" Type="http://schemas.openxmlformats.org/officeDocument/2006/relationships/customXml" Target="../ink/ink79.xml"/><Relationship Id="rId69" Type="http://schemas.openxmlformats.org/officeDocument/2006/relationships/image" Target="../media/image340.png"/><Relationship Id="rId113" Type="http://schemas.openxmlformats.org/officeDocument/2006/relationships/image" Target="../media/image560.png"/><Relationship Id="rId134" Type="http://schemas.openxmlformats.org/officeDocument/2006/relationships/customXml" Target="../ink/ink119.xml"/><Relationship Id="rId80" Type="http://schemas.openxmlformats.org/officeDocument/2006/relationships/customXml" Target="../ink/ink92.xml"/><Relationship Id="rId155" Type="http://schemas.openxmlformats.org/officeDocument/2006/relationships/image" Target="../media/image770.png"/></Relationships>
</file>

<file path=ppt/slides/_rels/slide33.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144.xml"/><Relationship Id="rId26" Type="http://schemas.openxmlformats.org/officeDocument/2006/relationships/customXml" Target="../ink/ink148.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152.xml"/><Relationship Id="rId42" Type="http://schemas.openxmlformats.org/officeDocument/2006/relationships/customXml" Target="../ink/ink156.xml"/><Relationship Id="rId47" Type="http://schemas.openxmlformats.org/officeDocument/2006/relationships/image" Target="../media/image230.png"/><Relationship Id="rId50" Type="http://schemas.openxmlformats.org/officeDocument/2006/relationships/customXml" Target="../ink/ink160.xml"/><Relationship Id="rId7" Type="http://schemas.openxmlformats.org/officeDocument/2006/relationships/image" Target="../media/image310.png"/><Relationship Id="rId2" Type="http://schemas.openxmlformats.org/officeDocument/2006/relationships/customXml" Target="../ink/ink136.xml"/><Relationship Id="rId16" Type="http://schemas.openxmlformats.org/officeDocument/2006/relationships/customXml" Target="../ink/ink143.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147.xml"/><Relationship Id="rId32" Type="http://schemas.openxmlformats.org/officeDocument/2006/relationships/customXml" Target="../ink/ink151.xml"/><Relationship Id="rId37" Type="http://schemas.openxmlformats.org/officeDocument/2006/relationships/image" Target="../media/image181.png"/><Relationship Id="rId40" Type="http://schemas.openxmlformats.org/officeDocument/2006/relationships/customXml" Target="../ink/ink155.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140.xml"/><Relationship Id="rId19" Type="http://schemas.openxmlformats.org/officeDocument/2006/relationships/image" Target="../media/image920.png"/><Relationship Id="rId31" Type="http://schemas.openxmlformats.org/officeDocument/2006/relationships/image" Target="../media/image151.png"/><Relationship Id="rId44" Type="http://schemas.openxmlformats.org/officeDocument/2006/relationships/customXml" Target="../ink/ink157.xml"/><Relationship Id="rId52" Type="http://schemas.openxmlformats.org/officeDocument/2006/relationships/customXml" Target="../ink/ink161.xml"/><Relationship Id="rId4" Type="http://schemas.openxmlformats.org/officeDocument/2006/relationships/customXml" Target="../ink/ink137.xml"/><Relationship Id="rId9" Type="http://schemas.openxmlformats.org/officeDocument/2006/relationships/image" Target="../media/image410.png"/><Relationship Id="rId14" Type="http://schemas.openxmlformats.org/officeDocument/2006/relationships/customXml" Target="../ink/ink142.xml"/><Relationship Id="rId22" Type="http://schemas.openxmlformats.org/officeDocument/2006/relationships/customXml" Target="../ink/ink146.xml"/><Relationship Id="rId27" Type="http://schemas.openxmlformats.org/officeDocument/2006/relationships/image" Target="../media/image131.png"/><Relationship Id="rId30" Type="http://schemas.openxmlformats.org/officeDocument/2006/relationships/customXml" Target="../ink/ink150.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59.xml"/><Relationship Id="rId8" Type="http://schemas.openxmlformats.org/officeDocument/2006/relationships/customXml" Target="../ink/ink139.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141.xml"/><Relationship Id="rId17" Type="http://schemas.openxmlformats.org/officeDocument/2006/relationships/image" Target="../media/image850.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54.xml"/><Relationship Id="rId46" Type="http://schemas.openxmlformats.org/officeDocument/2006/relationships/customXml" Target="../ink/ink158.xml"/><Relationship Id="rId20" Type="http://schemas.openxmlformats.org/officeDocument/2006/relationships/customXml" Target="../ink/ink145.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138.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149.xml"/><Relationship Id="rId36" Type="http://schemas.openxmlformats.org/officeDocument/2006/relationships/customXml" Target="../ink/ink153.xml"/><Relationship Id="rId49" Type="http://schemas.openxmlformats.org/officeDocument/2006/relationships/image" Target="../media/image240.png"/></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34.png"/><Relationship Id="rId5" Type="http://schemas.openxmlformats.org/officeDocument/2006/relationships/image" Target="../media/image33.jpeg"/><Relationship Id="rId4" Type="http://schemas.openxmlformats.org/officeDocument/2006/relationships/image" Target="../media/image17.png"/></Relationships>
</file>

<file path=ppt/slides/_rels/slide3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7.xml"/><Relationship Id="rId5" Type="http://schemas.openxmlformats.org/officeDocument/2006/relationships/image" Target="../media/image38.png"/><Relationship Id="rId4" Type="http://schemas.openxmlformats.org/officeDocument/2006/relationships/image" Target="../media/image37.png"/></Relationships>
</file>

<file path=ppt/slides/_rels/slide3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7.xml"/><Relationship Id="rId4" Type="http://schemas.openxmlformats.org/officeDocument/2006/relationships/image" Target="../media/image92.png"/></Relationships>
</file>

<file path=ppt/slides/_rels/slide43.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67.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62.xml"/><Relationship Id="rId21" Type="http://schemas.openxmlformats.org/officeDocument/2006/relationships/customXml" Target="../ink/ink171.xml"/><Relationship Id="rId7" Type="http://schemas.openxmlformats.org/officeDocument/2006/relationships/customXml" Target="../ink/ink164.xml"/><Relationship Id="rId12" Type="http://schemas.openxmlformats.org/officeDocument/2006/relationships/image" Target="../media/image910.png"/><Relationship Id="rId17" Type="http://schemas.openxmlformats.org/officeDocument/2006/relationships/customXml" Target="../ink/ink169.xml"/><Relationship Id="rId25" Type="http://schemas.openxmlformats.org/officeDocument/2006/relationships/customXml" Target="../ink/ink173.xml"/><Relationship Id="rId2" Type="http://schemas.openxmlformats.org/officeDocument/2006/relationships/image" Target="../media/image31.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66.xml"/><Relationship Id="rId24" Type="http://schemas.openxmlformats.org/officeDocument/2006/relationships/image" Target="../media/image980.png"/><Relationship Id="rId5" Type="http://schemas.openxmlformats.org/officeDocument/2006/relationships/customXml" Target="../ink/ink163.xml"/><Relationship Id="rId15" Type="http://schemas.openxmlformats.org/officeDocument/2006/relationships/customXml" Target="../ink/ink168.xml"/><Relationship Id="rId23" Type="http://schemas.openxmlformats.org/officeDocument/2006/relationships/customXml" Target="../ink/ink172.xml"/><Relationship Id="rId28" Type="http://schemas.openxmlformats.org/officeDocument/2006/relationships/image" Target="../media/image1000.png"/><Relationship Id="rId10" Type="http://schemas.openxmlformats.org/officeDocument/2006/relationships/image" Target="../media/image900.png"/><Relationship Id="rId19" Type="http://schemas.openxmlformats.org/officeDocument/2006/relationships/customXml" Target="../ink/ink170.xml"/><Relationship Id="rId4" Type="http://schemas.openxmlformats.org/officeDocument/2006/relationships/image" Target="../media/image870.png"/><Relationship Id="rId9" Type="http://schemas.openxmlformats.org/officeDocument/2006/relationships/customXml" Target="../ink/ink165.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7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96.tiff"/><Relationship Id="rId7" Type="http://schemas.openxmlformats.org/officeDocument/2006/relationships/image" Target="../media/image100.tiff"/><Relationship Id="rId2" Type="http://schemas.openxmlformats.org/officeDocument/2006/relationships/image" Target="../media/image95.tiff"/><Relationship Id="rId1" Type="http://schemas.openxmlformats.org/officeDocument/2006/relationships/slideLayout" Target="../slideLayouts/slideLayout7.xml"/><Relationship Id="rId6" Type="http://schemas.openxmlformats.org/officeDocument/2006/relationships/image" Target="../media/image99.tiff"/><Relationship Id="rId5" Type="http://schemas.openxmlformats.org/officeDocument/2006/relationships/image" Target="../media/image98.tiff"/><Relationship Id="rId4" Type="http://schemas.openxmlformats.org/officeDocument/2006/relationships/image" Target="../media/image97.tiff"/></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1.png"/><Relationship Id="rId1" Type="http://schemas.openxmlformats.org/officeDocument/2006/relationships/slideLayout" Target="../slideLayouts/slideLayout7.xml"/><Relationship Id="rId6" Type="http://schemas.openxmlformats.org/officeDocument/2006/relationships/image" Target="../media/image106.png"/><Relationship Id="rId5" Type="http://schemas.openxmlformats.org/officeDocument/2006/relationships/image" Target="../media/image105.png"/><Relationship Id="rId4" Type="http://schemas.openxmlformats.org/officeDocument/2006/relationships/image" Target="../media/image104.png"/></Relationships>
</file>

<file path=ppt/slides/_rels/slide51.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52.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png"/><Relationship Id="rId7" Type="http://schemas.openxmlformats.org/officeDocument/2006/relationships/image" Target="../media/image115.png"/><Relationship Id="rId2" Type="http://schemas.openxmlformats.org/officeDocument/2006/relationships/image" Target="../media/image110.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1.png"/><Relationship Id="rId1" Type="http://schemas.openxmlformats.org/officeDocument/2006/relationships/slideLayout" Target="../slideLayouts/slideLayout7.xml"/><Relationship Id="rId4" Type="http://schemas.openxmlformats.org/officeDocument/2006/relationships/image" Target="../media/image117.png"/></Relationships>
</file>

<file path=ppt/slides/_rels/slide55.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 Id="rId4" Type="http://schemas.openxmlformats.org/officeDocument/2006/relationships/image" Target="../media/image118.png"/></Relationships>
</file>

<file path=ppt/slides/_rels/slide56.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07.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20.png"/><Relationship Id="rId1" Type="http://schemas.openxmlformats.org/officeDocument/2006/relationships/slideLayout" Target="../slideLayouts/slideLayout7.xml"/><Relationship Id="rId5" Type="http://schemas.openxmlformats.org/officeDocument/2006/relationships/image" Target="../media/image125.png"/><Relationship Id="rId4" Type="http://schemas.openxmlformats.org/officeDocument/2006/relationships/image" Target="../media/image12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338554"/>
          </a:xfrm>
          <a:prstGeom prst="rect">
            <a:avLst/>
          </a:prstGeom>
          <a:noFill/>
        </p:spPr>
        <p:txBody>
          <a:bodyPr wrap="square" rtlCol="0">
            <a:spAutoFit/>
          </a:bodyPr>
          <a:lstStyle/>
          <a:p>
            <a:pPr marL="285750" indent="-285750">
              <a:buFontTx/>
              <a:buChar char="-"/>
            </a:pPr>
            <a:r>
              <a:rPr lang="en-US" sz="1600" dirty="0">
                <a:solidFill>
                  <a:srgbClr val="C00000"/>
                </a:solidFill>
              </a:rPr>
              <a:t>BESE – </a:t>
            </a:r>
            <a:r>
              <a:rPr lang="en-US" sz="1600" dirty="0">
                <a:solidFill>
                  <a:schemeClr val="accent1"/>
                </a:solidFill>
              </a:rPr>
              <a:t>including both BESE sets for now</a:t>
            </a: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82484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63B6A4-E5D3-0A68-A9DA-5269C8611359}"/>
              </a:ext>
            </a:extLst>
          </p:cNvPr>
          <p:cNvSpPr txBox="1"/>
          <p:nvPr/>
        </p:nvSpPr>
        <p:spPr>
          <a:xfrm>
            <a:off x="1046006" y="982176"/>
            <a:ext cx="6665053" cy="4893647"/>
          </a:xfrm>
          <a:prstGeom prst="rect">
            <a:avLst/>
          </a:prstGeom>
          <a:noFill/>
        </p:spPr>
        <p:txBody>
          <a:bodyPr wrap="square">
            <a:spAutoFit/>
          </a:bodyPr>
          <a:lstStyle/>
          <a:p>
            <a:pPr marL="0" marR="0" indent="0" algn="l">
              <a:buNone/>
            </a:pPr>
            <a:r>
              <a:rPr lang="en-US" sz="1200" b="1" i="0" dirty="0">
                <a:solidFill>
                  <a:srgbClr val="242424"/>
                </a:solidFill>
                <a:effectLst/>
                <a:latin typeface="Aptos" panose="020B0004020202020204" pitchFamily="34" charset="0"/>
              </a:rPr>
              <a:t>Slide 5:</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Anderson Island Donor site = Thompson Cove (cps1277). The USACE project primarily harvested from Thompson Cove donor site. This donor site has also been used for other transplant efforts in south Sound. Only 3000 shoots were harvested from the Sandy Point donor site in 2016.</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0" i="0" dirty="0">
                <a:solidFill>
                  <a:srgbClr val="242424"/>
                </a:solidFill>
                <a:effectLst/>
                <a:latin typeface="Aptos" panose="020B0004020202020204" pitchFamily="34" charset="0"/>
              </a:rPr>
              <a:t>It would be safe to use these coordinates for the Anderson Island / Thompson Cove donor site: 47.1266, -122.7080.</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6:</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This test transplant effort was a common garden effort. Eelgrass was harvested from the existing eelgrass bed along the tidelands on Shine Road, Squamish Harbor, and then transplanted into bare areas at -0.9 m (MLLW). I can check my GPS to see if I have coordinates, but an approximate location is 47.866685, -122.672543. It’s also SVMP site hdc2517.</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8: </a:t>
            </a:r>
            <a:r>
              <a:rPr lang="en-US" sz="1200" b="0" i="1" dirty="0">
                <a:solidFill>
                  <a:srgbClr val="242424"/>
                </a:solidFill>
                <a:effectLst/>
                <a:latin typeface="Aptos" panose="020B0004020202020204" pitchFamily="34" charset="0"/>
              </a:rPr>
              <a:t>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Fay Bainbridge = 47.703800, -122.506259</a:t>
            </a:r>
          </a:p>
          <a:p>
            <a:pPr marL="0" marR="0" indent="0" algn="l">
              <a:buNone/>
            </a:pPr>
            <a:r>
              <a:rPr lang="en-US" sz="1200" b="0" i="0" dirty="0">
                <a:solidFill>
                  <a:srgbClr val="242424"/>
                </a:solidFill>
                <a:effectLst/>
                <a:latin typeface="Aptos" panose="020B0004020202020204" pitchFamily="34" charset="0"/>
              </a:rPr>
              <a:t>North end of cps1063.</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9:</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Freshwater Bay = 48.1463, -123.6368</a:t>
            </a:r>
          </a:p>
          <a:p>
            <a:pPr marL="0" marR="0" indent="0" algn="l">
              <a:buNone/>
            </a:pPr>
            <a:r>
              <a:rPr lang="en-US" sz="1200" b="0" i="0" dirty="0">
                <a:solidFill>
                  <a:srgbClr val="242424"/>
                </a:solidFill>
                <a:effectLst/>
                <a:latin typeface="Aptos" panose="020B0004020202020204" pitchFamily="34" charset="0"/>
              </a:rPr>
              <a:t>This is listed in the Donor Sites worksheet as Elwha Delta (</a:t>
            </a:r>
            <a:r>
              <a:rPr lang="en-US" sz="1200" b="0" i="0" dirty="0" err="1">
                <a:solidFill>
                  <a:srgbClr val="242424"/>
                </a:solidFill>
                <a:effectLst/>
                <a:latin typeface="Aptos" panose="020B0004020202020204" pitchFamily="34" charset="0"/>
              </a:rPr>
              <a:t>site_name</a:t>
            </a:r>
            <a:r>
              <a:rPr lang="en-US" sz="1200" b="0" i="0" dirty="0">
                <a:solidFill>
                  <a:srgbClr val="242424"/>
                </a:solidFill>
                <a:effectLst/>
                <a:latin typeface="Aptos" panose="020B0004020202020204" pitchFamily="34" charset="0"/>
              </a:rPr>
              <a:t>) and Freshwater Bay (</a:t>
            </a:r>
            <a:r>
              <a:rPr lang="en-US" sz="1200" b="0" i="0" dirty="0" err="1">
                <a:solidFill>
                  <a:srgbClr val="242424"/>
                </a:solidFill>
                <a:effectLst/>
                <a:latin typeface="Aptos" panose="020B0004020202020204" pitchFamily="34" charset="0"/>
              </a:rPr>
              <a:t>water_body</a:t>
            </a:r>
            <a:r>
              <a:rPr lang="en-US" sz="1200" b="0" i="0" dirty="0">
                <a:solidFill>
                  <a:srgbClr val="242424"/>
                </a:solidFill>
                <a:effectLst/>
                <a:latin typeface="Aptos" panose="020B0004020202020204" pitchFamily="34" charset="0"/>
              </a:rPr>
              <a:t>).</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10:</a:t>
            </a:r>
            <a:r>
              <a:rPr lang="en-US" sz="1200" b="0" i="1" dirty="0">
                <a:solidFill>
                  <a:srgbClr val="242424"/>
                </a:solidFill>
                <a:effectLst/>
                <a:latin typeface="Aptos" panose="020B0004020202020204" pitchFamily="34" charset="0"/>
              </a:rPr>
              <a:t> 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Ship Harbor = 48.505130, -122.675595</a:t>
            </a:r>
          </a:p>
          <a:p>
            <a:pPr marL="0" marR="0" indent="0" algn="l">
              <a:buNone/>
            </a:pPr>
            <a:r>
              <a:rPr lang="en-US" sz="1200" b="0" i="0" dirty="0">
                <a:solidFill>
                  <a:srgbClr val="242424"/>
                </a:solidFill>
                <a:effectLst/>
                <a:latin typeface="Aptos" panose="020B0004020202020204" pitchFamily="34" charset="0"/>
              </a:rPr>
              <a:t>SVMP site = nps1489</a:t>
            </a:r>
          </a:p>
        </p:txBody>
      </p:sp>
      <p:sp>
        <p:nvSpPr>
          <p:cNvPr id="2" name="TextBox 1">
            <a:extLst>
              <a:ext uri="{FF2B5EF4-FFF2-40B4-BE49-F238E27FC236}">
                <a16:creationId xmlns:a16="http://schemas.microsoft.com/office/drawing/2014/main" id="{F2DAF7F2-A66B-DADE-6ABC-8B628683C918}"/>
              </a:ext>
            </a:extLst>
          </p:cNvPr>
          <p:cNvSpPr txBox="1"/>
          <p:nvPr/>
        </p:nvSpPr>
        <p:spPr>
          <a:xfrm>
            <a:off x="914400" y="117695"/>
            <a:ext cx="6165410" cy="369332"/>
          </a:xfrm>
          <a:prstGeom prst="rect">
            <a:avLst/>
          </a:prstGeom>
          <a:noFill/>
        </p:spPr>
        <p:txBody>
          <a:bodyPr wrap="square" rtlCol="0">
            <a:spAutoFit/>
          </a:bodyPr>
          <a:lstStyle/>
          <a:p>
            <a:r>
              <a:rPr lang="en-US" dirty="0"/>
              <a:t>Jeff’s responses to slides in donor_site_issues.pptx</a:t>
            </a:r>
          </a:p>
        </p:txBody>
      </p:sp>
    </p:spTree>
    <p:extLst>
      <p:ext uri="{BB962C8B-B14F-4D97-AF65-F5344CB8AC3E}">
        <p14:creationId xmlns:p14="http://schemas.microsoft.com/office/powerpoint/2010/main" val="998013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8376C5D-3801-7D55-3BF8-443E83269B1E}"/>
              </a:ext>
            </a:extLst>
          </p:cNvPr>
          <p:cNvSpPr/>
          <p:nvPr/>
        </p:nvSpPr>
        <p:spPr>
          <a:xfrm>
            <a:off x="1426129"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p_gps_pts</a:t>
            </a:r>
            <a:endParaRPr lang="en-US" sz="1100" dirty="0"/>
          </a:p>
        </p:txBody>
      </p:sp>
      <p:sp>
        <p:nvSpPr>
          <p:cNvPr id="3" name="TextBox 2">
            <a:extLst>
              <a:ext uri="{FF2B5EF4-FFF2-40B4-BE49-F238E27FC236}">
                <a16:creationId xmlns:a16="http://schemas.microsoft.com/office/drawing/2014/main" id="{3951A741-31BF-60FA-A0C0-BCD26BCFF84A}"/>
              </a:ext>
            </a:extLst>
          </p:cNvPr>
          <p:cNvSpPr txBox="1"/>
          <p:nvPr/>
        </p:nvSpPr>
        <p:spPr>
          <a:xfrm>
            <a:off x="1358308" y="1437734"/>
            <a:ext cx="1536603" cy="400110"/>
          </a:xfrm>
          <a:prstGeom prst="rect">
            <a:avLst/>
          </a:prstGeom>
          <a:noFill/>
        </p:spPr>
        <p:txBody>
          <a:bodyPr wrap="square" rtlCol="0">
            <a:spAutoFit/>
          </a:bodyPr>
          <a:lstStyle/>
          <a:p>
            <a:pPr algn="ctr"/>
            <a:r>
              <a:rPr lang="en-US" sz="1000" dirty="0"/>
              <a:t>29 unique values &amp; NA </a:t>
            </a:r>
            <a:r>
              <a:rPr lang="en-US" sz="1000" dirty="0" err="1"/>
              <a:t>donor_site_name</a:t>
            </a:r>
            <a:endParaRPr lang="en-US" sz="1000" dirty="0"/>
          </a:p>
        </p:txBody>
      </p:sp>
      <p:sp>
        <p:nvSpPr>
          <p:cNvPr id="4" name="Rounded Rectangle 3">
            <a:extLst>
              <a:ext uri="{FF2B5EF4-FFF2-40B4-BE49-F238E27FC236}">
                <a16:creationId xmlns:a16="http://schemas.microsoft.com/office/drawing/2014/main" id="{372BA0CE-7341-17C2-9DC9-26C3BDED9E28}"/>
              </a:ext>
            </a:extLst>
          </p:cNvPr>
          <p:cNvSpPr/>
          <p:nvPr/>
        </p:nvSpPr>
        <p:spPr>
          <a:xfrm>
            <a:off x="3549942"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donor_sites</a:t>
            </a:r>
            <a:endParaRPr lang="en-US" sz="1100" dirty="0"/>
          </a:p>
          <a:p>
            <a:pPr algn="ctr"/>
            <a:r>
              <a:rPr lang="en-US" sz="800" dirty="0"/>
              <a:t>(Matrix sheet)</a:t>
            </a:r>
          </a:p>
        </p:txBody>
      </p:sp>
      <p:sp>
        <p:nvSpPr>
          <p:cNvPr id="5" name="TextBox 4">
            <a:extLst>
              <a:ext uri="{FF2B5EF4-FFF2-40B4-BE49-F238E27FC236}">
                <a16:creationId xmlns:a16="http://schemas.microsoft.com/office/drawing/2014/main" id="{E163C22F-957F-A179-7918-D2218A52FBFC}"/>
              </a:ext>
            </a:extLst>
          </p:cNvPr>
          <p:cNvSpPr txBox="1"/>
          <p:nvPr/>
        </p:nvSpPr>
        <p:spPr>
          <a:xfrm>
            <a:off x="3372463" y="1437241"/>
            <a:ext cx="1755919" cy="646331"/>
          </a:xfrm>
          <a:prstGeom prst="rect">
            <a:avLst/>
          </a:prstGeom>
          <a:noFill/>
        </p:spPr>
        <p:txBody>
          <a:bodyPr wrap="square" rtlCol="0">
            <a:spAutoFit/>
          </a:bodyPr>
          <a:lstStyle/>
          <a:p>
            <a:pPr algn="ctr"/>
            <a:r>
              <a:rPr lang="en-US" sz="900" dirty="0"/>
              <a:t>30 records (all with site names)</a:t>
            </a:r>
          </a:p>
          <a:p>
            <a:pPr algn="ctr"/>
            <a:r>
              <a:rPr lang="en-US" sz="900" dirty="0"/>
              <a:t>24 unique site names</a:t>
            </a:r>
          </a:p>
          <a:p>
            <a:pPr algn="ctr"/>
            <a:endParaRPr lang="en-US" sz="900" dirty="0"/>
          </a:p>
          <a:p>
            <a:pPr algn="ctr"/>
            <a:r>
              <a:rPr lang="en-US" sz="900" dirty="0"/>
              <a:t>3 of 24 without coords</a:t>
            </a:r>
          </a:p>
        </p:txBody>
      </p:sp>
      <p:sp>
        <p:nvSpPr>
          <p:cNvPr id="6" name="Rounded Rectangle 5">
            <a:extLst>
              <a:ext uri="{FF2B5EF4-FFF2-40B4-BE49-F238E27FC236}">
                <a16:creationId xmlns:a16="http://schemas.microsoft.com/office/drawing/2014/main" id="{81C51E30-7947-1034-5D93-4993962A4BB9}"/>
              </a:ext>
            </a:extLst>
          </p:cNvPr>
          <p:cNvSpPr/>
          <p:nvPr/>
        </p:nvSpPr>
        <p:spPr>
          <a:xfrm>
            <a:off x="5673755"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donor_site_codes</a:t>
            </a:r>
            <a:endParaRPr lang="en-US" sz="1100" dirty="0"/>
          </a:p>
          <a:p>
            <a:pPr algn="ctr"/>
            <a:r>
              <a:rPr lang="en-US" sz="800" dirty="0"/>
              <a:t>(csv file)</a:t>
            </a:r>
          </a:p>
        </p:txBody>
      </p:sp>
      <p:sp>
        <p:nvSpPr>
          <p:cNvPr id="7" name="TextBox 6">
            <a:extLst>
              <a:ext uri="{FF2B5EF4-FFF2-40B4-BE49-F238E27FC236}">
                <a16:creationId xmlns:a16="http://schemas.microsoft.com/office/drawing/2014/main" id="{27C0E837-5B1A-B61D-3969-1D5C9A6D8DAE}"/>
              </a:ext>
            </a:extLst>
          </p:cNvPr>
          <p:cNvSpPr txBox="1"/>
          <p:nvPr/>
        </p:nvSpPr>
        <p:spPr>
          <a:xfrm>
            <a:off x="5496276" y="1444936"/>
            <a:ext cx="1755919" cy="230832"/>
          </a:xfrm>
          <a:prstGeom prst="rect">
            <a:avLst/>
          </a:prstGeom>
          <a:noFill/>
        </p:spPr>
        <p:txBody>
          <a:bodyPr wrap="square" rtlCol="0">
            <a:spAutoFit/>
          </a:bodyPr>
          <a:lstStyle/>
          <a:p>
            <a:pPr algn="ctr"/>
            <a:r>
              <a:rPr lang="en-US" sz="900" dirty="0"/>
              <a:t>25 donor sites + Mixed</a:t>
            </a:r>
          </a:p>
        </p:txBody>
      </p:sp>
      <p:sp>
        <p:nvSpPr>
          <p:cNvPr id="8" name="TextBox 7">
            <a:extLst>
              <a:ext uri="{FF2B5EF4-FFF2-40B4-BE49-F238E27FC236}">
                <a16:creationId xmlns:a16="http://schemas.microsoft.com/office/drawing/2014/main" id="{4FADDADE-C6FB-E5F2-0B3D-7DBB7EA31B39}"/>
              </a:ext>
            </a:extLst>
          </p:cNvPr>
          <p:cNvSpPr txBox="1"/>
          <p:nvPr/>
        </p:nvSpPr>
        <p:spPr>
          <a:xfrm>
            <a:off x="5561270" y="2229348"/>
            <a:ext cx="1755919" cy="3693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a:p>
            <a:pPr algn="ctr"/>
            <a:r>
              <a:rPr lang="en-US" sz="900" dirty="0" err="1">
                <a:solidFill>
                  <a:srgbClr val="C00000"/>
                </a:solidFill>
              </a:rPr>
              <a:t>donor_site_code</a:t>
            </a:r>
            <a:endParaRPr lang="en-US" sz="900" dirty="0">
              <a:solidFill>
                <a:srgbClr val="C00000"/>
              </a:solidFill>
            </a:endParaRPr>
          </a:p>
        </p:txBody>
      </p:sp>
      <p:sp>
        <p:nvSpPr>
          <p:cNvPr id="9" name="TextBox 8">
            <a:extLst>
              <a:ext uri="{FF2B5EF4-FFF2-40B4-BE49-F238E27FC236}">
                <a16:creationId xmlns:a16="http://schemas.microsoft.com/office/drawing/2014/main" id="{603AC6C6-3245-C02E-6372-E7CCDE1A5824}"/>
              </a:ext>
            </a:extLst>
          </p:cNvPr>
          <p:cNvSpPr txBox="1"/>
          <p:nvPr/>
        </p:nvSpPr>
        <p:spPr>
          <a:xfrm>
            <a:off x="3299922" y="2249786"/>
            <a:ext cx="1755919" cy="230832"/>
          </a:xfrm>
          <a:prstGeom prst="rect">
            <a:avLst/>
          </a:prstGeom>
          <a:noFill/>
        </p:spPr>
        <p:txBody>
          <a:bodyPr wrap="square" rtlCol="0">
            <a:spAutoFit/>
          </a:bodyPr>
          <a:lstStyle/>
          <a:p>
            <a:pPr algn="ctr"/>
            <a:r>
              <a:rPr lang="en-US" sz="900" dirty="0" err="1">
                <a:solidFill>
                  <a:srgbClr val="C00000"/>
                </a:solidFill>
              </a:rPr>
              <a:t>site_name</a:t>
            </a:r>
            <a:endParaRPr lang="en-US" sz="900" dirty="0">
              <a:solidFill>
                <a:srgbClr val="C00000"/>
              </a:solidFill>
            </a:endParaRPr>
          </a:p>
        </p:txBody>
      </p:sp>
      <p:sp>
        <p:nvSpPr>
          <p:cNvPr id="10" name="TextBox 9">
            <a:extLst>
              <a:ext uri="{FF2B5EF4-FFF2-40B4-BE49-F238E27FC236}">
                <a16:creationId xmlns:a16="http://schemas.microsoft.com/office/drawing/2014/main" id="{67C4C3F0-5756-3EB5-6106-46B1F23F85D8}"/>
              </a:ext>
            </a:extLst>
          </p:cNvPr>
          <p:cNvSpPr txBox="1"/>
          <p:nvPr/>
        </p:nvSpPr>
        <p:spPr>
          <a:xfrm>
            <a:off x="1138992" y="2263500"/>
            <a:ext cx="1755919" cy="2308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p:txBody>
      </p:sp>
      <p:sp>
        <p:nvSpPr>
          <p:cNvPr id="11" name="Freeform 10">
            <a:extLst>
              <a:ext uri="{FF2B5EF4-FFF2-40B4-BE49-F238E27FC236}">
                <a16:creationId xmlns:a16="http://schemas.microsoft.com/office/drawing/2014/main" id="{963D2E58-C438-1697-4C3A-2C221566FEF2}"/>
              </a:ext>
            </a:extLst>
          </p:cNvPr>
          <p:cNvSpPr/>
          <p:nvPr/>
        </p:nvSpPr>
        <p:spPr>
          <a:xfrm>
            <a:off x="2440641" y="2528048"/>
            <a:ext cx="1600200" cy="308442"/>
          </a:xfrm>
          <a:custGeom>
            <a:avLst/>
            <a:gdLst>
              <a:gd name="csX0" fmla="*/ 0 w 1600200"/>
              <a:gd name="csY0" fmla="*/ 26894 h 26894"/>
              <a:gd name="csX1" fmla="*/ 1600200 w 1600200"/>
              <a:gd name="csY1" fmla="*/ 0 h 26894"/>
              <a:gd name="csX0" fmla="*/ 0 w 1600200"/>
              <a:gd name="csY0" fmla="*/ 26894 h 191395"/>
              <a:gd name="csX1" fmla="*/ 1600200 w 1600200"/>
              <a:gd name="csY1" fmla="*/ 0 h 191395"/>
              <a:gd name="csX0" fmla="*/ 0 w 1600200"/>
              <a:gd name="csY0" fmla="*/ 26894 h 308442"/>
              <a:gd name="csX1" fmla="*/ 1600200 w 1600200"/>
              <a:gd name="csY1" fmla="*/ 0 h 308442"/>
            </a:gdLst>
            <a:ahLst/>
            <a:cxnLst>
              <a:cxn ang="0">
                <a:pos x="csX0" y="csY0"/>
              </a:cxn>
              <a:cxn ang="0">
                <a:pos x="csX1" y="csY1"/>
              </a:cxn>
            </a:cxnLst>
            <a:rect l="l" t="t" r="r" b="b"/>
            <a:pathLst>
              <a:path w="1600200" h="308442">
                <a:moveTo>
                  <a:pt x="0" y="26894"/>
                </a:moveTo>
                <a:cubicBezTo>
                  <a:pt x="318247" y="394446"/>
                  <a:pt x="1349189" y="419100"/>
                  <a:pt x="1600200"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F5404A7-56F1-393B-BD0E-358FE7C9E937}"/>
              </a:ext>
            </a:extLst>
          </p:cNvPr>
          <p:cNvPicPr>
            <a:picLocks noChangeAspect="1"/>
          </p:cNvPicPr>
          <p:nvPr/>
        </p:nvPicPr>
        <p:blipFill>
          <a:blip r:embed="rId2"/>
          <a:stretch>
            <a:fillRect/>
          </a:stretch>
        </p:blipFill>
        <p:spPr>
          <a:xfrm>
            <a:off x="1098465" y="2598680"/>
            <a:ext cx="1342176" cy="1459617"/>
          </a:xfrm>
          <a:prstGeom prst="rect">
            <a:avLst/>
          </a:prstGeom>
        </p:spPr>
      </p:pic>
      <p:sp>
        <p:nvSpPr>
          <p:cNvPr id="13" name="TextBox 12">
            <a:extLst>
              <a:ext uri="{FF2B5EF4-FFF2-40B4-BE49-F238E27FC236}">
                <a16:creationId xmlns:a16="http://schemas.microsoft.com/office/drawing/2014/main" id="{233AB3C2-3DE1-6208-BAE2-680C46A84B6F}"/>
              </a:ext>
            </a:extLst>
          </p:cNvPr>
          <p:cNvSpPr txBox="1"/>
          <p:nvPr/>
        </p:nvSpPr>
        <p:spPr>
          <a:xfrm>
            <a:off x="270916" y="3097656"/>
            <a:ext cx="868076" cy="230832"/>
          </a:xfrm>
          <a:prstGeom prst="rect">
            <a:avLst/>
          </a:prstGeom>
          <a:noFill/>
        </p:spPr>
        <p:txBody>
          <a:bodyPr wrap="square" rtlCol="0">
            <a:spAutoFit/>
          </a:bodyPr>
          <a:lstStyle/>
          <a:p>
            <a:pPr algn="r"/>
            <a:r>
              <a:rPr lang="en-US" sz="900" dirty="0">
                <a:solidFill>
                  <a:srgbClr val="C00000"/>
                </a:solidFill>
              </a:rPr>
              <a:t>not matched</a:t>
            </a:r>
          </a:p>
        </p:txBody>
      </p:sp>
      <p:sp>
        <p:nvSpPr>
          <p:cNvPr id="21" name="TextBox 20">
            <a:extLst>
              <a:ext uri="{FF2B5EF4-FFF2-40B4-BE49-F238E27FC236}">
                <a16:creationId xmlns:a16="http://schemas.microsoft.com/office/drawing/2014/main" id="{4D6629B2-E208-4479-437C-8ACBA7AC643C}"/>
              </a:ext>
            </a:extLst>
          </p:cNvPr>
          <p:cNvSpPr txBox="1"/>
          <p:nvPr/>
        </p:nvSpPr>
        <p:spPr>
          <a:xfrm>
            <a:off x="1004335" y="4343402"/>
            <a:ext cx="1822755" cy="1061829"/>
          </a:xfrm>
          <a:prstGeom prst="rect">
            <a:avLst/>
          </a:prstGeom>
          <a:noFill/>
        </p:spPr>
        <p:txBody>
          <a:bodyPr wrap="square" rtlCol="0">
            <a:spAutoFit/>
          </a:bodyPr>
          <a:lstStyle/>
          <a:p>
            <a:r>
              <a:rPr lang="en-US" sz="900" dirty="0"/>
              <a:t>5 donor site in </a:t>
            </a:r>
            <a:r>
              <a:rPr lang="en-US" sz="900" dirty="0" err="1"/>
              <a:t>gps_pts</a:t>
            </a:r>
            <a:r>
              <a:rPr lang="en-US" sz="900" dirty="0"/>
              <a:t> not matched in </a:t>
            </a:r>
            <a:r>
              <a:rPr lang="en-US" sz="900" dirty="0" err="1"/>
              <a:t>donor_sites</a:t>
            </a:r>
            <a:r>
              <a:rPr lang="en-US" sz="900" dirty="0"/>
              <a:t> table:</a:t>
            </a:r>
          </a:p>
          <a:p>
            <a:pPr marL="233363"/>
            <a:r>
              <a:rPr lang="en-US" sz="900" dirty="0">
                <a:solidFill>
                  <a:srgbClr val="BC9BA0"/>
                </a:solidFill>
              </a:rPr>
              <a:t>Ketron Island</a:t>
            </a:r>
          </a:p>
          <a:p>
            <a:pPr marL="233363"/>
            <a:r>
              <a:rPr lang="en-US" sz="900" dirty="0">
                <a:solidFill>
                  <a:srgbClr val="BC9BA0"/>
                </a:solidFill>
              </a:rPr>
              <a:t>Anderson Island</a:t>
            </a:r>
          </a:p>
          <a:p>
            <a:pPr marL="233363"/>
            <a:r>
              <a:rPr lang="en-US" sz="900" dirty="0">
                <a:solidFill>
                  <a:srgbClr val="BC9BA0"/>
                </a:solidFill>
              </a:rPr>
              <a:t>Cutts Island</a:t>
            </a:r>
          </a:p>
          <a:p>
            <a:pPr marL="233363"/>
            <a:r>
              <a:rPr lang="en-US" sz="900" dirty="0">
                <a:solidFill>
                  <a:srgbClr val="BC9BA0"/>
                </a:solidFill>
              </a:rPr>
              <a:t>Shine Beach</a:t>
            </a:r>
          </a:p>
          <a:p>
            <a:pPr marL="233363"/>
            <a:r>
              <a:rPr lang="en-US" sz="900" dirty="0">
                <a:solidFill>
                  <a:srgbClr val="BC9BA0"/>
                </a:solidFill>
              </a:rPr>
              <a:t>Stuart Island</a:t>
            </a:r>
          </a:p>
        </p:txBody>
      </p:sp>
      <p:pic>
        <p:nvPicPr>
          <p:cNvPr id="25" name="Picture 24">
            <a:extLst>
              <a:ext uri="{FF2B5EF4-FFF2-40B4-BE49-F238E27FC236}">
                <a16:creationId xmlns:a16="http://schemas.microsoft.com/office/drawing/2014/main" id="{66B75841-952B-192F-8498-5F6967CD8426}"/>
              </a:ext>
            </a:extLst>
          </p:cNvPr>
          <p:cNvPicPr>
            <a:picLocks noChangeAspect="1"/>
          </p:cNvPicPr>
          <p:nvPr/>
        </p:nvPicPr>
        <p:blipFill>
          <a:blip r:embed="rId3"/>
          <a:stretch>
            <a:fillRect/>
          </a:stretch>
        </p:blipFill>
        <p:spPr>
          <a:xfrm>
            <a:off x="131622" y="5565209"/>
            <a:ext cx="4819282" cy="725547"/>
          </a:xfrm>
          <a:prstGeom prst="rect">
            <a:avLst/>
          </a:prstGeom>
        </p:spPr>
      </p:pic>
      <p:sp>
        <p:nvSpPr>
          <p:cNvPr id="26" name="TextBox 25">
            <a:extLst>
              <a:ext uri="{FF2B5EF4-FFF2-40B4-BE49-F238E27FC236}">
                <a16:creationId xmlns:a16="http://schemas.microsoft.com/office/drawing/2014/main" id="{202F8DFC-C890-BC28-2682-4E117914FCB0}"/>
              </a:ext>
            </a:extLst>
          </p:cNvPr>
          <p:cNvSpPr txBox="1"/>
          <p:nvPr/>
        </p:nvSpPr>
        <p:spPr>
          <a:xfrm>
            <a:off x="6231339" y="4058297"/>
            <a:ext cx="2171700" cy="738664"/>
          </a:xfrm>
          <a:prstGeom prst="rect">
            <a:avLst/>
          </a:prstGeom>
          <a:noFill/>
        </p:spPr>
        <p:txBody>
          <a:bodyPr wrap="square" rtlCol="0">
            <a:spAutoFit/>
          </a:bodyPr>
          <a:lstStyle/>
          <a:p>
            <a:r>
              <a:rPr lang="en-US" sz="1400" dirty="0"/>
              <a:t>Add a Mixed logical variable to </a:t>
            </a:r>
            <a:r>
              <a:rPr lang="en-US" sz="1400" dirty="0" err="1"/>
              <a:t>planting_donor_assoc</a:t>
            </a:r>
            <a:endParaRPr lang="en-US" sz="1400" dirty="0"/>
          </a:p>
        </p:txBody>
      </p:sp>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686C5A7-E2E3-55A1-34F3-0D9BEECAC181}"/>
                  </a:ext>
                </a:extLst>
              </p14:cNvPr>
              <p14:cNvContentPartPr/>
              <p14:nvPr/>
            </p14:nvContentPartPr>
            <p14:xfrm>
              <a:off x="5498383" y="3378781"/>
              <a:ext cx="3898800" cy="2364480"/>
            </p14:xfrm>
          </p:contentPart>
        </mc:Choice>
        <mc:Fallback xmlns="">
          <p:pic>
            <p:nvPicPr>
              <p:cNvPr id="14" name="Ink 13">
                <a:extLst>
                  <a:ext uri="{FF2B5EF4-FFF2-40B4-BE49-F238E27FC236}">
                    <a16:creationId xmlns:a16="http://schemas.microsoft.com/office/drawing/2014/main" id="{6686C5A7-E2E3-55A1-34F3-0D9BEECAC181}"/>
                  </a:ext>
                </a:extLst>
              </p:cNvPr>
              <p:cNvPicPr/>
              <p:nvPr/>
            </p:nvPicPr>
            <p:blipFill>
              <a:blip r:embed="rId5"/>
              <a:stretch>
                <a:fillRect/>
              </a:stretch>
            </p:blipFill>
            <p:spPr>
              <a:xfrm>
                <a:off x="5467783" y="3347821"/>
                <a:ext cx="3960360" cy="2425680"/>
              </a:xfrm>
              <a:prstGeom prst="rect">
                <a:avLst/>
              </a:prstGeom>
            </p:spPr>
          </p:pic>
        </mc:Fallback>
      </mc:AlternateContent>
    </p:spTree>
    <p:extLst>
      <p:ext uri="{BB962C8B-B14F-4D97-AF65-F5344CB8AC3E}">
        <p14:creationId xmlns:p14="http://schemas.microsoft.com/office/powerpoint/2010/main" val="41059856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582326-9A41-40CD-7562-EF9D05EB5365}"/>
              </a:ext>
            </a:extLst>
          </p:cNvPr>
          <p:cNvPicPr>
            <a:picLocks noChangeAspect="1"/>
          </p:cNvPicPr>
          <p:nvPr/>
        </p:nvPicPr>
        <p:blipFill>
          <a:blip r:embed="rId2"/>
          <a:stretch>
            <a:fillRect/>
          </a:stretch>
        </p:blipFill>
        <p:spPr>
          <a:xfrm>
            <a:off x="151250" y="235124"/>
            <a:ext cx="4395229" cy="4521434"/>
          </a:xfrm>
          <a:prstGeom prst="rect">
            <a:avLst/>
          </a:prstGeom>
        </p:spPr>
      </p:pic>
      <p:sp>
        <p:nvSpPr>
          <p:cNvPr id="3" name="TextBox 2">
            <a:extLst>
              <a:ext uri="{FF2B5EF4-FFF2-40B4-BE49-F238E27FC236}">
                <a16:creationId xmlns:a16="http://schemas.microsoft.com/office/drawing/2014/main" id="{71DA827D-D70A-4327-2E9E-0CC6A523140F}"/>
              </a:ext>
            </a:extLst>
          </p:cNvPr>
          <p:cNvSpPr txBox="1"/>
          <p:nvPr/>
        </p:nvSpPr>
        <p:spPr>
          <a:xfrm>
            <a:off x="4914551" y="448267"/>
            <a:ext cx="5325533" cy="1200329"/>
          </a:xfrm>
          <a:prstGeom prst="rect">
            <a:avLst/>
          </a:prstGeom>
          <a:noFill/>
        </p:spPr>
        <p:txBody>
          <a:bodyPr wrap="square" rtlCol="0">
            <a:spAutoFit/>
          </a:bodyPr>
          <a:lstStyle/>
          <a:p>
            <a:pPr marL="342900" indent="-342900">
              <a:buAutoNum type="arabicPeriod"/>
            </a:pPr>
            <a:r>
              <a:rPr lang="en-US" dirty="0"/>
              <a:t>Step through </a:t>
            </a:r>
            <a:r>
              <a:rPr lang="en-US" dirty="0" err="1"/>
              <a:t>donor_sites</a:t>
            </a:r>
            <a:r>
              <a:rPr lang="en-US" dirty="0"/>
              <a:t> from matrix and refer to map for any ambiguity</a:t>
            </a:r>
          </a:p>
          <a:p>
            <a:pPr marL="342900" indent="-342900">
              <a:buAutoNum type="arabicPeriod"/>
            </a:pPr>
            <a:r>
              <a:rPr lang="en-US" dirty="0"/>
              <a:t>Create csv with vicinity, name, alt name</a:t>
            </a:r>
          </a:p>
          <a:p>
            <a:pPr marL="342900" indent="-342900">
              <a:buAutoNum type="arabicPeriod"/>
            </a:pPr>
            <a:r>
              <a:rPr lang="en-US" dirty="0"/>
              <a:t>Identify cases with no coords and add coords</a:t>
            </a:r>
          </a:p>
        </p:txBody>
      </p:sp>
      <p:sp>
        <p:nvSpPr>
          <p:cNvPr id="4" name="TextBox 3">
            <a:extLst>
              <a:ext uri="{FF2B5EF4-FFF2-40B4-BE49-F238E27FC236}">
                <a16:creationId xmlns:a16="http://schemas.microsoft.com/office/drawing/2014/main" id="{A2271209-82A8-86AD-AF45-BDDD9820A14F}"/>
              </a:ext>
            </a:extLst>
          </p:cNvPr>
          <p:cNvSpPr txBox="1"/>
          <p:nvPr/>
        </p:nvSpPr>
        <p:spPr>
          <a:xfrm>
            <a:off x="4815281" y="2713565"/>
            <a:ext cx="6870583" cy="3139321"/>
          </a:xfrm>
          <a:prstGeom prst="rect">
            <a:avLst/>
          </a:prstGeom>
          <a:noFill/>
        </p:spPr>
        <p:txBody>
          <a:bodyPr wrap="square" rtlCol="0">
            <a:spAutoFit/>
          </a:bodyPr>
          <a:lstStyle/>
          <a:p>
            <a:r>
              <a:rPr lang="en-US" dirty="0">
                <a:solidFill>
                  <a:schemeClr val="accent1"/>
                </a:solidFill>
              </a:rPr>
              <a:t>Issue 1:  ambiguity in donor sites listed in </a:t>
            </a:r>
            <a:r>
              <a:rPr lang="en-US" dirty="0" err="1">
                <a:solidFill>
                  <a:schemeClr val="accent1"/>
                </a:solidFill>
              </a:rPr>
              <a:t>gps_pts</a:t>
            </a:r>
            <a:r>
              <a:rPr lang="en-US" dirty="0">
                <a:solidFill>
                  <a:schemeClr val="accent1"/>
                </a:solidFill>
              </a:rPr>
              <a:t> at Anderson Island.  The matrix </a:t>
            </a:r>
            <a:r>
              <a:rPr lang="en-US" dirty="0" err="1">
                <a:solidFill>
                  <a:schemeClr val="accent1"/>
                </a:solidFill>
              </a:rPr>
              <a:t>gps_pts</a:t>
            </a:r>
            <a:r>
              <a:rPr lang="en-US" dirty="0">
                <a:solidFill>
                  <a:schemeClr val="accent1"/>
                </a:solidFill>
              </a:rPr>
              <a:t> includes:</a:t>
            </a:r>
          </a:p>
          <a:p>
            <a:pPr marL="285750" indent="-285750">
              <a:buFont typeface="Arial" panose="020B0604020202020204" pitchFamily="34" charset="0"/>
              <a:buChar char="•"/>
            </a:pPr>
            <a:r>
              <a:rPr lang="en-US" dirty="0">
                <a:solidFill>
                  <a:schemeClr val="accent1"/>
                </a:solidFill>
              </a:rPr>
              <a:t>10 records  with </a:t>
            </a:r>
            <a:r>
              <a:rPr lang="en-US" dirty="0" err="1">
                <a:solidFill>
                  <a:schemeClr val="accent1"/>
                </a:solidFill>
              </a:rPr>
              <a:t>donor_site</a:t>
            </a:r>
            <a:r>
              <a:rPr lang="en-US" dirty="0">
                <a:solidFill>
                  <a:schemeClr val="accent1"/>
                </a:solidFill>
              </a:rPr>
              <a:t> = “Anderson Island”</a:t>
            </a:r>
          </a:p>
          <a:p>
            <a:pPr marL="285750" indent="-285750">
              <a:buFont typeface="Arial" panose="020B0604020202020204" pitchFamily="34" charset="0"/>
              <a:buChar char="•"/>
            </a:pPr>
            <a:r>
              <a:rPr lang="en-US" dirty="0">
                <a:solidFill>
                  <a:schemeClr val="accent1"/>
                </a:solidFill>
              </a:rPr>
              <a:t>8 records with </a:t>
            </a:r>
            <a:r>
              <a:rPr lang="en-US" dirty="0" err="1">
                <a:solidFill>
                  <a:schemeClr val="accent1"/>
                </a:solidFill>
              </a:rPr>
              <a:t>donor_site</a:t>
            </a:r>
            <a:r>
              <a:rPr lang="en-US" dirty="0">
                <a:solidFill>
                  <a:schemeClr val="accent1"/>
                </a:solidFill>
              </a:rPr>
              <a:t> = “Sandy Point”</a:t>
            </a:r>
          </a:p>
          <a:p>
            <a:pPr marL="285750" indent="-285750">
              <a:buFont typeface="Arial" panose="020B0604020202020204" pitchFamily="34" charset="0"/>
              <a:buChar char="•"/>
            </a:pPr>
            <a:r>
              <a:rPr lang="en-US" dirty="0">
                <a:solidFill>
                  <a:schemeClr val="accent1"/>
                </a:solidFill>
              </a:rPr>
              <a:t>13 records with </a:t>
            </a:r>
            <a:r>
              <a:rPr lang="en-US" dirty="0" err="1">
                <a:solidFill>
                  <a:schemeClr val="accent1"/>
                </a:solidFill>
              </a:rPr>
              <a:t>donor_site</a:t>
            </a:r>
            <a:r>
              <a:rPr lang="en-US" dirty="0">
                <a:solidFill>
                  <a:schemeClr val="accent1"/>
                </a:solidFill>
              </a:rPr>
              <a:t> = “Thompson Cove”</a:t>
            </a:r>
          </a:p>
          <a:p>
            <a:pPr marL="285750" indent="-285750">
              <a:buFont typeface="Arial" panose="020B0604020202020204" pitchFamily="34" charset="0"/>
              <a:buChar char="•"/>
            </a:pPr>
            <a:endParaRPr lang="en-US" dirty="0">
              <a:solidFill>
                <a:schemeClr val="accent1"/>
              </a:solidFill>
            </a:endParaRPr>
          </a:p>
          <a:p>
            <a:r>
              <a:rPr lang="en-US" dirty="0">
                <a:solidFill>
                  <a:schemeClr val="accent1"/>
                </a:solidFill>
              </a:rPr>
              <a:t>Donor sites sheet in matrix only has records (with coords) for:</a:t>
            </a:r>
          </a:p>
          <a:p>
            <a:pPr marL="285750" indent="-285750">
              <a:buFont typeface="Arial" panose="020B0604020202020204" pitchFamily="34" charset="0"/>
              <a:buChar char="•"/>
            </a:pPr>
            <a:r>
              <a:rPr lang="en-US" dirty="0">
                <a:solidFill>
                  <a:schemeClr val="accent1"/>
                </a:solidFill>
              </a:rPr>
              <a:t>Sandy Point</a:t>
            </a:r>
          </a:p>
          <a:p>
            <a:pPr marL="285750" indent="-285750">
              <a:buFont typeface="Arial" panose="020B0604020202020204" pitchFamily="34" charset="0"/>
              <a:buChar char="•"/>
            </a:pPr>
            <a:r>
              <a:rPr lang="en-US" dirty="0">
                <a:solidFill>
                  <a:schemeClr val="accent1"/>
                </a:solidFill>
              </a:rPr>
              <a:t>Thompson Cove</a:t>
            </a:r>
          </a:p>
          <a:p>
            <a:endParaRPr lang="en-US" dirty="0">
              <a:solidFill>
                <a:schemeClr val="accent1"/>
              </a:solidFill>
            </a:endParaRPr>
          </a:p>
          <a:p>
            <a:r>
              <a:rPr lang="en-US" dirty="0">
                <a:solidFill>
                  <a:schemeClr val="accent1"/>
                </a:solidFill>
              </a:rPr>
              <a:t>Need clarification on the 10 records with “Anderson Island”</a:t>
            </a:r>
          </a:p>
        </p:txBody>
      </p:sp>
    </p:spTree>
    <p:extLst>
      <p:ext uri="{BB962C8B-B14F-4D97-AF65-F5344CB8AC3E}">
        <p14:creationId xmlns:p14="http://schemas.microsoft.com/office/powerpoint/2010/main" val="1430110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B9ECB2-453E-0440-65C6-463FD2F97B26}"/>
              </a:ext>
            </a:extLst>
          </p:cNvPr>
          <p:cNvSpPr txBox="1"/>
          <p:nvPr/>
        </p:nvSpPr>
        <p:spPr>
          <a:xfrm>
            <a:off x="830510" y="136135"/>
            <a:ext cx="5265490" cy="3016210"/>
          </a:xfrm>
          <a:prstGeom prst="rect">
            <a:avLst/>
          </a:prstGeom>
          <a:noFill/>
        </p:spPr>
        <p:txBody>
          <a:bodyPr wrap="square" rtlCol="0">
            <a:spAutoFit/>
          </a:bodyPr>
          <a:lstStyle/>
          <a:p>
            <a:r>
              <a:rPr lang="en-US" sz="1600" dirty="0"/>
              <a:t>Sankey completed.</a:t>
            </a:r>
          </a:p>
          <a:p>
            <a:endParaRPr lang="en-US" sz="1400" dirty="0"/>
          </a:p>
          <a:p>
            <a:r>
              <a:rPr lang="en-US" sz="1400" dirty="0"/>
              <a:t>Next</a:t>
            </a:r>
          </a:p>
          <a:p>
            <a:pPr marL="285750" indent="-285750">
              <a:buFont typeface="Arial" panose="020B0604020202020204" pitchFamily="34" charset="0"/>
              <a:buChar char="•"/>
            </a:pPr>
            <a:r>
              <a:rPr lang="en-US" sz="1400" dirty="0"/>
              <a:t>Rehab plantings into pt-plantings and centroids</a:t>
            </a:r>
          </a:p>
          <a:p>
            <a:pPr marL="635000" lvl="1" indent="-177800">
              <a:buFont typeface="Arial" panose="020B0604020202020204" pitchFamily="34" charset="0"/>
              <a:buChar char="•"/>
            </a:pPr>
            <a:r>
              <a:rPr lang="en-US" sz="1200" dirty="0">
                <a:solidFill>
                  <a:srgbClr val="C00000"/>
                </a:solidFill>
              </a:rPr>
              <a:t>get rehab list of </a:t>
            </a:r>
            <a:r>
              <a:rPr lang="en-US" sz="1200" dirty="0" err="1">
                <a:solidFill>
                  <a:srgbClr val="C00000"/>
                </a:solidFill>
              </a:rPr>
              <a:t>plantingIDs</a:t>
            </a:r>
            <a:r>
              <a:rPr lang="en-US" sz="1200" dirty="0">
                <a:solidFill>
                  <a:srgbClr val="C00000"/>
                </a:solidFill>
              </a:rPr>
              <a:t> with </a:t>
            </a:r>
            <a:r>
              <a:rPr lang="en-US" sz="1200" dirty="0" err="1">
                <a:solidFill>
                  <a:srgbClr val="C00000"/>
                </a:solidFill>
              </a:rPr>
              <a:t>planting_location_code</a:t>
            </a:r>
            <a:endParaRPr lang="en-US" sz="1200" dirty="0">
              <a:solidFill>
                <a:srgbClr val="C00000"/>
              </a:solidFill>
            </a:endParaRPr>
          </a:p>
          <a:p>
            <a:pPr marL="635000" lvl="1" indent="-177800">
              <a:buFont typeface="Arial" panose="020B0604020202020204" pitchFamily="34" charset="0"/>
              <a:buChar char="•"/>
            </a:pPr>
            <a:r>
              <a:rPr lang="en-US" sz="1200" dirty="0">
                <a:solidFill>
                  <a:srgbClr val="C00000"/>
                </a:solidFill>
              </a:rPr>
              <a:t>sf:  how to append features?</a:t>
            </a:r>
          </a:p>
          <a:p>
            <a:pPr marL="635000" lvl="1" indent="-177800">
              <a:buFont typeface="Arial" panose="020B0604020202020204" pitchFamily="34" charset="0"/>
              <a:buChar char="•"/>
            </a:pPr>
            <a:r>
              <a:rPr lang="en-US" sz="1200" dirty="0">
                <a:solidFill>
                  <a:srgbClr val="C00000"/>
                </a:solidFill>
              </a:rPr>
              <a:t>construct records in </a:t>
            </a:r>
            <a:r>
              <a:rPr lang="en-US" sz="1200" dirty="0" err="1">
                <a:solidFill>
                  <a:srgbClr val="C00000"/>
                </a:solidFill>
              </a:rPr>
              <a:t>pt_plantings</a:t>
            </a:r>
            <a:r>
              <a:rPr lang="en-US" sz="1200" dirty="0">
                <a:solidFill>
                  <a:srgbClr val="C00000"/>
                </a:solidFill>
              </a:rPr>
              <a:t> structure</a:t>
            </a:r>
          </a:p>
          <a:p>
            <a:pPr marL="635000" lvl="1" indent="-177800">
              <a:buFont typeface="Arial" panose="020B0604020202020204" pitchFamily="34" charset="0"/>
              <a:buChar char="•"/>
            </a:pPr>
            <a:r>
              <a:rPr lang="en-US" sz="1200" dirty="0">
                <a:solidFill>
                  <a:srgbClr val="C00000"/>
                </a:solidFill>
              </a:rPr>
              <a:t>append</a:t>
            </a:r>
          </a:p>
          <a:p>
            <a:pPr marL="285750" indent="-285750">
              <a:buFont typeface="Arial" panose="020B0604020202020204" pitchFamily="34" charset="0"/>
              <a:buChar char="•"/>
            </a:pPr>
            <a:r>
              <a:rPr lang="en-US" sz="1400" dirty="0"/>
              <a:t>Create restoration areas</a:t>
            </a:r>
          </a:p>
          <a:p>
            <a:pPr marL="285750" indent="-285750">
              <a:buFont typeface="Arial" panose="020B0604020202020204" pitchFamily="34" charset="0"/>
              <a:buChar char="•"/>
            </a:pPr>
            <a:r>
              <a:rPr lang="en-US" sz="1400" dirty="0"/>
              <a:t>Create  donor tables</a:t>
            </a:r>
          </a:p>
          <a:p>
            <a:pPr marL="285750" indent="-285750">
              <a:buFont typeface="Arial" panose="020B0604020202020204" pitchFamily="34" charset="0"/>
              <a:buChar char="•"/>
            </a:pPr>
            <a:r>
              <a:rPr lang="en-US" sz="1400" dirty="0"/>
              <a:t>Integrate monitoring table</a:t>
            </a:r>
          </a:p>
          <a:p>
            <a:pPr marL="285750" indent="-285750">
              <a:buFont typeface="Arial" panose="020B0604020202020204" pitchFamily="34" charset="0"/>
              <a:buChar char="•"/>
            </a:pPr>
            <a:r>
              <a:rPr lang="en-US" sz="1400" dirty="0"/>
              <a:t>Make and stage graphs</a:t>
            </a:r>
          </a:p>
          <a:p>
            <a:pPr marL="285750" indent="-285750">
              <a:buFont typeface="Arial" panose="020B0604020202020204" pitchFamily="34" charset="0"/>
              <a:buChar char="•"/>
            </a:pPr>
            <a:r>
              <a:rPr lang="en-US" sz="1400" dirty="0"/>
              <a:t>Make web tables with </a:t>
            </a:r>
            <a:r>
              <a:rPr lang="en-US" sz="1400" dirty="0" err="1"/>
              <a:t>graphURL</a:t>
            </a:r>
            <a:endParaRPr lang="en-US" sz="1400" dirty="0"/>
          </a:p>
          <a:p>
            <a:pPr marL="285750" indent="-285750">
              <a:buFont typeface="Arial" panose="020B0604020202020204" pitchFamily="34" charset="0"/>
              <a:buChar char="•"/>
            </a:pPr>
            <a:r>
              <a:rPr lang="en-US" sz="1400" dirty="0"/>
              <a:t>Update service</a:t>
            </a:r>
          </a:p>
        </p:txBody>
      </p:sp>
      <p:cxnSp>
        <p:nvCxnSpPr>
          <p:cNvPr id="5" name="Straight Arrow Connector 4">
            <a:extLst>
              <a:ext uri="{FF2B5EF4-FFF2-40B4-BE49-F238E27FC236}">
                <a16:creationId xmlns:a16="http://schemas.microsoft.com/office/drawing/2014/main" id="{251083E6-675B-004C-4D2B-D71A76F08BD3}"/>
              </a:ext>
            </a:extLst>
          </p:cNvPr>
          <p:cNvCxnSpPr/>
          <p:nvPr/>
        </p:nvCxnSpPr>
        <p:spPr>
          <a:xfrm>
            <a:off x="117694" y="1889515"/>
            <a:ext cx="649441"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F11C776A-24E4-E47B-760C-EB2D4C0F711D}"/>
              </a:ext>
            </a:extLst>
          </p:cNvPr>
          <p:cNvPicPr>
            <a:picLocks noChangeAspect="1"/>
          </p:cNvPicPr>
          <p:nvPr/>
        </p:nvPicPr>
        <p:blipFill>
          <a:blip r:embed="rId2"/>
          <a:stretch>
            <a:fillRect/>
          </a:stretch>
        </p:blipFill>
        <p:spPr>
          <a:xfrm>
            <a:off x="6663626" y="385894"/>
            <a:ext cx="5163271" cy="1400370"/>
          </a:xfrm>
          <a:prstGeom prst="rect">
            <a:avLst/>
          </a:prstGeom>
        </p:spPr>
      </p:pic>
      <p:pic>
        <p:nvPicPr>
          <p:cNvPr id="10" name="Picture 9">
            <a:extLst>
              <a:ext uri="{FF2B5EF4-FFF2-40B4-BE49-F238E27FC236}">
                <a16:creationId xmlns:a16="http://schemas.microsoft.com/office/drawing/2014/main" id="{5278D628-B96F-F0FD-BEC3-38194DE3BA7E}"/>
              </a:ext>
            </a:extLst>
          </p:cNvPr>
          <p:cNvPicPr>
            <a:picLocks noChangeAspect="1"/>
          </p:cNvPicPr>
          <p:nvPr/>
        </p:nvPicPr>
        <p:blipFill>
          <a:blip r:embed="rId3"/>
          <a:stretch>
            <a:fillRect/>
          </a:stretch>
        </p:blipFill>
        <p:spPr>
          <a:xfrm>
            <a:off x="8273576" y="1988354"/>
            <a:ext cx="3553321" cy="2143424"/>
          </a:xfrm>
          <a:prstGeom prst="rect">
            <a:avLst/>
          </a:prstGeom>
        </p:spPr>
      </p:pic>
      <p:sp>
        <p:nvSpPr>
          <p:cNvPr id="11" name="TextBox 10">
            <a:extLst>
              <a:ext uri="{FF2B5EF4-FFF2-40B4-BE49-F238E27FC236}">
                <a16:creationId xmlns:a16="http://schemas.microsoft.com/office/drawing/2014/main" id="{98B15FDF-75FF-1BA8-D304-4150870574AC}"/>
              </a:ext>
            </a:extLst>
          </p:cNvPr>
          <p:cNvSpPr txBox="1"/>
          <p:nvPr/>
        </p:nvSpPr>
        <p:spPr>
          <a:xfrm>
            <a:off x="570451" y="3686269"/>
            <a:ext cx="4873173"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Use rehab list </a:t>
            </a:r>
            <a:r>
              <a:rPr lang="en-US" sz="1200" dirty="0" err="1"/>
              <a:t>planting_location_code</a:t>
            </a:r>
            <a:r>
              <a:rPr lang="en-US" sz="1200" dirty="0"/>
              <a:t> to select records from </a:t>
            </a:r>
            <a:r>
              <a:rPr lang="en-US" sz="1200" dirty="0" err="1"/>
              <a:t>planting_locations</a:t>
            </a:r>
            <a:endParaRPr lang="en-US" sz="1200" dirty="0"/>
          </a:p>
          <a:p>
            <a:pPr marL="171450" indent="-171450">
              <a:buFont typeface="Arial" panose="020B0604020202020204" pitchFamily="34" charset="0"/>
              <a:buChar char="•"/>
            </a:pPr>
            <a:r>
              <a:rPr lang="en-US" sz="1200" dirty="0"/>
              <a:t> copy points and modify attributes</a:t>
            </a:r>
          </a:p>
          <a:p>
            <a:pPr marL="171450" indent="-171450">
              <a:buFont typeface="Arial" panose="020B0604020202020204" pitchFamily="34" charset="0"/>
              <a:buChar char="•"/>
            </a:pPr>
            <a:r>
              <a:rPr lang="en-US" sz="1200" dirty="0"/>
              <a:t>Bind to existing spatial layer for that geometry</a:t>
            </a:r>
          </a:p>
        </p:txBody>
      </p:sp>
      <p:pic>
        <p:nvPicPr>
          <p:cNvPr id="3" name="Picture 2">
            <a:extLst>
              <a:ext uri="{FF2B5EF4-FFF2-40B4-BE49-F238E27FC236}">
                <a16:creationId xmlns:a16="http://schemas.microsoft.com/office/drawing/2014/main" id="{074E7BE8-DDFA-F39D-DF6D-C4330D494718}"/>
              </a:ext>
            </a:extLst>
          </p:cNvPr>
          <p:cNvPicPr>
            <a:picLocks noChangeAspect="1"/>
          </p:cNvPicPr>
          <p:nvPr/>
        </p:nvPicPr>
        <p:blipFill>
          <a:blip r:embed="rId4"/>
          <a:stretch>
            <a:fillRect/>
          </a:stretch>
        </p:blipFill>
        <p:spPr>
          <a:xfrm>
            <a:off x="6288473" y="5398374"/>
            <a:ext cx="5062057" cy="903939"/>
          </a:xfrm>
          <a:prstGeom prst="rect">
            <a:avLst/>
          </a:prstGeom>
        </p:spPr>
      </p:pic>
      <p:grpSp>
        <p:nvGrpSpPr>
          <p:cNvPr id="9" name="Group 8">
            <a:extLst>
              <a:ext uri="{FF2B5EF4-FFF2-40B4-BE49-F238E27FC236}">
                <a16:creationId xmlns:a16="http://schemas.microsoft.com/office/drawing/2014/main" id="{9BED97E2-94BB-071D-F3D4-B6F7B44C9DA1}"/>
              </a:ext>
            </a:extLst>
          </p:cNvPr>
          <p:cNvGrpSpPr/>
          <p:nvPr/>
        </p:nvGrpSpPr>
        <p:grpSpPr>
          <a:xfrm>
            <a:off x="2517632" y="5398374"/>
            <a:ext cx="1241571" cy="683859"/>
            <a:chOff x="2517632" y="5398374"/>
            <a:chExt cx="1241571" cy="683859"/>
          </a:xfrm>
        </p:grpSpPr>
        <p:pic>
          <p:nvPicPr>
            <p:cNvPr id="6" name="Graphic 5" descr="Table outline">
              <a:extLst>
                <a:ext uri="{FF2B5EF4-FFF2-40B4-BE49-F238E27FC236}">
                  <a16:creationId xmlns:a16="http://schemas.microsoft.com/office/drawing/2014/main" id="{43D3E1AC-F208-6031-C570-E14D19BDDF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3582" y="5398374"/>
              <a:ext cx="649673" cy="649673"/>
            </a:xfrm>
            <a:prstGeom prst="rect">
              <a:avLst/>
            </a:prstGeom>
          </p:spPr>
        </p:pic>
        <p:sp>
          <p:nvSpPr>
            <p:cNvPr id="7" name="TextBox 6">
              <a:extLst>
                <a:ext uri="{FF2B5EF4-FFF2-40B4-BE49-F238E27FC236}">
                  <a16:creationId xmlns:a16="http://schemas.microsoft.com/office/drawing/2014/main" id="{E0CD528A-E4D3-7555-818C-B7FB788B65DF}"/>
                </a:ext>
              </a:extLst>
            </p:cNvPr>
            <p:cNvSpPr txBox="1"/>
            <p:nvPr/>
          </p:nvSpPr>
          <p:spPr>
            <a:xfrm>
              <a:off x="2517632" y="5866789"/>
              <a:ext cx="1241571" cy="215444"/>
            </a:xfrm>
            <a:prstGeom prst="rect">
              <a:avLst/>
            </a:prstGeom>
            <a:noFill/>
          </p:spPr>
          <p:txBody>
            <a:bodyPr wrap="square" rtlCol="0">
              <a:spAutoFit/>
            </a:bodyPr>
            <a:lstStyle/>
            <a:p>
              <a:pPr algn="ctr"/>
              <a:r>
                <a:rPr lang="en-US" sz="800" dirty="0" err="1"/>
                <a:t>planting_locations</a:t>
              </a:r>
              <a:endParaRPr lang="en-US" sz="800" dirty="0"/>
            </a:p>
          </p:txBody>
        </p:sp>
      </p:grpSp>
      <p:sp>
        <p:nvSpPr>
          <p:cNvPr id="12" name="Diamond 11">
            <a:extLst>
              <a:ext uri="{FF2B5EF4-FFF2-40B4-BE49-F238E27FC236}">
                <a16:creationId xmlns:a16="http://schemas.microsoft.com/office/drawing/2014/main" id="{B242F891-4D7D-484E-E58F-D70F4DAA2F86}"/>
              </a:ext>
            </a:extLst>
          </p:cNvPr>
          <p:cNvSpPr/>
          <p:nvPr/>
        </p:nvSpPr>
        <p:spPr>
          <a:xfrm>
            <a:off x="4664279" y="5544973"/>
            <a:ext cx="285226" cy="356474"/>
          </a:xfrm>
          <a:prstGeom prst="diamond">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1E07D9-6ACA-BE8F-FC06-799196501474}"/>
              </a:ext>
            </a:extLst>
          </p:cNvPr>
          <p:cNvCxnSpPr/>
          <p:nvPr/>
        </p:nvCxnSpPr>
        <p:spPr>
          <a:xfrm>
            <a:off x="3463255"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794B0C4-4AB9-9DE7-B6F0-F412829E5CA2}"/>
              </a:ext>
            </a:extLst>
          </p:cNvPr>
          <p:cNvCxnSpPr/>
          <p:nvPr/>
        </p:nvCxnSpPr>
        <p:spPr>
          <a:xfrm>
            <a:off x="5054367"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Freeform 16">
            <a:extLst>
              <a:ext uri="{FF2B5EF4-FFF2-40B4-BE49-F238E27FC236}">
                <a16:creationId xmlns:a16="http://schemas.microsoft.com/office/drawing/2014/main" id="{4218A011-B31E-5756-43B8-545BA231B7B8}"/>
              </a:ext>
            </a:extLst>
          </p:cNvPr>
          <p:cNvSpPr/>
          <p:nvPr/>
        </p:nvSpPr>
        <p:spPr>
          <a:xfrm>
            <a:off x="9957732" y="402035"/>
            <a:ext cx="1048624" cy="1460321"/>
          </a:xfrm>
          <a:custGeom>
            <a:avLst/>
            <a:gdLst>
              <a:gd name="csX0" fmla="*/ 545285 w 1048624"/>
              <a:gd name="csY0" fmla="*/ 637 h 1460321"/>
              <a:gd name="csX1" fmla="*/ 478173 w 1048624"/>
              <a:gd name="csY1" fmla="*/ 42582 h 1460321"/>
              <a:gd name="csX2" fmla="*/ 461395 w 1048624"/>
              <a:gd name="csY2" fmla="*/ 67748 h 1460321"/>
              <a:gd name="csX3" fmla="*/ 436228 w 1048624"/>
              <a:gd name="csY3" fmla="*/ 84526 h 1460321"/>
              <a:gd name="csX4" fmla="*/ 343949 w 1048624"/>
              <a:gd name="csY4" fmla="*/ 160027 h 1460321"/>
              <a:gd name="csX5" fmla="*/ 310393 w 1048624"/>
              <a:gd name="csY5" fmla="*/ 176805 h 1460321"/>
              <a:gd name="csX6" fmla="*/ 268448 w 1048624"/>
              <a:gd name="csY6" fmla="*/ 193583 h 1460321"/>
              <a:gd name="csX7" fmla="*/ 226503 w 1048624"/>
              <a:gd name="csY7" fmla="*/ 218750 h 1460321"/>
              <a:gd name="csX8" fmla="*/ 134224 w 1048624"/>
              <a:gd name="csY8" fmla="*/ 285862 h 1460321"/>
              <a:gd name="csX9" fmla="*/ 83890 w 1048624"/>
              <a:gd name="csY9" fmla="*/ 319418 h 1460321"/>
              <a:gd name="csX10" fmla="*/ 67112 w 1048624"/>
              <a:gd name="csY10" fmla="*/ 344585 h 1460321"/>
              <a:gd name="csX11" fmla="*/ 33556 w 1048624"/>
              <a:gd name="csY11" fmla="*/ 369752 h 1460321"/>
              <a:gd name="csX12" fmla="*/ 0 w 1048624"/>
              <a:gd name="csY12" fmla="*/ 436864 h 1460321"/>
              <a:gd name="csX13" fmla="*/ 8389 w 1048624"/>
              <a:gd name="csY13" fmla="*/ 738868 h 1460321"/>
              <a:gd name="csX14" fmla="*/ 16778 w 1048624"/>
              <a:gd name="csY14" fmla="*/ 780813 h 1460321"/>
              <a:gd name="csX15" fmla="*/ 25167 w 1048624"/>
              <a:gd name="csY15" fmla="*/ 847925 h 1460321"/>
              <a:gd name="csX16" fmla="*/ 41945 w 1048624"/>
              <a:gd name="csY16" fmla="*/ 906648 h 1460321"/>
              <a:gd name="csX17" fmla="*/ 67112 w 1048624"/>
              <a:gd name="csY17" fmla="*/ 990537 h 1460321"/>
              <a:gd name="csX18" fmla="*/ 83890 w 1048624"/>
              <a:gd name="csY18" fmla="*/ 1032482 h 1460321"/>
              <a:gd name="csX19" fmla="*/ 100668 w 1048624"/>
              <a:gd name="csY19" fmla="*/ 1099594 h 1460321"/>
              <a:gd name="csX20" fmla="*/ 109057 w 1048624"/>
              <a:gd name="csY20" fmla="*/ 1124761 h 1460321"/>
              <a:gd name="csX21" fmla="*/ 142613 w 1048624"/>
              <a:gd name="csY21" fmla="*/ 1175095 h 1460321"/>
              <a:gd name="csX22" fmla="*/ 159391 w 1048624"/>
              <a:gd name="csY22" fmla="*/ 1208651 h 1460321"/>
              <a:gd name="csX23" fmla="*/ 167780 w 1048624"/>
              <a:gd name="csY23" fmla="*/ 1233818 h 1460321"/>
              <a:gd name="csX24" fmla="*/ 184558 w 1048624"/>
              <a:gd name="csY24" fmla="*/ 1258985 h 1460321"/>
              <a:gd name="csX25" fmla="*/ 209725 w 1048624"/>
              <a:gd name="csY25" fmla="*/ 1309319 h 1460321"/>
              <a:gd name="csX26" fmla="*/ 234892 w 1048624"/>
              <a:gd name="csY26" fmla="*/ 1334486 h 1460321"/>
              <a:gd name="csX27" fmla="*/ 293615 w 1048624"/>
              <a:gd name="csY27" fmla="*/ 1409987 h 1460321"/>
              <a:gd name="csX28" fmla="*/ 318782 w 1048624"/>
              <a:gd name="csY28" fmla="*/ 1426765 h 1460321"/>
              <a:gd name="csX29" fmla="*/ 369116 w 1048624"/>
              <a:gd name="csY29" fmla="*/ 1443543 h 1460321"/>
              <a:gd name="csX30" fmla="*/ 436228 w 1048624"/>
              <a:gd name="csY30" fmla="*/ 1460321 h 1460321"/>
              <a:gd name="csX31" fmla="*/ 595618 w 1048624"/>
              <a:gd name="csY31" fmla="*/ 1443543 h 1460321"/>
              <a:gd name="csX32" fmla="*/ 713064 w 1048624"/>
              <a:gd name="csY32" fmla="*/ 1426765 h 1460321"/>
              <a:gd name="csX33" fmla="*/ 805343 w 1048624"/>
              <a:gd name="csY33" fmla="*/ 1384820 h 1460321"/>
              <a:gd name="csX34" fmla="*/ 889233 w 1048624"/>
              <a:gd name="csY34" fmla="*/ 1309319 h 1460321"/>
              <a:gd name="csX35" fmla="*/ 939567 w 1048624"/>
              <a:gd name="csY35" fmla="*/ 1233818 h 1460321"/>
              <a:gd name="csX36" fmla="*/ 956345 w 1048624"/>
              <a:gd name="csY36" fmla="*/ 1208651 h 1460321"/>
              <a:gd name="csX37" fmla="*/ 973123 w 1048624"/>
              <a:gd name="csY37" fmla="*/ 1183484 h 1460321"/>
              <a:gd name="csX38" fmla="*/ 989901 w 1048624"/>
              <a:gd name="csY38" fmla="*/ 1149928 h 1460321"/>
              <a:gd name="csX39" fmla="*/ 1031846 w 1048624"/>
              <a:gd name="csY39" fmla="*/ 1074427 h 1460321"/>
              <a:gd name="csX40" fmla="*/ 1048624 w 1048624"/>
              <a:gd name="csY40" fmla="*/ 1007315 h 1460321"/>
              <a:gd name="csX41" fmla="*/ 1040235 w 1048624"/>
              <a:gd name="csY41" fmla="*/ 898259 h 1460321"/>
              <a:gd name="csX42" fmla="*/ 1031846 w 1048624"/>
              <a:gd name="csY42" fmla="*/ 831147 h 1460321"/>
              <a:gd name="csX43" fmla="*/ 1023457 w 1048624"/>
              <a:gd name="csY43" fmla="*/ 663367 h 1460321"/>
              <a:gd name="csX44" fmla="*/ 998290 w 1048624"/>
              <a:gd name="csY44" fmla="*/ 554310 h 1460321"/>
              <a:gd name="csX45" fmla="*/ 981512 w 1048624"/>
              <a:gd name="csY45" fmla="*/ 520754 h 1460321"/>
              <a:gd name="csX46" fmla="*/ 973123 w 1048624"/>
              <a:gd name="csY46" fmla="*/ 487198 h 1460321"/>
              <a:gd name="csX47" fmla="*/ 956345 w 1048624"/>
              <a:gd name="csY47" fmla="*/ 445253 h 1460321"/>
              <a:gd name="csX48" fmla="*/ 931178 w 1048624"/>
              <a:gd name="csY48" fmla="*/ 378141 h 1460321"/>
              <a:gd name="csX49" fmla="*/ 914400 w 1048624"/>
              <a:gd name="csY49" fmla="*/ 352974 h 1460321"/>
              <a:gd name="csX50" fmla="*/ 906011 w 1048624"/>
              <a:gd name="csY50" fmla="*/ 327807 h 1460321"/>
              <a:gd name="csX51" fmla="*/ 855677 w 1048624"/>
              <a:gd name="csY51" fmla="*/ 252306 h 1460321"/>
              <a:gd name="csX52" fmla="*/ 822121 w 1048624"/>
              <a:gd name="csY52" fmla="*/ 193583 h 1460321"/>
              <a:gd name="csX53" fmla="*/ 729842 w 1048624"/>
              <a:gd name="csY53" fmla="*/ 101304 h 1460321"/>
              <a:gd name="csX54" fmla="*/ 679508 w 1048624"/>
              <a:gd name="csY54" fmla="*/ 84526 h 1460321"/>
              <a:gd name="csX55" fmla="*/ 654341 w 1048624"/>
              <a:gd name="csY55" fmla="*/ 76137 h 1460321"/>
              <a:gd name="csX56" fmla="*/ 629174 w 1048624"/>
              <a:gd name="csY56" fmla="*/ 59359 h 1460321"/>
              <a:gd name="csX57" fmla="*/ 604007 w 1048624"/>
              <a:gd name="csY57" fmla="*/ 50971 h 1460321"/>
              <a:gd name="csX58" fmla="*/ 545285 w 1048624"/>
              <a:gd name="csY58" fmla="*/ 34193 h 1460321"/>
              <a:gd name="csX59" fmla="*/ 520118 w 1048624"/>
              <a:gd name="csY59" fmla="*/ 17415 h 1460321"/>
              <a:gd name="csX60" fmla="*/ 545285 w 1048624"/>
              <a:gd name="csY60" fmla="*/ 637 h 1460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048624" h="1460321">
                <a:moveTo>
                  <a:pt x="545285" y="637"/>
                </a:moveTo>
                <a:cubicBezTo>
                  <a:pt x="538294" y="4831"/>
                  <a:pt x="498773" y="26102"/>
                  <a:pt x="478173" y="42582"/>
                </a:cubicBezTo>
                <a:cubicBezTo>
                  <a:pt x="470300" y="48880"/>
                  <a:pt x="468524" y="60619"/>
                  <a:pt x="461395" y="67748"/>
                </a:cubicBezTo>
                <a:cubicBezTo>
                  <a:pt x="454266" y="74877"/>
                  <a:pt x="443973" y="78071"/>
                  <a:pt x="436228" y="84526"/>
                </a:cubicBezTo>
                <a:cubicBezTo>
                  <a:pt x="393193" y="120389"/>
                  <a:pt x="416062" y="123970"/>
                  <a:pt x="343949" y="160027"/>
                </a:cubicBezTo>
                <a:cubicBezTo>
                  <a:pt x="332764" y="165620"/>
                  <a:pt x="321821" y="171726"/>
                  <a:pt x="310393" y="176805"/>
                </a:cubicBezTo>
                <a:cubicBezTo>
                  <a:pt x="296632" y="182921"/>
                  <a:pt x="281917" y="186849"/>
                  <a:pt x="268448" y="193583"/>
                </a:cubicBezTo>
                <a:cubicBezTo>
                  <a:pt x="253864" y="200875"/>
                  <a:pt x="240259" y="209996"/>
                  <a:pt x="226503" y="218750"/>
                </a:cubicBezTo>
                <a:cubicBezTo>
                  <a:pt x="131038" y="279500"/>
                  <a:pt x="218760" y="224381"/>
                  <a:pt x="134224" y="285862"/>
                </a:cubicBezTo>
                <a:cubicBezTo>
                  <a:pt x="117916" y="297722"/>
                  <a:pt x="83890" y="319418"/>
                  <a:pt x="83890" y="319418"/>
                </a:cubicBezTo>
                <a:cubicBezTo>
                  <a:pt x="78297" y="327807"/>
                  <a:pt x="74241" y="337456"/>
                  <a:pt x="67112" y="344585"/>
                </a:cubicBezTo>
                <a:cubicBezTo>
                  <a:pt x="57225" y="354472"/>
                  <a:pt x="41780" y="358445"/>
                  <a:pt x="33556" y="369752"/>
                </a:cubicBezTo>
                <a:cubicBezTo>
                  <a:pt x="18845" y="389979"/>
                  <a:pt x="0" y="436864"/>
                  <a:pt x="0" y="436864"/>
                </a:cubicBezTo>
                <a:cubicBezTo>
                  <a:pt x="2796" y="537532"/>
                  <a:pt x="3482" y="638281"/>
                  <a:pt x="8389" y="738868"/>
                </a:cubicBezTo>
                <a:cubicBezTo>
                  <a:pt x="9084" y="753110"/>
                  <a:pt x="14610" y="766720"/>
                  <a:pt x="16778" y="780813"/>
                </a:cubicBezTo>
                <a:cubicBezTo>
                  <a:pt x="20206" y="803096"/>
                  <a:pt x="21461" y="825687"/>
                  <a:pt x="25167" y="847925"/>
                </a:cubicBezTo>
                <a:cubicBezTo>
                  <a:pt x="30412" y="879395"/>
                  <a:pt x="33966" y="878722"/>
                  <a:pt x="41945" y="906648"/>
                </a:cubicBezTo>
                <a:cubicBezTo>
                  <a:pt x="54306" y="949910"/>
                  <a:pt x="47175" y="940695"/>
                  <a:pt x="67112" y="990537"/>
                </a:cubicBezTo>
                <a:cubicBezTo>
                  <a:pt x="72705" y="1004519"/>
                  <a:pt x="79461" y="1018089"/>
                  <a:pt x="83890" y="1032482"/>
                </a:cubicBezTo>
                <a:cubicBezTo>
                  <a:pt x="90671" y="1054521"/>
                  <a:pt x="93376" y="1077718"/>
                  <a:pt x="100668" y="1099594"/>
                </a:cubicBezTo>
                <a:cubicBezTo>
                  <a:pt x="103464" y="1107983"/>
                  <a:pt x="104763" y="1117031"/>
                  <a:pt x="109057" y="1124761"/>
                </a:cubicBezTo>
                <a:cubicBezTo>
                  <a:pt x="118850" y="1142388"/>
                  <a:pt x="133595" y="1157059"/>
                  <a:pt x="142613" y="1175095"/>
                </a:cubicBezTo>
                <a:cubicBezTo>
                  <a:pt x="148206" y="1186280"/>
                  <a:pt x="154465" y="1197157"/>
                  <a:pt x="159391" y="1208651"/>
                </a:cubicBezTo>
                <a:cubicBezTo>
                  <a:pt x="162874" y="1216779"/>
                  <a:pt x="163825" y="1225909"/>
                  <a:pt x="167780" y="1233818"/>
                </a:cubicBezTo>
                <a:cubicBezTo>
                  <a:pt x="172289" y="1242836"/>
                  <a:pt x="180049" y="1249967"/>
                  <a:pt x="184558" y="1258985"/>
                </a:cubicBezTo>
                <a:cubicBezTo>
                  <a:pt x="203475" y="1296820"/>
                  <a:pt x="179673" y="1273256"/>
                  <a:pt x="209725" y="1309319"/>
                </a:cubicBezTo>
                <a:cubicBezTo>
                  <a:pt x="217320" y="1318433"/>
                  <a:pt x="227608" y="1325121"/>
                  <a:pt x="234892" y="1334486"/>
                </a:cubicBezTo>
                <a:cubicBezTo>
                  <a:pt x="269353" y="1378793"/>
                  <a:pt x="257529" y="1379915"/>
                  <a:pt x="293615" y="1409987"/>
                </a:cubicBezTo>
                <a:cubicBezTo>
                  <a:pt x="301360" y="1416442"/>
                  <a:pt x="309569" y="1422670"/>
                  <a:pt x="318782" y="1426765"/>
                </a:cubicBezTo>
                <a:cubicBezTo>
                  <a:pt x="334943" y="1433948"/>
                  <a:pt x="351958" y="1439254"/>
                  <a:pt x="369116" y="1443543"/>
                </a:cubicBezTo>
                <a:lnTo>
                  <a:pt x="436228" y="1460321"/>
                </a:lnTo>
                <a:cubicBezTo>
                  <a:pt x="587794" y="1446542"/>
                  <a:pt x="470972" y="1458207"/>
                  <a:pt x="595618" y="1443543"/>
                </a:cubicBezTo>
                <a:cubicBezTo>
                  <a:pt x="692408" y="1432156"/>
                  <a:pt x="642281" y="1440922"/>
                  <a:pt x="713064" y="1426765"/>
                </a:cubicBezTo>
                <a:cubicBezTo>
                  <a:pt x="788085" y="1389254"/>
                  <a:pt x="756448" y="1401118"/>
                  <a:pt x="805343" y="1384820"/>
                </a:cubicBezTo>
                <a:cubicBezTo>
                  <a:pt x="834224" y="1363159"/>
                  <a:pt x="869159" y="1339429"/>
                  <a:pt x="889233" y="1309319"/>
                </a:cubicBezTo>
                <a:lnTo>
                  <a:pt x="939567" y="1233818"/>
                </a:lnTo>
                <a:lnTo>
                  <a:pt x="956345" y="1208651"/>
                </a:lnTo>
                <a:cubicBezTo>
                  <a:pt x="961938" y="1200262"/>
                  <a:pt x="968614" y="1192502"/>
                  <a:pt x="973123" y="1183484"/>
                </a:cubicBezTo>
                <a:cubicBezTo>
                  <a:pt x="978716" y="1172299"/>
                  <a:pt x="983467" y="1160651"/>
                  <a:pt x="989901" y="1149928"/>
                </a:cubicBezTo>
                <a:cubicBezTo>
                  <a:pt x="1020344" y="1099190"/>
                  <a:pt x="1020597" y="1115674"/>
                  <a:pt x="1031846" y="1074427"/>
                </a:cubicBezTo>
                <a:cubicBezTo>
                  <a:pt x="1037913" y="1052180"/>
                  <a:pt x="1048624" y="1007315"/>
                  <a:pt x="1048624" y="1007315"/>
                </a:cubicBezTo>
                <a:cubicBezTo>
                  <a:pt x="1045828" y="970963"/>
                  <a:pt x="1043692" y="934554"/>
                  <a:pt x="1040235" y="898259"/>
                </a:cubicBezTo>
                <a:cubicBezTo>
                  <a:pt x="1038098" y="875816"/>
                  <a:pt x="1033452" y="853634"/>
                  <a:pt x="1031846" y="831147"/>
                </a:cubicBezTo>
                <a:cubicBezTo>
                  <a:pt x="1027856" y="775293"/>
                  <a:pt x="1027922" y="719185"/>
                  <a:pt x="1023457" y="663367"/>
                </a:cubicBezTo>
                <a:cubicBezTo>
                  <a:pt x="1022151" y="647048"/>
                  <a:pt x="999757" y="557244"/>
                  <a:pt x="998290" y="554310"/>
                </a:cubicBezTo>
                <a:cubicBezTo>
                  <a:pt x="992697" y="543125"/>
                  <a:pt x="985903" y="532463"/>
                  <a:pt x="981512" y="520754"/>
                </a:cubicBezTo>
                <a:cubicBezTo>
                  <a:pt x="977464" y="509959"/>
                  <a:pt x="976769" y="498136"/>
                  <a:pt x="973123" y="487198"/>
                </a:cubicBezTo>
                <a:cubicBezTo>
                  <a:pt x="968361" y="472912"/>
                  <a:pt x="961632" y="459353"/>
                  <a:pt x="956345" y="445253"/>
                </a:cubicBezTo>
                <a:cubicBezTo>
                  <a:pt x="945454" y="416211"/>
                  <a:pt x="947391" y="410567"/>
                  <a:pt x="931178" y="378141"/>
                </a:cubicBezTo>
                <a:cubicBezTo>
                  <a:pt x="926669" y="369123"/>
                  <a:pt x="918909" y="361992"/>
                  <a:pt x="914400" y="352974"/>
                </a:cubicBezTo>
                <a:cubicBezTo>
                  <a:pt x="910445" y="345065"/>
                  <a:pt x="909966" y="335716"/>
                  <a:pt x="906011" y="327807"/>
                </a:cubicBezTo>
                <a:cubicBezTo>
                  <a:pt x="889831" y="295446"/>
                  <a:pt x="876753" y="280407"/>
                  <a:pt x="855677" y="252306"/>
                </a:cubicBezTo>
                <a:cubicBezTo>
                  <a:pt x="839196" y="202862"/>
                  <a:pt x="858398" y="251626"/>
                  <a:pt x="822121" y="193583"/>
                </a:cubicBezTo>
                <a:cubicBezTo>
                  <a:pt x="793033" y="147042"/>
                  <a:pt x="810247" y="128106"/>
                  <a:pt x="729842" y="101304"/>
                </a:cubicBezTo>
                <a:lnTo>
                  <a:pt x="679508" y="84526"/>
                </a:lnTo>
                <a:cubicBezTo>
                  <a:pt x="671119" y="81730"/>
                  <a:pt x="661699" y="81042"/>
                  <a:pt x="654341" y="76137"/>
                </a:cubicBezTo>
                <a:cubicBezTo>
                  <a:pt x="645952" y="70544"/>
                  <a:pt x="638192" y="63868"/>
                  <a:pt x="629174" y="59359"/>
                </a:cubicBezTo>
                <a:cubicBezTo>
                  <a:pt x="621265" y="55405"/>
                  <a:pt x="612509" y="53400"/>
                  <a:pt x="604007" y="50971"/>
                </a:cubicBezTo>
                <a:cubicBezTo>
                  <a:pt x="591463" y="47387"/>
                  <a:pt x="558695" y="40898"/>
                  <a:pt x="545285" y="34193"/>
                </a:cubicBezTo>
                <a:cubicBezTo>
                  <a:pt x="536267" y="29684"/>
                  <a:pt x="528764" y="22602"/>
                  <a:pt x="520118" y="17415"/>
                </a:cubicBezTo>
                <a:cubicBezTo>
                  <a:pt x="514756" y="14198"/>
                  <a:pt x="552276" y="-3557"/>
                  <a:pt x="545285" y="637"/>
                </a:cubicBezTo>
                <a:close/>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a:extLst>
              <a:ext uri="{FF2B5EF4-FFF2-40B4-BE49-F238E27FC236}">
                <a16:creationId xmlns:a16="http://schemas.microsoft.com/office/drawing/2014/main" id="{136F3C05-73F9-C8DE-76A6-79760AC890F6}"/>
              </a:ext>
            </a:extLst>
          </p:cNvPr>
          <p:cNvSpPr/>
          <p:nvPr/>
        </p:nvSpPr>
        <p:spPr>
          <a:xfrm>
            <a:off x="4798503" y="1149292"/>
            <a:ext cx="5117284" cy="4303552"/>
          </a:xfrm>
          <a:custGeom>
            <a:avLst/>
            <a:gdLst>
              <a:gd name="csX0" fmla="*/ 5117284 w 5117284"/>
              <a:gd name="csY0" fmla="*/ 0 h 4303552"/>
              <a:gd name="csX1" fmla="*/ 0 w 5117284"/>
              <a:gd name="csY1" fmla="*/ 4303552 h 4303552"/>
              <a:gd name="csX0" fmla="*/ 5117284 w 5117284"/>
              <a:gd name="csY0" fmla="*/ 0 h 4303552"/>
              <a:gd name="csX1" fmla="*/ 0 w 5117284"/>
              <a:gd name="csY1" fmla="*/ 4303552 h 4303552"/>
              <a:gd name="csX0" fmla="*/ 5117284 w 5117284"/>
              <a:gd name="csY0" fmla="*/ 0 h 4303552"/>
              <a:gd name="csX1" fmla="*/ 0 w 5117284"/>
              <a:gd name="csY1" fmla="*/ 4303552 h 4303552"/>
            </a:gdLst>
            <a:ahLst/>
            <a:cxnLst>
              <a:cxn ang="0">
                <a:pos x="csX0" y="csY0"/>
              </a:cxn>
              <a:cxn ang="0">
                <a:pos x="csX1" y="csY1"/>
              </a:cxn>
            </a:cxnLst>
            <a:rect l="l" t="t" r="r" b="b"/>
            <a:pathLst>
              <a:path w="5117284" h="4303552">
                <a:moveTo>
                  <a:pt x="5117284" y="0"/>
                </a:moveTo>
                <a:cubicBezTo>
                  <a:pt x="3336022" y="444616"/>
                  <a:pt x="11185" y="2743200"/>
                  <a:pt x="0" y="4303552"/>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a:extLst>
              <a:ext uri="{FF2B5EF4-FFF2-40B4-BE49-F238E27FC236}">
                <a16:creationId xmlns:a16="http://schemas.microsoft.com/office/drawing/2014/main" id="{7F0D0B57-C14B-B0EF-7AC6-63C7736A7DEA}"/>
              </a:ext>
            </a:extLst>
          </p:cNvPr>
          <p:cNvSpPr/>
          <p:nvPr/>
        </p:nvSpPr>
        <p:spPr>
          <a:xfrm>
            <a:off x="8061820" y="5402491"/>
            <a:ext cx="1518408" cy="939586"/>
          </a:xfrm>
          <a:custGeom>
            <a:avLst/>
            <a:gdLst>
              <a:gd name="csX0" fmla="*/ 570452 w 1518408"/>
              <a:gd name="csY0" fmla="*/ 19 h 939586"/>
              <a:gd name="csX1" fmla="*/ 385894 w 1518408"/>
              <a:gd name="csY1" fmla="*/ 19 h 939586"/>
              <a:gd name="csX2" fmla="*/ 209725 w 1518408"/>
              <a:gd name="csY2" fmla="*/ 8408 h 939586"/>
              <a:gd name="csX3" fmla="*/ 159391 w 1518408"/>
              <a:gd name="csY3" fmla="*/ 25186 h 939586"/>
              <a:gd name="csX4" fmla="*/ 134224 w 1518408"/>
              <a:gd name="csY4" fmla="*/ 33575 h 939586"/>
              <a:gd name="csX5" fmla="*/ 92279 w 1518408"/>
              <a:gd name="csY5" fmla="*/ 75520 h 939586"/>
              <a:gd name="csX6" fmla="*/ 50334 w 1518408"/>
              <a:gd name="csY6" fmla="*/ 125854 h 939586"/>
              <a:gd name="csX7" fmla="*/ 41945 w 1518408"/>
              <a:gd name="csY7" fmla="*/ 159410 h 939586"/>
              <a:gd name="csX8" fmla="*/ 25167 w 1518408"/>
              <a:gd name="csY8" fmla="*/ 209744 h 939586"/>
              <a:gd name="csX9" fmla="*/ 16778 w 1518408"/>
              <a:gd name="csY9" fmla="*/ 268467 h 939586"/>
              <a:gd name="csX10" fmla="*/ 8389 w 1518408"/>
              <a:gd name="csY10" fmla="*/ 318801 h 939586"/>
              <a:gd name="csX11" fmla="*/ 0 w 1518408"/>
              <a:gd name="csY11" fmla="*/ 419469 h 939586"/>
              <a:gd name="csX12" fmla="*/ 8389 w 1518408"/>
              <a:gd name="csY12" fmla="*/ 679527 h 939586"/>
              <a:gd name="csX13" fmla="*/ 16778 w 1518408"/>
              <a:gd name="csY13" fmla="*/ 729861 h 939586"/>
              <a:gd name="csX14" fmla="*/ 83890 w 1518408"/>
              <a:gd name="csY14" fmla="*/ 813751 h 939586"/>
              <a:gd name="csX15" fmla="*/ 209725 w 1518408"/>
              <a:gd name="csY15" fmla="*/ 864085 h 939586"/>
              <a:gd name="csX16" fmla="*/ 251670 w 1518408"/>
              <a:gd name="csY16" fmla="*/ 880863 h 939586"/>
              <a:gd name="csX17" fmla="*/ 327171 w 1518408"/>
              <a:gd name="csY17" fmla="*/ 897641 h 939586"/>
              <a:gd name="csX18" fmla="*/ 377505 w 1518408"/>
              <a:gd name="csY18" fmla="*/ 906030 h 939586"/>
              <a:gd name="csX19" fmla="*/ 595619 w 1518408"/>
              <a:gd name="csY19" fmla="*/ 922808 h 939586"/>
              <a:gd name="csX20" fmla="*/ 696286 w 1518408"/>
              <a:gd name="csY20" fmla="*/ 939586 h 939586"/>
              <a:gd name="csX21" fmla="*/ 889233 w 1518408"/>
              <a:gd name="csY21" fmla="*/ 931197 h 939586"/>
              <a:gd name="csX22" fmla="*/ 956345 w 1518408"/>
              <a:gd name="csY22" fmla="*/ 922808 h 939586"/>
              <a:gd name="csX23" fmla="*/ 1015068 w 1518408"/>
              <a:gd name="csY23" fmla="*/ 914419 h 939586"/>
              <a:gd name="csX24" fmla="*/ 1182848 w 1518408"/>
              <a:gd name="csY24" fmla="*/ 906030 h 939586"/>
              <a:gd name="csX25" fmla="*/ 1266738 w 1518408"/>
              <a:gd name="csY25" fmla="*/ 855696 h 939586"/>
              <a:gd name="csX26" fmla="*/ 1291905 w 1518408"/>
              <a:gd name="csY26" fmla="*/ 838918 h 939586"/>
              <a:gd name="csX27" fmla="*/ 1317072 w 1518408"/>
              <a:gd name="csY27" fmla="*/ 822140 h 939586"/>
              <a:gd name="csX28" fmla="*/ 1342239 w 1518408"/>
              <a:gd name="csY28" fmla="*/ 796973 h 939586"/>
              <a:gd name="csX29" fmla="*/ 1417740 w 1518408"/>
              <a:gd name="csY29" fmla="*/ 738250 h 939586"/>
              <a:gd name="csX30" fmla="*/ 1451296 w 1518408"/>
              <a:gd name="csY30" fmla="*/ 687916 h 939586"/>
              <a:gd name="csX31" fmla="*/ 1459685 w 1518408"/>
              <a:gd name="csY31" fmla="*/ 662749 h 939586"/>
              <a:gd name="csX32" fmla="*/ 1493241 w 1518408"/>
              <a:gd name="csY32" fmla="*/ 604026 h 939586"/>
              <a:gd name="csX33" fmla="*/ 1501630 w 1518408"/>
              <a:gd name="csY33" fmla="*/ 570470 h 939586"/>
              <a:gd name="csX34" fmla="*/ 1518408 w 1518408"/>
              <a:gd name="csY34" fmla="*/ 520137 h 939586"/>
              <a:gd name="csX35" fmla="*/ 1501630 w 1518408"/>
              <a:gd name="csY35" fmla="*/ 218133 h 939586"/>
              <a:gd name="csX36" fmla="*/ 1459685 w 1518408"/>
              <a:gd name="csY36" fmla="*/ 151021 h 939586"/>
              <a:gd name="csX37" fmla="*/ 1426129 w 1518408"/>
              <a:gd name="csY37" fmla="*/ 134243 h 939586"/>
              <a:gd name="csX38" fmla="*/ 1400962 w 1518408"/>
              <a:gd name="csY38" fmla="*/ 117465 h 939586"/>
              <a:gd name="csX39" fmla="*/ 1367406 w 1518408"/>
              <a:gd name="csY39" fmla="*/ 100687 h 939586"/>
              <a:gd name="csX40" fmla="*/ 1342239 w 1518408"/>
              <a:gd name="csY40" fmla="*/ 83909 h 939586"/>
              <a:gd name="csX41" fmla="*/ 1249960 w 1518408"/>
              <a:gd name="csY41" fmla="*/ 67131 h 939586"/>
              <a:gd name="csX42" fmla="*/ 1199626 w 1518408"/>
              <a:gd name="csY42" fmla="*/ 50353 h 939586"/>
              <a:gd name="csX43" fmla="*/ 1157681 w 1518408"/>
              <a:gd name="csY43" fmla="*/ 33575 h 939586"/>
              <a:gd name="csX44" fmla="*/ 1107347 w 1518408"/>
              <a:gd name="csY44" fmla="*/ 25186 h 939586"/>
              <a:gd name="csX45" fmla="*/ 1031846 w 1518408"/>
              <a:gd name="csY45" fmla="*/ 8408 h 939586"/>
              <a:gd name="csX46" fmla="*/ 335560 w 1518408"/>
              <a:gd name="csY46" fmla="*/ 19 h 939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Lst>
            <a:rect l="l" t="t" r="r" b="b"/>
            <a:pathLst>
              <a:path w="1518408" h="939586">
                <a:moveTo>
                  <a:pt x="570452" y="19"/>
                </a:moveTo>
                <a:cubicBezTo>
                  <a:pt x="418464" y="19018"/>
                  <a:pt x="605789" y="19"/>
                  <a:pt x="385894" y="19"/>
                </a:cubicBezTo>
                <a:cubicBezTo>
                  <a:pt x="327104" y="19"/>
                  <a:pt x="268448" y="5612"/>
                  <a:pt x="209725" y="8408"/>
                </a:cubicBezTo>
                <a:lnTo>
                  <a:pt x="159391" y="25186"/>
                </a:lnTo>
                <a:lnTo>
                  <a:pt x="134224" y="33575"/>
                </a:lnTo>
                <a:cubicBezTo>
                  <a:pt x="103464" y="79715"/>
                  <a:pt x="134224" y="40566"/>
                  <a:pt x="92279" y="75520"/>
                </a:cubicBezTo>
                <a:cubicBezTo>
                  <a:pt x="68057" y="95705"/>
                  <a:pt x="66831" y="101108"/>
                  <a:pt x="50334" y="125854"/>
                </a:cubicBezTo>
                <a:cubicBezTo>
                  <a:pt x="47538" y="137039"/>
                  <a:pt x="45258" y="148367"/>
                  <a:pt x="41945" y="159410"/>
                </a:cubicBezTo>
                <a:cubicBezTo>
                  <a:pt x="36863" y="176350"/>
                  <a:pt x="25167" y="209744"/>
                  <a:pt x="25167" y="209744"/>
                </a:cubicBezTo>
                <a:cubicBezTo>
                  <a:pt x="22371" y="229318"/>
                  <a:pt x="19785" y="248924"/>
                  <a:pt x="16778" y="268467"/>
                </a:cubicBezTo>
                <a:cubicBezTo>
                  <a:pt x="14192" y="285279"/>
                  <a:pt x="10267" y="301896"/>
                  <a:pt x="8389" y="318801"/>
                </a:cubicBezTo>
                <a:cubicBezTo>
                  <a:pt x="4671" y="352267"/>
                  <a:pt x="2796" y="385913"/>
                  <a:pt x="0" y="419469"/>
                </a:cubicBezTo>
                <a:cubicBezTo>
                  <a:pt x="2796" y="506155"/>
                  <a:pt x="3708" y="592922"/>
                  <a:pt x="8389" y="679527"/>
                </a:cubicBezTo>
                <a:cubicBezTo>
                  <a:pt x="9307" y="696512"/>
                  <a:pt x="12653" y="713359"/>
                  <a:pt x="16778" y="729861"/>
                </a:cubicBezTo>
                <a:cubicBezTo>
                  <a:pt x="29275" y="779848"/>
                  <a:pt x="30993" y="792592"/>
                  <a:pt x="83890" y="813751"/>
                </a:cubicBezTo>
                <a:lnTo>
                  <a:pt x="209725" y="864085"/>
                </a:lnTo>
                <a:cubicBezTo>
                  <a:pt x="223707" y="869678"/>
                  <a:pt x="237061" y="877211"/>
                  <a:pt x="251670" y="880863"/>
                </a:cubicBezTo>
                <a:cubicBezTo>
                  <a:pt x="287576" y="889840"/>
                  <a:pt x="288121" y="890541"/>
                  <a:pt x="327171" y="897641"/>
                </a:cubicBezTo>
                <a:cubicBezTo>
                  <a:pt x="343906" y="900684"/>
                  <a:pt x="360570" y="904442"/>
                  <a:pt x="377505" y="906030"/>
                </a:cubicBezTo>
                <a:cubicBezTo>
                  <a:pt x="450106" y="912836"/>
                  <a:pt x="595619" y="922808"/>
                  <a:pt x="595619" y="922808"/>
                </a:cubicBezTo>
                <a:cubicBezTo>
                  <a:pt x="630961" y="931644"/>
                  <a:pt x="657009" y="939586"/>
                  <a:pt x="696286" y="939586"/>
                </a:cubicBezTo>
                <a:cubicBezTo>
                  <a:pt x="760662" y="939586"/>
                  <a:pt x="824917" y="933993"/>
                  <a:pt x="889233" y="931197"/>
                </a:cubicBezTo>
                <a:lnTo>
                  <a:pt x="956345" y="922808"/>
                </a:lnTo>
                <a:cubicBezTo>
                  <a:pt x="975945" y="920195"/>
                  <a:pt x="995349" y="915880"/>
                  <a:pt x="1015068" y="914419"/>
                </a:cubicBezTo>
                <a:cubicBezTo>
                  <a:pt x="1070912" y="910282"/>
                  <a:pt x="1126921" y="908826"/>
                  <a:pt x="1182848" y="906030"/>
                </a:cubicBezTo>
                <a:cubicBezTo>
                  <a:pt x="1234440" y="880234"/>
                  <a:pt x="1205999" y="896189"/>
                  <a:pt x="1266738" y="855696"/>
                </a:cubicBezTo>
                <a:lnTo>
                  <a:pt x="1291905" y="838918"/>
                </a:lnTo>
                <a:cubicBezTo>
                  <a:pt x="1300294" y="833325"/>
                  <a:pt x="1309943" y="829269"/>
                  <a:pt x="1317072" y="822140"/>
                </a:cubicBezTo>
                <a:cubicBezTo>
                  <a:pt x="1325461" y="813751"/>
                  <a:pt x="1332874" y="804257"/>
                  <a:pt x="1342239" y="796973"/>
                </a:cubicBezTo>
                <a:cubicBezTo>
                  <a:pt x="1377921" y="769221"/>
                  <a:pt x="1392743" y="770389"/>
                  <a:pt x="1417740" y="738250"/>
                </a:cubicBezTo>
                <a:cubicBezTo>
                  <a:pt x="1430120" y="722333"/>
                  <a:pt x="1444919" y="707046"/>
                  <a:pt x="1451296" y="687916"/>
                </a:cubicBezTo>
                <a:cubicBezTo>
                  <a:pt x="1454092" y="679527"/>
                  <a:pt x="1455730" y="670658"/>
                  <a:pt x="1459685" y="662749"/>
                </a:cubicBezTo>
                <a:cubicBezTo>
                  <a:pt x="1484024" y="614071"/>
                  <a:pt x="1471180" y="662855"/>
                  <a:pt x="1493241" y="604026"/>
                </a:cubicBezTo>
                <a:cubicBezTo>
                  <a:pt x="1497289" y="593231"/>
                  <a:pt x="1498317" y="581513"/>
                  <a:pt x="1501630" y="570470"/>
                </a:cubicBezTo>
                <a:cubicBezTo>
                  <a:pt x="1506712" y="553531"/>
                  <a:pt x="1518408" y="520137"/>
                  <a:pt x="1518408" y="520137"/>
                </a:cubicBezTo>
                <a:cubicBezTo>
                  <a:pt x="1518390" y="519733"/>
                  <a:pt x="1509318" y="261700"/>
                  <a:pt x="1501630" y="218133"/>
                </a:cubicBezTo>
                <a:cubicBezTo>
                  <a:pt x="1499051" y="203516"/>
                  <a:pt x="1469490" y="159425"/>
                  <a:pt x="1459685" y="151021"/>
                </a:cubicBezTo>
                <a:cubicBezTo>
                  <a:pt x="1450190" y="142882"/>
                  <a:pt x="1436987" y="140448"/>
                  <a:pt x="1426129" y="134243"/>
                </a:cubicBezTo>
                <a:cubicBezTo>
                  <a:pt x="1417375" y="129241"/>
                  <a:pt x="1409716" y="122467"/>
                  <a:pt x="1400962" y="117465"/>
                </a:cubicBezTo>
                <a:cubicBezTo>
                  <a:pt x="1390104" y="111260"/>
                  <a:pt x="1378264" y="106892"/>
                  <a:pt x="1367406" y="100687"/>
                </a:cubicBezTo>
                <a:cubicBezTo>
                  <a:pt x="1358652" y="95685"/>
                  <a:pt x="1351506" y="87881"/>
                  <a:pt x="1342239" y="83909"/>
                </a:cubicBezTo>
                <a:cubicBezTo>
                  <a:pt x="1322462" y="75433"/>
                  <a:pt x="1263568" y="69075"/>
                  <a:pt x="1249960" y="67131"/>
                </a:cubicBezTo>
                <a:cubicBezTo>
                  <a:pt x="1233182" y="61538"/>
                  <a:pt x="1216047" y="56921"/>
                  <a:pt x="1199626" y="50353"/>
                </a:cubicBezTo>
                <a:cubicBezTo>
                  <a:pt x="1185644" y="44760"/>
                  <a:pt x="1172209" y="37537"/>
                  <a:pt x="1157681" y="33575"/>
                </a:cubicBezTo>
                <a:cubicBezTo>
                  <a:pt x="1141271" y="29100"/>
                  <a:pt x="1123951" y="28876"/>
                  <a:pt x="1107347" y="25186"/>
                </a:cubicBezTo>
                <a:cubicBezTo>
                  <a:pt x="1064239" y="15606"/>
                  <a:pt x="1094374" y="10195"/>
                  <a:pt x="1031846" y="8408"/>
                </a:cubicBezTo>
                <a:cubicBezTo>
                  <a:pt x="709179" y="-811"/>
                  <a:pt x="594577" y="19"/>
                  <a:pt x="335560" y="19"/>
                </a:cubicBezTo>
              </a:path>
            </a:pathLst>
          </a:custGeom>
          <a:noFill/>
          <a:ln>
            <a:solidFill>
              <a:srgbClr val="FB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2AC18E7-1FFA-4ECA-06EF-4D05CFF39DEC}"/>
              </a:ext>
            </a:extLst>
          </p:cNvPr>
          <p:cNvSpPr txBox="1"/>
          <p:nvPr/>
        </p:nvSpPr>
        <p:spPr>
          <a:xfrm>
            <a:off x="4488111" y="5940325"/>
            <a:ext cx="609126" cy="246221"/>
          </a:xfrm>
          <a:prstGeom prst="rect">
            <a:avLst/>
          </a:prstGeom>
          <a:noFill/>
        </p:spPr>
        <p:txBody>
          <a:bodyPr wrap="square" rtlCol="0">
            <a:spAutoFit/>
          </a:bodyPr>
          <a:lstStyle/>
          <a:p>
            <a:pPr algn="ctr"/>
            <a:r>
              <a:rPr lang="en-US" sz="1000" dirty="0"/>
              <a:t>select</a:t>
            </a:r>
          </a:p>
        </p:txBody>
      </p:sp>
      <p:sp>
        <p:nvSpPr>
          <p:cNvPr id="21" name="Freeform 20">
            <a:extLst>
              <a:ext uri="{FF2B5EF4-FFF2-40B4-BE49-F238E27FC236}">
                <a16:creationId xmlns:a16="http://schemas.microsoft.com/office/drawing/2014/main" id="{32DFE7C5-AB8B-0CA0-4313-08C0A7A59117}"/>
              </a:ext>
            </a:extLst>
          </p:cNvPr>
          <p:cNvSpPr/>
          <p:nvPr/>
        </p:nvSpPr>
        <p:spPr>
          <a:xfrm>
            <a:off x="9462781" y="1619075"/>
            <a:ext cx="2634933" cy="3884103"/>
          </a:xfrm>
          <a:custGeom>
            <a:avLst/>
            <a:gdLst>
              <a:gd name="csX0" fmla="*/ 0 w 2703684"/>
              <a:gd name="csY0" fmla="*/ 3884103 h 3884103"/>
              <a:gd name="csX1" fmla="*/ 2483141 w 2703684"/>
              <a:gd name="csY1" fmla="*/ 1610686 h 3884103"/>
              <a:gd name="csX2" fmla="*/ 2424418 w 2703684"/>
              <a:gd name="csY2" fmla="*/ 0 h 3884103"/>
              <a:gd name="csX0" fmla="*/ 0 w 2696648"/>
              <a:gd name="csY0" fmla="*/ 3884103 h 3884103"/>
              <a:gd name="csX1" fmla="*/ 2483141 w 2696648"/>
              <a:gd name="csY1" fmla="*/ 1610686 h 3884103"/>
              <a:gd name="csX2" fmla="*/ 2424418 w 2696648"/>
              <a:gd name="csY2" fmla="*/ 0 h 3884103"/>
              <a:gd name="csX0" fmla="*/ 0 w 2634933"/>
              <a:gd name="csY0" fmla="*/ 3884103 h 3884103"/>
              <a:gd name="csX1" fmla="*/ 2483141 w 2634933"/>
              <a:gd name="csY1" fmla="*/ 1610686 h 3884103"/>
              <a:gd name="csX2" fmla="*/ 2424418 w 2634933"/>
              <a:gd name="csY2" fmla="*/ 0 h 3884103"/>
              <a:gd name="csX0" fmla="*/ 0 w 2634933"/>
              <a:gd name="csY0" fmla="*/ 3884103 h 3884103"/>
              <a:gd name="csX1" fmla="*/ 2483141 w 2634933"/>
              <a:gd name="csY1" fmla="*/ 1610686 h 3884103"/>
              <a:gd name="csX2" fmla="*/ 2424418 w 2634933"/>
              <a:gd name="csY2" fmla="*/ 0 h 3884103"/>
            </a:gdLst>
            <a:ahLst/>
            <a:cxnLst>
              <a:cxn ang="0">
                <a:pos x="csX0" y="csY0"/>
              </a:cxn>
              <a:cxn ang="0">
                <a:pos x="csX1" y="csY1"/>
              </a:cxn>
              <a:cxn ang="0">
                <a:pos x="csX2" y="csY2"/>
              </a:cxn>
            </a:cxnLst>
            <a:rect l="l" t="t" r="r" b="b"/>
            <a:pathLst>
              <a:path w="2634933" h="3884103">
                <a:moveTo>
                  <a:pt x="0" y="3884103"/>
                </a:moveTo>
                <a:cubicBezTo>
                  <a:pt x="1039535" y="3071069"/>
                  <a:pt x="2129405" y="2157368"/>
                  <a:pt x="2483141" y="1610686"/>
                </a:cubicBezTo>
                <a:cubicBezTo>
                  <a:pt x="2744599" y="1147894"/>
                  <a:pt x="2630647" y="171275"/>
                  <a:pt x="2424418" y="0"/>
                </a:cubicBezTo>
              </a:path>
            </a:pathLst>
          </a:custGeom>
          <a:noFill/>
          <a:ln>
            <a:solidFill>
              <a:srgbClr val="FB77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0C17E96-9B4C-137F-CA73-D3D0DAED2790}"/>
              </a:ext>
            </a:extLst>
          </p:cNvPr>
          <p:cNvSpPr txBox="1"/>
          <p:nvPr/>
        </p:nvSpPr>
        <p:spPr>
          <a:xfrm>
            <a:off x="10566779" y="4617013"/>
            <a:ext cx="609126" cy="246221"/>
          </a:xfrm>
          <a:prstGeom prst="rect">
            <a:avLst/>
          </a:prstGeom>
          <a:noFill/>
        </p:spPr>
        <p:txBody>
          <a:bodyPr wrap="square" rtlCol="0">
            <a:spAutoFit/>
          </a:bodyPr>
          <a:lstStyle/>
          <a:p>
            <a:pPr algn="ctr"/>
            <a:r>
              <a:rPr lang="en-US" sz="1000" dirty="0"/>
              <a:t>join</a:t>
            </a:r>
          </a:p>
        </p:txBody>
      </p:sp>
      <p:sp>
        <p:nvSpPr>
          <p:cNvPr id="23" name="Sun 22">
            <a:extLst>
              <a:ext uri="{FF2B5EF4-FFF2-40B4-BE49-F238E27FC236}">
                <a16:creationId xmlns:a16="http://schemas.microsoft.com/office/drawing/2014/main" id="{0604D8AD-FD17-287F-AE7C-D60523729C01}"/>
              </a:ext>
            </a:extLst>
          </p:cNvPr>
          <p:cNvSpPr/>
          <p:nvPr/>
        </p:nvSpPr>
        <p:spPr>
          <a:xfrm>
            <a:off x="7202148" y="5237186"/>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Sun 25">
            <a:extLst>
              <a:ext uri="{FF2B5EF4-FFF2-40B4-BE49-F238E27FC236}">
                <a16:creationId xmlns:a16="http://schemas.microsoft.com/office/drawing/2014/main" id="{47646B5E-1122-96B1-F80D-E56554A5D84F}"/>
              </a:ext>
            </a:extLst>
          </p:cNvPr>
          <p:cNvSpPr/>
          <p:nvPr/>
        </p:nvSpPr>
        <p:spPr>
          <a:xfrm>
            <a:off x="8653320" y="5196112"/>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7E86B1-4F4C-A62A-752D-255D1DC74905}"/>
              </a:ext>
            </a:extLst>
          </p:cNvPr>
          <p:cNvSpPr txBox="1"/>
          <p:nvPr/>
        </p:nvSpPr>
        <p:spPr>
          <a:xfrm>
            <a:off x="10634351" y="194354"/>
            <a:ext cx="609126" cy="246221"/>
          </a:xfrm>
          <a:prstGeom prst="rect">
            <a:avLst/>
          </a:prstGeom>
          <a:noFill/>
        </p:spPr>
        <p:txBody>
          <a:bodyPr wrap="square" rtlCol="0">
            <a:spAutoFit/>
          </a:bodyPr>
          <a:lstStyle/>
          <a:p>
            <a:pPr algn="ctr"/>
            <a:r>
              <a:rPr lang="en-US" sz="1000" dirty="0"/>
              <a:t>FK</a:t>
            </a:r>
          </a:p>
        </p:txBody>
      </p:sp>
      <p:sp>
        <p:nvSpPr>
          <p:cNvPr id="28" name="TextBox 27">
            <a:extLst>
              <a:ext uri="{FF2B5EF4-FFF2-40B4-BE49-F238E27FC236}">
                <a16:creationId xmlns:a16="http://schemas.microsoft.com/office/drawing/2014/main" id="{EA0572C3-C0B5-B36B-65C6-823512DE46B9}"/>
              </a:ext>
            </a:extLst>
          </p:cNvPr>
          <p:cNvSpPr txBox="1"/>
          <p:nvPr/>
        </p:nvSpPr>
        <p:spPr>
          <a:xfrm>
            <a:off x="7289581" y="5180116"/>
            <a:ext cx="453908" cy="246221"/>
          </a:xfrm>
          <a:prstGeom prst="rect">
            <a:avLst/>
          </a:prstGeom>
          <a:noFill/>
        </p:spPr>
        <p:txBody>
          <a:bodyPr wrap="square" rtlCol="0">
            <a:spAutoFit/>
          </a:bodyPr>
          <a:lstStyle/>
          <a:p>
            <a:pPr algn="ctr"/>
            <a:r>
              <a:rPr lang="en-US" sz="1000" dirty="0"/>
              <a:t>PK</a:t>
            </a:r>
          </a:p>
        </p:txBody>
      </p:sp>
      <p:sp>
        <p:nvSpPr>
          <p:cNvPr id="4" name="TextBox 3">
            <a:extLst>
              <a:ext uri="{FF2B5EF4-FFF2-40B4-BE49-F238E27FC236}">
                <a16:creationId xmlns:a16="http://schemas.microsoft.com/office/drawing/2014/main" id="{E6C1ADBB-D26A-7090-FBC9-CC9549763EF3}"/>
              </a:ext>
            </a:extLst>
          </p:cNvPr>
          <p:cNvSpPr txBox="1"/>
          <p:nvPr/>
        </p:nvSpPr>
        <p:spPr>
          <a:xfrm>
            <a:off x="3941954" y="1862356"/>
            <a:ext cx="1999483" cy="707886"/>
          </a:xfrm>
          <a:prstGeom prst="rect">
            <a:avLst/>
          </a:prstGeom>
          <a:noFill/>
        </p:spPr>
        <p:txBody>
          <a:bodyPr wrap="square" rtlCol="0">
            <a:spAutoFit/>
          </a:bodyPr>
          <a:lstStyle/>
          <a:p>
            <a:pPr marL="171450" indent="-171450">
              <a:buFontTx/>
              <a:buChar char="-"/>
            </a:pPr>
            <a:r>
              <a:rPr lang="en-US" sz="1000" dirty="0">
                <a:solidFill>
                  <a:srgbClr val="C00000"/>
                </a:solidFill>
              </a:rPr>
              <a:t>Get land polygon layer</a:t>
            </a:r>
          </a:p>
          <a:p>
            <a:pPr marL="171450" indent="-171450">
              <a:buFontTx/>
              <a:buChar char="-"/>
            </a:pPr>
            <a:r>
              <a:rPr lang="en-US" sz="1000" dirty="0">
                <a:solidFill>
                  <a:srgbClr val="C00000"/>
                </a:solidFill>
              </a:rPr>
              <a:t>Create convex hull for restoration areas with obstacles</a:t>
            </a:r>
          </a:p>
        </p:txBody>
      </p:sp>
      <p:cxnSp>
        <p:nvCxnSpPr>
          <p:cNvPr id="15" name="Straight Connector 14">
            <a:extLst>
              <a:ext uri="{FF2B5EF4-FFF2-40B4-BE49-F238E27FC236}">
                <a16:creationId xmlns:a16="http://schemas.microsoft.com/office/drawing/2014/main" id="{0E665843-C6D4-7788-8A81-D19ED514BD69}"/>
              </a:ext>
            </a:extLst>
          </p:cNvPr>
          <p:cNvCxnSpPr/>
          <p:nvPr/>
        </p:nvCxnSpPr>
        <p:spPr>
          <a:xfrm>
            <a:off x="3138417" y="1889515"/>
            <a:ext cx="803537" cy="16562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6653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4A5B59-8F2C-1B5A-39B8-99C93DCEECC3}"/>
              </a:ext>
            </a:extLst>
          </p:cNvPr>
          <p:cNvPicPr>
            <a:picLocks noChangeAspect="1"/>
          </p:cNvPicPr>
          <p:nvPr/>
        </p:nvPicPr>
        <p:blipFill>
          <a:blip r:embed="rId2"/>
          <a:stretch>
            <a:fillRect/>
          </a:stretch>
        </p:blipFill>
        <p:spPr>
          <a:xfrm>
            <a:off x="1038897" y="77821"/>
            <a:ext cx="9277628" cy="6858000"/>
          </a:xfrm>
          <a:prstGeom prst="rect">
            <a:avLst/>
          </a:prstGeom>
        </p:spPr>
      </p:pic>
    </p:spTree>
    <p:extLst>
      <p:ext uri="{BB962C8B-B14F-4D97-AF65-F5344CB8AC3E}">
        <p14:creationId xmlns:p14="http://schemas.microsoft.com/office/powerpoint/2010/main" val="3010123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Freeform: Shape 84">
            <a:extLst>
              <a:ext uri="{FF2B5EF4-FFF2-40B4-BE49-F238E27FC236}">
                <a16:creationId xmlns:a16="http://schemas.microsoft.com/office/drawing/2014/main" id="{530B9661-8511-330E-89B6-36C854FA7E81}"/>
              </a:ext>
            </a:extLst>
          </p:cNvPr>
          <p:cNvSpPr/>
          <p:nvPr/>
        </p:nvSpPr>
        <p:spPr>
          <a:xfrm>
            <a:off x="3298158" y="243191"/>
            <a:ext cx="1666250" cy="5972783"/>
          </a:xfrm>
          <a:custGeom>
            <a:avLst/>
            <a:gdLst>
              <a:gd name="csX0" fmla="*/ 18456 w 1793100"/>
              <a:gd name="csY0" fmla="*/ 0 h 5963055"/>
              <a:gd name="csX1" fmla="*/ 222737 w 1793100"/>
              <a:gd name="csY1" fmla="*/ 1682885 h 5963055"/>
              <a:gd name="csX2" fmla="*/ 1594337 w 1793100"/>
              <a:gd name="csY2" fmla="*/ 2568102 h 5963055"/>
              <a:gd name="csX3" fmla="*/ 1662431 w 1793100"/>
              <a:gd name="csY3" fmla="*/ 4387175 h 5963055"/>
              <a:gd name="csX4" fmla="*/ 427018 w 1793100"/>
              <a:gd name="csY4" fmla="*/ 4961107 h 5963055"/>
              <a:gd name="csX5" fmla="*/ 135188 w 1793100"/>
              <a:gd name="csY5" fmla="*/ 5963055 h 5963055"/>
              <a:gd name="csX0" fmla="*/ 63676 w 1711860"/>
              <a:gd name="csY0" fmla="*/ 0 h 5972783"/>
              <a:gd name="csX1" fmla="*/ 141497 w 1711860"/>
              <a:gd name="csY1" fmla="*/ 1692613 h 5972783"/>
              <a:gd name="csX2" fmla="*/ 1513097 w 1711860"/>
              <a:gd name="csY2" fmla="*/ 2577830 h 5972783"/>
              <a:gd name="csX3" fmla="*/ 1581191 w 1711860"/>
              <a:gd name="csY3" fmla="*/ 4396903 h 5972783"/>
              <a:gd name="csX4" fmla="*/ 345778 w 1711860"/>
              <a:gd name="csY4" fmla="*/ 4970835 h 5972783"/>
              <a:gd name="csX5" fmla="*/ 53948 w 1711860"/>
              <a:gd name="csY5" fmla="*/ 5972783 h 5972783"/>
              <a:gd name="csX0" fmla="*/ 48157 w 1696341"/>
              <a:gd name="csY0" fmla="*/ 0 h 5972783"/>
              <a:gd name="csX1" fmla="*/ 125978 w 1696341"/>
              <a:gd name="csY1" fmla="*/ 1692613 h 5972783"/>
              <a:gd name="csX2" fmla="*/ 1497578 w 1696341"/>
              <a:gd name="csY2" fmla="*/ 2577830 h 5972783"/>
              <a:gd name="csX3" fmla="*/ 1565672 w 1696341"/>
              <a:gd name="csY3" fmla="*/ 4396903 h 5972783"/>
              <a:gd name="csX4" fmla="*/ 330259 w 1696341"/>
              <a:gd name="csY4" fmla="*/ 4970835 h 5972783"/>
              <a:gd name="csX5" fmla="*/ 38429 w 1696341"/>
              <a:gd name="csY5" fmla="*/ 5972783 h 5972783"/>
              <a:gd name="csX0" fmla="*/ 48157 w 1706277"/>
              <a:gd name="csY0" fmla="*/ 0 h 5972783"/>
              <a:gd name="csX1" fmla="*/ 125978 w 1706277"/>
              <a:gd name="csY1" fmla="*/ 1692613 h 5972783"/>
              <a:gd name="csX2" fmla="*/ 1497578 w 1706277"/>
              <a:gd name="csY2" fmla="*/ 2577830 h 5972783"/>
              <a:gd name="csX3" fmla="*/ 1565672 w 1706277"/>
              <a:gd name="csY3" fmla="*/ 4396903 h 5972783"/>
              <a:gd name="csX4" fmla="*/ 330259 w 1706277"/>
              <a:gd name="csY4" fmla="*/ 4970835 h 5972783"/>
              <a:gd name="csX5" fmla="*/ 38429 w 1706277"/>
              <a:gd name="csY5" fmla="*/ 5972783 h 5972783"/>
              <a:gd name="csX0" fmla="*/ 48157 w 1698588"/>
              <a:gd name="csY0" fmla="*/ 0 h 5972783"/>
              <a:gd name="csX1" fmla="*/ 125978 w 1698588"/>
              <a:gd name="csY1" fmla="*/ 1692613 h 5972783"/>
              <a:gd name="csX2" fmla="*/ 1497578 w 1698588"/>
              <a:gd name="csY2" fmla="*/ 2577830 h 5972783"/>
              <a:gd name="csX3" fmla="*/ 1565672 w 1698588"/>
              <a:gd name="csY3" fmla="*/ 4396903 h 5972783"/>
              <a:gd name="csX4" fmla="*/ 330259 w 1698588"/>
              <a:gd name="csY4" fmla="*/ 4970835 h 5972783"/>
              <a:gd name="csX5" fmla="*/ 38429 w 1698588"/>
              <a:gd name="csY5" fmla="*/ 5972783 h 5972783"/>
              <a:gd name="csX0" fmla="*/ 48157 w 1646566"/>
              <a:gd name="csY0" fmla="*/ 0 h 5972783"/>
              <a:gd name="csX1" fmla="*/ 125978 w 1646566"/>
              <a:gd name="csY1" fmla="*/ 1692613 h 5972783"/>
              <a:gd name="csX2" fmla="*/ 1497578 w 1646566"/>
              <a:gd name="csY2" fmla="*/ 2577830 h 5972783"/>
              <a:gd name="csX3" fmla="*/ 1565672 w 1646566"/>
              <a:gd name="csY3" fmla="*/ 4396903 h 5972783"/>
              <a:gd name="csX4" fmla="*/ 330259 w 1646566"/>
              <a:gd name="csY4" fmla="*/ 4970835 h 5972783"/>
              <a:gd name="csX5" fmla="*/ 38429 w 1646566"/>
              <a:gd name="csY5" fmla="*/ 5972783 h 5972783"/>
              <a:gd name="csX0" fmla="*/ 48157 w 1584310"/>
              <a:gd name="csY0" fmla="*/ 0 h 5972783"/>
              <a:gd name="csX1" fmla="*/ 125978 w 1584310"/>
              <a:gd name="csY1" fmla="*/ 1692613 h 5972783"/>
              <a:gd name="csX2" fmla="*/ 1497578 w 1584310"/>
              <a:gd name="csY2" fmla="*/ 2577830 h 5972783"/>
              <a:gd name="csX3" fmla="*/ 1565672 w 1584310"/>
              <a:gd name="csY3" fmla="*/ 4396903 h 5972783"/>
              <a:gd name="csX4" fmla="*/ 330259 w 1584310"/>
              <a:gd name="csY4" fmla="*/ 4970835 h 5972783"/>
              <a:gd name="csX5" fmla="*/ 38429 w 1584310"/>
              <a:gd name="csY5" fmla="*/ 5972783 h 5972783"/>
              <a:gd name="csX0" fmla="*/ 48157 w 1666250"/>
              <a:gd name="csY0" fmla="*/ 0 h 5972783"/>
              <a:gd name="csX1" fmla="*/ 125978 w 1666250"/>
              <a:gd name="csY1" fmla="*/ 1692613 h 5972783"/>
              <a:gd name="csX2" fmla="*/ 1497578 w 1666250"/>
              <a:gd name="csY2" fmla="*/ 2577830 h 5972783"/>
              <a:gd name="csX3" fmla="*/ 1565672 w 1666250"/>
              <a:gd name="csY3" fmla="*/ 4396903 h 5972783"/>
              <a:gd name="csX4" fmla="*/ 213527 w 1666250"/>
              <a:gd name="csY4" fmla="*/ 4902741 h 5972783"/>
              <a:gd name="csX5" fmla="*/ 38429 w 1666250"/>
              <a:gd name="csY5" fmla="*/ 5972783 h 5972783"/>
            </a:gdLst>
            <a:ahLst/>
            <a:cxnLst>
              <a:cxn ang="0">
                <a:pos x="csX0" y="csY0"/>
              </a:cxn>
              <a:cxn ang="0">
                <a:pos x="csX1" y="csY1"/>
              </a:cxn>
              <a:cxn ang="0">
                <a:pos x="csX2" y="csY2"/>
              </a:cxn>
              <a:cxn ang="0">
                <a:pos x="csX3" y="csY3"/>
              </a:cxn>
              <a:cxn ang="0">
                <a:pos x="csX4" y="csY4"/>
              </a:cxn>
              <a:cxn ang="0">
                <a:pos x="csX5" y="csY5"/>
              </a:cxn>
            </a:cxnLst>
            <a:rect l="l" t="t" r="r" b="b"/>
            <a:pathLst>
              <a:path w="1666250" h="5972783">
                <a:moveTo>
                  <a:pt x="48157" y="0"/>
                </a:moveTo>
                <a:cubicBezTo>
                  <a:pt x="18974" y="627434"/>
                  <a:pt x="-76682" y="1243520"/>
                  <a:pt x="125978" y="1692613"/>
                </a:cubicBezTo>
                <a:cubicBezTo>
                  <a:pt x="328638" y="2141706"/>
                  <a:pt x="1393817" y="1504545"/>
                  <a:pt x="1497578" y="2577830"/>
                </a:cubicBezTo>
                <a:cubicBezTo>
                  <a:pt x="1601339" y="3651115"/>
                  <a:pt x="1779680" y="4009418"/>
                  <a:pt x="1565672" y="4396903"/>
                </a:cubicBezTo>
                <a:cubicBezTo>
                  <a:pt x="1351664" y="4784388"/>
                  <a:pt x="468067" y="4640094"/>
                  <a:pt x="213527" y="4902741"/>
                </a:cubicBezTo>
                <a:cubicBezTo>
                  <a:pt x="-41013" y="5165388"/>
                  <a:pt x="57074" y="5603132"/>
                  <a:pt x="38429" y="5972783"/>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9265CB6-2D04-501C-0F09-3FFF83160315}"/>
              </a:ext>
            </a:extLst>
          </p:cNvPr>
          <p:cNvSpPr/>
          <p:nvPr/>
        </p:nvSpPr>
        <p:spPr>
          <a:xfrm>
            <a:off x="5223754" y="525294"/>
            <a:ext cx="1622176" cy="6089515"/>
          </a:xfrm>
          <a:custGeom>
            <a:avLst/>
            <a:gdLst>
              <a:gd name="csX0" fmla="*/ 0 w 1816037"/>
              <a:gd name="csY0" fmla="*/ 0 h 6050605"/>
              <a:gd name="csX1" fmla="*/ 1653702 w 1816037"/>
              <a:gd name="csY1" fmla="*/ 2947481 h 6050605"/>
              <a:gd name="csX2" fmla="*/ 1663429 w 1816037"/>
              <a:gd name="csY2" fmla="*/ 6050605 h 6050605"/>
              <a:gd name="csX0" fmla="*/ 0 w 1816037"/>
              <a:gd name="csY0" fmla="*/ 0 h 6050605"/>
              <a:gd name="csX1" fmla="*/ 1653702 w 1816037"/>
              <a:gd name="csY1" fmla="*/ 2947481 h 6050605"/>
              <a:gd name="csX2" fmla="*/ 1663429 w 1816037"/>
              <a:gd name="csY2" fmla="*/ 6050605 h 6050605"/>
              <a:gd name="csX0" fmla="*/ 0 w 1741799"/>
              <a:gd name="csY0" fmla="*/ 0 h 6050605"/>
              <a:gd name="csX1" fmla="*/ 1653702 w 1741799"/>
              <a:gd name="csY1" fmla="*/ 2947481 h 6050605"/>
              <a:gd name="csX2" fmla="*/ 1663429 w 1741799"/>
              <a:gd name="csY2" fmla="*/ 6050605 h 6050605"/>
              <a:gd name="csX0" fmla="*/ 0 w 1690270"/>
              <a:gd name="csY0" fmla="*/ 0 h 6050605"/>
              <a:gd name="csX1" fmla="*/ 1653702 w 1690270"/>
              <a:gd name="csY1" fmla="*/ 2947481 h 6050605"/>
              <a:gd name="csX2" fmla="*/ 1663429 w 1690270"/>
              <a:gd name="csY2" fmla="*/ 6050605 h 6050605"/>
              <a:gd name="csX0" fmla="*/ 0 w 1622176"/>
              <a:gd name="csY0" fmla="*/ 0 h 6089515"/>
              <a:gd name="csX1" fmla="*/ 1585608 w 1622176"/>
              <a:gd name="csY1" fmla="*/ 2986391 h 6089515"/>
              <a:gd name="csX2" fmla="*/ 1595335 w 1622176"/>
              <a:gd name="csY2" fmla="*/ 6089515 h 6089515"/>
            </a:gdLst>
            <a:ahLst/>
            <a:cxnLst>
              <a:cxn ang="0">
                <a:pos x="csX0" y="csY0"/>
              </a:cxn>
              <a:cxn ang="0">
                <a:pos x="csX1" y="csY1"/>
              </a:cxn>
              <a:cxn ang="0">
                <a:pos x="csX2" y="csY2"/>
              </a:cxn>
            </a:cxnLst>
            <a:rect l="l" t="t" r="r" b="b"/>
            <a:pathLst>
              <a:path w="1622176" h="6089515">
                <a:moveTo>
                  <a:pt x="0" y="0"/>
                </a:moveTo>
                <a:cubicBezTo>
                  <a:pt x="688232" y="969523"/>
                  <a:pt x="1551561" y="1783404"/>
                  <a:pt x="1585608" y="2986391"/>
                </a:cubicBezTo>
                <a:cubicBezTo>
                  <a:pt x="1668292" y="4121284"/>
                  <a:pt x="1583175" y="5012987"/>
                  <a:pt x="1595335" y="6089515"/>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58">
            <a:extLst>
              <a:ext uri="{FF2B5EF4-FFF2-40B4-BE49-F238E27FC236}">
                <a16:creationId xmlns:a16="http://schemas.microsoft.com/office/drawing/2014/main" id="{4C469FAC-C07F-037F-EC31-D26B79491074}"/>
              </a:ext>
            </a:extLst>
          </p:cNvPr>
          <p:cNvSpPr/>
          <p:nvPr/>
        </p:nvSpPr>
        <p:spPr>
          <a:xfrm>
            <a:off x="4882393" y="3330429"/>
            <a:ext cx="2827090" cy="2298584"/>
          </a:xfrm>
          <a:custGeom>
            <a:avLst/>
            <a:gdLst>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Lst>
            <a:ahLst/>
            <a:cxnLst>
              <a:cxn ang="0">
                <a:pos x="csX0" y="csY0"/>
              </a:cxn>
              <a:cxn ang="0">
                <a:pos x="csX1" y="csY1"/>
              </a:cxn>
              <a:cxn ang="0">
                <a:pos x="csX2" y="csY2"/>
              </a:cxn>
            </a:cxnLst>
            <a:rect l="l" t="t" r="r" b="b"/>
            <a:pathLst>
              <a:path w="2827090" h="2298584">
                <a:moveTo>
                  <a:pt x="0" y="2298584"/>
                </a:moveTo>
                <a:cubicBezTo>
                  <a:pt x="829811" y="2272019"/>
                  <a:pt x="1609288" y="1834393"/>
                  <a:pt x="1963024" y="1493241"/>
                </a:cubicBezTo>
                <a:cubicBezTo>
                  <a:pt x="2358705" y="1084977"/>
                  <a:pt x="2160864" y="60121"/>
                  <a:pt x="2827090"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eform 66">
            <a:extLst>
              <a:ext uri="{FF2B5EF4-FFF2-40B4-BE49-F238E27FC236}">
                <a16:creationId xmlns:a16="http://schemas.microsoft.com/office/drawing/2014/main" id="{891E5C1F-C693-FC21-C6D2-BE1974D8F3F0}"/>
              </a:ext>
            </a:extLst>
          </p:cNvPr>
          <p:cNvSpPr/>
          <p:nvPr/>
        </p:nvSpPr>
        <p:spPr>
          <a:xfrm>
            <a:off x="7431438" y="2281806"/>
            <a:ext cx="413207" cy="2944535"/>
          </a:xfrm>
          <a:custGeom>
            <a:avLst/>
            <a:gdLst>
              <a:gd name="csX0" fmla="*/ 0 w 125835"/>
              <a:gd name="csY0" fmla="*/ 2944535 h 2944535"/>
              <a:gd name="csX1" fmla="*/ 125835 w 125835"/>
              <a:gd name="csY1" fmla="*/ 0 h 2944535"/>
              <a:gd name="csX0" fmla="*/ 0 w 235350"/>
              <a:gd name="csY0" fmla="*/ 2944535 h 2944535"/>
              <a:gd name="csX1" fmla="*/ 125835 w 235350"/>
              <a:gd name="csY1" fmla="*/ 0 h 2944535"/>
              <a:gd name="csX0" fmla="*/ 40140 w 187756"/>
              <a:gd name="csY0" fmla="*/ 2944535 h 2944535"/>
              <a:gd name="csX1" fmla="*/ 165975 w 187756"/>
              <a:gd name="csY1" fmla="*/ 0 h 2944535"/>
              <a:gd name="csX0" fmla="*/ 0 w 355284"/>
              <a:gd name="csY0" fmla="*/ 2944535 h 2944535"/>
              <a:gd name="csX1" fmla="*/ 125835 w 355284"/>
              <a:gd name="csY1" fmla="*/ 0 h 2944535"/>
              <a:gd name="csX0" fmla="*/ 101876 w 413207"/>
              <a:gd name="csY0" fmla="*/ 2944535 h 2944535"/>
              <a:gd name="csX1" fmla="*/ 227711 w 413207"/>
              <a:gd name="csY1" fmla="*/ 0 h 2944535"/>
            </a:gdLst>
            <a:ahLst/>
            <a:cxnLst>
              <a:cxn ang="0">
                <a:pos x="csX0" y="csY0"/>
              </a:cxn>
              <a:cxn ang="0">
                <a:pos x="csX1" y="csY1"/>
              </a:cxn>
            </a:cxnLst>
            <a:rect l="l" t="t" r="r" b="b"/>
            <a:pathLst>
              <a:path w="413207" h="2944535">
                <a:moveTo>
                  <a:pt x="101876" y="2944535"/>
                </a:moveTo>
                <a:cubicBezTo>
                  <a:pt x="1058221" y="2927757"/>
                  <a:pt x="-569243" y="192947"/>
                  <a:pt x="22771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ED1F09-6351-E795-E318-A20C479DCB53}"/>
              </a:ext>
            </a:extLst>
          </p:cNvPr>
          <p:cNvSpPr/>
          <p:nvPr/>
        </p:nvSpPr>
        <p:spPr>
          <a:xfrm>
            <a:off x="4757640" y="2498673"/>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7DAA61-636A-167A-BF10-D9C62AAE5ABF}"/>
              </a:ext>
            </a:extLst>
          </p:cNvPr>
          <p:cNvSpPr/>
          <p:nvPr/>
        </p:nvSpPr>
        <p:spPr>
          <a:xfrm>
            <a:off x="4760884" y="306293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97202F-5269-B3A1-9550-91B91B620E13}"/>
              </a:ext>
            </a:extLst>
          </p:cNvPr>
          <p:cNvSpPr/>
          <p:nvPr/>
        </p:nvSpPr>
        <p:spPr>
          <a:xfrm>
            <a:off x="8973761" y="2935026"/>
            <a:ext cx="68097" cy="187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EF021BE-C797-2D88-A2DC-EC1C57124C11}"/>
              </a:ext>
            </a:extLst>
          </p:cNvPr>
          <p:cNvSpPr/>
          <p:nvPr/>
        </p:nvSpPr>
        <p:spPr>
          <a:xfrm>
            <a:off x="8912156" y="1069605"/>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3EF6BB-30C4-4646-80EE-00023B834A24}"/>
              </a:ext>
            </a:extLst>
          </p:cNvPr>
          <p:cNvSpPr/>
          <p:nvPr/>
        </p:nvSpPr>
        <p:spPr>
          <a:xfrm>
            <a:off x="8993220" y="3245429"/>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2E4861-F20C-839A-F738-717D7645DDBB}"/>
              </a:ext>
            </a:extLst>
          </p:cNvPr>
          <p:cNvSpPr/>
          <p:nvPr/>
        </p:nvSpPr>
        <p:spPr>
          <a:xfrm>
            <a:off x="2151434" y="850988"/>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D6ABCC7-A3DA-BEAD-7F8E-92BDC6A20361}"/>
              </a:ext>
            </a:extLst>
          </p:cNvPr>
          <p:cNvSpPr txBox="1"/>
          <p:nvPr/>
        </p:nvSpPr>
        <p:spPr>
          <a:xfrm>
            <a:off x="4838704" y="2559009"/>
            <a:ext cx="1322961" cy="400110"/>
          </a:xfrm>
          <a:prstGeom prst="rect">
            <a:avLst/>
          </a:prstGeom>
          <a:noFill/>
        </p:spPr>
        <p:txBody>
          <a:bodyPr wrap="square" rtlCol="0">
            <a:spAutoFit/>
          </a:bodyPr>
          <a:lstStyle/>
          <a:p>
            <a:r>
              <a:rPr lang="en-US" sz="1000" dirty="0"/>
              <a:t>ln_plantings_1pt</a:t>
            </a:r>
          </a:p>
          <a:p>
            <a:r>
              <a:rPr lang="en-US" sz="1000" dirty="0"/>
              <a:t>10</a:t>
            </a:r>
          </a:p>
        </p:txBody>
      </p:sp>
      <p:sp>
        <p:nvSpPr>
          <p:cNvPr id="12" name="TextBox 11">
            <a:extLst>
              <a:ext uri="{FF2B5EF4-FFF2-40B4-BE49-F238E27FC236}">
                <a16:creationId xmlns:a16="http://schemas.microsoft.com/office/drawing/2014/main" id="{1C02C181-C779-4DB3-48EB-D9B5D2EB5829}"/>
              </a:ext>
            </a:extLst>
          </p:cNvPr>
          <p:cNvSpPr txBox="1"/>
          <p:nvPr/>
        </p:nvSpPr>
        <p:spPr>
          <a:xfrm>
            <a:off x="4863020" y="3089859"/>
            <a:ext cx="1322961" cy="400110"/>
          </a:xfrm>
          <a:prstGeom prst="rect">
            <a:avLst/>
          </a:prstGeom>
          <a:noFill/>
        </p:spPr>
        <p:txBody>
          <a:bodyPr wrap="square" rtlCol="0">
            <a:spAutoFit/>
          </a:bodyPr>
          <a:lstStyle/>
          <a:p>
            <a:r>
              <a:rPr lang="en-US" sz="1000" dirty="0"/>
              <a:t>ln_cln_plantings_2pt</a:t>
            </a:r>
          </a:p>
          <a:p>
            <a:r>
              <a:rPr lang="en-US" sz="1000" dirty="0"/>
              <a:t>25</a:t>
            </a:r>
          </a:p>
        </p:txBody>
      </p:sp>
      <p:sp>
        <p:nvSpPr>
          <p:cNvPr id="13" name="TextBox 12">
            <a:extLst>
              <a:ext uri="{FF2B5EF4-FFF2-40B4-BE49-F238E27FC236}">
                <a16:creationId xmlns:a16="http://schemas.microsoft.com/office/drawing/2014/main" id="{33F81F00-E7A6-4243-97DA-17CAA6DD8143}"/>
              </a:ext>
            </a:extLst>
          </p:cNvPr>
          <p:cNvSpPr txBox="1"/>
          <p:nvPr/>
        </p:nvSpPr>
        <p:spPr>
          <a:xfrm>
            <a:off x="2333831" y="1032627"/>
            <a:ext cx="985738" cy="400110"/>
          </a:xfrm>
          <a:prstGeom prst="rect">
            <a:avLst/>
          </a:prstGeom>
          <a:noFill/>
        </p:spPr>
        <p:txBody>
          <a:bodyPr wrap="square" rtlCol="0">
            <a:spAutoFit/>
          </a:bodyPr>
          <a:lstStyle/>
          <a:p>
            <a:r>
              <a:rPr lang="en-US" sz="1000" dirty="0" err="1"/>
              <a:t>pt_plantings</a:t>
            </a:r>
            <a:endParaRPr lang="en-US" sz="1000" dirty="0"/>
          </a:p>
          <a:p>
            <a:r>
              <a:rPr lang="en-US" sz="1000" dirty="0"/>
              <a:t>168</a:t>
            </a:r>
          </a:p>
        </p:txBody>
      </p:sp>
      <p:sp>
        <p:nvSpPr>
          <p:cNvPr id="14" name="Rectangle 13">
            <a:extLst>
              <a:ext uri="{FF2B5EF4-FFF2-40B4-BE49-F238E27FC236}">
                <a16:creationId xmlns:a16="http://schemas.microsoft.com/office/drawing/2014/main" id="{9CDF2E68-DBC4-D65D-C845-DCC42B8E4DB8}"/>
              </a:ext>
            </a:extLst>
          </p:cNvPr>
          <p:cNvSpPr/>
          <p:nvPr/>
        </p:nvSpPr>
        <p:spPr>
          <a:xfrm>
            <a:off x="3275797" y="852483"/>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5B4845-0DBF-B970-33CE-C0B63C4338E5}"/>
              </a:ext>
            </a:extLst>
          </p:cNvPr>
          <p:cNvSpPr/>
          <p:nvPr/>
        </p:nvSpPr>
        <p:spPr>
          <a:xfrm>
            <a:off x="3275797" y="1488688"/>
            <a:ext cx="81064" cy="191610"/>
          </a:xfrm>
          <a:prstGeom prst="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034E2F-6BF4-32C2-75D8-B3B11F2AFCD7}"/>
              </a:ext>
            </a:extLst>
          </p:cNvPr>
          <p:cNvSpPr txBox="1"/>
          <p:nvPr/>
        </p:nvSpPr>
        <p:spPr>
          <a:xfrm>
            <a:off x="3299303" y="860548"/>
            <a:ext cx="1186775" cy="400110"/>
          </a:xfrm>
          <a:prstGeom prst="rect">
            <a:avLst/>
          </a:prstGeom>
          <a:noFill/>
        </p:spPr>
        <p:txBody>
          <a:bodyPr wrap="square" rtlCol="0">
            <a:spAutoFit/>
          </a:bodyPr>
          <a:lstStyle/>
          <a:p>
            <a:r>
              <a:rPr lang="en-US" sz="1000" dirty="0" err="1"/>
              <a:t>pt_plantings_cln</a:t>
            </a:r>
            <a:endParaRPr lang="en-US" sz="1000" dirty="0"/>
          </a:p>
          <a:p>
            <a:r>
              <a:rPr lang="en-US" sz="1000" dirty="0"/>
              <a:t>149</a:t>
            </a:r>
          </a:p>
        </p:txBody>
      </p:sp>
      <p:sp>
        <p:nvSpPr>
          <p:cNvPr id="17" name="TextBox 16">
            <a:extLst>
              <a:ext uri="{FF2B5EF4-FFF2-40B4-BE49-F238E27FC236}">
                <a16:creationId xmlns:a16="http://schemas.microsoft.com/office/drawing/2014/main" id="{3C711E85-6069-1C4A-9783-72909BEE2CE9}"/>
              </a:ext>
            </a:extLst>
          </p:cNvPr>
          <p:cNvSpPr txBox="1"/>
          <p:nvPr/>
        </p:nvSpPr>
        <p:spPr>
          <a:xfrm>
            <a:off x="3356861" y="1384438"/>
            <a:ext cx="1475361" cy="400110"/>
          </a:xfrm>
          <a:prstGeom prst="rect">
            <a:avLst/>
          </a:prstGeom>
          <a:noFill/>
        </p:spPr>
        <p:txBody>
          <a:bodyPr wrap="square" rtlCol="0">
            <a:spAutoFit/>
          </a:bodyPr>
          <a:lstStyle/>
          <a:p>
            <a:r>
              <a:rPr lang="en-US" sz="1000" dirty="0" err="1"/>
              <a:t>pt_plantings_no</a:t>
            </a:r>
            <a:r>
              <a:rPr lang="en-US" sz="1000" dirty="0"/>
              <a:t> coords</a:t>
            </a:r>
          </a:p>
          <a:p>
            <a:r>
              <a:rPr lang="en-US" sz="1000" dirty="0"/>
              <a:t>19</a:t>
            </a:r>
          </a:p>
        </p:txBody>
      </p:sp>
      <p:sp>
        <p:nvSpPr>
          <p:cNvPr id="18" name="Rectangle 17">
            <a:extLst>
              <a:ext uri="{FF2B5EF4-FFF2-40B4-BE49-F238E27FC236}">
                <a16:creationId xmlns:a16="http://schemas.microsoft.com/office/drawing/2014/main" id="{CC194844-EC75-D7C1-2B11-5F77BA635529}"/>
              </a:ext>
            </a:extLst>
          </p:cNvPr>
          <p:cNvSpPr/>
          <p:nvPr/>
        </p:nvSpPr>
        <p:spPr>
          <a:xfrm>
            <a:off x="2151434" y="254728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8807046-6FF6-7FEB-80A8-A288A37AEAC8}"/>
              </a:ext>
            </a:extLst>
          </p:cNvPr>
          <p:cNvSpPr txBox="1"/>
          <p:nvPr/>
        </p:nvSpPr>
        <p:spPr>
          <a:xfrm>
            <a:off x="2262494" y="2654286"/>
            <a:ext cx="902240" cy="400110"/>
          </a:xfrm>
          <a:prstGeom prst="rect">
            <a:avLst/>
          </a:prstGeom>
          <a:noFill/>
        </p:spPr>
        <p:txBody>
          <a:bodyPr wrap="square" rtlCol="0">
            <a:spAutoFit/>
          </a:bodyPr>
          <a:lstStyle/>
          <a:p>
            <a:r>
              <a:rPr lang="en-US" sz="1000" dirty="0" err="1"/>
              <a:t>ln_plantings</a:t>
            </a:r>
            <a:endParaRPr lang="en-US" sz="1000" dirty="0"/>
          </a:p>
          <a:p>
            <a:r>
              <a:rPr lang="en-US" sz="1000" dirty="0"/>
              <a:t>35</a:t>
            </a:r>
          </a:p>
        </p:txBody>
      </p:sp>
      <p:sp>
        <p:nvSpPr>
          <p:cNvPr id="20" name="Rectangle 19">
            <a:extLst>
              <a:ext uri="{FF2B5EF4-FFF2-40B4-BE49-F238E27FC236}">
                <a16:creationId xmlns:a16="http://schemas.microsoft.com/office/drawing/2014/main" id="{02CDAE73-7217-34BB-5F69-27329849BDB2}"/>
              </a:ext>
            </a:extLst>
          </p:cNvPr>
          <p:cNvSpPr/>
          <p:nvPr/>
        </p:nvSpPr>
        <p:spPr>
          <a:xfrm>
            <a:off x="1131653" y="815120"/>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FC53919-C338-F790-806D-00971349364F}"/>
              </a:ext>
            </a:extLst>
          </p:cNvPr>
          <p:cNvSpPr txBox="1"/>
          <p:nvPr/>
        </p:nvSpPr>
        <p:spPr>
          <a:xfrm>
            <a:off x="1172185" y="1109264"/>
            <a:ext cx="891700" cy="400110"/>
          </a:xfrm>
          <a:prstGeom prst="rect">
            <a:avLst/>
          </a:prstGeom>
          <a:noFill/>
        </p:spPr>
        <p:txBody>
          <a:bodyPr wrap="square" rtlCol="0">
            <a:spAutoFit/>
          </a:bodyPr>
          <a:lstStyle/>
          <a:p>
            <a:r>
              <a:rPr lang="en-US" sz="1000" dirty="0" err="1"/>
              <a:t>pt_recs</a:t>
            </a:r>
            <a:endParaRPr lang="en-US" sz="1000" dirty="0"/>
          </a:p>
          <a:p>
            <a:r>
              <a:rPr lang="en-US" sz="1000" dirty="0"/>
              <a:t>168</a:t>
            </a:r>
          </a:p>
        </p:txBody>
      </p:sp>
      <p:sp>
        <p:nvSpPr>
          <p:cNvPr id="22" name="Rectangle 21">
            <a:extLst>
              <a:ext uri="{FF2B5EF4-FFF2-40B4-BE49-F238E27FC236}">
                <a16:creationId xmlns:a16="http://schemas.microsoft.com/office/drawing/2014/main" id="{205546D8-0762-BE98-4083-21600FE46AF5}"/>
              </a:ext>
            </a:extLst>
          </p:cNvPr>
          <p:cNvSpPr/>
          <p:nvPr/>
        </p:nvSpPr>
        <p:spPr>
          <a:xfrm>
            <a:off x="1125168" y="252687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1E87337-20FD-C8F0-87F2-A6980D388AE5}"/>
              </a:ext>
            </a:extLst>
          </p:cNvPr>
          <p:cNvSpPr txBox="1"/>
          <p:nvPr/>
        </p:nvSpPr>
        <p:spPr>
          <a:xfrm>
            <a:off x="1093991" y="2734971"/>
            <a:ext cx="748213" cy="400110"/>
          </a:xfrm>
          <a:prstGeom prst="rect">
            <a:avLst/>
          </a:prstGeom>
          <a:noFill/>
        </p:spPr>
        <p:txBody>
          <a:bodyPr wrap="square" rtlCol="0">
            <a:spAutoFit/>
          </a:bodyPr>
          <a:lstStyle/>
          <a:p>
            <a:r>
              <a:rPr lang="en-US" sz="1000" dirty="0" err="1"/>
              <a:t>ln_recs</a:t>
            </a:r>
            <a:endParaRPr lang="en-US" sz="1000" dirty="0"/>
          </a:p>
          <a:p>
            <a:r>
              <a:rPr lang="en-US" sz="1000" dirty="0"/>
              <a:t>60</a:t>
            </a:r>
          </a:p>
        </p:txBody>
      </p:sp>
      <p:sp>
        <p:nvSpPr>
          <p:cNvPr id="26" name="Rectangle 25">
            <a:extLst>
              <a:ext uri="{FF2B5EF4-FFF2-40B4-BE49-F238E27FC236}">
                <a16:creationId xmlns:a16="http://schemas.microsoft.com/office/drawing/2014/main" id="{C0ABF959-5BC4-471A-54AD-ACA7AF7AF094}"/>
              </a:ext>
            </a:extLst>
          </p:cNvPr>
          <p:cNvSpPr/>
          <p:nvPr/>
        </p:nvSpPr>
        <p:spPr>
          <a:xfrm>
            <a:off x="5552061" y="820297"/>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A03D427-46CE-A87E-7479-DB97639C94FE}"/>
              </a:ext>
            </a:extLst>
          </p:cNvPr>
          <p:cNvSpPr txBox="1"/>
          <p:nvPr/>
        </p:nvSpPr>
        <p:spPr>
          <a:xfrm>
            <a:off x="5592593" y="832572"/>
            <a:ext cx="1186775" cy="400110"/>
          </a:xfrm>
          <a:prstGeom prst="rect">
            <a:avLst/>
          </a:prstGeom>
          <a:noFill/>
        </p:spPr>
        <p:txBody>
          <a:bodyPr wrap="square" rtlCol="0">
            <a:spAutoFit/>
          </a:bodyPr>
          <a:lstStyle/>
          <a:p>
            <a:r>
              <a:rPr lang="en-US" sz="1000" dirty="0" err="1"/>
              <a:t>planting_pt</a:t>
            </a:r>
            <a:endParaRPr lang="en-US" sz="1000" dirty="0"/>
          </a:p>
          <a:p>
            <a:r>
              <a:rPr lang="en-US" sz="1000" dirty="0"/>
              <a:t>159</a:t>
            </a:r>
          </a:p>
        </p:txBody>
      </p:sp>
      <p:sp>
        <p:nvSpPr>
          <p:cNvPr id="29" name="Rectangle 28">
            <a:extLst>
              <a:ext uri="{FF2B5EF4-FFF2-40B4-BE49-F238E27FC236}">
                <a16:creationId xmlns:a16="http://schemas.microsoft.com/office/drawing/2014/main" id="{042BF2F3-4CF6-0944-53D2-C766BDB236C6}"/>
              </a:ext>
            </a:extLst>
          </p:cNvPr>
          <p:cNvSpPr/>
          <p:nvPr/>
        </p:nvSpPr>
        <p:spPr>
          <a:xfrm>
            <a:off x="1076530" y="4129908"/>
            <a:ext cx="81064" cy="38783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EB3344F-1E47-7B91-09A1-81AD7247D778}"/>
              </a:ext>
            </a:extLst>
          </p:cNvPr>
          <p:cNvSpPr txBox="1"/>
          <p:nvPr/>
        </p:nvSpPr>
        <p:spPr>
          <a:xfrm>
            <a:off x="1117062" y="4107271"/>
            <a:ext cx="748213" cy="400110"/>
          </a:xfrm>
          <a:prstGeom prst="rect">
            <a:avLst/>
          </a:prstGeom>
          <a:noFill/>
        </p:spPr>
        <p:txBody>
          <a:bodyPr wrap="square" rtlCol="0">
            <a:spAutoFit/>
          </a:bodyPr>
          <a:lstStyle/>
          <a:p>
            <a:r>
              <a:rPr lang="en-US" sz="1000" dirty="0" err="1"/>
              <a:t>py_recs</a:t>
            </a:r>
            <a:endParaRPr lang="en-US" sz="1000" dirty="0"/>
          </a:p>
          <a:p>
            <a:r>
              <a:rPr lang="en-US" sz="1000" dirty="0"/>
              <a:t>48</a:t>
            </a:r>
          </a:p>
        </p:txBody>
      </p:sp>
      <p:sp>
        <p:nvSpPr>
          <p:cNvPr id="31" name="Rectangle 30">
            <a:extLst>
              <a:ext uri="{FF2B5EF4-FFF2-40B4-BE49-F238E27FC236}">
                <a16:creationId xmlns:a16="http://schemas.microsoft.com/office/drawing/2014/main" id="{1CD8231A-1A62-26D7-A849-A406F6B93420}"/>
              </a:ext>
            </a:extLst>
          </p:cNvPr>
          <p:cNvSpPr/>
          <p:nvPr/>
        </p:nvSpPr>
        <p:spPr>
          <a:xfrm>
            <a:off x="1076520" y="5460687"/>
            <a:ext cx="82296"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EBBC36A-8DB4-451A-9CF8-88561C17841B}"/>
              </a:ext>
            </a:extLst>
          </p:cNvPr>
          <p:cNvSpPr txBox="1"/>
          <p:nvPr/>
        </p:nvSpPr>
        <p:spPr>
          <a:xfrm>
            <a:off x="1106516" y="5340516"/>
            <a:ext cx="748213" cy="400110"/>
          </a:xfrm>
          <a:prstGeom prst="rect">
            <a:avLst/>
          </a:prstGeom>
          <a:noFill/>
        </p:spPr>
        <p:txBody>
          <a:bodyPr wrap="square" rtlCol="0">
            <a:spAutoFit/>
          </a:bodyPr>
          <a:lstStyle/>
          <a:p>
            <a:r>
              <a:rPr lang="en-US" sz="1000" dirty="0" err="1"/>
              <a:t>grid_recs</a:t>
            </a:r>
            <a:endParaRPr lang="en-US" sz="1000" dirty="0"/>
          </a:p>
          <a:p>
            <a:r>
              <a:rPr lang="en-US" sz="1000" dirty="0"/>
              <a:t>12</a:t>
            </a:r>
          </a:p>
        </p:txBody>
      </p:sp>
      <p:sp>
        <p:nvSpPr>
          <p:cNvPr id="33" name="Rectangle 32">
            <a:extLst>
              <a:ext uri="{FF2B5EF4-FFF2-40B4-BE49-F238E27FC236}">
                <a16:creationId xmlns:a16="http://schemas.microsoft.com/office/drawing/2014/main" id="{03494EC8-87B3-112F-7B4C-9687216B1468}"/>
              </a:ext>
            </a:extLst>
          </p:cNvPr>
          <p:cNvSpPr/>
          <p:nvPr/>
        </p:nvSpPr>
        <p:spPr>
          <a:xfrm>
            <a:off x="2096311" y="420836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3C3F10B-430C-4A9B-C1BE-DAF99A70EFA9}"/>
              </a:ext>
            </a:extLst>
          </p:cNvPr>
          <p:cNvSpPr txBox="1"/>
          <p:nvPr/>
        </p:nvSpPr>
        <p:spPr>
          <a:xfrm>
            <a:off x="2207371" y="4128546"/>
            <a:ext cx="902240" cy="400110"/>
          </a:xfrm>
          <a:prstGeom prst="rect">
            <a:avLst/>
          </a:prstGeom>
          <a:noFill/>
        </p:spPr>
        <p:txBody>
          <a:bodyPr wrap="square" rtlCol="0">
            <a:spAutoFit/>
          </a:bodyPr>
          <a:lstStyle/>
          <a:p>
            <a:r>
              <a:rPr lang="en-US" sz="1000" dirty="0" err="1"/>
              <a:t>py_plantings</a:t>
            </a:r>
            <a:endParaRPr lang="en-US" sz="1000" dirty="0"/>
          </a:p>
          <a:p>
            <a:r>
              <a:rPr lang="en-US" sz="1000" dirty="0"/>
              <a:t>12</a:t>
            </a:r>
          </a:p>
        </p:txBody>
      </p:sp>
      <p:sp>
        <p:nvSpPr>
          <p:cNvPr id="35" name="Rectangle 34">
            <a:extLst>
              <a:ext uri="{FF2B5EF4-FFF2-40B4-BE49-F238E27FC236}">
                <a16:creationId xmlns:a16="http://schemas.microsoft.com/office/drawing/2014/main" id="{B86E6CC8-5D07-6368-DA13-F6A7E149010F}"/>
              </a:ext>
            </a:extLst>
          </p:cNvPr>
          <p:cNvSpPr/>
          <p:nvPr/>
        </p:nvSpPr>
        <p:spPr>
          <a:xfrm>
            <a:off x="2085765" y="5467317"/>
            <a:ext cx="70527"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3A276EE-5199-3DD7-365D-649D9CDA7F46}"/>
              </a:ext>
            </a:extLst>
          </p:cNvPr>
          <p:cNvSpPr txBox="1"/>
          <p:nvPr/>
        </p:nvSpPr>
        <p:spPr>
          <a:xfrm>
            <a:off x="2196824" y="5347146"/>
            <a:ext cx="985738" cy="400110"/>
          </a:xfrm>
          <a:prstGeom prst="rect">
            <a:avLst/>
          </a:prstGeom>
          <a:noFill/>
        </p:spPr>
        <p:txBody>
          <a:bodyPr wrap="square" rtlCol="0">
            <a:spAutoFit/>
          </a:bodyPr>
          <a:lstStyle/>
          <a:p>
            <a:r>
              <a:rPr lang="en-US" sz="1000" dirty="0" err="1"/>
              <a:t>grid_plantings</a:t>
            </a:r>
            <a:endParaRPr lang="en-US" sz="1000" dirty="0"/>
          </a:p>
          <a:p>
            <a:r>
              <a:rPr lang="en-US" sz="1000" dirty="0"/>
              <a:t>12</a:t>
            </a:r>
          </a:p>
        </p:txBody>
      </p:sp>
      <p:sp>
        <p:nvSpPr>
          <p:cNvPr id="37" name="Freeform: Shape 36">
            <a:extLst>
              <a:ext uri="{FF2B5EF4-FFF2-40B4-BE49-F238E27FC236}">
                <a16:creationId xmlns:a16="http://schemas.microsoft.com/office/drawing/2014/main" id="{7D16656C-E0AF-B118-BCA5-7D46074F14E8}"/>
              </a:ext>
            </a:extLst>
          </p:cNvPr>
          <p:cNvSpPr/>
          <p:nvPr/>
        </p:nvSpPr>
        <p:spPr>
          <a:xfrm>
            <a:off x="4937603" y="1170214"/>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F082C8-39FD-7C61-B8FE-3590E4A25BB9}"/>
              </a:ext>
            </a:extLst>
          </p:cNvPr>
          <p:cNvSpPr/>
          <p:nvPr/>
        </p:nvSpPr>
        <p:spPr>
          <a:xfrm>
            <a:off x="262649" y="841954"/>
            <a:ext cx="87549" cy="3878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38D1C5A-DC0D-09E2-625D-8934D2198D3C}"/>
              </a:ext>
            </a:extLst>
          </p:cNvPr>
          <p:cNvSpPr txBox="1"/>
          <p:nvPr/>
        </p:nvSpPr>
        <p:spPr>
          <a:xfrm>
            <a:off x="355066" y="1468141"/>
            <a:ext cx="721464" cy="400110"/>
          </a:xfrm>
          <a:prstGeom prst="rect">
            <a:avLst/>
          </a:prstGeom>
          <a:noFill/>
        </p:spPr>
        <p:txBody>
          <a:bodyPr wrap="square" rtlCol="0">
            <a:spAutoFit/>
          </a:bodyPr>
          <a:lstStyle/>
          <a:p>
            <a:r>
              <a:rPr lang="en-US" sz="1000" dirty="0" err="1"/>
              <a:t>gps_recs</a:t>
            </a:r>
            <a:endParaRPr lang="en-US" sz="1000" dirty="0"/>
          </a:p>
          <a:p>
            <a:r>
              <a:rPr lang="en-US" sz="1000" dirty="0"/>
              <a:t>288</a:t>
            </a:r>
          </a:p>
        </p:txBody>
      </p:sp>
      <p:sp>
        <p:nvSpPr>
          <p:cNvPr id="44" name="Rectangle 43">
            <a:extLst>
              <a:ext uri="{FF2B5EF4-FFF2-40B4-BE49-F238E27FC236}">
                <a16:creationId xmlns:a16="http://schemas.microsoft.com/office/drawing/2014/main" id="{6DA6A340-2509-0F04-8EC5-1C1D48219A69}"/>
              </a:ext>
            </a:extLst>
          </p:cNvPr>
          <p:cNvSpPr/>
          <p:nvPr/>
        </p:nvSpPr>
        <p:spPr>
          <a:xfrm>
            <a:off x="3330101" y="529590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B0DB32-DBDA-81A6-A337-D943C88AA080}"/>
              </a:ext>
            </a:extLst>
          </p:cNvPr>
          <p:cNvSpPr/>
          <p:nvPr/>
        </p:nvSpPr>
        <p:spPr>
          <a:xfrm>
            <a:off x="3340228" y="5547201"/>
            <a:ext cx="49854" cy="60531"/>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EA2693D-4F80-B26D-B85F-2BEDECBC2740}"/>
              </a:ext>
            </a:extLst>
          </p:cNvPr>
          <p:cNvSpPr txBox="1"/>
          <p:nvPr/>
        </p:nvSpPr>
        <p:spPr>
          <a:xfrm>
            <a:off x="3400628" y="5147091"/>
            <a:ext cx="1286353" cy="400110"/>
          </a:xfrm>
          <a:prstGeom prst="rect">
            <a:avLst/>
          </a:prstGeom>
          <a:noFill/>
        </p:spPr>
        <p:txBody>
          <a:bodyPr wrap="square" rtlCol="0">
            <a:spAutoFit/>
          </a:bodyPr>
          <a:lstStyle/>
          <a:p>
            <a:r>
              <a:rPr lang="en-US" sz="1000" dirty="0" err="1"/>
              <a:t>grid_plantings_cln</a:t>
            </a:r>
            <a:endParaRPr lang="en-US" sz="1000" dirty="0"/>
          </a:p>
          <a:p>
            <a:r>
              <a:rPr lang="en-US" sz="1000" dirty="0"/>
              <a:t>8</a:t>
            </a:r>
          </a:p>
        </p:txBody>
      </p:sp>
      <p:sp>
        <p:nvSpPr>
          <p:cNvPr id="47" name="TextBox 46">
            <a:extLst>
              <a:ext uri="{FF2B5EF4-FFF2-40B4-BE49-F238E27FC236}">
                <a16:creationId xmlns:a16="http://schemas.microsoft.com/office/drawing/2014/main" id="{7B93C9D5-1E81-E818-2949-2530223BC0EB}"/>
              </a:ext>
            </a:extLst>
          </p:cNvPr>
          <p:cNvSpPr txBox="1"/>
          <p:nvPr/>
        </p:nvSpPr>
        <p:spPr>
          <a:xfrm>
            <a:off x="3365155" y="5495958"/>
            <a:ext cx="1585676" cy="400110"/>
          </a:xfrm>
          <a:prstGeom prst="rect">
            <a:avLst/>
          </a:prstGeom>
          <a:noFill/>
        </p:spPr>
        <p:txBody>
          <a:bodyPr wrap="square" rtlCol="0">
            <a:spAutoFit/>
          </a:bodyPr>
          <a:lstStyle/>
          <a:p>
            <a:r>
              <a:rPr lang="en-US" sz="1000" dirty="0" err="1"/>
              <a:t>grid_plantings_no</a:t>
            </a:r>
            <a:r>
              <a:rPr lang="en-US" sz="1000" dirty="0"/>
              <a:t> coords</a:t>
            </a:r>
          </a:p>
          <a:p>
            <a:r>
              <a:rPr lang="en-US" sz="1000" dirty="0"/>
              <a:t>4</a:t>
            </a:r>
          </a:p>
        </p:txBody>
      </p:sp>
      <p:sp>
        <p:nvSpPr>
          <p:cNvPr id="48" name="Rectangle 47">
            <a:extLst>
              <a:ext uri="{FF2B5EF4-FFF2-40B4-BE49-F238E27FC236}">
                <a16:creationId xmlns:a16="http://schemas.microsoft.com/office/drawing/2014/main" id="{E70E7CFD-7483-0DD7-79C5-A362416B9CA7}"/>
              </a:ext>
            </a:extLst>
          </p:cNvPr>
          <p:cNvSpPr/>
          <p:nvPr/>
        </p:nvSpPr>
        <p:spPr>
          <a:xfrm>
            <a:off x="4719128" y="3920828"/>
            <a:ext cx="81064" cy="18452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C2E54EB-245A-DC25-4BB6-C3C0454CF3A1}"/>
              </a:ext>
            </a:extLst>
          </p:cNvPr>
          <p:cNvSpPr/>
          <p:nvPr/>
        </p:nvSpPr>
        <p:spPr>
          <a:xfrm>
            <a:off x="4719128" y="4340810"/>
            <a:ext cx="87549" cy="7676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0A2254F-AD7B-2E8A-A1E2-139507A26D1A}"/>
              </a:ext>
            </a:extLst>
          </p:cNvPr>
          <p:cNvSpPr/>
          <p:nvPr/>
        </p:nvSpPr>
        <p:spPr>
          <a:xfrm>
            <a:off x="4719128" y="4653035"/>
            <a:ext cx="87549" cy="7860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ED36589-D173-4EA4-61A8-C34BE0ACB4B9}"/>
              </a:ext>
            </a:extLst>
          </p:cNvPr>
          <p:cNvSpPr txBox="1"/>
          <p:nvPr/>
        </p:nvSpPr>
        <p:spPr>
          <a:xfrm>
            <a:off x="4779257" y="3792163"/>
            <a:ext cx="1454948" cy="400110"/>
          </a:xfrm>
          <a:prstGeom prst="rect">
            <a:avLst/>
          </a:prstGeom>
          <a:noFill/>
        </p:spPr>
        <p:txBody>
          <a:bodyPr wrap="square" rtlCol="0">
            <a:spAutoFit/>
          </a:bodyPr>
          <a:lstStyle/>
          <a:p>
            <a:r>
              <a:rPr lang="en-US" sz="1000" dirty="0"/>
              <a:t>py_plantings_cln_4pt</a:t>
            </a:r>
          </a:p>
          <a:p>
            <a:r>
              <a:rPr lang="en-US" sz="1000" dirty="0"/>
              <a:t>9</a:t>
            </a:r>
          </a:p>
        </p:txBody>
      </p:sp>
      <p:sp>
        <p:nvSpPr>
          <p:cNvPr id="52" name="TextBox 51">
            <a:extLst>
              <a:ext uri="{FF2B5EF4-FFF2-40B4-BE49-F238E27FC236}">
                <a16:creationId xmlns:a16="http://schemas.microsoft.com/office/drawing/2014/main" id="{C9290E5F-569F-61A5-6E7A-C4368AA99F54}"/>
              </a:ext>
            </a:extLst>
          </p:cNvPr>
          <p:cNvSpPr txBox="1"/>
          <p:nvPr/>
        </p:nvSpPr>
        <p:spPr>
          <a:xfrm>
            <a:off x="4779257" y="4198077"/>
            <a:ext cx="1431474" cy="400110"/>
          </a:xfrm>
          <a:prstGeom prst="rect">
            <a:avLst/>
          </a:prstGeom>
          <a:noFill/>
        </p:spPr>
        <p:txBody>
          <a:bodyPr wrap="square" rtlCol="0">
            <a:spAutoFit/>
          </a:bodyPr>
          <a:lstStyle/>
          <a:p>
            <a:r>
              <a:rPr lang="en-US" sz="1000" dirty="0"/>
              <a:t>py_plantings_cln_3pt</a:t>
            </a:r>
          </a:p>
          <a:p>
            <a:r>
              <a:rPr lang="en-US" sz="1000" dirty="0"/>
              <a:t>1</a:t>
            </a:r>
          </a:p>
        </p:txBody>
      </p:sp>
      <p:sp>
        <p:nvSpPr>
          <p:cNvPr id="53" name="TextBox 52">
            <a:extLst>
              <a:ext uri="{FF2B5EF4-FFF2-40B4-BE49-F238E27FC236}">
                <a16:creationId xmlns:a16="http://schemas.microsoft.com/office/drawing/2014/main" id="{425D6CF1-3692-5F01-A863-1F90B0E95B38}"/>
              </a:ext>
            </a:extLst>
          </p:cNvPr>
          <p:cNvSpPr txBox="1"/>
          <p:nvPr/>
        </p:nvSpPr>
        <p:spPr>
          <a:xfrm>
            <a:off x="4779257" y="4531586"/>
            <a:ext cx="1454948" cy="400110"/>
          </a:xfrm>
          <a:prstGeom prst="rect">
            <a:avLst/>
          </a:prstGeom>
          <a:noFill/>
        </p:spPr>
        <p:txBody>
          <a:bodyPr wrap="square" rtlCol="0">
            <a:spAutoFit/>
          </a:bodyPr>
          <a:lstStyle/>
          <a:p>
            <a:r>
              <a:rPr lang="en-US" sz="1000" dirty="0"/>
              <a:t>py_plantings_cln_2pt</a:t>
            </a:r>
          </a:p>
          <a:p>
            <a:r>
              <a:rPr lang="en-US" sz="1000" dirty="0"/>
              <a:t>2</a:t>
            </a:r>
          </a:p>
        </p:txBody>
      </p:sp>
      <p:sp>
        <p:nvSpPr>
          <p:cNvPr id="54" name="Freeform: Shape 53">
            <a:extLst>
              <a:ext uri="{FF2B5EF4-FFF2-40B4-BE49-F238E27FC236}">
                <a16:creationId xmlns:a16="http://schemas.microsoft.com/office/drawing/2014/main" id="{B9361667-2091-4FE8-BADA-38DFD9EF324F}"/>
              </a:ext>
            </a:extLst>
          </p:cNvPr>
          <p:cNvSpPr/>
          <p:nvPr/>
        </p:nvSpPr>
        <p:spPr>
          <a:xfrm>
            <a:off x="6151933" y="3344951"/>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0FADCC8-FDAB-E84B-411A-8B6311D9D4E5}"/>
              </a:ext>
            </a:extLst>
          </p:cNvPr>
          <p:cNvSpPr/>
          <p:nvPr/>
        </p:nvSpPr>
        <p:spPr>
          <a:xfrm>
            <a:off x="6766398" y="308690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40E8C92-55CC-CBBB-5D85-3B438ADFBC18}"/>
              </a:ext>
            </a:extLst>
          </p:cNvPr>
          <p:cNvSpPr txBox="1"/>
          <p:nvPr/>
        </p:nvSpPr>
        <p:spPr>
          <a:xfrm>
            <a:off x="6868534" y="3113829"/>
            <a:ext cx="1322961" cy="400110"/>
          </a:xfrm>
          <a:prstGeom prst="rect">
            <a:avLst/>
          </a:prstGeom>
          <a:noFill/>
        </p:spPr>
        <p:txBody>
          <a:bodyPr wrap="square" rtlCol="0">
            <a:spAutoFit/>
          </a:bodyPr>
          <a:lstStyle/>
          <a:p>
            <a:r>
              <a:rPr lang="en-US" sz="1000" dirty="0" err="1">
                <a:effectLst>
                  <a:glow rad="50800">
                    <a:schemeClr val="bg1">
                      <a:alpha val="78000"/>
                    </a:schemeClr>
                  </a:glow>
                </a:effectLst>
              </a:rPr>
              <a:t>planting_ln</a:t>
            </a:r>
            <a:endParaRPr lang="en-US" sz="1000" dirty="0">
              <a:effectLst>
                <a:glow rad="50800">
                  <a:schemeClr val="bg1">
                    <a:alpha val="78000"/>
                  </a:schemeClr>
                </a:glow>
              </a:effectLst>
            </a:endParaRPr>
          </a:p>
          <a:p>
            <a:r>
              <a:rPr lang="en-US" sz="1000" dirty="0">
                <a:effectLst>
                  <a:glow rad="50800">
                    <a:schemeClr val="bg1">
                      <a:alpha val="78000"/>
                    </a:schemeClr>
                  </a:glow>
                </a:effectLst>
              </a:rPr>
              <a:t>27</a:t>
            </a:r>
          </a:p>
        </p:txBody>
      </p:sp>
      <p:sp>
        <p:nvSpPr>
          <p:cNvPr id="2" name="TextBox 1">
            <a:extLst>
              <a:ext uri="{FF2B5EF4-FFF2-40B4-BE49-F238E27FC236}">
                <a16:creationId xmlns:a16="http://schemas.microsoft.com/office/drawing/2014/main" id="{CA846F38-ADDD-FC79-D2D1-5792DE64D04C}"/>
              </a:ext>
            </a:extLst>
          </p:cNvPr>
          <p:cNvSpPr txBox="1"/>
          <p:nvPr/>
        </p:nvSpPr>
        <p:spPr>
          <a:xfrm>
            <a:off x="6919412" y="3896130"/>
            <a:ext cx="1454948" cy="400110"/>
          </a:xfrm>
          <a:prstGeom prst="rect">
            <a:avLst/>
          </a:prstGeom>
          <a:noFill/>
        </p:spPr>
        <p:txBody>
          <a:bodyPr wrap="square" rtlCol="0">
            <a:spAutoFit/>
          </a:bodyPr>
          <a:lstStyle/>
          <a:p>
            <a:r>
              <a:rPr lang="en-US" sz="1000" dirty="0" err="1">
                <a:effectLst>
                  <a:glow rad="88900">
                    <a:schemeClr val="bg1">
                      <a:alpha val="75378"/>
                    </a:schemeClr>
                  </a:glow>
                </a:effectLst>
              </a:rPr>
              <a:t>planting_py</a:t>
            </a:r>
            <a:endParaRPr lang="en-US" sz="1000" dirty="0">
              <a:effectLst>
                <a:glow rad="88900">
                  <a:schemeClr val="bg1">
                    <a:alpha val="75378"/>
                  </a:schemeClr>
                </a:glow>
              </a:effectLst>
            </a:endParaRPr>
          </a:p>
          <a:p>
            <a:r>
              <a:rPr lang="en-US" sz="1000" dirty="0">
                <a:effectLst>
                  <a:glow rad="88900">
                    <a:schemeClr val="bg1">
                      <a:alpha val="75378"/>
                    </a:schemeClr>
                  </a:glow>
                </a:effectLst>
              </a:rPr>
              <a:t>10</a:t>
            </a:r>
          </a:p>
        </p:txBody>
      </p:sp>
      <p:sp>
        <p:nvSpPr>
          <p:cNvPr id="3" name="Rectangle 2">
            <a:extLst>
              <a:ext uri="{FF2B5EF4-FFF2-40B4-BE49-F238E27FC236}">
                <a16:creationId xmlns:a16="http://schemas.microsoft.com/office/drawing/2014/main" id="{CAEEE0A7-E838-7A8E-4208-4764CC1864A6}"/>
              </a:ext>
            </a:extLst>
          </p:cNvPr>
          <p:cNvSpPr/>
          <p:nvPr/>
        </p:nvSpPr>
        <p:spPr>
          <a:xfrm>
            <a:off x="6813319" y="389948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 name="Freeform 3">
            <a:extLst>
              <a:ext uri="{FF2B5EF4-FFF2-40B4-BE49-F238E27FC236}">
                <a16:creationId xmlns:a16="http://schemas.microsoft.com/office/drawing/2014/main" id="{845D2CD3-1BD2-E08B-13B3-C8808A1F1B7E}"/>
              </a:ext>
            </a:extLst>
          </p:cNvPr>
          <p:cNvSpPr/>
          <p:nvPr/>
        </p:nvSpPr>
        <p:spPr>
          <a:xfrm>
            <a:off x="6122504" y="3915713"/>
            <a:ext cx="636105" cy="70722"/>
          </a:xfrm>
          <a:custGeom>
            <a:avLst/>
            <a:gdLst>
              <a:gd name="csX0" fmla="*/ 0 w 636105"/>
              <a:gd name="csY0" fmla="*/ 0 h 69574"/>
              <a:gd name="csX1" fmla="*/ 636105 w 636105"/>
              <a:gd name="csY1" fmla="*/ 69574 h 69574"/>
              <a:gd name="csX0" fmla="*/ 0 w 636105"/>
              <a:gd name="csY0" fmla="*/ 0 h 70793"/>
              <a:gd name="csX1" fmla="*/ 636105 w 636105"/>
              <a:gd name="csY1" fmla="*/ 69574 h 70793"/>
              <a:gd name="csX0" fmla="*/ 0 w 636105"/>
              <a:gd name="csY0" fmla="*/ 304 h 70722"/>
              <a:gd name="csX1" fmla="*/ 636105 w 636105"/>
              <a:gd name="csY1" fmla="*/ 69878 h 70722"/>
            </a:gdLst>
            <a:ahLst/>
            <a:cxnLst>
              <a:cxn ang="0">
                <a:pos x="csX0" y="csY0"/>
              </a:cxn>
              <a:cxn ang="0">
                <a:pos x="csX1" y="csY1"/>
              </a:cxn>
            </a:cxnLst>
            <a:rect l="l" t="t" r="r" b="b"/>
            <a:pathLst>
              <a:path w="636105" h="70722">
                <a:moveTo>
                  <a:pt x="0" y="304"/>
                </a:moveTo>
                <a:cubicBezTo>
                  <a:pt x="224561" y="-5733"/>
                  <a:pt x="411544" y="80089"/>
                  <a:pt x="636105" y="69878"/>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5CC45558-C687-C147-B236-08CCF3BD9772}"/>
              </a:ext>
            </a:extLst>
          </p:cNvPr>
          <p:cNvSpPr/>
          <p:nvPr/>
        </p:nvSpPr>
        <p:spPr>
          <a:xfrm>
            <a:off x="6091825" y="4116889"/>
            <a:ext cx="647178" cy="204620"/>
          </a:xfrm>
          <a:custGeom>
            <a:avLst/>
            <a:gdLst>
              <a:gd name="csX0" fmla="*/ 0 w 647178"/>
              <a:gd name="csY0" fmla="*/ 204591 h 204591"/>
              <a:gd name="csX1" fmla="*/ 647178 w 647178"/>
              <a:gd name="csY1" fmla="*/ 0 h 204591"/>
              <a:gd name="csX0" fmla="*/ 0 w 647178"/>
              <a:gd name="csY0" fmla="*/ 204591 h 204591"/>
              <a:gd name="csX1" fmla="*/ 647178 w 647178"/>
              <a:gd name="csY1" fmla="*/ 0 h 204591"/>
              <a:gd name="csX0" fmla="*/ 0 w 647178"/>
              <a:gd name="csY0" fmla="*/ 204591 h 204620"/>
              <a:gd name="csX1" fmla="*/ 647178 w 647178"/>
              <a:gd name="csY1" fmla="*/ 0 h 204620"/>
            </a:gdLst>
            <a:ahLst/>
            <a:cxnLst>
              <a:cxn ang="0">
                <a:pos x="csX0" y="csY0"/>
              </a:cxn>
              <a:cxn ang="0">
                <a:pos x="csX1" y="csY1"/>
              </a:cxn>
            </a:cxnLst>
            <a:rect l="l" t="t" r="r" b="b"/>
            <a:pathLst>
              <a:path w="647178" h="204620">
                <a:moveTo>
                  <a:pt x="0" y="204591"/>
                </a:moveTo>
                <a:cubicBezTo>
                  <a:pt x="215726" y="207375"/>
                  <a:pt x="431452" y="13918"/>
                  <a:pt x="647178"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DF16117C-E93E-553D-5465-6872273B16C0}"/>
              </a:ext>
            </a:extLst>
          </p:cNvPr>
          <p:cNvCxnSpPr>
            <a:stCxn id="12" idx="3"/>
          </p:cNvCxnSpPr>
          <p:nvPr/>
        </p:nvCxnSpPr>
        <p:spPr>
          <a:xfrm flipV="1">
            <a:off x="6185981" y="3207174"/>
            <a:ext cx="530156" cy="8274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150FF30-BBA1-C4F4-7E2D-91785648075A}"/>
              </a:ext>
            </a:extLst>
          </p:cNvPr>
          <p:cNvCxnSpPr>
            <a:stCxn id="16" idx="3"/>
          </p:cNvCxnSpPr>
          <p:nvPr/>
        </p:nvCxnSpPr>
        <p:spPr>
          <a:xfrm flipV="1">
            <a:off x="4486078" y="1032627"/>
            <a:ext cx="1015729" cy="27976"/>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2D9679E1-4BAC-BA48-C59A-257390CDC79F}"/>
              </a:ext>
            </a:extLst>
          </p:cNvPr>
          <p:cNvSpPr/>
          <p:nvPr/>
        </p:nvSpPr>
        <p:spPr>
          <a:xfrm>
            <a:off x="6758609" y="516763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E32C94E-F937-B57F-7394-72097CD9FD72}"/>
              </a:ext>
            </a:extLst>
          </p:cNvPr>
          <p:cNvSpPr txBox="1"/>
          <p:nvPr/>
        </p:nvSpPr>
        <p:spPr>
          <a:xfrm>
            <a:off x="6771263" y="5067207"/>
            <a:ext cx="1286353" cy="400110"/>
          </a:xfrm>
          <a:prstGeom prst="rect">
            <a:avLst/>
          </a:prstGeom>
          <a:noFill/>
        </p:spPr>
        <p:txBody>
          <a:bodyPr wrap="square" rtlCol="0">
            <a:spAutoFit/>
          </a:bodyPr>
          <a:lstStyle/>
          <a:p>
            <a:r>
              <a:rPr lang="en-US" sz="1000" dirty="0" err="1"/>
              <a:t>planting_gr</a:t>
            </a:r>
            <a:endParaRPr lang="en-US" sz="1000" dirty="0"/>
          </a:p>
          <a:p>
            <a:r>
              <a:rPr lang="en-US" sz="1000" dirty="0"/>
              <a:t>8</a:t>
            </a:r>
          </a:p>
        </p:txBody>
      </p:sp>
      <p:cxnSp>
        <p:nvCxnSpPr>
          <p:cNvPr id="61" name="Straight Arrow Connector 60">
            <a:extLst>
              <a:ext uri="{FF2B5EF4-FFF2-40B4-BE49-F238E27FC236}">
                <a16:creationId xmlns:a16="http://schemas.microsoft.com/office/drawing/2014/main" id="{86508DE1-7F13-D615-9196-8199CD7F7CC7}"/>
              </a:ext>
            </a:extLst>
          </p:cNvPr>
          <p:cNvCxnSpPr/>
          <p:nvPr/>
        </p:nvCxnSpPr>
        <p:spPr>
          <a:xfrm>
            <a:off x="4570379" y="5295903"/>
            <a:ext cx="200551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B3EC0EC5-9D61-CF99-DD83-A92179FEF23D}"/>
              </a:ext>
            </a:extLst>
          </p:cNvPr>
          <p:cNvSpPr txBox="1"/>
          <p:nvPr/>
        </p:nvSpPr>
        <p:spPr>
          <a:xfrm>
            <a:off x="7935985" y="5424173"/>
            <a:ext cx="3766386"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planting relationships within a planting occasion</a:t>
            </a:r>
          </a:p>
          <a:p>
            <a:pPr marL="171450" indent="-171450">
              <a:buFont typeface="Arial" panose="020B0604020202020204" pitchFamily="34" charset="0"/>
              <a:buChar char="•"/>
            </a:pPr>
            <a:r>
              <a:rPr lang="en-US" sz="1200" dirty="0"/>
              <a:t>planting relationships across planting locations</a:t>
            </a:r>
          </a:p>
          <a:p>
            <a:pPr marL="171450" indent="-171450">
              <a:buFont typeface="Arial" panose="020B0604020202020204" pitchFamily="34" charset="0"/>
              <a:buChar char="•"/>
            </a:pPr>
            <a:r>
              <a:rPr lang="en-US" sz="1200" dirty="0"/>
              <a:t>Test / Large-scale</a:t>
            </a:r>
          </a:p>
          <a:p>
            <a:pPr marL="171450" indent="-171450">
              <a:buFont typeface="Arial" panose="020B0604020202020204" pitchFamily="34" charset="0"/>
              <a:buChar char="•"/>
            </a:pPr>
            <a:r>
              <a:rPr lang="en-US" sz="1200" dirty="0" err="1"/>
              <a:t>Planting_method</a:t>
            </a:r>
            <a:endParaRPr lang="en-US" sz="1200" dirty="0"/>
          </a:p>
        </p:txBody>
      </p:sp>
      <p:sp>
        <p:nvSpPr>
          <p:cNvPr id="63" name="TextBox 62">
            <a:extLst>
              <a:ext uri="{FF2B5EF4-FFF2-40B4-BE49-F238E27FC236}">
                <a16:creationId xmlns:a16="http://schemas.microsoft.com/office/drawing/2014/main" id="{236A0260-4A8B-3F99-2C18-0B712A54B012}"/>
              </a:ext>
            </a:extLst>
          </p:cNvPr>
          <p:cNvSpPr txBox="1"/>
          <p:nvPr/>
        </p:nvSpPr>
        <p:spPr>
          <a:xfrm>
            <a:off x="8984299" y="1453101"/>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160</a:t>
            </a:r>
          </a:p>
        </p:txBody>
      </p:sp>
      <p:sp>
        <p:nvSpPr>
          <p:cNvPr id="64" name="TextBox 63">
            <a:extLst>
              <a:ext uri="{FF2B5EF4-FFF2-40B4-BE49-F238E27FC236}">
                <a16:creationId xmlns:a16="http://schemas.microsoft.com/office/drawing/2014/main" id="{E16AB1D7-E866-5271-7E44-C49EFC182B53}"/>
              </a:ext>
            </a:extLst>
          </p:cNvPr>
          <p:cNvSpPr txBox="1"/>
          <p:nvPr/>
        </p:nvSpPr>
        <p:spPr>
          <a:xfrm>
            <a:off x="9074284" y="3207174"/>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68" name="Rectangle 67">
            <a:extLst>
              <a:ext uri="{FF2B5EF4-FFF2-40B4-BE49-F238E27FC236}">
                <a16:creationId xmlns:a16="http://schemas.microsoft.com/office/drawing/2014/main" id="{B0841662-720A-5FE5-9844-B2D7F7BF1419}"/>
              </a:ext>
            </a:extLst>
          </p:cNvPr>
          <p:cNvSpPr/>
          <p:nvPr/>
        </p:nvSpPr>
        <p:spPr>
          <a:xfrm>
            <a:off x="7779687" y="1059223"/>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32CC6CF-F0F5-3E85-F792-24F455C8A8B9}"/>
              </a:ext>
            </a:extLst>
          </p:cNvPr>
          <p:cNvSpPr/>
          <p:nvPr/>
        </p:nvSpPr>
        <p:spPr>
          <a:xfrm>
            <a:off x="7779686" y="3008578"/>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FC65503B-189C-429D-108A-617AB44A93CE}"/>
              </a:ext>
            </a:extLst>
          </p:cNvPr>
          <p:cNvSpPr txBox="1"/>
          <p:nvPr/>
        </p:nvSpPr>
        <p:spPr>
          <a:xfrm>
            <a:off x="7860751" y="1376961"/>
            <a:ext cx="1544257" cy="553998"/>
          </a:xfrm>
          <a:prstGeom prst="rect">
            <a:avLst/>
          </a:prstGeom>
          <a:noFill/>
        </p:spPr>
        <p:txBody>
          <a:bodyPr wrap="square" rtlCol="0">
            <a:spAutoFit/>
          </a:bodyPr>
          <a:lstStyle/>
          <a:p>
            <a:r>
              <a:rPr lang="en-US" sz="1000" dirty="0"/>
              <a:t>Plantings with</a:t>
            </a:r>
          </a:p>
          <a:p>
            <a:r>
              <a:rPr lang="en-US" sz="1000" dirty="0"/>
              <a:t>coordinates</a:t>
            </a:r>
          </a:p>
          <a:p>
            <a:r>
              <a:rPr lang="en-US" sz="1000" dirty="0"/>
              <a:t>204</a:t>
            </a:r>
          </a:p>
        </p:txBody>
      </p:sp>
      <p:sp>
        <p:nvSpPr>
          <p:cNvPr id="71" name="TextBox 70">
            <a:extLst>
              <a:ext uri="{FF2B5EF4-FFF2-40B4-BE49-F238E27FC236}">
                <a16:creationId xmlns:a16="http://schemas.microsoft.com/office/drawing/2014/main" id="{BA12BE36-ADE2-E38B-5909-E8790792C55C}"/>
              </a:ext>
            </a:extLst>
          </p:cNvPr>
          <p:cNvSpPr txBox="1"/>
          <p:nvPr/>
        </p:nvSpPr>
        <p:spPr>
          <a:xfrm>
            <a:off x="7860751" y="2970323"/>
            <a:ext cx="1169752" cy="553998"/>
          </a:xfrm>
          <a:prstGeom prst="rect">
            <a:avLst/>
          </a:prstGeom>
          <a:noFill/>
        </p:spPr>
        <p:txBody>
          <a:bodyPr wrap="square" rtlCol="0">
            <a:spAutoFit/>
          </a:bodyPr>
          <a:lstStyle/>
          <a:p>
            <a:r>
              <a:rPr lang="en-US" sz="1000" dirty="0"/>
              <a:t>Plantings with</a:t>
            </a:r>
          </a:p>
          <a:p>
            <a:r>
              <a:rPr lang="en-US" sz="1000" dirty="0"/>
              <a:t>unknown coords</a:t>
            </a:r>
          </a:p>
          <a:p>
            <a:r>
              <a:rPr lang="en-US" sz="1000" dirty="0"/>
              <a:t>23</a:t>
            </a:r>
          </a:p>
        </p:txBody>
      </p:sp>
      <p:sp>
        <p:nvSpPr>
          <p:cNvPr id="77" name="TextBox 76">
            <a:extLst>
              <a:ext uri="{FF2B5EF4-FFF2-40B4-BE49-F238E27FC236}">
                <a16:creationId xmlns:a16="http://schemas.microsoft.com/office/drawing/2014/main" id="{619B5D77-A214-239D-BEFB-BE8928806529}"/>
              </a:ext>
            </a:extLst>
          </p:cNvPr>
          <p:cNvSpPr txBox="1"/>
          <p:nvPr/>
        </p:nvSpPr>
        <p:spPr>
          <a:xfrm>
            <a:off x="9064542" y="266911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5</a:t>
            </a:r>
          </a:p>
        </p:txBody>
      </p:sp>
      <p:sp>
        <p:nvSpPr>
          <p:cNvPr id="78" name="Rectangle 77">
            <a:extLst>
              <a:ext uri="{FF2B5EF4-FFF2-40B4-BE49-F238E27FC236}">
                <a16:creationId xmlns:a16="http://schemas.microsoft.com/office/drawing/2014/main" id="{76FBC816-53A8-AA48-4750-A91E06EA1753}"/>
              </a:ext>
            </a:extLst>
          </p:cNvPr>
          <p:cNvSpPr/>
          <p:nvPr/>
        </p:nvSpPr>
        <p:spPr>
          <a:xfrm>
            <a:off x="10691485" y="1105192"/>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C6EF30A8-BE1F-9158-9A95-34FB0ADDCD04}"/>
              </a:ext>
            </a:extLst>
          </p:cNvPr>
          <p:cNvSpPr txBox="1"/>
          <p:nvPr/>
        </p:nvSpPr>
        <p:spPr>
          <a:xfrm>
            <a:off x="10763628" y="148868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165</a:t>
            </a:r>
          </a:p>
        </p:txBody>
      </p:sp>
      <p:sp>
        <p:nvSpPr>
          <p:cNvPr id="80" name="Freeform: Shape 79">
            <a:extLst>
              <a:ext uri="{FF2B5EF4-FFF2-40B4-BE49-F238E27FC236}">
                <a16:creationId xmlns:a16="http://schemas.microsoft.com/office/drawing/2014/main" id="{7E51EC16-1C5E-02A9-78C8-712716F591FD}"/>
              </a:ext>
            </a:extLst>
          </p:cNvPr>
          <p:cNvSpPr/>
          <p:nvPr/>
        </p:nvSpPr>
        <p:spPr>
          <a:xfrm>
            <a:off x="9844391" y="2286000"/>
            <a:ext cx="768486" cy="379379"/>
          </a:xfrm>
          <a:custGeom>
            <a:avLst/>
            <a:gdLst>
              <a:gd name="csX0" fmla="*/ 0 w 768486"/>
              <a:gd name="csY0" fmla="*/ 379379 h 379379"/>
              <a:gd name="csX1" fmla="*/ 768486 w 768486"/>
              <a:gd name="csY1" fmla="*/ 0 h 379379"/>
              <a:gd name="csX0" fmla="*/ 0 w 768486"/>
              <a:gd name="csY0" fmla="*/ 379379 h 379379"/>
              <a:gd name="csX1" fmla="*/ 768486 w 768486"/>
              <a:gd name="csY1" fmla="*/ 0 h 379379"/>
              <a:gd name="csX0" fmla="*/ 0 w 768486"/>
              <a:gd name="csY0" fmla="*/ 379379 h 379379"/>
              <a:gd name="csX1" fmla="*/ 768486 w 768486"/>
              <a:gd name="csY1" fmla="*/ 0 h 379379"/>
            </a:gdLst>
            <a:ahLst/>
            <a:cxnLst>
              <a:cxn ang="0">
                <a:pos x="csX0" y="csY0"/>
              </a:cxn>
              <a:cxn ang="0">
                <a:pos x="csX1" y="csY1"/>
              </a:cxn>
            </a:cxnLst>
            <a:rect l="l" t="t" r="r" b="b"/>
            <a:pathLst>
              <a:path w="768486" h="379379">
                <a:moveTo>
                  <a:pt x="0" y="379379"/>
                </a:moveTo>
                <a:cubicBezTo>
                  <a:pt x="236707" y="359923"/>
                  <a:pt x="502596" y="9728"/>
                  <a:pt x="768486"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10AE6D-8ADF-9D00-09C7-486B12564722}"/>
              </a:ext>
            </a:extLst>
          </p:cNvPr>
          <p:cNvSpPr/>
          <p:nvPr/>
        </p:nvSpPr>
        <p:spPr>
          <a:xfrm>
            <a:off x="10642838" y="3029491"/>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D0485799-8A5A-DC67-A24F-51A7C5F2E323}"/>
              </a:ext>
            </a:extLst>
          </p:cNvPr>
          <p:cNvSpPr txBox="1"/>
          <p:nvPr/>
        </p:nvSpPr>
        <p:spPr>
          <a:xfrm>
            <a:off x="10723902" y="2991236"/>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58" name="Freeform 57">
            <a:extLst>
              <a:ext uri="{FF2B5EF4-FFF2-40B4-BE49-F238E27FC236}">
                <a16:creationId xmlns:a16="http://schemas.microsoft.com/office/drawing/2014/main" id="{055B6D82-9674-EF47-D6B5-835E2F7AA9CE}"/>
              </a:ext>
            </a:extLst>
          </p:cNvPr>
          <p:cNvSpPr/>
          <p:nvPr/>
        </p:nvSpPr>
        <p:spPr>
          <a:xfrm>
            <a:off x="3900881" y="1627464"/>
            <a:ext cx="3791824" cy="1459685"/>
          </a:xfrm>
          <a:custGeom>
            <a:avLst/>
            <a:gdLst>
              <a:gd name="csX0" fmla="*/ 0 w 3791824"/>
              <a:gd name="csY0" fmla="*/ 0 h 1459685"/>
              <a:gd name="csX1" fmla="*/ 3791824 w 3791824"/>
              <a:gd name="csY1" fmla="*/ 1459685 h 1459685"/>
              <a:gd name="csX0" fmla="*/ 0 w 3791824"/>
              <a:gd name="csY0" fmla="*/ 0 h 1459685"/>
              <a:gd name="csX1" fmla="*/ 3791824 w 3791824"/>
              <a:gd name="csY1" fmla="*/ 1459685 h 1459685"/>
              <a:gd name="csX0" fmla="*/ 0 w 3791824"/>
              <a:gd name="csY0" fmla="*/ 0 h 1459685"/>
              <a:gd name="csX1" fmla="*/ 3791824 w 3791824"/>
              <a:gd name="csY1" fmla="*/ 1459685 h 1459685"/>
            </a:gdLst>
            <a:ahLst/>
            <a:cxnLst>
              <a:cxn ang="0">
                <a:pos x="csX0" y="csY0"/>
              </a:cxn>
              <a:cxn ang="0">
                <a:pos x="csX1" y="csY1"/>
              </a:cxn>
            </a:cxnLst>
            <a:rect l="l" t="t" r="r" b="b"/>
            <a:pathLst>
              <a:path w="3791824" h="1459685">
                <a:moveTo>
                  <a:pt x="0" y="0"/>
                </a:moveTo>
                <a:cubicBezTo>
                  <a:pt x="1230385" y="92279"/>
                  <a:pt x="2670496" y="1417740"/>
                  <a:pt x="3791824" y="1459685"/>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a:extLst>
              <a:ext uri="{FF2B5EF4-FFF2-40B4-BE49-F238E27FC236}">
                <a16:creationId xmlns:a16="http://schemas.microsoft.com/office/drawing/2014/main" id="{FC9531D5-C169-16E6-F354-D8B05CE744A5}"/>
              </a:ext>
            </a:extLst>
          </p:cNvPr>
          <p:cNvSpPr/>
          <p:nvPr/>
        </p:nvSpPr>
        <p:spPr>
          <a:xfrm>
            <a:off x="6023295" y="1140903"/>
            <a:ext cx="1686188" cy="352337"/>
          </a:xfrm>
          <a:custGeom>
            <a:avLst/>
            <a:gdLst>
              <a:gd name="csX0" fmla="*/ 0 w 1686188"/>
              <a:gd name="csY0" fmla="*/ 0 h 352337"/>
              <a:gd name="csX1" fmla="*/ 1686188 w 1686188"/>
              <a:gd name="csY1" fmla="*/ 352337 h 352337"/>
              <a:gd name="csX0" fmla="*/ 0 w 1686188"/>
              <a:gd name="csY0" fmla="*/ 0 h 352337"/>
              <a:gd name="csX1" fmla="*/ 1686188 w 1686188"/>
              <a:gd name="csY1" fmla="*/ 352337 h 352337"/>
              <a:gd name="csX0" fmla="*/ 0 w 1686188"/>
              <a:gd name="csY0" fmla="*/ 0 h 352337"/>
              <a:gd name="csX1" fmla="*/ 1686188 w 1686188"/>
              <a:gd name="csY1" fmla="*/ 352337 h 352337"/>
            </a:gdLst>
            <a:ahLst/>
            <a:cxnLst>
              <a:cxn ang="0">
                <a:pos x="csX0" y="csY0"/>
              </a:cxn>
              <a:cxn ang="0">
                <a:pos x="csX1" y="csY1"/>
              </a:cxn>
            </a:cxnLst>
            <a:rect l="l" t="t" r="r" b="b"/>
            <a:pathLst>
              <a:path w="1686188" h="352337">
                <a:moveTo>
                  <a:pt x="0" y="0"/>
                </a:moveTo>
                <a:cubicBezTo>
                  <a:pt x="578841" y="16778"/>
                  <a:pt x="1115736" y="343947"/>
                  <a:pt x="1686188" y="352337"/>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65">
            <a:extLst>
              <a:ext uri="{FF2B5EF4-FFF2-40B4-BE49-F238E27FC236}">
                <a16:creationId xmlns:a16="http://schemas.microsoft.com/office/drawing/2014/main" id="{97748B36-302E-BB5B-5014-EF4C8350C1BC}"/>
              </a:ext>
            </a:extLst>
          </p:cNvPr>
          <p:cNvSpPr/>
          <p:nvPr/>
        </p:nvSpPr>
        <p:spPr>
          <a:xfrm>
            <a:off x="6954473" y="1853967"/>
            <a:ext cx="721454" cy="1266738"/>
          </a:xfrm>
          <a:custGeom>
            <a:avLst/>
            <a:gdLst>
              <a:gd name="csX0" fmla="*/ 0 w 721454"/>
              <a:gd name="csY0" fmla="*/ 1266738 h 1266738"/>
              <a:gd name="csX1" fmla="*/ 721454 w 721454"/>
              <a:gd name="csY1" fmla="*/ 0 h 1266738"/>
              <a:gd name="csX0" fmla="*/ 0 w 721454"/>
              <a:gd name="csY0" fmla="*/ 1266738 h 1266738"/>
              <a:gd name="csX1" fmla="*/ 721454 w 721454"/>
              <a:gd name="csY1" fmla="*/ 0 h 1266738"/>
              <a:gd name="csX0" fmla="*/ 0 w 721454"/>
              <a:gd name="csY0" fmla="*/ 1266738 h 1266738"/>
              <a:gd name="csX1" fmla="*/ 721454 w 721454"/>
              <a:gd name="csY1" fmla="*/ 0 h 1266738"/>
            </a:gdLst>
            <a:ahLst/>
            <a:cxnLst>
              <a:cxn ang="0">
                <a:pos x="csX0" y="csY0"/>
              </a:cxn>
              <a:cxn ang="0">
                <a:pos x="csX1" y="csY1"/>
              </a:cxn>
            </a:cxnLst>
            <a:rect l="l" t="t" r="r" b="b"/>
            <a:pathLst>
              <a:path w="721454" h="1266738">
                <a:moveTo>
                  <a:pt x="0" y="1266738"/>
                </a:moveTo>
                <a:cubicBezTo>
                  <a:pt x="324375" y="1247164"/>
                  <a:pt x="254466" y="19574"/>
                  <a:pt x="721454"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7F15E203-A647-EB72-450F-5F2788475573}"/>
              </a:ext>
            </a:extLst>
          </p:cNvPr>
          <p:cNvCxnSpPr/>
          <p:nvPr/>
        </p:nvCxnSpPr>
        <p:spPr>
          <a:xfrm>
            <a:off x="8445627" y="292447"/>
            <a:ext cx="0" cy="6293796"/>
          </a:xfrm>
          <a:prstGeom prst="line">
            <a:avLst/>
          </a:prstGeom>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637AE5A-FEBB-30E5-6325-292F8E1DA0F9}"/>
              </a:ext>
            </a:extLst>
          </p:cNvPr>
          <p:cNvSpPr txBox="1"/>
          <p:nvPr/>
        </p:nvSpPr>
        <p:spPr>
          <a:xfrm>
            <a:off x="165370" y="292447"/>
            <a:ext cx="184824" cy="369332"/>
          </a:xfrm>
          <a:prstGeom prst="rect">
            <a:avLst/>
          </a:prstGeom>
          <a:noFill/>
        </p:spPr>
        <p:txBody>
          <a:bodyPr wrap="square" rtlCol="0">
            <a:spAutoFit/>
          </a:bodyPr>
          <a:lstStyle/>
          <a:p>
            <a:pPr algn="ctr"/>
            <a:r>
              <a:rPr lang="en-US" dirty="0"/>
              <a:t>1</a:t>
            </a:r>
          </a:p>
        </p:txBody>
      </p:sp>
      <p:sp>
        <p:nvSpPr>
          <p:cNvPr id="72" name="TextBox 71">
            <a:extLst>
              <a:ext uri="{FF2B5EF4-FFF2-40B4-BE49-F238E27FC236}">
                <a16:creationId xmlns:a16="http://schemas.microsoft.com/office/drawing/2014/main" id="{0A5B5348-380B-5147-6E36-E753F79F32EC}"/>
              </a:ext>
            </a:extLst>
          </p:cNvPr>
          <p:cNvSpPr txBox="1"/>
          <p:nvPr/>
        </p:nvSpPr>
        <p:spPr>
          <a:xfrm>
            <a:off x="3236567" y="376916"/>
            <a:ext cx="184824" cy="369332"/>
          </a:xfrm>
          <a:prstGeom prst="rect">
            <a:avLst/>
          </a:prstGeom>
          <a:noFill/>
        </p:spPr>
        <p:txBody>
          <a:bodyPr wrap="square" rtlCol="0">
            <a:spAutoFit/>
          </a:bodyPr>
          <a:lstStyle/>
          <a:p>
            <a:pPr algn="ctr"/>
            <a:r>
              <a:rPr lang="en-US" dirty="0"/>
              <a:t>4</a:t>
            </a:r>
          </a:p>
        </p:txBody>
      </p:sp>
      <p:sp>
        <p:nvSpPr>
          <p:cNvPr id="73" name="TextBox 72">
            <a:extLst>
              <a:ext uri="{FF2B5EF4-FFF2-40B4-BE49-F238E27FC236}">
                <a16:creationId xmlns:a16="http://schemas.microsoft.com/office/drawing/2014/main" id="{CE1D182E-0603-F7D6-873D-1FD6F7D86DC4}"/>
              </a:ext>
            </a:extLst>
          </p:cNvPr>
          <p:cNvSpPr txBox="1"/>
          <p:nvPr/>
        </p:nvSpPr>
        <p:spPr>
          <a:xfrm>
            <a:off x="5051092" y="97348"/>
            <a:ext cx="184824" cy="369332"/>
          </a:xfrm>
          <a:prstGeom prst="rect">
            <a:avLst/>
          </a:prstGeom>
          <a:noFill/>
        </p:spPr>
        <p:txBody>
          <a:bodyPr wrap="square" rtlCol="0">
            <a:spAutoFit/>
          </a:bodyPr>
          <a:lstStyle/>
          <a:p>
            <a:pPr algn="ctr"/>
            <a:r>
              <a:rPr lang="en-US" dirty="0"/>
              <a:t>5</a:t>
            </a:r>
          </a:p>
        </p:txBody>
      </p:sp>
      <p:sp>
        <p:nvSpPr>
          <p:cNvPr id="74" name="TextBox 73">
            <a:extLst>
              <a:ext uri="{FF2B5EF4-FFF2-40B4-BE49-F238E27FC236}">
                <a16:creationId xmlns:a16="http://schemas.microsoft.com/office/drawing/2014/main" id="{004CC4C5-230D-3DDB-684D-8257A0C2A81D}"/>
              </a:ext>
            </a:extLst>
          </p:cNvPr>
          <p:cNvSpPr txBox="1"/>
          <p:nvPr/>
        </p:nvSpPr>
        <p:spPr>
          <a:xfrm>
            <a:off x="2069867" y="387523"/>
            <a:ext cx="184824" cy="369332"/>
          </a:xfrm>
          <a:prstGeom prst="rect">
            <a:avLst/>
          </a:prstGeom>
          <a:noFill/>
        </p:spPr>
        <p:txBody>
          <a:bodyPr wrap="square" rtlCol="0">
            <a:spAutoFit/>
          </a:bodyPr>
          <a:lstStyle/>
          <a:p>
            <a:pPr algn="ctr"/>
            <a:r>
              <a:rPr lang="en-US" dirty="0"/>
              <a:t>3</a:t>
            </a:r>
          </a:p>
        </p:txBody>
      </p:sp>
      <p:sp>
        <p:nvSpPr>
          <p:cNvPr id="75" name="TextBox 74">
            <a:extLst>
              <a:ext uri="{FF2B5EF4-FFF2-40B4-BE49-F238E27FC236}">
                <a16:creationId xmlns:a16="http://schemas.microsoft.com/office/drawing/2014/main" id="{0C19321E-66E8-18AB-6F4D-046CC80DABD7}"/>
              </a:ext>
            </a:extLst>
          </p:cNvPr>
          <p:cNvSpPr txBox="1"/>
          <p:nvPr/>
        </p:nvSpPr>
        <p:spPr>
          <a:xfrm>
            <a:off x="1083626" y="385703"/>
            <a:ext cx="184824" cy="369332"/>
          </a:xfrm>
          <a:prstGeom prst="rect">
            <a:avLst/>
          </a:prstGeom>
          <a:noFill/>
        </p:spPr>
        <p:txBody>
          <a:bodyPr wrap="square" rtlCol="0">
            <a:spAutoFit/>
          </a:bodyPr>
          <a:lstStyle/>
          <a:p>
            <a:pPr algn="ctr"/>
            <a:r>
              <a:rPr lang="en-US" dirty="0"/>
              <a:t>2</a:t>
            </a:r>
          </a:p>
        </p:txBody>
      </p:sp>
      <p:sp>
        <p:nvSpPr>
          <p:cNvPr id="76" name="TextBox 75">
            <a:extLst>
              <a:ext uri="{FF2B5EF4-FFF2-40B4-BE49-F238E27FC236}">
                <a16:creationId xmlns:a16="http://schemas.microsoft.com/office/drawing/2014/main" id="{A41F176F-7050-C6D9-12FD-1676C7D59B28}"/>
              </a:ext>
            </a:extLst>
          </p:cNvPr>
          <p:cNvSpPr txBox="1"/>
          <p:nvPr/>
        </p:nvSpPr>
        <p:spPr>
          <a:xfrm>
            <a:off x="7727282" y="613346"/>
            <a:ext cx="184824" cy="369332"/>
          </a:xfrm>
          <a:prstGeom prst="rect">
            <a:avLst/>
          </a:prstGeom>
          <a:noFill/>
        </p:spPr>
        <p:txBody>
          <a:bodyPr wrap="square" rtlCol="0">
            <a:spAutoFit/>
          </a:bodyPr>
          <a:lstStyle/>
          <a:p>
            <a:pPr algn="ctr"/>
            <a:r>
              <a:rPr lang="en-US" dirty="0"/>
              <a:t>6</a:t>
            </a:r>
          </a:p>
        </p:txBody>
      </p:sp>
      <p:sp>
        <p:nvSpPr>
          <p:cNvPr id="83" name="TextBox 82">
            <a:extLst>
              <a:ext uri="{FF2B5EF4-FFF2-40B4-BE49-F238E27FC236}">
                <a16:creationId xmlns:a16="http://schemas.microsoft.com/office/drawing/2014/main" id="{ECE2DC99-4EBB-BAD5-FEE8-06E7BB98F48C}"/>
              </a:ext>
            </a:extLst>
          </p:cNvPr>
          <p:cNvSpPr txBox="1"/>
          <p:nvPr/>
        </p:nvSpPr>
        <p:spPr>
          <a:xfrm>
            <a:off x="8845679" y="553866"/>
            <a:ext cx="184824" cy="369332"/>
          </a:xfrm>
          <a:prstGeom prst="rect">
            <a:avLst/>
          </a:prstGeom>
          <a:noFill/>
        </p:spPr>
        <p:txBody>
          <a:bodyPr wrap="square" rtlCol="0">
            <a:spAutoFit/>
          </a:bodyPr>
          <a:lstStyle/>
          <a:p>
            <a:pPr algn="ctr"/>
            <a:r>
              <a:rPr lang="en-US" dirty="0"/>
              <a:t>7</a:t>
            </a:r>
          </a:p>
        </p:txBody>
      </p:sp>
      <p:sp>
        <p:nvSpPr>
          <p:cNvPr id="84" name="TextBox 83">
            <a:extLst>
              <a:ext uri="{FF2B5EF4-FFF2-40B4-BE49-F238E27FC236}">
                <a16:creationId xmlns:a16="http://schemas.microsoft.com/office/drawing/2014/main" id="{95B9A113-9E6A-8220-22CE-7E702667E34C}"/>
              </a:ext>
            </a:extLst>
          </p:cNvPr>
          <p:cNvSpPr txBox="1"/>
          <p:nvPr/>
        </p:nvSpPr>
        <p:spPr>
          <a:xfrm>
            <a:off x="10642838" y="552743"/>
            <a:ext cx="184824" cy="369332"/>
          </a:xfrm>
          <a:prstGeom prst="rect">
            <a:avLst/>
          </a:prstGeom>
          <a:noFill/>
        </p:spPr>
        <p:txBody>
          <a:bodyPr wrap="square" rtlCol="0">
            <a:spAutoFit/>
          </a:bodyPr>
          <a:lstStyle/>
          <a:p>
            <a:pPr algn="ctr"/>
            <a:r>
              <a:rPr lang="en-US" dirty="0"/>
              <a:t>8</a:t>
            </a:r>
          </a:p>
        </p:txBody>
      </p:sp>
      <p:sp>
        <p:nvSpPr>
          <p:cNvPr id="40" name="Freeform 39">
            <a:extLst>
              <a:ext uri="{FF2B5EF4-FFF2-40B4-BE49-F238E27FC236}">
                <a16:creationId xmlns:a16="http://schemas.microsoft.com/office/drawing/2014/main" id="{5B6C2A25-7008-F36A-58F0-3EFB7160B1DE}"/>
              </a:ext>
            </a:extLst>
          </p:cNvPr>
          <p:cNvSpPr/>
          <p:nvPr/>
        </p:nvSpPr>
        <p:spPr>
          <a:xfrm>
            <a:off x="6933537" y="2083243"/>
            <a:ext cx="675861" cy="1852654"/>
          </a:xfrm>
          <a:custGeom>
            <a:avLst/>
            <a:gdLst>
              <a:gd name="csX0" fmla="*/ 0 w 675861"/>
              <a:gd name="csY0" fmla="*/ 1852654 h 1852654"/>
              <a:gd name="csX1" fmla="*/ 675861 w 675861"/>
              <a:gd name="csY1" fmla="*/ 0 h 1852654"/>
              <a:gd name="csX0" fmla="*/ 0 w 675861"/>
              <a:gd name="csY0" fmla="*/ 1852658 h 1852658"/>
              <a:gd name="csX1" fmla="*/ 675861 w 675861"/>
              <a:gd name="csY1" fmla="*/ 4 h 1852658"/>
              <a:gd name="csX0" fmla="*/ 0 w 675861"/>
              <a:gd name="csY0" fmla="*/ 1852657 h 1852657"/>
              <a:gd name="csX1" fmla="*/ 675861 w 675861"/>
              <a:gd name="csY1" fmla="*/ 3 h 1852657"/>
              <a:gd name="csX0" fmla="*/ 0 w 675861"/>
              <a:gd name="csY0" fmla="*/ 1852654 h 1852654"/>
              <a:gd name="csX1" fmla="*/ 675861 w 675861"/>
              <a:gd name="csY1" fmla="*/ 0 h 1852654"/>
            </a:gdLst>
            <a:ahLst/>
            <a:cxnLst>
              <a:cxn ang="0">
                <a:pos x="csX0" y="csY0"/>
              </a:cxn>
              <a:cxn ang="0">
                <a:pos x="csX1" y="csY1"/>
              </a:cxn>
            </a:cxnLst>
            <a:rect l="l" t="t" r="r" b="b"/>
            <a:pathLst>
              <a:path w="675861" h="1852654">
                <a:moveTo>
                  <a:pt x="0" y="1852654"/>
                </a:moveTo>
                <a:cubicBezTo>
                  <a:pt x="376362" y="1839403"/>
                  <a:pt x="283596" y="21203"/>
                  <a:pt x="67586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5506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61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B3047448-B351-F6AE-C95A-FE32F577BF01}"/>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0462DB5D-EB87-78FB-E0AF-1C0991FE0A1B}"/>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12285E7-F927-7092-04F0-970231A6F02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B7C82D8D-5066-1592-E185-16107D664398}"/>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808F7182-63DE-8EAC-2087-EB03D3550FF6}"/>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E193D287-7A2C-4435-D7D6-FD0A99E1C201}"/>
              </a:ext>
            </a:extLst>
          </p:cNvPr>
          <p:cNvGrpSpPr/>
          <p:nvPr/>
        </p:nvGrpSpPr>
        <p:grpSpPr>
          <a:xfrm>
            <a:off x="4224044" y="3963896"/>
            <a:ext cx="1298155" cy="1278424"/>
            <a:chOff x="4224044" y="3963896"/>
            <a:chExt cx="1298155" cy="1278424"/>
          </a:xfrm>
        </p:grpSpPr>
        <p:pic>
          <p:nvPicPr>
            <p:cNvPr id="9" name="Picture 8" descr="Buy GIS Software | ArcGIS Product Pricing - Esri Store">
              <a:extLst>
                <a:ext uri="{FF2B5EF4-FFF2-40B4-BE49-F238E27FC236}">
                  <a16:creationId xmlns:a16="http://schemas.microsoft.com/office/drawing/2014/main" id="{8DA68175-3CE6-5329-0E84-73A93947A2D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988E3680-0C8B-5FA2-80EF-4E66112407A7}"/>
                </a:ext>
              </a:extLst>
            </p:cNvPr>
            <p:cNvSpPr txBox="1"/>
            <p:nvPr/>
          </p:nvSpPr>
          <p:spPr>
            <a:xfrm>
              <a:off x="4270006" y="4965321"/>
              <a:ext cx="1206230" cy="276999"/>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404BAFDD-F7F9-C609-3EA9-9BB590308389}"/>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4F7E892A-1AF4-32F9-E8F1-186202DACB00}"/>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F4BE5D1A-2F91-BD6D-F25B-9D1092B2A70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A2C5E197-7950-D37A-0A17-5553365FEF81}"/>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AEB0CE5D-2CF0-EB08-663C-3115CE2133B8}"/>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AAC45B44-B37F-B4F0-D9C5-7B975D2EB634}"/>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93206ECF-11F2-BD8C-69FC-060A6AA0F6D5}"/>
              </a:ext>
            </a:extLst>
          </p:cNvPr>
          <p:cNvSpPr/>
          <p:nvPr/>
        </p:nvSpPr>
        <p:spPr>
          <a:xfrm rot="5400000">
            <a:off x="4677429" y="3347535"/>
            <a:ext cx="45719" cy="3942214"/>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E9606D63-5F5D-9254-899F-8548AEF4943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01CCA45F-9AC7-EB57-3399-C3A6163FF1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1CABE73D-55A3-A1BB-6544-C7C4220AE85F}"/>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0444A720-0743-A403-29F0-D186B9756847}"/>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28575">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38DCF909-18C6-CCE8-304F-CBCC5920211B}"/>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819A01B-DAF9-47BA-8B3E-D37DCA563D18}"/>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0B49C01-5B12-B60B-9D1F-77900E024B99}"/>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97AD3633-5493-573A-A57D-9E890C792950}"/>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FE4F82EB-1018-C6CF-B177-123EE9B65213}"/>
              </a:ext>
            </a:extLst>
          </p:cNvPr>
          <p:cNvSpPr/>
          <p:nvPr/>
        </p:nvSpPr>
        <p:spPr>
          <a:xfrm>
            <a:off x="1108953" y="2470826"/>
            <a:ext cx="1663430" cy="1225685"/>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Lst>
            <a:ahLst/>
            <a:cxnLst>
              <a:cxn ang="0">
                <a:pos x="csX0" y="csY0"/>
              </a:cxn>
              <a:cxn ang="0">
                <a:pos x="csX1" y="csY1"/>
              </a:cxn>
            </a:cxnLst>
            <a:rect l="l" t="t" r="r" b="b"/>
            <a:pathLst>
              <a:path w="1663430" h="1225685">
                <a:moveTo>
                  <a:pt x="0" y="1225685"/>
                </a:moveTo>
                <a:cubicBezTo>
                  <a:pt x="68094" y="573931"/>
                  <a:pt x="943583" y="116732"/>
                  <a:pt x="1663430"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0C2B12-6EE0-65F3-E58C-7B7B97C13F6B}"/>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549503-DBBF-AB98-796C-BC52F201C067}"/>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63472318-5582-5699-9488-32C095C09682}"/>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067C7581-9B46-C1CD-96C3-42E353920AF4}"/>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7177729B-DC99-0028-97E8-C3EC4196C8C7}"/>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BC99B1FF-3BD7-E65B-8B7F-B4353E5AE68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6E70B15B-5A04-7DDA-153D-CC02A3E0C64D}"/>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28575">
            <a:solidFill>
              <a:schemeClr val="bg1">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50175EB2-9FBE-7FBA-E6FA-88ED70757978}"/>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34ACC4D5-9E72-0DAC-9681-B6ABD71BC02B}"/>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601C28DC-7560-8771-161A-36CD251E943B}"/>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D6889D99-37D1-BFB2-809A-41214F78FAE0}"/>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a:t>
            </a:r>
          </a:p>
        </p:txBody>
      </p:sp>
      <p:sp>
        <p:nvSpPr>
          <p:cNvPr id="44" name="TextBox 43">
            <a:extLst>
              <a:ext uri="{FF2B5EF4-FFF2-40B4-BE49-F238E27FC236}">
                <a16:creationId xmlns:a16="http://schemas.microsoft.com/office/drawing/2014/main" id="{6268258F-81FA-9AA1-054F-0FD315FE1092}"/>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3B1D2915-3037-DF3A-60E7-90C803308208}"/>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8DC68B4-BF1D-0EE6-8C25-0368BE981085}"/>
              </a:ext>
            </a:extLst>
          </p:cNvPr>
          <p:cNvSpPr txBox="1"/>
          <p:nvPr/>
        </p:nvSpPr>
        <p:spPr>
          <a:xfrm>
            <a:off x="975575" y="2613087"/>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043890F3-2FF5-3EE9-BEFE-029EBAE5476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spTree>
    <p:extLst>
      <p:ext uri="{BB962C8B-B14F-4D97-AF65-F5344CB8AC3E}">
        <p14:creationId xmlns:p14="http://schemas.microsoft.com/office/powerpoint/2010/main" val="21108940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C3B4460-775F-4A7D-931A-0E55936CF9F5}"/>
              </a:ext>
            </a:extLst>
          </p:cNvPr>
          <p:cNvSpPr txBox="1"/>
          <p:nvPr/>
        </p:nvSpPr>
        <p:spPr>
          <a:xfrm>
            <a:off x="4777213" y="1858637"/>
            <a:ext cx="5721790" cy="1477328"/>
          </a:xfrm>
          <a:prstGeom prst="rect">
            <a:avLst/>
          </a:prstGeom>
          <a:noFill/>
        </p:spPr>
        <p:txBody>
          <a:bodyPr wrap="square" rtlCol="0">
            <a:spAutoFit/>
          </a:bodyPr>
          <a:lstStyle/>
          <a:p>
            <a:r>
              <a:rPr lang="en-US" dirty="0"/>
              <a:t>Location – Date – Method</a:t>
            </a:r>
          </a:p>
          <a:p>
            <a:endParaRPr lang="en-US" dirty="0"/>
          </a:p>
          <a:p>
            <a:r>
              <a:rPr lang="en-US" dirty="0"/>
              <a:t>Location – Date – Method – </a:t>
            </a:r>
            <a:r>
              <a:rPr lang="en-US" dirty="0" err="1"/>
              <a:t>DonorSite</a:t>
            </a:r>
            <a:endParaRPr lang="en-US" dirty="0"/>
          </a:p>
          <a:p>
            <a:endParaRPr lang="en-US" dirty="0"/>
          </a:p>
          <a:p>
            <a:r>
              <a:rPr lang="en-US" dirty="0"/>
              <a:t>Location – Date – Method – </a:t>
            </a:r>
            <a:r>
              <a:rPr lang="en-US" dirty="0" err="1"/>
              <a:t>DonorSite</a:t>
            </a:r>
            <a:r>
              <a:rPr lang="en-US" dirty="0"/>
              <a:t> – r1</a:t>
            </a:r>
          </a:p>
        </p:txBody>
      </p:sp>
      <p:sp>
        <p:nvSpPr>
          <p:cNvPr id="4" name="TextBox 3">
            <a:extLst>
              <a:ext uri="{FF2B5EF4-FFF2-40B4-BE49-F238E27FC236}">
                <a16:creationId xmlns:a16="http://schemas.microsoft.com/office/drawing/2014/main" id="{F0CB2988-1FD2-C7C9-7E81-9B9612392ED2}"/>
              </a:ext>
            </a:extLst>
          </p:cNvPr>
          <p:cNvSpPr txBox="1"/>
          <p:nvPr/>
        </p:nvSpPr>
        <p:spPr>
          <a:xfrm>
            <a:off x="2055137" y="425513"/>
            <a:ext cx="7278986" cy="461665"/>
          </a:xfrm>
          <a:prstGeom prst="rect">
            <a:avLst/>
          </a:prstGeom>
          <a:noFill/>
        </p:spPr>
        <p:txBody>
          <a:bodyPr wrap="square" rtlCol="0">
            <a:spAutoFit/>
          </a:bodyPr>
          <a:lstStyle/>
          <a:p>
            <a:r>
              <a:rPr lang="en-US" sz="2400" dirty="0"/>
              <a:t>Plantings – unique identifier </a:t>
            </a:r>
            <a:r>
              <a:rPr lang="en-US" sz="2400" dirty="0" err="1"/>
              <a:t>plantingID</a:t>
            </a:r>
            <a:endParaRPr lang="en-US" sz="2400" dirty="0"/>
          </a:p>
        </p:txBody>
      </p:sp>
      <p:sp>
        <p:nvSpPr>
          <p:cNvPr id="5" name="TextBox 4">
            <a:extLst>
              <a:ext uri="{FF2B5EF4-FFF2-40B4-BE49-F238E27FC236}">
                <a16:creationId xmlns:a16="http://schemas.microsoft.com/office/drawing/2014/main" id="{066D9B2E-AE2A-5BE8-C8FD-068AED99B631}"/>
              </a:ext>
            </a:extLst>
          </p:cNvPr>
          <p:cNvSpPr txBox="1"/>
          <p:nvPr/>
        </p:nvSpPr>
        <p:spPr>
          <a:xfrm>
            <a:off x="1122630" y="2182878"/>
            <a:ext cx="2842789" cy="584775"/>
          </a:xfrm>
          <a:prstGeom prst="rect">
            <a:avLst/>
          </a:prstGeom>
          <a:noFill/>
        </p:spPr>
        <p:txBody>
          <a:bodyPr wrap="square" rtlCol="0">
            <a:spAutoFit/>
          </a:bodyPr>
          <a:lstStyle/>
          <a:p>
            <a:r>
              <a:rPr lang="en-US" sz="1600" dirty="0">
                <a:solidFill>
                  <a:srgbClr val="C00000"/>
                </a:solidFill>
              </a:rPr>
              <a:t>Concatenation of planting attributes to make </a:t>
            </a:r>
            <a:r>
              <a:rPr lang="en-US" sz="1600" dirty="0" err="1">
                <a:solidFill>
                  <a:srgbClr val="C00000"/>
                </a:solidFill>
              </a:rPr>
              <a:t>plantingID</a:t>
            </a:r>
            <a:endParaRPr lang="en-US" sz="1600" dirty="0">
              <a:solidFill>
                <a:srgbClr val="C00000"/>
              </a:solidFill>
            </a:endParaRPr>
          </a:p>
        </p:txBody>
      </p:sp>
      <p:pic>
        <p:nvPicPr>
          <p:cNvPr id="15" name="Picture 14">
            <a:extLst>
              <a:ext uri="{FF2B5EF4-FFF2-40B4-BE49-F238E27FC236}">
                <a16:creationId xmlns:a16="http://schemas.microsoft.com/office/drawing/2014/main" id="{B9EDE697-EC23-D763-47E8-663A703A8326}"/>
              </a:ext>
            </a:extLst>
          </p:cNvPr>
          <p:cNvPicPr>
            <a:picLocks noChangeAspect="1"/>
          </p:cNvPicPr>
          <p:nvPr/>
        </p:nvPicPr>
        <p:blipFill>
          <a:blip r:embed="rId2"/>
          <a:stretch>
            <a:fillRect/>
          </a:stretch>
        </p:blipFill>
        <p:spPr>
          <a:xfrm>
            <a:off x="4867262" y="4707864"/>
            <a:ext cx="6920347" cy="1901107"/>
          </a:xfrm>
          <a:prstGeom prst="rect">
            <a:avLst/>
          </a:prstGeom>
        </p:spPr>
      </p:pic>
      <p:sp>
        <p:nvSpPr>
          <p:cNvPr id="16" name="TextBox 15">
            <a:extLst>
              <a:ext uri="{FF2B5EF4-FFF2-40B4-BE49-F238E27FC236}">
                <a16:creationId xmlns:a16="http://schemas.microsoft.com/office/drawing/2014/main" id="{6B45245D-712C-04AD-B439-B491E69C9EDB}"/>
              </a:ext>
            </a:extLst>
          </p:cNvPr>
          <p:cNvSpPr txBox="1"/>
          <p:nvPr/>
        </p:nvSpPr>
        <p:spPr>
          <a:xfrm>
            <a:off x="7155255" y="4430865"/>
            <a:ext cx="3926186" cy="276999"/>
          </a:xfrm>
          <a:prstGeom prst="rect">
            <a:avLst/>
          </a:prstGeom>
          <a:noFill/>
        </p:spPr>
        <p:txBody>
          <a:bodyPr wrap="square" rtlCol="0">
            <a:spAutoFit/>
          </a:bodyPr>
          <a:lstStyle/>
          <a:p>
            <a:r>
              <a:rPr lang="en-US" sz="1200" i="1" dirty="0">
                <a:solidFill>
                  <a:srgbClr val="C00000"/>
                </a:solidFill>
              </a:rPr>
              <a:t>Screenshot of plantings table</a:t>
            </a:r>
          </a:p>
        </p:txBody>
      </p:sp>
      <p:sp>
        <p:nvSpPr>
          <p:cNvPr id="17" name="TextBox 16">
            <a:extLst>
              <a:ext uri="{FF2B5EF4-FFF2-40B4-BE49-F238E27FC236}">
                <a16:creationId xmlns:a16="http://schemas.microsoft.com/office/drawing/2014/main" id="{EF9197D4-A805-A720-88F7-38D30A81F549}"/>
              </a:ext>
            </a:extLst>
          </p:cNvPr>
          <p:cNvSpPr txBox="1"/>
          <p:nvPr/>
        </p:nvSpPr>
        <p:spPr>
          <a:xfrm>
            <a:off x="534153" y="4934138"/>
            <a:ext cx="3748135"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solidFill>
                  <a:srgbClr val="C00000"/>
                </a:solidFill>
              </a:rPr>
              <a:t>Plantings with mixed donor site plants is coded ‘Mix’</a:t>
            </a:r>
          </a:p>
          <a:p>
            <a:pPr marL="285750" indent="-285750">
              <a:buFont typeface="Arial" panose="020B0604020202020204" pitchFamily="34" charset="0"/>
              <a:buChar char="•"/>
            </a:pPr>
            <a:r>
              <a:rPr lang="en-US" sz="1600" dirty="0">
                <a:solidFill>
                  <a:srgbClr val="C00000"/>
                </a:solidFill>
              </a:rPr>
              <a:t>Concatenated pieces separated by double underscore “__”</a:t>
            </a:r>
          </a:p>
        </p:txBody>
      </p:sp>
      <p:cxnSp>
        <p:nvCxnSpPr>
          <p:cNvPr id="19" name="Straight Connector 18">
            <a:extLst>
              <a:ext uri="{FF2B5EF4-FFF2-40B4-BE49-F238E27FC236}">
                <a16:creationId xmlns:a16="http://schemas.microsoft.com/office/drawing/2014/main" id="{F44A555E-E03A-7915-4EDC-859AD0AE0F09}"/>
              </a:ext>
            </a:extLst>
          </p:cNvPr>
          <p:cNvCxnSpPr/>
          <p:nvPr/>
        </p:nvCxnSpPr>
        <p:spPr>
          <a:xfrm flipV="1">
            <a:off x="5088048" y="1792586"/>
            <a:ext cx="1756372" cy="44362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C4E873BA-25A3-68E2-410D-6D2919FFA618}"/>
              </a:ext>
            </a:extLst>
          </p:cNvPr>
          <p:cNvSpPr txBox="1"/>
          <p:nvPr/>
        </p:nvSpPr>
        <p:spPr>
          <a:xfrm>
            <a:off x="9868277" y="2408139"/>
            <a:ext cx="2218099" cy="338554"/>
          </a:xfrm>
          <a:prstGeom prst="rect">
            <a:avLst/>
          </a:prstGeom>
          <a:noFill/>
        </p:spPr>
        <p:txBody>
          <a:bodyPr wrap="square" rtlCol="0">
            <a:spAutoFit/>
          </a:bodyPr>
          <a:lstStyle/>
          <a:p>
            <a:r>
              <a:rPr lang="en-US" sz="1600" dirty="0">
                <a:solidFill>
                  <a:srgbClr val="C00000"/>
                </a:solidFill>
              </a:rPr>
              <a:t>Suffix for replicates</a:t>
            </a:r>
          </a:p>
        </p:txBody>
      </p:sp>
      <p:cxnSp>
        <p:nvCxnSpPr>
          <p:cNvPr id="22" name="Straight Arrow Connector 21">
            <a:extLst>
              <a:ext uri="{FF2B5EF4-FFF2-40B4-BE49-F238E27FC236}">
                <a16:creationId xmlns:a16="http://schemas.microsoft.com/office/drawing/2014/main" id="{EF19D16C-237E-B536-81AC-5CD394D980FB}"/>
              </a:ext>
            </a:extLst>
          </p:cNvPr>
          <p:cNvCxnSpPr/>
          <p:nvPr/>
        </p:nvCxnSpPr>
        <p:spPr>
          <a:xfrm flipH="1">
            <a:off x="8962931" y="2597301"/>
            <a:ext cx="878186" cy="517091"/>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27039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EB0EB2-5612-339D-9A81-7118DD120316}"/>
              </a:ext>
            </a:extLst>
          </p:cNvPr>
          <p:cNvPicPr>
            <a:picLocks noChangeAspect="1"/>
          </p:cNvPicPr>
          <p:nvPr/>
        </p:nvPicPr>
        <p:blipFill>
          <a:blip r:embed="rId2"/>
          <a:stretch>
            <a:fillRect/>
          </a:stretch>
        </p:blipFill>
        <p:spPr>
          <a:xfrm>
            <a:off x="1047451" y="0"/>
            <a:ext cx="10097097" cy="6858000"/>
          </a:xfrm>
          <a:prstGeom prst="rect">
            <a:avLst/>
          </a:prstGeom>
        </p:spPr>
      </p:pic>
      <p:sp>
        <p:nvSpPr>
          <p:cNvPr id="4" name="TextBox 3">
            <a:extLst>
              <a:ext uri="{FF2B5EF4-FFF2-40B4-BE49-F238E27FC236}">
                <a16:creationId xmlns:a16="http://schemas.microsoft.com/office/drawing/2014/main" id="{C76B6FD2-BF8A-F576-88C8-D581036D168C}"/>
              </a:ext>
            </a:extLst>
          </p:cNvPr>
          <p:cNvSpPr txBox="1"/>
          <p:nvPr/>
        </p:nvSpPr>
        <p:spPr>
          <a:xfrm>
            <a:off x="1174526" y="496372"/>
            <a:ext cx="184824" cy="369332"/>
          </a:xfrm>
          <a:prstGeom prst="rect">
            <a:avLst/>
          </a:prstGeom>
          <a:noFill/>
        </p:spPr>
        <p:txBody>
          <a:bodyPr wrap="square" rtlCol="0">
            <a:spAutoFit/>
          </a:bodyPr>
          <a:lstStyle/>
          <a:p>
            <a:pPr algn="ctr"/>
            <a:r>
              <a:rPr lang="en-US" dirty="0"/>
              <a:t>1</a:t>
            </a:r>
          </a:p>
        </p:txBody>
      </p:sp>
      <p:sp>
        <p:nvSpPr>
          <p:cNvPr id="5" name="TextBox 4">
            <a:extLst>
              <a:ext uri="{FF2B5EF4-FFF2-40B4-BE49-F238E27FC236}">
                <a16:creationId xmlns:a16="http://schemas.microsoft.com/office/drawing/2014/main" id="{7AC1CA6E-69D4-8FB4-7C1F-5B7431AB8082}"/>
              </a:ext>
            </a:extLst>
          </p:cNvPr>
          <p:cNvSpPr txBox="1"/>
          <p:nvPr/>
        </p:nvSpPr>
        <p:spPr>
          <a:xfrm>
            <a:off x="5171742" y="496372"/>
            <a:ext cx="184824" cy="369332"/>
          </a:xfrm>
          <a:prstGeom prst="rect">
            <a:avLst/>
          </a:prstGeom>
          <a:noFill/>
        </p:spPr>
        <p:txBody>
          <a:bodyPr wrap="square" rtlCol="0">
            <a:spAutoFit/>
          </a:bodyPr>
          <a:lstStyle/>
          <a:p>
            <a:pPr algn="ctr"/>
            <a:r>
              <a:rPr lang="en-US" dirty="0"/>
              <a:t>4</a:t>
            </a:r>
          </a:p>
        </p:txBody>
      </p:sp>
      <p:sp>
        <p:nvSpPr>
          <p:cNvPr id="6" name="TextBox 5">
            <a:extLst>
              <a:ext uri="{FF2B5EF4-FFF2-40B4-BE49-F238E27FC236}">
                <a16:creationId xmlns:a16="http://schemas.microsoft.com/office/drawing/2014/main" id="{C4C9CCD5-87E8-518C-2C95-870A247B881F}"/>
              </a:ext>
            </a:extLst>
          </p:cNvPr>
          <p:cNvSpPr txBox="1"/>
          <p:nvPr/>
        </p:nvSpPr>
        <p:spPr>
          <a:xfrm>
            <a:off x="6547864" y="496372"/>
            <a:ext cx="184824" cy="369332"/>
          </a:xfrm>
          <a:prstGeom prst="rect">
            <a:avLst/>
          </a:prstGeom>
          <a:noFill/>
        </p:spPr>
        <p:txBody>
          <a:bodyPr wrap="square" rtlCol="0">
            <a:spAutoFit/>
          </a:bodyPr>
          <a:lstStyle/>
          <a:p>
            <a:pPr algn="ctr"/>
            <a:r>
              <a:rPr lang="en-US" dirty="0"/>
              <a:t>5</a:t>
            </a:r>
          </a:p>
        </p:txBody>
      </p:sp>
      <p:sp>
        <p:nvSpPr>
          <p:cNvPr id="7" name="TextBox 6">
            <a:extLst>
              <a:ext uri="{FF2B5EF4-FFF2-40B4-BE49-F238E27FC236}">
                <a16:creationId xmlns:a16="http://schemas.microsoft.com/office/drawing/2014/main" id="{CED4FAD6-04BE-5DA1-3F40-825D4B156268}"/>
              </a:ext>
            </a:extLst>
          </p:cNvPr>
          <p:cNvSpPr txBox="1"/>
          <p:nvPr/>
        </p:nvSpPr>
        <p:spPr>
          <a:xfrm>
            <a:off x="3795620" y="496372"/>
            <a:ext cx="184824" cy="369332"/>
          </a:xfrm>
          <a:prstGeom prst="rect">
            <a:avLst/>
          </a:prstGeom>
          <a:noFill/>
        </p:spPr>
        <p:txBody>
          <a:bodyPr wrap="square" rtlCol="0">
            <a:spAutoFit/>
          </a:bodyPr>
          <a:lstStyle/>
          <a:p>
            <a:pPr algn="ctr"/>
            <a:r>
              <a:rPr lang="en-US" dirty="0"/>
              <a:t>3</a:t>
            </a:r>
          </a:p>
        </p:txBody>
      </p:sp>
      <p:sp>
        <p:nvSpPr>
          <p:cNvPr id="8" name="TextBox 7">
            <a:extLst>
              <a:ext uri="{FF2B5EF4-FFF2-40B4-BE49-F238E27FC236}">
                <a16:creationId xmlns:a16="http://schemas.microsoft.com/office/drawing/2014/main" id="{B94BF8CE-D3B7-CA0B-519C-D1C5FF051D53}"/>
              </a:ext>
            </a:extLst>
          </p:cNvPr>
          <p:cNvSpPr txBox="1"/>
          <p:nvPr/>
        </p:nvSpPr>
        <p:spPr>
          <a:xfrm>
            <a:off x="2485073" y="496372"/>
            <a:ext cx="184824" cy="369332"/>
          </a:xfrm>
          <a:prstGeom prst="rect">
            <a:avLst/>
          </a:prstGeom>
          <a:noFill/>
        </p:spPr>
        <p:txBody>
          <a:bodyPr wrap="square" rtlCol="0">
            <a:spAutoFit/>
          </a:bodyPr>
          <a:lstStyle/>
          <a:p>
            <a:pPr algn="ctr"/>
            <a:r>
              <a:rPr lang="en-US" dirty="0"/>
              <a:t>2</a:t>
            </a:r>
          </a:p>
        </p:txBody>
      </p:sp>
      <p:sp>
        <p:nvSpPr>
          <p:cNvPr id="9" name="TextBox 8">
            <a:extLst>
              <a:ext uri="{FF2B5EF4-FFF2-40B4-BE49-F238E27FC236}">
                <a16:creationId xmlns:a16="http://schemas.microsoft.com/office/drawing/2014/main" id="{70CE1DF2-106A-9D2C-B806-8247E001DF76}"/>
              </a:ext>
            </a:extLst>
          </p:cNvPr>
          <p:cNvSpPr txBox="1"/>
          <p:nvPr/>
        </p:nvSpPr>
        <p:spPr>
          <a:xfrm>
            <a:off x="7831574" y="496372"/>
            <a:ext cx="184824" cy="369332"/>
          </a:xfrm>
          <a:prstGeom prst="rect">
            <a:avLst/>
          </a:prstGeom>
          <a:noFill/>
        </p:spPr>
        <p:txBody>
          <a:bodyPr wrap="square" rtlCol="0">
            <a:spAutoFit/>
          </a:bodyPr>
          <a:lstStyle/>
          <a:p>
            <a:pPr algn="ctr"/>
            <a:r>
              <a:rPr lang="en-US" dirty="0"/>
              <a:t>6</a:t>
            </a:r>
          </a:p>
        </p:txBody>
      </p:sp>
      <p:sp>
        <p:nvSpPr>
          <p:cNvPr id="10" name="TextBox 9">
            <a:extLst>
              <a:ext uri="{FF2B5EF4-FFF2-40B4-BE49-F238E27FC236}">
                <a16:creationId xmlns:a16="http://schemas.microsoft.com/office/drawing/2014/main" id="{06FD703F-EFBF-62D2-4C8E-207F501ADCA5}"/>
              </a:ext>
            </a:extLst>
          </p:cNvPr>
          <p:cNvSpPr txBox="1"/>
          <p:nvPr/>
        </p:nvSpPr>
        <p:spPr>
          <a:xfrm>
            <a:off x="9019539" y="311706"/>
            <a:ext cx="184824" cy="369332"/>
          </a:xfrm>
          <a:prstGeom prst="rect">
            <a:avLst/>
          </a:prstGeom>
          <a:noFill/>
        </p:spPr>
        <p:txBody>
          <a:bodyPr wrap="square" rtlCol="0">
            <a:spAutoFit/>
          </a:bodyPr>
          <a:lstStyle/>
          <a:p>
            <a:pPr algn="ctr"/>
            <a:r>
              <a:rPr lang="en-US" dirty="0"/>
              <a:t>7</a:t>
            </a:r>
          </a:p>
        </p:txBody>
      </p:sp>
      <p:sp>
        <p:nvSpPr>
          <p:cNvPr id="2" name="TextBox 1">
            <a:extLst>
              <a:ext uri="{FF2B5EF4-FFF2-40B4-BE49-F238E27FC236}">
                <a16:creationId xmlns:a16="http://schemas.microsoft.com/office/drawing/2014/main" id="{80CDFAD8-254E-B1F9-BEE4-35A7BD532477}"/>
              </a:ext>
            </a:extLst>
          </p:cNvPr>
          <p:cNvSpPr txBox="1"/>
          <p:nvPr/>
        </p:nvSpPr>
        <p:spPr>
          <a:xfrm>
            <a:off x="6932698" y="1967303"/>
            <a:ext cx="479898" cy="246221"/>
          </a:xfrm>
          <a:prstGeom prst="rect">
            <a:avLst/>
          </a:prstGeom>
          <a:noFill/>
        </p:spPr>
        <p:txBody>
          <a:bodyPr wrap="square" rtlCol="0">
            <a:spAutoFit/>
          </a:bodyPr>
          <a:lstStyle/>
          <a:p>
            <a:r>
              <a:rPr lang="en-US" sz="1000" dirty="0">
                <a:solidFill>
                  <a:srgbClr val="C00000"/>
                </a:solidFill>
              </a:rPr>
              <a:t>160</a:t>
            </a:r>
          </a:p>
        </p:txBody>
      </p:sp>
      <p:sp>
        <p:nvSpPr>
          <p:cNvPr id="3" name="TextBox 2">
            <a:extLst>
              <a:ext uri="{FF2B5EF4-FFF2-40B4-BE49-F238E27FC236}">
                <a16:creationId xmlns:a16="http://schemas.microsoft.com/office/drawing/2014/main" id="{8110A3D7-C4FB-1C83-A200-76837EBCE228}"/>
              </a:ext>
            </a:extLst>
          </p:cNvPr>
          <p:cNvSpPr txBox="1"/>
          <p:nvPr/>
        </p:nvSpPr>
        <p:spPr>
          <a:xfrm>
            <a:off x="5617024" y="3689927"/>
            <a:ext cx="479898" cy="215444"/>
          </a:xfrm>
          <a:prstGeom prst="rect">
            <a:avLst/>
          </a:prstGeom>
          <a:noFill/>
        </p:spPr>
        <p:txBody>
          <a:bodyPr wrap="square" rtlCol="0">
            <a:spAutoFit/>
          </a:bodyPr>
          <a:lstStyle/>
          <a:p>
            <a:r>
              <a:rPr lang="en-US" sz="800" dirty="0">
                <a:solidFill>
                  <a:srgbClr val="C00000"/>
                </a:solidFill>
              </a:rPr>
              <a:t>19</a:t>
            </a:r>
          </a:p>
        </p:txBody>
      </p:sp>
      <p:sp>
        <p:nvSpPr>
          <p:cNvPr id="13" name="TextBox 12">
            <a:extLst>
              <a:ext uri="{FF2B5EF4-FFF2-40B4-BE49-F238E27FC236}">
                <a16:creationId xmlns:a16="http://schemas.microsoft.com/office/drawing/2014/main" id="{B5800FFF-7611-C428-D8AA-524DA9785E78}"/>
              </a:ext>
            </a:extLst>
          </p:cNvPr>
          <p:cNvSpPr txBox="1"/>
          <p:nvPr/>
        </p:nvSpPr>
        <p:spPr>
          <a:xfrm>
            <a:off x="5672498" y="6289080"/>
            <a:ext cx="479898" cy="215444"/>
          </a:xfrm>
          <a:prstGeom prst="rect">
            <a:avLst/>
          </a:prstGeom>
          <a:noFill/>
        </p:spPr>
        <p:txBody>
          <a:bodyPr wrap="square" rtlCol="0">
            <a:spAutoFit/>
          </a:bodyPr>
          <a:lstStyle/>
          <a:p>
            <a:r>
              <a:rPr lang="en-US" sz="800" dirty="0">
                <a:solidFill>
                  <a:srgbClr val="C00000"/>
                </a:solidFill>
              </a:rPr>
              <a:t>4</a:t>
            </a:r>
          </a:p>
        </p:txBody>
      </p:sp>
      <p:sp>
        <p:nvSpPr>
          <p:cNvPr id="14" name="TextBox 13">
            <a:extLst>
              <a:ext uri="{FF2B5EF4-FFF2-40B4-BE49-F238E27FC236}">
                <a16:creationId xmlns:a16="http://schemas.microsoft.com/office/drawing/2014/main" id="{8C33BD06-B30D-B6EF-C110-1688C122209E}"/>
              </a:ext>
            </a:extLst>
          </p:cNvPr>
          <p:cNvSpPr txBox="1"/>
          <p:nvPr/>
        </p:nvSpPr>
        <p:spPr>
          <a:xfrm>
            <a:off x="8298534" y="5200155"/>
            <a:ext cx="479898" cy="215444"/>
          </a:xfrm>
          <a:prstGeom prst="rect">
            <a:avLst/>
          </a:prstGeom>
          <a:noFill/>
        </p:spPr>
        <p:txBody>
          <a:bodyPr wrap="square" rtlCol="0">
            <a:spAutoFit/>
          </a:bodyPr>
          <a:lstStyle/>
          <a:p>
            <a:r>
              <a:rPr lang="en-US" sz="800" dirty="0">
                <a:solidFill>
                  <a:srgbClr val="C00000"/>
                </a:solidFill>
              </a:rPr>
              <a:t>23</a:t>
            </a:r>
          </a:p>
        </p:txBody>
      </p:sp>
      <p:sp>
        <p:nvSpPr>
          <p:cNvPr id="15" name="TextBox 14">
            <a:extLst>
              <a:ext uri="{FF2B5EF4-FFF2-40B4-BE49-F238E27FC236}">
                <a16:creationId xmlns:a16="http://schemas.microsoft.com/office/drawing/2014/main" id="{966E100B-84E3-DAB6-AC32-CE5766CC72A5}"/>
              </a:ext>
            </a:extLst>
          </p:cNvPr>
          <p:cNvSpPr txBox="1"/>
          <p:nvPr/>
        </p:nvSpPr>
        <p:spPr>
          <a:xfrm>
            <a:off x="5617024" y="1587965"/>
            <a:ext cx="1060493" cy="461665"/>
          </a:xfrm>
          <a:prstGeom prst="rect">
            <a:avLst/>
          </a:prstGeom>
          <a:solidFill>
            <a:srgbClr val="CDCDCD"/>
          </a:solidFill>
          <a:ln>
            <a:noFill/>
          </a:ln>
        </p:spPr>
        <p:txBody>
          <a:bodyPr wrap="square" rtlCol="0">
            <a:spAutoFit/>
          </a:bodyPr>
          <a:lstStyle/>
          <a:p>
            <a:r>
              <a:rPr lang="en-US" sz="800" dirty="0"/>
              <a:t>point plantings with</a:t>
            </a:r>
          </a:p>
          <a:p>
            <a:r>
              <a:rPr lang="en-US" sz="800" dirty="0"/>
              <a:t>coordinates</a:t>
            </a:r>
          </a:p>
          <a:p>
            <a:r>
              <a:rPr lang="en-US" sz="800" dirty="0">
                <a:solidFill>
                  <a:srgbClr val="C00000"/>
                </a:solidFill>
              </a:rPr>
              <a:t>149</a:t>
            </a:r>
          </a:p>
        </p:txBody>
      </p:sp>
      <p:sp>
        <p:nvSpPr>
          <p:cNvPr id="17" name="TextBox 16">
            <a:extLst>
              <a:ext uri="{FF2B5EF4-FFF2-40B4-BE49-F238E27FC236}">
                <a16:creationId xmlns:a16="http://schemas.microsoft.com/office/drawing/2014/main" id="{5CC19D89-2E0F-8942-F81C-349299689EC2}"/>
              </a:ext>
            </a:extLst>
          </p:cNvPr>
          <p:cNvSpPr txBox="1"/>
          <p:nvPr/>
        </p:nvSpPr>
        <p:spPr>
          <a:xfrm>
            <a:off x="6987941" y="5984922"/>
            <a:ext cx="479898" cy="215444"/>
          </a:xfrm>
          <a:prstGeom prst="rect">
            <a:avLst/>
          </a:prstGeom>
          <a:noFill/>
        </p:spPr>
        <p:txBody>
          <a:bodyPr wrap="square" rtlCol="0">
            <a:spAutoFit/>
          </a:bodyPr>
          <a:lstStyle/>
          <a:p>
            <a:r>
              <a:rPr lang="en-US" sz="800" dirty="0">
                <a:solidFill>
                  <a:srgbClr val="C00000"/>
                </a:solidFill>
              </a:rPr>
              <a:t>23</a:t>
            </a:r>
          </a:p>
        </p:txBody>
      </p:sp>
      <p:sp>
        <p:nvSpPr>
          <p:cNvPr id="19" name="TextBox 18">
            <a:extLst>
              <a:ext uri="{FF2B5EF4-FFF2-40B4-BE49-F238E27FC236}">
                <a16:creationId xmlns:a16="http://schemas.microsoft.com/office/drawing/2014/main" id="{1214ADD2-1773-4F92-44C7-3A15CE7BB40C}"/>
              </a:ext>
            </a:extLst>
          </p:cNvPr>
          <p:cNvSpPr txBox="1"/>
          <p:nvPr/>
        </p:nvSpPr>
        <p:spPr>
          <a:xfrm>
            <a:off x="6987941" y="1668693"/>
            <a:ext cx="1060493" cy="461665"/>
          </a:xfrm>
          <a:prstGeom prst="rect">
            <a:avLst/>
          </a:prstGeom>
          <a:solidFill>
            <a:srgbClr val="CDCDCD"/>
          </a:solidFill>
          <a:ln>
            <a:noFill/>
          </a:ln>
        </p:spPr>
        <p:txBody>
          <a:bodyPr wrap="square" lIns="0" rtlCol="0">
            <a:spAutoFit/>
          </a:bodyPr>
          <a:lstStyle/>
          <a:p>
            <a:r>
              <a:rPr lang="en-US" sz="800" dirty="0"/>
              <a:t>plantings represented as points</a:t>
            </a:r>
          </a:p>
          <a:p>
            <a:r>
              <a:rPr lang="en-US" sz="800" dirty="0">
                <a:solidFill>
                  <a:srgbClr val="C00000"/>
                </a:solidFill>
              </a:rPr>
              <a:t>159</a:t>
            </a:r>
          </a:p>
        </p:txBody>
      </p:sp>
      <p:sp>
        <p:nvSpPr>
          <p:cNvPr id="21" name="TextBox 20">
            <a:extLst>
              <a:ext uri="{FF2B5EF4-FFF2-40B4-BE49-F238E27FC236}">
                <a16:creationId xmlns:a16="http://schemas.microsoft.com/office/drawing/2014/main" id="{972BC3C7-B01B-E3E2-306F-2D831BC47D3B}"/>
              </a:ext>
            </a:extLst>
          </p:cNvPr>
          <p:cNvSpPr txBox="1"/>
          <p:nvPr/>
        </p:nvSpPr>
        <p:spPr>
          <a:xfrm>
            <a:off x="9635159" y="1985505"/>
            <a:ext cx="1154419" cy="461665"/>
          </a:xfrm>
          <a:prstGeom prst="rect">
            <a:avLst/>
          </a:prstGeom>
          <a:solidFill>
            <a:schemeClr val="bg1"/>
          </a:solidFill>
          <a:ln>
            <a:noFill/>
          </a:ln>
        </p:spPr>
        <p:txBody>
          <a:bodyPr wrap="square" lIns="0" rtlCol="0">
            <a:spAutoFit/>
          </a:bodyPr>
          <a:lstStyle/>
          <a:p>
            <a:r>
              <a:rPr lang="en-US" sz="800" dirty="0"/>
              <a:t>planting locations with</a:t>
            </a:r>
          </a:p>
          <a:p>
            <a:r>
              <a:rPr lang="en-US" sz="800" dirty="0"/>
              <a:t>coordinates</a:t>
            </a:r>
          </a:p>
          <a:p>
            <a:endParaRPr lang="en-US" sz="800" dirty="0">
              <a:solidFill>
                <a:srgbClr val="C00000"/>
              </a:solidFill>
            </a:endParaRPr>
          </a:p>
        </p:txBody>
      </p:sp>
      <p:sp>
        <p:nvSpPr>
          <p:cNvPr id="22" name="TextBox 21">
            <a:extLst>
              <a:ext uri="{FF2B5EF4-FFF2-40B4-BE49-F238E27FC236}">
                <a16:creationId xmlns:a16="http://schemas.microsoft.com/office/drawing/2014/main" id="{1D247A57-E1B6-9B0B-8F6B-E131E0CB4748}"/>
              </a:ext>
            </a:extLst>
          </p:cNvPr>
          <p:cNvSpPr txBox="1"/>
          <p:nvPr/>
        </p:nvSpPr>
        <p:spPr>
          <a:xfrm>
            <a:off x="8347166" y="2203518"/>
            <a:ext cx="1001907" cy="461665"/>
          </a:xfrm>
          <a:prstGeom prst="rect">
            <a:avLst/>
          </a:prstGeom>
          <a:solidFill>
            <a:srgbClr val="CDCDCD"/>
          </a:solid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sp>
        <p:nvSpPr>
          <p:cNvPr id="23" name="TextBox 22">
            <a:extLst>
              <a:ext uri="{FF2B5EF4-FFF2-40B4-BE49-F238E27FC236}">
                <a16:creationId xmlns:a16="http://schemas.microsoft.com/office/drawing/2014/main" id="{F4054005-B522-6C17-0561-68EF1063906B}"/>
              </a:ext>
            </a:extLst>
          </p:cNvPr>
          <p:cNvSpPr txBox="1"/>
          <p:nvPr/>
        </p:nvSpPr>
        <p:spPr>
          <a:xfrm>
            <a:off x="4328272" y="1834186"/>
            <a:ext cx="1060493" cy="338554"/>
          </a:xfrm>
          <a:prstGeom prst="rect">
            <a:avLst/>
          </a:prstGeom>
          <a:solidFill>
            <a:srgbClr val="CDCDCD"/>
          </a:solidFill>
          <a:ln>
            <a:noFill/>
          </a:ln>
        </p:spPr>
        <p:txBody>
          <a:bodyPr wrap="square" lIns="0" rtlCol="0">
            <a:spAutoFit/>
          </a:bodyPr>
          <a:lstStyle/>
          <a:p>
            <a:r>
              <a:rPr lang="en-US" sz="800" dirty="0"/>
              <a:t>point plantings </a:t>
            </a:r>
          </a:p>
          <a:p>
            <a:r>
              <a:rPr lang="en-US" sz="800" dirty="0">
                <a:solidFill>
                  <a:srgbClr val="C00000"/>
                </a:solidFill>
              </a:rPr>
              <a:t>168</a:t>
            </a:r>
          </a:p>
        </p:txBody>
      </p:sp>
      <p:sp>
        <p:nvSpPr>
          <p:cNvPr id="24" name="TextBox 23">
            <a:extLst>
              <a:ext uri="{FF2B5EF4-FFF2-40B4-BE49-F238E27FC236}">
                <a16:creationId xmlns:a16="http://schemas.microsoft.com/office/drawing/2014/main" id="{A07D71C0-6478-95C2-434E-C8C14D578D1D}"/>
              </a:ext>
            </a:extLst>
          </p:cNvPr>
          <p:cNvSpPr txBox="1"/>
          <p:nvPr/>
        </p:nvSpPr>
        <p:spPr>
          <a:xfrm>
            <a:off x="2992543" y="1782637"/>
            <a:ext cx="1060493" cy="338554"/>
          </a:xfrm>
          <a:prstGeom prst="rect">
            <a:avLst/>
          </a:prstGeom>
          <a:solidFill>
            <a:srgbClr val="CDCDCD"/>
          </a:solidFill>
          <a:ln>
            <a:noFill/>
          </a:ln>
        </p:spPr>
        <p:txBody>
          <a:bodyPr wrap="square" lIns="0" rtlCol="0">
            <a:spAutoFit/>
          </a:bodyPr>
          <a:lstStyle/>
          <a:p>
            <a:r>
              <a:rPr lang="en-US" sz="800" dirty="0"/>
              <a:t>point  GPS records</a:t>
            </a:r>
          </a:p>
          <a:p>
            <a:r>
              <a:rPr lang="en-US" sz="800" dirty="0">
                <a:solidFill>
                  <a:srgbClr val="C00000"/>
                </a:solidFill>
              </a:rPr>
              <a:t>168</a:t>
            </a:r>
          </a:p>
        </p:txBody>
      </p:sp>
      <p:sp>
        <p:nvSpPr>
          <p:cNvPr id="25" name="TextBox 24">
            <a:extLst>
              <a:ext uri="{FF2B5EF4-FFF2-40B4-BE49-F238E27FC236}">
                <a16:creationId xmlns:a16="http://schemas.microsoft.com/office/drawing/2014/main" id="{A4C45E72-8F99-B1E5-C180-E49562B77EAF}"/>
              </a:ext>
            </a:extLst>
          </p:cNvPr>
          <p:cNvSpPr txBox="1"/>
          <p:nvPr/>
        </p:nvSpPr>
        <p:spPr>
          <a:xfrm>
            <a:off x="1690149" y="3044377"/>
            <a:ext cx="979748" cy="461665"/>
          </a:xfrm>
          <a:prstGeom prst="rect">
            <a:avLst/>
          </a:prstGeom>
          <a:solidFill>
            <a:srgbClr val="CDCDCD"/>
          </a:solidFill>
          <a:ln>
            <a:noFill/>
          </a:ln>
        </p:spPr>
        <p:txBody>
          <a:bodyPr wrap="square" lIns="0" rIns="0" rtlCol="0">
            <a:spAutoFit/>
          </a:bodyPr>
          <a:lstStyle/>
          <a:p>
            <a:r>
              <a:rPr lang="en-US" sz="800" dirty="0"/>
              <a:t>planting GPS</a:t>
            </a:r>
          </a:p>
          <a:p>
            <a:r>
              <a:rPr lang="en-US" sz="800" dirty="0"/>
              <a:t>records</a:t>
            </a:r>
          </a:p>
          <a:p>
            <a:r>
              <a:rPr lang="en-US" sz="800" dirty="0">
                <a:solidFill>
                  <a:srgbClr val="C00000"/>
                </a:solidFill>
              </a:rPr>
              <a:t>288</a:t>
            </a:r>
          </a:p>
        </p:txBody>
      </p:sp>
      <p:sp>
        <p:nvSpPr>
          <p:cNvPr id="28" name="TextBox 27">
            <a:extLst>
              <a:ext uri="{FF2B5EF4-FFF2-40B4-BE49-F238E27FC236}">
                <a16:creationId xmlns:a16="http://schemas.microsoft.com/office/drawing/2014/main" id="{8C8E5CDA-6BA6-632E-9A67-DF99BBD20B33}"/>
              </a:ext>
            </a:extLst>
          </p:cNvPr>
          <p:cNvSpPr txBox="1"/>
          <p:nvPr/>
        </p:nvSpPr>
        <p:spPr>
          <a:xfrm>
            <a:off x="9698533" y="4707620"/>
            <a:ext cx="346222" cy="215444"/>
          </a:xfrm>
          <a:prstGeom prst="rect">
            <a:avLst/>
          </a:prstGeom>
          <a:solidFill>
            <a:schemeClr val="bg1"/>
          </a:solidFill>
          <a:ln>
            <a:noFill/>
          </a:ln>
        </p:spPr>
        <p:txBody>
          <a:bodyPr wrap="square" lIns="0" rtlCol="0">
            <a:spAutoFit/>
          </a:bodyPr>
          <a:lstStyle/>
          <a:p>
            <a:r>
              <a:rPr lang="en-US" sz="800" dirty="0">
                <a:solidFill>
                  <a:srgbClr val="C00000"/>
                </a:solidFill>
              </a:rPr>
              <a:t>13</a:t>
            </a:r>
          </a:p>
        </p:txBody>
      </p:sp>
      <p:cxnSp>
        <p:nvCxnSpPr>
          <p:cNvPr id="36" name="Straight Connector 35">
            <a:extLst>
              <a:ext uri="{FF2B5EF4-FFF2-40B4-BE49-F238E27FC236}">
                <a16:creationId xmlns:a16="http://schemas.microsoft.com/office/drawing/2014/main" id="{91829517-0263-8CA8-B2F8-9B79CB6292D3}"/>
              </a:ext>
            </a:extLst>
          </p:cNvPr>
          <p:cNvCxnSpPr>
            <a:cxnSpLocks/>
          </p:cNvCxnSpPr>
          <p:nvPr/>
        </p:nvCxnSpPr>
        <p:spPr>
          <a:xfrm>
            <a:off x="5139049" y="401973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168204-2691-E128-CBDC-84383371E212}"/>
              </a:ext>
            </a:extLst>
          </p:cNvPr>
          <p:cNvCxnSpPr>
            <a:cxnSpLocks/>
          </p:cNvCxnSpPr>
          <p:nvPr/>
        </p:nvCxnSpPr>
        <p:spPr>
          <a:xfrm>
            <a:off x="5139049" y="581986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635AEB7B-4596-306B-B630-DD51CB842583}"/>
              </a:ext>
            </a:extLst>
          </p:cNvPr>
          <p:cNvSpPr txBox="1"/>
          <p:nvPr/>
        </p:nvSpPr>
        <p:spPr>
          <a:xfrm>
            <a:off x="2967654" y="4599900"/>
            <a:ext cx="359783" cy="215439"/>
          </a:xfrm>
          <a:prstGeom prst="rect">
            <a:avLst/>
          </a:prstGeom>
          <a:noFill/>
        </p:spPr>
        <p:txBody>
          <a:bodyPr wrap="square" rtlCol="0">
            <a:spAutoFit/>
          </a:bodyPr>
          <a:lstStyle/>
          <a:p>
            <a:r>
              <a:rPr lang="en-US" sz="800" dirty="0">
                <a:solidFill>
                  <a:srgbClr val="C00000"/>
                </a:solidFill>
              </a:rPr>
              <a:t>60</a:t>
            </a:r>
          </a:p>
        </p:txBody>
      </p:sp>
      <p:sp>
        <p:nvSpPr>
          <p:cNvPr id="42" name="TextBox 41">
            <a:extLst>
              <a:ext uri="{FF2B5EF4-FFF2-40B4-BE49-F238E27FC236}">
                <a16:creationId xmlns:a16="http://schemas.microsoft.com/office/drawing/2014/main" id="{542B2A1E-C2EE-EE35-75BC-09835ACC7E8F}"/>
              </a:ext>
            </a:extLst>
          </p:cNvPr>
          <p:cNvSpPr txBox="1"/>
          <p:nvPr/>
        </p:nvSpPr>
        <p:spPr>
          <a:xfrm>
            <a:off x="2967653" y="5909225"/>
            <a:ext cx="359783" cy="215439"/>
          </a:xfrm>
          <a:prstGeom prst="rect">
            <a:avLst/>
          </a:prstGeom>
          <a:noFill/>
        </p:spPr>
        <p:txBody>
          <a:bodyPr wrap="square" rtlCol="0">
            <a:spAutoFit/>
          </a:bodyPr>
          <a:lstStyle/>
          <a:p>
            <a:r>
              <a:rPr lang="en-US" sz="800" dirty="0">
                <a:solidFill>
                  <a:srgbClr val="C00000"/>
                </a:solidFill>
              </a:rPr>
              <a:t>48</a:t>
            </a:r>
          </a:p>
        </p:txBody>
      </p:sp>
      <p:sp>
        <p:nvSpPr>
          <p:cNvPr id="43" name="TextBox 42">
            <a:extLst>
              <a:ext uri="{FF2B5EF4-FFF2-40B4-BE49-F238E27FC236}">
                <a16:creationId xmlns:a16="http://schemas.microsoft.com/office/drawing/2014/main" id="{8B8D7897-74E2-7976-6B81-C25C7B217551}"/>
              </a:ext>
            </a:extLst>
          </p:cNvPr>
          <p:cNvSpPr txBox="1"/>
          <p:nvPr/>
        </p:nvSpPr>
        <p:spPr>
          <a:xfrm>
            <a:off x="2967652" y="6642561"/>
            <a:ext cx="359783" cy="215439"/>
          </a:xfrm>
          <a:prstGeom prst="rect">
            <a:avLst/>
          </a:prstGeom>
          <a:noFill/>
        </p:spPr>
        <p:txBody>
          <a:bodyPr wrap="square" rtlCol="0">
            <a:spAutoFit/>
          </a:bodyPr>
          <a:lstStyle/>
          <a:p>
            <a:r>
              <a:rPr lang="en-US" sz="800" dirty="0">
                <a:solidFill>
                  <a:srgbClr val="C00000"/>
                </a:solidFill>
              </a:rPr>
              <a:t>12</a:t>
            </a:r>
          </a:p>
        </p:txBody>
      </p:sp>
      <p:sp>
        <p:nvSpPr>
          <p:cNvPr id="44" name="TextBox 43">
            <a:extLst>
              <a:ext uri="{FF2B5EF4-FFF2-40B4-BE49-F238E27FC236}">
                <a16:creationId xmlns:a16="http://schemas.microsoft.com/office/drawing/2014/main" id="{A36FB7A9-1195-2834-C4BE-1D26DCA4D34E}"/>
              </a:ext>
            </a:extLst>
          </p:cNvPr>
          <p:cNvSpPr txBox="1"/>
          <p:nvPr/>
        </p:nvSpPr>
        <p:spPr>
          <a:xfrm>
            <a:off x="5617024" y="4298460"/>
            <a:ext cx="359783" cy="215439"/>
          </a:xfrm>
          <a:prstGeom prst="rect">
            <a:avLst/>
          </a:prstGeom>
          <a:noFill/>
        </p:spPr>
        <p:txBody>
          <a:bodyPr wrap="square" rtlCol="0">
            <a:spAutoFit/>
          </a:bodyPr>
          <a:lstStyle/>
          <a:p>
            <a:r>
              <a:rPr lang="en-US" sz="800" dirty="0">
                <a:solidFill>
                  <a:srgbClr val="C00000"/>
                </a:solidFill>
              </a:rPr>
              <a:t>10</a:t>
            </a:r>
          </a:p>
        </p:txBody>
      </p:sp>
      <p:sp>
        <p:nvSpPr>
          <p:cNvPr id="45" name="TextBox 44">
            <a:extLst>
              <a:ext uri="{FF2B5EF4-FFF2-40B4-BE49-F238E27FC236}">
                <a16:creationId xmlns:a16="http://schemas.microsoft.com/office/drawing/2014/main" id="{0B6D04A2-402E-7BE8-5F72-B3D43A40B8FF}"/>
              </a:ext>
            </a:extLst>
          </p:cNvPr>
          <p:cNvSpPr txBox="1"/>
          <p:nvPr/>
        </p:nvSpPr>
        <p:spPr>
          <a:xfrm>
            <a:off x="5645339" y="4760487"/>
            <a:ext cx="359783" cy="215439"/>
          </a:xfrm>
          <a:prstGeom prst="rect">
            <a:avLst/>
          </a:prstGeom>
          <a:noFill/>
        </p:spPr>
        <p:txBody>
          <a:bodyPr wrap="square" rtlCol="0">
            <a:spAutoFit/>
          </a:bodyPr>
          <a:lstStyle/>
          <a:p>
            <a:r>
              <a:rPr lang="en-US" sz="800" dirty="0">
                <a:solidFill>
                  <a:srgbClr val="C00000"/>
                </a:solidFill>
              </a:rPr>
              <a:t>25</a:t>
            </a:r>
          </a:p>
        </p:txBody>
      </p:sp>
      <p:sp>
        <p:nvSpPr>
          <p:cNvPr id="46" name="TextBox 45">
            <a:extLst>
              <a:ext uri="{FF2B5EF4-FFF2-40B4-BE49-F238E27FC236}">
                <a16:creationId xmlns:a16="http://schemas.microsoft.com/office/drawing/2014/main" id="{5FE5306A-403D-AACD-D6A4-D2DB577A546C}"/>
              </a:ext>
            </a:extLst>
          </p:cNvPr>
          <p:cNvSpPr txBox="1"/>
          <p:nvPr/>
        </p:nvSpPr>
        <p:spPr>
          <a:xfrm>
            <a:off x="5181744" y="5162379"/>
            <a:ext cx="359783" cy="215439"/>
          </a:xfrm>
          <a:prstGeom prst="rect">
            <a:avLst/>
          </a:prstGeom>
          <a:noFill/>
        </p:spPr>
        <p:txBody>
          <a:bodyPr wrap="square" rtlCol="0">
            <a:spAutoFit/>
          </a:bodyPr>
          <a:lstStyle/>
          <a:p>
            <a:r>
              <a:rPr lang="en-US" sz="800" dirty="0">
                <a:solidFill>
                  <a:srgbClr val="C00000"/>
                </a:solidFill>
              </a:rPr>
              <a:t>2</a:t>
            </a:r>
          </a:p>
        </p:txBody>
      </p:sp>
      <p:sp>
        <p:nvSpPr>
          <p:cNvPr id="47" name="TextBox 46">
            <a:extLst>
              <a:ext uri="{FF2B5EF4-FFF2-40B4-BE49-F238E27FC236}">
                <a16:creationId xmlns:a16="http://schemas.microsoft.com/office/drawing/2014/main" id="{F6F3DAE4-E7A7-CF2A-A571-FA981DBDCE25}"/>
              </a:ext>
            </a:extLst>
          </p:cNvPr>
          <p:cNvSpPr txBox="1"/>
          <p:nvPr/>
        </p:nvSpPr>
        <p:spPr>
          <a:xfrm>
            <a:off x="9560421" y="2326630"/>
            <a:ext cx="359783" cy="215439"/>
          </a:xfrm>
          <a:prstGeom prst="rect">
            <a:avLst/>
          </a:prstGeom>
          <a:noFill/>
        </p:spPr>
        <p:txBody>
          <a:bodyPr wrap="square" rtlCol="0">
            <a:spAutoFit/>
          </a:bodyPr>
          <a:lstStyle/>
          <a:p>
            <a:r>
              <a:rPr lang="en-US" sz="800" dirty="0">
                <a:solidFill>
                  <a:srgbClr val="C00000"/>
                </a:solidFill>
              </a:rPr>
              <a:t>160</a:t>
            </a:r>
          </a:p>
        </p:txBody>
      </p:sp>
      <p:sp>
        <p:nvSpPr>
          <p:cNvPr id="48" name="TextBox 47">
            <a:extLst>
              <a:ext uri="{FF2B5EF4-FFF2-40B4-BE49-F238E27FC236}">
                <a16:creationId xmlns:a16="http://schemas.microsoft.com/office/drawing/2014/main" id="{CDBA4DC4-A9E3-B7AA-102B-7DC9052D0BA5}"/>
              </a:ext>
            </a:extLst>
          </p:cNvPr>
          <p:cNvSpPr txBox="1"/>
          <p:nvPr/>
        </p:nvSpPr>
        <p:spPr>
          <a:xfrm>
            <a:off x="5181744" y="5290178"/>
            <a:ext cx="359783" cy="215439"/>
          </a:xfrm>
          <a:prstGeom prst="rect">
            <a:avLst/>
          </a:prstGeom>
          <a:noFill/>
        </p:spPr>
        <p:txBody>
          <a:bodyPr wrap="square" rtlCol="0">
            <a:spAutoFit/>
          </a:bodyPr>
          <a:lstStyle/>
          <a:p>
            <a:r>
              <a:rPr lang="en-US" sz="800" dirty="0">
                <a:solidFill>
                  <a:srgbClr val="C00000"/>
                </a:solidFill>
              </a:rPr>
              <a:t>1</a:t>
            </a:r>
          </a:p>
        </p:txBody>
      </p:sp>
      <p:sp>
        <p:nvSpPr>
          <p:cNvPr id="49" name="TextBox 48">
            <a:extLst>
              <a:ext uri="{FF2B5EF4-FFF2-40B4-BE49-F238E27FC236}">
                <a16:creationId xmlns:a16="http://schemas.microsoft.com/office/drawing/2014/main" id="{2E119186-B23E-732A-259A-240C0522E2B8}"/>
              </a:ext>
            </a:extLst>
          </p:cNvPr>
          <p:cNvSpPr txBox="1"/>
          <p:nvPr/>
        </p:nvSpPr>
        <p:spPr>
          <a:xfrm>
            <a:off x="5181744" y="5470522"/>
            <a:ext cx="359783" cy="215439"/>
          </a:xfrm>
          <a:prstGeom prst="rect">
            <a:avLst/>
          </a:prstGeom>
          <a:noFill/>
        </p:spPr>
        <p:txBody>
          <a:bodyPr wrap="square" rtlCol="0">
            <a:spAutoFit/>
          </a:bodyPr>
          <a:lstStyle/>
          <a:p>
            <a:r>
              <a:rPr lang="en-US" sz="800" dirty="0">
                <a:solidFill>
                  <a:srgbClr val="C00000"/>
                </a:solidFill>
              </a:rPr>
              <a:t>9</a:t>
            </a:r>
          </a:p>
        </p:txBody>
      </p:sp>
      <p:sp>
        <p:nvSpPr>
          <p:cNvPr id="50" name="TextBox 49">
            <a:extLst>
              <a:ext uri="{FF2B5EF4-FFF2-40B4-BE49-F238E27FC236}">
                <a16:creationId xmlns:a16="http://schemas.microsoft.com/office/drawing/2014/main" id="{739A4842-212E-5FEB-0F57-F74F16D77259}"/>
              </a:ext>
            </a:extLst>
          </p:cNvPr>
          <p:cNvSpPr txBox="1"/>
          <p:nvPr/>
        </p:nvSpPr>
        <p:spPr>
          <a:xfrm>
            <a:off x="5682510" y="6073833"/>
            <a:ext cx="359783" cy="215439"/>
          </a:xfrm>
          <a:prstGeom prst="rect">
            <a:avLst/>
          </a:prstGeom>
          <a:noFill/>
        </p:spPr>
        <p:txBody>
          <a:bodyPr wrap="square" rtlCol="0">
            <a:spAutoFit/>
          </a:bodyPr>
          <a:lstStyle/>
          <a:p>
            <a:r>
              <a:rPr lang="en-US" sz="800" dirty="0">
                <a:solidFill>
                  <a:srgbClr val="C00000"/>
                </a:solidFill>
              </a:rPr>
              <a:t>8</a:t>
            </a:r>
          </a:p>
        </p:txBody>
      </p:sp>
      <p:sp>
        <p:nvSpPr>
          <p:cNvPr id="51" name="TextBox 50">
            <a:extLst>
              <a:ext uri="{FF2B5EF4-FFF2-40B4-BE49-F238E27FC236}">
                <a16:creationId xmlns:a16="http://schemas.microsoft.com/office/drawing/2014/main" id="{5B86EBF4-5AE5-2037-E20A-6EE11F8A1726}"/>
              </a:ext>
            </a:extLst>
          </p:cNvPr>
          <p:cNvSpPr txBox="1"/>
          <p:nvPr/>
        </p:nvSpPr>
        <p:spPr>
          <a:xfrm>
            <a:off x="6970043" y="4171020"/>
            <a:ext cx="359783" cy="215439"/>
          </a:xfrm>
          <a:prstGeom prst="rect">
            <a:avLst/>
          </a:prstGeom>
          <a:noFill/>
        </p:spPr>
        <p:txBody>
          <a:bodyPr wrap="square" rtlCol="0">
            <a:spAutoFit/>
          </a:bodyPr>
          <a:lstStyle/>
          <a:p>
            <a:r>
              <a:rPr lang="en-US" sz="800" dirty="0">
                <a:solidFill>
                  <a:srgbClr val="C00000"/>
                </a:solidFill>
              </a:rPr>
              <a:t>27</a:t>
            </a:r>
          </a:p>
        </p:txBody>
      </p:sp>
      <p:sp>
        <p:nvSpPr>
          <p:cNvPr id="52" name="TextBox 51">
            <a:extLst>
              <a:ext uri="{FF2B5EF4-FFF2-40B4-BE49-F238E27FC236}">
                <a16:creationId xmlns:a16="http://schemas.microsoft.com/office/drawing/2014/main" id="{EB617B18-6495-130D-F389-AF5922343FAF}"/>
              </a:ext>
            </a:extLst>
          </p:cNvPr>
          <p:cNvSpPr txBox="1"/>
          <p:nvPr/>
        </p:nvSpPr>
        <p:spPr>
          <a:xfrm>
            <a:off x="6932698" y="4760486"/>
            <a:ext cx="359783" cy="215439"/>
          </a:xfrm>
          <a:prstGeom prst="rect">
            <a:avLst/>
          </a:prstGeom>
          <a:noFill/>
        </p:spPr>
        <p:txBody>
          <a:bodyPr wrap="square" rtlCol="0">
            <a:spAutoFit/>
          </a:bodyPr>
          <a:lstStyle/>
          <a:p>
            <a:r>
              <a:rPr lang="en-US" sz="800" dirty="0">
                <a:solidFill>
                  <a:srgbClr val="C00000"/>
                </a:solidFill>
              </a:rPr>
              <a:t>10</a:t>
            </a:r>
          </a:p>
        </p:txBody>
      </p:sp>
      <p:sp>
        <p:nvSpPr>
          <p:cNvPr id="53" name="TextBox 52">
            <a:extLst>
              <a:ext uri="{FF2B5EF4-FFF2-40B4-BE49-F238E27FC236}">
                <a16:creationId xmlns:a16="http://schemas.microsoft.com/office/drawing/2014/main" id="{8A69C396-DF57-28AE-7A96-5D34B7987002}"/>
              </a:ext>
            </a:extLst>
          </p:cNvPr>
          <p:cNvSpPr txBox="1"/>
          <p:nvPr/>
        </p:nvSpPr>
        <p:spPr>
          <a:xfrm>
            <a:off x="6987941" y="5106955"/>
            <a:ext cx="359783" cy="215439"/>
          </a:xfrm>
          <a:prstGeom prst="rect">
            <a:avLst/>
          </a:prstGeom>
          <a:noFill/>
        </p:spPr>
        <p:txBody>
          <a:bodyPr wrap="square" rtlCol="0">
            <a:spAutoFit/>
          </a:bodyPr>
          <a:lstStyle/>
          <a:p>
            <a:r>
              <a:rPr lang="en-US" sz="800" dirty="0">
                <a:solidFill>
                  <a:srgbClr val="C00000"/>
                </a:solidFill>
              </a:rPr>
              <a:t>8</a:t>
            </a:r>
          </a:p>
        </p:txBody>
      </p:sp>
    </p:spTree>
    <p:extLst>
      <p:ext uri="{BB962C8B-B14F-4D97-AF65-F5344CB8AC3E}">
        <p14:creationId xmlns:p14="http://schemas.microsoft.com/office/powerpoint/2010/main" val="10801913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2990360-42E8-E08E-F443-27C99ACE42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8606" y="0"/>
            <a:ext cx="11794787" cy="6858000"/>
          </a:xfrm>
          <a:prstGeom prst="rect">
            <a:avLst/>
          </a:prstGeom>
        </p:spPr>
      </p:pic>
    </p:spTree>
    <p:extLst>
      <p:ext uri="{BB962C8B-B14F-4D97-AF65-F5344CB8AC3E}">
        <p14:creationId xmlns:p14="http://schemas.microsoft.com/office/powerpoint/2010/main" val="28674698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61260A-4643-3DBE-23EE-CC619DF3E45E}"/>
              </a:ext>
            </a:extLst>
          </p:cNvPr>
          <p:cNvSpPr/>
          <p:nvPr/>
        </p:nvSpPr>
        <p:spPr>
          <a:xfrm>
            <a:off x="933128" y="1753403"/>
            <a:ext cx="190831" cy="1828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68EAF3-6E44-3B77-3035-DF336B6461A4}"/>
              </a:ext>
            </a:extLst>
          </p:cNvPr>
          <p:cNvSpPr/>
          <p:nvPr/>
        </p:nvSpPr>
        <p:spPr>
          <a:xfrm>
            <a:off x="2695332" y="1801380"/>
            <a:ext cx="190831" cy="1490472"/>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51C0C62-C104-C006-9AAE-F5E514B5C605}"/>
              </a:ext>
            </a:extLst>
          </p:cNvPr>
          <p:cNvSpPr txBox="1"/>
          <p:nvPr/>
        </p:nvSpPr>
        <p:spPr>
          <a:xfrm>
            <a:off x="1193699" y="2172502"/>
            <a:ext cx="1154419" cy="492443"/>
          </a:xfrm>
          <a:prstGeom prst="rect">
            <a:avLst/>
          </a:prstGeom>
          <a:noFill/>
          <a:ln>
            <a:noFill/>
          </a:ln>
        </p:spPr>
        <p:txBody>
          <a:bodyPr wrap="square" lIns="0" rtlCol="0">
            <a:spAutoFit/>
          </a:bodyPr>
          <a:lstStyle/>
          <a:p>
            <a:r>
              <a:rPr lang="en-US" sz="800" dirty="0"/>
              <a:t>planting locations with</a:t>
            </a:r>
          </a:p>
          <a:p>
            <a:r>
              <a:rPr lang="en-US" sz="800" dirty="0"/>
              <a:t>coordinates</a:t>
            </a:r>
          </a:p>
          <a:p>
            <a:r>
              <a:rPr lang="en-US" sz="1000" dirty="0">
                <a:solidFill>
                  <a:srgbClr val="C00000"/>
                </a:solidFill>
              </a:rPr>
              <a:t>160</a:t>
            </a:r>
          </a:p>
        </p:txBody>
      </p:sp>
      <p:sp>
        <p:nvSpPr>
          <p:cNvPr id="5" name="TextBox 4">
            <a:extLst>
              <a:ext uri="{FF2B5EF4-FFF2-40B4-BE49-F238E27FC236}">
                <a16:creationId xmlns:a16="http://schemas.microsoft.com/office/drawing/2014/main" id="{2F96AC05-9E3E-DB42-D41F-EFBB08092BB5}"/>
              </a:ext>
            </a:extLst>
          </p:cNvPr>
          <p:cNvSpPr txBox="1"/>
          <p:nvPr/>
        </p:nvSpPr>
        <p:spPr>
          <a:xfrm>
            <a:off x="2968165" y="1801380"/>
            <a:ext cx="1154419" cy="492443"/>
          </a:xfrm>
          <a:prstGeom prst="rect">
            <a:avLst/>
          </a:prstGeom>
          <a:noFill/>
          <a:ln>
            <a:noFill/>
          </a:ln>
        </p:spPr>
        <p:txBody>
          <a:bodyPr wrap="square" lIns="0" rtlCol="0">
            <a:spAutoFit/>
          </a:bodyPr>
          <a:lstStyle/>
          <a:p>
            <a:r>
              <a:rPr lang="en-US" sz="800" dirty="0"/>
              <a:t>planting locations </a:t>
            </a:r>
          </a:p>
          <a:p>
            <a:r>
              <a:rPr lang="en-US" sz="800" dirty="0"/>
              <a:t>one elevation </a:t>
            </a:r>
          </a:p>
          <a:p>
            <a:r>
              <a:rPr lang="en-US" sz="1000" dirty="0">
                <a:solidFill>
                  <a:srgbClr val="C00000"/>
                </a:solidFill>
              </a:rPr>
              <a:t>130</a:t>
            </a:r>
          </a:p>
        </p:txBody>
      </p:sp>
      <p:sp>
        <p:nvSpPr>
          <p:cNvPr id="6" name="Rectangle 5">
            <a:extLst>
              <a:ext uri="{FF2B5EF4-FFF2-40B4-BE49-F238E27FC236}">
                <a16:creationId xmlns:a16="http://schemas.microsoft.com/office/drawing/2014/main" id="{3B246F87-B561-21D8-77EE-F54510DDEE03}"/>
              </a:ext>
            </a:extLst>
          </p:cNvPr>
          <p:cNvSpPr/>
          <p:nvPr/>
        </p:nvSpPr>
        <p:spPr>
          <a:xfrm>
            <a:off x="2695332" y="3473825"/>
            <a:ext cx="192024" cy="12801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45376D-A261-7C81-C33D-CA48C8766101}"/>
              </a:ext>
            </a:extLst>
          </p:cNvPr>
          <p:cNvSpPr txBox="1"/>
          <p:nvPr/>
        </p:nvSpPr>
        <p:spPr>
          <a:xfrm>
            <a:off x="2968163" y="3321638"/>
            <a:ext cx="1154419" cy="492443"/>
          </a:xfrm>
          <a:prstGeom prst="rect">
            <a:avLst/>
          </a:prstGeom>
          <a:noFill/>
          <a:ln>
            <a:noFill/>
          </a:ln>
        </p:spPr>
        <p:txBody>
          <a:bodyPr wrap="square" lIns="0" rtlCol="0">
            <a:spAutoFit/>
          </a:bodyPr>
          <a:lstStyle/>
          <a:p>
            <a:r>
              <a:rPr lang="en-US" sz="800" dirty="0"/>
              <a:t>planting locations </a:t>
            </a:r>
          </a:p>
          <a:p>
            <a:r>
              <a:rPr lang="en-US" sz="800" dirty="0"/>
              <a:t>multiple elevations </a:t>
            </a:r>
          </a:p>
          <a:p>
            <a:r>
              <a:rPr lang="en-US" sz="1000" dirty="0">
                <a:solidFill>
                  <a:srgbClr val="C00000"/>
                </a:solidFill>
              </a:rPr>
              <a:t>11</a:t>
            </a:r>
          </a:p>
        </p:txBody>
      </p:sp>
      <p:sp>
        <p:nvSpPr>
          <p:cNvPr id="9" name="Rectangle 8">
            <a:extLst>
              <a:ext uri="{FF2B5EF4-FFF2-40B4-BE49-F238E27FC236}">
                <a16:creationId xmlns:a16="http://schemas.microsoft.com/office/drawing/2014/main" id="{E0CE7953-330E-2114-FD94-19078918818B}"/>
              </a:ext>
            </a:extLst>
          </p:cNvPr>
          <p:cNvSpPr/>
          <p:nvPr/>
        </p:nvSpPr>
        <p:spPr>
          <a:xfrm>
            <a:off x="2695332" y="3831791"/>
            <a:ext cx="192024" cy="21945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E6CB3BA-453C-3F80-80F9-5D6418ACA9DC}"/>
              </a:ext>
            </a:extLst>
          </p:cNvPr>
          <p:cNvSpPr txBox="1"/>
          <p:nvPr/>
        </p:nvSpPr>
        <p:spPr>
          <a:xfrm>
            <a:off x="2968164" y="3783243"/>
            <a:ext cx="1154419" cy="492443"/>
          </a:xfrm>
          <a:prstGeom prst="rect">
            <a:avLst/>
          </a:prstGeom>
          <a:noFill/>
          <a:ln>
            <a:noFill/>
          </a:ln>
        </p:spPr>
        <p:txBody>
          <a:bodyPr wrap="square" lIns="0" rtlCol="0">
            <a:spAutoFit/>
          </a:bodyPr>
          <a:lstStyle/>
          <a:p>
            <a:r>
              <a:rPr lang="en-US" sz="800" dirty="0"/>
              <a:t>planting locations </a:t>
            </a:r>
          </a:p>
          <a:p>
            <a:r>
              <a:rPr lang="en-US" sz="800" dirty="0"/>
              <a:t>elevation is NA</a:t>
            </a:r>
          </a:p>
          <a:p>
            <a:r>
              <a:rPr lang="en-US" sz="1000" dirty="0">
                <a:solidFill>
                  <a:srgbClr val="C00000"/>
                </a:solidFill>
              </a:rPr>
              <a:t>19</a:t>
            </a:r>
          </a:p>
        </p:txBody>
      </p:sp>
      <p:sp>
        <p:nvSpPr>
          <p:cNvPr id="11" name="Right Arrow 10">
            <a:extLst>
              <a:ext uri="{FF2B5EF4-FFF2-40B4-BE49-F238E27FC236}">
                <a16:creationId xmlns:a16="http://schemas.microsoft.com/office/drawing/2014/main" id="{FFB3E4DB-727B-FA67-797F-58E77A9817FF}"/>
              </a:ext>
            </a:extLst>
          </p:cNvPr>
          <p:cNvSpPr/>
          <p:nvPr/>
        </p:nvSpPr>
        <p:spPr>
          <a:xfrm>
            <a:off x="1770908" y="2664945"/>
            <a:ext cx="577210" cy="512465"/>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3C45B0B-353C-0F8F-7856-80F852E7F70F}"/>
              </a:ext>
            </a:extLst>
          </p:cNvPr>
          <p:cNvSpPr txBox="1"/>
          <p:nvPr/>
        </p:nvSpPr>
        <p:spPr>
          <a:xfrm>
            <a:off x="1425154" y="1058460"/>
            <a:ext cx="1587731" cy="369332"/>
          </a:xfrm>
          <a:prstGeom prst="rect">
            <a:avLst/>
          </a:prstGeom>
          <a:noFill/>
        </p:spPr>
        <p:txBody>
          <a:bodyPr wrap="square" rtlCol="0">
            <a:spAutoFit/>
          </a:bodyPr>
          <a:lstStyle/>
          <a:p>
            <a:pPr algn="ctr"/>
            <a:r>
              <a:rPr lang="en-US" dirty="0"/>
              <a:t>Elevation</a:t>
            </a:r>
          </a:p>
        </p:txBody>
      </p:sp>
      <p:grpSp>
        <p:nvGrpSpPr>
          <p:cNvPr id="8" name="Group 7">
            <a:extLst>
              <a:ext uri="{FF2B5EF4-FFF2-40B4-BE49-F238E27FC236}">
                <a16:creationId xmlns:a16="http://schemas.microsoft.com/office/drawing/2014/main" id="{27ADEC77-C9FA-2563-95A9-5101FF414903}"/>
              </a:ext>
            </a:extLst>
          </p:cNvPr>
          <p:cNvGrpSpPr/>
          <p:nvPr/>
        </p:nvGrpSpPr>
        <p:grpSpPr>
          <a:xfrm>
            <a:off x="8285865" y="920423"/>
            <a:ext cx="1236421" cy="4351734"/>
            <a:chOff x="6276981" y="697493"/>
            <a:chExt cx="1236421" cy="4351734"/>
          </a:xfrm>
        </p:grpSpPr>
        <p:sp>
          <p:nvSpPr>
            <p:cNvPr id="13" name="Rectangle 12">
              <a:extLst>
                <a:ext uri="{FF2B5EF4-FFF2-40B4-BE49-F238E27FC236}">
                  <a16:creationId xmlns:a16="http://schemas.microsoft.com/office/drawing/2014/main" id="{289B1E57-7C10-F521-9D40-B2BF673C4611}"/>
                </a:ext>
              </a:extLst>
            </p:cNvPr>
            <p:cNvSpPr/>
            <p:nvPr/>
          </p:nvSpPr>
          <p:spPr>
            <a:xfrm>
              <a:off x="6276981" y="697493"/>
              <a:ext cx="197791" cy="43517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DC45BF-A7E6-18BE-7CD1-3C21362976BF}"/>
                </a:ext>
              </a:extLst>
            </p:cNvPr>
            <p:cNvSpPr txBox="1"/>
            <p:nvPr/>
          </p:nvSpPr>
          <p:spPr>
            <a:xfrm>
              <a:off x="6511495" y="2062990"/>
              <a:ext cx="1001907" cy="461665"/>
            </a:xfrm>
            <a:prstGeom prst="rect">
              <a:avLst/>
            </a:prstGeom>
            <a:no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grpSp>
      <p:grpSp>
        <p:nvGrpSpPr>
          <p:cNvPr id="28" name="Group 27">
            <a:extLst>
              <a:ext uri="{FF2B5EF4-FFF2-40B4-BE49-F238E27FC236}">
                <a16:creationId xmlns:a16="http://schemas.microsoft.com/office/drawing/2014/main" id="{50E2C8C4-3315-B2A2-E838-4167F67AA090}"/>
              </a:ext>
            </a:extLst>
          </p:cNvPr>
          <p:cNvGrpSpPr/>
          <p:nvPr/>
        </p:nvGrpSpPr>
        <p:grpSpPr>
          <a:xfrm>
            <a:off x="9186071" y="1257610"/>
            <a:ext cx="1105593" cy="5051266"/>
            <a:chOff x="7730797" y="1326106"/>
            <a:chExt cx="1105593" cy="5051266"/>
          </a:xfrm>
        </p:grpSpPr>
        <p:sp>
          <p:nvSpPr>
            <p:cNvPr id="15" name="TextBox 14">
              <a:extLst>
                <a:ext uri="{FF2B5EF4-FFF2-40B4-BE49-F238E27FC236}">
                  <a16:creationId xmlns:a16="http://schemas.microsoft.com/office/drawing/2014/main" id="{586BB7C5-A8DD-2C03-C718-AF104043BBC9}"/>
                </a:ext>
              </a:extLst>
            </p:cNvPr>
            <p:cNvSpPr txBox="1"/>
            <p:nvPr/>
          </p:nvSpPr>
          <p:spPr>
            <a:xfrm>
              <a:off x="7730797" y="5361709"/>
              <a:ext cx="1105593" cy="1015663"/>
            </a:xfrm>
            <a:prstGeom prst="rect">
              <a:avLst/>
            </a:prstGeom>
            <a:noFill/>
          </p:spPr>
          <p:txBody>
            <a:bodyPr wrap="square" rtlCol="0">
              <a:spAutoFit/>
            </a:bodyPr>
            <a:lstStyle/>
            <a:p>
              <a:r>
                <a:rPr lang="en-US" sz="1200" dirty="0"/>
                <a:t>planting relationships </a:t>
              </a:r>
              <a:r>
                <a:rPr lang="en-US" sz="1200" b="1" i="1" dirty="0"/>
                <a:t>within</a:t>
              </a:r>
              <a:r>
                <a:rPr lang="en-US" sz="1200" dirty="0"/>
                <a:t> a planting occasion</a:t>
              </a:r>
            </a:p>
          </p:txBody>
        </p:sp>
        <p:grpSp>
          <p:nvGrpSpPr>
            <p:cNvPr id="23" name="Group 22">
              <a:extLst>
                <a:ext uri="{FF2B5EF4-FFF2-40B4-BE49-F238E27FC236}">
                  <a16:creationId xmlns:a16="http://schemas.microsoft.com/office/drawing/2014/main" id="{6E18580E-0AF4-60AF-43F5-37EED632B0AB}"/>
                </a:ext>
              </a:extLst>
            </p:cNvPr>
            <p:cNvGrpSpPr/>
            <p:nvPr/>
          </p:nvGrpSpPr>
          <p:grpSpPr>
            <a:xfrm>
              <a:off x="7940290" y="1326106"/>
              <a:ext cx="857274" cy="3492592"/>
              <a:chOff x="7940290" y="1326106"/>
              <a:chExt cx="857274" cy="3492592"/>
            </a:xfrm>
          </p:grpSpPr>
          <p:sp>
            <p:nvSpPr>
              <p:cNvPr id="17" name="Rectangle 16">
                <a:extLst>
                  <a:ext uri="{FF2B5EF4-FFF2-40B4-BE49-F238E27FC236}">
                    <a16:creationId xmlns:a16="http://schemas.microsoft.com/office/drawing/2014/main" id="{B9EF3BA6-EC3F-3095-5DB7-38D074830AB6}"/>
                  </a:ext>
                </a:extLst>
              </p:cNvPr>
              <p:cNvSpPr/>
              <p:nvPr/>
            </p:nvSpPr>
            <p:spPr>
              <a:xfrm>
                <a:off x="7953607" y="4666389"/>
                <a:ext cx="169964" cy="111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2E1DF7C-7355-68C2-8DF5-7808B59BD173}"/>
                  </a:ext>
                </a:extLst>
              </p:cNvPr>
              <p:cNvSpPr/>
              <p:nvPr/>
            </p:nvSpPr>
            <p:spPr>
              <a:xfrm>
                <a:off x="7940290" y="1326106"/>
                <a:ext cx="196598" cy="2015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6810E00-98AF-8E02-6D92-328A1E4693E1}"/>
                  </a:ext>
                </a:extLst>
              </p:cNvPr>
              <p:cNvSpPr/>
              <p:nvPr/>
            </p:nvSpPr>
            <p:spPr>
              <a:xfrm>
                <a:off x="7940290" y="3830206"/>
                <a:ext cx="196598" cy="4454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17C1080-4E98-6562-5955-B2289F331152}"/>
                  </a:ext>
                </a:extLst>
              </p:cNvPr>
              <p:cNvSpPr txBox="1"/>
              <p:nvPr/>
            </p:nvSpPr>
            <p:spPr>
              <a:xfrm>
                <a:off x="8198533" y="1702771"/>
                <a:ext cx="396476" cy="215444"/>
              </a:xfrm>
              <a:prstGeom prst="rect">
                <a:avLst/>
              </a:prstGeom>
              <a:noFill/>
              <a:ln>
                <a:noFill/>
              </a:ln>
            </p:spPr>
            <p:txBody>
              <a:bodyPr wrap="square" lIns="0" rtlCol="0">
                <a:spAutoFit/>
              </a:bodyPr>
              <a:lstStyle/>
              <a:p>
                <a:r>
                  <a:rPr lang="en-US" sz="800" dirty="0"/>
                  <a:t>single</a:t>
                </a:r>
              </a:p>
            </p:txBody>
          </p:sp>
          <p:sp>
            <p:nvSpPr>
              <p:cNvPr id="21" name="TextBox 20">
                <a:extLst>
                  <a:ext uri="{FF2B5EF4-FFF2-40B4-BE49-F238E27FC236}">
                    <a16:creationId xmlns:a16="http://schemas.microsoft.com/office/drawing/2014/main" id="{C48AD32E-FD86-7BFD-661E-BD9B9F0A7560}"/>
                  </a:ext>
                </a:extLst>
              </p:cNvPr>
              <p:cNvSpPr txBox="1"/>
              <p:nvPr/>
            </p:nvSpPr>
            <p:spPr>
              <a:xfrm>
                <a:off x="8159274" y="4603254"/>
                <a:ext cx="625327" cy="215444"/>
              </a:xfrm>
              <a:prstGeom prst="rect">
                <a:avLst/>
              </a:prstGeom>
              <a:noFill/>
              <a:ln>
                <a:noFill/>
              </a:ln>
            </p:spPr>
            <p:txBody>
              <a:bodyPr wrap="square" lIns="0" rtlCol="0">
                <a:spAutoFit/>
              </a:bodyPr>
              <a:lstStyle/>
              <a:p>
                <a:r>
                  <a:rPr lang="en-US" sz="800" dirty="0"/>
                  <a:t>replicates</a:t>
                </a:r>
              </a:p>
            </p:txBody>
          </p:sp>
          <p:sp>
            <p:nvSpPr>
              <p:cNvPr id="22" name="TextBox 21">
                <a:extLst>
                  <a:ext uri="{FF2B5EF4-FFF2-40B4-BE49-F238E27FC236}">
                    <a16:creationId xmlns:a16="http://schemas.microsoft.com/office/drawing/2014/main" id="{C7328D69-FC36-64DE-EAA4-0C81BD0526DD}"/>
                  </a:ext>
                </a:extLst>
              </p:cNvPr>
              <p:cNvSpPr txBox="1"/>
              <p:nvPr/>
            </p:nvSpPr>
            <p:spPr>
              <a:xfrm>
                <a:off x="8172237" y="3944781"/>
                <a:ext cx="625327" cy="215444"/>
              </a:xfrm>
              <a:prstGeom prst="rect">
                <a:avLst/>
              </a:prstGeom>
              <a:noFill/>
              <a:ln>
                <a:noFill/>
              </a:ln>
            </p:spPr>
            <p:txBody>
              <a:bodyPr wrap="square" lIns="0" rtlCol="0">
                <a:spAutoFit/>
              </a:bodyPr>
              <a:lstStyle/>
              <a:p>
                <a:r>
                  <a:rPr lang="en-US" sz="800" dirty="0"/>
                  <a:t>collocated</a:t>
                </a:r>
              </a:p>
            </p:txBody>
          </p:sp>
        </p:grpSp>
      </p:grpSp>
      <p:grpSp>
        <p:nvGrpSpPr>
          <p:cNvPr id="30" name="Group 29">
            <a:extLst>
              <a:ext uri="{FF2B5EF4-FFF2-40B4-BE49-F238E27FC236}">
                <a16:creationId xmlns:a16="http://schemas.microsoft.com/office/drawing/2014/main" id="{BEE08E63-1902-7C15-4820-29CC64C5AE8C}"/>
              </a:ext>
            </a:extLst>
          </p:cNvPr>
          <p:cNvGrpSpPr/>
          <p:nvPr/>
        </p:nvGrpSpPr>
        <p:grpSpPr>
          <a:xfrm>
            <a:off x="10445504" y="1257609"/>
            <a:ext cx="1105593" cy="5051267"/>
            <a:chOff x="9687098" y="1326106"/>
            <a:chExt cx="1105593" cy="5051267"/>
          </a:xfrm>
        </p:grpSpPr>
        <p:sp>
          <p:nvSpPr>
            <p:cNvPr id="16" name="TextBox 15">
              <a:extLst>
                <a:ext uri="{FF2B5EF4-FFF2-40B4-BE49-F238E27FC236}">
                  <a16:creationId xmlns:a16="http://schemas.microsoft.com/office/drawing/2014/main" id="{FD0DF34F-F397-821A-4F5A-3AC73A58B555}"/>
                </a:ext>
              </a:extLst>
            </p:cNvPr>
            <p:cNvSpPr txBox="1"/>
            <p:nvPr/>
          </p:nvSpPr>
          <p:spPr>
            <a:xfrm>
              <a:off x="9687098" y="5361710"/>
              <a:ext cx="1105593" cy="1015663"/>
            </a:xfrm>
            <a:prstGeom prst="rect">
              <a:avLst/>
            </a:prstGeom>
            <a:noFill/>
          </p:spPr>
          <p:txBody>
            <a:bodyPr wrap="square" rtlCol="0">
              <a:spAutoFit/>
            </a:bodyPr>
            <a:lstStyle/>
            <a:p>
              <a:r>
                <a:rPr lang="en-US" sz="1200" dirty="0"/>
                <a:t>planting relationships </a:t>
              </a:r>
              <a:r>
                <a:rPr lang="en-US" sz="1200" b="1" i="1" dirty="0"/>
                <a:t>across</a:t>
              </a:r>
              <a:r>
                <a:rPr lang="en-US" sz="1200" dirty="0"/>
                <a:t> planting occasions</a:t>
              </a:r>
            </a:p>
          </p:txBody>
        </p:sp>
        <p:grpSp>
          <p:nvGrpSpPr>
            <p:cNvPr id="29" name="Group 28">
              <a:extLst>
                <a:ext uri="{FF2B5EF4-FFF2-40B4-BE49-F238E27FC236}">
                  <a16:creationId xmlns:a16="http://schemas.microsoft.com/office/drawing/2014/main" id="{DF3F0123-E24D-E2BC-96AD-2CB4655E3ED9}"/>
                </a:ext>
              </a:extLst>
            </p:cNvPr>
            <p:cNvGrpSpPr/>
            <p:nvPr/>
          </p:nvGrpSpPr>
          <p:grpSpPr>
            <a:xfrm>
              <a:off x="9776382" y="1326106"/>
              <a:ext cx="656359" cy="3396016"/>
              <a:chOff x="9776382" y="1326106"/>
              <a:chExt cx="656359" cy="3396016"/>
            </a:xfrm>
          </p:grpSpPr>
          <p:sp>
            <p:nvSpPr>
              <p:cNvPr id="24" name="Rectangle 23">
                <a:extLst>
                  <a:ext uri="{FF2B5EF4-FFF2-40B4-BE49-F238E27FC236}">
                    <a16:creationId xmlns:a16="http://schemas.microsoft.com/office/drawing/2014/main" id="{088A62A4-EA43-0665-F171-4087C5AA3F81}"/>
                  </a:ext>
                </a:extLst>
              </p:cNvPr>
              <p:cNvSpPr/>
              <p:nvPr/>
            </p:nvSpPr>
            <p:spPr>
              <a:xfrm>
                <a:off x="9776382" y="1326106"/>
                <a:ext cx="196598" cy="2597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1367041-1F87-DF00-D702-F3FB9C83C3CE}"/>
                  </a:ext>
                </a:extLst>
              </p:cNvPr>
              <p:cNvSpPr/>
              <p:nvPr/>
            </p:nvSpPr>
            <p:spPr>
              <a:xfrm>
                <a:off x="9777574" y="4337692"/>
                <a:ext cx="196598" cy="3844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16CD9B-D25E-23E1-90A6-A8F04E4DEC29}"/>
                  </a:ext>
                </a:extLst>
              </p:cNvPr>
              <p:cNvSpPr txBox="1"/>
              <p:nvPr/>
            </p:nvSpPr>
            <p:spPr>
              <a:xfrm>
                <a:off x="10036265" y="1702771"/>
                <a:ext cx="396476" cy="215444"/>
              </a:xfrm>
              <a:prstGeom prst="rect">
                <a:avLst/>
              </a:prstGeom>
              <a:noFill/>
              <a:ln>
                <a:noFill/>
              </a:ln>
            </p:spPr>
            <p:txBody>
              <a:bodyPr wrap="square" lIns="0" rtlCol="0">
                <a:spAutoFit/>
              </a:bodyPr>
              <a:lstStyle/>
              <a:p>
                <a:r>
                  <a:rPr lang="en-US" sz="800" dirty="0"/>
                  <a:t>initial</a:t>
                </a:r>
              </a:p>
            </p:txBody>
          </p:sp>
          <p:sp>
            <p:nvSpPr>
              <p:cNvPr id="27" name="TextBox 26">
                <a:extLst>
                  <a:ext uri="{FF2B5EF4-FFF2-40B4-BE49-F238E27FC236}">
                    <a16:creationId xmlns:a16="http://schemas.microsoft.com/office/drawing/2014/main" id="{2D25CB82-6004-8D85-A05A-B9326FD5A904}"/>
                  </a:ext>
                </a:extLst>
              </p:cNvPr>
              <p:cNvSpPr txBox="1"/>
              <p:nvPr/>
            </p:nvSpPr>
            <p:spPr>
              <a:xfrm>
                <a:off x="10005205" y="4422185"/>
                <a:ext cx="427536" cy="215444"/>
              </a:xfrm>
              <a:prstGeom prst="rect">
                <a:avLst/>
              </a:prstGeom>
              <a:noFill/>
              <a:ln>
                <a:noFill/>
              </a:ln>
            </p:spPr>
            <p:txBody>
              <a:bodyPr wrap="square" lIns="0" rtlCol="0">
                <a:spAutoFit/>
              </a:bodyPr>
              <a:lstStyle/>
              <a:p>
                <a:r>
                  <a:rPr lang="en-US" sz="800" dirty="0"/>
                  <a:t>repeat</a:t>
                </a:r>
              </a:p>
            </p:txBody>
          </p:sp>
        </p:grpSp>
      </p:grpSp>
      <p:sp>
        <p:nvSpPr>
          <p:cNvPr id="31" name="TextBox 30">
            <a:extLst>
              <a:ext uri="{FF2B5EF4-FFF2-40B4-BE49-F238E27FC236}">
                <a16:creationId xmlns:a16="http://schemas.microsoft.com/office/drawing/2014/main" id="{C1579EA5-C65F-50D5-12CD-89C6C777B55D}"/>
              </a:ext>
            </a:extLst>
          </p:cNvPr>
          <p:cNvSpPr txBox="1"/>
          <p:nvPr/>
        </p:nvSpPr>
        <p:spPr>
          <a:xfrm>
            <a:off x="7729436" y="304423"/>
            <a:ext cx="3247943" cy="369332"/>
          </a:xfrm>
          <a:prstGeom prst="rect">
            <a:avLst/>
          </a:prstGeom>
          <a:noFill/>
        </p:spPr>
        <p:txBody>
          <a:bodyPr wrap="square" rtlCol="0">
            <a:spAutoFit/>
          </a:bodyPr>
          <a:lstStyle/>
          <a:p>
            <a:pPr algn="ctr"/>
            <a:r>
              <a:rPr lang="en-US" dirty="0"/>
              <a:t>Planting Relationships</a:t>
            </a:r>
          </a:p>
        </p:txBody>
      </p:sp>
      <p:pic>
        <p:nvPicPr>
          <p:cNvPr id="32" name="Picture 31">
            <a:extLst>
              <a:ext uri="{FF2B5EF4-FFF2-40B4-BE49-F238E27FC236}">
                <a16:creationId xmlns:a16="http://schemas.microsoft.com/office/drawing/2014/main" id="{44A6A421-F46D-F22F-F7E2-8B4889E272EB}"/>
              </a:ext>
            </a:extLst>
          </p:cNvPr>
          <p:cNvPicPr>
            <a:picLocks noChangeAspect="1"/>
          </p:cNvPicPr>
          <p:nvPr/>
        </p:nvPicPr>
        <p:blipFill>
          <a:blip r:embed="rId2"/>
          <a:stretch>
            <a:fillRect/>
          </a:stretch>
        </p:blipFill>
        <p:spPr>
          <a:xfrm>
            <a:off x="4446029" y="2176776"/>
            <a:ext cx="1404238" cy="2967446"/>
          </a:xfrm>
          <a:prstGeom prst="rect">
            <a:avLst/>
          </a:prstGeom>
        </p:spPr>
      </p:pic>
    </p:spTree>
    <p:extLst>
      <p:ext uri="{BB962C8B-B14F-4D97-AF65-F5344CB8AC3E}">
        <p14:creationId xmlns:p14="http://schemas.microsoft.com/office/powerpoint/2010/main" val="41599882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ACDB6C-E349-08C4-35D5-DF3477863356}"/>
              </a:ext>
            </a:extLst>
          </p:cNvPr>
          <p:cNvSpPr txBox="1"/>
          <p:nvPr/>
        </p:nvSpPr>
        <p:spPr>
          <a:xfrm>
            <a:off x="1463040" y="619760"/>
            <a:ext cx="7386320" cy="923330"/>
          </a:xfrm>
          <a:prstGeom prst="rect">
            <a:avLst/>
          </a:prstGeom>
          <a:noFill/>
        </p:spPr>
        <p:txBody>
          <a:bodyPr wrap="square" rtlCol="0">
            <a:spAutoFit/>
          </a:bodyPr>
          <a:lstStyle/>
          <a:p>
            <a:r>
              <a:rPr lang="en-US" dirty="0"/>
              <a:t>Show spatial layers on Maps</a:t>
            </a:r>
          </a:p>
          <a:p>
            <a:endParaRPr lang="en-US" dirty="0"/>
          </a:p>
          <a:p>
            <a:r>
              <a:rPr lang="en-US" dirty="0"/>
              <a:t>Restoration areas – multi-element features</a:t>
            </a:r>
          </a:p>
        </p:txBody>
      </p:sp>
    </p:spTree>
    <p:extLst>
      <p:ext uri="{BB962C8B-B14F-4D97-AF65-F5344CB8AC3E}">
        <p14:creationId xmlns:p14="http://schemas.microsoft.com/office/powerpoint/2010/main" val="23629470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0BA159-FE68-C72B-F7CF-110239B6D952}"/>
              </a:ext>
            </a:extLst>
          </p:cNvPr>
          <p:cNvSpPr txBox="1"/>
          <p:nvPr/>
        </p:nvSpPr>
        <p:spPr>
          <a:xfrm>
            <a:off x="758982" y="525101"/>
            <a:ext cx="10674036" cy="2185214"/>
          </a:xfrm>
          <a:prstGeom prst="rect">
            <a:avLst/>
          </a:prstGeom>
          <a:noFill/>
          <a:ln>
            <a:solidFill>
              <a:schemeClr val="bg1">
                <a:lumMod val="75000"/>
              </a:schemeClr>
            </a:solidFill>
          </a:ln>
        </p:spPr>
        <p:txBody>
          <a:bodyPr wrap="square" rtlCol="0">
            <a:spAutoFit/>
          </a:bodyPr>
          <a:lstStyle/>
          <a:p>
            <a:r>
              <a:rPr lang="en-US" dirty="0"/>
              <a:t>Discussion Points</a:t>
            </a:r>
          </a:p>
          <a:p>
            <a:endParaRPr lang="en-US" dirty="0"/>
          </a:p>
          <a:p>
            <a:pPr marL="342900" indent="-342900">
              <a:spcAft>
                <a:spcPts val="300"/>
              </a:spcAft>
              <a:buAutoNum type="arabicPeriod"/>
            </a:pPr>
            <a:r>
              <a:rPr lang="en-US" dirty="0"/>
              <a:t>How to more appropriately represent the methods study ‘grid’ plantings?</a:t>
            </a:r>
          </a:p>
          <a:p>
            <a:pPr marL="342900" indent="-342900">
              <a:spcAft>
                <a:spcPts val="300"/>
              </a:spcAft>
              <a:buAutoNum type="arabicPeriod"/>
            </a:pPr>
            <a:r>
              <a:rPr lang="en-US" dirty="0"/>
              <a:t>Two sets of BESE plantings are now included and none were removed from the Matrix Planting sheet.</a:t>
            </a:r>
          </a:p>
          <a:p>
            <a:pPr marL="342900" indent="-342900">
              <a:spcAft>
                <a:spcPts val="300"/>
              </a:spcAft>
              <a:buFontTx/>
              <a:buAutoNum type="arabicPeriod"/>
            </a:pPr>
            <a:r>
              <a:rPr lang="en-US" dirty="0">
                <a:solidFill>
                  <a:srgbClr val="C00000"/>
                </a:solidFill>
              </a:rPr>
              <a:t>Line plantings “DEL” extends onto land.</a:t>
            </a:r>
          </a:p>
          <a:p>
            <a:pPr marL="342900" indent="-342900">
              <a:spcAft>
                <a:spcPts val="300"/>
              </a:spcAft>
              <a:buAutoNum type="arabicPeriod"/>
            </a:pPr>
            <a:r>
              <a:rPr lang="en-US" dirty="0"/>
              <a:t>Bring in ‘Name’ from Matrix?</a:t>
            </a:r>
          </a:p>
          <a:p>
            <a:endParaRPr lang="en-US" dirty="0"/>
          </a:p>
        </p:txBody>
      </p:sp>
      <p:sp>
        <p:nvSpPr>
          <p:cNvPr id="4" name="TextBox 3">
            <a:extLst>
              <a:ext uri="{FF2B5EF4-FFF2-40B4-BE49-F238E27FC236}">
                <a16:creationId xmlns:a16="http://schemas.microsoft.com/office/drawing/2014/main" id="{FC97564D-3394-8B8B-91F5-FE26F9A7BAB6}"/>
              </a:ext>
            </a:extLst>
          </p:cNvPr>
          <p:cNvSpPr txBox="1"/>
          <p:nvPr/>
        </p:nvSpPr>
        <p:spPr>
          <a:xfrm>
            <a:off x="497941" y="3707704"/>
            <a:ext cx="3856776" cy="2462213"/>
          </a:xfrm>
          <a:prstGeom prst="rect">
            <a:avLst/>
          </a:prstGeom>
          <a:noFill/>
          <a:ln>
            <a:solidFill>
              <a:schemeClr val="bg1">
                <a:lumMod val="75000"/>
              </a:schemeClr>
            </a:solidFill>
          </a:ln>
        </p:spPr>
        <p:txBody>
          <a:bodyPr wrap="square" rtlCol="0">
            <a:spAutoFit/>
          </a:bodyPr>
          <a:lstStyle/>
          <a:p>
            <a:r>
              <a:rPr lang="en-US" dirty="0"/>
              <a:t>Final application prelim thoughts</a:t>
            </a:r>
          </a:p>
          <a:p>
            <a:endParaRPr lang="en-US" sz="1600" dirty="0"/>
          </a:p>
          <a:p>
            <a:r>
              <a:rPr lang="en-US" sz="1600" dirty="0"/>
              <a:t>UI for publishing new data</a:t>
            </a:r>
          </a:p>
          <a:p>
            <a:pPr marL="171450" indent="-171450">
              <a:buFont typeface="Arial" panose="020B0604020202020204" pitchFamily="34" charset="0"/>
              <a:buChar char="•"/>
            </a:pPr>
            <a:r>
              <a:rPr lang="en-US" sz="1200" dirty="0"/>
              <a:t>Command line using </a:t>
            </a:r>
            <a:r>
              <a:rPr lang="en-US" sz="1200" dirty="0" err="1"/>
              <a:t>Rscript</a:t>
            </a:r>
            <a:r>
              <a:rPr lang="en-US" sz="1200" dirty="0"/>
              <a:t> (</a:t>
            </a:r>
            <a:r>
              <a:rPr lang="en-US" sz="1200" dirty="0" err="1"/>
              <a:t>Powershell</a:t>
            </a:r>
            <a:r>
              <a:rPr lang="en-US" sz="1200" dirty="0"/>
              <a:t>)</a:t>
            </a:r>
          </a:p>
          <a:p>
            <a:pPr marL="171450" indent="-171450">
              <a:buFont typeface="Arial" panose="020B0604020202020204" pitchFamily="34" charset="0"/>
              <a:buChar char="•"/>
            </a:pPr>
            <a:r>
              <a:rPr lang="en-US" sz="1200" dirty="0"/>
              <a:t>Source main script from </a:t>
            </a:r>
            <a:r>
              <a:rPr lang="en-US" sz="1200" dirty="0" err="1"/>
              <a:t>Rstudio</a:t>
            </a:r>
            <a:endParaRPr lang="en-US" sz="1200" dirty="0"/>
          </a:p>
          <a:p>
            <a:pPr marL="171450" indent="-171450">
              <a:buFont typeface="Arial" panose="020B0604020202020204" pitchFamily="34" charset="0"/>
              <a:buChar char="•"/>
            </a:pPr>
            <a:r>
              <a:rPr lang="en-US" sz="1200" dirty="0"/>
              <a:t>ArcGIS Pro script tool</a:t>
            </a:r>
          </a:p>
          <a:p>
            <a:pPr marL="171450" indent="-171450">
              <a:buFont typeface="Arial" panose="020B0604020202020204" pitchFamily="34" charset="0"/>
              <a:buChar char="•"/>
            </a:pPr>
            <a:r>
              <a:rPr lang="en-US" sz="1200" dirty="0"/>
              <a:t>Shiny GUI</a:t>
            </a:r>
          </a:p>
          <a:p>
            <a:pPr marL="285750" indent="-285750">
              <a:buFont typeface="Arial" panose="020B0604020202020204" pitchFamily="34" charset="0"/>
              <a:buChar char="•"/>
            </a:pPr>
            <a:endParaRPr lang="en-US" sz="1600" dirty="0"/>
          </a:p>
          <a:p>
            <a:r>
              <a:rPr lang="en-US" sz="1600" dirty="0"/>
              <a:t>New data entry</a:t>
            </a:r>
          </a:p>
          <a:p>
            <a:pPr marL="171450" indent="-171450">
              <a:buFont typeface="Arial" panose="020B0604020202020204" pitchFamily="34" charset="0"/>
              <a:buChar char="•"/>
            </a:pPr>
            <a:r>
              <a:rPr lang="en-US" sz="1200" dirty="0"/>
              <a:t>Survey 123</a:t>
            </a:r>
          </a:p>
          <a:p>
            <a:pPr marL="171450" indent="-171450">
              <a:buFont typeface="Arial" panose="020B0604020202020204" pitchFamily="34" charset="0"/>
              <a:buChar char="•"/>
            </a:pPr>
            <a:r>
              <a:rPr lang="en-US" sz="1200" dirty="0"/>
              <a:t>Integrated in Shiny app</a:t>
            </a:r>
            <a:endParaRPr lang="en-US" sz="1600" dirty="0"/>
          </a:p>
        </p:txBody>
      </p:sp>
    </p:spTree>
    <p:extLst>
      <p:ext uri="{BB962C8B-B14F-4D97-AF65-F5344CB8AC3E}">
        <p14:creationId xmlns:p14="http://schemas.microsoft.com/office/powerpoint/2010/main" val="26020053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837BF4-CBA7-08DE-D65C-B9483F1AB3C0}"/>
              </a:ext>
            </a:extLst>
          </p:cNvPr>
          <p:cNvPicPr>
            <a:picLocks noChangeAspect="1"/>
          </p:cNvPicPr>
          <p:nvPr/>
        </p:nvPicPr>
        <p:blipFill>
          <a:blip r:embed="rId2"/>
          <a:stretch>
            <a:fillRect/>
          </a:stretch>
        </p:blipFill>
        <p:spPr>
          <a:xfrm>
            <a:off x="427834" y="547285"/>
            <a:ext cx="11336332" cy="5763429"/>
          </a:xfrm>
          <a:prstGeom prst="rect">
            <a:avLst/>
          </a:prstGeom>
        </p:spPr>
      </p:pic>
    </p:spTree>
    <p:extLst>
      <p:ext uri="{BB962C8B-B14F-4D97-AF65-F5344CB8AC3E}">
        <p14:creationId xmlns:p14="http://schemas.microsoft.com/office/powerpoint/2010/main" val="41062456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76120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75847"/>
            <a:ext cx="4431323" cy="461665"/>
          </a:xfrm>
          <a:prstGeom prst="rect">
            <a:avLst/>
          </a:prstGeom>
          <a:noFill/>
        </p:spPr>
        <p:txBody>
          <a:bodyPr wrap="square" rtlCol="0">
            <a:spAutoFit/>
          </a:bodyPr>
          <a:lstStyle/>
          <a:p>
            <a:pPr algn="ctr"/>
            <a:r>
              <a:rPr lang="en-US" sz="2400" dirty="0"/>
              <a:t>Logic to construct </a:t>
            </a:r>
            <a:r>
              <a:rPr lang="en-US" sz="2400" dirty="0" err="1"/>
              <a:t>plantingID</a:t>
            </a:r>
            <a:endParaRPr lang="en-US" sz="2400"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2090057" y="190918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2090057" y="279511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6281894" y="279511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3059723" y="239150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4029389" y="303627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4521758" y="279511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6281894" y="368104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6281894" y="456697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6281894" y="536246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7251560" y="327743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7251560" y="416336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7251560" y="504929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1683099" y="137740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5874936" y="218462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1994601" y="535912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4124844" y="560028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3059723" y="327743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4521758" y="537977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101747-862E-4F85-120C-BA6E604F6393}"/>
              </a:ext>
            </a:extLst>
          </p:cNvPr>
          <p:cNvGrpSpPr/>
          <p:nvPr/>
        </p:nvGrpSpPr>
        <p:grpSpPr>
          <a:xfrm>
            <a:off x="916074" y="1604489"/>
            <a:ext cx="830577" cy="850553"/>
            <a:chOff x="1009946" y="2029766"/>
            <a:chExt cx="830577" cy="850553"/>
          </a:xfrm>
        </p:grpSpPr>
        <p:pic>
          <p:nvPicPr>
            <p:cNvPr id="4" name="Picture 3" descr="Enhance your Excel spreadsheets with tables, images and ...">
              <a:extLst>
                <a:ext uri="{FF2B5EF4-FFF2-40B4-BE49-F238E27FC236}">
                  <a16:creationId xmlns:a16="http://schemas.microsoft.com/office/drawing/2014/main" id="{D12E1E05-4744-C028-3A6F-3B9BD64EADD7}"/>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5" name="TextBox 4">
              <a:extLst>
                <a:ext uri="{FF2B5EF4-FFF2-40B4-BE49-F238E27FC236}">
                  <a16:creationId xmlns:a16="http://schemas.microsoft.com/office/drawing/2014/main" id="{B28BC884-3196-29ED-E165-26704C084078}"/>
                </a:ext>
              </a:extLst>
            </p:cNvPr>
            <p:cNvSpPr txBox="1"/>
            <p:nvPr/>
          </p:nvSpPr>
          <p:spPr>
            <a:xfrm>
              <a:off x="1009946" y="2603320"/>
              <a:ext cx="830577" cy="276999"/>
            </a:xfrm>
            <a:prstGeom prst="rect">
              <a:avLst/>
            </a:prstGeom>
            <a:noFill/>
          </p:spPr>
          <p:txBody>
            <a:bodyPr wrap="square" rtlCol="0">
              <a:spAutoFit/>
            </a:bodyPr>
            <a:lstStyle/>
            <a:p>
              <a:pPr algn="ctr"/>
              <a:r>
                <a:rPr lang="en-US" sz="1200" dirty="0"/>
                <a:t>snapshot</a:t>
              </a:r>
            </a:p>
          </p:txBody>
        </p:sp>
      </p:grpSp>
      <p:pic>
        <p:nvPicPr>
          <p:cNvPr id="7" name="Picture 6" descr="code file Icon - Free PNG &amp; SVG 2035030 - Noun Project">
            <a:extLst>
              <a:ext uri="{FF2B5EF4-FFF2-40B4-BE49-F238E27FC236}">
                <a16:creationId xmlns:a16="http://schemas.microsoft.com/office/drawing/2014/main" id="{EEEE1603-DB40-7511-6449-881EB9B22359}"/>
              </a:ext>
            </a:extLst>
          </p:cNvPr>
          <p:cNvPicPr>
            <a:picLocks noChangeAspect="1"/>
          </p:cNvPicPr>
          <p:nvPr/>
        </p:nvPicPr>
        <p:blipFill>
          <a:blip r:embed="rId3"/>
          <a:stretch>
            <a:fillRect/>
          </a:stretch>
        </p:blipFill>
        <p:spPr>
          <a:xfrm>
            <a:off x="2040453" y="1676263"/>
            <a:ext cx="501780" cy="501780"/>
          </a:xfrm>
          <a:prstGeom prst="rect">
            <a:avLst/>
          </a:prstGeom>
        </p:spPr>
      </p:pic>
      <p:pic>
        <p:nvPicPr>
          <p:cNvPr id="8" name="Picture 7" descr="code file Icon - Free PNG &amp; SVG 2035030 - Noun Project">
            <a:extLst>
              <a:ext uri="{FF2B5EF4-FFF2-40B4-BE49-F238E27FC236}">
                <a16:creationId xmlns:a16="http://schemas.microsoft.com/office/drawing/2014/main" id="{6A0AFBB5-2D8D-60C1-5F39-C3E32D61F050}"/>
              </a:ext>
            </a:extLst>
          </p:cNvPr>
          <p:cNvPicPr>
            <a:picLocks noChangeAspect="1"/>
          </p:cNvPicPr>
          <p:nvPr/>
        </p:nvPicPr>
        <p:blipFill>
          <a:blip r:embed="rId3"/>
          <a:stretch>
            <a:fillRect/>
          </a:stretch>
        </p:blipFill>
        <p:spPr>
          <a:xfrm>
            <a:off x="4708926" y="1277723"/>
            <a:ext cx="501780" cy="501780"/>
          </a:xfrm>
          <a:prstGeom prst="rect">
            <a:avLst/>
          </a:prstGeom>
        </p:spPr>
      </p:pic>
      <p:pic>
        <p:nvPicPr>
          <p:cNvPr id="9" name="Picture 8" descr="code file Icon - Free PNG &amp; SVG 2035030 - Noun Project">
            <a:extLst>
              <a:ext uri="{FF2B5EF4-FFF2-40B4-BE49-F238E27FC236}">
                <a16:creationId xmlns:a16="http://schemas.microsoft.com/office/drawing/2014/main" id="{0D674816-2260-DD99-F511-493CB739DBAB}"/>
              </a:ext>
            </a:extLst>
          </p:cNvPr>
          <p:cNvPicPr>
            <a:picLocks noChangeAspect="1"/>
          </p:cNvPicPr>
          <p:nvPr/>
        </p:nvPicPr>
        <p:blipFill>
          <a:blip r:embed="rId3"/>
          <a:stretch>
            <a:fillRect/>
          </a:stretch>
        </p:blipFill>
        <p:spPr>
          <a:xfrm>
            <a:off x="2163123" y="6013073"/>
            <a:ext cx="501780" cy="501780"/>
          </a:xfrm>
          <a:prstGeom prst="rect">
            <a:avLst/>
          </a:prstGeom>
        </p:spPr>
      </p:pic>
      <p:pic>
        <p:nvPicPr>
          <p:cNvPr id="10" name="Picture 9" descr="code file Icon - Free PNG &amp; SVG 2035030 - Noun Project">
            <a:extLst>
              <a:ext uri="{FF2B5EF4-FFF2-40B4-BE49-F238E27FC236}">
                <a16:creationId xmlns:a16="http://schemas.microsoft.com/office/drawing/2014/main" id="{220B7CA8-A3CE-72D1-58F6-8EA4571229DD}"/>
              </a:ext>
            </a:extLst>
          </p:cNvPr>
          <p:cNvPicPr>
            <a:picLocks noChangeAspect="1"/>
          </p:cNvPicPr>
          <p:nvPr/>
        </p:nvPicPr>
        <p:blipFill>
          <a:blip r:embed="rId3"/>
          <a:stretch>
            <a:fillRect/>
          </a:stretch>
        </p:blipFill>
        <p:spPr>
          <a:xfrm>
            <a:off x="9220820" y="3229820"/>
            <a:ext cx="501780" cy="501780"/>
          </a:xfrm>
          <a:prstGeom prst="rect">
            <a:avLst/>
          </a:prstGeom>
        </p:spPr>
      </p:pic>
      <p:pic>
        <p:nvPicPr>
          <p:cNvPr id="11" name="Picture 10" descr="code file Icon - Free PNG &amp; SVG 2035030 - Noun Project">
            <a:extLst>
              <a:ext uri="{FF2B5EF4-FFF2-40B4-BE49-F238E27FC236}">
                <a16:creationId xmlns:a16="http://schemas.microsoft.com/office/drawing/2014/main" id="{FE7EC4B1-B1ED-64EC-FA7B-BBEBB2265C83}"/>
              </a:ext>
            </a:extLst>
          </p:cNvPr>
          <p:cNvPicPr>
            <a:picLocks noChangeAspect="1"/>
          </p:cNvPicPr>
          <p:nvPr/>
        </p:nvPicPr>
        <p:blipFill>
          <a:blip r:embed="rId3"/>
          <a:stretch>
            <a:fillRect/>
          </a:stretch>
        </p:blipFill>
        <p:spPr>
          <a:xfrm>
            <a:off x="10473521" y="1277722"/>
            <a:ext cx="501780" cy="501780"/>
          </a:xfrm>
          <a:prstGeom prst="rect">
            <a:avLst/>
          </a:prstGeom>
        </p:spPr>
      </p:pic>
      <p:grpSp>
        <p:nvGrpSpPr>
          <p:cNvPr id="28" name="Group 27">
            <a:extLst>
              <a:ext uri="{FF2B5EF4-FFF2-40B4-BE49-F238E27FC236}">
                <a16:creationId xmlns:a16="http://schemas.microsoft.com/office/drawing/2014/main" id="{8F8192A6-DF25-A932-8284-700F6C27829D}"/>
              </a:ext>
            </a:extLst>
          </p:cNvPr>
          <p:cNvGrpSpPr/>
          <p:nvPr/>
        </p:nvGrpSpPr>
        <p:grpSpPr>
          <a:xfrm>
            <a:off x="2962388" y="1392563"/>
            <a:ext cx="1326383" cy="1062479"/>
            <a:chOff x="2905329" y="1224828"/>
            <a:chExt cx="1326383" cy="1062479"/>
          </a:xfrm>
        </p:grpSpPr>
        <p:sp>
          <p:nvSpPr>
            <p:cNvPr id="2" name="Rectangle: Rounded Corners 1">
              <a:extLst>
                <a:ext uri="{FF2B5EF4-FFF2-40B4-BE49-F238E27FC236}">
                  <a16:creationId xmlns:a16="http://schemas.microsoft.com/office/drawing/2014/main" id="{B134718F-EE89-7D7B-9964-B49EFD85EBAC}"/>
                </a:ext>
              </a:extLst>
            </p:cNvPr>
            <p:cNvSpPr/>
            <p:nvPr/>
          </p:nvSpPr>
          <p:spPr>
            <a:xfrm>
              <a:off x="2905329" y="1224828"/>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19" name="Rectangle: Rounded Corners 18">
              <a:extLst>
                <a:ext uri="{FF2B5EF4-FFF2-40B4-BE49-F238E27FC236}">
                  <a16:creationId xmlns:a16="http://schemas.microsoft.com/office/drawing/2014/main" id="{50E64E10-69DE-2EC1-8837-50C3EB7E95F7}"/>
                </a:ext>
              </a:extLst>
            </p:cNvPr>
            <p:cNvSpPr/>
            <p:nvPr/>
          </p:nvSpPr>
          <p:spPr>
            <a:xfrm>
              <a:off x="2905329" y="1614855"/>
              <a:ext cx="1326383" cy="282425"/>
            </a:xfrm>
            <a:prstGeom prst="roundRect">
              <a:avLst/>
            </a:prstGeom>
            <a:solidFill>
              <a:schemeClr val="accent2">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effectLst>
                    <a:glow rad="63500">
                      <a:schemeClr val="accent2">
                        <a:satMod val="175000"/>
                        <a:alpha val="40000"/>
                      </a:schemeClr>
                    </a:glow>
                  </a:effectLst>
                </a:rPr>
                <a:t>plantings</a:t>
              </a:r>
            </a:p>
          </p:txBody>
        </p:sp>
        <p:sp>
          <p:nvSpPr>
            <p:cNvPr id="20" name="Rectangle: Rounded Corners 19">
              <a:extLst>
                <a:ext uri="{FF2B5EF4-FFF2-40B4-BE49-F238E27FC236}">
                  <a16:creationId xmlns:a16="http://schemas.microsoft.com/office/drawing/2014/main" id="{E6734159-12AB-2D7E-C2D0-B116396D5C59}"/>
                </a:ext>
              </a:extLst>
            </p:cNvPr>
            <p:cNvSpPr/>
            <p:nvPr/>
          </p:nvSpPr>
          <p:spPr>
            <a:xfrm>
              <a:off x="2905329" y="2004882"/>
              <a:ext cx="1326383" cy="282425"/>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200" dirty="0" err="1"/>
                <a:t>donor_sites</a:t>
              </a:r>
              <a:endParaRPr lang="en-US" sz="1200" dirty="0"/>
            </a:p>
          </p:txBody>
        </p:sp>
      </p:grpSp>
      <p:sp>
        <p:nvSpPr>
          <p:cNvPr id="21" name="Rectangle: Rounded Corners 20">
            <a:extLst>
              <a:ext uri="{FF2B5EF4-FFF2-40B4-BE49-F238E27FC236}">
                <a16:creationId xmlns:a16="http://schemas.microsoft.com/office/drawing/2014/main" id="{3BC74E12-4778-02BB-930D-7AC2F062A62C}"/>
              </a:ext>
            </a:extLst>
          </p:cNvPr>
          <p:cNvSpPr/>
          <p:nvPr/>
        </p:nvSpPr>
        <p:spPr>
          <a:xfrm>
            <a:off x="218129" y="60217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2" name="Rectangle: Rounded Corners 21">
            <a:extLst>
              <a:ext uri="{FF2B5EF4-FFF2-40B4-BE49-F238E27FC236}">
                <a16:creationId xmlns:a16="http://schemas.microsoft.com/office/drawing/2014/main" id="{40872229-A51C-FE7C-162C-9C43FC1AF0ED}"/>
              </a:ext>
            </a:extLst>
          </p:cNvPr>
          <p:cNvSpPr/>
          <p:nvPr/>
        </p:nvSpPr>
        <p:spPr>
          <a:xfrm>
            <a:off x="370529" y="61741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3" name="Rectangle: Rounded Corners 22">
            <a:extLst>
              <a:ext uri="{FF2B5EF4-FFF2-40B4-BE49-F238E27FC236}">
                <a16:creationId xmlns:a16="http://schemas.microsoft.com/office/drawing/2014/main" id="{40635CF4-2D28-464D-CE5E-918F8175A72B}"/>
              </a:ext>
            </a:extLst>
          </p:cNvPr>
          <p:cNvSpPr/>
          <p:nvPr/>
        </p:nvSpPr>
        <p:spPr>
          <a:xfrm>
            <a:off x="522929" y="63265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7" name="Rectangle: Rounded Corners 26">
            <a:extLst>
              <a:ext uri="{FF2B5EF4-FFF2-40B4-BE49-F238E27FC236}">
                <a16:creationId xmlns:a16="http://schemas.microsoft.com/office/drawing/2014/main" id="{2F2F411E-C8E8-71EB-4C33-714F5E0E5968}"/>
              </a:ext>
            </a:extLst>
          </p:cNvPr>
          <p:cNvSpPr/>
          <p:nvPr/>
        </p:nvSpPr>
        <p:spPr>
          <a:xfrm>
            <a:off x="5550043" y="138740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grpSp>
        <p:nvGrpSpPr>
          <p:cNvPr id="29" name="Group 28">
            <a:extLst>
              <a:ext uri="{FF2B5EF4-FFF2-40B4-BE49-F238E27FC236}">
                <a16:creationId xmlns:a16="http://schemas.microsoft.com/office/drawing/2014/main" id="{6DB71DC7-7118-B4B1-7219-DAA6A06FCA96}"/>
              </a:ext>
            </a:extLst>
          </p:cNvPr>
          <p:cNvGrpSpPr/>
          <p:nvPr/>
        </p:nvGrpSpPr>
        <p:grpSpPr>
          <a:xfrm>
            <a:off x="452591" y="342735"/>
            <a:ext cx="693336" cy="850553"/>
            <a:chOff x="1095271" y="2029766"/>
            <a:chExt cx="693336" cy="850553"/>
          </a:xfrm>
        </p:grpSpPr>
        <p:pic>
          <p:nvPicPr>
            <p:cNvPr id="30" name="Picture 29" descr="Enhance your Excel spreadsheets with tables, images and ...">
              <a:extLst>
                <a:ext uri="{FF2B5EF4-FFF2-40B4-BE49-F238E27FC236}">
                  <a16:creationId xmlns:a16="http://schemas.microsoft.com/office/drawing/2014/main" id="{8E93E1A1-8879-B0A3-8A76-3BE824826618}"/>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31" name="TextBox 30">
              <a:extLst>
                <a:ext uri="{FF2B5EF4-FFF2-40B4-BE49-F238E27FC236}">
                  <a16:creationId xmlns:a16="http://schemas.microsoft.com/office/drawing/2014/main" id="{CA8691F4-1E33-F858-7E63-5915C6478A44}"/>
                </a:ext>
              </a:extLst>
            </p:cNvPr>
            <p:cNvSpPr txBox="1"/>
            <p:nvPr/>
          </p:nvSpPr>
          <p:spPr>
            <a:xfrm>
              <a:off x="1165609" y="2603320"/>
              <a:ext cx="622998" cy="276999"/>
            </a:xfrm>
            <a:prstGeom prst="rect">
              <a:avLst/>
            </a:prstGeom>
            <a:noFill/>
          </p:spPr>
          <p:txBody>
            <a:bodyPr wrap="square" rtlCol="0">
              <a:spAutoFit/>
            </a:bodyPr>
            <a:lstStyle/>
            <a:p>
              <a:pPr algn="ctr"/>
              <a:r>
                <a:rPr lang="en-US" sz="1200" dirty="0"/>
                <a:t>matrix</a:t>
              </a:r>
            </a:p>
          </p:txBody>
        </p:sp>
      </p:grpSp>
      <p:grpSp>
        <p:nvGrpSpPr>
          <p:cNvPr id="33" name="Group 32">
            <a:extLst>
              <a:ext uri="{FF2B5EF4-FFF2-40B4-BE49-F238E27FC236}">
                <a16:creationId xmlns:a16="http://schemas.microsoft.com/office/drawing/2014/main" id="{0353F0D7-4B6D-F8F9-4989-BB4ADCCDCBAB}"/>
              </a:ext>
            </a:extLst>
          </p:cNvPr>
          <p:cNvGrpSpPr/>
          <p:nvPr/>
        </p:nvGrpSpPr>
        <p:grpSpPr>
          <a:xfrm>
            <a:off x="8253643" y="1131771"/>
            <a:ext cx="1468957" cy="793682"/>
            <a:chOff x="8056880" y="864763"/>
            <a:chExt cx="1468957" cy="793682"/>
          </a:xfrm>
        </p:grpSpPr>
        <p:sp>
          <p:nvSpPr>
            <p:cNvPr id="25" name="Rectangle: Rounded Corners 24">
              <a:extLst>
                <a:ext uri="{FF2B5EF4-FFF2-40B4-BE49-F238E27FC236}">
                  <a16:creationId xmlns:a16="http://schemas.microsoft.com/office/drawing/2014/main" id="{D6359055-ACD2-0D0E-D881-441F5D0CDEEA}"/>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26" name="Rectangle: Rounded Corners 25">
              <a:extLst>
                <a:ext uri="{FF2B5EF4-FFF2-40B4-BE49-F238E27FC236}">
                  <a16:creationId xmlns:a16="http://schemas.microsoft.com/office/drawing/2014/main" id="{D7A74A4C-774A-7613-65A2-C6BDFD02D843}"/>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32" name="Freeform: Shape 31">
              <a:extLst>
                <a:ext uri="{FF2B5EF4-FFF2-40B4-BE49-F238E27FC236}">
                  <a16:creationId xmlns:a16="http://schemas.microsoft.com/office/drawing/2014/main" id="{E3567D02-CF26-90EC-E2E0-800184435850}"/>
                </a:ext>
              </a:extLst>
            </p:cNvPr>
            <p:cNvSpPr/>
            <p:nvPr/>
          </p:nvSpPr>
          <p:spPr>
            <a:xfrm>
              <a:off x="9385160"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Left Bracket 33">
            <a:extLst>
              <a:ext uri="{FF2B5EF4-FFF2-40B4-BE49-F238E27FC236}">
                <a16:creationId xmlns:a16="http://schemas.microsoft.com/office/drawing/2014/main" id="{A44C3F92-5268-73FC-3294-A35097F97F85}"/>
              </a:ext>
            </a:extLst>
          </p:cNvPr>
          <p:cNvSpPr/>
          <p:nvPr/>
        </p:nvSpPr>
        <p:spPr>
          <a:xfrm>
            <a:off x="8091105" y="1033882"/>
            <a:ext cx="45719" cy="1031133"/>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756D3D5C-BC88-1359-D0EA-68CB7F35103B}"/>
              </a:ext>
            </a:extLst>
          </p:cNvPr>
          <p:cNvCxnSpPr>
            <a:endCxn id="7" idx="1"/>
          </p:cNvCxnSpPr>
          <p:nvPr/>
        </p:nvCxnSpPr>
        <p:spPr>
          <a:xfrm>
            <a:off x="1746651" y="1925453"/>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1979E4A-A556-7951-FC73-FFD729B2C866}"/>
              </a:ext>
            </a:extLst>
          </p:cNvPr>
          <p:cNvCxnSpPr/>
          <p:nvPr/>
        </p:nvCxnSpPr>
        <p:spPr>
          <a:xfrm>
            <a:off x="4461454" y="1541449"/>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60E2780-5C2A-215A-CB0F-6F48694F3FDC}"/>
              </a:ext>
            </a:extLst>
          </p:cNvPr>
          <p:cNvCxnSpPr/>
          <p:nvPr/>
        </p:nvCxnSpPr>
        <p:spPr>
          <a:xfrm>
            <a:off x="2523501" y="192380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20E3C48-F418-3575-0267-9DFEE9037BBC}"/>
              </a:ext>
            </a:extLst>
          </p:cNvPr>
          <p:cNvCxnSpPr/>
          <p:nvPr/>
        </p:nvCxnSpPr>
        <p:spPr>
          <a:xfrm>
            <a:off x="5238662"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3F73981-4942-DD03-6315-9E84CFB61C73}"/>
              </a:ext>
            </a:extLst>
          </p:cNvPr>
          <p:cNvCxnSpPr/>
          <p:nvPr/>
        </p:nvCxnSpPr>
        <p:spPr>
          <a:xfrm>
            <a:off x="6972189"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055998B-6C70-CC25-B677-0959D968F8E0}"/>
              </a:ext>
            </a:extLst>
          </p:cNvPr>
          <p:cNvCxnSpPr/>
          <p:nvPr/>
        </p:nvCxnSpPr>
        <p:spPr>
          <a:xfrm>
            <a:off x="7753898"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3965779E-CE9A-7D3C-36BB-AD39A251597D}"/>
              </a:ext>
            </a:extLst>
          </p:cNvPr>
          <p:cNvCxnSpPr>
            <a:cxnSpLocks/>
          </p:cNvCxnSpPr>
          <p:nvPr/>
        </p:nvCxnSpPr>
        <p:spPr>
          <a:xfrm>
            <a:off x="9886123" y="1503558"/>
            <a:ext cx="5551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ket 37">
            <a:extLst>
              <a:ext uri="{FF2B5EF4-FFF2-40B4-BE49-F238E27FC236}">
                <a16:creationId xmlns:a16="http://schemas.microsoft.com/office/drawing/2014/main" id="{2702D7DB-8A6F-AA0E-B40F-761CDA98AA69}"/>
              </a:ext>
            </a:extLst>
          </p:cNvPr>
          <p:cNvSpPr/>
          <p:nvPr/>
        </p:nvSpPr>
        <p:spPr>
          <a:xfrm>
            <a:off x="2836035" y="1333060"/>
            <a:ext cx="45719" cy="1121982"/>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411ED742-5BCE-B499-11B4-3CFEC5A34681}"/>
              </a:ext>
            </a:extLst>
          </p:cNvPr>
          <p:cNvCxnSpPr>
            <a:cxnSpLocks/>
          </p:cNvCxnSpPr>
          <p:nvPr/>
        </p:nvCxnSpPr>
        <p:spPr>
          <a:xfrm>
            <a:off x="10740201" y="2102583"/>
            <a:ext cx="0" cy="54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7EBBDA1-4C4F-7984-A300-92E72F8124C1}"/>
              </a:ext>
            </a:extLst>
          </p:cNvPr>
          <p:cNvCxnSpPr>
            <a:cxnSpLocks/>
          </p:cNvCxnSpPr>
          <p:nvPr/>
        </p:nvCxnSpPr>
        <p:spPr>
          <a:xfrm>
            <a:off x="1464913" y="52463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9CD739E-F32E-544D-D337-ADB194B43956}"/>
              </a:ext>
            </a:extLst>
          </p:cNvPr>
          <p:cNvCxnSpPr>
            <a:cxnSpLocks/>
          </p:cNvCxnSpPr>
          <p:nvPr/>
        </p:nvCxnSpPr>
        <p:spPr>
          <a:xfrm>
            <a:off x="1617313" y="53987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036741FD-476B-759D-2FED-E2777850F5E0}"/>
              </a:ext>
            </a:extLst>
          </p:cNvPr>
          <p:cNvCxnSpPr>
            <a:cxnSpLocks/>
          </p:cNvCxnSpPr>
          <p:nvPr/>
        </p:nvCxnSpPr>
        <p:spPr>
          <a:xfrm>
            <a:off x="1769713" y="55511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BC7DB07-711E-548C-97F6-40CD0974EAE2}"/>
              </a:ext>
            </a:extLst>
          </p:cNvPr>
          <p:cNvCxnSpPr>
            <a:cxnSpLocks/>
          </p:cNvCxnSpPr>
          <p:nvPr/>
        </p:nvCxnSpPr>
        <p:spPr>
          <a:xfrm>
            <a:off x="1922113" y="57035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45842635-F08A-4173-D150-9FCCC35FD56B}"/>
              </a:ext>
            </a:extLst>
          </p:cNvPr>
          <p:cNvCxnSpPr>
            <a:cxnSpLocks/>
          </p:cNvCxnSpPr>
          <p:nvPr/>
        </p:nvCxnSpPr>
        <p:spPr>
          <a:xfrm>
            <a:off x="2074513" y="58559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E00664B8-0EE8-FA63-99BA-03DB2A4D6386}"/>
              </a:ext>
            </a:extLst>
          </p:cNvPr>
          <p:cNvSpPr txBox="1"/>
          <p:nvPr/>
        </p:nvSpPr>
        <p:spPr>
          <a:xfrm>
            <a:off x="1997060" y="2102583"/>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39" name="TextBox 38">
            <a:extLst>
              <a:ext uri="{FF2B5EF4-FFF2-40B4-BE49-F238E27FC236}">
                <a16:creationId xmlns:a16="http://schemas.microsoft.com/office/drawing/2014/main" id="{E24B022A-A675-765D-523A-2C535A6FCD79}"/>
              </a:ext>
            </a:extLst>
          </p:cNvPr>
          <p:cNvSpPr txBox="1"/>
          <p:nvPr/>
        </p:nvSpPr>
        <p:spPr>
          <a:xfrm>
            <a:off x="370529" y="51227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6" name="TextBox 45">
            <a:extLst>
              <a:ext uri="{FF2B5EF4-FFF2-40B4-BE49-F238E27FC236}">
                <a16:creationId xmlns:a16="http://schemas.microsoft.com/office/drawing/2014/main" id="{2F3B2412-6332-B141-7E81-CB168B8FEBB1}"/>
              </a:ext>
            </a:extLst>
          </p:cNvPr>
          <p:cNvSpPr txBox="1"/>
          <p:nvPr/>
        </p:nvSpPr>
        <p:spPr>
          <a:xfrm>
            <a:off x="522929" y="52751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7" name="TextBox 46">
            <a:extLst>
              <a:ext uri="{FF2B5EF4-FFF2-40B4-BE49-F238E27FC236}">
                <a16:creationId xmlns:a16="http://schemas.microsoft.com/office/drawing/2014/main" id="{8293AC2A-3C9D-6416-3F6E-B313A3739727}"/>
              </a:ext>
            </a:extLst>
          </p:cNvPr>
          <p:cNvSpPr txBox="1"/>
          <p:nvPr/>
        </p:nvSpPr>
        <p:spPr>
          <a:xfrm>
            <a:off x="675329" y="54275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grpSp>
        <p:nvGrpSpPr>
          <p:cNvPr id="50" name="Group 49">
            <a:extLst>
              <a:ext uri="{FF2B5EF4-FFF2-40B4-BE49-F238E27FC236}">
                <a16:creationId xmlns:a16="http://schemas.microsoft.com/office/drawing/2014/main" id="{58CDBD78-4062-0F59-983A-FA16B7513AFB}"/>
              </a:ext>
            </a:extLst>
          </p:cNvPr>
          <p:cNvGrpSpPr/>
          <p:nvPr/>
        </p:nvGrpSpPr>
        <p:grpSpPr>
          <a:xfrm>
            <a:off x="7096256" y="1277722"/>
            <a:ext cx="747756" cy="839368"/>
            <a:chOff x="7096256" y="1277722"/>
            <a:chExt cx="747756" cy="839368"/>
          </a:xfrm>
        </p:grpSpPr>
        <p:pic>
          <p:nvPicPr>
            <p:cNvPr id="12" name="Picture 11" descr="code file Icon - Free PNG &amp; SVG 2035030 - Noun Project">
              <a:extLst>
                <a:ext uri="{FF2B5EF4-FFF2-40B4-BE49-F238E27FC236}">
                  <a16:creationId xmlns:a16="http://schemas.microsoft.com/office/drawing/2014/main" id="{D67AB13A-9A37-59A0-4906-F61984A7FDFE}"/>
                </a:ext>
              </a:extLst>
            </p:cNvPr>
            <p:cNvPicPr>
              <a:picLocks noChangeAspect="1"/>
            </p:cNvPicPr>
            <p:nvPr/>
          </p:nvPicPr>
          <p:blipFill>
            <a:blip r:embed="rId3"/>
            <a:stretch>
              <a:fillRect/>
            </a:stretch>
          </p:blipFill>
          <p:spPr>
            <a:xfrm>
              <a:off x="7215763" y="1277722"/>
              <a:ext cx="501780" cy="501780"/>
            </a:xfrm>
            <a:prstGeom prst="rect">
              <a:avLst/>
            </a:prstGeom>
          </p:spPr>
        </p:pic>
        <p:sp>
          <p:nvSpPr>
            <p:cNvPr id="48" name="TextBox 47">
              <a:extLst>
                <a:ext uri="{FF2B5EF4-FFF2-40B4-BE49-F238E27FC236}">
                  <a16:creationId xmlns:a16="http://schemas.microsoft.com/office/drawing/2014/main" id="{7EAF76B7-9DFB-C3FB-1D2F-EC330DA364E0}"/>
                </a:ext>
              </a:extLst>
            </p:cNvPr>
            <p:cNvSpPr txBox="1"/>
            <p:nvPr/>
          </p:nvSpPr>
          <p:spPr>
            <a:xfrm>
              <a:off x="7096256" y="168620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projects</a:t>
              </a:r>
            </a:p>
          </p:txBody>
        </p:sp>
      </p:grpSp>
      <p:sp>
        <p:nvSpPr>
          <p:cNvPr id="49" name="TextBox 48">
            <a:extLst>
              <a:ext uri="{FF2B5EF4-FFF2-40B4-BE49-F238E27FC236}">
                <a16:creationId xmlns:a16="http://schemas.microsoft.com/office/drawing/2014/main" id="{4568410C-5FEA-5669-2B4A-4877D5B5BC08}"/>
              </a:ext>
            </a:extLst>
          </p:cNvPr>
          <p:cNvSpPr txBox="1"/>
          <p:nvPr/>
        </p:nvSpPr>
        <p:spPr>
          <a:xfrm>
            <a:off x="4699821" y="1685476"/>
            <a:ext cx="622998" cy="261610"/>
          </a:xfrm>
          <a:prstGeom prst="rect">
            <a:avLst/>
          </a:prstGeom>
          <a:noFill/>
        </p:spPr>
        <p:txBody>
          <a:bodyPr wrap="square" rtlCol="0">
            <a:spAutoFit/>
          </a:bodyPr>
          <a:lstStyle/>
          <a:p>
            <a:r>
              <a:rPr lang="en-US" sz="1100" dirty="0">
                <a:solidFill>
                  <a:schemeClr val="tx1">
                    <a:lumMod val="50000"/>
                    <a:lumOff val="50000"/>
                  </a:schemeClr>
                </a:solidFill>
              </a:rPr>
              <a:t>clean</a:t>
            </a:r>
          </a:p>
        </p:txBody>
      </p:sp>
      <p:grpSp>
        <p:nvGrpSpPr>
          <p:cNvPr id="56" name="Group 55">
            <a:extLst>
              <a:ext uri="{FF2B5EF4-FFF2-40B4-BE49-F238E27FC236}">
                <a16:creationId xmlns:a16="http://schemas.microsoft.com/office/drawing/2014/main" id="{129AD650-A266-0613-1AEA-7DE2AFA90F23}"/>
              </a:ext>
            </a:extLst>
          </p:cNvPr>
          <p:cNvGrpSpPr/>
          <p:nvPr/>
        </p:nvGrpSpPr>
        <p:grpSpPr>
          <a:xfrm>
            <a:off x="10088228" y="2828241"/>
            <a:ext cx="1473441" cy="1304939"/>
            <a:chOff x="9946917" y="2401835"/>
            <a:chExt cx="1473441" cy="1304939"/>
          </a:xfrm>
        </p:grpSpPr>
        <p:sp>
          <p:nvSpPr>
            <p:cNvPr id="24" name="Rectangle: Rounded Corners 23">
              <a:extLst>
                <a:ext uri="{FF2B5EF4-FFF2-40B4-BE49-F238E27FC236}">
                  <a16:creationId xmlns:a16="http://schemas.microsoft.com/office/drawing/2014/main" id="{EA1FF177-C3C9-2367-A8A4-1E0AB33582E6}"/>
                </a:ext>
              </a:extLst>
            </p:cNvPr>
            <p:cNvSpPr/>
            <p:nvPr/>
          </p:nvSpPr>
          <p:spPr>
            <a:xfrm>
              <a:off x="9946917" y="3424349"/>
              <a:ext cx="1326383" cy="2824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plantings</a:t>
              </a:r>
            </a:p>
          </p:txBody>
        </p:sp>
        <p:grpSp>
          <p:nvGrpSpPr>
            <p:cNvPr id="51" name="Group 50">
              <a:extLst>
                <a:ext uri="{FF2B5EF4-FFF2-40B4-BE49-F238E27FC236}">
                  <a16:creationId xmlns:a16="http://schemas.microsoft.com/office/drawing/2014/main" id="{0E273E75-D0F8-8F52-3263-750ED1C52F6A}"/>
                </a:ext>
              </a:extLst>
            </p:cNvPr>
            <p:cNvGrpSpPr/>
            <p:nvPr/>
          </p:nvGrpSpPr>
          <p:grpSpPr>
            <a:xfrm>
              <a:off x="9961449" y="2401835"/>
              <a:ext cx="1458909" cy="793682"/>
              <a:chOff x="8056880" y="864763"/>
              <a:chExt cx="1458909" cy="793682"/>
            </a:xfrm>
          </p:grpSpPr>
          <p:sp>
            <p:nvSpPr>
              <p:cNvPr id="52" name="Rectangle: Rounded Corners 51">
                <a:extLst>
                  <a:ext uri="{FF2B5EF4-FFF2-40B4-BE49-F238E27FC236}">
                    <a16:creationId xmlns:a16="http://schemas.microsoft.com/office/drawing/2014/main" id="{9873C52E-2678-84E5-5798-B00A5099C16B}"/>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53" name="Rectangle: Rounded Corners 52">
                <a:extLst>
                  <a:ext uri="{FF2B5EF4-FFF2-40B4-BE49-F238E27FC236}">
                    <a16:creationId xmlns:a16="http://schemas.microsoft.com/office/drawing/2014/main" id="{12C9712A-09C2-0CE0-D373-390A95A56510}"/>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54" name="Freeform: Shape 53">
                <a:extLst>
                  <a:ext uri="{FF2B5EF4-FFF2-40B4-BE49-F238E27FC236}">
                    <a16:creationId xmlns:a16="http://schemas.microsoft.com/office/drawing/2014/main" id="{3DBC4B05-F365-8323-BE06-9B181347C59D}"/>
                  </a:ext>
                </a:extLst>
              </p:cNvPr>
              <p:cNvSpPr/>
              <p:nvPr/>
            </p:nvSpPr>
            <p:spPr>
              <a:xfrm>
                <a:off x="9375112"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Freeform: Shape 54">
              <a:extLst>
                <a:ext uri="{FF2B5EF4-FFF2-40B4-BE49-F238E27FC236}">
                  <a16:creationId xmlns:a16="http://schemas.microsoft.com/office/drawing/2014/main" id="{6E9F643B-C2AE-08FC-6C6F-1105EBBAF0D2}"/>
                </a:ext>
              </a:extLst>
            </p:cNvPr>
            <p:cNvSpPr/>
            <p:nvPr/>
          </p:nvSpPr>
          <p:spPr>
            <a:xfrm>
              <a:off x="11267736" y="3113990"/>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TextBox 58">
            <a:extLst>
              <a:ext uri="{FF2B5EF4-FFF2-40B4-BE49-F238E27FC236}">
                <a16:creationId xmlns:a16="http://schemas.microsoft.com/office/drawing/2014/main" id="{CD20B05F-4A71-DF8E-887A-95605EF55C4B}"/>
              </a:ext>
            </a:extLst>
          </p:cNvPr>
          <p:cNvSpPr txBox="1"/>
          <p:nvPr/>
        </p:nvSpPr>
        <p:spPr>
          <a:xfrm>
            <a:off x="10366323" y="167626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plantings</a:t>
            </a:r>
          </a:p>
        </p:txBody>
      </p:sp>
      <p:sp>
        <p:nvSpPr>
          <p:cNvPr id="60" name="Freeform: Shape 59">
            <a:extLst>
              <a:ext uri="{FF2B5EF4-FFF2-40B4-BE49-F238E27FC236}">
                <a16:creationId xmlns:a16="http://schemas.microsoft.com/office/drawing/2014/main" id="{645FA35C-81B7-C844-50E1-D16F3CCEBCA6}"/>
              </a:ext>
            </a:extLst>
          </p:cNvPr>
          <p:cNvSpPr/>
          <p:nvPr/>
        </p:nvSpPr>
        <p:spPr>
          <a:xfrm>
            <a:off x="540940" y="1205802"/>
            <a:ext cx="383508" cy="693335"/>
          </a:xfrm>
          <a:custGeom>
            <a:avLst/>
            <a:gdLst>
              <a:gd name="csX0" fmla="*/ 177306 w 378273"/>
              <a:gd name="csY0" fmla="*/ 0 h 653142"/>
              <a:gd name="csX1" fmla="*/ 6484 w 378273"/>
              <a:gd name="csY1" fmla="*/ 442127 h 653142"/>
              <a:gd name="csX2" fmla="*/ 378273 w 378273"/>
              <a:gd name="csY2" fmla="*/ 653142 h 653142"/>
              <a:gd name="csX0" fmla="*/ 97168 w 388570"/>
              <a:gd name="csY0" fmla="*/ 0 h 693335"/>
              <a:gd name="csX1" fmla="*/ 16781 w 388570"/>
              <a:gd name="csY1" fmla="*/ 482320 h 693335"/>
              <a:gd name="csX2" fmla="*/ 388570 w 388570"/>
              <a:gd name="csY2" fmla="*/ 693335 h 693335"/>
              <a:gd name="csX0" fmla="*/ 92106 w 383508"/>
              <a:gd name="csY0" fmla="*/ 0 h 693335"/>
              <a:gd name="csX1" fmla="*/ 11719 w 383508"/>
              <a:gd name="csY1" fmla="*/ 482320 h 693335"/>
              <a:gd name="csX2" fmla="*/ 383508 w 383508"/>
              <a:gd name="csY2" fmla="*/ 693335 h 693335"/>
            </a:gdLst>
            <a:ahLst/>
            <a:cxnLst>
              <a:cxn ang="0">
                <a:pos x="csX0" y="csY0"/>
              </a:cxn>
              <a:cxn ang="0">
                <a:pos x="csX1" y="csY1"/>
              </a:cxn>
              <a:cxn ang="0">
                <a:pos x="csX2" y="csY2"/>
              </a:cxn>
            </a:cxnLst>
            <a:rect l="l" t="t" r="r" b="b"/>
            <a:pathLst>
              <a:path w="383508" h="693335">
                <a:moveTo>
                  <a:pt x="92106" y="0"/>
                </a:moveTo>
                <a:cubicBezTo>
                  <a:pt x="20093" y="186731"/>
                  <a:pt x="-21775" y="373463"/>
                  <a:pt x="11719" y="482320"/>
                </a:cubicBezTo>
                <a:cubicBezTo>
                  <a:pt x="45213" y="591177"/>
                  <a:pt x="214360" y="642256"/>
                  <a:pt x="383508" y="693335"/>
                </a:cubicBezTo>
              </a:path>
            </a:pathLst>
          </a:custGeom>
          <a:noFill/>
          <a:ln w="190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2357900-A3A2-2DE9-8EEF-6E2C14DB3032}"/>
              </a:ext>
            </a:extLst>
          </p:cNvPr>
          <p:cNvSpPr txBox="1"/>
          <p:nvPr/>
        </p:nvSpPr>
        <p:spPr>
          <a:xfrm>
            <a:off x="7839996" y="3008601"/>
            <a:ext cx="1245711" cy="1169551"/>
          </a:xfrm>
          <a:prstGeom prst="rect">
            <a:avLst/>
          </a:prstGeom>
          <a:noFill/>
        </p:spPr>
        <p:txBody>
          <a:bodyPr wrap="square" rtlCol="0">
            <a:spAutoFit/>
          </a:bodyPr>
          <a:lstStyle/>
          <a:p>
            <a:r>
              <a:rPr lang="en-US" sz="1000" dirty="0" err="1"/>
              <a:t>Plantings_pt</a:t>
            </a:r>
            <a:endParaRPr lang="en-US" sz="1000" dirty="0"/>
          </a:p>
          <a:p>
            <a:r>
              <a:rPr lang="en-US" sz="1000" dirty="0" err="1"/>
              <a:t>Plantings_ln</a:t>
            </a:r>
            <a:endParaRPr lang="en-US" sz="1000" dirty="0"/>
          </a:p>
          <a:p>
            <a:r>
              <a:rPr lang="en-US" sz="1000" dirty="0" err="1"/>
              <a:t>Plantings_py</a:t>
            </a:r>
            <a:endParaRPr lang="en-US" sz="1000" dirty="0"/>
          </a:p>
          <a:p>
            <a:r>
              <a:rPr lang="en-US" sz="1000" dirty="0" err="1"/>
              <a:t>Planting_centroids</a:t>
            </a:r>
            <a:endParaRPr lang="en-US" sz="1000" dirty="0"/>
          </a:p>
          <a:p>
            <a:endParaRPr lang="en-US" sz="1000" dirty="0"/>
          </a:p>
          <a:p>
            <a:r>
              <a:rPr lang="en-US" sz="1000" dirty="0"/>
              <a:t>(prior to no-coord recovery)</a:t>
            </a:r>
          </a:p>
        </p:txBody>
      </p:sp>
      <p:pic>
        <p:nvPicPr>
          <p:cNvPr id="37" name="Picture 36" descr="code file Icon - Free PNG &amp; SVG 2035030 - Noun Project">
            <a:extLst>
              <a:ext uri="{FF2B5EF4-FFF2-40B4-BE49-F238E27FC236}">
                <a16:creationId xmlns:a16="http://schemas.microsoft.com/office/drawing/2014/main" id="{271CD24A-69D0-075C-3024-3D03536AC5C2}"/>
              </a:ext>
            </a:extLst>
          </p:cNvPr>
          <p:cNvPicPr>
            <a:picLocks noChangeAspect="1"/>
          </p:cNvPicPr>
          <p:nvPr/>
        </p:nvPicPr>
        <p:blipFill>
          <a:blip r:embed="rId3"/>
          <a:stretch>
            <a:fillRect/>
          </a:stretch>
        </p:blipFill>
        <p:spPr>
          <a:xfrm>
            <a:off x="7148136" y="3178110"/>
            <a:ext cx="501780" cy="501780"/>
          </a:xfrm>
          <a:prstGeom prst="rect">
            <a:avLst/>
          </a:prstGeom>
        </p:spPr>
      </p:pic>
      <p:sp>
        <p:nvSpPr>
          <p:cNvPr id="57" name="TextBox 56">
            <a:extLst>
              <a:ext uri="{FF2B5EF4-FFF2-40B4-BE49-F238E27FC236}">
                <a16:creationId xmlns:a16="http://schemas.microsoft.com/office/drawing/2014/main" id="{CA5F0FE3-3780-57D8-248A-D6CD1CB2383C}"/>
              </a:ext>
            </a:extLst>
          </p:cNvPr>
          <p:cNvSpPr txBox="1"/>
          <p:nvPr/>
        </p:nvSpPr>
        <p:spPr>
          <a:xfrm>
            <a:off x="5550043" y="3008600"/>
            <a:ext cx="1245711" cy="707886"/>
          </a:xfrm>
          <a:prstGeom prst="rect">
            <a:avLst/>
          </a:prstGeom>
          <a:noFill/>
        </p:spPr>
        <p:txBody>
          <a:bodyPr wrap="square" rtlCol="0">
            <a:spAutoFit/>
          </a:bodyPr>
          <a:lstStyle/>
          <a:p>
            <a:r>
              <a:rPr lang="en-US" sz="1000" dirty="0"/>
              <a:t>Get list of PLC with multiple locations</a:t>
            </a:r>
          </a:p>
          <a:p>
            <a:endParaRPr lang="en-US" sz="1000" dirty="0"/>
          </a:p>
          <a:p>
            <a:r>
              <a:rPr lang="en-US" sz="1000"/>
              <a:t>Get centroids</a:t>
            </a:r>
            <a:endParaRPr lang="en-US" sz="1000" dirty="0"/>
          </a:p>
        </p:txBody>
      </p:sp>
      <p:sp>
        <p:nvSpPr>
          <p:cNvPr id="58" name="TextBox 57">
            <a:extLst>
              <a:ext uri="{FF2B5EF4-FFF2-40B4-BE49-F238E27FC236}">
                <a16:creationId xmlns:a16="http://schemas.microsoft.com/office/drawing/2014/main" id="{A6F14E57-65C0-B8E8-CFCC-D231A2EC9D90}"/>
              </a:ext>
            </a:extLst>
          </p:cNvPr>
          <p:cNvSpPr txBox="1"/>
          <p:nvPr/>
        </p:nvSpPr>
        <p:spPr>
          <a:xfrm>
            <a:off x="7690013" y="2665660"/>
            <a:ext cx="1487645" cy="276999"/>
          </a:xfrm>
          <a:prstGeom prst="rect">
            <a:avLst/>
          </a:prstGeom>
          <a:noFill/>
        </p:spPr>
        <p:txBody>
          <a:bodyPr wrap="square" rtlCol="0">
            <a:spAutoFit/>
          </a:bodyPr>
          <a:lstStyle/>
          <a:p>
            <a:r>
              <a:rPr lang="en-US" sz="1200" dirty="0">
                <a:solidFill>
                  <a:srgbClr val="C00000"/>
                </a:solidFill>
              </a:rPr>
              <a:t>Initial spatial layers</a:t>
            </a:r>
          </a:p>
        </p:txBody>
      </p:sp>
      <p:sp>
        <p:nvSpPr>
          <p:cNvPr id="61" name="TextBox 60">
            <a:extLst>
              <a:ext uri="{FF2B5EF4-FFF2-40B4-BE49-F238E27FC236}">
                <a16:creationId xmlns:a16="http://schemas.microsoft.com/office/drawing/2014/main" id="{2D573B84-9D85-2596-9D98-1F6C83F80C93}"/>
              </a:ext>
            </a:extLst>
          </p:cNvPr>
          <p:cNvSpPr txBox="1"/>
          <p:nvPr/>
        </p:nvSpPr>
        <p:spPr>
          <a:xfrm>
            <a:off x="5385563" y="2665659"/>
            <a:ext cx="1487645" cy="276999"/>
          </a:xfrm>
          <a:prstGeom prst="rect">
            <a:avLst/>
          </a:prstGeom>
          <a:noFill/>
        </p:spPr>
        <p:txBody>
          <a:bodyPr wrap="square" rtlCol="0">
            <a:spAutoFit/>
          </a:bodyPr>
          <a:lstStyle/>
          <a:p>
            <a:r>
              <a:rPr lang="en-US" sz="1200" dirty="0" err="1">
                <a:solidFill>
                  <a:srgbClr val="C00000"/>
                </a:solidFill>
              </a:rPr>
              <a:t>Planting_locations</a:t>
            </a:r>
            <a:endParaRPr lang="en-US" sz="1200" dirty="0">
              <a:solidFill>
                <a:srgbClr val="C00000"/>
              </a:solidFill>
            </a:endParaRPr>
          </a:p>
        </p:txBody>
      </p:sp>
    </p:spTree>
    <p:extLst>
      <p:ext uri="{BB962C8B-B14F-4D97-AF65-F5344CB8AC3E}">
        <p14:creationId xmlns:p14="http://schemas.microsoft.com/office/powerpoint/2010/main" val="31377602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908215"/>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just the corners as points but with </a:t>
            </a:r>
            <a:r>
              <a:rPr lang="en-US" dirty="0" err="1">
                <a:solidFill>
                  <a:srgbClr val="C00000"/>
                </a:solidFill>
              </a:rPr>
              <a:t>planting_geometry</a:t>
            </a:r>
            <a:r>
              <a:rPr lang="en-US" dirty="0">
                <a:solidFill>
                  <a:srgbClr val="C00000"/>
                </a:solidFill>
              </a:rPr>
              <a:t>=“grid” (edited in snapshot). This treatment should be subject to revision based on monitoring data granularity.</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 </a:t>
            </a:r>
            <a:r>
              <a:rPr lang="en-US" dirty="0">
                <a:solidFill>
                  <a:srgbClr val="FFC000"/>
                </a:solidFill>
              </a:rPr>
              <a:t>Done, and discovered total three sets of replicates.</a:t>
            </a:r>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3565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0" y="638212"/>
            <a:ext cx="10846850" cy="1600438"/>
          </a:xfrm>
          <a:prstGeom prst="rect">
            <a:avLst/>
          </a:prstGeom>
          <a:noFill/>
          <a:ln>
            <a:solidFill>
              <a:schemeClr val="bg1">
                <a:lumMod val="65000"/>
              </a:schemeClr>
            </a:solidFill>
          </a:ln>
        </p:spPr>
        <p:txBody>
          <a:bodyPr wrap="square" rtlCol="0">
            <a:spAutoFit/>
          </a:bodyPr>
          <a:lstStyle/>
          <a:p>
            <a:r>
              <a:rPr lang="en-US" sz="1400" dirty="0"/>
              <a:t>Aston citation on Planting tab in two different forms (edit made to snapshot so all are </a:t>
            </a:r>
            <a:r>
              <a:rPr lang="en-US" sz="1400" strike="sngStrike" dirty="0"/>
              <a:t>Sequim </a:t>
            </a:r>
            <a:r>
              <a:rPr lang="en-US" sz="1400" dirty="0"/>
              <a:t>Richland.</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Richland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68" y="236029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on Planting tab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8" y="3124379"/>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727182" y="342900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4571109"/>
            <a:ext cx="10702489" cy="523220"/>
          </a:xfrm>
          <a:prstGeom prst="rect">
            <a:avLst/>
          </a:prstGeom>
          <a:noFill/>
          <a:ln>
            <a:solidFill>
              <a:schemeClr val="accent2">
                <a:lumMod val="75000"/>
              </a:schemeClr>
            </a:solidFill>
          </a:ln>
        </p:spPr>
        <p:txBody>
          <a:bodyPr wrap="square" rtlCol="0">
            <a:spAutoFit/>
          </a:bodyPr>
          <a:lstStyle/>
          <a:p>
            <a:r>
              <a:rPr lang="en-US" sz="1400" dirty="0"/>
              <a:t>Planting tab:  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
        <p:nvSpPr>
          <p:cNvPr id="6" name="TextBox 5">
            <a:extLst>
              <a:ext uri="{FF2B5EF4-FFF2-40B4-BE49-F238E27FC236}">
                <a16:creationId xmlns:a16="http://schemas.microsoft.com/office/drawing/2014/main" id="{71166A4F-AA36-D2E3-E308-25080AB421D5}"/>
              </a:ext>
            </a:extLst>
          </p:cNvPr>
          <p:cNvSpPr txBox="1"/>
          <p:nvPr/>
        </p:nvSpPr>
        <p:spPr>
          <a:xfrm>
            <a:off x="569568" y="5348201"/>
            <a:ext cx="10702489" cy="738664"/>
          </a:xfrm>
          <a:prstGeom prst="rect">
            <a:avLst/>
          </a:prstGeom>
          <a:noFill/>
          <a:ln>
            <a:solidFill>
              <a:schemeClr val="accent2">
                <a:lumMod val="75000"/>
              </a:schemeClr>
            </a:solidFill>
          </a:ln>
        </p:spPr>
        <p:txBody>
          <a:bodyPr wrap="square" rtlCol="0">
            <a:spAutoFit/>
          </a:bodyPr>
          <a:lstStyle/>
          <a:p>
            <a:r>
              <a:rPr lang="en-US" sz="1400" dirty="0"/>
              <a:t>Planting tab:  added planting geometry (col G)  as ‘point’ for two </a:t>
            </a:r>
            <a:r>
              <a:rPr lang="en-US" sz="1400" dirty="0" err="1"/>
              <a:t>planting_gps_pt</a:t>
            </a:r>
            <a:r>
              <a:rPr lang="en-US" sz="1400" dirty="0"/>
              <a:t> records:  </a:t>
            </a:r>
          </a:p>
          <a:p>
            <a:pPr marL="285750" indent="-285750">
              <a:buFont typeface="Arial" panose="020B0604020202020204" pitchFamily="34" charset="0"/>
              <a:buChar char="•"/>
            </a:pPr>
            <a:r>
              <a:rPr lang="en-US" sz="1400" dirty="0"/>
              <a:t>Delano Beach West - DNR - shallow - test – 2021</a:t>
            </a:r>
          </a:p>
          <a:p>
            <a:pPr marL="285750" indent="-285750">
              <a:buFont typeface="Arial" panose="020B0604020202020204" pitchFamily="34" charset="0"/>
              <a:buChar char="•"/>
            </a:pPr>
            <a:r>
              <a:rPr lang="en-US" sz="1400" dirty="0"/>
              <a:t>Delano Beach West - DNR - deep - test - 2021</a:t>
            </a:r>
          </a:p>
        </p:txBody>
      </p:sp>
    </p:spTree>
    <p:extLst>
      <p:ext uri="{BB962C8B-B14F-4D97-AF65-F5344CB8AC3E}">
        <p14:creationId xmlns:p14="http://schemas.microsoft.com/office/powerpoint/2010/main" val="25326531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B94C35-F446-6819-0A0D-58F830F55BEF}"/>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a:t>
            </a:r>
          </a:p>
        </p:txBody>
      </p:sp>
      <p:graphicFrame>
        <p:nvGraphicFramePr>
          <p:cNvPr id="4" name="Table 3">
            <a:extLst>
              <a:ext uri="{FF2B5EF4-FFF2-40B4-BE49-F238E27FC236}">
                <a16:creationId xmlns:a16="http://schemas.microsoft.com/office/drawing/2014/main" id="{B9E5ACBE-1591-FF44-B4A2-8A74989665AF}"/>
              </a:ext>
            </a:extLst>
          </p:cNvPr>
          <p:cNvGraphicFramePr>
            <a:graphicFrameLocks noGrp="1"/>
          </p:cNvGraphicFramePr>
          <p:nvPr>
            <p:extLst>
              <p:ext uri="{D42A27DB-BD31-4B8C-83A1-F6EECF244321}">
                <p14:modId xmlns:p14="http://schemas.microsoft.com/office/powerpoint/2010/main" val="4279096990"/>
              </p:ext>
            </p:extLst>
          </p:nvPr>
        </p:nvGraphicFramePr>
        <p:xfrm>
          <a:off x="797609" y="828527"/>
          <a:ext cx="4660900" cy="2272665"/>
        </p:xfrm>
        <a:graphic>
          <a:graphicData uri="http://schemas.openxmlformats.org/drawingml/2006/table">
            <a:tbl>
              <a:tblPr>
                <a:tableStyleId>{5C22544A-7EE6-4342-B048-85BDC9FD1C3A}</a:tableStyleId>
              </a:tblPr>
              <a:tblGrid>
                <a:gridCol w="4660900">
                  <a:extLst>
                    <a:ext uri="{9D8B030D-6E8A-4147-A177-3AD203B41FA5}">
                      <a16:colId xmlns:a16="http://schemas.microsoft.com/office/drawing/2014/main" val="4154709834"/>
                    </a:ext>
                  </a:extLst>
                </a:gridCol>
              </a:tblGrid>
              <a:tr h="0">
                <a:tc>
                  <a:txBody>
                    <a:bodyPr/>
                    <a:lstStyle/>
                    <a:p>
                      <a:pPr algn="l" fontAlgn="b">
                        <a:buNone/>
                      </a:pPr>
                      <a:r>
                        <a:rPr lang="en-US" sz="1100" u="none" strike="noStrike" dirty="0" err="1">
                          <a:effectLst/>
                        </a:rPr>
                        <a:t>Joemma</a:t>
                      </a:r>
                      <a:r>
                        <a:rPr lang="en-US" sz="1100" u="none" strike="noStrike" dirty="0">
                          <a:effectLst/>
                        </a:rPr>
                        <a:t> Beach State Park North - SE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2742346"/>
                  </a:ext>
                </a:extLst>
              </a:tr>
              <a:tr h="190500">
                <a:tc>
                  <a:txBody>
                    <a:bodyPr/>
                    <a:lstStyle/>
                    <a:p>
                      <a:pPr algn="l" fontAlgn="b">
                        <a:buNone/>
                      </a:pPr>
                      <a:r>
                        <a:rPr lang="en-US" sz="1100" u="none" strike="noStrike">
                          <a:effectLst/>
                        </a:rPr>
                        <a:t>Joemma Beach State Park North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038819450"/>
                  </a:ext>
                </a:extLst>
              </a:tr>
              <a:tr h="190500">
                <a:tc>
                  <a:txBody>
                    <a:bodyPr/>
                    <a:lstStyle/>
                    <a:p>
                      <a:pPr algn="l" fontAlgn="b">
                        <a:buNone/>
                      </a:pPr>
                      <a:r>
                        <a:rPr lang="en-US" sz="1100" u="none" strike="noStrike">
                          <a:effectLst/>
                        </a:rPr>
                        <a:t>Joemma Beach State Park North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97004479"/>
                  </a:ext>
                </a:extLst>
              </a:tr>
              <a:tr h="190500">
                <a:tc>
                  <a:txBody>
                    <a:bodyPr/>
                    <a:lstStyle/>
                    <a:p>
                      <a:pPr algn="l" fontAlgn="b">
                        <a:buNone/>
                      </a:pPr>
                      <a:r>
                        <a:rPr lang="en-US" sz="1100" u="none" strike="noStrike">
                          <a:effectLst/>
                        </a:rPr>
                        <a:t>Joemma Beach State Park North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3772"/>
                  </a:ext>
                </a:extLst>
              </a:tr>
              <a:tr h="190500">
                <a:tc>
                  <a:txBody>
                    <a:bodyPr/>
                    <a:lstStyle/>
                    <a:p>
                      <a:pPr algn="l" fontAlgn="b">
                        <a:buNone/>
                      </a:pPr>
                      <a:r>
                        <a:rPr lang="en-US" sz="1100" u="none" strike="noStrike">
                          <a:effectLst/>
                        </a:rPr>
                        <a:t>Joemma Beach State Park Mid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87275679"/>
                  </a:ext>
                </a:extLst>
              </a:tr>
              <a:tr h="190500">
                <a:tc>
                  <a:txBody>
                    <a:bodyPr/>
                    <a:lstStyle/>
                    <a:p>
                      <a:pPr algn="l" fontAlgn="b">
                        <a:buNone/>
                      </a:pPr>
                      <a:r>
                        <a:rPr lang="en-US" sz="1100" u="none" strike="noStrike">
                          <a:effectLst/>
                        </a:rPr>
                        <a:t>Joemma Beach State Park Mid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91097908"/>
                  </a:ext>
                </a:extLst>
              </a:tr>
              <a:tr h="190500">
                <a:tc>
                  <a:txBody>
                    <a:bodyPr/>
                    <a:lstStyle/>
                    <a:p>
                      <a:pPr algn="l" fontAlgn="b">
                        <a:buNone/>
                      </a:pPr>
                      <a:r>
                        <a:rPr lang="en-US" sz="1100" u="none" strike="noStrike">
                          <a:effectLst/>
                        </a:rPr>
                        <a:t>Joemma Beach State Park Mid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0631226"/>
                  </a:ext>
                </a:extLst>
              </a:tr>
              <a:tr h="190500">
                <a:tc>
                  <a:txBody>
                    <a:bodyPr/>
                    <a:lstStyle/>
                    <a:p>
                      <a:pPr algn="l" fontAlgn="b">
                        <a:buNone/>
                      </a:pPr>
                      <a:r>
                        <a:rPr lang="en-US" sz="1100" u="none" strike="noStrike">
                          <a:effectLst/>
                        </a:rPr>
                        <a:t>Joemma Beach State Park Mid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52969388"/>
                  </a:ext>
                </a:extLst>
              </a:tr>
              <a:tr h="190500">
                <a:tc>
                  <a:txBody>
                    <a:bodyPr/>
                    <a:lstStyle/>
                    <a:p>
                      <a:pPr algn="l" fontAlgn="b">
                        <a:buNone/>
                      </a:pPr>
                      <a:r>
                        <a:rPr lang="en-US" sz="1100" u="none" strike="noStrike">
                          <a:effectLst/>
                        </a:rPr>
                        <a:t>Joemma Beach State Park South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97281211"/>
                  </a:ext>
                </a:extLst>
              </a:tr>
              <a:tr h="190500">
                <a:tc>
                  <a:txBody>
                    <a:bodyPr/>
                    <a:lstStyle/>
                    <a:p>
                      <a:pPr algn="l" fontAlgn="b">
                        <a:buNone/>
                      </a:pPr>
                      <a:r>
                        <a:rPr lang="en-US" sz="1100" u="none" strike="noStrike">
                          <a:effectLst/>
                        </a:rPr>
                        <a:t>Joemma Beach State Park South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9863536"/>
                  </a:ext>
                </a:extLst>
              </a:tr>
              <a:tr h="190500">
                <a:tc>
                  <a:txBody>
                    <a:bodyPr/>
                    <a:lstStyle/>
                    <a:p>
                      <a:pPr algn="l" fontAlgn="b">
                        <a:buNone/>
                      </a:pPr>
                      <a:r>
                        <a:rPr lang="en-US" sz="1100" u="none" strike="noStrike">
                          <a:effectLst/>
                        </a:rPr>
                        <a:t>Joemma Beach State Park South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86184834"/>
                  </a:ext>
                </a:extLst>
              </a:tr>
              <a:tr h="190500">
                <a:tc>
                  <a:txBody>
                    <a:bodyPr/>
                    <a:lstStyle/>
                    <a:p>
                      <a:pPr algn="l" fontAlgn="b">
                        <a:buNone/>
                      </a:pPr>
                      <a:r>
                        <a:rPr lang="en-US" sz="1100" u="none" strike="noStrike" dirty="0" err="1">
                          <a:effectLst/>
                        </a:rPr>
                        <a:t>Joemma</a:t>
                      </a:r>
                      <a:r>
                        <a:rPr lang="en-US" sz="1100" u="none" strike="noStrike" dirty="0">
                          <a:effectLst/>
                        </a:rPr>
                        <a:t> Beach State Park South - NW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96497030"/>
                  </a:ext>
                </a:extLst>
              </a:tr>
            </a:tbl>
          </a:graphicData>
        </a:graphic>
      </p:graphicFrame>
      <p:sp>
        <p:nvSpPr>
          <p:cNvPr id="5" name="TextBox 4">
            <a:extLst>
              <a:ext uri="{FF2B5EF4-FFF2-40B4-BE49-F238E27FC236}">
                <a16:creationId xmlns:a16="http://schemas.microsoft.com/office/drawing/2014/main" id="{F3ADEC9A-5FF3-D75B-E079-CF3D871E39F0}"/>
              </a:ext>
            </a:extLst>
          </p:cNvPr>
          <p:cNvSpPr txBox="1"/>
          <p:nvPr/>
        </p:nvSpPr>
        <p:spPr>
          <a:xfrm>
            <a:off x="6189785" y="1316334"/>
            <a:ext cx="4381081" cy="1477328"/>
          </a:xfrm>
          <a:prstGeom prst="rect">
            <a:avLst/>
          </a:prstGeom>
          <a:noFill/>
        </p:spPr>
        <p:txBody>
          <a:bodyPr wrap="square" rtlCol="0">
            <a:spAutoFit/>
          </a:bodyPr>
          <a:lstStyle/>
          <a:p>
            <a:r>
              <a:rPr lang="en-US" dirty="0" err="1"/>
              <a:t>Planting_geometry</a:t>
            </a:r>
            <a:r>
              <a:rPr lang="en-US" dirty="0"/>
              <a:t> in snapshot changed from ‘polygon’ to ‘grid’</a:t>
            </a:r>
          </a:p>
          <a:p>
            <a:endParaRPr lang="en-US" dirty="0"/>
          </a:p>
          <a:p>
            <a:r>
              <a:rPr lang="en-US" dirty="0"/>
              <a:t>Changed activity filter so separate plantings (“--” changed to “test”)</a:t>
            </a:r>
          </a:p>
        </p:txBody>
      </p:sp>
      <p:sp>
        <p:nvSpPr>
          <p:cNvPr id="8" name="TextBox 7">
            <a:extLst>
              <a:ext uri="{FF2B5EF4-FFF2-40B4-BE49-F238E27FC236}">
                <a16:creationId xmlns:a16="http://schemas.microsoft.com/office/drawing/2014/main" id="{E3F8C15D-A137-1AA1-5F6F-B41F31613801}"/>
              </a:ext>
            </a:extLst>
          </p:cNvPr>
          <p:cNvSpPr txBox="1"/>
          <p:nvPr/>
        </p:nvSpPr>
        <p:spPr>
          <a:xfrm>
            <a:off x="1868460" y="4560870"/>
            <a:ext cx="8642649" cy="1200329"/>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dirty="0"/>
              <a:t>Changed column name of second </a:t>
            </a:r>
            <a:r>
              <a:rPr lang="en-US" dirty="0" err="1"/>
              <a:t>planting_geometry</a:t>
            </a:r>
            <a:r>
              <a:rPr lang="en-US" dirty="0"/>
              <a:t> (edit not needed in latest matrix 6/30/2026 and this step removed)</a:t>
            </a:r>
          </a:p>
          <a:p>
            <a:pPr marL="285750" indent="-285750">
              <a:buFont typeface="Arial" panose="020B0604020202020204" pitchFamily="34" charset="0"/>
              <a:buChar char="•"/>
            </a:pPr>
            <a:r>
              <a:rPr lang="en-US" dirty="0"/>
              <a:t>Change </a:t>
            </a:r>
            <a:r>
              <a:rPr lang="en-US" dirty="0" err="1"/>
              <a:t>planting_geometry</a:t>
            </a:r>
            <a:r>
              <a:rPr lang="en-US" dirty="0"/>
              <a:t> from polygon to line for the 2 AND_South_L2 records and the 2 AND_South_L3 records </a:t>
            </a:r>
          </a:p>
        </p:txBody>
      </p:sp>
      <p:sp>
        <p:nvSpPr>
          <p:cNvPr id="3" name="Rectangle 2">
            <a:extLst>
              <a:ext uri="{FF2B5EF4-FFF2-40B4-BE49-F238E27FC236}">
                <a16:creationId xmlns:a16="http://schemas.microsoft.com/office/drawing/2014/main" id="{B8B9858E-8B30-1F1F-0EF3-A7D1F879DE7A}"/>
              </a:ext>
            </a:extLst>
          </p:cNvPr>
          <p:cNvSpPr/>
          <p:nvPr/>
        </p:nvSpPr>
        <p:spPr>
          <a:xfrm>
            <a:off x="624689" y="733331"/>
            <a:ext cx="10094614" cy="252591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50000"/>
                  <a:lumOff val="50000"/>
                </a:schemeClr>
              </a:solidFill>
            </a:endParaRPr>
          </a:p>
        </p:txBody>
      </p:sp>
    </p:spTree>
    <p:extLst>
      <p:ext uri="{BB962C8B-B14F-4D97-AF65-F5344CB8AC3E}">
        <p14:creationId xmlns:p14="http://schemas.microsoft.com/office/powerpoint/2010/main" val="31343024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CB2474-56C0-1415-9CAC-69FF04EDFF4A}"/>
              </a:ext>
            </a:extLst>
          </p:cNvPr>
          <p:cNvSpPr txBox="1"/>
          <p:nvPr/>
        </p:nvSpPr>
        <p:spPr>
          <a:xfrm>
            <a:off x="2409732" y="148588"/>
            <a:ext cx="6841844" cy="461665"/>
          </a:xfrm>
          <a:prstGeom prst="rect">
            <a:avLst/>
          </a:prstGeom>
          <a:noFill/>
        </p:spPr>
        <p:txBody>
          <a:bodyPr wrap="square">
            <a:spAutoFit/>
          </a:bodyPr>
          <a:lstStyle/>
          <a:p>
            <a:pPr algn="ctr"/>
            <a:r>
              <a:rPr lang="en-US" sz="2400" dirty="0"/>
              <a:t>Edits to matrix spreadsheet - ‘</a:t>
            </a:r>
            <a:r>
              <a:rPr lang="en-US" sz="2400" dirty="0" err="1"/>
              <a:t>donor_sites</a:t>
            </a:r>
            <a:r>
              <a:rPr lang="en-US" sz="2400" dirty="0"/>
              <a:t>’ sheet</a:t>
            </a:r>
          </a:p>
        </p:txBody>
      </p:sp>
      <p:sp>
        <p:nvSpPr>
          <p:cNvPr id="2" name="TextBox 1">
            <a:extLst>
              <a:ext uri="{FF2B5EF4-FFF2-40B4-BE49-F238E27FC236}">
                <a16:creationId xmlns:a16="http://schemas.microsoft.com/office/drawing/2014/main" id="{CCF8376D-20BB-2787-AB3C-54B6845F2A95}"/>
              </a:ext>
            </a:extLst>
          </p:cNvPr>
          <p:cNvSpPr txBox="1"/>
          <p:nvPr/>
        </p:nvSpPr>
        <p:spPr>
          <a:xfrm>
            <a:off x="1303698" y="1175535"/>
            <a:ext cx="9225481" cy="369332"/>
          </a:xfrm>
          <a:prstGeom prst="rect">
            <a:avLst/>
          </a:prstGeom>
          <a:noFill/>
          <a:ln>
            <a:solidFill>
              <a:schemeClr val="tx1">
                <a:lumMod val="50000"/>
                <a:lumOff val="50000"/>
              </a:schemeClr>
            </a:solidFill>
          </a:ln>
        </p:spPr>
        <p:txBody>
          <a:bodyPr wrap="square" rtlCol="0">
            <a:spAutoFit/>
          </a:bodyPr>
          <a:lstStyle/>
          <a:p>
            <a:r>
              <a:rPr lang="en-US" dirty="0"/>
              <a:t>Switch the 2 header rows so column names adjacent to data</a:t>
            </a:r>
          </a:p>
        </p:txBody>
      </p:sp>
      <p:graphicFrame>
        <p:nvGraphicFramePr>
          <p:cNvPr id="3" name="Table 2">
            <a:extLst>
              <a:ext uri="{FF2B5EF4-FFF2-40B4-BE49-F238E27FC236}">
                <a16:creationId xmlns:a16="http://schemas.microsoft.com/office/drawing/2014/main" id="{49ACDD01-6811-413B-4588-BD124AA1123F}"/>
              </a:ext>
            </a:extLst>
          </p:cNvPr>
          <p:cNvGraphicFramePr>
            <a:graphicFrameLocks noGrp="1"/>
          </p:cNvGraphicFramePr>
          <p:nvPr>
            <p:extLst>
              <p:ext uri="{D42A27DB-BD31-4B8C-83A1-F6EECF244321}">
                <p14:modId xmlns:p14="http://schemas.microsoft.com/office/powerpoint/2010/main" val="2932400432"/>
              </p:ext>
            </p:extLst>
          </p:nvPr>
        </p:nvGraphicFramePr>
        <p:xfrm>
          <a:off x="629065" y="2479481"/>
          <a:ext cx="10574748" cy="2651760"/>
        </p:xfrm>
        <a:graphic>
          <a:graphicData uri="http://schemas.openxmlformats.org/drawingml/2006/table">
            <a:tbl>
              <a:tblPr firstRow="1" bandRow="1">
                <a:tableStyleId>{5C22544A-7EE6-4342-B048-85BDC9FD1C3A}</a:tableStyleId>
              </a:tblPr>
              <a:tblGrid>
                <a:gridCol w="2916775">
                  <a:extLst>
                    <a:ext uri="{9D8B030D-6E8A-4147-A177-3AD203B41FA5}">
                      <a16:colId xmlns:a16="http://schemas.microsoft.com/office/drawing/2014/main" val="1233536176"/>
                    </a:ext>
                  </a:extLst>
                </a:gridCol>
                <a:gridCol w="2245360">
                  <a:extLst>
                    <a:ext uri="{9D8B030D-6E8A-4147-A177-3AD203B41FA5}">
                      <a16:colId xmlns:a16="http://schemas.microsoft.com/office/drawing/2014/main" val="261533633"/>
                    </a:ext>
                  </a:extLst>
                </a:gridCol>
                <a:gridCol w="955040">
                  <a:extLst>
                    <a:ext uri="{9D8B030D-6E8A-4147-A177-3AD203B41FA5}">
                      <a16:colId xmlns:a16="http://schemas.microsoft.com/office/drawing/2014/main" val="3225156839"/>
                    </a:ext>
                  </a:extLst>
                </a:gridCol>
                <a:gridCol w="4457573">
                  <a:extLst>
                    <a:ext uri="{9D8B030D-6E8A-4147-A177-3AD203B41FA5}">
                      <a16:colId xmlns:a16="http://schemas.microsoft.com/office/drawing/2014/main" val="371273812"/>
                    </a:ext>
                  </a:extLst>
                </a:gridCol>
              </a:tblGrid>
              <a:tr h="274320">
                <a:tc>
                  <a:txBody>
                    <a:bodyPr/>
                    <a:lstStyle/>
                    <a:p>
                      <a:r>
                        <a:rPr lang="en-US" sz="1400" dirty="0"/>
                        <a:t>Donor site name</a:t>
                      </a:r>
                    </a:p>
                  </a:txBody>
                  <a:tcPr/>
                </a:tc>
                <a:tc>
                  <a:txBody>
                    <a:bodyPr/>
                    <a:lstStyle/>
                    <a:p>
                      <a:endParaRPr lang="en-US" sz="1400"/>
                    </a:p>
                  </a:txBody>
                  <a:tcPr/>
                </a:tc>
                <a:tc>
                  <a:txBody>
                    <a:bodyPr/>
                    <a:lstStyle/>
                    <a:p>
                      <a:endParaRPr lang="en-US" sz="1400" dirty="0"/>
                    </a:p>
                  </a:txBody>
                  <a:tcPr/>
                </a:tc>
                <a:tc>
                  <a:txBody>
                    <a:bodyPr/>
                    <a:lstStyle/>
                    <a:p>
                      <a:r>
                        <a:rPr lang="en-US" sz="1400" dirty="0"/>
                        <a:t>Edit made</a:t>
                      </a:r>
                    </a:p>
                  </a:txBody>
                  <a:tcPr/>
                </a:tc>
                <a:extLst>
                  <a:ext uri="{0D108BD9-81ED-4DB2-BD59-A6C34878D82A}">
                    <a16:rowId xmlns:a16="http://schemas.microsoft.com/office/drawing/2014/main" val="4191002604"/>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Elwha Delta = Freshwater Bay</a:t>
                      </a:r>
                    </a:p>
                  </a:txBody>
                  <a:tcPr/>
                </a:tc>
                <a:tc>
                  <a:txBody>
                    <a:bodyPr/>
                    <a:lstStyle/>
                    <a:p>
                      <a:endParaRPr lang="en-US" sz="1400"/>
                    </a:p>
                  </a:txBody>
                  <a:tcPr/>
                </a:tc>
                <a:tc>
                  <a:txBody>
                    <a:bodyPr/>
                    <a:lstStyle/>
                    <a:p>
                      <a:endParaRPr lang="en-US" sz="1400" dirty="0"/>
                    </a:p>
                  </a:txBody>
                  <a:tcPr/>
                </a:tc>
                <a:tc>
                  <a:txBody>
                    <a:bodyPr/>
                    <a:lstStyle/>
                    <a:p>
                      <a:r>
                        <a:rPr lang="en-US" sz="1400" dirty="0"/>
                        <a:t>Edit to </a:t>
                      </a:r>
                      <a:r>
                        <a:rPr lang="en-US" sz="1400" dirty="0" err="1"/>
                        <a:t>donor_sites</a:t>
                      </a:r>
                      <a:r>
                        <a:rPr lang="en-US" sz="1400" dirty="0"/>
                        <a:t> sheet.  1 record. </a:t>
                      </a:r>
                      <a:r>
                        <a:rPr lang="en-US" sz="1400" dirty="0">
                          <a:solidFill>
                            <a:srgbClr val="00B050"/>
                          </a:solidFill>
                        </a:rPr>
                        <a:t>DONE</a:t>
                      </a:r>
                      <a:r>
                        <a:rPr lang="en-US" sz="1400" dirty="0"/>
                        <a:t>.</a:t>
                      </a:r>
                    </a:p>
                  </a:txBody>
                  <a:tcPr/>
                </a:tc>
                <a:extLst>
                  <a:ext uri="{0D108BD9-81ED-4DB2-BD59-A6C34878D82A}">
                    <a16:rowId xmlns:a16="http://schemas.microsoft.com/office/drawing/2014/main" val="1202036462"/>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Anderson Island = Thompson Cove</a:t>
                      </a:r>
                    </a:p>
                  </a:txBody>
                  <a:tcPr/>
                </a:tc>
                <a:tc>
                  <a:txBody>
                    <a:bodyPr/>
                    <a:lstStyle/>
                    <a:p>
                      <a:endParaRPr lang="en-US" sz="1400"/>
                    </a:p>
                  </a:txBody>
                  <a:tcPr/>
                </a:tc>
                <a:tc>
                  <a:txBody>
                    <a:bodyPr/>
                    <a:lstStyle/>
                    <a:p>
                      <a:endParaRPr lang="en-US" sz="1400"/>
                    </a:p>
                  </a:txBody>
                  <a:tcPr/>
                </a:tc>
                <a:tc>
                  <a:txBody>
                    <a:bodyPr/>
                    <a:lstStyle/>
                    <a:p>
                      <a:r>
                        <a:rPr lang="en-US" sz="1400" dirty="0"/>
                        <a:t>Edits to Plantings sheet. 8 records single donor records; 2 mixed donor records. </a:t>
                      </a:r>
                      <a:r>
                        <a:rPr lang="en-US" sz="1400" dirty="0">
                          <a:solidFill>
                            <a:srgbClr val="00B050"/>
                          </a:solidFill>
                        </a:rPr>
                        <a:t>DONE</a:t>
                      </a:r>
                      <a:r>
                        <a:rPr lang="en-US" sz="1400" dirty="0"/>
                        <a:t>.</a:t>
                      </a:r>
                    </a:p>
                  </a:txBody>
                  <a:tcPr/>
                </a:tc>
                <a:extLst>
                  <a:ext uri="{0D108BD9-81ED-4DB2-BD59-A6C34878D82A}">
                    <a16:rowId xmlns:a16="http://schemas.microsoft.com/office/drawing/2014/main" val="3630138953"/>
                  </a:ext>
                </a:extLst>
              </a:tr>
              <a:tr h="274320">
                <a:tc>
                  <a:txBody>
                    <a:bodyPr/>
                    <a:lstStyle/>
                    <a:p>
                      <a:r>
                        <a:rPr lang="en-US" sz="1400" dirty="0">
                          <a:solidFill>
                            <a:srgbClr val="C00000"/>
                          </a:solidFill>
                        </a:rPr>
                        <a:t>Thompson Cove</a:t>
                      </a:r>
                      <a:endParaRPr lang="en-US" sz="1400" dirty="0"/>
                    </a:p>
                  </a:txBody>
                  <a:tcPr/>
                </a:tc>
                <a:tc>
                  <a:txBody>
                    <a:bodyPr/>
                    <a:lstStyle/>
                    <a:p>
                      <a:r>
                        <a:rPr lang="en-US" sz="1400" dirty="0">
                          <a:solidFill>
                            <a:srgbClr val="242424"/>
                          </a:solidFill>
                          <a:latin typeface="Aptos" panose="020B0004020202020204" pitchFamily="34" charset="0"/>
                        </a:rPr>
                        <a:t>47.1266, -122.7080</a:t>
                      </a:r>
                      <a:endParaRPr lang="en-US" sz="1400" dirty="0"/>
                    </a:p>
                  </a:txBody>
                  <a:tcPr/>
                </a:tc>
                <a:tc>
                  <a:txBody>
                    <a:bodyPr/>
                    <a:lstStyle/>
                    <a:p>
                      <a:r>
                        <a:rPr lang="en-US" sz="1400" dirty="0">
                          <a:solidFill>
                            <a:srgbClr val="242424"/>
                          </a:solidFill>
                          <a:latin typeface="Aptos" panose="020B0004020202020204" pitchFamily="34" charset="0"/>
                        </a:rPr>
                        <a:t>cps1277</a:t>
                      </a:r>
                      <a:endParaRPr lang="en-US" sz="1400" dirty="0"/>
                    </a:p>
                  </a:txBody>
                  <a:tcPr/>
                </a:tc>
                <a:tc>
                  <a:txBody>
                    <a:bodyPr/>
                    <a:lstStyle/>
                    <a:p>
                      <a:r>
                        <a:rPr lang="en-US" sz="1400" dirty="0"/>
                        <a:t>No edits needed. </a:t>
                      </a:r>
                    </a:p>
                  </a:txBody>
                  <a:tcPr/>
                </a:tc>
                <a:extLst>
                  <a:ext uri="{0D108BD9-81ED-4DB2-BD59-A6C34878D82A}">
                    <a16:rowId xmlns:a16="http://schemas.microsoft.com/office/drawing/2014/main" val="3319437618"/>
                  </a:ext>
                </a:extLst>
              </a:tr>
              <a:tr h="274320">
                <a:tc>
                  <a:txBody>
                    <a:bodyPr/>
                    <a:lstStyle/>
                    <a:p>
                      <a:r>
                        <a:rPr lang="en-US" sz="1400" dirty="0">
                          <a:solidFill>
                            <a:srgbClr val="C00000"/>
                          </a:solidFill>
                          <a:latin typeface="Aptos" panose="020B0004020202020204" pitchFamily="34" charset="0"/>
                        </a:rPr>
                        <a:t>Shine Rd in Squamish Harbor</a:t>
                      </a:r>
                      <a:endParaRPr lang="en-US" sz="1400" dirty="0"/>
                    </a:p>
                  </a:txBody>
                  <a:tcPr/>
                </a:tc>
                <a:tc>
                  <a:txBody>
                    <a:bodyPr/>
                    <a:lstStyle/>
                    <a:p>
                      <a:r>
                        <a:rPr lang="en-US" sz="1400" dirty="0">
                          <a:solidFill>
                            <a:srgbClr val="242424"/>
                          </a:solidFill>
                          <a:latin typeface="Aptos" panose="020B0004020202020204" pitchFamily="34" charset="0"/>
                        </a:rPr>
                        <a:t>47.866685, -122.672543 </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hdc2517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668964499"/>
                  </a:ext>
                </a:extLst>
              </a:tr>
              <a:tr h="274320">
                <a:tc>
                  <a:txBody>
                    <a:bodyPr/>
                    <a:lstStyle/>
                    <a:p>
                      <a:r>
                        <a:rPr lang="en-US" sz="1400" dirty="0">
                          <a:solidFill>
                            <a:srgbClr val="C00000"/>
                          </a:solidFill>
                        </a:rPr>
                        <a:t>Fay Bainbridge </a:t>
                      </a:r>
                      <a:endParaRPr lang="en-US" sz="1400" dirty="0"/>
                    </a:p>
                  </a:txBody>
                  <a:tcPr/>
                </a:tc>
                <a:tc>
                  <a:txBody>
                    <a:bodyPr/>
                    <a:lstStyle/>
                    <a:p>
                      <a:r>
                        <a:rPr lang="en-US" sz="1400" dirty="0">
                          <a:solidFill>
                            <a:srgbClr val="C00000"/>
                          </a:solidFill>
                        </a:rPr>
                        <a:t>47.703800, -122.506259 </a:t>
                      </a:r>
                      <a:endParaRPr lang="en-US" sz="1400" dirty="0"/>
                    </a:p>
                  </a:txBody>
                  <a:tcPr/>
                </a:tc>
                <a:tc>
                  <a:txBody>
                    <a:bodyPr/>
                    <a:lstStyle/>
                    <a:p>
                      <a:r>
                        <a:rPr lang="en-US" sz="1400" dirty="0">
                          <a:solidFill>
                            <a:srgbClr val="C00000"/>
                          </a:solidFill>
                        </a:rPr>
                        <a:t>cps1063</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1348024077"/>
                  </a:ext>
                </a:extLst>
              </a:tr>
              <a:tr h="274320">
                <a:tc>
                  <a:txBody>
                    <a:bodyPr/>
                    <a:lstStyle/>
                    <a:p>
                      <a:r>
                        <a:rPr lang="en-US" sz="1400" dirty="0">
                          <a:solidFill>
                            <a:srgbClr val="C00000"/>
                          </a:solidFill>
                        </a:rPr>
                        <a:t>Freshwater Bay </a:t>
                      </a:r>
                      <a:endParaRPr lang="en-US" sz="1400" dirty="0"/>
                    </a:p>
                  </a:txBody>
                  <a:tcPr/>
                </a:tc>
                <a:tc>
                  <a:txBody>
                    <a:bodyPr/>
                    <a:lstStyle/>
                    <a:p>
                      <a:r>
                        <a:rPr lang="en-US" sz="1400" dirty="0">
                          <a:solidFill>
                            <a:srgbClr val="C00000"/>
                          </a:solidFill>
                        </a:rPr>
                        <a:t>48.1463, -123.6368 </a:t>
                      </a:r>
                      <a:endParaRPr lang="en-US" sz="1400" dirty="0"/>
                    </a:p>
                  </a:txBody>
                  <a:tcPr/>
                </a:tc>
                <a:tc>
                  <a:txBody>
                    <a:bodyPr/>
                    <a:lstStyle/>
                    <a:p>
                      <a:endParaRPr lang="en-US" sz="1400" dirty="0"/>
                    </a:p>
                  </a:txBody>
                  <a:tcPr/>
                </a:tc>
                <a:tc>
                  <a:txBody>
                    <a:bodyPr/>
                    <a:lstStyle/>
                    <a:p>
                      <a:r>
                        <a:rPr lang="en-US" sz="1400" dirty="0"/>
                        <a:t>No edits needed.</a:t>
                      </a:r>
                    </a:p>
                  </a:txBody>
                  <a:tcPr/>
                </a:tc>
                <a:extLst>
                  <a:ext uri="{0D108BD9-81ED-4DB2-BD59-A6C34878D82A}">
                    <a16:rowId xmlns:a16="http://schemas.microsoft.com/office/drawing/2014/main" val="2912787907"/>
                  </a:ext>
                </a:extLst>
              </a:tr>
              <a:tr h="274320">
                <a:tc>
                  <a:txBody>
                    <a:bodyPr/>
                    <a:lstStyle/>
                    <a:p>
                      <a:r>
                        <a:rPr lang="en-US" sz="1400" dirty="0">
                          <a:solidFill>
                            <a:srgbClr val="242424"/>
                          </a:solidFill>
                          <a:latin typeface="Aptos" panose="020B0004020202020204" pitchFamily="34" charset="0"/>
                        </a:rPr>
                        <a:t>Ship Harbor </a:t>
                      </a:r>
                      <a:endParaRPr lang="en-US" sz="1400" dirty="0"/>
                    </a:p>
                  </a:txBody>
                  <a:tcPr/>
                </a:tc>
                <a:tc>
                  <a:txBody>
                    <a:bodyPr/>
                    <a:lstStyle/>
                    <a:p>
                      <a:r>
                        <a:rPr lang="en-US" sz="1400" dirty="0">
                          <a:solidFill>
                            <a:srgbClr val="242424"/>
                          </a:solidFill>
                          <a:latin typeface="Aptos" panose="020B0004020202020204" pitchFamily="34" charset="0"/>
                        </a:rPr>
                        <a:t>48.505130, -122.675595 </a:t>
                      </a:r>
                      <a:endParaRPr lang="en-US" sz="1400" dirty="0"/>
                    </a:p>
                  </a:txBody>
                  <a:tcPr/>
                </a:tc>
                <a:tc>
                  <a:txBody>
                    <a:bodyPr/>
                    <a:lstStyle/>
                    <a:p>
                      <a:r>
                        <a:rPr lang="en-US" sz="1400" dirty="0">
                          <a:solidFill>
                            <a:srgbClr val="242424"/>
                          </a:solidFill>
                          <a:latin typeface="Aptos" panose="020B0004020202020204" pitchFamily="34" charset="0"/>
                        </a:rPr>
                        <a:t>nps1489</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736375004"/>
                  </a:ext>
                </a:extLst>
              </a:tr>
            </a:tbl>
          </a:graphicData>
        </a:graphic>
      </p:graphicFrame>
      <p:sp>
        <p:nvSpPr>
          <p:cNvPr id="5" name="TextBox 4">
            <a:extLst>
              <a:ext uri="{FF2B5EF4-FFF2-40B4-BE49-F238E27FC236}">
                <a16:creationId xmlns:a16="http://schemas.microsoft.com/office/drawing/2014/main" id="{8CB592E9-FFDA-BC83-C014-EB434E7FD409}"/>
              </a:ext>
            </a:extLst>
          </p:cNvPr>
          <p:cNvSpPr txBox="1"/>
          <p:nvPr/>
        </p:nvSpPr>
        <p:spPr>
          <a:xfrm>
            <a:off x="383263" y="1997219"/>
            <a:ext cx="5712737" cy="369332"/>
          </a:xfrm>
          <a:prstGeom prst="rect">
            <a:avLst/>
          </a:prstGeom>
          <a:noFill/>
        </p:spPr>
        <p:txBody>
          <a:bodyPr wrap="square" rtlCol="0">
            <a:spAutoFit/>
          </a:bodyPr>
          <a:lstStyle/>
          <a:p>
            <a:r>
              <a:rPr lang="en-US" i="1" dirty="0">
                <a:solidFill>
                  <a:schemeClr val="tx1">
                    <a:lumMod val="50000"/>
                    <a:lumOff val="50000"/>
                  </a:schemeClr>
                </a:solidFill>
              </a:rPr>
              <a:t>Based on info from Jeff by email:</a:t>
            </a:r>
          </a:p>
        </p:txBody>
      </p:sp>
      <p:sp>
        <p:nvSpPr>
          <p:cNvPr id="6" name="TextBox 5">
            <a:extLst>
              <a:ext uri="{FF2B5EF4-FFF2-40B4-BE49-F238E27FC236}">
                <a16:creationId xmlns:a16="http://schemas.microsoft.com/office/drawing/2014/main" id="{1439ED40-2A10-E60E-2045-7A5CE3FE21BF}"/>
              </a:ext>
            </a:extLst>
          </p:cNvPr>
          <p:cNvSpPr txBox="1"/>
          <p:nvPr/>
        </p:nvSpPr>
        <p:spPr>
          <a:xfrm>
            <a:off x="1665838" y="5604095"/>
            <a:ext cx="9071572" cy="923330"/>
          </a:xfrm>
          <a:prstGeom prst="rect">
            <a:avLst/>
          </a:prstGeom>
          <a:noFill/>
          <a:ln>
            <a:solidFill>
              <a:schemeClr val="tx1">
                <a:lumMod val="50000"/>
                <a:lumOff val="50000"/>
              </a:schemeClr>
            </a:solidFill>
          </a:ln>
        </p:spPr>
        <p:txBody>
          <a:bodyPr wrap="square" rtlCol="0">
            <a:spAutoFit/>
          </a:bodyPr>
          <a:lstStyle/>
          <a:p>
            <a:r>
              <a:rPr lang="en-US" dirty="0"/>
              <a:t>Edit 2 donor site names in </a:t>
            </a:r>
            <a:r>
              <a:rPr lang="en-US" dirty="0" err="1"/>
              <a:t>donor_site</a:t>
            </a:r>
            <a:r>
              <a:rPr lang="en-US" dirty="0"/>
              <a:t> sheet to match names used in Plantings sheet:</a:t>
            </a:r>
          </a:p>
          <a:p>
            <a:pPr marL="285750" indent="-285750">
              <a:buFont typeface="Arial" panose="020B0604020202020204" pitchFamily="34" charset="0"/>
              <a:buChar char="•"/>
            </a:pPr>
            <a:r>
              <a:rPr lang="en-US" dirty="0"/>
              <a:t>‘Ketron Island NW’ </a:t>
            </a:r>
            <a:r>
              <a:rPr lang="en-US" dirty="0">
                <a:sym typeface="Wingdings" panose="05000000000000000000" pitchFamily="2" charset="2"/>
              </a:rPr>
              <a:t> ‘Ketron Island’</a:t>
            </a:r>
          </a:p>
          <a:p>
            <a:pPr marL="285750" indent="-285750">
              <a:buFont typeface="Arial" panose="020B0604020202020204" pitchFamily="34" charset="0"/>
              <a:buChar char="•"/>
            </a:pPr>
            <a:r>
              <a:rPr lang="en-US" dirty="0">
                <a:sym typeface="Wingdings" panose="05000000000000000000" pitchFamily="2" charset="2"/>
              </a:rPr>
              <a:t>‘Cutts Island sand spit’  ‘Cutts Island’</a:t>
            </a:r>
            <a:endParaRPr lang="en-US" dirty="0"/>
          </a:p>
        </p:txBody>
      </p:sp>
    </p:spTree>
    <p:extLst>
      <p:ext uri="{BB962C8B-B14F-4D97-AF65-F5344CB8AC3E}">
        <p14:creationId xmlns:p14="http://schemas.microsoft.com/office/powerpoint/2010/main" val="16899121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6552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mc:AlternateContent xmlns:mc="http://schemas.openxmlformats.org/markup-compatibility/2006" xmlns:p14="http://schemas.microsoft.com/office/powerpoint/2010/main">
        <mc:Choice Requires="p14">
          <p:contentPart p14:bwMode="auto" r:id="rId6">
            <p14:nvContentPartPr>
              <p14:cNvPr id="2" name="Ink 1">
                <a:extLst>
                  <a:ext uri="{FF2B5EF4-FFF2-40B4-BE49-F238E27FC236}">
                    <a16:creationId xmlns:a16="http://schemas.microsoft.com/office/drawing/2014/main" id="{EF7EF6FC-0B34-19F0-D671-F0E2CD4E027E}"/>
                  </a:ext>
                </a:extLst>
              </p14:cNvPr>
              <p14:cNvContentPartPr/>
              <p14:nvPr/>
            </p14:nvContentPartPr>
            <p14:xfrm>
              <a:off x="3272863" y="700381"/>
              <a:ext cx="1716840" cy="1735560"/>
            </p14:xfrm>
          </p:contentPart>
        </mc:Choice>
        <mc:Fallback xmlns="">
          <p:pic>
            <p:nvPicPr>
              <p:cNvPr id="2" name="Ink 1">
                <a:extLst>
                  <a:ext uri="{FF2B5EF4-FFF2-40B4-BE49-F238E27FC236}">
                    <a16:creationId xmlns:a16="http://schemas.microsoft.com/office/drawing/2014/main" id="{EF7EF6FC-0B34-19F0-D671-F0E2CD4E027E}"/>
                  </a:ext>
                </a:extLst>
              </p:cNvPr>
              <p:cNvPicPr/>
              <p:nvPr/>
            </p:nvPicPr>
            <p:blipFill>
              <a:blip r:embed="rId7"/>
              <a:stretch>
                <a:fillRect/>
              </a:stretch>
            </p:blipFill>
            <p:spPr>
              <a:xfrm>
                <a:off x="3262423" y="689581"/>
                <a:ext cx="1738080" cy="1756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0" name="Ink 49">
                <a:extLst>
                  <a:ext uri="{FF2B5EF4-FFF2-40B4-BE49-F238E27FC236}">
                    <a16:creationId xmlns:a16="http://schemas.microsoft.com/office/drawing/2014/main" id="{5811F121-15E3-AE42-C1F5-AD6954E02B66}"/>
                  </a:ext>
                </a:extLst>
              </p14:cNvPr>
              <p14:cNvContentPartPr/>
              <p14:nvPr/>
            </p14:nvContentPartPr>
            <p14:xfrm>
              <a:off x="6309463" y="336421"/>
              <a:ext cx="1087920" cy="524880"/>
            </p14:xfrm>
          </p:contentPart>
        </mc:Choice>
        <mc:Fallback xmlns="">
          <p:pic>
            <p:nvPicPr>
              <p:cNvPr id="50" name="Ink 49">
                <a:extLst>
                  <a:ext uri="{FF2B5EF4-FFF2-40B4-BE49-F238E27FC236}">
                    <a16:creationId xmlns:a16="http://schemas.microsoft.com/office/drawing/2014/main" id="{5811F121-15E3-AE42-C1F5-AD6954E02B66}"/>
                  </a:ext>
                </a:extLst>
              </p:cNvPr>
              <p:cNvPicPr/>
              <p:nvPr/>
            </p:nvPicPr>
            <p:blipFill>
              <a:blip r:embed="rId9"/>
              <a:stretch>
                <a:fillRect/>
              </a:stretch>
            </p:blipFill>
            <p:spPr>
              <a:xfrm>
                <a:off x="6299023" y="325621"/>
                <a:ext cx="11091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1" name="Ink 50">
                <a:extLst>
                  <a:ext uri="{FF2B5EF4-FFF2-40B4-BE49-F238E27FC236}">
                    <a16:creationId xmlns:a16="http://schemas.microsoft.com/office/drawing/2014/main" id="{33673D9D-ED2A-C945-F219-B6DC2884B33F}"/>
                  </a:ext>
                </a:extLst>
              </p14:cNvPr>
              <p14:cNvContentPartPr/>
              <p14:nvPr/>
            </p14:nvContentPartPr>
            <p14:xfrm>
              <a:off x="5221903" y="401221"/>
              <a:ext cx="792360" cy="324360"/>
            </p14:xfrm>
          </p:contentPart>
        </mc:Choice>
        <mc:Fallback xmlns="">
          <p:pic>
            <p:nvPicPr>
              <p:cNvPr id="51" name="Ink 50">
                <a:extLst>
                  <a:ext uri="{FF2B5EF4-FFF2-40B4-BE49-F238E27FC236}">
                    <a16:creationId xmlns:a16="http://schemas.microsoft.com/office/drawing/2014/main" id="{33673D9D-ED2A-C945-F219-B6DC2884B33F}"/>
                  </a:ext>
                </a:extLst>
              </p:cNvPr>
              <p:cNvPicPr/>
              <p:nvPr/>
            </p:nvPicPr>
            <p:blipFill>
              <a:blip r:embed="rId11"/>
              <a:stretch>
                <a:fillRect/>
              </a:stretch>
            </p:blipFill>
            <p:spPr>
              <a:xfrm>
                <a:off x="5211463" y="390781"/>
                <a:ext cx="81360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0" name="Ink 59">
                <a:extLst>
                  <a:ext uri="{FF2B5EF4-FFF2-40B4-BE49-F238E27FC236}">
                    <a16:creationId xmlns:a16="http://schemas.microsoft.com/office/drawing/2014/main" id="{DB2525A3-213E-BC8A-1BF1-47DA66445BA4}"/>
                  </a:ext>
                </a:extLst>
              </p14:cNvPr>
              <p14:cNvContentPartPr/>
              <p14:nvPr/>
            </p14:nvContentPartPr>
            <p14:xfrm>
              <a:off x="5240623" y="889021"/>
              <a:ext cx="899640" cy="420840"/>
            </p14:xfrm>
          </p:contentPart>
        </mc:Choice>
        <mc:Fallback xmlns="">
          <p:pic>
            <p:nvPicPr>
              <p:cNvPr id="60" name="Ink 59">
                <a:extLst>
                  <a:ext uri="{FF2B5EF4-FFF2-40B4-BE49-F238E27FC236}">
                    <a16:creationId xmlns:a16="http://schemas.microsoft.com/office/drawing/2014/main" id="{DB2525A3-213E-BC8A-1BF1-47DA66445BA4}"/>
                  </a:ext>
                </a:extLst>
              </p:cNvPr>
              <p:cNvPicPr/>
              <p:nvPr/>
            </p:nvPicPr>
            <p:blipFill>
              <a:blip r:embed="rId13"/>
              <a:stretch>
                <a:fillRect/>
              </a:stretch>
            </p:blipFill>
            <p:spPr>
              <a:xfrm>
                <a:off x="5230179" y="878221"/>
                <a:ext cx="920889"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Ink 67">
                <a:extLst>
                  <a:ext uri="{FF2B5EF4-FFF2-40B4-BE49-F238E27FC236}">
                    <a16:creationId xmlns:a16="http://schemas.microsoft.com/office/drawing/2014/main" id="{5B76EB32-8FDE-6DA8-A070-EDE5EB15E908}"/>
                  </a:ext>
                </a:extLst>
              </p14:cNvPr>
              <p14:cNvContentPartPr/>
              <p14:nvPr/>
            </p14:nvContentPartPr>
            <p14:xfrm>
              <a:off x="6466783" y="882541"/>
              <a:ext cx="1044000" cy="406440"/>
            </p14:xfrm>
          </p:contentPart>
        </mc:Choice>
        <mc:Fallback xmlns="">
          <p:pic>
            <p:nvPicPr>
              <p:cNvPr id="68" name="Ink 67">
                <a:extLst>
                  <a:ext uri="{FF2B5EF4-FFF2-40B4-BE49-F238E27FC236}">
                    <a16:creationId xmlns:a16="http://schemas.microsoft.com/office/drawing/2014/main" id="{5B76EB32-8FDE-6DA8-A070-EDE5EB15E908}"/>
                  </a:ext>
                </a:extLst>
              </p:cNvPr>
              <p:cNvPicPr/>
              <p:nvPr/>
            </p:nvPicPr>
            <p:blipFill>
              <a:blip r:embed="rId15"/>
              <a:stretch>
                <a:fillRect/>
              </a:stretch>
            </p:blipFill>
            <p:spPr>
              <a:xfrm>
                <a:off x="6455983" y="872092"/>
                <a:ext cx="1065240" cy="42769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0" name="Ink 89">
                <a:extLst>
                  <a:ext uri="{FF2B5EF4-FFF2-40B4-BE49-F238E27FC236}">
                    <a16:creationId xmlns:a16="http://schemas.microsoft.com/office/drawing/2014/main" id="{0A63DA38-2429-4443-C45F-4404483857B1}"/>
                  </a:ext>
                </a:extLst>
              </p14:cNvPr>
              <p14:cNvContentPartPr/>
              <p14:nvPr/>
            </p14:nvContentPartPr>
            <p14:xfrm>
              <a:off x="8723983" y="235261"/>
              <a:ext cx="779760" cy="1370520"/>
            </p14:xfrm>
          </p:contentPart>
        </mc:Choice>
        <mc:Fallback xmlns="">
          <p:pic>
            <p:nvPicPr>
              <p:cNvPr id="90" name="Ink 89">
                <a:extLst>
                  <a:ext uri="{FF2B5EF4-FFF2-40B4-BE49-F238E27FC236}">
                    <a16:creationId xmlns:a16="http://schemas.microsoft.com/office/drawing/2014/main" id="{0A63DA38-2429-4443-C45F-4404483857B1}"/>
                  </a:ext>
                </a:extLst>
              </p:cNvPr>
              <p:cNvPicPr/>
              <p:nvPr/>
            </p:nvPicPr>
            <p:blipFill>
              <a:blip r:embed="rId17"/>
              <a:stretch>
                <a:fillRect/>
              </a:stretch>
            </p:blipFill>
            <p:spPr>
              <a:xfrm>
                <a:off x="8713188" y="224464"/>
                <a:ext cx="800990" cy="139175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9" name="Ink 98">
                <a:extLst>
                  <a:ext uri="{FF2B5EF4-FFF2-40B4-BE49-F238E27FC236}">
                    <a16:creationId xmlns:a16="http://schemas.microsoft.com/office/drawing/2014/main" id="{96D2695B-F89F-809A-D002-97D1FBCDE90C}"/>
                  </a:ext>
                </a:extLst>
              </p14:cNvPr>
              <p14:cNvContentPartPr/>
              <p14:nvPr/>
            </p14:nvContentPartPr>
            <p14:xfrm>
              <a:off x="8850343" y="1530181"/>
              <a:ext cx="798120" cy="524880"/>
            </p14:xfrm>
          </p:contentPart>
        </mc:Choice>
        <mc:Fallback xmlns="">
          <p:pic>
            <p:nvPicPr>
              <p:cNvPr id="99" name="Ink 98">
                <a:extLst>
                  <a:ext uri="{FF2B5EF4-FFF2-40B4-BE49-F238E27FC236}">
                    <a16:creationId xmlns:a16="http://schemas.microsoft.com/office/drawing/2014/main" id="{96D2695B-F89F-809A-D002-97D1FBCDE90C}"/>
                  </a:ext>
                </a:extLst>
              </p:cNvPr>
              <p:cNvPicPr/>
              <p:nvPr/>
            </p:nvPicPr>
            <p:blipFill>
              <a:blip r:embed="rId19"/>
              <a:stretch>
                <a:fillRect/>
              </a:stretch>
            </p:blipFill>
            <p:spPr>
              <a:xfrm>
                <a:off x="8839543" y="1519741"/>
                <a:ext cx="8193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7" name="Ink 116">
                <a:extLst>
                  <a:ext uri="{FF2B5EF4-FFF2-40B4-BE49-F238E27FC236}">
                    <a16:creationId xmlns:a16="http://schemas.microsoft.com/office/drawing/2014/main" id="{C7F501AC-1FD9-F4D9-EA72-69463D7B9A76}"/>
                  </a:ext>
                </a:extLst>
              </p14:cNvPr>
              <p14:cNvContentPartPr/>
              <p14:nvPr/>
            </p14:nvContentPartPr>
            <p14:xfrm>
              <a:off x="9900103" y="152101"/>
              <a:ext cx="1307520" cy="1202400"/>
            </p14:xfrm>
          </p:contentPart>
        </mc:Choice>
        <mc:Fallback xmlns="">
          <p:pic>
            <p:nvPicPr>
              <p:cNvPr id="117" name="Ink 116">
                <a:extLst>
                  <a:ext uri="{FF2B5EF4-FFF2-40B4-BE49-F238E27FC236}">
                    <a16:creationId xmlns:a16="http://schemas.microsoft.com/office/drawing/2014/main" id="{C7F501AC-1FD9-F4D9-EA72-69463D7B9A76}"/>
                  </a:ext>
                </a:extLst>
              </p:cNvPr>
              <p:cNvPicPr/>
              <p:nvPr/>
            </p:nvPicPr>
            <p:blipFill>
              <a:blip r:embed="rId21"/>
              <a:stretch>
                <a:fillRect/>
              </a:stretch>
            </p:blipFill>
            <p:spPr>
              <a:xfrm>
                <a:off x="9889663" y="141304"/>
                <a:ext cx="1328760" cy="1223634"/>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2" name="Ink 121">
                <a:extLst>
                  <a:ext uri="{FF2B5EF4-FFF2-40B4-BE49-F238E27FC236}">
                    <a16:creationId xmlns:a16="http://schemas.microsoft.com/office/drawing/2014/main" id="{632D2E11-F5AA-C68E-AA02-DDF93F87FB7E}"/>
                  </a:ext>
                </a:extLst>
              </p14:cNvPr>
              <p14:cNvContentPartPr/>
              <p14:nvPr/>
            </p14:nvContentPartPr>
            <p14:xfrm>
              <a:off x="11389423" y="199621"/>
              <a:ext cx="277200" cy="428400"/>
            </p14:xfrm>
          </p:contentPart>
        </mc:Choice>
        <mc:Fallback xmlns="">
          <p:pic>
            <p:nvPicPr>
              <p:cNvPr id="122" name="Ink 121">
                <a:extLst>
                  <a:ext uri="{FF2B5EF4-FFF2-40B4-BE49-F238E27FC236}">
                    <a16:creationId xmlns:a16="http://schemas.microsoft.com/office/drawing/2014/main" id="{632D2E11-F5AA-C68E-AA02-DDF93F87FB7E}"/>
                  </a:ext>
                </a:extLst>
              </p:cNvPr>
              <p:cNvPicPr/>
              <p:nvPr/>
            </p:nvPicPr>
            <p:blipFill>
              <a:blip r:embed="rId23"/>
              <a:stretch>
                <a:fillRect/>
              </a:stretch>
            </p:blipFill>
            <p:spPr>
              <a:xfrm>
                <a:off x="11378969" y="188830"/>
                <a:ext cx="298468" cy="449622"/>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7" name="Ink 136">
                <a:extLst>
                  <a:ext uri="{FF2B5EF4-FFF2-40B4-BE49-F238E27FC236}">
                    <a16:creationId xmlns:a16="http://schemas.microsoft.com/office/drawing/2014/main" id="{917E5EA4-4E1C-A3DD-968A-D3AE41439EA1}"/>
                  </a:ext>
                </a:extLst>
              </p14:cNvPr>
              <p14:cNvContentPartPr/>
              <p14:nvPr/>
            </p14:nvContentPartPr>
            <p14:xfrm>
              <a:off x="11219863" y="763741"/>
              <a:ext cx="572400" cy="1438920"/>
            </p14:xfrm>
          </p:contentPart>
        </mc:Choice>
        <mc:Fallback xmlns="">
          <p:pic>
            <p:nvPicPr>
              <p:cNvPr id="137" name="Ink 136">
                <a:extLst>
                  <a:ext uri="{FF2B5EF4-FFF2-40B4-BE49-F238E27FC236}">
                    <a16:creationId xmlns:a16="http://schemas.microsoft.com/office/drawing/2014/main" id="{917E5EA4-4E1C-A3DD-968A-D3AE41439EA1}"/>
                  </a:ext>
                </a:extLst>
              </p:cNvPr>
              <p:cNvPicPr/>
              <p:nvPr/>
            </p:nvPicPr>
            <p:blipFill>
              <a:blip r:embed="rId25"/>
              <a:stretch>
                <a:fillRect/>
              </a:stretch>
            </p:blipFill>
            <p:spPr>
              <a:xfrm>
                <a:off x="11209063" y="753298"/>
                <a:ext cx="597240" cy="1460165"/>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5" name="Ink 144">
                <a:extLst>
                  <a:ext uri="{FF2B5EF4-FFF2-40B4-BE49-F238E27FC236}">
                    <a16:creationId xmlns:a16="http://schemas.microsoft.com/office/drawing/2014/main" id="{5936C0DA-772B-9AAF-C02F-A30CFC81BA6C}"/>
                  </a:ext>
                </a:extLst>
              </p14:cNvPr>
              <p14:cNvContentPartPr/>
              <p14:nvPr/>
            </p14:nvContentPartPr>
            <p14:xfrm>
              <a:off x="8862223" y="2083501"/>
              <a:ext cx="973440" cy="396720"/>
            </p14:xfrm>
          </p:contentPart>
        </mc:Choice>
        <mc:Fallback xmlns="">
          <p:pic>
            <p:nvPicPr>
              <p:cNvPr id="145" name="Ink 144">
                <a:extLst>
                  <a:ext uri="{FF2B5EF4-FFF2-40B4-BE49-F238E27FC236}">
                    <a16:creationId xmlns:a16="http://schemas.microsoft.com/office/drawing/2014/main" id="{5936C0DA-772B-9AAF-C02F-A30CFC81BA6C}"/>
                  </a:ext>
                </a:extLst>
              </p:cNvPr>
              <p:cNvPicPr/>
              <p:nvPr/>
            </p:nvPicPr>
            <p:blipFill>
              <a:blip r:embed="rId27"/>
              <a:stretch>
                <a:fillRect/>
              </a:stretch>
            </p:blipFill>
            <p:spPr>
              <a:xfrm>
                <a:off x="8847823" y="2069088"/>
                <a:ext cx="1001880" cy="425186"/>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6" name="Ink 145">
                <a:extLst>
                  <a:ext uri="{FF2B5EF4-FFF2-40B4-BE49-F238E27FC236}">
                    <a16:creationId xmlns:a16="http://schemas.microsoft.com/office/drawing/2014/main" id="{A79762F6-5823-D3DC-77BE-B601C69D453E}"/>
                  </a:ext>
                </a:extLst>
              </p14:cNvPr>
              <p14:cNvContentPartPr/>
              <p14:nvPr/>
            </p14:nvContentPartPr>
            <p14:xfrm>
              <a:off x="9868063" y="1567981"/>
              <a:ext cx="1566000" cy="792360"/>
            </p14:xfrm>
          </p:contentPart>
        </mc:Choice>
        <mc:Fallback xmlns="">
          <p:pic>
            <p:nvPicPr>
              <p:cNvPr id="146" name="Ink 145">
                <a:extLst>
                  <a:ext uri="{FF2B5EF4-FFF2-40B4-BE49-F238E27FC236}">
                    <a16:creationId xmlns:a16="http://schemas.microsoft.com/office/drawing/2014/main" id="{A79762F6-5823-D3DC-77BE-B601C69D453E}"/>
                  </a:ext>
                </a:extLst>
              </p:cNvPr>
              <p:cNvPicPr/>
              <p:nvPr/>
            </p:nvPicPr>
            <p:blipFill>
              <a:blip r:embed="rId29"/>
              <a:stretch>
                <a:fillRect/>
              </a:stretch>
            </p:blipFill>
            <p:spPr>
              <a:xfrm>
                <a:off x="9854023" y="1553581"/>
                <a:ext cx="1594440" cy="820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5" name="Ink 154">
                <a:extLst>
                  <a:ext uri="{FF2B5EF4-FFF2-40B4-BE49-F238E27FC236}">
                    <a16:creationId xmlns:a16="http://schemas.microsoft.com/office/drawing/2014/main" id="{B715CA5E-4E2A-C1ED-99BC-98FB65C3D2FA}"/>
                  </a:ext>
                </a:extLst>
              </p14:cNvPr>
              <p14:cNvContentPartPr/>
              <p14:nvPr/>
            </p14:nvContentPartPr>
            <p14:xfrm>
              <a:off x="7624183" y="4585861"/>
              <a:ext cx="1559160" cy="546480"/>
            </p14:xfrm>
          </p:contentPart>
        </mc:Choice>
        <mc:Fallback xmlns="">
          <p:pic>
            <p:nvPicPr>
              <p:cNvPr id="155" name="Ink 154">
                <a:extLst>
                  <a:ext uri="{FF2B5EF4-FFF2-40B4-BE49-F238E27FC236}">
                    <a16:creationId xmlns:a16="http://schemas.microsoft.com/office/drawing/2014/main" id="{B715CA5E-4E2A-C1ED-99BC-98FB65C3D2FA}"/>
                  </a:ext>
                </a:extLst>
              </p:cNvPr>
              <p:cNvPicPr/>
              <p:nvPr/>
            </p:nvPicPr>
            <p:blipFill>
              <a:blip r:embed="rId31"/>
              <a:stretch>
                <a:fillRect/>
              </a:stretch>
            </p:blipFill>
            <p:spPr>
              <a:xfrm>
                <a:off x="7613741" y="4575061"/>
                <a:ext cx="1580405" cy="56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6" name="Ink 155">
                <a:extLst>
                  <a:ext uri="{FF2B5EF4-FFF2-40B4-BE49-F238E27FC236}">
                    <a16:creationId xmlns:a16="http://schemas.microsoft.com/office/drawing/2014/main" id="{9994EEA2-C239-2115-5BE7-9B88DA52647D}"/>
                  </a:ext>
                </a:extLst>
              </p14:cNvPr>
              <p14:cNvContentPartPr/>
              <p14:nvPr/>
            </p14:nvContentPartPr>
            <p14:xfrm>
              <a:off x="7128463" y="3227581"/>
              <a:ext cx="985320" cy="365040"/>
            </p14:xfrm>
          </p:contentPart>
        </mc:Choice>
        <mc:Fallback xmlns="">
          <p:pic>
            <p:nvPicPr>
              <p:cNvPr id="156" name="Ink 155">
                <a:extLst>
                  <a:ext uri="{FF2B5EF4-FFF2-40B4-BE49-F238E27FC236}">
                    <a16:creationId xmlns:a16="http://schemas.microsoft.com/office/drawing/2014/main" id="{9994EEA2-C239-2115-5BE7-9B88DA52647D}"/>
                  </a:ext>
                </a:extLst>
              </p:cNvPr>
              <p:cNvPicPr/>
              <p:nvPr/>
            </p:nvPicPr>
            <p:blipFill>
              <a:blip r:embed="rId33"/>
              <a:stretch>
                <a:fillRect/>
              </a:stretch>
            </p:blipFill>
            <p:spPr>
              <a:xfrm>
                <a:off x="7117663" y="3217141"/>
                <a:ext cx="100656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7" name="Ink 166">
                <a:extLst>
                  <a:ext uri="{FF2B5EF4-FFF2-40B4-BE49-F238E27FC236}">
                    <a16:creationId xmlns:a16="http://schemas.microsoft.com/office/drawing/2014/main" id="{46D24B9F-16F4-C4B5-4AB0-92EEBD57CC14}"/>
                  </a:ext>
                </a:extLst>
              </p14:cNvPr>
              <p14:cNvContentPartPr/>
              <p14:nvPr/>
            </p14:nvContentPartPr>
            <p14:xfrm>
              <a:off x="6139903" y="4340701"/>
              <a:ext cx="641520" cy="453240"/>
            </p14:xfrm>
          </p:contentPart>
        </mc:Choice>
        <mc:Fallback xmlns="">
          <p:pic>
            <p:nvPicPr>
              <p:cNvPr id="167" name="Ink 166">
                <a:extLst>
                  <a:ext uri="{FF2B5EF4-FFF2-40B4-BE49-F238E27FC236}">
                    <a16:creationId xmlns:a16="http://schemas.microsoft.com/office/drawing/2014/main" id="{46D24B9F-16F4-C4B5-4AB0-92EEBD57CC14}"/>
                  </a:ext>
                </a:extLst>
              </p:cNvPr>
              <p:cNvPicPr/>
              <p:nvPr/>
            </p:nvPicPr>
            <p:blipFill>
              <a:blip r:embed="rId35"/>
              <a:stretch>
                <a:fillRect/>
              </a:stretch>
            </p:blipFill>
            <p:spPr>
              <a:xfrm>
                <a:off x="6129103" y="4329892"/>
                <a:ext cx="662760" cy="474497"/>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0" name="Ink 179">
                <a:extLst>
                  <a:ext uri="{FF2B5EF4-FFF2-40B4-BE49-F238E27FC236}">
                    <a16:creationId xmlns:a16="http://schemas.microsoft.com/office/drawing/2014/main" id="{31382155-F544-72DA-E34D-169A71765C5A}"/>
                  </a:ext>
                </a:extLst>
              </p14:cNvPr>
              <p14:cNvContentPartPr/>
              <p14:nvPr/>
            </p14:nvContentPartPr>
            <p14:xfrm>
              <a:off x="6039103" y="4717981"/>
              <a:ext cx="849240" cy="452160"/>
            </p14:xfrm>
          </p:contentPart>
        </mc:Choice>
        <mc:Fallback xmlns="">
          <p:pic>
            <p:nvPicPr>
              <p:cNvPr id="180" name="Ink 179">
                <a:extLst>
                  <a:ext uri="{FF2B5EF4-FFF2-40B4-BE49-F238E27FC236}">
                    <a16:creationId xmlns:a16="http://schemas.microsoft.com/office/drawing/2014/main" id="{31382155-F544-72DA-E34D-169A71765C5A}"/>
                  </a:ext>
                </a:extLst>
              </p:cNvPr>
              <p:cNvPicPr/>
              <p:nvPr/>
            </p:nvPicPr>
            <p:blipFill>
              <a:blip r:embed="rId37"/>
              <a:stretch>
                <a:fillRect/>
              </a:stretch>
            </p:blipFill>
            <p:spPr>
              <a:xfrm>
                <a:off x="6028663" y="4707181"/>
                <a:ext cx="87048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8" name="Ink 187">
                <a:extLst>
                  <a:ext uri="{FF2B5EF4-FFF2-40B4-BE49-F238E27FC236}">
                    <a16:creationId xmlns:a16="http://schemas.microsoft.com/office/drawing/2014/main" id="{18534EF2-400A-E1CB-54EA-3CB0AF133404}"/>
                  </a:ext>
                </a:extLst>
              </p14:cNvPr>
              <p14:cNvContentPartPr/>
              <p14:nvPr/>
            </p14:nvContentPartPr>
            <p14:xfrm>
              <a:off x="6171223" y="5088781"/>
              <a:ext cx="660600" cy="307800"/>
            </p14:xfrm>
          </p:contentPart>
        </mc:Choice>
        <mc:Fallback xmlns="">
          <p:pic>
            <p:nvPicPr>
              <p:cNvPr id="188" name="Ink 187">
                <a:extLst>
                  <a:ext uri="{FF2B5EF4-FFF2-40B4-BE49-F238E27FC236}">
                    <a16:creationId xmlns:a16="http://schemas.microsoft.com/office/drawing/2014/main" id="{18534EF2-400A-E1CB-54EA-3CB0AF133404}"/>
                  </a:ext>
                </a:extLst>
              </p:cNvPr>
              <p:cNvPicPr/>
              <p:nvPr/>
            </p:nvPicPr>
            <p:blipFill>
              <a:blip r:embed="rId39"/>
              <a:stretch>
                <a:fillRect/>
              </a:stretch>
            </p:blipFill>
            <p:spPr>
              <a:xfrm>
                <a:off x="6160783" y="5077981"/>
                <a:ext cx="68184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9" name="Ink 188">
                <a:extLst>
                  <a:ext uri="{FF2B5EF4-FFF2-40B4-BE49-F238E27FC236}">
                    <a16:creationId xmlns:a16="http://schemas.microsoft.com/office/drawing/2014/main" id="{1E90DB03-6ADE-3F1D-DE54-0AD7F937BCB6}"/>
                  </a:ext>
                </a:extLst>
              </p14:cNvPr>
              <p14:cNvContentPartPr/>
              <p14:nvPr/>
            </p14:nvContentPartPr>
            <p14:xfrm>
              <a:off x="6045583" y="5579821"/>
              <a:ext cx="151200" cy="150480"/>
            </p14:xfrm>
          </p:contentPart>
        </mc:Choice>
        <mc:Fallback xmlns="">
          <p:pic>
            <p:nvPicPr>
              <p:cNvPr id="189" name="Ink 188">
                <a:extLst>
                  <a:ext uri="{FF2B5EF4-FFF2-40B4-BE49-F238E27FC236}">
                    <a16:creationId xmlns:a16="http://schemas.microsoft.com/office/drawing/2014/main" id="{1E90DB03-6ADE-3F1D-DE54-0AD7F937BCB6}"/>
                  </a:ext>
                </a:extLst>
              </p:cNvPr>
              <p:cNvPicPr/>
              <p:nvPr/>
            </p:nvPicPr>
            <p:blipFill>
              <a:blip r:embed="rId41"/>
              <a:stretch>
                <a:fillRect/>
              </a:stretch>
            </p:blipFill>
            <p:spPr>
              <a:xfrm>
                <a:off x="6034783" y="5569381"/>
                <a:ext cx="1724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1" name="Ink 200">
                <a:extLst>
                  <a:ext uri="{FF2B5EF4-FFF2-40B4-BE49-F238E27FC236}">
                    <a16:creationId xmlns:a16="http://schemas.microsoft.com/office/drawing/2014/main" id="{D3F5F030-D40C-321E-7E98-F74412228B07}"/>
                  </a:ext>
                </a:extLst>
              </p14:cNvPr>
              <p14:cNvContentPartPr/>
              <p14:nvPr/>
            </p14:nvContentPartPr>
            <p14:xfrm>
              <a:off x="6296863" y="5409541"/>
              <a:ext cx="741240" cy="427680"/>
            </p14:xfrm>
          </p:contentPart>
        </mc:Choice>
        <mc:Fallback xmlns="">
          <p:pic>
            <p:nvPicPr>
              <p:cNvPr id="201" name="Ink 200">
                <a:extLst>
                  <a:ext uri="{FF2B5EF4-FFF2-40B4-BE49-F238E27FC236}">
                    <a16:creationId xmlns:a16="http://schemas.microsoft.com/office/drawing/2014/main" id="{D3F5F030-D40C-321E-7E98-F74412228B07}"/>
                  </a:ext>
                </a:extLst>
              </p:cNvPr>
              <p:cNvPicPr/>
              <p:nvPr/>
            </p:nvPicPr>
            <p:blipFill>
              <a:blip r:embed="rId43"/>
              <a:stretch>
                <a:fillRect/>
              </a:stretch>
            </p:blipFill>
            <p:spPr>
              <a:xfrm>
                <a:off x="6286418" y="5398750"/>
                <a:ext cx="762490" cy="448902"/>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0" name="Ink 209">
                <a:extLst>
                  <a:ext uri="{FF2B5EF4-FFF2-40B4-BE49-F238E27FC236}">
                    <a16:creationId xmlns:a16="http://schemas.microsoft.com/office/drawing/2014/main" id="{EBBD47D4-3D07-D008-4A49-E57DFDD93755}"/>
                  </a:ext>
                </a:extLst>
              </p14:cNvPr>
              <p14:cNvContentPartPr/>
              <p14:nvPr/>
            </p14:nvContentPartPr>
            <p14:xfrm>
              <a:off x="6095983" y="5799061"/>
              <a:ext cx="905400" cy="295200"/>
            </p14:xfrm>
          </p:contentPart>
        </mc:Choice>
        <mc:Fallback xmlns="">
          <p:pic>
            <p:nvPicPr>
              <p:cNvPr id="210" name="Ink 209">
                <a:extLst>
                  <a:ext uri="{FF2B5EF4-FFF2-40B4-BE49-F238E27FC236}">
                    <a16:creationId xmlns:a16="http://schemas.microsoft.com/office/drawing/2014/main" id="{EBBD47D4-3D07-D008-4A49-E57DFDD93755}"/>
                  </a:ext>
                </a:extLst>
              </p:cNvPr>
              <p:cNvPicPr/>
              <p:nvPr/>
            </p:nvPicPr>
            <p:blipFill>
              <a:blip r:embed="rId45"/>
              <a:stretch>
                <a:fillRect/>
              </a:stretch>
            </p:blipFill>
            <p:spPr>
              <a:xfrm>
                <a:off x="6085187" y="5788621"/>
                <a:ext cx="926632"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3" name="Ink 212">
                <a:extLst>
                  <a:ext uri="{FF2B5EF4-FFF2-40B4-BE49-F238E27FC236}">
                    <a16:creationId xmlns:a16="http://schemas.microsoft.com/office/drawing/2014/main" id="{F0888A54-CA7A-C220-F408-55F41BDA4553}"/>
                  </a:ext>
                </a:extLst>
              </p14:cNvPr>
              <p14:cNvContentPartPr/>
              <p14:nvPr/>
            </p14:nvContentPartPr>
            <p14:xfrm>
              <a:off x="8189383" y="5170501"/>
              <a:ext cx="182520" cy="81360"/>
            </p14:xfrm>
          </p:contentPart>
        </mc:Choice>
        <mc:Fallback xmlns="">
          <p:pic>
            <p:nvPicPr>
              <p:cNvPr id="213" name="Ink 212">
                <a:extLst>
                  <a:ext uri="{FF2B5EF4-FFF2-40B4-BE49-F238E27FC236}">
                    <a16:creationId xmlns:a16="http://schemas.microsoft.com/office/drawing/2014/main" id="{F0888A54-CA7A-C220-F408-55F41BDA4553}"/>
                  </a:ext>
                </a:extLst>
              </p:cNvPr>
              <p:cNvPicPr/>
              <p:nvPr/>
            </p:nvPicPr>
            <p:blipFill>
              <a:blip r:embed="rId47"/>
              <a:stretch>
                <a:fillRect/>
              </a:stretch>
            </p:blipFill>
            <p:spPr>
              <a:xfrm>
                <a:off x="8178943" y="5159701"/>
                <a:ext cx="2037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8" name="Ink 237">
                <a:extLst>
                  <a:ext uri="{FF2B5EF4-FFF2-40B4-BE49-F238E27FC236}">
                    <a16:creationId xmlns:a16="http://schemas.microsoft.com/office/drawing/2014/main" id="{18C74F82-E9F1-0747-4738-A9D86434F44B}"/>
                  </a:ext>
                </a:extLst>
              </p14:cNvPr>
              <p14:cNvContentPartPr/>
              <p14:nvPr/>
            </p14:nvContentPartPr>
            <p14:xfrm>
              <a:off x="7592143" y="5264821"/>
              <a:ext cx="2351880" cy="622080"/>
            </p14:xfrm>
          </p:contentPart>
        </mc:Choice>
        <mc:Fallback xmlns="">
          <p:pic>
            <p:nvPicPr>
              <p:cNvPr id="238" name="Ink 237">
                <a:extLst>
                  <a:ext uri="{FF2B5EF4-FFF2-40B4-BE49-F238E27FC236}">
                    <a16:creationId xmlns:a16="http://schemas.microsoft.com/office/drawing/2014/main" id="{18C74F82-E9F1-0747-4738-A9D86434F44B}"/>
                  </a:ext>
                </a:extLst>
              </p:cNvPr>
              <p:cNvPicPr/>
              <p:nvPr/>
            </p:nvPicPr>
            <p:blipFill>
              <a:blip r:embed="rId49"/>
              <a:stretch>
                <a:fillRect/>
              </a:stretch>
            </p:blipFill>
            <p:spPr>
              <a:xfrm>
                <a:off x="7581703" y="5254021"/>
                <a:ext cx="237312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5" name="Ink 254">
                <a:extLst>
                  <a:ext uri="{FF2B5EF4-FFF2-40B4-BE49-F238E27FC236}">
                    <a16:creationId xmlns:a16="http://schemas.microsoft.com/office/drawing/2014/main" id="{4858183C-6BFB-729C-E47C-04E8B59D2A86}"/>
                  </a:ext>
                </a:extLst>
              </p14:cNvPr>
              <p14:cNvContentPartPr/>
              <p14:nvPr/>
            </p14:nvContentPartPr>
            <p14:xfrm>
              <a:off x="7755583" y="5786461"/>
              <a:ext cx="943560" cy="558720"/>
            </p14:xfrm>
          </p:contentPart>
        </mc:Choice>
        <mc:Fallback xmlns="">
          <p:pic>
            <p:nvPicPr>
              <p:cNvPr id="255" name="Ink 254">
                <a:extLst>
                  <a:ext uri="{FF2B5EF4-FFF2-40B4-BE49-F238E27FC236}">
                    <a16:creationId xmlns:a16="http://schemas.microsoft.com/office/drawing/2014/main" id="{4858183C-6BFB-729C-E47C-04E8B59D2A86}"/>
                  </a:ext>
                </a:extLst>
              </p:cNvPr>
              <p:cNvPicPr/>
              <p:nvPr/>
            </p:nvPicPr>
            <p:blipFill>
              <a:blip r:embed="rId51"/>
              <a:stretch>
                <a:fillRect/>
              </a:stretch>
            </p:blipFill>
            <p:spPr>
              <a:xfrm>
                <a:off x="7745143" y="5776014"/>
                <a:ext cx="964800" cy="579974"/>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4" name="Ink 263">
                <a:extLst>
                  <a:ext uri="{FF2B5EF4-FFF2-40B4-BE49-F238E27FC236}">
                    <a16:creationId xmlns:a16="http://schemas.microsoft.com/office/drawing/2014/main" id="{30D0D90E-204A-85CE-063C-05939AAB44B1}"/>
                  </a:ext>
                </a:extLst>
              </p14:cNvPr>
              <p14:cNvContentPartPr/>
              <p14:nvPr/>
            </p14:nvContentPartPr>
            <p14:xfrm>
              <a:off x="8912623" y="5918581"/>
              <a:ext cx="1100520" cy="252000"/>
            </p14:xfrm>
          </p:contentPart>
        </mc:Choice>
        <mc:Fallback xmlns="">
          <p:pic>
            <p:nvPicPr>
              <p:cNvPr id="264" name="Ink 263">
                <a:extLst>
                  <a:ext uri="{FF2B5EF4-FFF2-40B4-BE49-F238E27FC236}">
                    <a16:creationId xmlns:a16="http://schemas.microsoft.com/office/drawing/2014/main" id="{30D0D90E-204A-85CE-063C-05939AAB44B1}"/>
                  </a:ext>
                </a:extLst>
              </p:cNvPr>
              <p:cNvPicPr/>
              <p:nvPr/>
            </p:nvPicPr>
            <p:blipFill>
              <a:blip r:embed="rId53"/>
              <a:stretch>
                <a:fillRect/>
              </a:stretch>
            </p:blipFill>
            <p:spPr>
              <a:xfrm>
                <a:off x="8901823" y="5908141"/>
                <a:ext cx="1121760" cy="27324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FB5EF669-E93C-6193-0A2F-308FDA1C8BF7}"/>
                  </a:ext>
                </a:extLst>
              </p14:cNvPr>
              <p14:cNvContentPartPr/>
              <p14:nvPr/>
            </p14:nvContentPartPr>
            <p14:xfrm>
              <a:off x="619663" y="4387501"/>
              <a:ext cx="459360" cy="738720"/>
            </p14:xfrm>
          </p:contentPart>
        </mc:Choice>
        <mc:Fallback xmlns="">
          <p:pic>
            <p:nvPicPr>
              <p:cNvPr id="14" name="Ink 13">
                <a:extLst>
                  <a:ext uri="{FF2B5EF4-FFF2-40B4-BE49-F238E27FC236}">
                    <a16:creationId xmlns:a16="http://schemas.microsoft.com/office/drawing/2014/main" id="{FB5EF669-E93C-6193-0A2F-308FDA1C8BF7}"/>
                  </a:ext>
                </a:extLst>
              </p:cNvPr>
              <p:cNvPicPr/>
              <p:nvPr/>
            </p:nvPicPr>
            <p:blipFill>
              <a:blip r:embed="rId3"/>
              <a:stretch>
                <a:fillRect/>
              </a:stretch>
            </p:blipFill>
            <p:spPr>
              <a:xfrm>
                <a:off x="609223" y="4376701"/>
                <a:ext cx="480600" cy="7599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0047C979-2BEE-6C9D-F0E0-AFB8548E004D}"/>
                  </a:ext>
                </a:extLst>
              </p14:cNvPr>
              <p14:cNvContentPartPr/>
              <p14:nvPr/>
            </p14:nvContentPartPr>
            <p14:xfrm>
              <a:off x="613543" y="3415501"/>
              <a:ext cx="270360" cy="714240"/>
            </p14:xfrm>
          </p:contentPart>
        </mc:Choice>
        <mc:Fallback xmlns="">
          <p:pic>
            <p:nvPicPr>
              <p:cNvPr id="15" name="Ink 14">
                <a:extLst>
                  <a:ext uri="{FF2B5EF4-FFF2-40B4-BE49-F238E27FC236}">
                    <a16:creationId xmlns:a16="http://schemas.microsoft.com/office/drawing/2014/main" id="{0047C979-2BEE-6C9D-F0E0-AFB8548E004D}"/>
                  </a:ext>
                </a:extLst>
              </p:cNvPr>
              <p:cNvPicPr/>
              <p:nvPr/>
            </p:nvPicPr>
            <p:blipFill>
              <a:blip r:embed="rId5"/>
              <a:stretch>
                <a:fillRect/>
              </a:stretch>
            </p:blipFill>
            <p:spPr>
              <a:xfrm>
                <a:off x="602757" y="3405061"/>
                <a:ext cx="291572"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AC583C6-3F76-0751-ADF7-FD669046F2C9}"/>
                  </a:ext>
                </a:extLst>
              </p14:cNvPr>
              <p14:cNvContentPartPr/>
              <p14:nvPr/>
            </p14:nvContentPartPr>
            <p14:xfrm>
              <a:off x="567463" y="1618381"/>
              <a:ext cx="342000" cy="1540800"/>
            </p14:xfrm>
          </p:contentPart>
        </mc:Choice>
        <mc:Fallback xmlns="">
          <p:pic>
            <p:nvPicPr>
              <p:cNvPr id="16" name="Ink 15">
                <a:extLst>
                  <a:ext uri="{FF2B5EF4-FFF2-40B4-BE49-F238E27FC236}">
                    <a16:creationId xmlns:a16="http://schemas.microsoft.com/office/drawing/2014/main" id="{AAC583C6-3F76-0751-ADF7-FD669046F2C9}"/>
                  </a:ext>
                </a:extLst>
              </p:cNvPr>
              <p:cNvPicPr/>
              <p:nvPr/>
            </p:nvPicPr>
            <p:blipFill>
              <a:blip r:embed="rId7"/>
              <a:stretch>
                <a:fillRect/>
              </a:stretch>
            </p:blipFill>
            <p:spPr>
              <a:xfrm>
                <a:off x="556663" y="1607581"/>
                <a:ext cx="363240" cy="1562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8" name="Ink 27">
                <a:extLst>
                  <a:ext uri="{FF2B5EF4-FFF2-40B4-BE49-F238E27FC236}">
                    <a16:creationId xmlns:a16="http://schemas.microsoft.com/office/drawing/2014/main" id="{1AA703EB-4F05-6C63-9789-B5BC837D8634}"/>
                  </a:ext>
                </a:extLst>
              </p14:cNvPr>
              <p14:cNvContentPartPr/>
              <p14:nvPr/>
            </p14:nvContentPartPr>
            <p14:xfrm>
              <a:off x="1141663" y="4724101"/>
              <a:ext cx="302040" cy="361440"/>
            </p14:xfrm>
          </p:contentPart>
        </mc:Choice>
        <mc:Fallback xmlns="">
          <p:pic>
            <p:nvPicPr>
              <p:cNvPr id="28" name="Ink 27">
                <a:extLst>
                  <a:ext uri="{FF2B5EF4-FFF2-40B4-BE49-F238E27FC236}">
                    <a16:creationId xmlns:a16="http://schemas.microsoft.com/office/drawing/2014/main" id="{1AA703EB-4F05-6C63-9789-B5BC837D8634}"/>
                  </a:ext>
                </a:extLst>
              </p:cNvPr>
              <p:cNvPicPr/>
              <p:nvPr/>
            </p:nvPicPr>
            <p:blipFill>
              <a:blip r:embed="rId9"/>
              <a:stretch>
                <a:fillRect/>
              </a:stretch>
            </p:blipFill>
            <p:spPr>
              <a:xfrm>
                <a:off x="1130863" y="4713301"/>
                <a:ext cx="32328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9" name="Ink 28">
                <a:extLst>
                  <a:ext uri="{FF2B5EF4-FFF2-40B4-BE49-F238E27FC236}">
                    <a16:creationId xmlns:a16="http://schemas.microsoft.com/office/drawing/2014/main" id="{40F3AE59-773E-BB22-1FE0-4A880D69F35C}"/>
                  </a:ext>
                </a:extLst>
              </p14:cNvPr>
              <p14:cNvContentPartPr/>
              <p14:nvPr/>
            </p14:nvContentPartPr>
            <p14:xfrm>
              <a:off x="1040863" y="3762181"/>
              <a:ext cx="195120" cy="283320"/>
            </p14:xfrm>
          </p:contentPart>
        </mc:Choice>
        <mc:Fallback xmlns="">
          <p:pic>
            <p:nvPicPr>
              <p:cNvPr id="29" name="Ink 28">
                <a:extLst>
                  <a:ext uri="{FF2B5EF4-FFF2-40B4-BE49-F238E27FC236}">
                    <a16:creationId xmlns:a16="http://schemas.microsoft.com/office/drawing/2014/main" id="{40F3AE59-773E-BB22-1FE0-4A880D69F35C}"/>
                  </a:ext>
                </a:extLst>
              </p:cNvPr>
              <p:cNvPicPr/>
              <p:nvPr/>
            </p:nvPicPr>
            <p:blipFill>
              <a:blip r:embed="rId11"/>
              <a:stretch>
                <a:fillRect/>
              </a:stretch>
            </p:blipFill>
            <p:spPr>
              <a:xfrm>
                <a:off x="1030423" y="3751381"/>
                <a:ext cx="2163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B74493BA-404E-8FE5-3DF2-F1574B903504}"/>
                  </a:ext>
                </a:extLst>
              </p14:cNvPr>
              <p14:cNvContentPartPr/>
              <p14:nvPr/>
            </p14:nvContentPartPr>
            <p14:xfrm>
              <a:off x="996943" y="2853901"/>
              <a:ext cx="208080" cy="235800"/>
            </p14:xfrm>
          </p:contentPart>
        </mc:Choice>
        <mc:Fallback xmlns="">
          <p:pic>
            <p:nvPicPr>
              <p:cNvPr id="30" name="Ink 29">
                <a:extLst>
                  <a:ext uri="{FF2B5EF4-FFF2-40B4-BE49-F238E27FC236}">
                    <a16:creationId xmlns:a16="http://schemas.microsoft.com/office/drawing/2014/main" id="{B74493BA-404E-8FE5-3DF2-F1574B903504}"/>
                  </a:ext>
                </a:extLst>
              </p:cNvPr>
              <p:cNvPicPr/>
              <p:nvPr/>
            </p:nvPicPr>
            <p:blipFill>
              <a:blip r:embed="rId13"/>
              <a:stretch>
                <a:fillRect/>
              </a:stretch>
            </p:blipFill>
            <p:spPr>
              <a:xfrm>
                <a:off x="986485" y="2843461"/>
                <a:ext cx="229357"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468CE4-91A8-3A3B-D314-4AF135501360}"/>
                  </a:ext>
                </a:extLst>
              </p14:cNvPr>
              <p14:cNvContentPartPr/>
              <p14:nvPr/>
            </p14:nvContentPartPr>
            <p14:xfrm>
              <a:off x="902623" y="2045701"/>
              <a:ext cx="258120" cy="342720"/>
            </p14:xfrm>
          </p:contentPart>
        </mc:Choice>
        <mc:Fallback xmlns="">
          <p:pic>
            <p:nvPicPr>
              <p:cNvPr id="31" name="Ink 30">
                <a:extLst>
                  <a:ext uri="{FF2B5EF4-FFF2-40B4-BE49-F238E27FC236}">
                    <a16:creationId xmlns:a16="http://schemas.microsoft.com/office/drawing/2014/main" id="{FB468CE4-91A8-3A3B-D314-4AF135501360}"/>
                  </a:ext>
                </a:extLst>
              </p:cNvPr>
              <p:cNvPicPr/>
              <p:nvPr/>
            </p:nvPicPr>
            <p:blipFill>
              <a:blip r:embed="rId15"/>
              <a:stretch>
                <a:fillRect/>
              </a:stretch>
            </p:blipFill>
            <p:spPr>
              <a:xfrm>
                <a:off x="892183" y="2035261"/>
                <a:ext cx="279360" cy="363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6" name="Ink 35">
                <a:extLst>
                  <a:ext uri="{FF2B5EF4-FFF2-40B4-BE49-F238E27FC236}">
                    <a16:creationId xmlns:a16="http://schemas.microsoft.com/office/drawing/2014/main" id="{8629A650-0BE0-99BA-5B5C-0BFA5D8CB085}"/>
                  </a:ext>
                </a:extLst>
              </p14:cNvPr>
              <p14:cNvContentPartPr/>
              <p14:nvPr/>
            </p14:nvContentPartPr>
            <p14:xfrm>
              <a:off x="695263" y="5549221"/>
              <a:ext cx="566280" cy="328680"/>
            </p14:xfrm>
          </p:contentPart>
        </mc:Choice>
        <mc:Fallback xmlns="">
          <p:pic>
            <p:nvPicPr>
              <p:cNvPr id="36" name="Ink 35">
                <a:extLst>
                  <a:ext uri="{FF2B5EF4-FFF2-40B4-BE49-F238E27FC236}">
                    <a16:creationId xmlns:a16="http://schemas.microsoft.com/office/drawing/2014/main" id="{8629A650-0BE0-99BA-5B5C-0BFA5D8CB085}"/>
                  </a:ext>
                </a:extLst>
              </p:cNvPr>
              <p:cNvPicPr/>
              <p:nvPr/>
            </p:nvPicPr>
            <p:blipFill>
              <a:blip r:embed="rId17"/>
              <a:stretch>
                <a:fillRect/>
              </a:stretch>
            </p:blipFill>
            <p:spPr>
              <a:xfrm>
                <a:off x="684463" y="5538421"/>
                <a:ext cx="58752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8" name="Ink 47">
                <a:extLst>
                  <a:ext uri="{FF2B5EF4-FFF2-40B4-BE49-F238E27FC236}">
                    <a16:creationId xmlns:a16="http://schemas.microsoft.com/office/drawing/2014/main" id="{1B4C7C42-85B2-6E65-C375-BA2761F0508B}"/>
                  </a:ext>
                </a:extLst>
              </p14:cNvPr>
              <p14:cNvContentPartPr/>
              <p14:nvPr/>
            </p14:nvContentPartPr>
            <p14:xfrm>
              <a:off x="2292223" y="5157901"/>
              <a:ext cx="1047240" cy="880560"/>
            </p14:xfrm>
          </p:contentPart>
        </mc:Choice>
        <mc:Fallback xmlns="">
          <p:pic>
            <p:nvPicPr>
              <p:cNvPr id="48" name="Ink 47">
                <a:extLst>
                  <a:ext uri="{FF2B5EF4-FFF2-40B4-BE49-F238E27FC236}">
                    <a16:creationId xmlns:a16="http://schemas.microsoft.com/office/drawing/2014/main" id="{1B4C7C42-85B2-6E65-C375-BA2761F0508B}"/>
                  </a:ext>
                </a:extLst>
              </p:cNvPr>
              <p:cNvPicPr/>
              <p:nvPr/>
            </p:nvPicPr>
            <p:blipFill>
              <a:blip r:embed="rId19"/>
              <a:stretch>
                <a:fillRect/>
              </a:stretch>
            </p:blipFill>
            <p:spPr>
              <a:xfrm>
                <a:off x="2281427" y="5147461"/>
                <a:ext cx="1068473"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1" name="Ink 60">
                <a:extLst>
                  <a:ext uri="{FF2B5EF4-FFF2-40B4-BE49-F238E27FC236}">
                    <a16:creationId xmlns:a16="http://schemas.microsoft.com/office/drawing/2014/main" id="{D407FE50-CD33-0938-D393-BF3CB3EFC67A}"/>
                  </a:ext>
                </a:extLst>
              </p14:cNvPr>
              <p14:cNvContentPartPr/>
              <p14:nvPr/>
            </p14:nvContentPartPr>
            <p14:xfrm>
              <a:off x="2267023" y="4271581"/>
              <a:ext cx="371160" cy="478080"/>
            </p14:xfrm>
          </p:contentPart>
        </mc:Choice>
        <mc:Fallback xmlns="">
          <p:pic>
            <p:nvPicPr>
              <p:cNvPr id="61" name="Ink 60">
                <a:extLst>
                  <a:ext uri="{FF2B5EF4-FFF2-40B4-BE49-F238E27FC236}">
                    <a16:creationId xmlns:a16="http://schemas.microsoft.com/office/drawing/2014/main" id="{D407FE50-CD33-0938-D393-BF3CB3EFC67A}"/>
                  </a:ext>
                </a:extLst>
              </p:cNvPr>
              <p:cNvPicPr/>
              <p:nvPr/>
            </p:nvPicPr>
            <p:blipFill>
              <a:blip r:embed="rId21"/>
              <a:stretch>
                <a:fillRect/>
              </a:stretch>
            </p:blipFill>
            <p:spPr>
              <a:xfrm>
                <a:off x="2256223" y="4260781"/>
                <a:ext cx="39240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2" name="Ink 61">
                <a:extLst>
                  <a:ext uri="{FF2B5EF4-FFF2-40B4-BE49-F238E27FC236}">
                    <a16:creationId xmlns:a16="http://schemas.microsoft.com/office/drawing/2014/main" id="{6A659CA3-4CBB-E8C7-8846-9FF8428AFA05}"/>
                  </a:ext>
                </a:extLst>
              </p14:cNvPr>
              <p14:cNvContentPartPr/>
              <p14:nvPr/>
            </p14:nvContentPartPr>
            <p14:xfrm>
              <a:off x="2213743" y="3466621"/>
              <a:ext cx="324000" cy="528840"/>
            </p14:xfrm>
          </p:contentPart>
        </mc:Choice>
        <mc:Fallback xmlns="">
          <p:pic>
            <p:nvPicPr>
              <p:cNvPr id="62" name="Ink 61">
                <a:extLst>
                  <a:ext uri="{FF2B5EF4-FFF2-40B4-BE49-F238E27FC236}">
                    <a16:creationId xmlns:a16="http://schemas.microsoft.com/office/drawing/2014/main" id="{6A659CA3-4CBB-E8C7-8846-9FF8428AFA05}"/>
                  </a:ext>
                </a:extLst>
              </p:cNvPr>
              <p:cNvPicPr/>
              <p:nvPr/>
            </p:nvPicPr>
            <p:blipFill>
              <a:blip r:embed="rId23"/>
              <a:stretch>
                <a:fillRect/>
              </a:stretch>
            </p:blipFill>
            <p:spPr>
              <a:xfrm>
                <a:off x="2203291" y="3456174"/>
                <a:ext cx="345264" cy="550094"/>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63" name="Ink 62">
                <a:extLst>
                  <a:ext uri="{FF2B5EF4-FFF2-40B4-BE49-F238E27FC236}">
                    <a16:creationId xmlns:a16="http://schemas.microsoft.com/office/drawing/2014/main" id="{8905227E-C027-846D-1498-AD02C7E73883}"/>
                  </a:ext>
                </a:extLst>
              </p14:cNvPr>
              <p14:cNvContentPartPr/>
              <p14:nvPr/>
            </p14:nvContentPartPr>
            <p14:xfrm>
              <a:off x="2254423" y="2605861"/>
              <a:ext cx="321120" cy="496440"/>
            </p14:xfrm>
          </p:contentPart>
        </mc:Choice>
        <mc:Fallback xmlns="">
          <p:pic>
            <p:nvPicPr>
              <p:cNvPr id="63" name="Ink 62">
                <a:extLst>
                  <a:ext uri="{FF2B5EF4-FFF2-40B4-BE49-F238E27FC236}">
                    <a16:creationId xmlns:a16="http://schemas.microsoft.com/office/drawing/2014/main" id="{8905227E-C027-846D-1498-AD02C7E73883}"/>
                  </a:ext>
                </a:extLst>
              </p:cNvPr>
              <p:cNvPicPr/>
              <p:nvPr/>
            </p:nvPicPr>
            <p:blipFill>
              <a:blip r:embed="rId25"/>
              <a:stretch>
                <a:fillRect/>
              </a:stretch>
            </p:blipFill>
            <p:spPr>
              <a:xfrm>
                <a:off x="2243623" y="2595421"/>
                <a:ext cx="3423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4" name="Ink 63">
                <a:extLst>
                  <a:ext uri="{FF2B5EF4-FFF2-40B4-BE49-F238E27FC236}">
                    <a16:creationId xmlns:a16="http://schemas.microsoft.com/office/drawing/2014/main" id="{317F0628-7810-A85E-0005-E0262DF9C0A1}"/>
                  </a:ext>
                </a:extLst>
              </p14:cNvPr>
              <p14:cNvContentPartPr/>
              <p14:nvPr/>
            </p14:nvContentPartPr>
            <p14:xfrm>
              <a:off x="2186023" y="1737541"/>
              <a:ext cx="326160" cy="628200"/>
            </p14:xfrm>
          </p:contentPart>
        </mc:Choice>
        <mc:Fallback xmlns="">
          <p:pic>
            <p:nvPicPr>
              <p:cNvPr id="64" name="Ink 63">
                <a:extLst>
                  <a:ext uri="{FF2B5EF4-FFF2-40B4-BE49-F238E27FC236}">
                    <a16:creationId xmlns:a16="http://schemas.microsoft.com/office/drawing/2014/main" id="{317F0628-7810-A85E-0005-E0262DF9C0A1}"/>
                  </a:ext>
                </a:extLst>
              </p:cNvPr>
              <p:cNvPicPr/>
              <p:nvPr/>
            </p:nvPicPr>
            <p:blipFill>
              <a:blip r:embed="rId27"/>
              <a:stretch>
                <a:fillRect/>
              </a:stretch>
            </p:blipFill>
            <p:spPr>
              <a:xfrm>
                <a:off x="2175235" y="1727101"/>
                <a:ext cx="347377"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71" name="Ink 70">
                <a:extLst>
                  <a:ext uri="{FF2B5EF4-FFF2-40B4-BE49-F238E27FC236}">
                    <a16:creationId xmlns:a16="http://schemas.microsoft.com/office/drawing/2014/main" id="{AAADBCA0-2059-C337-5DF0-96DCE30AB0A9}"/>
                  </a:ext>
                </a:extLst>
              </p14:cNvPr>
              <p14:cNvContentPartPr/>
              <p14:nvPr/>
            </p14:nvContentPartPr>
            <p14:xfrm>
              <a:off x="3638263" y="1899181"/>
              <a:ext cx="1243800" cy="1548000"/>
            </p14:xfrm>
          </p:contentPart>
        </mc:Choice>
        <mc:Fallback xmlns="">
          <p:pic>
            <p:nvPicPr>
              <p:cNvPr id="71" name="Ink 70">
                <a:extLst>
                  <a:ext uri="{FF2B5EF4-FFF2-40B4-BE49-F238E27FC236}">
                    <a16:creationId xmlns:a16="http://schemas.microsoft.com/office/drawing/2014/main" id="{AAADBCA0-2059-C337-5DF0-96DCE30AB0A9}"/>
                  </a:ext>
                </a:extLst>
              </p:cNvPr>
              <p:cNvPicPr/>
              <p:nvPr/>
            </p:nvPicPr>
            <p:blipFill>
              <a:blip r:embed="rId29"/>
              <a:stretch>
                <a:fillRect/>
              </a:stretch>
            </p:blipFill>
            <p:spPr>
              <a:xfrm>
                <a:off x="3627463" y="1888384"/>
                <a:ext cx="1265040" cy="1569235"/>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78" name="Ink 77">
                <a:extLst>
                  <a:ext uri="{FF2B5EF4-FFF2-40B4-BE49-F238E27FC236}">
                    <a16:creationId xmlns:a16="http://schemas.microsoft.com/office/drawing/2014/main" id="{7C650E00-B8D5-E5F7-AC28-DF6D2633EC92}"/>
                  </a:ext>
                </a:extLst>
              </p14:cNvPr>
              <p14:cNvContentPartPr/>
              <p14:nvPr/>
            </p14:nvContentPartPr>
            <p14:xfrm>
              <a:off x="3902863" y="3812581"/>
              <a:ext cx="936000" cy="628920"/>
            </p14:xfrm>
          </p:contentPart>
        </mc:Choice>
        <mc:Fallback xmlns="">
          <p:pic>
            <p:nvPicPr>
              <p:cNvPr id="78" name="Ink 77">
                <a:extLst>
                  <a:ext uri="{FF2B5EF4-FFF2-40B4-BE49-F238E27FC236}">
                    <a16:creationId xmlns:a16="http://schemas.microsoft.com/office/drawing/2014/main" id="{7C650E00-B8D5-E5F7-AC28-DF6D2633EC92}"/>
                  </a:ext>
                </a:extLst>
              </p:cNvPr>
              <p:cNvPicPr/>
              <p:nvPr/>
            </p:nvPicPr>
            <p:blipFill>
              <a:blip r:embed="rId31"/>
              <a:stretch>
                <a:fillRect/>
              </a:stretch>
            </p:blipFill>
            <p:spPr>
              <a:xfrm>
                <a:off x="3892419" y="3801781"/>
                <a:ext cx="957248"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85" name="Ink 84">
                <a:extLst>
                  <a:ext uri="{FF2B5EF4-FFF2-40B4-BE49-F238E27FC236}">
                    <a16:creationId xmlns:a16="http://schemas.microsoft.com/office/drawing/2014/main" id="{3F5E07B1-0282-5512-D461-3E7E821A5F7B}"/>
                  </a:ext>
                </a:extLst>
              </p14:cNvPr>
              <p14:cNvContentPartPr/>
              <p14:nvPr/>
            </p14:nvContentPartPr>
            <p14:xfrm>
              <a:off x="4266103" y="1638541"/>
              <a:ext cx="776880" cy="552240"/>
            </p14:xfrm>
          </p:contentPart>
        </mc:Choice>
        <mc:Fallback xmlns="">
          <p:pic>
            <p:nvPicPr>
              <p:cNvPr id="85" name="Ink 84">
                <a:extLst>
                  <a:ext uri="{FF2B5EF4-FFF2-40B4-BE49-F238E27FC236}">
                    <a16:creationId xmlns:a16="http://schemas.microsoft.com/office/drawing/2014/main" id="{3F5E07B1-0282-5512-D461-3E7E821A5F7B}"/>
                  </a:ext>
                </a:extLst>
              </p:cNvPr>
              <p:cNvPicPr/>
              <p:nvPr/>
            </p:nvPicPr>
            <p:blipFill>
              <a:blip r:embed="rId33"/>
              <a:stretch>
                <a:fillRect/>
              </a:stretch>
            </p:blipFill>
            <p:spPr>
              <a:xfrm>
                <a:off x="4255658" y="1627741"/>
                <a:ext cx="798130" cy="573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92" name="Ink 91">
                <a:extLst>
                  <a:ext uri="{FF2B5EF4-FFF2-40B4-BE49-F238E27FC236}">
                    <a16:creationId xmlns:a16="http://schemas.microsoft.com/office/drawing/2014/main" id="{F92A99A4-D056-6A41-F630-E557B6A6B015}"/>
                  </a:ext>
                </a:extLst>
              </p14:cNvPr>
              <p14:cNvContentPartPr/>
              <p14:nvPr/>
            </p14:nvContentPartPr>
            <p14:xfrm>
              <a:off x="4297783" y="3491101"/>
              <a:ext cx="813240" cy="485280"/>
            </p14:xfrm>
          </p:contentPart>
        </mc:Choice>
        <mc:Fallback xmlns="">
          <p:pic>
            <p:nvPicPr>
              <p:cNvPr id="92" name="Ink 91">
                <a:extLst>
                  <a:ext uri="{FF2B5EF4-FFF2-40B4-BE49-F238E27FC236}">
                    <a16:creationId xmlns:a16="http://schemas.microsoft.com/office/drawing/2014/main" id="{F92A99A4-D056-6A41-F630-E557B6A6B015}"/>
                  </a:ext>
                </a:extLst>
              </p:cNvPr>
              <p:cNvPicPr/>
              <p:nvPr/>
            </p:nvPicPr>
            <p:blipFill>
              <a:blip r:embed="rId35"/>
              <a:stretch>
                <a:fillRect/>
              </a:stretch>
            </p:blipFill>
            <p:spPr>
              <a:xfrm>
                <a:off x="4286988" y="3480661"/>
                <a:ext cx="834471"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12" name="Ink 111">
                <a:extLst>
                  <a:ext uri="{FF2B5EF4-FFF2-40B4-BE49-F238E27FC236}">
                    <a16:creationId xmlns:a16="http://schemas.microsoft.com/office/drawing/2014/main" id="{7AE01728-8674-B4D6-7D7B-D34B4A96B7B7}"/>
                  </a:ext>
                </a:extLst>
              </p14:cNvPr>
              <p14:cNvContentPartPr/>
              <p14:nvPr/>
            </p14:nvContentPartPr>
            <p14:xfrm>
              <a:off x="5856943" y="3252781"/>
              <a:ext cx="1138320" cy="905760"/>
            </p14:xfrm>
          </p:contentPart>
        </mc:Choice>
        <mc:Fallback xmlns="">
          <p:pic>
            <p:nvPicPr>
              <p:cNvPr id="112" name="Ink 111">
                <a:extLst>
                  <a:ext uri="{FF2B5EF4-FFF2-40B4-BE49-F238E27FC236}">
                    <a16:creationId xmlns:a16="http://schemas.microsoft.com/office/drawing/2014/main" id="{7AE01728-8674-B4D6-7D7B-D34B4A96B7B7}"/>
                  </a:ext>
                </a:extLst>
              </p:cNvPr>
              <p:cNvPicPr/>
              <p:nvPr/>
            </p:nvPicPr>
            <p:blipFill>
              <a:blip r:embed="rId37"/>
              <a:stretch>
                <a:fillRect/>
              </a:stretch>
            </p:blipFill>
            <p:spPr>
              <a:xfrm>
                <a:off x="5846143" y="3242341"/>
                <a:ext cx="115956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13" name="Ink 112">
                <a:extLst>
                  <a:ext uri="{FF2B5EF4-FFF2-40B4-BE49-F238E27FC236}">
                    <a16:creationId xmlns:a16="http://schemas.microsoft.com/office/drawing/2014/main" id="{49A6694F-C5FA-C636-742B-E75817DDDA2B}"/>
                  </a:ext>
                </a:extLst>
              </p14:cNvPr>
              <p14:cNvContentPartPr/>
              <p14:nvPr/>
            </p14:nvContentPartPr>
            <p14:xfrm>
              <a:off x="5794663" y="2090341"/>
              <a:ext cx="1081080" cy="804600"/>
            </p14:xfrm>
          </p:contentPart>
        </mc:Choice>
        <mc:Fallback xmlns="">
          <p:pic>
            <p:nvPicPr>
              <p:cNvPr id="113" name="Ink 112">
                <a:extLst>
                  <a:ext uri="{FF2B5EF4-FFF2-40B4-BE49-F238E27FC236}">
                    <a16:creationId xmlns:a16="http://schemas.microsoft.com/office/drawing/2014/main" id="{49A6694F-C5FA-C636-742B-E75817DDDA2B}"/>
                  </a:ext>
                </a:extLst>
              </p:cNvPr>
              <p:cNvPicPr/>
              <p:nvPr/>
            </p:nvPicPr>
            <p:blipFill>
              <a:blip r:embed="rId39"/>
              <a:stretch>
                <a:fillRect/>
              </a:stretch>
            </p:blipFill>
            <p:spPr>
              <a:xfrm>
                <a:off x="5784223" y="2079896"/>
                <a:ext cx="1102320" cy="82585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25" name="Ink 124">
                <a:extLst>
                  <a:ext uri="{FF2B5EF4-FFF2-40B4-BE49-F238E27FC236}">
                    <a16:creationId xmlns:a16="http://schemas.microsoft.com/office/drawing/2014/main" id="{EDDBD71C-4A51-A259-EC26-EF9B0BA61EC4}"/>
                  </a:ext>
                </a:extLst>
              </p14:cNvPr>
              <p14:cNvContentPartPr/>
              <p14:nvPr/>
            </p14:nvContentPartPr>
            <p14:xfrm>
              <a:off x="7655143" y="2687221"/>
              <a:ext cx="428040" cy="321120"/>
            </p14:xfrm>
          </p:contentPart>
        </mc:Choice>
        <mc:Fallback xmlns="">
          <p:pic>
            <p:nvPicPr>
              <p:cNvPr id="125" name="Ink 124">
                <a:extLst>
                  <a:ext uri="{FF2B5EF4-FFF2-40B4-BE49-F238E27FC236}">
                    <a16:creationId xmlns:a16="http://schemas.microsoft.com/office/drawing/2014/main" id="{EDDBD71C-4A51-A259-EC26-EF9B0BA61EC4}"/>
                  </a:ext>
                </a:extLst>
              </p:cNvPr>
              <p:cNvPicPr/>
              <p:nvPr/>
            </p:nvPicPr>
            <p:blipFill>
              <a:blip r:embed="rId41"/>
              <a:stretch>
                <a:fillRect/>
              </a:stretch>
            </p:blipFill>
            <p:spPr>
              <a:xfrm>
                <a:off x="7644343" y="2676421"/>
                <a:ext cx="44928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40" name="Ink 139">
                <a:extLst>
                  <a:ext uri="{FF2B5EF4-FFF2-40B4-BE49-F238E27FC236}">
                    <a16:creationId xmlns:a16="http://schemas.microsoft.com/office/drawing/2014/main" id="{2D7A27A0-146E-462D-321B-163384692D31}"/>
                  </a:ext>
                </a:extLst>
              </p14:cNvPr>
              <p14:cNvContentPartPr/>
              <p14:nvPr/>
            </p14:nvContentPartPr>
            <p14:xfrm>
              <a:off x="7680343" y="2555101"/>
              <a:ext cx="1106640" cy="1147680"/>
            </p14:xfrm>
          </p:contentPart>
        </mc:Choice>
        <mc:Fallback xmlns="">
          <p:pic>
            <p:nvPicPr>
              <p:cNvPr id="140" name="Ink 139">
                <a:extLst>
                  <a:ext uri="{FF2B5EF4-FFF2-40B4-BE49-F238E27FC236}">
                    <a16:creationId xmlns:a16="http://schemas.microsoft.com/office/drawing/2014/main" id="{2D7A27A0-146E-462D-321B-163384692D31}"/>
                  </a:ext>
                </a:extLst>
              </p:cNvPr>
              <p:cNvPicPr/>
              <p:nvPr/>
            </p:nvPicPr>
            <p:blipFill>
              <a:blip r:embed="rId43"/>
              <a:stretch>
                <a:fillRect/>
              </a:stretch>
            </p:blipFill>
            <p:spPr>
              <a:xfrm>
                <a:off x="7669547" y="2544298"/>
                <a:ext cx="1127873" cy="1168927"/>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48" name="Ink 147">
                <a:extLst>
                  <a:ext uri="{FF2B5EF4-FFF2-40B4-BE49-F238E27FC236}">
                    <a16:creationId xmlns:a16="http://schemas.microsoft.com/office/drawing/2014/main" id="{DD92D9A6-5F14-6AD0-BBD6-6FB5E3B262D5}"/>
                  </a:ext>
                </a:extLst>
              </p14:cNvPr>
              <p14:cNvContentPartPr/>
              <p14:nvPr/>
            </p14:nvContentPartPr>
            <p14:xfrm>
              <a:off x="7579543" y="2133901"/>
              <a:ext cx="798840" cy="540360"/>
            </p14:xfrm>
          </p:contentPart>
        </mc:Choice>
        <mc:Fallback xmlns="">
          <p:pic>
            <p:nvPicPr>
              <p:cNvPr id="148" name="Ink 147">
                <a:extLst>
                  <a:ext uri="{FF2B5EF4-FFF2-40B4-BE49-F238E27FC236}">
                    <a16:creationId xmlns:a16="http://schemas.microsoft.com/office/drawing/2014/main" id="{DD92D9A6-5F14-6AD0-BBD6-6FB5E3B262D5}"/>
                  </a:ext>
                </a:extLst>
              </p:cNvPr>
              <p:cNvPicPr/>
              <p:nvPr/>
            </p:nvPicPr>
            <p:blipFill>
              <a:blip r:embed="rId45"/>
              <a:stretch>
                <a:fillRect/>
              </a:stretch>
            </p:blipFill>
            <p:spPr>
              <a:xfrm>
                <a:off x="7569103" y="2123101"/>
                <a:ext cx="820080" cy="561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3" name="Ink 162">
                <a:extLst>
                  <a:ext uri="{FF2B5EF4-FFF2-40B4-BE49-F238E27FC236}">
                    <a16:creationId xmlns:a16="http://schemas.microsoft.com/office/drawing/2014/main" id="{C7860788-D7AD-8584-4622-9D90CD40C896}"/>
                  </a:ext>
                </a:extLst>
              </p14:cNvPr>
              <p14:cNvContentPartPr/>
              <p14:nvPr/>
            </p14:nvContentPartPr>
            <p14:xfrm>
              <a:off x="9418783" y="2297341"/>
              <a:ext cx="1141200" cy="1169640"/>
            </p14:xfrm>
          </p:contentPart>
        </mc:Choice>
        <mc:Fallback xmlns="">
          <p:pic>
            <p:nvPicPr>
              <p:cNvPr id="163" name="Ink 162">
                <a:extLst>
                  <a:ext uri="{FF2B5EF4-FFF2-40B4-BE49-F238E27FC236}">
                    <a16:creationId xmlns:a16="http://schemas.microsoft.com/office/drawing/2014/main" id="{C7860788-D7AD-8584-4622-9D90CD40C896}"/>
                  </a:ext>
                </a:extLst>
              </p:cNvPr>
              <p:cNvPicPr/>
              <p:nvPr/>
            </p:nvPicPr>
            <p:blipFill>
              <a:blip r:embed="rId47"/>
              <a:stretch>
                <a:fillRect/>
              </a:stretch>
            </p:blipFill>
            <p:spPr>
              <a:xfrm>
                <a:off x="9408343" y="2286541"/>
                <a:ext cx="1162440" cy="1190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69" name="Ink 168">
                <a:extLst>
                  <a:ext uri="{FF2B5EF4-FFF2-40B4-BE49-F238E27FC236}">
                    <a16:creationId xmlns:a16="http://schemas.microsoft.com/office/drawing/2014/main" id="{8CEDCCA9-EDD7-A93D-08DD-7085FDE581EF}"/>
                  </a:ext>
                </a:extLst>
              </p14:cNvPr>
              <p14:cNvContentPartPr/>
              <p14:nvPr/>
            </p14:nvContentPartPr>
            <p14:xfrm>
              <a:off x="7598983" y="1671301"/>
              <a:ext cx="647280" cy="946800"/>
            </p14:xfrm>
          </p:contentPart>
        </mc:Choice>
        <mc:Fallback xmlns="">
          <p:pic>
            <p:nvPicPr>
              <p:cNvPr id="169" name="Ink 168">
                <a:extLst>
                  <a:ext uri="{FF2B5EF4-FFF2-40B4-BE49-F238E27FC236}">
                    <a16:creationId xmlns:a16="http://schemas.microsoft.com/office/drawing/2014/main" id="{8CEDCCA9-EDD7-A93D-08DD-7085FDE581EF}"/>
                  </a:ext>
                </a:extLst>
              </p:cNvPr>
              <p:cNvPicPr/>
              <p:nvPr/>
            </p:nvPicPr>
            <p:blipFill>
              <a:blip r:embed="rId49"/>
              <a:stretch>
                <a:fillRect/>
              </a:stretch>
            </p:blipFill>
            <p:spPr>
              <a:xfrm>
                <a:off x="7588543" y="1660861"/>
                <a:ext cx="668520" cy="968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6" name="Ink 185">
                <a:extLst>
                  <a:ext uri="{FF2B5EF4-FFF2-40B4-BE49-F238E27FC236}">
                    <a16:creationId xmlns:a16="http://schemas.microsoft.com/office/drawing/2014/main" id="{93C72863-5649-D53A-DAA3-610C6E476E21}"/>
                  </a:ext>
                </a:extLst>
              </p14:cNvPr>
              <p14:cNvContentPartPr/>
              <p14:nvPr/>
            </p14:nvContentPartPr>
            <p14:xfrm>
              <a:off x="11041663" y="1819981"/>
              <a:ext cx="945720" cy="1218240"/>
            </p14:xfrm>
          </p:contentPart>
        </mc:Choice>
        <mc:Fallback xmlns="">
          <p:pic>
            <p:nvPicPr>
              <p:cNvPr id="186" name="Ink 185">
                <a:extLst>
                  <a:ext uri="{FF2B5EF4-FFF2-40B4-BE49-F238E27FC236}">
                    <a16:creationId xmlns:a16="http://schemas.microsoft.com/office/drawing/2014/main" id="{93C72863-5649-D53A-DAA3-610C6E476E21}"/>
                  </a:ext>
                </a:extLst>
              </p:cNvPr>
              <p:cNvPicPr/>
              <p:nvPr/>
            </p:nvPicPr>
            <p:blipFill>
              <a:blip r:embed="rId51"/>
              <a:stretch>
                <a:fillRect/>
              </a:stretch>
            </p:blipFill>
            <p:spPr>
              <a:xfrm>
                <a:off x="11031219" y="1809538"/>
                <a:ext cx="966968" cy="1243087"/>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6" name="Ink 195">
                <a:extLst>
                  <a:ext uri="{FF2B5EF4-FFF2-40B4-BE49-F238E27FC236}">
                    <a16:creationId xmlns:a16="http://schemas.microsoft.com/office/drawing/2014/main" id="{7F476395-AF2D-E92E-5171-C307A0C00DA9}"/>
                  </a:ext>
                </a:extLst>
              </p14:cNvPr>
              <p14:cNvContentPartPr/>
              <p14:nvPr/>
            </p14:nvContentPartPr>
            <p14:xfrm>
              <a:off x="9122863" y="3177541"/>
              <a:ext cx="425160" cy="578520"/>
            </p14:xfrm>
          </p:contentPart>
        </mc:Choice>
        <mc:Fallback xmlns="">
          <p:pic>
            <p:nvPicPr>
              <p:cNvPr id="196" name="Ink 195">
                <a:extLst>
                  <a:ext uri="{FF2B5EF4-FFF2-40B4-BE49-F238E27FC236}">
                    <a16:creationId xmlns:a16="http://schemas.microsoft.com/office/drawing/2014/main" id="{7F476395-AF2D-E92E-5171-C307A0C00DA9}"/>
                  </a:ext>
                </a:extLst>
              </p:cNvPr>
              <p:cNvPicPr/>
              <p:nvPr/>
            </p:nvPicPr>
            <p:blipFill>
              <a:blip r:embed="rId53"/>
              <a:stretch>
                <a:fillRect/>
              </a:stretch>
            </p:blipFill>
            <p:spPr>
              <a:xfrm>
                <a:off x="9112063" y="3166748"/>
                <a:ext cx="446400" cy="599747"/>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97" name="Ink 196">
                <a:extLst>
                  <a:ext uri="{FF2B5EF4-FFF2-40B4-BE49-F238E27FC236}">
                    <a16:creationId xmlns:a16="http://schemas.microsoft.com/office/drawing/2014/main" id="{BB1E29C3-4A71-154A-1934-6BC9F722F04B}"/>
                  </a:ext>
                </a:extLst>
              </p14:cNvPr>
              <p14:cNvContentPartPr/>
              <p14:nvPr/>
            </p14:nvContentPartPr>
            <p14:xfrm>
              <a:off x="9123583" y="2392381"/>
              <a:ext cx="185400" cy="483840"/>
            </p14:xfrm>
          </p:contentPart>
        </mc:Choice>
        <mc:Fallback xmlns="">
          <p:pic>
            <p:nvPicPr>
              <p:cNvPr id="197" name="Ink 196">
                <a:extLst>
                  <a:ext uri="{FF2B5EF4-FFF2-40B4-BE49-F238E27FC236}">
                    <a16:creationId xmlns:a16="http://schemas.microsoft.com/office/drawing/2014/main" id="{BB1E29C3-4A71-154A-1934-6BC9F722F04B}"/>
                  </a:ext>
                </a:extLst>
              </p:cNvPr>
              <p:cNvPicPr/>
              <p:nvPr/>
            </p:nvPicPr>
            <p:blipFill>
              <a:blip r:embed="rId55"/>
              <a:stretch>
                <a:fillRect/>
              </a:stretch>
            </p:blipFill>
            <p:spPr>
              <a:xfrm>
                <a:off x="9112783" y="2381581"/>
                <a:ext cx="206640" cy="505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98" name="Ink 197">
                <a:extLst>
                  <a:ext uri="{FF2B5EF4-FFF2-40B4-BE49-F238E27FC236}">
                    <a16:creationId xmlns:a16="http://schemas.microsoft.com/office/drawing/2014/main" id="{413D5679-12E5-EB29-55CF-740B1C500BA6}"/>
                  </a:ext>
                </a:extLst>
              </p14:cNvPr>
              <p14:cNvContentPartPr/>
              <p14:nvPr/>
            </p14:nvContentPartPr>
            <p14:xfrm>
              <a:off x="10760863" y="2128861"/>
              <a:ext cx="245520" cy="835200"/>
            </p14:xfrm>
          </p:contentPart>
        </mc:Choice>
        <mc:Fallback xmlns="">
          <p:pic>
            <p:nvPicPr>
              <p:cNvPr id="198" name="Ink 197">
                <a:extLst>
                  <a:ext uri="{FF2B5EF4-FFF2-40B4-BE49-F238E27FC236}">
                    <a16:creationId xmlns:a16="http://schemas.microsoft.com/office/drawing/2014/main" id="{413D5679-12E5-EB29-55CF-740B1C500BA6}"/>
                  </a:ext>
                </a:extLst>
              </p:cNvPr>
              <p:cNvPicPr/>
              <p:nvPr/>
            </p:nvPicPr>
            <p:blipFill>
              <a:blip r:embed="rId57"/>
              <a:stretch>
                <a:fillRect/>
              </a:stretch>
            </p:blipFill>
            <p:spPr>
              <a:xfrm>
                <a:off x="10746463" y="2118421"/>
                <a:ext cx="270360" cy="860040"/>
              </a:xfrm>
              <a:prstGeom prst="rect">
                <a:avLst/>
              </a:prstGeom>
            </p:spPr>
          </p:pic>
        </mc:Fallback>
      </mc:AlternateContent>
    </p:spTree>
    <p:extLst>
      <p:ext uri="{BB962C8B-B14F-4D97-AF65-F5344CB8AC3E}">
        <p14:creationId xmlns:p14="http://schemas.microsoft.com/office/powerpoint/2010/main" val="12276215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796FDD3-C7D3-68F8-466C-2D112CBA8BC2}"/>
              </a:ext>
            </a:extLst>
          </p:cNvPr>
          <p:cNvGraphicFramePr>
            <a:graphicFrameLocks noGrp="1"/>
          </p:cNvGraphicFramePr>
          <p:nvPr>
            <p:extLst>
              <p:ext uri="{D42A27DB-BD31-4B8C-83A1-F6EECF244321}">
                <p14:modId xmlns:p14="http://schemas.microsoft.com/office/powerpoint/2010/main" val="1485142657"/>
              </p:ext>
            </p:extLst>
          </p:nvPr>
        </p:nvGraphicFramePr>
        <p:xfrm>
          <a:off x="503981" y="295625"/>
          <a:ext cx="4573117" cy="5974080"/>
        </p:xfrm>
        <a:graphic>
          <a:graphicData uri="http://schemas.openxmlformats.org/drawingml/2006/table">
            <a:tbl>
              <a:tblPr firstRow="1" bandRow="1">
                <a:tableStyleId>{5C22544A-7EE6-4342-B048-85BDC9FD1C3A}</a:tableStyleId>
              </a:tblPr>
              <a:tblGrid>
                <a:gridCol w="1885458">
                  <a:extLst>
                    <a:ext uri="{9D8B030D-6E8A-4147-A177-3AD203B41FA5}">
                      <a16:colId xmlns:a16="http://schemas.microsoft.com/office/drawing/2014/main" val="3649242174"/>
                    </a:ext>
                  </a:extLst>
                </a:gridCol>
                <a:gridCol w="2018135">
                  <a:extLst>
                    <a:ext uri="{9D8B030D-6E8A-4147-A177-3AD203B41FA5}">
                      <a16:colId xmlns:a16="http://schemas.microsoft.com/office/drawing/2014/main" val="739757501"/>
                    </a:ext>
                  </a:extLst>
                </a:gridCol>
                <a:gridCol w="669524">
                  <a:extLst>
                    <a:ext uri="{9D8B030D-6E8A-4147-A177-3AD203B41FA5}">
                      <a16:colId xmlns:a16="http://schemas.microsoft.com/office/drawing/2014/main" val="986307581"/>
                    </a:ext>
                  </a:extLst>
                </a:gridCol>
              </a:tblGrid>
              <a:tr h="182880">
                <a:tc>
                  <a:txBody>
                    <a:bodyPr/>
                    <a:lstStyle/>
                    <a:p>
                      <a:r>
                        <a:rPr lang="en-US" sz="1100" dirty="0"/>
                        <a:t>Source</a:t>
                      </a:r>
                    </a:p>
                  </a:txBody>
                  <a:tcPr marT="0" marB="0"/>
                </a:tc>
                <a:tc>
                  <a:txBody>
                    <a:bodyPr/>
                    <a:lstStyle/>
                    <a:p>
                      <a:r>
                        <a:rPr lang="en-US" sz="1100" dirty="0"/>
                        <a:t>Target</a:t>
                      </a:r>
                    </a:p>
                  </a:txBody>
                  <a:tcPr marT="0" marB="0"/>
                </a:tc>
                <a:tc>
                  <a:txBody>
                    <a:bodyPr/>
                    <a:lstStyle/>
                    <a:p>
                      <a:r>
                        <a:rPr lang="en-US" sz="1100" dirty="0"/>
                        <a:t>Value</a:t>
                      </a:r>
                    </a:p>
                  </a:txBody>
                  <a:tcPr marT="0" marB="0"/>
                </a:tc>
                <a:extLst>
                  <a:ext uri="{0D108BD9-81ED-4DB2-BD59-A6C34878D82A}">
                    <a16:rowId xmlns:a16="http://schemas.microsoft.com/office/drawing/2014/main" val="1149644690"/>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Point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3607952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56</a:t>
                      </a:r>
                    </a:p>
                  </a:txBody>
                  <a:tcPr marT="0" marB="0"/>
                </a:tc>
                <a:extLst>
                  <a:ext uri="{0D108BD9-81ED-4DB2-BD59-A6C34878D82A}">
                    <a16:rowId xmlns:a16="http://schemas.microsoft.com/office/drawing/2014/main" val="38331567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52</a:t>
                      </a:r>
                    </a:p>
                  </a:txBody>
                  <a:tcPr marT="0" marB="0"/>
                </a:tc>
                <a:extLst>
                  <a:ext uri="{0D108BD9-81ED-4DB2-BD59-A6C34878D82A}">
                    <a16:rowId xmlns:a16="http://schemas.microsoft.com/office/drawing/2014/main" val="305356771"/>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3323406811"/>
                  </a:ext>
                </a:extLst>
              </a:tr>
              <a:tr h="182880">
                <a:tc>
                  <a:txBody>
                    <a:bodyPr/>
                    <a:lstStyle/>
                    <a:p>
                      <a:r>
                        <a:rPr lang="en-US" sz="1100" dirty="0" err="1"/>
                        <a:t>Point_gps_recs</a:t>
                      </a:r>
                      <a:endParaRPr lang="en-US" sz="1100" dirty="0"/>
                    </a:p>
                  </a:txBody>
                  <a:tcPr marT="0" marB="0">
                    <a:solidFill>
                      <a:schemeClr val="accent2">
                        <a:lumMod val="20000"/>
                        <a:lumOff val="80000"/>
                      </a:schemeClr>
                    </a:solidFill>
                  </a:tcPr>
                </a:tc>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0354442"/>
                  </a:ext>
                </a:extLst>
              </a:tr>
              <a:tr h="182880">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33</a:t>
                      </a:r>
                    </a:p>
                  </a:txBody>
                  <a:tcPr marT="0" marB="0"/>
                </a:tc>
                <a:extLst>
                  <a:ext uri="{0D108BD9-81ED-4DB2-BD59-A6C34878D82A}">
                    <a16:rowId xmlns:a16="http://schemas.microsoft.com/office/drawing/2014/main" val="1719687339"/>
                  </a:ext>
                </a:extLst>
              </a:tr>
              <a:tr h="182880">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14</a:t>
                      </a:r>
                    </a:p>
                  </a:txBody>
                  <a:tcPr marT="0" marB="0"/>
                </a:tc>
                <a:extLst>
                  <a:ext uri="{0D108BD9-81ED-4DB2-BD59-A6C34878D82A}">
                    <a16:rowId xmlns:a16="http://schemas.microsoft.com/office/drawing/2014/main" val="3753419066"/>
                  </a:ext>
                </a:extLst>
              </a:tr>
              <a:tr h="182880">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2343356992"/>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149</a:t>
                      </a:r>
                    </a:p>
                  </a:txBody>
                  <a:tcPr marT="0" marB="0"/>
                </a:tc>
                <a:extLst>
                  <a:ext uri="{0D108BD9-81ED-4DB2-BD59-A6C34878D82A}">
                    <a16:rowId xmlns:a16="http://schemas.microsoft.com/office/drawing/2014/main" val="3688545183"/>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19</a:t>
                      </a:r>
                    </a:p>
                  </a:txBody>
                  <a:tcPr marT="0" marB="0"/>
                </a:tc>
                <a:extLst>
                  <a:ext uri="{0D108BD9-81ED-4DB2-BD59-A6C34878D82A}">
                    <a16:rowId xmlns:a16="http://schemas.microsoft.com/office/drawing/2014/main" val="1383164084"/>
                  </a:ext>
                </a:extLst>
              </a:tr>
              <a:tr h="182880">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33</a:t>
                      </a:r>
                    </a:p>
                  </a:txBody>
                  <a:tcPr marT="0" marB="0"/>
                </a:tc>
                <a:extLst>
                  <a:ext uri="{0D108BD9-81ED-4DB2-BD59-A6C34878D82A}">
                    <a16:rowId xmlns:a16="http://schemas.microsoft.com/office/drawing/2014/main" val="2301102793"/>
                  </a:ext>
                </a:extLst>
              </a:tr>
              <a:tr h="182880">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a:t>
                      </a:r>
                    </a:p>
                  </a:txBody>
                  <a:tcPr marT="0" marB="0"/>
                </a:tc>
                <a:extLst>
                  <a:ext uri="{0D108BD9-81ED-4DB2-BD59-A6C34878D82A}">
                    <a16:rowId xmlns:a16="http://schemas.microsoft.com/office/drawing/2014/main" val="3640389856"/>
                  </a:ext>
                </a:extLst>
              </a:tr>
              <a:tr h="182880">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8</a:t>
                      </a:r>
                    </a:p>
                  </a:txBody>
                  <a:tcPr marT="0" marB="0"/>
                </a:tc>
                <a:extLst>
                  <a:ext uri="{0D108BD9-81ED-4DB2-BD59-A6C34878D82A}">
                    <a16:rowId xmlns:a16="http://schemas.microsoft.com/office/drawing/2014/main" val="191000885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Grid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4</a:t>
                      </a:r>
                    </a:p>
                  </a:txBody>
                  <a:tcPr marT="0" marB="0"/>
                </a:tc>
                <a:extLst>
                  <a:ext uri="{0D108BD9-81ED-4DB2-BD59-A6C34878D82A}">
                    <a16:rowId xmlns:a16="http://schemas.microsoft.com/office/drawing/2014/main" val="1163257229"/>
                  </a:ext>
                </a:extLst>
              </a:tr>
              <a:tr h="182880">
                <a:tc>
                  <a:txBody>
                    <a:bodyPr/>
                    <a:lstStyle/>
                    <a:p>
                      <a:r>
                        <a:rPr lang="en-US" sz="1100" dirty="0"/>
                        <a:t>Coordinates present</a:t>
                      </a:r>
                    </a:p>
                  </a:txBody>
                  <a:tcPr marT="0" marB="0">
                    <a:noFill/>
                  </a:tcPr>
                </a:tc>
                <a:tc>
                  <a:txBody>
                    <a:bodyPr/>
                    <a:lstStyle/>
                    <a:p>
                      <a:r>
                        <a:rPr lang="en-US" sz="1100" dirty="0"/>
                        <a:t>Point spatial test</a:t>
                      </a:r>
                    </a:p>
                  </a:txBody>
                  <a:tcPr marT="0" marB="0"/>
                </a:tc>
                <a:tc>
                  <a:txBody>
                    <a:bodyPr/>
                    <a:lstStyle/>
                    <a:p>
                      <a:r>
                        <a:rPr lang="en-US" sz="1100" dirty="0"/>
                        <a:t>148</a:t>
                      </a:r>
                    </a:p>
                  </a:txBody>
                  <a:tcPr marT="0" marB="0"/>
                </a:tc>
                <a:extLst>
                  <a:ext uri="{0D108BD9-81ED-4DB2-BD59-A6C34878D82A}">
                    <a16:rowId xmlns:a16="http://schemas.microsoft.com/office/drawing/2014/main" val="406570894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Point spatial large-scale</a:t>
                      </a:r>
                    </a:p>
                  </a:txBody>
                  <a:tcPr marT="0" marB="0"/>
                </a:tc>
                <a:tc>
                  <a:txBody>
                    <a:bodyPr/>
                    <a:lstStyle/>
                    <a:p>
                      <a:r>
                        <a:rPr lang="en-US" sz="1100" dirty="0"/>
                        <a:t>1</a:t>
                      </a:r>
                    </a:p>
                  </a:txBody>
                  <a:tcPr marT="0" marB="0"/>
                </a:tc>
                <a:extLst>
                  <a:ext uri="{0D108BD9-81ED-4DB2-BD59-A6C34878D82A}">
                    <a16:rowId xmlns:a16="http://schemas.microsoft.com/office/drawing/2014/main" val="304274718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test</a:t>
                      </a:r>
                    </a:p>
                  </a:txBody>
                  <a:tcPr marT="0" marB="0"/>
                </a:tc>
                <a:tc>
                  <a:txBody>
                    <a:bodyPr/>
                    <a:lstStyle/>
                    <a:p>
                      <a:r>
                        <a:rPr lang="en-US" sz="1100" dirty="0"/>
                        <a:t>23</a:t>
                      </a:r>
                    </a:p>
                  </a:txBody>
                  <a:tcPr marT="0" marB="0"/>
                </a:tc>
                <a:extLst>
                  <a:ext uri="{0D108BD9-81ED-4DB2-BD59-A6C34878D82A}">
                    <a16:rowId xmlns:a16="http://schemas.microsoft.com/office/drawing/2014/main" val="325151324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large-scale</a:t>
                      </a:r>
                    </a:p>
                  </a:txBody>
                  <a:tcPr marT="0" marB="0"/>
                </a:tc>
                <a:tc>
                  <a:txBody>
                    <a:bodyPr/>
                    <a:lstStyle/>
                    <a:p>
                      <a:r>
                        <a:rPr lang="en-US" sz="1100" dirty="0"/>
                        <a:t>10</a:t>
                      </a:r>
                    </a:p>
                  </a:txBody>
                  <a:tcPr marT="0" marB="0"/>
                </a:tc>
                <a:extLst>
                  <a:ext uri="{0D108BD9-81ED-4DB2-BD59-A6C34878D82A}">
                    <a16:rowId xmlns:a16="http://schemas.microsoft.com/office/drawing/2014/main" val="321931327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Polygon spatial large-scale</a:t>
                      </a:r>
                    </a:p>
                  </a:txBody>
                  <a:tcPr marT="0" marB="0"/>
                </a:tc>
                <a:tc>
                  <a:txBody>
                    <a:bodyPr/>
                    <a:lstStyle/>
                    <a:p>
                      <a:r>
                        <a:rPr lang="en-US" sz="1100" dirty="0"/>
                        <a:t>14</a:t>
                      </a:r>
                    </a:p>
                  </a:txBody>
                  <a:tcPr marT="0" marB="0"/>
                </a:tc>
                <a:extLst>
                  <a:ext uri="{0D108BD9-81ED-4DB2-BD59-A6C34878D82A}">
                    <a16:rowId xmlns:a16="http://schemas.microsoft.com/office/drawing/2014/main" val="43881996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Grid spatial test</a:t>
                      </a:r>
                    </a:p>
                  </a:txBody>
                  <a:tcPr marT="0" marB="0"/>
                </a:tc>
                <a:tc>
                  <a:txBody>
                    <a:bodyPr/>
                    <a:lstStyle/>
                    <a:p>
                      <a:r>
                        <a:rPr lang="en-US" sz="1100" dirty="0"/>
                        <a:t>8</a:t>
                      </a:r>
                    </a:p>
                  </a:txBody>
                  <a:tcPr marT="0" marB="0"/>
                </a:tc>
                <a:extLst>
                  <a:ext uri="{0D108BD9-81ED-4DB2-BD59-A6C34878D82A}">
                    <a16:rowId xmlns:a16="http://schemas.microsoft.com/office/drawing/2014/main" val="814448596"/>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Point nonspatial test</a:t>
                      </a:r>
                    </a:p>
                  </a:txBody>
                  <a:tcPr marT="0" marB="0"/>
                </a:tc>
                <a:tc>
                  <a:txBody>
                    <a:bodyPr/>
                    <a:lstStyle/>
                    <a:p>
                      <a:r>
                        <a:rPr lang="en-US" sz="1100" dirty="0"/>
                        <a:t>19</a:t>
                      </a:r>
                    </a:p>
                  </a:txBody>
                  <a:tcPr marT="0" marB="0"/>
                </a:tc>
                <a:extLst>
                  <a:ext uri="{0D108BD9-81ED-4DB2-BD59-A6C34878D82A}">
                    <a16:rowId xmlns:a16="http://schemas.microsoft.com/office/drawing/2014/main" val="1193368149"/>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Grid nonspatial test</a:t>
                      </a:r>
                    </a:p>
                  </a:txBody>
                  <a:tcPr marT="0" marB="0"/>
                </a:tc>
                <a:tc>
                  <a:txBody>
                    <a:bodyPr/>
                    <a:lstStyle/>
                    <a:p>
                      <a:r>
                        <a:rPr lang="en-US" sz="1100" dirty="0"/>
                        <a:t>4</a:t>
                      </a:r>
                    </a:p>
                  </a:txBody>
                  <a:tcPr marT="0" marB="0"/>
                </a:tc>
                <a:extLst>
                  <a:ext uri="{0D108BD9-81ED-4DB2-BD59-A6C34878D82A}">
                    <a16:rowId xmlns:a16="http://schemas.microsoft.com/office/drawing/2014/main" val="214290753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Point spatial test</a:t>
                      </a:r>
                    </a:p>
                  </a:txBody>
                  <a:tcPr marT="0" marB="0"/>
                </a:tc>
                <a:tc>
                  <a:txBody>
                    <a:bodyPr/>
                    <a:lstStyle/>
                    <a:p>
                      <a:r>
                        <a:rPr lang="en-US" sz="1100" dirty="0"/>
                        <a:t>Test</a:t>
                      </a:r>
                    </a:p>
                  </a:txBody>
                  <a:tcPr marT="0" marB="0"/>
                </a:tc>
                <a:tc>
                  <a:txBody>
                    <a:bodyPr/>
                    <a:lstStyle/>
                    <a:p>
                      <a:r>
                        <a:rPr lang="en-US" sz="1100" dirty="0"/>
                        <a:t>148</a:t>
                      </a:r>
                    </a:p>
                  </a:txBody>
                  <a:tcPr marT="0" marB="0"/>
                </a:tc>
                <a:extLst>
                  <a:ext uri="{0D108BD9-81ED-4DB2-BD59-A6C34878D82A}">
                    <a16:rowId xmlns:a16="http://schemas.microsoft.com/office/drawing/2014/main" val="1209457471"/>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Line spatial test </a:t>
                      </a:r>
                    </a:p>
                  </a:txBody>
                  <a:tcPr marT="0" marB="0"/>
                </a:tc>
                <a:tc>
                  <a:txBody>
                    <a:bodyPr/>
                    <a:lstStyle/>
                    <a:p>
                      <a:r>
                        <a:rPr lang="en-US" sz="1100" dirty="0"/>
                        <a:t>Test</a:t>
                      </a:r>
                    </a:p>
                  </a:txBody>
                  <a:tcPr marT="0" marB="0"/>
                </a:tc>
                <a:tc>
                  <a:txBody>
                    <a:bodyPr/>
                    <a:lstStyle/>
                    <a:p>
                      <a:r>
                        <a:rPr lang="en-US" sz="1100" dirty="0"/>
                        <a:t>23</a:t>
                      </a:r>
                    </a:p>
                  </a:txBody>
                  <a:tcPr marT="0" marB="0"/>
                </a:tc>
                <a:extLst>
                  <a:ext uri="{0D108BD9-81ED-4DB2-BD59-A6C34878D82A}">
                    <a16:rowId xmlns:a16="http://schemas.microsoft.com/office/drawing/2014/main" val="2562957046"/>
                  </a:ext>
                </a:extLst>
              </a:tr>
              <a:tr h="182880">
                <a:tc>
                  <a:txBody>
                    <a:bodyPr/>
                    <a:lstStyle/>
                    <a:p>
                      <a:r>
                        <a:rPr lang="en-US" sz="1100" dirty="0"/>
                        <a:t>Grid spatial test</a:t>
                      </a:r>
                    </a:p>
                  </a:txBody>
                  <a:tcPr marT="0" marB="0"/>
                </a:tc>
                <a:tc>
                  <a:txBody>
                    <a:bodyPr/>
                    <a:lstStyle/>
                    <a:p>
                      <a:r>
                        <a:rPr lang="en-US" sz="1100" dirty="0"/>
                        <a:t>Test</a:t>
                      </a:r>
                    </a:p>
                  </a:txBody>
                  <a:tcPr marT="0" marB="0"/>
                </a:tc>
                <a:tc>
                  <a:txBody>
                    <a:bodyPr/>
                    <a:lstStyle/>
                    <a:p>
                      <a:r>
                        <a:rPr lang="en-US" sz="1100" dirty="0"/>
                        <a:t>8</a:t>
                      </a:r>
                    </a:p>
                  </a:txBody>
                  <a:tcPr marT="0" marB="0"/>
                </a:tc>
                <a:extLst>
                  <a:ext uri="{0D108BD9-81ED-4DB2-BD59-A6C34878D82A}">
                    <a16:rowId xmlns:a16="http://schemas.microsoft.com/office/drawing/2014/main" val="3668144395"/>
                  </a:ext>
                </a:extLst>
              </a:tr>
              <a:tr h="182880">
                <a:tc>
                  <a:txBody>
                    <a:bodyPr/>
                    <a:lstStyle/>
                    <a:p>
                      <a:r>
                        <a:rPr lang="en-US" sz="1100" dirty="0"/>
                        <a:t>Point spatial large-scale</a:t>
                      </a:r>
                    </a:p>
                  </a:txBody>
                  <a:tcPr marT="0" marB="0"/>
                </a:tc>
                <a:tc>
                  <a:txBody>
                    <a:bodyPr/>
                    <a:lstStyle/>
                    <a:p>
                      <a:r>
                        <a:rPr lang="en-US" sz="1100" dirty="0"/>
                        <a:t>Large-scale</a:t>
                      </a:r>
                    </a:p>
                  </a:txBody>
                  <a:tcPr marT="0" marB="0"/>
                </a:tc>
                <a:tc>
                  <a:txBody>
                    <a:bodyPr/>
                    <a:lstStyle/>
                    <a:p>
                      <a:r>
                        <a:rPr lang="en-US" sz="1100" dirty="0"/>
                        <a:t>1</a:t>
                      </a:r>
                    </a:p>
                  </a:txBody>
                  <a:tcPr marT="0" marB="0"/>
                </a:tc>
                <a:extLst>
                  <a:ext uri="{0D108BD9-81ED-4DB2-BD59-A6C34878D82A}">
                    <a16:rowId xmlns:a16="http://schemas.microsoft.com/office/drawing/2014/main" val="3190301201"/>
                  </a:ext>
                </a:extLst>
              </a:tr>
              <a:tr h="182880">
                <a:tc>
                  <a:txBody>
                    <a:bodyPr/>
                    <a:lstStyle/>
                    <a:p>
                      <a:r>
                        <a:rPr lang="en-US" sz="1100" dirty="0"/>
                        <a:t>Line spatial large-scale</a:t>
                      </a:r>
                    </a:p>
                  </a:txBody>
                  <a:tcPr marT="0" marB="0"/>
                </a:tc>
                <a:tc>
                  <a:txBody>
                    <a:bodyPr/>
                    <a:lstStyle/>
                    <a:p>
                      <a:r>
                        <a:rPr lang="en-US" sz="1100" dirty="0"/>
                        <a:t>Large-scale</a:t>
                      </a:r>
                    </a:p>
                  </a:txBody>
                  <a:tcPr marT="0" marB="0"/>
                </a:tc>
                <a:tc>
                  <a:txBody>
                    <a:bodyPr/>
                    <a:lstStyle/>
                    <a:p>
                      <a:r>
                        <a:rPr lang="en-US" sz="1100" dirty="0"/>
                        <a:t>10</a:t>
                      </a:r>
                    </a:p>
                  </a:txBody>
                  <a:tcPr marT="0" marB="0"/>
                </a:tc>
                <a:extLst>
                  <a:ext uri="{0D108BD9-81ED-4DB2-BD59-A6C34878D82A}">
                    <a16:rowId xmlns:a16="http://schemas.microsoft.com/office/drawing/2014/main" val="4118719904"/>
                  </a:ext>
                </a:extLst>
              </a:tr>
              <a:tr h="182880">
                <a:tc>
                  <a:txBody>
                    <a:bodyPr/>
                    <a:lstStyle/>
                    <a:p>
                      <a:r>
                        <a:rPr lang="en-US" sz="1100" dirty="0"/>
                        <a:t>Polygon spatial large-scale</a:t>
                      </a:r>
                    </a:p>
                  </a:txBody>
                  <a:tcPr marT="0" marB="0"/>
                </a:tc>
                <a:tc>
                  <a:txBody>
                    <a:bodyPr/>
                    <a:lstStyle/>
                    <a:p>
                      <a:r>
                        <a:rPr lang="en-US" sz="1100" dirty="0"/>
                        <a:t>Large-scale</a:t>
                      </a:r>
                    </a:p>
                  </a:txBody>
                  <a:tcPr marT="0" marB="0"/>
                </a:tc>
                <a:tc>
                  <a:txBody>
                    <a:bodyPr/>
                    <a:lstStyle/>
                    <a:p>
                      <a:r>
                        <a:rPr lang="en-US" sz="1100" dirty="0"/>
                        <a:t>14</a:t>
                      </a:r>
                    </a:p>
                  </a:txBody>
                  <a:tcPr marT="0" marB="0"/>
                </a:tc>
                <a:extLst>
                  <a:ext uri="{0D108BD9-81ED-4DB2-BD59-A6C34878D82A}">
                    <a16:rowId xmlns:a16="http://schemas.microsoft.com/office/drawing/2014/main" val="2769935858"/>
                  </a:ext>
                </a:extLst>
              </a:tr>
              <a:tr h="87552">
                <a:tc>
                  <a:txBody>
                    <a:bodyPr/>
                    <a:lstStyle/>
                    <a:p>
                      <a:r>
                        <a:rPr lang="en-US" sz="1100" dirty="0"/>
                        <a:t>Point nonspatial test</a:t>
                      </a:r>
                    </a:p>
                  </a:txBody>
                  <a:tcPr marT="0" marB="0"/>
                </a:tc>
                <a:tc>
                  <a:txBody>
                    <a:bodyPr/>
                    <a:lstStyle/>
                    <a:p>
                      <a:r>
                        <a:rPr lang="en-US" sz="1100" dirty="0"/>
                        <a:t>Test</a:t>
                      </a:r>
                    </a:p>
                  </a:txBody>
                  <a:tcPr marT="0" marB="0"/>
                </a:tc>
                <a:tc>
                  <a:txBody>
                    <a:bodyPr/>
                    <a:lstStyle/>
                    <a:p>
                      <a:r>
                        <a:rPr lang="en-US" sz="1100" dirty="0"/>
                        <a:t>19</a:t>
                      </a:r>
                    </a:p>
                  </a:txBody>
                  <a:tcPr marT="0" marB="0"/>
                </a:tc>
                <a:extLst>
                  <a:ext uri="{0D108BD9-81ED-4DB2-BD59-A6C34878D82A}">
                    <a16:rowId xmlns:a16="http://schemas.microsoft.com/office/drawing/2014/main" val="3608089027"/>
                  </a:ext>
                </a:extLst>
              </a:tr>
              <a:tr h="87552">
                <a:tc>
                  <a:txBody>
                    <a:bodyPr/>
                    <a:lstStyle/>
                    <a:p>
                      <a:r>
                        <a:rPr lang="en-US" sz="1100" dirty="0"/>
                        <a:t>Grid nonspatial test</a:t>
                      </a:r>
                    </a:p>
                  </a:txBody>
                  <a:tcPr marT="0" marB="0"/>
                </a:tc>
                <a:tc>
                  <a:txBody>
                    <a:bodyPr/>
                    <a:lstStyle/>
                    <a:p>
                      <a:r>
                        <a:rPr lang="en-US" sz="1100" dirty="0"/>
                        <a:t>Test</a:t>
                      </a:r>
                    </a:p>
                  </a:txBody>
                  <a:tcPr marT="0" marB="0"/>
                </a:tc>
                <a:tc>
                  <a:txBody>
                    <a:bodyPr/>
                    <a:lstStyle/>
                    <a:p>
                      <a:r>
                        <a:rPr lang="en-US" sz="1100" dirty="0"/>
                        <a:t>4</a:t>
                      </a:r>
                    </a:p>
                  </a:txBody>
                  <a:tcPr marT="0" marB="0"/>
                </a:tc>
                <a:extLst>
                  <a:ext uri="{0D108BD9-81ED-4DB2-BD59-A6C34878D82A}">
                    <a16:rowId xmlns:a16="http://schemas.microsoft.com/office/drawing/2014/main" val="106352565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236233119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4222773392"/>
                  </a:ext>
                </a:extLst>
              </a:tr>
            </a:tbl>
          </a:graphicData>
        </a:graphic>
      </p:graphicFrame>
      <p:sp>
        <p:nvSpPr>
          <p:cNvPr id="3" name="TextBox 2">
            <a:extLst>
              <a:ext uri="{FF2B5EF4-FFF2-40B4-BE49-F238E27FC236}">
                <a16:creationId xmlns:a16="http://schemas.microsoft.com/office/drawing/2014/main" id="{DE75D83F-9E23-FC8E-498C-37EC655C90A9}"/>
              </a:ext>
            </a:extLst>
          </p:cNvPr>
          <p:cNvSpPr txBox="1"/>
          <p:nvPr/>
        </p:nvSpPr>
        <p:spPr>
          <a:xfrm>
            <a:off x="9897626" y="433177"/>
            <a:ext cx="1728317" cy="369332"/>
          </a:xfrm>
          <a:prstGeom prst="rect">
            <a:avLst/>
          </a:prstGeom>
          <a:noFill/>
        </p:spPr>
        <p:txBody>
          <a:bodyPr wrap="square" rtlCol="0">
            <a:spAutoFit/>
          </a:bodyPr>
          <a:lstStyle/>
          <a:p>
            <a:r>
              <a:rPr lang="en-US" dirty="0"/>
              <a:t>Sankey data</a:t>
            </a:r>
          </a:p>
        </p:txBody>
      </p:sp>
      <p:graphicFrame>
        <p:nvGraphicFramePr>
          <p:cNvPr id="4" name="Table 3">
            <a:extLst>
              <a:ext uri="{FF2B5EF4-FFF2-40B4-BE49-F238E27FC236}">
                <a16:creationId xmlns:a16="http://schemas.microsoft.com/office/drawing/2014/main" id="{5793BA27-B151-99C8-EDEF-AED9F5CC2BF6}"/>
              </a:ext>
            </a:extLst>
          </p:cNvPr>
          <p:cNvGraphicFramePr>
            <a:graphicFrameLocks noGrp="1"/>
          </p:cNvGraphicFramePr>
          <p:nvPr>
            <p:extLst>
              <p:ext uri="{D42A27DB-BD31-4B8C-83A1-F6EECF244321}">
                <p14:modId xmlns:p14="http://schemas.microsoft.com/office/powerpoint/2010/main" val="3309346540"/>
              </p:ext>
            </p:extLst>
          </p:nvPr>
        </p:nvGraphicFramePr>
        <p:xfrm>
          <a:off x="6221158" y="1027611"/>
          <a:ext cx="4895334" cy="3108960"/>
        </p:xfrm>
        <a:graphic>
          <a:graphicData uri="http://schemas.openxmlformats.org/drawingml/2006/table">
            <a:tbl>
              <a:tblPr firstRow="1" bandRow="1">
                <a:tableStyleId>{5C22544A-7EE6-4342-B048-85BDC9FD1C3A}</a:tableStyleId>
              </a:tblPr>
              <a:tblGrid>
                <a:gridCol w="963413">
                  <a:extLst>
                    <a:ext uri="{9D8B030D-6E8A-4147-A177-3AD203B41FA5}">
                      <a16:colId xmlns:a16="http://schemas.microsoft.com/office/drawing/2014/main" val="3649242174"/>
                    </a:ext>
                  </a:extLst>
                </a:gridCol>
                <a:gridCol w="1593669">
                  <a:extLst>
                    <a:ext uri="{9D8B030D-6E8A-4147-A177-3AD203B41FA5}">
                      <a16:colId xmlns:a16="http://schemas.microsoft.com/office/drawing/2014/main" val="739757501"/>
                    </a:ext>
                  </a:extLst>
                </a:gridCol>
                <a:gridCol w="1036320">
                  <a:extLst>
                    <a:ext uri="{9D8B030D-6E8A-4147-A177-3AD203B41FA5}">
                      <a16:colId xmlns:a16="http://schemas.microsoft.com/office/drawing/2014/main" val="986307581"/>
                    </a:ext>
                  </a:extLst>
                </a:gridCol>
                <a:gridCol w="1301932">
                  <a:extLst>
                    <a:ext uri="{9D8B030D-6E8A-4147-A177-3AD203B41FA5}">
                      <a16:colId xmlns:a16="http://schemas.microsoft.com/office/drawing/2014/main" val="2952959664"/>
                    </a:ext>
                  </a:extLst>
                </a:gridCol>
              </a:tblGrid>
              <a:tr h="125808">
                <a:tc>
                  <a:txBody>
                    <a:bodyPr/>
                    <a:lstStyle/>
                    <a:p>
                      <a:r>
                        <a:rPr lang="en-US" sz="1100" dirty="0"/>
                        <a:t>geometry</a:t>
                      </a:r>
                    </a:p>
                  </a:txBody>
                  <a:tcPr/>
                </a:tc>
                <a:tc>
                  <a:txBody>
                    <a:bodyPr/>
                    <a:lstStyle/>
                    <a:p>
                      <a:r>
                        <a:rPr lang="en-US" sz="1100" dirty="0"/>
                        <a:t>Spatial / non-spatial</a:t>
                      </a:r>
                    </a:p>
                  </a:txBody>
                  <a:tcPr/>
                </a:tc>
                <a:tc>
                  <a:txBody>
                    <a:bodyPr/>
                    <a:lstStyle/>
                    <a:p>
                      <a:r>
                        <a:rPr lang="en-US" sz="1100" dirty="0"/>
                        <a:t>Test count</a:t>
                      </a:r>
                    </a:p>
                  </a:txBody>
                  <a:tcPr/>
                </a:tc>
                <a:tc>
                  <a:txBody>
                    <a:bodyPr/>
                    <a:lstStyle/>
                    <a:p>
                      <a:r>
                        <a:rPr lang="en-US" sz="1100" dirty="0"/>
                        <a:t>Large count</a:t>
                      </a:r>
                    </a:p>
                  </a:txBody>
                  <a:tcPr/>
                </a:tc>
                <a:extLst>
                  <a:ext uri="{0D108BD9-81ED-4DB2-BD59-A6C34878D82A}">
                    <a16:rowId xmlns:a16="http://schemas.microsoft.com/office/drawing/2014/main" val="1149644690"/>
                  </a:ext>
                </a:extLst>
              </a:tr>
              <a:tr h="182880">
                <a:tc>
                  <a:txBody>
                    <a:bodyPr/>
                    <a:lstStyle/>
                    <a:p>
                      <a:r>
                        <a:rPr lang="en-US" sz="1100" dirty="0"/>
                        <a:t>point</a:t>
                      </a:r>
                    </a:p>
                  </a:txBody>
                  <a:tcPr/>
                </a:tc>
                <a:tc>
                  <a:txBody>
                    <a:bodyPr/>
                    <a:lstStyle/>
                    <a:p>
                      <a:r>
                        <a:rPr lang="en-US" sz="1100" dirty="0"/>
                        <a:t>spatial</a:t>
                      </a:r>
                    </a:p>
                  </a:txBody>
                  <a:tcPr/>
                </a:tc>
                <a:tc>
                  <a:txBody>
                    <a:bodyPr/>
                    <a:lstStyle/>
                    <a:p>
                      <a:r>
                        <a:rPr lang="en-US" sz="1100" dirty="0"/>
                        <a:t>148</a:t>
                      </a:r>
                    </a:p>
                  </a:txBody>
                  <a:tcPr/>
                </a:tc>
                <a:tc>
                  <a:txBody>
                    <a:bodyPr/>
                    <a:lstStyle/>
                    <a:p>
                      <a:r>
                        <a:rPr lang="en-US" sz="1100" dirty="0"/>
                        <a:t>1</a:t>
                      </a:r>
                    </a:p>
                  </a:txBody>
                  <a:tcPr/>
                </a:tc>
                <a:extLst>
                  <a:ext uri="{0D108BD9-81ED-4DB2-BD59-A6C34878D82A}">
                    <a16:rowId xmlns:a16="http://schemas.microsoft.com/office/drawing/2014/main" val="4118719904"/>
                  </a:ext>
                </a:extLst>
              </a:tr>
              <a:tr h="182880">
                <a:tc>
                  <a:txBody>
                    <a:bodyPr/>
                    <a:lstStyle/>
                    <a:p>
                      <a:r>
                        <a:rPr lang="en-US" sz="1100" dirty="0"/>
                        <a:t>line</a:t>
                      </a:r>
                    </a:p>
                  </a:txBody>
                  <a:tcPr/>
                </a:tc>
                <a:tc>
                  <a:txBody>
                    <a:bodyPr/>
                    <a:lstStyle/>
                    <a:p>
                      <a:r>
                        <a:rPr lang="en-US" sz="1100" dirty="0"/>
                        <a:t>spatial</a:t>
                      </a:r>
                    </a:p>
                  </a:txBody>
                  <a:tcPr/>
                </a:tc>
                <a:tc>
                  <a:txBody>
                    <a:bodyPr/>
                    <a:lstStyle/>
                    <a:p>
                      <a:r>
                        <a:rPr lang="en-US" sz="1100" dirty="0"/>
                        <a:t>23</a:t>
                      </a:r>
                    </a:p>
                  </a:txBody>
                  <a:tcPr/>
                </a:tc>
                <a:tc>
                  <a:txBody>
                    <a:bodyPr/>
                    <a:lstStyle/>
                    <a:p>
                      <a:r>
                        <a:rPr lang="en-US" sz="1100" dirty="0"/>
                        <a:t>10</a:t>
                      </a:r>
                    </a:p>
                  </a:txBody>
                  <a:tcPr/>
                </a:tc>
                <a:extLst>
                  <a:ext uri="{0D108BD9-81ED-4DB2-BD59-A6C34878D82A}">
                    <a16:rowId xmlns:a16="http://schemas.microsoft.com/office/drawing/2014/main" val="2769935858"/>
                  </a:ext>
                </a:extLst>
              </a:tr>
              <a:tr h="182880">
                <a:tc>
                  <a:txBody>
                    <a:bodyPr/>
                    <a:lstStyle/>
                    <a:p>
                      <a:r>
                        <a:rPr lang="en-US" sz="1100" dirty="0"/>
                        <a:t>poly</a:t>
                      </a:r>
                    </a:p>
                  </a:txBody>
                  <a:tcPr/>
                </a:tc>
                <a:tc>
                  <a:txBody>
                    <a:bodyPr/>
                    <a:lstStyle/>
                    <a:p>
                      <a:r>
                        <a:rPr lang="en-US" sz="1100" dirty="0"/>
                        <a:t>spatial</a:t>
                      </a:r>
                    </a:p>
                  </a:txBody>
                  <a:tcPr/>
                </a:tc>
                <a:tc>
                  <a:txBody>
                    <a:bodyPr/>
                    <a:lstStyle/>
                    <a:p>
                      <a:r>
                        <a:rPr lang="en-US" sz="1100" dirty="0"/>
                        <a:t>0</a:t>
                      </a:r>
                    </a:p>
                  </a:txBody>
                  <a:tcPr/>
                </a:tc>
                <a:tc>
                  <a:txBody>
                    <a:bodyPr/>
                    <a:lstStyle/>
                    <a:p>
                      <a:r>
                        <a:rPr lang="en-US" sz="1100" dirty="0"/>
                        <a:t>14</a:t>
                      </a:r>
                    </a:p>
                  </a:txBody>
                  <a:tcPr/>
                </a:tc>
                <a:extLst>
                  <a:ext uri="{0D108BD9-81ED-4DB2-BD59-A6C34878D82A}">
                    <a16:rowId xmlns:a16="http://schemas.microsoft.com/office/drawing/2014/main" val="3608089027"/>
                  </a:ext>
                </a:extLst>
              </a:tr>
              <a:tr h="182880">
                <a:tc>
                  <a:txBody>
                    <a:bodyPr/>
                    <a:lstStyle/>
                    <a:p>
                      <a:r>
                        <a:rPr lang="en-US" sz="1100" dirty="0"/>
                        <a:t>grid</a:t>
                      </a:r>
                    </a:p>
                  </a:txBody>
                  <a:tcPr/>
                </a:tc>
                <a:tc>
                  <a:txBody>
                    <a:bodyPr/>
                    <a:lstStyle/>
                    <a:p>
                      <a:r>
                        <a:rPr lang="en-US" sz="1100" dirty="0"/>
                        <a:t>spatial</a:t>
                      </a:r>
                    </a:p>
                  </a:txBody>
                  <a:tcPr/>
                </a:tc>
                <a:tc>
                  <a:txBody>
                    <a:bodyPr/>
                    <a:lstStyle/>
                    <a:p>
                      <a:r>
                        <a:rPr lang="en-US" sz="1100" dirty="0"/>
                        <a:t>8</a:t>
                      </a:r>
                    </a:p>
                  </a:txBody>
                  <a:tcPr/>
                </a:tc>
                <a:tc>
                  <a:txBody>
                    <a:bodyPr/>
                    <a:lstStyle/>
                    <a:p>
                      <a:r>
                        <a:rPr lang="en-US" sz="1100" dirty="0"/>
                        <a:t>0</a:t>
                      </a:r>
                    </a:p>
                  </a:txBody>
                  <a:tcPr/>
                </a:tc>
                <a:extLst>
                  <a:ext uri="{0D108BD9-81ED-4DB2-BD59-A6C34878D82A}">
                    <a16:rowId xmlns:a16="http://schemas.microsoft.com/office/drawing/2014/main" val="2647654379"/>
                  </a:ext>
                </a:extLst>
              </a:tr>
              <a:tr h="182880">
                <a:tc>
                  <a:txBody>
                    <a:bodyPr/>
                    <a:lstStyle/>
                    <a:p>
                      <a:r>
                        <a:rPr lang="en-US" sz="1100" dirty="0"/>
                        <a:t>point</a:t>
                      </a:r>
                    </a:p>
                  </a:txBody>
                  <a:tcPr/>
                </a:tc>
                <a:tc>
                  <a:txBody>
                    <a:bodyPr/>
                    <a:lstStyle/>
                    <a:p>
                      <a:r>
                        <a:rPr lang="en-US" sz="1100" dirty="0"/>
                        <a:t>nonspatial</a:t>
                      </a:r>
                    </a:p>
                  </a:txBody>
                  <a:tcPr/>
                </a:tc>
                <a:tc>
                  <a:txBody>
                    <a:bodyPr/>
                    <a:lstStyle/>
                    <a:p>
                      <a:r>
                        <a:rPr lang="en-US" sz="1100" dirty="0"/>
                        <a:t>19</a:t>
                      </a:r>
                    </a:p>
                  </a:txBody>
                  <a:tcPr/>
                </a:tc>
                <a:tc>
                  <a:txBody>
                    <a:bodyPr/>
                    <a:lstStyle/>
                    <a:p>
                      <a:r>
                        <a:rPr lang="en-US" sz="1100" dirty="0"/>
                        <a:t>0</a:t>
                      </a:r>
                    </a:p>
                  </a:txBody>
                  <a:tcPr/>
                </a:tc>
                <a:extLst>
                  <a:ext uri="{0D108BD9-81ED-4DB2-BD59-A6C34878D82A}">
                    <a16:rowId xmlns:a16="http://schemas.microsoft.com/office/drawing/2014/main" val="3067034426"/>
                  </a:ext>
                </a:extLst>
              </a:tr>
              <a:tr h="182880">
                <a:tc>
                  <a:txBody>
                    <a:bodyPr/>
                    <a:lstStyle/>
                    <a:p>
                      <a:r>
                        <a:rPr lang="en-US" sz="1100" dirty="0"/>
                        <a:t>grid</a:t>
                      </a:r>
                    </a:p>
                  </a:txBody>
                  <a:tcPr/>
                </a:tc>
                <a:tc>
                  <a:txBody>
                    <a:bodyPr/>
                    <a:lstStyle/>
                    <a:p>
                      <a:r>
                        <a:rPr lang="en-US" sz="1100" dirty="0"/>
                        <a:t>nonspatial</a:t>
                      </a:r>
                    </a:p>
                  </a:txBody>
                  <a:tcPr/>
                </a:tc>
                <a:tc>
                  <a:txBody>
                    <a:bodyPr/>
                    <a:lstStyle/>
                    <a:p>
                      <a:r>
                        <a:rPr lang="en-US" sz="1100" dirty="0"/>
                        <a:t>4</a:t>
                      </a:r>
                    </a:p>
                  </a:txBody>
                  <a:tcPr/>
                </a:tc>
                <a:tc>
                  <a:txBody>
                    <a:bodyPr/>
                    <a:lstStyle/>
                    <a:p>
                      <a:r>
                        <a:rPr lang="en-US" sz="1100" dirty="0"/>
                        <a:t>0</a:t>
                      </a:r>
                    </a:p>
                  </a:txBody>
                  <a:tcPr/>
                </a:tc>
                <a:extLst>
                  <a:ext uri="{0D108BD9-81ED-4DB2-BD59-A6C34878D82A}">
                    <a16:rowId xmlns:a16="http://schemas.microsoft.com/office/drawing/2014/main" val="4091669165"/>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1848608164"/>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6687500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369167781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4202566363"/>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317315272"/>
                  </a:ext>
                </a:extLst>
              </a:tr>
            </a:tbl>
          </a:graphicData>
        </a:graphic>
      </p:graphicFrame>
    </p:spTree>
    <p:extLst>
      <p:ext uri="{BB962C8B-B14F-4D97-AF65-F5344CB8AC3E}">
        <p14:creationId xmlns:p14="http://schemas.microsoft.com/office/powerpoint/2010/main" val="12550898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20480</TotalTime>
  <Words>3667</Words>
  <Application>Microsoft Office PowerPoint</Application>
  <PresentationFormat>Widescreen</PresentationFormat>
  <Paragraphs>858</Paragraphs>
  <Slides>57</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57</vt:i4>
      </vt:variant>
    </vt:vector>
  </HeadingPairs>
  <TitlesOfParts>
    <vt:vector size="65" baseType="lpstr">
      <vt:lpstr>Aptos</vt:lpstr>
      <vt:lpstr>Aptos Display</vt:lpstr>
      <vt:lpstr>Aptos Narrow</vt:lpstr>
      <vt:lpstr>Arial</vt:lpstr>
      <vt:lpstr>Calibri</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Pete Dowty</cp:lastModifiedBy>
  <cp:revision>34</cp:revision>
  <dcterms:created xsi:type="dcterms:W3CDTF">2026-02-18T17:07:24Z</dcterms:created>
  <dcterms:modified xsi:type="dcterms:W3CDTF">2026-07-06T18:23:00Z</dcterms:modified>
  <cp:category/>
</cp:coreProperties>
</file>