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73" r:id="rId4"/>
    <p:sldId id="271" r:id="rId5"/>
    <p:sldId id="272" r:id="rId6"/>
    <p:sldId id="276" r:id="rId7"/>
    <p:sldId id="277" r:id="rId8"/>
    <p:sldId id="274" r:id="rId9"/>
    <p:sldId id="278" r:id="rId10"/>
    <p:sldId id="280" r:id="rId11"/>
    <p:sldId id="281" r:id="rId12"/>
    <p:sldId id="279" r:id="rId13"/>
    <p:sldId id="282" r:id="rId14"/>
    <p:sldId id="275" r:id="rId15"/>
    <p:sldId id="270" r:id="rId16"/>
    <p:sldId id="265" r:id="rId17"/>
    <p:sldId id="268" r:id="rId18"/>
    <p:sldId id="269" r:id="rId19"/>
    <p:sldId id="267" r:id="rId20"/>
    <p:sldId id="26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1" dt="2026-04-30T03:28:28.9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30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264" y="184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4-30T03:34:11.071" v="396" actId="20577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.png"/><Relationship Id="rId27" Type="http://schemas.openxmlformats.org/officeDocument/2006/relationships/customXml" Target="../ink/ink11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1291905" y="964734"/>
            <a:ext cx="83973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confirm the ”--” technique for grouping points associated with the same planting. If systematic, write code to reduce to plantings with plantings attributes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rep cases remain.  How to generate unique planting keys for these cases.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Try to understand collocated field.  Identify cases of plantings at same location, different dates.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616225" y="715617"/>
            <a:ext cx="10505661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Edits to matrix spreadsheet</a:t>
            </a:r>
          </a:p>
          <a:p>
            <a:endParaRPr lang="en-US" dirty="0"/>
          </a:p>
          <a:p>
            <a:r>
              <a:rPr lang="en-US" dirty="0"/>
              <a:t>Aston citation in two different forms</a:t>
            </a:r>
          </a:p>
          <a:p>
            <a:r>
              <a:rPr lang="en-US" sz="14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400" dirty="0">
                <a:highlight>
                  <a:srgbClr val="FFFF00"/>
                </a:highlight>
              </a:rPr>
              <a:t>Richland</a:t>
            </a:r>
            <a:r>
              <a:rPr lang="en-US" sz="1400" dirty="0"/>
              <a:t>, WA. PNNL-24445.</a:t>
            </a:r>
          </a:p>
          <a:p>
            <a:endParaRPr lang="en-US" sz="1400" dirty="0"/>
          </a:p>
          <a:p>
            <a:r>
              <a:rPr lang="en-US" sz="14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400" dirty="0">
                <a:highlight>
                  <a:srgbClr val="FFFF00"/>
                </a:highlight>
              </a:rPr>
              <a:t>Sequim</a:t>
            </a:r>
            <a:r>
              <a:rPr lang="en-US" sz="1400" dirty="0"/>
              <a:t>, WA. PNNL-24445</a:t>
            </a:r>
          </a:p>
          <a:p>
            <a:endParaRPr lang="en-US" sz="1400" dirty="0"/>
          </a:p>
          <a:p>
            <a:r>
              <a:rPr lang="en-US" sz="1400" dirty="0"/>
              <a:t>Manually changed all in snapshot to be Sequim version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4CCA94-F860-790A-0C8E-1B54130D0DDF}"/>
              </a:ext>
            </a:extLst>
          </p:cNvPr>
          <p:cNvSpPr txBox="1"/>
          <p:nvPr/>
        </p:nvSpPr>
        <p:spPr>
          <a:xfrm>
            <a:off x="1272209" y="1123122"/>
            <a:ext cx="7682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3398601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3395</TotalTime>
  <Words>1254</Words>
  <Application>Microsoft Macintosh PowerPoint</Application>
  <PresentationFormat>Widescreen</PresentationFormat>
  <Paragraphs>296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2026-04-30T03:34:17Z</dcterms:modified>
</cp:coreProperties>
</file>