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09" r:id="rId12"/>
    <p:sldId id="302" r:id="rId13"/>
    <p:sldId id="308" r:id="rId14"/>
    <p:sldId id="305" r:id="rId15"/>
    <p:sldId id="317" r:id="rId16"/>
    <p:sldId id="306" r:id="rId17"/>
    <p:sldId id="316" r:id="rId18"/>
    <p:sldId id="291" r:id="rId19"/>
    <p:sldId id="294" r:id="rId20"/>
    <p:sldId id="287" r:id="rId21"/>
    <p:sldId id="315" r:id="rId22"/>
    <p:sldId id="281" r:id="rId23"/>
    <p:sldId id="292" r:id="rId24"/>
    <p:sldId id="283" r:id="rId25"/>
    <p:sldId id="318" r:id="rId26"/>
    <p:sldId id="284" r:id="rId27"/>
    <p:sldId id="295" r:id="rId28"/>
    <p:sldId id="297" r:id="rId29"/>
    <p:sldId id="288" r:id="rId30"/>
    <p:sldId id="289" r:id="rId31"/>
    <p:sldId id="273" r:id="rId32"/>
    <p:sldId id="271" r:id="rId33"/>
    <p:sldId id="272" r:id="rId34"/>
    <p:sldId id="276" r:id="rId35"/>
    <p:sldId id="277" r:id="rId36"/>
    <p:sldId id="274" r:id="rId37"/>
    <p:sldId id="278" r:id="rId38"/>
    <p:sldId id="280" r:id="rId39"/>
    <p:sldId id="286" r:id="rId40"/>
    <p:sldId id="282" r:id="rId41"/>
    <p:sldId id="285" r:id="rId42"/>
    <p:sldId id="275" r:id="rId43"/>
    <p:sldId id="270" r:id="rId44"/>
    <p:sldId id="265" r:id="rId45"/>
    <p:sldId id="268" r:id="rId46"/>
    <p:sldId id="269" r:id="rId47"/>
    <p:sldId id="267" r:id="rId48"/>
    <p:sldId id="266" r:id="rId49"/>
    <p:sldId id="257" r:id="rId50"/>
    <p:sldId id="258" r:id="rId51"/>
    <p:sldId id="259" r:id="rId52"/>
    <p:sldId id="260" r:id="rId53"/>
    <p:sldId id="261" r:id="rId54"/>
    <p:sldId id="262" r:id="rId55"/>
    <p:sldId id="263" r:id="rId56"/>
    <p:sldId id="26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C9BA0"/>
    <a:srgbClr val="FB7700"/>
    <a:srgbClr val="FF8585"/>
    <a:srgbClr val="CDCDCD"/>
    <a:srgbClr val="7F7F7F"/>
    <a:srgbClr val="00E600"/>
    <a:srgbClr val="006300"/>
    <a:srgbClr val="FFFFCC"/>
    <a:srgbClr val="F9DA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39" dt="2026-07-01T16:38:31.02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08" autoAdjust="0"/>
    <p:restoredTop sz="96182" autoAdjust="0"/>
  </p:normalViewPr>
  <p:slideViewPr>
    <p:cSldViewPr snapToGrid="0">
      <p:cViewPr varScale="1">
        <p:scale>
          <a:sx n="94" d="100"/>
          <a:sy n="94" d="100"/>
        </p:scale>
        <p:origin x="90" y="348"/>
      </p:cViewPr>
      <p:guideLst>
        <p:guide orient="horz" pos="1872"/>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660F8803-2738-5EFD-95AE-06E7480F19FB}"/>
    <pc:docChg chg="custSel addSld delSld modSld sldOrd">
      <pc:chgData name="DOWTY, PETER (DNR)" userId="01cf875a-4e15-4928-8f93-7a0dfa1efb6b" providerId="ADAL" clId="{660F8803-2738-5EFD-95AE-06E7480F19FB}" dt="2026-06-11T05:16:38.255" v="5664" actId="20577"/>
      <pc:docMkLst>
        <pc:docMk/>
      </pc:docMkLst>
      <pc:sldChg chg="addSp modSp mod">
        <pc:chgData name="DOWTY, PETER (DNR)" userId="01cf875a-4e15-4928-8f93-7a0dfa1efb6b" providerId="ADAL" clId="{660F8803-2738-5EFD-95AE-06E7480F19FB}" dt="2026-06-11T05:16:38.255" v="5664" actId="20577"/>
        <pc:sldMkLst>
          <pc:docMk/>
          <pc:sldMk cId="1516653873" sldId="293"/>
        </pc:sldMkLst>
        <pc:spChg chg="mod">
          <ac:chgData name="DOWTY, PETER (DNR)" userId="01cf875a-4e15-4928-8f93-7a0dfa1efb6b" providerId="ADAL" clId="{660F8803-2738-5EFD-95AE-06E7480F19FB}" dt="2026-06-11T05:16:38.255" v="5664" actId="20577"/>
          <ac:spMkLst>
            <pc:docMk/>
            <pc:sldMk cId="1516653873" sldId="293"/>
            <ac:spMk id="2" creationId="{3CB9ECB2-453E-0440-65C6-463FD2F97B26}"/>
          </ac:spMkLst>
        </pc:spChg>
      </pc:sldChg>
      <pc:sldChg chg="addSp delSp mod">
        <pc:chgData name="DOWTY, PETER (DNR)" userId="01cf875a-4e15-4928-8f93-7a0dfa1efb6b" providerId="ADAL" clId="{660F8803-2738-5EFD-95AE-06E7480F19FB}" dt="2026-06-11T05:04:45.055" v="5337" actId="21"/>
        <pc:sldMkLst>
          <pc:docMk/>
          <pc:sldMk cId="1080191347" sldId="302"/>
        </pc:sldMkLst>
      </pc:sldChg>
      <pc:sldChg chg="addSp modSp mod ord">
        <pc:chgData name="DOWTY, PETER (DNR)" userId="01cf875a-4e15-4928-8f93-7a0dfa1efb6b" providerId="ADAL" clId="{660F8803-2738-5EFD-95AE-06E7480F19FB}" dt="2026-06-11T04:44:36.080" v="5309" actId="20578"/>
        <pc:sldMkLst>
          <pc:docMk/>
          <pc:sldMk cId="2110894095" sldId="304"/>
        </pc:sldMkLst>
        <pc:spChg chg="add mod">
          <ac:chgData name="DOWTY, PETER (DNR)" userId="01cf875a-4e15-4928-8f93-7a0dfa1efb6b" providerId="ADAL" clId="{660F8803-2738-5EFD-95AE-06E7480F19FB}" dt="2026-06-05T03:09:24.414" v="5276" actId="1076"/>
          <ac:spMkLst>
            <pc:docMk/>
            <pc:sldMk cId="2110894095" sldId="304"/>
            <ac:spMk id="5" creationId="{B4549503-DBBF-AB98-796C-BC52F201C067}"/>
          </ac:spMkLst>
        </pc:spChg>
        <pc:spChg chg="add mod">
          <ac:chgData name="DOWTY, PETER (DNR)" userId="01cf875a-4e15-4928-8f93-7a0dfa1efb6b" providerId="ADAL" clId="{660F8803-2738-5EFD-95AE-06E7480F19FB}" dt="2026-06-05T03:10:12.214" v="5307" actId="1076"/>
          <ac:spMkLst>
            <pc:docMk/>
            <pc:sldMk cId="2110894095" sldId="304"/>
            <ac:spMk id="7" creationId="{63472318-5582-5699-9488-32C095C09682}"/>
          </ac:spMkLst>
        </pc:spChg>
      </pc:sldChg>
      <pc:sldChg chg="addSp delSp modSp mod">
        <pc:chgData name="DOWTY, PETER (DNR)" userId="01cf875a-4e15-4928-8f93-7a0dfa1efb6b" providerId="ADAL" clId="{660F8803-2738-5EFD-95AE-06E7480F19FB}" dt="2026-06-11T05:12:57.841" v="5518" actId="20577"/>
        <pc:sldMkLst>
          <pc:docMk/>
          <pc:sldMk cId="4159988265" sldId="305"/>
        </pc:sldMkLst>
        <pc:spChg chg="mod">
          <ac:chgData name="DOWTY, PETER (DNR)" userId="01cf875a-4e15-4928-8f93-7a0dfa1efb6b" providerId="ADAL" clId="{660F8803-2738-5EFD-95AE-06E7480F19FB}" dt="2026-06-11T04:55:40.696" v="5316" actId="1076"/>
          <ac:spMkLst>
            <pc:docMk/>
            <pc:sldMk cId="4159988265" sldId="305"/>
            <ac:spMk id="3" creationId="{0668EAF3-6E44-3B77-3035-DF336B6461A4}"/>
          </ac:spMkLst>
        </pc:spChg>
        <pc:spChg chg="mod">
          <ac:chgData name="DOWTY, PETER (DNR)" userId="01cf875a-4e15-4928-8f93-7a0dfa1efb6b" providerId="ADAL" clId="{660F8803-2738-5EFD-95AE-06E7480F19FB}" dt="2026-06-11T04:54:34.565" v="5311" actId="20577"/>
          <ac:spMkLst>
            <pc:docMk/>
            <pc:sldMk cId="4159988265" sldId="305"/>
            <ac:spMk id="4" creationId="{B51C0C62-C104-C006-9AAE-F5E514B5C605}"/>
          </ac:spMkLst>
        </pc:spChg>
        <pc:spChg chg="mod">
          <ac:chgData name="DOWTY, PETER (DNR)" userId="01cf875a-4e15-4928-8f93-7a0dfa1efb6b" providerId="ADAL" clId="{660F8803-2738-5EFD-95AE-06E7480F19FB}" dt="2026-06-11T04:55:29.306" v="5314" actId="207"/>
          <ac:spMkLst>
            <pc:docMk/>
            <pc:sldMk cId="4159988265" sldId="305"/>
            <ac:spMk id="6" creationId="{3B246F87-B561-21D8-77EE-F54510DDEE03}"/>
          </ac:spMkLst>
        </pc:spChg>
        <pc:spChg chg="mod">
          <ac:chgData name="DOWTY, PETER (DNR)" userId="01cf875a-4e15-4928-8f93-7a0dfa1efb6b" providerId="ADAL" clId="{660F8803-2738-5EFD-95AE-06E7480F19FB}" dt="2026-06-11T05:00:59.655" v="5317" actId="14100"/>
          <ac:spMkLst>
            <pc:docMk/>
            <pc:sldMk cId="4159988265" sldId="305"/>
            <ac:spMk id="9" creationId="{E0CE7953-330E-2114-FD94-19078918818B}"/>
          </ac:spMkLst>
        </pc:spChg>
        <pc:spChg chg="add mod">
          <ac:chgData name="DOWTY, PETER (DNR)" userId="01cf875a-4e15-4928-8f93-7a0dfa1efb6b" providerId="ADAL" clId="{660F8803-2738-5EFD-95AE-06E7480F19FB}" dt="2026-06-11T05:01:51.262" v="5322" actId="207"/>
          <ac:spMkLst>
            <pc:docMk/>
            <pc:sldMk cId="4159988265" sldId="305"/>
            <ac:spMk id="11" creationId="{FFB3E4DB-727B-FA67-797F-58E77A9817FF}"/>
          </ac:spMkLst>
        </pc:spChg>
        <pc:spChg chg="add mod">
          <ac:chgData name="DOWTY, PETER (DNR)" userId="01cf875a-4e15-4928-8f93-7a0dfa1efb6b" providerId="ADAL" clId="{660F8803-2738-5EFD-95AE-06E7480F19FB}" dt="2026-06-11T05:03:34.353" v="5335" actId="1076"/>
          <ac:spMkLst>
            <pc:docMk/>
            <pc:sldMk cId="4159988265" sldId="305"/>
            <ac:spMk id="12" creationId="{93C45B0B-353C-0F8F-7856-80F852E7F70F}"/>
          </ac:spMkLst>
        </pc:spChg>
        <pc:spChg chg="add mod">
          <ac:chgData name="DOWTY, PETER (DNR)" userId="01cf875a-4e15-4928-8f93-7a0dfa1efb6b" providerId="ADAL" clId="{660F8803-2738-5EFD-95AE-06E7480F19FB}" dt="2026-06-11T05:04:56.809" v="5340" actId="1076"/>
          <ac:spMkLst>
            <pc:docMk/>
            <pc:sldMk cId="4159988265" sldId="305"/>
            <ac:spMk id="13" creationId="{289B1E57-7C10-F521-9D40-B2BF673C4611}"/>
          </ac:spMkLst>
        </pc:spChg>
        <pc:spChg chg="add mod">
          <ac:chgData name="DOWTY, PETER (DNR)" userId="01cf875a-4e15-4928-8f93-7a0dfa1efb6b" providerId="ADAL" clId="{660F8803-2738-5EFD-95AE-06E7480F19FB}" dt="2026-06-11T05:05:35.191" v="5343" actId="1076"/>
          <ac:spMkLst>
            <pc:docMk/>
            <pc:sldMk cId="4159988265" sldId="305"/>
            <ac:spMk id="14" creationId="{EDDC45BF-A7E6-18BE-7CD1-3C21362976BF}"/>
          </ac:spMkLst>
        </pc:spChg>
        <pc:spChg chg="add mod">
          <ac:chgData name="DOWTY, PETER (DNR)" userId="01cf875a-4e15-4928-8f93-7a0dfa1efb6b" providerId="ADAL" clId="{660F8803-2738-5EFD-95AE-06E7480F19FB}" dt="2026-06-11T05:12:41.820" v="5515" actId="114"/>
          <ac:spMkLst>
            <pc:docMk/>
            <pc:sldMk cId="4159988265" sldId="305"/>
            <ac:spMk id="15" creationId="{586BB7C5-A8DD-2C03-C718-AF104043BBC9}"/>
          </ac:spMkLst>
        </pc:spChg>
        <pc:spChg chg="add mod">
          <ac:chgData name="DOWTY, PETER (DNR)" userId="01cf875a-4e15-4928-8f93-7a0dfa1efb6b" providerId="ADAL" clId="{660F8803-2738-5EFD-95AE-06E7480F19FB}" dt="2026-06-11T05:12:57.841" v="5518" actId="20577"/>
          <ac:spMkLst>
            <pc:docMk/>
            <pc:sldMk cId="4159988265" sldId="305"/>
            <ac:spMk id="16" creationId="{FD0DF34F-F397-821A-4F5A-3AC73A58B555}"/>
          </ac:spMkLst>
        </pc:spChg>
        <pc:spChg chg="add mod">
          <ac:chgData name="DOWTY, PETER (DNR)" userId="01cf875a-4e15-4928-8f93-7a0dfa1efb6b" providerId="ADAL" clId="{660F8803-2738-5EFD-95AE-06E7480F19FB}" dt="2026-06-11T05:10:26.450" v="5503" actId="14100"/>
          <ac:spMkLst>
            <pc:docMk/>
            <pc:sldMk cId="4159988265" sldId="305"/>
            <ac:spMk id="17" creationId="{B9EF3BA6-EC3F-3095-5DB7-38D074830AB6}"/>
          </ac:spMkLst>
        </pc:spChg>
        <pc:spChg chg="add mod">
          <ac:chgData name="DOWTY, PETER (DNR)" userId="01cf875a-4e15-4928-8f93-7a0dfa1efb6b" providerId="ADAL" clId="{660F8803-2738-5EFD-95AE-06E7480F19FB}" dt="2026-06-11T05:10:46.077" v="5508" actId="14100"/>
          <ac:spMkLst>
            <pc:docMk/>
            <pc:sldMk cId="4159988265" sldId="305"/>
            <ac:spMk id="18" creationId="{92E1DF7C-7355-68C2-8DF5-7808B59BD173}"/>
          </ac:spMkLst>
        </pc:spChg>
        <pc:spChg chg="add mod">
          <ac:chgData name="DOWTY, PETER (DNR)" userId="01cf875a-4e15-4928-8f93-7a0dfa1efb6b" providerId="ADAL" clId="{660F8803-2738-5EFD-95AE-06E7480F19FB}" dt="2026-06-11T05:10:53.556" v="5509" actId="1076"/>
          <ac:spMkLst>
            <pc:docMk/>
            <pc:sldMk cId="4159988265" sldId="305"/>
            <ac:spMk id="19" creationId="{16810E00-98AF-8E02-6D92-328A1E4693E1}"/>
          </ac:spMkLst>
        </pc:spChg>
        <pc:spChg chg="add mod">
          <ac:chgData name="DOWTY, PETER (DNR)" userId="01cf875a-4e15-4928-8f93-7a0dfa1efb6b" providerId="ADAL" clId="{660F8803-2738-5EFD-95AE-06E7480F19FB}" dt="2026-06-11T05:09:10.750" v="5481" actId="14100"/>
          <ac:spMkLst>
            <pc:docMk/>
            <pc:sldMk cId="4159988265" sldId="305"/>
            <ac:spMk id="20" creationId="{717C1080-4E98-6562-5955-B2289F331152}"/>
          </ac:spMkLst>
        </pc:spChg>
        <pc:spChg chg="add mod">
          <ac:chgData name="DOWTY, PETER (DNR)" userId="01cf875a-4e15-4928-8f93-7a0dfa1efb6b" providerId="ADAL" clId="{660F8803-2738-5EFD-95AE-06E7480F19FB}" dt="2026-06-11T05:10:29.719" v="5504" actId="1076"/>
          <ac:spMkLst>
            <pc:docMk/>
            <pc:sldMk cId="4159988265" sldId="305"/>
            <ac:spMk id="21" creationId="{C48AD32E-FD86-7BFD-661E-BD9B9F0A7560}"/>
          </ac:spMkLst>
        </pc:spChg>
        <pc:spChg chg="add mod">
          <ac:chgData name="DOWTY, PETER (DNR)" userId="01cf875a-4e15-4928-8f93-7a0dfa1efb6b" providerId="ADAL" clId="{660F8803-2738-5EFD-95AE-06E7480F19FB}" dt="2026-06-11T05:10:53.556" v="5509" actId="1076"/>
          <ac:spMkLst>
            <pc:docMk/>
            <pc:sldMk cId="4159988265" sldId="305"/>
            <ac:spMk id="22" creationId="{C7328D69-FC36-64DE-EAA4-0C81BD0526DD}"/>
          </ac:spMkLst>
        </pc:spChg>
        <pc:spChg chg="add mod">
          <ac:chgData name="DOWTY, PETER (DNR)" userId="01cf875a-4e15-4928-8f93-7a0dfa1efb6b" providerId="ADAL" clId="{660F8803-2738-5EFD-95AE-06E7480F19FB}" dt="2026-06-11T05:10:15.489" v="5502" actId="14100"/>
          <ac:spMkLst>
            <pc:docMk/>
            <pc:sldMk cId="4159988265" sldId="305"/>
            <ac:spMk id="24" creationId="{088A62A4-EA43-0665-F171-4087C5AA3F81}"/>
          </ac:spMkLst>
        </pc:spChg>
        <pc:spChg chg="add mod">
          <ac:chgData name="DOWTY, PETER (DNR)" userId="01cf875a-4e15-4928-8f93-7a0dfa1efb6b" providerId="ADAL" clId="{660F8803-2738-5EFD-95AE-06E7480F19FB}" dt="2026-06-11T05:10:07.285" v="5500" actId="1076"/>
          <ac:spMkLst>
            <pc:docMk/>
            <pc:sldMk cId="4159988265" sldId="305"/>
            <ac:spMk id="25" creationId="{61367041-1F87-DF00-D702-F3FB9C83C3CE}"/>
          </ac:spMkLst>
        </pc:spChg>
        <pc:spChg chg="add mod">
          <ac:chgData name="DOWTY, PETER (DNR)" userId="01cf875a-4e15-4928-8f93-7a0dfa1efb6b" providerId="ADAL" clId="{660F8803-2738-5EFD-95AE-06E7480F19FB}" dt="2026-06-11T05:09:36.844" v="5490" actId="20577"/>
          <ac:spMkLst>
            <pc:docMk/>
            <pc:sldMk cId="4159988265" sldId="305"/>
            <ac:spMk id="26" creationId="{9316CD9B-D25E-23E1-90A6-A8F04E4DEC29}"/>
          </ac:spMkLst>
        </pc:spChg>
        <pc:spChg chg="add mod">
          <ac:chgData name="DOWTY, PETER (DNR)" userId="01cf875a-4e15-4928-8f93-7a0dfa1efb6b" providerId="ADAL" clId="{660F8803-2738-5EFD-95AE-06E7480F19FB}" dt="2026-06-11T05:10:11.174" v="5501" actId="1076"/>
          <ac:spMkLst>
            <pc:docMk/>
            <pc:sldMk cId="4159988265" sldId="305"/>
            <ac:spMk id="27" creationId="{2D25CB82-6004-8D85-A05A-B9326FD5A904}"/>
          </ac:spMkLst>
        </pc:spChg>
      </pc:sldChg>
      <pc:sldChg chg="delSp mod">
        <pc:chgData name="DOWTY, PETER (DNR)" userId="01cf875a-4e15-4928-8f93-7a0dfa1efb6b" providerId="ADAL" clId="{660F8803-2738-5EFD-95AE-06E7480F19FB}" dt="2026-06-11T05:12:07.659" v="5510" actId="478"/>
        <pc:sldMkLst>
          <pc:docMk/>
          <pc:sldMk cId="2602005344" sldId="306"/>
        </pc:sldMkLst>
      </pc:sldChg>
    </pc:docChg>
  </pc:docChgLst>
  <pc:docChgLst>
    <pc:chgData name="DOWTY, PETER (DNR)" userId="01cf875a-4e15-4928-8f93-7a0dfa1efb6b" providerId="ADAL" clId="{E9054DD1-CDF4-4BE2-A4C5-BD4B0395A89E}"/>
    <pc:docChg chg="undo custSel addSld delSld modSld sldOrd">
      <pc:chgData name="DOWTY, PETER (DNR)" userId="01cf875a-4e15-4928-8f93-7a0dfa1efb6b" providerId="ADAL" clId="{E9054DD1-CDF4-4BE2-A4C5-BD4B0395A89E}" dt="2026-07-01T16:38:31.020" v="15842"/>
      <pc:docMkLst>
        <pc:docMk/>
      </pc:docMkLst>
      <pc:sldChg chg="modSp mod">
        <pc:chgData name="DOWTY, PETER (DNR)" userId="01cf875a-4e15-4928-8f93-7a0dfa1efb6b" providerId="ADAL" clId="{E9054DD1-CDF4-4BE2-A4C5-BD4B0395A89E}" dt="2026-07-01T15:49:09.682" v="15567" actId="20577"/>
        <pc:sldMkLst>
          <pc:docMk/>
          <pc:sldMk cId="2532653130" sldId="281"/>
        </pc:sldMkLst>
        <pc:spChg chg="mod">
          <ac:chgData name="DOWTY, PETER (DNR)" userId="01cf875a-4e15-4928-8f93-7a0dfa1efb6b" providerId="ADAL" clId="{E9054DD1-CDF4-4BE2-A4C5-BD4B0395A89E}" dt="2026-07-01T15:47:15.723" v="15537" actId="20577"/>
          <ac:spMkLst>
            <pc:docMk/>
            <pc:sldMk cId="2532653130" sldId="281"/>
            <ac:spMk id="2" creationId="{014AB92D-C488-47FE-A288-92026B22C4E5}"/>
          </ac:spMkLst>
        </pc:spChg>
        <pc:spChg chg="mod">
          <ac:chgData name="DOWTY, PETER (DNR)" userId="01cf875a-4e15-4928-8f93-7a0dfa1efb6b" providerId="ADAL" clId="{E9054DD1-CDF4-4BE2-A4C5-BD4B0395A89E}" dt="2026-07-01T15:47:02.942" v="15521" actId="20577"/>
          <ac:spMkLst>
            <pc:docMk/>
            <pc:sldMk cId="2532653130" sldId="281"/>
            <ac:spMk id="3" creationId="{EEA27C9D-5B69-5734-34E6-88921F4B88C8}"/>
          </ac:spMkLst>
        </pc:spChg>
        <pc:spChg chg="mod">
          <ac:chgData name="DOWTY, PETER (DNR)" userId="01cf875a-4e15-4928-8f93-7a0dfa1efb6b" providerId="ADAL" clId="{E9054DD1-CDF4-4BE2-A4C5-BD4B0395A89E}" dt="2026-07-01T15:49:04.827" v="15552" actId="20577"/>
          <ac:spMkLst>
            <pc:docMk/>
            <pc:sldMk cId="2532653130" sldId="281"/>
            <ac:spMk id="4" creationId="{4D847300-D724-8AA9-EAB7-F7B0FD83CFED}"/>
          </ac:spMkLst>
        </pc:spChg>
        <pc:spChg chg="mod">
          <ac:chgData name="DOWTY, PETER (DNR)" userId="01cf875a-4e15-4928-8f93-7a0dfa1efb6b" providerId="ADAL" clId="{E9054DD1-CDF4-4BE2-A4C5-BD4B0395A89E}" dt="2026-07-01T15:49:09.682" v="15567" actId="20577"/>
          <ac:spMkLst>
            <pc:docMk/>
            <pc:sldMk cId="2532653130" sldId="281"/>
            <ac:spMk id="6" creationId="{71166A4F-AA36-D2E3-E308-25080AB421D5}"/>
          </ac:spMkLst>
        </pc:spChg>
      </pc:sldChg>
      <pc:sldChg chg="addSp delSp modSp mod">
        <pc:chgData name="DOWTY, PETER (DNR)" userId="01cf875a-4e15-4928-8f93-7a0dfa1efb6b" providerId="ADAL" clId="{E9054DD1-CDF4-4BE2-A4C5-BD4B0395A89E}" dt="2026-07-01T16:38:12.362" v="15840" actId="20577"/>
        <pc:sldMkLst>
          <pc:docMk/>
          <pc:sldMk cId="1689912192" sldId="283"/>
        </pc:sldMkLst>
        <pc:spChg chg="add mod">
          <ac:chgData name="DOWTY, PETER (DNR)" userId="01cf875a-4e15-4928-8f93-7a0dfa1efb6b" providerId="ADAL" clId="{E9054DD1-CDF4-4BE2-A4C5-BD4B0395A89E}" dt="2026-06-30T22:33:10.004" v="15097" actId="20577"/>
          <ac:spMkLst>
            <pc:docMk/>
            <pc:sldMk cId="1689912192" sldId="283"/>
            <ac:spMk id="2" creationId="{CCF8376D-20BB-2787-AB3C-54B6845F2A95}"/>
          </ac:spMkLst>
        </pc:spChg>
        <pc:spChg chg="del mod">
          <ac:chgData name="DOWTY, PETER (DNR)" userId="01cf875a-4e15-4928-8f93-7a0dfa1efb6b" providerId="ADAL" clId="{E9054DD1-CDF4-4BE2-A4C5-BD4B0395A89E}" dt="2026-07-01T14:37:29.986" v="15436" actId="478"/>
          <ac:spMkLst>
            <pc:docMk/>
            <pc:sldMk cId="1689912192" sldId="283"/>
            <ac:spMk id="5" creationId="{37BBC269-1F51-53D4-51DD-6B5A15BEB6A1}"/>
          </ac:spMkLst>
        </pc:spChg>
        <pc:graphicFrameChg chg="add mod modGraphic">
          <ac:chgData name="DOWTY, PETER (DNR)" userId="01cf875a-4e15-4928-8f93-7a0dfa1efb6b" providerId="ADAL" clId="{E9054DD1-CDF4-4BE2-A4C5-BD4B0395A89E}" dt="2026-07-01T16:38:12.362" v="15840" actId="20577"/>
          <ac:graphicFrameMkLst>
            <pc:docMk/>
            <pc:sldMk cId="1689912192" sldId="283"/>
            <ac:graphicFrameMk id="3" creationId="{49ACDD01-6811-413B-4588-BD124AA1123F}"/>
          </ac:graphicFrameMkLst>
        </pc:graphicFrameChg>
      </pc:sldChg>
      <pc:sldChg chg="delSp modSp mod">
        <pc:chgData name="DOWTY, PETER (DNR)" userId="01cf875a-4e15-4928-8f93-7a0dfa1efb6b" providerId="ADAL" clId="{E9054DD1-CDF4-4BE2-A4C5-BD4B0395A89E}" dt="2026-07-01T15:50:46.073" v="15600" actId="20577"/>
        <pc:sldMkLst>
          <pc:docMk/>
          <pc:sldMk cId="3134302452" sldId="292"/>
        </pc:sldMkLst>
        <pc:spChg chg="del">
          <ac:chgData name="DOWTY, PETER (DNR)" userId="01cf875a-4e15-4928-8f93-7a0dfa1efb6b" providerId="ADAL" clId="{E9054DD1-CDF4-4BE2-A4C5-BD4B0395A89E}" dt="2026-06-30T22:17:20.986" v="14989" actId="478"/>
          <ac:spMkLst>
            <pc:docMk/>
            <pc:sldMk cId="3134302452" sldId="292"/>
            <ac:spMk id="3" creationId="{012E5AA8-F90F-EAD8-C313-F42B2725B57D}"/>
          </ac:spMkLst>
        </pc:spChg>
        <pc:spChg chg="mod">
          <ac:chgData name="DOWTY, PETER (DNR)" userId="01cf875a-4e15-4928-8f93-7a0dfa1efb6b" providerId="ADAL" clId="{E9054DD1-CDF4-4BE2-A4C5-BD4B0395A89E}" dt="2026-07-01T15:50:46.073" v="15600" actId="20577"/>
          <ac:spMkLst>
            <pc:docMk/>
            <pc:sldMk cId="3134302452" sldId="292"/>
            <ac:spMk id="5" creationId="{F3ADEC9A-5FF3-D75B-E079-CF3D871E39F0}"/>
          </ac:spMkLst>
        </pc:spChg>
        <pc:spChg chg="del">
          <ac:chgData name="DOWTY, PETER (DNR)" userId="01cf875a-4e15-4928-8f93-7a0dfa1efb6b" providerId="ADAL" clId="{E9054DD1-CDF4-4BE2-A4C5-BD4B0395A89E}" dt="2026-06-30T22:17:18.056" v="14988" actId="478"/>
          <ac:spMkLst>
            <pc:docMk/>
            <pc:sldMk cId="3134302452" sldId="292"/>
            <ac:spMk id="7" creationId="{3472FC0D-0EAE-B979-C1BC-543A7FD99F2D}"/>
          </ac:spMkLst>
        </pc:spChg>
        <pc:spChg chg="mod">
          <ac:chgData name="DOWTY, PETER (DNR)" userId="01cf875a-4e15-4928-8f93-7a0dfa1efb6b" providerId="ADAL" clId="{E9054DD1-CDF4-4BE2-A4C5-BD4B0395A89E}" dt="2026-06-30T22:18:25.728" v="15034" actId="20577"/>
          <ac:spMkLst>
            <pc:docMk/>
            <pc:sldMk cId="3134302452" sldId="292"/>
            <ac:spMk id="8" creationId="{E3F8C15D-A137-1AA1-5F6F-B41F31613801}"/>
          </ac:spMkLst>
        </pc:spChg>
      </pc:sldChg>
      <pc:sldChg chg="addSp delSp modSp new mod">
        <pc:chgData name="DOWTY, PETER (DNR)" userId="01cf875a-4e15-4928-8f93-7a0dfa1efb6b" providerId="ADAL" clId="{E9054DD1-CDF4-4BE2-A4C5-BD4B0395A89E}" dt="2026-06-12T20:03:15.869" v="14878" actId="11529"/>
        <pc:sldMkLst>
          <pc:docMk/>
          <pc:sldMk cId="1516653873" sldId="293"/>
        </pc:sldMkLst>
        <pc:spChg chg="mod">
          <ac:chgData name="DOWTY, PETER (DNR)" userId="01cf875a-4e15-4928-8f93-7a0dfa1efb6b" providerId="ADAL" clId="{E9054DD1-CDF4-4BE2-A4C5-BD4B0395A89E}" dt="2026-06-11T21:24:00.424" v="14581" actId="1076"/>
          <ac:spMkLst>
            <pc:docMk/>
            <pc:sldMk cId="1516653873" sldId="293"/>
            <ac:spMk id="2" creationId="{3CB9ECB2-453E-0440-65C6-463FD2F97B26}"/>
          </ac:spMkLst>
        </pc:spChg>
        <pc:spChg chg="add mod">
          <ac:chgData name="DOWTY, PETER (DNR)" userId="01cf875a-4e15-4928-8f93-7a0dfa1efb6b" providerId="ADAL" clId="{E9054DD1-CDF4-4BE2-A4C5-BD4B0395A89E}" dt="2026-06-12T20:03:08.233" v="14877" actId="1076"/>
          <ac:spMkLst>
            <pc:docMk/>
            <pc:sldMk cId="1516653873" sldId="293"/>
            <ac:spMk id="4" creationId="{E6C1ADBB-D26A-7090-FBC9-CC9549763EF3}"/>
          </ac:spMkLst>
        </pc:spChg>
        <pc:spChg chg="add mod">
          <ac:chgData name="DOWTY, PETER (DNR)" userId="01cf875a-4e15-4928-8f93-7a0dfa1efb6b" providerId="ADAL" clId="{E9054DD1-CDF4-4BE2-A4C5-BD4B0395A89E}" dt="2026-06-11T23:03:22.854" v="14782" actId="20577"/>
          <ac:spMkLst>
            <pc:docMk/>
            <pc:sldMk cId="1516653873" sldId="293"/>
            <ac:spMk id="11" creationId="{98B15FDF-75FF-1BA8-D304-4150870574AC}"/>
          </ac:spMkLst>
        </pc:spChg>
        <pc:picChg chg="add mod">
          <ac:chgData name="DOWTY, PETER (DNR)" userId="01cf875a-4e15-4928-8f93-7a0dfa1efb6b" providerId="ADAL" clId="{E9054DD1-CDF4-4BE2-A4C5-BD4B0395A89E}" dt="2026-06-11T20:51:57.364" v="14578" actId="1076"/>
          <ac:picMkLst>
            <pc:docMk/>
            <pc:sldMk cId="1516653873" sldId="293"/>
            <ac:picMk id="8" creationId="{F11C776A-24E4-E47B-760C-EB2D4C0F711D}"/>
          </ac:picMkLst>
        </pc:picChg>
        <pc:picChg chg="add mod">
          <ac:chgData name="DOWTY, PETER (DNR)" userId="01cf875a-4e15-4928-8f93-7a0dfa1efb6b" providerId="ADAL" clId="{E9054DD1-CDF4-4BE2-A4C5-BD4B0395A89E}" dt="2026-06-11T20:52:53.082" v="14580" actId="1076"/>
          <ac:picMkLst>
            <pc:docMk/>
            <pc:sldMk cId="1516653873" sldId="293"/>
            <ac:picMk id="10" creationId="{5278D628-B96F-F0FD-BEC3-38194DE3BA7E}"/>
          </ac:picMkLst>
        </pc:picChg>
        <pc:cxnChg chg="add mod">
          <ac:chgData name="DOWTY, PETER (DNR)" userId="01cf875a-4e15-4928-8f93-7a0dfa1efb6b" providerId="ADAL" clId="{E9054DD1-CDF4-4BE2-A4C5-BD4B0395A89E}" dt="2026-06-12T20:02:24.332" v="14786" actId="1036"/>
          <ac:cxnSpMkLst>
            <pc:docMk/>
            <pc:sldMk cId="1516653873" sldId="293"/>
            <ac:cxnSpMk id="5" creationId="{251083E6-675B-004C-4D2B-D71A76F08BD3}"/>
          </ac:cxnSpMkLst>
        </pc:cxnChg>
        <pc:cxnChg chg="add">
          <ac:chgData name="DOWTY, PETER (DNR)" userId="01cf875a-4e15-4928-8f93-7a0dfa1efb6b" providerId="ADAL" clId="{E9054DD1-CDF4-4BE2-A4C5-BD4B0395A89E}" dt="2026-06-12T20:03:15.869" v="14878" actId="11529"/>
          <ac:cxnSpMkLst>
            <pc:docMk/>
            <pc:sldMk cId="1516653873" sldId="293"/>
            <ac:cxnSpMk id="15" creationId="{0E665843-C6D4-7788-8A81-D19ED514BD69}"/>
          </ac:cxnSpMkLst>
        </pc:cxnChg>
      </pc:sldChg>
      <pc:sldChg chg="addSp delSp modSp new mod">
        <pc:chgData name="DOWTY, PETER (DNR)" userId="01cf875a-4e15-4928-8f93-7a0dfa1efb6b" providerId="ADAL" clId="{E9054DD1-CDF4-4BE2-A4C5-BD4B0395A89E}" dt="2026-06-03T22:26:51.947" v="12403" actId="20577"/>
        <pc:sldMkLst>
          <pc:docMk/>
          <pc:sldMk cId="3137760217" sldId="294"/>
        </pc:sldMkLst>
        <pc:spChg chg="add mod">
          <ac:chgData name="DOWTY, PETER (DNR)" userId="01cf875a-4e15-4928-8f93-7a0dfa1efb6b" providerId="ADAL" clId="{E9054DD1-CDF4-4BE2-A4C5-BD4B0395A89E}" dt="2026-06-03T21:34:58.198" v="12278" actId="1076"/>
          <ac:spMkLst>
            <pc:docMk/>
            <pc:sldMk cId="3137760217" sldId="294"/>
            <ac:spMk id="36" creationId="{72357900-A3A2-2DE9-8EEF-6E2C14DB3032}"/>
          </ac:spMkLst>
        </pc:spChg>
        <pc:spChg chg="add mod">
          <ac:chgData name="DOWTY, PETER (DNR)" userId="01cf875a-4e15-4928-8f93-7a0dfa1efb6b" providerId="ADAL" clId="{E9054DD1-CDF4-4BE2-A4C5-BD4B0395A89E}" dt="2026-06-03T22:26:51.947" v="12403" actId="20577"/>
          <ac:spMkLst>
            <pc:docMk/>
            <pc:sldMk cId="3137760217" sldId="294"/>
            <ac:spMk id="57" creationId="{CA5F0FE3-3780-57D8-248A-D6CD1CB2383C}"/>
          </ac:spMkLst>
        </pc:spChg>
        <pc:spChg chg="add mod">
          <ac:chgData name="DOWTY, PETER (DNR)" userId="01cf875a-4e15-4928-8f93-7a0dfa1efb6b" providerId="ADAL" clId="{E9054DD1-CDF4-4BE2-A4C5-BD4B0395A89E}" dt="2026-06-03T22:08:30.317" v="12366" actId="1076"/>
          <ac:spMkLst>
            <pc:docMk/>
            <pc:sldMk cId="3137760217" sldId="294"/>
            <ac:spMk id="58" creationId="{A6F14E57-65C0-B8E8-CFCC-D231A2EC9D90}"/>
          </ac:spMkLst>
        </pc:spChg>
        <pc:spChg chg="add mod">
          <ac:chgData name="DOWTY, PETER (DNR)" userId="01cf875a-4e15-4928-8f93-7a0dfa1efb6b" providerId="ADAL" clId="{E9054DD1-CDF4-4BE2-A4C5-BD4B0395A89E}" dt="2026-06-03T22:08:42.478" v="12387" actId="20577"/>
          <ac:spMkLst>
            <pc:docMk/>
            <pc:sldMk cId="3137760217" sldId="294"/>
            <ac:spMk id="61" creationId="{2D573B84-9D85-2596-9D98-1F6C83F80C93}"/>
          </ac:spMkLst>
        </pc:spChg>
        <pc:picChg chg="add mod">
          <ac:chgData name="DOWTY, PETER (DNR)" userId="01cf875a-4e15-4928-8f93-7a0dfa1efb6b" providerId="ADAL" clId="{E9054DD1-CDF4-4BE2-A4C5-BD4B0395A89E}" dt="2026-06-03T21:34:54.751" v="12277" actId="1076"/>
          <ac:picMkLst>
            <pc:docMk/>
            <pc:sldMk cId="3137760217" sldId="294"/>
            <ac:picMk id="10" creationId="{220B7CA8-A3CE-72D1-58F6-8EA4571229DD}"/>
          </ac:picMkLst>
        </pc:picChg>
        <pc:picChg chg="add mod">
          <ac:chgData name="DOWTY, PETER (DNR)" userId="01cf875a-4e15-4928-8f93-7a0dfa1efb6b" providerId="ADAL" clId="{E9054DD1-CDF4-4BE2-A4C5-BD4B0395A89E}" dt="2026-06-03T21:35:11.033" v="12280" actId="1076"/>
          <ac:picMkLst>
            <pc:docMk/>
            <pc:sldMk cId="3137760217" sldId="294"/>
            <ac:picMk id="37" creationId="{271CD24A-69D0-075C-3024-3D03536AC5C2}"/>
          </ac:picMkLst>
        </pc:picChg>
      </pc:sldChg>
      <pc:sldChg chg="addSp delSp modSp new mod">
        <pc:chgData name="DOWTY, PETER (DNR)" userId="01cf875a-4e15-4928-8f93-7a0dfa1efb6b" providerId="ADAL" clId="{E9054DD1-CDF4-4BE2-A4C5-BD4B0395A89E}" dt="2026-06-03T17:58:36.478" v="12152" actId="167"/>
        <pc:sldMkLst>
          <pc:docMk/>
          <pc:sldMk cId="1835506812" sldId="301"/>
        </pc:sldMkLst>
        <pc:spChg chg="mod">
          <ac:chgData name="DOWTY, PETER (DNR)" userId="01cf875a-4e15-4928-8f93-7a0dfa1efb6b" providerId="ADAL" clId="{E9054DD1-CDF4-4BE2-A4C5-BD4B0395A89E}" dt="2026-06-02T23:19:18.098" v="12063" actId="1076"/>
          <ac:spMkLst>
            <pc:docMk/>
            <pc:sldMk cId="1835506812" sldId="301"/>
            <ac:spMk id="2" creationId="{CA846F38-ADDD-FC79-D2D1-5792DE64D04C}"/>
          </ac:spMkLst>
        </pc:spChg>
        <pc:spChg chg="add mod">
          <ac:chgData name="DOWTY, PETER (DNR)" userId="01cf875a-4e15-4928-8f93-7a0dfa1efb6b" providerId="ADAL" clId="{E9054DD1-CDF4-4BE2-A4C5-BD4B0395A89E}" dt="2026-06-02T00:12:25.727" v="11739" actId="1076"/>
          <ac:spMkLst>
            <pc:docMk/>
            <pc:sldMk cId="1835506812" sldId="301"/>
            <ac:spMk id="5" creationId="{1CED1F09-6351-E795-E318-A20C479DCB53}"/>
          </ac:spMkLst>
        </pc:spChg>
        <pc:spChg chg="add mod">
          <ac:chgData name="DOWTY, PETER (DNR)" userId="01cf875a-4e15-4928-8f93-7a0dfa1efb6b" providerId="ADAL" clId="{E9054DD1-CDF4-4BE2-A4C5-BD4B0395A89E}" dt="2026-06-02T00:12:25.727" v="11739" actId="1076"/>
          <ac:spMkLst>
            <pc:docMk/>
            <pc:sldMk cId="1835506812" sldId="301"/>
            <ac:spMk id="6" creationId="{C57DAA61-636A-167A-BF10-D9C62AAE5ABF}"/>
          </ac:spMkLst>
        </pc:spChg>
        <pc:spChg chg="add mod">
          <ac:chgData name="DOWTY, PETER (DNR)" userId="01cf875a-4e15-4928-8f93-7a0dfa1efb6b" providerId="ADAL" clId="{E9054DD1-CDF4-4BE2-A4C5-BD4B0395A89E}" dt="2026-06-02T23:19:16.560" v="12062" actId="1076"/>
          <ac:spMkLst>
            <pc:docMk/>
            <pc:sldMk cId="1835506812" sldId="301"/>
            <ac:spMk id="7" creationId="{C097202F-5269-B3A1-9550-91B91B620E13}"/>
          </ac:spMkLst>
        </pc:spChg>
        <pc:spChg chg="add mod">
          <ac:chgData name="DOWTY, PETER (DNR)" userId="01cf875a-4e15-4928-8f93-7a0dfa1efb6b" providerId="ADAL" clId="{E9054DD1-CDF4-4BE2-A4C5-BD4B0395A89E}" dt="2026-06-02T23:18:53.649" v="12058" actId="1076"/>
          <ac:spMkLst>
            <pc:docMk/>
            <pc:sldMk cId="1835506812" sldId="301"/>
            <ac:spMk id="8" creationId="{BEF021BE-C797-2D88-A2DC-EC1C57124C11}"/>
          </ac:spMkLst>
        </pc:spChg>
        <pc:spChg chg="add mod">
          <ac:chgData name="DOWTY, PETER (DNR)" userId="01cf875a-4e15-4928-8f93-7a0dfa1efb6b" providerId="ADAL" clId="{E9054DD1-CDF4-4BE2-A4C5-BD4B0395A89E}" dt="2026-06-02T23:19:08.334" v="12060" actId="1076"/>
          <ac:spMkLst>
            <pc:docMk/>
            <pc:sldMk cId="1835506812" sldId="301"/>
            <ac:spMk id="9" creationId="{F63EF6BB-30C4-4646-80EE-00023B834A24}"/>
          </ac:spMkLst>
        </pc:spChg>
        <pc:spChg chg="add mod">
          <ac:chgData name="DOWTY, PETER (DNR)" userId="01cf875a-4e15-4928-8f93-7a0dfa1efb6b" providerId="ADAL" clId="{E9054DD1-CDF4-4BE2-A4C5-BD4B0395A89E}" dt="2026-06-01T23:52:18.701" v="11670" actId="1076"/>
          <ac:spMkLst>
            <pc:docMk/>
            <pc:sldMk cId="1835506812" sldId="301"/>
            <ac:spMk id="10" creationId="{AF2E4861-F20C-839A-F738-717D7645DDBB}"/>
          </ac:spMkLst>
        </pc:spChg>
        <pc:spChg chg="add mod">
          <ac:chgData name="DOWTY, PETER (DNR)" userId="01cf875a-4e15-4928-8f93-7a0dfa1efb6b" providerId="ADAL" clId="{E9054DD1-CDF4-4BE2-A4C5-BD4B0395A89E}" dt="2026-06-02T00:12:25.727" v="11739" actId="1076"/>
          <ac:spMkLst>
            <pc:docMk/>
            <pc:sldMk cId="1835506812" sldId="301"/>
            <ac:spMk id="11" creationId="{7D6ABCC7-A3DA-BEAD-7F8E-92BDC6A20361}"/>
          </ac:spMkLst>
        </pc:spChg>
        <pc:spChg chg="add mod">
          <ac:chgData name="DOWTY, PETER (DNR)" userId="01cf875a-4e15-4928-8f93-7a0dfa1efb6b" providerId="ADAL" clId="{E9054DD1-CDF4-4BE2-A4C5-BD4B0395A89E}" dt="2026-06-02T00:12:25.727" v="11739" actId="1076"/>
          <ac:spMkLst>
            <pc:docMk/>
            <pc:sldMk cId="1835506812" sldId="301"/>
            <ac:spMk id="12" creationId="{1C02C181-C779-4DB3-48EB-D9B5D2EB5829}"/>
          </ac:spMkLst>
        </pc:spChg>
        <pc:spChg chg="add mod">
          <ac:chgData name="DOWTY, PETER (DNR)" userId="01cf875a-4e15-4928-8f93-7a0dfa1efb6b" providerId="ADAL" clId="{E9054DD1-CDF4-4BE2-A4C5-BD4B0395A89E}" dt="2026-06-01T23:53:52.698" v="11674" actId="20577"/>
          <ac:spMkLst>
            <pc:docMk/>
            <pc:sldMk cId="1835506812" sldId="301"/>
            <ac:spMk id="13" creationId="{33F81F00-E7A6-4243-97DA-17CAA6DD8143}"/>
          </ac:spMkLst>
        </pc:spChg>
        <pc:spChg chg="add mod">
          <ac:chgData name="DOWTY, PETER (DNR)" userId="01cf875a-4e15-4928-8f93-7a0dfa1efb6b" providerId="ADAL" clId="{E9054DD1-CDF4-4BE2-A4C5-BD4B0395A89E}" dt="2026-06-01T23:56:55.279" v="11678" actId="1076"/>
          <ac:spMkLst>
            <pc:docMk/>
            <pc:sldMk cId="1835506812" sldId="301"/>
            <ac:spMk id="14" creationId="{9CDF2E68-DBC4-D65D-C845-DCC42B8E4DB8}"/>
          </ac:spMkLst>
        </pc:spChg>
        <pc:spChg chg="add mod">
          <ac:chgData name="DOWTY, PETER (DNR)" userId="01cf875a-4e15-4928-8f93-7a0dfa1efb6b" providerId="ADAL" clId="{E9054DD1-CDF4-4BE2-A4C5-BD4B0395A89E}" dt="2026-06-01T23:56:55.279" v="11678" actId="1076"/>
          <ac:spMkLst>
            <pc:docMk/>
            <pc:sldMk cId="1835506812" sldId="301"/>
            <ac:spMk id="15" creationId="{FE5B4845-0DBF-B970-33CE-C0B63C4338E5}"/>
          </ac:spMkLst>
        </pc:spChg>
        <pc:spChg chg="add mod">
          <ac:chgData name="DOWTY, PETER (DNR)" userId="01cf875a-4e15-4928-8f93-7a0dfa1efb6b" providerId="ADAL" clId="{E9054DD1-CDF4-4BE2-A4C5-BD4B0395A89E}" dt="2026-06-01T23:57:00.940" v="11679" actId="1076"/>
          <ac:spMkLst>
            <pc:docMk/>
            <pc:sldMk cId="1835506812" sldId="301"/>
            <ac:spMk id="16" creationId="{08034E2F-6BF4-32C2-75D8-B3B11F2AFCD7}"/>
          </ac:spMkLst>
        </pc:spChg>
        <pc:spChg chg="add mod">
          <ac:chgData name="DOWTY, PETER (DNR)" userId="01cf875a-4e15-4928-8f93-7a0dfa1efb6b" providerId="ADAL" clId="{E9054DD1-CDF4-4BE2-A4C5-BD4B0395A89E}" dt="2026-06-01T23:57:12.286" v="11680" actId="1076"/>
          <ac:spMkLst>
            <pc:docMk/>
            <pc:sldMk cId="1835506812" sldId="301"/>
            <ac:spMk id="17" creationId="{3C711E85-6069-1C4A-9783-72909BEE2CE9}"/>
          </ac:spMkLst>
        </pc:spChg>
        <pc:spChg chg="add mod">
          <ac:chgData name="DOWTY, PETER (DNR)" userId="01cf875a-4e15-4928-8f93-7a0dfa1efb6b" providerId="ADAL" clId="{E9054DD1-CDF4-4BE2-A4C5-BD4B0395A89E}" dt="2026-06-01T23:52:18.701" v="11670" actId="1076"/>
          <ac:spMkLst>
            <pc:docMk/>
            <pc:sldMk cId="1835506812" sldId="301"/>
            <ac:spMk id="18" creationId="{CC194844-EC75-D7C1-2B11-5F77BA635529}"/>
          </ac:spMkLst>
        </pc:spChg>
        <pc:spChg chg="add mod">
          <ac:chgData name="DOWTY, PETER (DNR)" userId="01cf875a-4e15-4928-8f93-7a0dfa1efb6b" providerId="ADAL" clId="{E9054DD1-CDF4-4BE2-A4C5-BD4B0395A89E}" dt="2026-06-01T23:52:18.701" v="11670" actId="1076"/>
          <ac:spMkLst>
            <pc:docMk/>
            <pc:sldMk cId="1835506812" sldId="301"/>
            <ac:spMk id="19" creationId="{B8807046-6FF6-7FEB-80A8-A288A37AEAC8}"/>
          </ac:spMkLst>
        </pc:spChg>
        <pc:spChg chg="add mod">
          <ac:chgData name="DOWTY, PETER (DNR)" userId="01cf875a-4e15-4928-8f93-7a0dfa1efb6b" providerId="ADAL" clId="{E9054DD1-CDF4-4BE2-A4C5-BD4B0395A89E}" dt="2026-06-01T23:49:04.375" v="11662" actId="553"/>
          <ac:spMkLst>
            <pc:docMk/>
            <pc:sldMk cId="1835506812" sldId="301"/>
            <ac:spMk id="20" creationId="{02CDAE73-7217-34BB-5F69-27329849BDB2}"/>
          </ac:spMkLst>
        </pc:spChg>
        <pc:spChg chg="add mod">
          <ac:chgData name="DOWTY, PETER (DNR)" userId="01cf875a-4e15-4928-8f93-7a0dfa1efb6b" providerId="ADAL" clId="{E9054DD1-CDF4-4BE2-A4C5-BD4B0395A89E}" dt="2026-06-01T23:48:54.639" v="11661" actId="552"/>
          <ac:spMkLst>
            <pc:docMk/>
            <pc:sldMk cId="1835506812" sldId="301"/>
            <ac:spMk id="21" creationId="{AFC53919-C338-F790-806D-00971349364F}"/>
          </ac:spMkLst>
        </pc:spChg>
        <pc:spChg chg="add mod">
          <ac:chgData name="DOWTY, PETER (DNR)" userId="01cf875a-4e15-4928-8f93-7a0dfa1efb6b" providerId="ADAL" clId="{E9054DD1-CDF4-4BE2-A4C5-BD4B0395A89E}" dt="2026-06-01T23:49:04.375" v="11662" actId="553"/>
          <ac:spMkLst>
            <pc:docMk/>
            <pc:sldMk cId="1835506812" sldId="301"/>
            <ac:spMk id="22" creationId="{205546D8-0762-BE98-4083-21600FE46AF5}"/>
          </ac:spMkLst>
        </pc:spChg>
        <pc:spChg chg="add mod">
          <ac:chgData name="DOWTY, PETER (DNR)" userId="01cf875a-4e15-4928-8f93-7a0dfa1efb6b" providerId="ADAL" clId="{E9054DD1-CDF4-4BE2-A4C5-BD4B0395A89E}" dt="2026-06-03T16:58:12.656" v="12084" actId="1076"/>
          <ac:spMkLst>
            <pc:docMk/>
            <pc:sldMk cId="1835506812" sldId="301"/>
            <ac:spMk id="23" creationId="{F1E87337-20FD-C8F0-87F2-A6980D388AE5}"/>
          </ac:spMkLst>
        </pc:spChg>
        <pc:spChg chg="add mod">
          <ac:chgData name="DOWTY, PETER (DNR)" userId="01cf875a-4e15-4928-8f93-7a0dfa1efb6b" providerId="ADAL" clId="{E9054DD1-CDF4-4BE2-A4C5-BD4B0395A89E}" dt="2026-06-02T15:13:01.717" v="11788" actId="1076"/>
          <ac:spMkLst>
            <pc:docMk/>
            <pc:sldMk cId="1835506812" sldId="301"/>
            <ac:spMk id="25" creationId="{2D9679E1-4BAC-BA48-C59A-257390CDC79F}"/>
          </ac:spMkLst>
        </pc:spChg>
        <pc:spChg chg="add mod">
          <ac:chgData name="DOWTY, PETER (DNR)" userId="01cf875a-4e15-4928-8f93-7a0dfa1efb6b" providerId="ADAL" clId="{E9054DD1-CDF4-4BE2-A4C5-BD4B0395A89E}" dt="2026-06-02T00:12:33.821" v="11740" actId="1076"/>
          <ac:spMkLst>
            <pc:docMk/>
            <pc:sldMk cId="1835506812" sldId="301"/>
            <ac:spMk id="26" creationId="{C0ABF959-5BC4-471A-54AD-ACA7AF7AF094}"/>
          </ac:spMkLst>
        </pc:spChg>
        <pc:spChg chg="add mod">
          <ac:chgData name="DOWTY, PETER (DNR)" userId="01cf875a-4e15-4928-8f93-7a0dfa1efb6b" providerId="ADAL" clId="{E9054DD1-CDF4-4BE2-A4C5-BD4B0395A89E}" dt="2026-06-02T15:14:08.781" v="11796" actId="20577"/>
          <ac:spMkLst>
            <pc:docMk/>
            <pc:sldMk cId="1835506812" sldId="301"/>
            <ac:spMk id="27" creationId="{BA03D427-46CE-A87E-7479-DB97639C94FE}"/>
          </ac:spMkLst>
        </pc:spChg>
        <pc:spChg chg="add mod">
          <ac:chgData name="DOWTY, PETER (DNR)" userId="01cf875a-4e15-4928-8f93-7a0dfa1efb6b" providerId="ADAL" clId="{E9054DD1-CDF4-4BE2-A4C5-BD4B0395A89E}" dt="2026-06-02T15:14:19.312" v="11802" actId="20577"/>
          <ac:spMkLst>
            <pc:docMk/>
            <pc:sldMk cId="1835506812" sldId="301"/>
            <ac:spMk id="28" creationId="{5E32C94E-F937-B57F-7394-72097CD9FD72}"/>
          </ac:spMkLst>
        </pc:spChg>
        <pc:spChg chg="add mod">
          <ac:chgData name="DOWTY, PETER (DNR)" userId="01cf875a-4e15-4928-8f93-7a0dfa1efb6b" providerId="ADAL" clId="{E9054DD1-CDF4-4BE2-A4C5-BD4B0395A89E}" dt="2026-06-02T00:13:38.609" v="11743" actId="1076"/>
          <ac:spMkLst>
            <pc:docMk/>
            <pc:sldMk cId="1835506812" sldId="301"/>
            <ac:spMk id="29" creationId="{042BF2F3-4CF6-0944-53D2-C766BDB236C6}"/>
          </ac:spMkLst>
        </pc:spChg>
        <pc:spChg chg="add mod">
          <ac:chgData name="DOWTY, PETER (DNR)" userId="01cf875a-4e15-4928-8f93-7a0dfa1efb6b" providerId="ADAL" clId="{E9054DD1-CDF4-4BE2-A4C5-BD4B0395A89E}" dt="2026-06-02T00:13:38.609" v="11743" actId="1076"/>
          <ac:spMkLst>
            <pc:docMk/>
            <pc:sldMk cId="1835506812" sldId="301"/>
            <ac:spMk id="30" creationId="{5EB3344F-1E47-7B91-09A1-81AD7247D778}"/>
          </ac:spMkLst>
        </pc:spChg>
        <pc:spChg chg="add mod">
          <ac:chgData name="DOWTY, PETER (DNR)" userId="01cf875a-4e15-4928-8f93-7a0dfa1efb6b" providerId="ADAL" clId="{E9054DD1-CDF4-4BE2-A4C5-BD4B0395A89E}" dt="2026-06-02T00:13:43.338" v="11744" actId="1076"/>
          <ac:spMkLst>
            <pc:docMk/>
            <pc:sldMk cId="1835506812" sldId="301"/>
            <ac:spMk id="31" creationId="{1CD8231A-1A62-26D7-A849-A406F6B93420}"/>
          </ac:spMkLst>
        </pc:spChg>
        <pc:spChg chg="add mod">
          <ac:chgData name="DOWTY, PETER (DNR)" userId="01cf875a-4e15-4928-8f93-7a0dfa1efb6b" providerId="ADAL" clId="{E9054DD1-CDF4-4BE2-A4C5-BD4B0395A89E}" dt="2026-06-02T00:13:43.338" v="11744" actId="1076"/>
          <ac:spMkLst>
            <pc:docMk/>
            <pc:sldMk cId="1835506812" sldId="301"/>
            <ac:spMk id="32" creationId="{2EBBC36A-8DB4-451A-9CF8-88561C17841B}"/>
          </ac:spMkLst>
        </pc:spChg>
        <pc:spChg chg="add mod">
          <ac:chgData name="DOWTY, PETER (DNR)" userId="01cf875a-4e15-4928-8f93-7a0dfa1efb6b" providerId="ADAL" clId="{E9054DD1-CDF4-4BE2-A4C5-BD4B0395A89E}" dt="2026-06-02T00:13:38.609" v="11743" actId="1076"/>
          <ac:spMkLst>
            <pc:docMk/>
            <pc:sldMk cId="1835506812" sldId="301"/>
            <ac:spMk id="33" creationId="{03494EC8-87B3-112F-7B4C-9687216B1468}"/>
          </ac:spMkLst>
        </pc:spChg>
        <pc:spChg chg="add mod">
          <ac:chgData name="DOWTY, PETER (DNR)" userId="01cf875a-4e15-4928-8f93-7a0dfa1efb6b" providerId="ADAL" clId="{E9054DD1-CDF4-4BE2-A4C5-BD4B0395A89E}" dt="2026-06-02T00:13:38.609" v="11743" actId="1076"/>
          <ac:spMkLst>
            <pc:docMk/>
            <pc:sldMk cId="1835506812" sldId="301"/>
            <ac:spMk id="34" creationId="{43C3F10B-430C-4A9B-C1BE-DAF99A70EFA9}"/>
          </ac:spMkLst>
        </pc:spChg>
        <pc:spChg chg="add mod">
          <ac:chgData name="DOWTY, PETER (DNR)" userId="01cf875a-4e15-4928-8f93-7a0dfa1efb6b" providerId="ADAL" clId="{E9054DD1-CDF4-4BE2-A4C5-BD4B0395A89E}" dt="2026-06-02T00:13:43.338" v="11744" actId="1076"/>
          <ac:spMkLst>
            <pc:docMk/>
            <pc:sldMk cId="1835506812" sldId="301"/>
            <ac:spMk id="35" creationId="{B86E6CC8-5D07-6368-DA13-F6A7E149010F}"/>
          </ac:spMkLst>
        </pc:spChg>
        <pc:spChg chg="add mod">
          <ac:chgData name="DOWTY, PETER (DNR)" userId="01cf875a-4e15-4928-8f93-7a0dfa1efb6b" providerId="ADAL" clId="{E9054DD1-CDF4-4BE2-A4C5-BD4B0395A89E}" dt="2026-06-02T00:13:43.338" v="11744" actId="1076"/>
          <ac:spMkLst>
            <pc:docMk/>
            <pc:sldMk cId="1835506812" sldId="301"/>
            <ac:spMk id="36" creationId="{03A276EE-5199-3DD7-365D-649D9CDA7F46}"/>
          </ac:spMkLst>
        </pc:spChg>
        <pc:spChg chg="add mod">
          <ac:chgData name="DOWTY, PETER (DNR)" userId="01cf875a-4e15-4928-8f93-7a0dfa1efb6b" providerId="ADAL" clId="{E9054DD1-CDF4-4BE2-A4C5-BD4B0395A89E}" dt="2026-06-02T00:12:25.727" v="11739" actId="1076"/>
          <ac:spMkLst>
            <pc:docMk/>
            <pc:sldMk cId="1835506812" sldId="301"/>
            <ac:spMk id="37" creationId="{7D16656C-E0AF-B118-BCA5-7D46074F14E8}"/>
          </ac:spMkLst>
        </pc:spChg>
        <pc:spChg chg="add mod">
          <ac:chgData name="DOWTY, PETER (DNR)" userId="01cf875a-4e15-4928-8f93-7a0dfa1efb6b" providerId="ADAL" clId="{E9054DD1-CDF4-4BE2-A4C5-BD4B0395A89E}" dt="2026-06-01T23:46:14.419" v="11647" actId="1076"/>
          <ac:spMkLst>
            <pc:docMk/>
            <pc:sldMk cId="1835506812" sldId="301"/>
            <ac:spMk id="38" creationId="{06F082C8-39FD-7C61-B8FE-3590E4A25BB9}"/>
          </ac:spMkLst>
        </pc:spChg>
        <pc:spChg chg="add mod">
          <ac:chgData name="DOWTY, PETER (DNR)" userId="01cf875a-4e15-4928-8f93-7a0dfa1efb6b" providerId="ADAL" clId="{E9054DD1-CDF4-4BE2-A4C5-BD4B0395A89E}" dt="2026-06-01T23:50:00.704" v="11667" actId="20577"/>
          <ac:spMkLst>
            <pc:docMk/>
            <pc:sldMk cId="1835506812" sldId="301"/>
            <ac:spMk id="39" creationId="{038D1C5A-DC0D-09E2-625D-8934D2198D3C}"/>
          </ac:spMkLst>
        </pc:spChg>
        <pc:spChg chg="add mod ord">
          <ac:chgData name="DOWTY, PETER (DNR)" userId="01cf875a-4e15-4928-8f93-7a0dfa1efb6b" providerId="ADAL" clId="{E9054DD1-CDF4-4BE2-A4C5-BD4B0395A89E}" dt="2026-06-03T17:51:08.266" v="12099" actId="167"/>
          <ac:spMkLst>
            <pc:docMk/>
            <pc:sldMk cId="1835506812" sldId="301"/>
            <ac:spMk id="42" creationId="{F9265CB6-2D04-501C-0F09-3FFF83160315}"/>
          </ac:spMkLst>
        </pc:spChg>
        <pc:spChg chg="add mod">
          <ac:chgData name="DOWTY, PETER (DNR)" userId="01cf875a-4e15-4928-8f93-7a0dfa1efb6b" providerId="ADAL" clId="{E9054DD1-CDF4-4BE2-A4C5-BD4B0395A89E}" dt="2026-06-03T17:54:46.175" v="12104" actId="122"/>
          <ac:spMkLst>
            <pc:docMk/>
            <pc:sldMk cId="1835506812" sldId="301"/>
            <ac:spMk id="43" creationId="{3637AE5A-FEBB-30E5-6325-292F8E1DA0F9}"/>
          </ac:spMkLst>
        </pc:spChg>
        <pc:spChg chg="add mod">
          <ac:chgData name="DOWTY, PETER (DNR)" userId="01cf875a-4e15-4928-8f93-7a0dfa1efb6b" providerId="ADAL" clId="{E9054DD1-CDF4-4BE2-A4C5-BD4B0395A89E}" dt="2026-06-02T00:13:43.338" v="11744" actId="1076"/>
          <ac:spMkLst>
            <pc:docMk/>
            <pc:sldMk cId="1835506812" sldId="301"/>
            <ac:spMk id="44" creationId="{6DA6A340-2509-0F04-8EC5-1C1D48219A69}"/>
          </ac:spMkLst>
        </pc:spChg>
        <pc:spChg chg="add mod">
          <ac:chgData name="DOWTY, PETER (DNR)" userId="01cf875a-4e15-4928-8f93-7a0dfa1efb6b" providerId="ADAL" clId="{E9054DD1-CDF4-4BE2-A4C5-BD4B0395A89E}" dt="2026-06-02T00:13:43.338" v="11744" actId="1076"/>
          <ac:spMkLst>
            <pc:docMk/>
            <pc:sldMk cId="1835506812" sldId="301"/>
            <ac:spMk id="45" creationId="{A2B0DB32-DBDA-81A6-A337-D943C88AA080}"/>
          </ac:spMkLst>
        </pc:spChg>
        <pc:spChg chg="add mod">
          <ac:chgData name="DOWTY, PETER (DNR)" userId="01cf875a-4e15-4928-8f93-7a0dfa1efb6b" providerId="ADAL" clId="{E9054DD1-CDF4-4BE2-A4C5-BD4B0395A89E}" dt="2026-06-02T00:13:43.338" v="11744" actId="1076"/>
          <ac:spMkLst>
            <pc:docMk/>
            <pc:sldMk cId="1835506812" sldId="301"/>
            <ac:spMk id="46" creationId="{EEA2693D-4F80-B26D-B85F-2BEDECBC2740}"/>
          </ac:spMkLst>
        </pc:spChg>
        <pc:spChg chg="add mod">
          <ac:chgData name="DOWTY, PETER (DNR)" userId="01cf875a-4e15-4928-8f93-7a0dfa1efb6b" providerId="ADAL" clId="{E9054DD1-CDF4-4BE2-A4C5-BD4B0395A89E}" dt="2026-06-02T00:13:43.338" v="11744" actId="1076"/>
          <ac:spMkLst>
            <pc:docMk/>
            <pc:sldMk cId="1835506812" sldId="301"/>
            <ac:spMk id="47" creationId="{7B93C9D5-1E81-E818-2949-2530223BC0EB}"/>
          </ac:spMkLst>
        </pc:spChg>
        <pc:spChg chg="add mod">
          <ac:chgData name="DOWTY, PETER (DNR)" userId="01cf875a-4e15-4928-8f93-7a0dfa1efb6b" providerId="ADAL" clId="{E9054DD1-CDF4-4BE2-A4C5-BD4B0395A89E}" dt="2026-06-02T00:16:53.358" v="11778" actId="1076"/>
          <ac:spMkLst>
            <pc:docMk/>
            <pc:sldMk cId="1835506812" sldId="301"/>
            <ac:spMk id="48" creationId="{E70E7CFD-7483-0DD7-79C5-A362416B9CA7}"/>
          </ac:spMkLst>
        </pc:spChg>
        <pc:spChg chg="add mod">
          <ac:chgData name="DOWTY, PETER (DNR)" userId="01cf875a-4e15-4928-8f93-7a0dfa1efb6b" providerId="ADAL" clId="{E9054DD1-CDF4-4BE2-A4C5-BD4B0395A89E}" dt="2026-06-02T00:16:53.358" v="11778" actId="1076"/>
          <ac:spMkLst>
            <pc:docMk/>
            <pc:sldMk cId="1835506812" sldId="301"/>
            <ac:spMk id="49" creationId="{1C2E54EB-245A-DC25-4BB6-C3C0454CF3A1}"/>
          </ac:spMkLst>
        </pc:spChg>
        <pc:spChg chg="add mod">
          <ac:chgData name="DOWTY, PETER (DNR)" userId="01cf875a-4e15-4928-8f93-7a0dfa1efb6b" providerId="ADAL" clId="{E9054DD1-CDF4-4BE2-A4C5-BD4B0395A89E}" dt="2026-06-02T00:16:53.358" v="11778" actId="1076"/>
          <ac:spMkLst>
            <pc:docMk/>
            <pc:sldMk cId="1835506812" sldId="301"/>
            <ac:spMk id="50" creationId="{10A2254F-AD7B-2E8A-A1E2-139507A26D1A}"/>
          </ac:spMkLst>
        </pc:spChg>
        <pc:spChg chg="add mod">
          <ac:chgData name="DOWTY, PETER (DNR)" userId="01cf875a-4e15-4928-8f93-7a0dfa1efb6b" providerId="ADAL" clId="{E9054DD1-CDF4-4BE2-A4C5-BD4B0395A89E}" dt="2026-06-02T00:16:53.358" v="11778" actId="1076"/>
          <ac:spMkLst>
            <pc:docMk/>
            <pc:sldMk cId="1835506812" sldId="301"/>
            <ac:spMk id="51" creationId="{EED36589-D173-4EA4-61A8-C34BE0ACB4B9}"/>
          </ac:spMkLst>
        </pc:spChg>
        <pc:spChg chg="add mod">
          <ac:chgData name="DOWTY, PETER (DNR)" userId="01cf875a-4e15-4928-8f93-7a0dfa1efb6b" providerId="ADAL" clId="{E9054DD1-CDF4-4BE2-A4C5-BD4B0395A89E}" dt="2026-06-02T00:20:00.284" v="11780" actId="20577"/>
          <ac:spMkLst>
            <pc:docMk/>
            <pc:sldMk cId="1835506812" sldId="301"/>
            <ac:spMk id="52" creationId="{C9290E5F-569F-61A5-6E7A-C4368AA99F54}"/>
          </ac:spMkLst>
        </pc:spChg>
        <pc:spChg chg="add mod">
          <ac:chgData name="DOWTY, PETER (DNR)" userId="01cf875a-4e15-4928-8f93-7a0dfa1efb6b" providerId="ADAL" clId="{E9054DD1-CDF4-4BE2-A4C5-BD4B0395A89E}" dt="2026-06-02T00:19:26.010" v="11779" actId="20577"/>
          <ac:spMkLst>
            <pc:docMk/>
            <pc:sldMk cId="1835506812" sldId="301"/>
            <ac:spMk id="53" creationId="{425D6CF1-3692-5F01-A863-1F90B0E95B38}"/>
          </ac:spMkLst>
        </pc:spChg>
        <pc:spChg chg="add mod">
          <ac:chgData name="DOWTY, PETER (DNR)" userId="01cf875a-4e15-4928-8f93-7a0dfa1efb6b" providerId="ADAL" clId="{E9054DD1-CDF4-4BE2-A4C5-BD4B0395A89E}" dt="2026-06-02T00:26:17.340" v="11782" actId="1076"/>
          <ac:spMkLst>
            <pc:docMk/>
            <pc:sldMk cId="1835506812" sldId="301"/>
            <ac:spMk id="54" creationId="{B9361667-2091-4FE8-BADA-38DFD9EF324F}"/>
          </ac:spMkLst>
        </pc:spChg>
        <pc:spChg chg="add mod">
          <ac:chgData name="DOWTY, PETER (DNR)" userId="01cf875a-4e15-4928-8f93-7a0dfa1efb6b" providerId="ADAL" clId="{E9054DD1-CDF4-4BE2-A4C5-BD4B0395A89E}" dt="2026-06-02T00:27:06.699" v="11784" actId="1076"/>
          <ac:spMkLst>
            <pc:docMk/>
            <pc:sldMk cId="1835506812" sldId="301"/>
            <ac:spMk id="55" creationId="{30FADCC8-FDAB-E84B-411A-8B6311D9D4E5}"/>
          </ac:spMkLst>
        </pc:spChg>
        <pc:spChg chg="add mod">
          <ac:chgData name="DOWTY, PETER (DNR)" userId="01cf875a-4e15-4928-8f93-7a0dfa1efb6b" providerId="ADAL" clId="{E9054DD1-CDF4-4BE2-A4C5-BD4B0395A89E}" dt="2026-06-02T00:28:08.596" v="11786" actId="20577"/>
          <ac:spMkLst>
            <pc:docMk/>
            <pc:sldMk cId="1835506812" sldId="301"/>
            <ac:spMk id="56" creationId="{E40E8C92-55CC-CBBB-5D85-3B438ADFBC18}"/>
          </ac:spMkLst>
        </pc:spChg>
        <pc:spChg chg="add mod">
          <ac:chgData name="DOWTY, PETER (DNR)" userId="01cf875a-4e15-4928-8f93-7a0dfa1efb6b" providerId="ADAL" clId="{E9054DD1-CDF4-4BE2-A4C5-BD4B0395A89E}" dt="2026-06-02T15:51:29.159" v="11893" actId="1076"/>
          <ac:spMkLst>
            <pc:docMk/>
            <pc:sldMk cId="1835506812" sldId="301"/>
            <ac:spMk id="62" creationId="{B3EC0EC5-9D61-CF99-DD83-A92179FEF23D}"/>
          </ac:spMkLst>
        </pc:spChg>
        <pc:spChg chg="add mod">
          <ac:chgData name="DOWTY, PETER (DNR)" userId="01cf875a-4e15-4928-8f93-7a0dfa1efb6b" providerId="ADAL" clId="{E9054DD1-CDF4-4BE2-A4C5-BD4B0395A89E}" dt="2026-06-02T23:18:53.649" v="12058" actId="1076"/>
          <ac:spMkLst>
            <pc:docMk/>
            <pc:sldMk cId="1835506812" sldId="301"/>
            <ac:spMk id="63" creationId="{236A0260-4A8B-3F99-2C18-0B712A54B012}"/>
          </ac:spMkLst>
        </pc:spChg>
        <pc:spChg chg="add mod">
          <ac:chgData name="DOWTY, PETER (DNR)" userId="01cf875a-4e15-4928-8f93-7a0dfa1efb6b" providerId="ADAL" clId="{E9054DD1-CDF4-4BE2-A4C5-BD4B0395A89E}" dt="2026-06-02T23:19:08.334" v="12060" actId="1076"/>
          <ac:spMkLst>
            <pc:docMk/>
            <pc:sldMk cId="1835506812" sldId="301"/>
            <ac:spMk id="64" creationId="{E16AB1D7-E866-5271-7E44-C49EFC182B53}"/>
          </ac:spMkLst>
        </pc:spChg>
        <pc:spChg chg="add mod">
          <ac:chgData name="DOWTY, PETER (DNR)" userId="01cf875a-4e15-4928-8f93-7a0dfa1efb6b" providerId="ADAL" clId="{E9054DD1-CDF4-4BE2-A4C5-BD4B0395A89E}" dt="2026-06-02T22:17:49.933" v="11973" actId="1076"/>
          <ac:spMkLst>
            <pc:docMk/>
            <pc:sldMk cId="1835506812" sldId="301"/>
            <ac:spMk id="68" creationId="{B0841662-720A-5FE5-9844-B2D7F7BF1419}"/>
          </ac:spMkLst>
        </pc:spChg>
        <pc:spChg chg="add mod">
          <ac:chgData name="DOWTY, PETER (DNR)" userId="01cf875a-4e15-4928-8f93-7a0dfa1efb6b" providerId="ADAL" clId="{E9054DD1-CDF4-4BE2-A4C5-BD4B0395A89E}" dt="2026-06-02T23:05:32.203" v="12023" actId="1076"/>
          <ac:spMkLst>
            <pc:docMk/>
            <pc:sldMk cId="1835506812" sldId="301"/>
            <ac:spMk id="69" creationId="{932CC6CF-F0F5-3E85-F792-24F455C8A8B9}"/>
          </ac:spMkLst>
        </pc:spChg>
        <pc:spChg chg="add mod">
          <ac:chgData name="DOWTY, PETER (DNR)" userId="01cf875a-4e15-4928-8f93-7a0dfa1efb6b" providerId="ADAL" clId="{E9054DD1-CDF4-4BE2-A4C5-BD4B0395A89E}" dt="2026-06-02T22:18:47.650" v="11996" actId="20577"/>
          <ac:spMkLst>
            <pc:docMk/>
            <pc:sldMk cId="1835506812" sldId="301"/>
            <ac:spMk id="70" creationId="{FC65503B-189C-429D-108A-617AB44A93CE}"/>
          </ac:spMkLst>
        </pc:spChg>
        <pc:spChg chg="add mod">
          <ac:chgData name="DOWTY, PETER (DNR)" userId="01cf875a-4e15-4928-8f93-7a0dfa1efb6b" providerId="ADAL" clId="{E9054DD1-CDF4-4BE2-A4C5-BD4B0395A89E}" dt="2026-06-02T23:09:09.143" v="12032" actId="14100"/>
          <ac:spMkLst>
            <pc:docMk/>
            <pc:sldMk cId="1835506812" sldId="301"/>
            <ac:spMk id="71" creationId="{BA12BE36-ADE2-E38B-5909-E8790792C55C}"/>
          </ac:spMkLst>
        </pc:spChg>
        <pc:spChg chg="add mod">
          <ac:chgData name="DOWTY, PETER (DNR)" userId="01cf875a-4e15-4928-8f93-7a0dfa1efb6b" providerId="ADAL" clId="{E9054DD1-CDF4-4BE2-A4C5-BD4B0395A89E}" dt="2026-06-03T17:55:49.783" v="12124" actId="20577"/>
          <ac:spMkLst>
            <pc:docMk/>
            <pc:sldMk cId="1835506812" sldId="301"/>
            <ac:spMk id="72" creationId="{0A5B5348-380B-5147-6E36-E753F79F32EC}"/>
          </ac:spMkLst>
        </pc:spChg>
        <pc:spChg chg="add mod">
          <ac:chgData name="DOWTY, PETER (DNR)" userId="01cf875a-4e15-4928-8f93-7a0dfa1efb6b" providerId="ADAL" clId="{E9054DD1-CDF4-4BE2-A4C5-BD4B0395A89E}" dt="2026-06-03T17:55:52.558" v="12126" actId="20577"/>
          <ac:spMkLst>
            <pc:docMk/>
            <pc:sldMk cId="1835506812" sldId="301"/>
            <ac:spMk id="73" creationId="{CE1D182E-0603-F7D6-873D-1FD6F7D86DC4}"/>
          </ac:spMkLst>
        </pc:spChg>
        <pc:spChg chg="add mod">
          <ac:chgData name="DOWTY, PETER (DNR)" userId="01cf875a-4e15-4928-8f93-7a0dfa1efb6b" providerId="ADAL" clId="{E9054DD1-CDF4-4BE2-A4C5-BD4B0395A89E}" dt="2026-06-03T17:55:45.942" v="12122" actId="20577"/>
          <ac:spMkLst>
            <pc:docMk/>
            <pc:sldMk cId="1835506812" sldId="301"/>
            <ac:spMk id="74" creationId="{004CC4C5-230D-3DDB-684D-8257A0C2A81D}"/>
          </ac:spMkLst>
        </pc:spChg>
        <pc:spChg chg="add mod">
          <ac:chgData name="DOWTY, PETER (DNR)" userId="01cf875a-4e15-4928-8f93-7a0dfa1efb6b" providerId="ADAL" clId="{E9054DD1-CDF4-4BE2-A4C5-BD4B0395A89E}" dt="2026-06-03T17:55:39.321" v="12120" actId="20577"/>
          <ac:spMkLst>
            <pc:docMk/>
            <pc:sldMk cId="1835506812" sldId="301"/>
            <ac:spMk id="75" creationId="{0C19321E-66E8-18AB-6F4D-046CC80DABD7}"/>
          </ac:spMkLst>
        </pc:spChg>
        <pc:spChg chg="add mod">
          <ac:chgData name="DOWTY, PETER (DNR)" userId="01cf875a-4e15-4928-8f93-7a0dfa1efb6b" providerId="ADAL" clId="{E9054DD1-CDF4-4BE2-A4C5-BD4B0395A89E}" dt="2026-06-03T17:55:55.502" v="12128" actId="20577"/>
          <ac:spMkLst>
            <pc:docMk/>
            <pc:sldMk cId="1835506812" sldId="301"/>
            <ac:spMk id="76" creationId="{A41F176F-7050-C6D9-12FD-1676C7D59B28}"/>
          </ac:spMkLst>
        </pc:spChg>
        <pc:spChg chg="add mod">
          <ac:chgData name="DOWTY, PETER (DNR)" userId="01cf875a-4e15-4928-8f93-7a0dfa1efb6b" providerId="ADAL" clId="{E9054DD1-CDF4-4BE2-A4C5-BD4B0395A89E}" dt="2026-06-02T23:20:39.385" v="12069" actId="20577"/>
          <ac:spMkLst>
            <pc:docMk/>
            <pc:sldMk cId="1835506812" sldId="301"/>
            <ac:spMk id="77" creationId="{619B5D77-A214-239D-BEFB-BE8928806529}"/>
          </ac:spMkLst>
        </pc:spChg>
        <pc:spChg chg="add mod">
          <ac:chgData name="DOWTY, PETER (DNR)" userId="01cf875a-4e15-4928-8f93-7a0dfa1efb6b" providerId="ADAL" clId="{E9054DD1-CDF4-4BE2-A4C5-BD4B0395A89E}" dt="2026-06-02T23:20:49.671" v="12071" actId="1076"/>
          <ac:spMkLst>
            <pc:docMk/>
            <pc:sldMk cId="1835506812" sldId="301"/>
            <ac:spMk id="78" creationId="{76FBC816-53A8-AA48-4750-A91E06EA1753}"/>
          </ac:spMkLst>
        </pc:spChg>
        <pc:spChg chg="add mod">
          <ac:chgData name="DOWTY, PETER (DNR)" userId="01cf875a-4e15-4928-8f93-7a0dfa1efb6b" providerId="ADAL" clId="{E9054DD1-CDF4-4BE2-A4C5-BD4B0395A89E}" dt="2026-06-02T23:20:55.144" v="12073" actId="20577"/>
          <ac:spMkLst>
            <pc:docMk/>
            <pc:sldMk cId="1835506812" sldId="301"/>
            <ac:spMk id="79" creationId="{C6EF30A8-BE1F-9158-9A95-34FB0ADDCD04}"/>
          </ac:spMkLst>
        </pc:spChg>
        <pc:spChg chg="add mod">
          <ac:chgData name="DOWTY, PETER (DNR)" userId="01cf875a-4e15-4928-8f93-7a0dfa1efb6b" providerId="ADAL" clId="{E9054DD1-CDF4-4BE2-A4C5-BD4B0395A89E}" dt="2026-06-02T23:21:20.191" v="12078" actId="206"/>
          <ac:spMkLst>
            <pc:docMk/>
            <pc:sldMk cId="1835506812" sldId="301"/>
            <ac:spMk id="80" creationId="{7E51EC16-1C5E-02A9-78C8-712716F591FD}"/>
          </ac:spMkLst>
        </pc:spChg>
        <pc:spChg chg="add mod">
          <ac:chgData name="DOWTY, PETER (DNR)" userId="01cf875a-4e15-4928-8f93-7a0dfa1efb6b" providerId="ADAL" clId="{E9054DD1-CDF4-4BE2-A4C5-BD4B0395A89E}" dt="2026-06-02T23:21:48.764" v="12080" actId="1076"/>
          <ac:spMkLst>
            <pc:docMk/>
            <pc:sldMk cId="1835506812" sldId="301"/>
            <ac:spMk id="81" creationId="{5310AE6D-8ADF-9D00-09C7-486B12564722}"/>
          </ac:spMkLst>
        </pc:spChg>
        <pc:spChg chg="add mod">
          <ac:chgData name="DOWTY, PETER (DNR)" userId="01cf875a-4e15-4928-8f93-7a0dfa1efb6b" providerId="ADAL" clId="{E9054DD1-CDF4-4BE2-A4C5-BD4B0395A89E}" dt="2026-06-02T23:21:48.764" v="12080" actId="1076"/>
          <ac:spMkLst>
            <pc:docMk/>
            <pc:sldMk cId="1835506812" sldId="301"/>
            <ac:spMk id="82" creationId="{D0485799-8A5A-DC67-A24F-51A7C5F2E323}"/>
          </ac:spMkLst>
        </pc:spChg>
        <pc:spChg chg="add mod">
          <ac:chgData name="DOWTY, PETER (DNR)" userId="01cf875a-4e15-4928-8f93-7a0dfa1efb6b" providerId="ADAL" clId="{E9054DD1-CDF4-4BE2-A4C5-BD4B0395A89E}" dt="2026-06-03T17:55:58.094" v="12130" actId="20577"/>
          <ac:spMkLst>
            <pc:docMk/>
            <pc:sldMk cId="1835506812" sldId="301"/>
            <ac:spMk id="83" creationId="{ECE2DC99-4EBB-BAD5-FEE8-06E7BB98F48C}"/>
          </ac:spMkLst>
        </pc:spChg>
        <pc:spChg chg="add mod">
          <ac:chgData name="DOWTY, PETER (DNR)" userId="01cf875a-4e15-4928-8f93-7a0dfa1efb6b" providerId="ADAL" clId="{E9054DD1-CDF4-4BE2-A4C5-BD4B0395A89E}" dt="2026-06-03T17:56:00.783" v="12132" actId="20577"/>
          <ac:spMkLst>
            <pc:docMk/>
            <pc:sldMk cId="1835506812" sldId="301"/>
            <ac:spMk id="84" creationId="{95B9A113-9E6A-8220-22CE-7E702667E34C}"/>
          </ac:spMkLst>
        </pc:spChg>
        <pc:spChg chg="add mod ord">
          <ac:chgData name="DOWTY, PETER (DNR)" userId="01cf875a-4e15-4928-8f93-7a0dfa1efb6b" providerId="ADAL" clId="{E9054DD1-CDF4-4BE2-A4C5-BD4B0395A89E}" dt="2026-06-03T17:58:36.478" v="12152" actId="167"/>
          <ac:spMkLst>
            <pc:docMk/>
            <pc:sldMk cId="1835506812" sldId="301"/>
            <ac:spMk id="85" creationId="{530B9661-8511-330E-89B6-36C854FA7E81}"/>
          </ac:spMkLst>
        </pc:spChg>
        <pc:cxnChg chg="add mod">
          <ac:chgData name="DOWTY, PETER (DNR)" userId="01cf875a-4e15-4928-8f93-7a0dfa1efb6b" providerId="ADAL" clId="{E9054DD1-CDF4-4BE2-A4C5-BD4B0395A89E}" dt="2026-06-03T17:12:28.176" v="12088" actId="1076"/>
          <ac:cxnSpMkLst>
            <pc:docMk/>
            <pc:sldMk cId="1835506812" sldId="301"/>
            <ac:cxnSpMk id="41" creationId="{7F15E203-A647-EB72-450F-5F2788475573}"/>
          </ac:cxnSpMkLst>
        </pc:cxnChg>
        <pc:cxnChg chg="add">
          <ac:chgData name="DOWTY, PETER (DNR)" userId="01cf875a-4e15-4928-8f93-7a0dfa1efb6b" providerId="ADAL" clId="{E9054DD1-CDF4-4BE2-A4C5-BD4B0395A89E}" dt="2026-06-02T15:14:35.006" v="11803" actId="11529"/>
          <ac:cxnSpMkLst>
            <pc:docMk/>
            <pc:sldMk cId="1835506812" sldId="301"/>
            <ac:cxnSpMk id="61" creationId="{86508DE1-7F13-D615-9196-8199CD7F7CC7}"/>
          </ac:cxnSpMkLst>
        </pc:cxnChg>
      </pc:sldChg>
      <pc:sldChg chg="addSp delSp modSp new mod">
        <pc:chgData name="DOWTY, PETER (DNR)" userId="01cf875a-4e15-4928-8f93-7a0dfa1efb6b" providerId="ADAL" clId="{E9054DD1-CDF4-4BE2-A4C5-BD4B0395A89E}" dt="2026-06-10T23:52:46.866" v="14238" actId="478"/>
        <pc:sldMkLst>
          <pc:docMk/>
          <pc:sldMk cId="1080191347" sldId="302"/>
        </pc:sldMkLst>
        <pc:spChg chg="mod">
          <ac:chgData name="DOWTY, PETER (DNR)" userId="01cf875a-4e15-4928-8f93-7a0dfa1efb6b" providerId="ADAL" clId="{E9054DD1-CDF4-4BE2-A4C5-BD4B0395A89E}" dt="2026-06-10T19:54:09.094" v="14134" actId="255"/>
          <ac:spMkLst>
            <pc:docMk/>
            <pc:sldMk cId="1080191347" sldId="302"/>
            <ac:spMk id="3" creationId="{8110A3D7-C4FB-1C83-A200-76837EBCE228}"/>
          </ac:spMkLst>
        </pc:spChg>
        <pc:spChg chg="add mod">
          <ac:chgData name="DOWTY, PETER (DNR)" userId="01cf875a-4e15-4928-8f93-7a0dfa1efb6b" providerId="ADAL" clId="{E9054DD1-CDF4-4BE2-A4C5-BD4B0395A89E}" dt="2026-06-04T14:25:40.152" v="12410" actId="554"/>
          <ac:spMkLst>
            <pc:docMk/>
            <pc:sldMk cId="1080191347" sldId="302"/>
            <ac:spMk id="4" creationId="{C76B6FD2-BF8A-F576-88C8-D581036D168C}"/>
          </ac:spMkLst>
        </pc:spChg>
        <pc:spChg chg="add mod">
          <ac:chgData name="DOWTY, PETER (DNR)" userId="01cf875a-4e15-4928-8f93-7a0dfa1efb6b" providerId="ADAL" clId="{E9054DD1-CDF4-4BE2-A4C5-BD4B0395A89E}" dt="2026-06-04T14:25:46.681" v="12411" actId="1076"/>
          <ac:spMkLst>
            <pc:docMk/>
            <pc:sldMk cId="1080191347" sldId="302"/>
            <ac:spMk id="5" creationId="{7AC1CA6E-69D4-8FB4-7C1F-5B7431AB8082}"/>
          </ac:spMkLst>
        </pc:spChg>
        <pc:spChg chg="add mod">
          <ac:chgData name="DOWTY, PETER (DNR)" userId="01cf875a-4e15-4928-8f93-7a0dfa1efb6b" providerId="ADAL" clId="{E9054DD1-CDF4-4BE2-A4C5-BD4B0395A89E}" dt="2026-06-04T14:25:50.172" v="12412" actId="1076"/>
          <ac:spMkLst>
            <pc:docMk/>
            <pc:sldMk cId="1080191347" sldId="302"/>
            <ac:spMk id="6" creationId="{C4C9CCD5-87E8-518C-2C95-870A247B881F}"/>
          </ac:spMkLst>
        </pc:spChg>
        <pc:spChg chg="add mod">
          <ac:chgData name="DOWTY, PETER (DNR)" userId="01cf875a-4e15-4928-8f93-7a0dfa1efb6b" providerId="ADAL" clId="{E9054DD1-CDF4-4BE2-A4C5-BD4B0395A89E}" dt="2026-06-04T14:25:40.152" v="12410" actId="554"/>
          <ac:spMkLst>
            <pc:docMk/>
            <pc:sldMk cId="1080191347" sldId="302"/>
            <ac:spMk id="7" creationId="{CED4FAD6-04BE-5DA1-3F40-825D4B156268}"/>
          </ac:spMkLst>
        </pc:spChg>
        <pc:spChg chg="add mod">
          <ac:chgData name="DOWTY, PETER (DNR)" userId="01cf875a-4e15-4928-8f93-7a0dfa1efb6b" providerId="ADAL" clId="{E9054DD1-CDF4-4BE2-A4C5-BD4B0395A89E}" dt="2026-06-04T14:25:40.152" v="12410" actId="554"/>
          <ac:spMkLst>
            <pc:docMk/>
            <pc:sldMk cId="1080191347" sldId="302"/>
            <ac:spMk id="8" creationId="{B94BF8CE-D3B7-CA0B-519C-D1C5FF051D53}"/>
          </ac:spMkLst>
        </pc:spChg>
        <pc:spChg chg="add mod">
          <ac:chgData name="DOWTY, PETER (DNR)" userId="01cf875a-4e15-4928-8f93-7a0dfa1efb6b" providerId="ADAL" clId="{E9054DD1-CDF4-4BE2-A4C5-BD4B0395A89E}" dt="2026-06-04T14:25:54.825" v="12413" actId="1076"/>
          <ac:spMkLst>
            <pc:docMk/>
            <pc:sldMk cId="1080191347" sldId="302"/>
            <ac:spMk id="9" creationId="{70CE1DF2-106A-9D2C-B806-8247E001DF76}"/>
          </ac:spMkLst>
        </pc:spChg>
        <pc:spChg chg="add mod">
          <ac:chgData name="DOWTY, PETER (DNR)" userId="01cf875a-4e15-4928-8f93-7a0dfa1efb6b" providerId="ADAL" clId="{E9054DD1-CDF4-4BE2-A4C5-BD4B0395A89E}" dt="2026-06-04T14:25:58.192" v="12414" actId="1076"/>
          <ac:spMkLst>
            <pc:docMk/>
            <pc:sldMk cId="1080191347" sldId="302"/>
            <ac:spMk id="10" creationId="{06FD703F-EFBF-62D2-4C8E-207F501ADCA5}"/>
          </ac:spMkLst>
        </pc:spChg>
        <pc:spChg chg="mod">
          <ac:chgData name="DOWTY, PETER (DNR)" userId="01cf875a-4e15-4928-8f93-7a0dfa1efb6b" providerId="ADAL" clId="{E9054DD1-CDF4-4BE2-A4C5-BD4B0395A89E}" dt="2026-06-10T23:46:06.498" v="14218" actId="1035"/>
          <ac:spMkLst>
            <pc:docMk/>
            <pc:sldMk cId="1080191347" sldId="302"/>
            <ac:spMk id="13" creationId="{B5800FFF-7611-C428-D8AA-524DA9785E78}"/>
          </ac:spMkLst>
        </pc:spChg>
        <pc:spChg chg="mod">
          <ac:chgData name="DOWTY, PETER (DNR)" userId="01cf875a-4e15-4928-8f93-7a0dfa1efb6b" providerId="ADAL" clId="{E9054DD1-CDF4-4BE2-A4C5-BD4B0395A89E}" dt="2026-06-10T23:51:24.724" v="14232" actId="255"/>
          <ac:spMkLst>
            <pc:docMk/>
            <pc:sldMk cId="1080191347" sldId="302"/>
            <ac:spMk id="14" creationId="{8C33BD06-B30D-B6EF-C110-1688C122209E}"/>
          </ac:spMkLst>
        </pc:spChg>
        <pc:spChg chg="mod">
          <ac:chgData name="DOWTY, PETER (DNR)" userId="01cf875a-4e15-4928-8f93-7a0dfa1efb6b" providerId="ADAL" clId="{E9054DD1-CDF4-4BE2-A4C5-BD4B0395A89E}" dt="2026-06-10T19:52:27.329" v="14130" actId="255"/>
          <ac:spMkLst>
            <pc:docMk/>
            <pc:sldMk cId="1080191347" sldId="302"/>
            <ac:spMk id="15" creationId="{966E100B-84E3-DAB6-AC32-CE5766CC72A5}"/>
          </ac:spMkLst>
        </pc:spChg>
        <pc:spChg chg="mod">
          <ac:chgData name="DOWTY, PETER (DNR)" userId="01cf875a-4e15-4928-8f93-7a0dfa1efb6b" providerId="ADAL" clId="{E9054DD1-CDF4-4BE2-A4C5-BD4B0395A89E}" dt="2026-06-10T23:50:19.371" v="14231" actId="255"/>
          <ac:spMkLst>
            <pc:docMk/>
            <pc:sldMk cId="1080191347" sldId="302"/>
            <ac:spMk id="17" creationId="{5CC19D89-2E0F-8942-F81C-349299689EC2}"/>
          </ac:spMkLst>
        </pc:spChg>
        <pc:spChg chg="mod">
          <ac:chgData name="DOWTY, PETER (DNR)" userId="01cf875a-4e15-4928-8f93-7a0dfa1efb6b" providerId="ADAL" clId="{E9054DD1-CDF4-4BE2-A4C5-BD4B0395A89E}" dt="2026-06-10T19:52:31.571" v="14131" actId="255"/>
          <ac:spMkLst>
            <pc:docMk/>
            <pc:sldMk cId="1080191347" sldId="302"/>
            <ac:spMk id="19" creationId="{1214ADD2-1773-4F92-44C7-3A15CE7BB40C}"/>
          </ac:spMkLst>
        </pc:spChg>
        <pc:spChg chg="mod">
          <ac:chgData name="DOWTY, PETER (DNR)" userId="01cf875a-4e15-4928-8f93-7a0dfa1efb6b" providerId="ADAL" clId="{E9054DD1-CDF4-4BE2-A4C5-BD4B0395A89E}" dt="2026-06-10T23:28:23.957" v="14156" actId="20577"/>
          <ac:spMkLst>
            <pc:docMk/>
            <pc:sldMk cId="1080191347" sldId="302"/>
            <ac:spMk id="21" creationId="{972BC3C7-B01B-E3E2-306F-2D831BC47D3B}"/>
          </ac:spMkLst>
        </pc:spChg>
        <pc:spChg chg="mod">
          <ac:chgData name="DOWTY, PETER (DNR)" userId="01cf875a-4e15-4928-8f93-7a0dfa1efb6b" providerId="ADAL" clId="{E9054DD1-CDF4-4BE2-A4C5-BD4B0395A89E}" dt="2026-06-10T19:52:35.910" v="14132" actId="255"/>
          <ac:spMkLst>
            <pc:docMk/>
            <pc:sldMk cId="1080191347" sldId="302"/>
            <ac:spMk id="22" creationId="{1D247A57-E1B6-9B0B-8F6B-E131E0CB4748}"/>
          </ac:spMkLst>
        </pc:spChg>
        <pc:spChg chg="mod">
          <ac:chgData name="DOWTY, PETER (DNR)" userId="01cf875a-4e15-4928-8f93-7a0dfa1efb6b" providerId="ADAL" clId="{E9054DD1-CDF4-4BE2-A4C5-BD4B0395A89E}" dt="2026-06-10T19:52:22.955" v="14129" actId="255"/>
          <ac:spMkLst>
            <pc:docMk/>
            <pc:sldMk cId="1080191347" sldId="302"/>
            <ac:spMk id="23" creationId="{F4054005-B522-6C17-0561-68EF1063906B}"/>
          </ac:spMkLst>
        </pc:spChg>
        <pc:spChg chg="mod">
          <ac:chgData name="DOWTY, PETER (DNR)" userId="01cf875a-4e15-4928-8f93-7a0dfa1efb6b" providerId="ADAL" clId="{E9054DD1-CDF4-4BE2-A4C5-BD4B0395A89E}" dt="2026-06-10T19:52:17.173" v="14128" actId="255"/>
          <ac:spMkLst>
            <pc:docMk/>
            <pc:sldMk cId="1080191347" sldId="302"/>
            <ac:spMk id="24" creationId="{A07D71C0-6478-95C2-434E-C8C14D578D1D}"/>
          </ac:spMkLst>
        </pc:spChg>
        <pc:spChg chg="mod">
          <ac:chgData name="DOWTY, PETER (DNR)" userId="01cf875a-4e15-4928-8f93-7a0dfa1efb6b" providerId="ADAL" clId="{E9054DD1-CDF4-4BE2-A4C5-BD4B0395A89E}" dt="2026-06-10T19:51:55.740" v="14127" actId="255"/>
          <ac:spMkLst>
            <pc:docMk/>
            <pc:sldMk cId="1080191347" sldId="302"/>
            <ac:spMk id="25" creationId="{A4C45E72-8F99-B1E5-C180-E49562B77EAF}"/>
          </ac:spMkLst>
        </pc:spChg>
        <pc:spChg chg="add mod">
          <ac:chgData name="DOWTY, PETER (DNR)" userId="01cf875a-4e15-4928-8f93-7a0dfa1efb6b" providerId="ADAL" clId="{E9054DD1-CDF4-4BE2-A4C5-BD4B0395A89E}" dt="2026-06-10T20:53:02.629" v="14149" actId="1076"/>
          <ac:spMkLst>
            <pc:docMk/>
            <pc:sldMk cId="1080191347" sldId="302"/>
            <ac:spMk id="28" creationId="{8C8E5CDA-6BA6-632E-9A67-DF99BBD20B33}"/>
          </ac:spMkLst>
        </pc:spChg>
        <pc:spChg chg="add mod">
          <ac:chgData name="DOWTY, PETER (DNR)" userId="01cf875a-4e15-4928-8f93-7a0dfa1efb6b" providerId="ADAL" clId="{E9054DD1-CDF4-4BE2-A4C5-BD4B0395A89E}" dt="2026-06-10T23:43:01.080" v="14165" actId="1076"/>
          <ac:spMkLst>
            <pc:docMk/>
            <pc:sldMk cId="1080191347" sldId="302"/>
            <ac:spMk id="41" creationId="{635AEB7B-4596-306B-B630-DD51CB842583}"/>
          </ac:spMkLst>
        </pc:spChg>
        <pc:spChg chg="add mod">
          <ac:chgData name="DOWTY, PETER (DNR)" userId="01cf875a-4e15-4928-8f93-7a0dfa1efb6b" providerId="ADAL" clId="{E9054DD1-CDF4-4BE2-A4C5-BD4B0395A89E}" dt="2026-06-10T23:43:12.820" v="14169" actId="1076"/>
          <ac:spMkLst>
            <pc:docMk/>
            <pc:sldMk cId="1080191347" sldId="302"/>
            <ac:spMk id="42" creationId="{542B2A1E-C2EE-EE35-75BC-09835ACC7E8F}"/>
          </ac:spMkLst>
        </pc:spChg>
        <pc:spChg chg="add mod">
          <ac:chgData name="DOWTY, PETER (DNR)" userId="01cf875a-4e15-4928-8f93-7a0dfa1efb6b" providerId="ADAL" clId="{E9054DD1-CDF4-4BE2-A4C5-BD4B0395A89E}" dt="2026-06-10T23:43:24.107" v="14173" actId="1076"/>
          <ac:spMkLst>
            <pc:docMk/>
            <pc:sldMk cId="1080191347" sldId="302"/>
            <ac:spMk id="43" creationId="{8B8D7897-74E2-7976-6B81-C25C7B217551}"/>
          </ac:spMkLst>
        </pc:spChg>
        <pc:spChg chg="add mod">
          <ac:chgData name="DOWTY, PETER (DNR)" userId="01cf875a-4e15-4928-8f93-7a0dfa1efb6b" providerId="ADAL" clId="{E9054DD1-CDF4-4BE2-A4C5-BD4B0395A89E}" dt="2026-06-10T23:43:57.561" v="14176" actId="1076"/>
          <ac:spMkLst>
            <pc:docMk/>
            <pc:sldMk cId="1080191347" sldId="302"/>
            <ac:spMk id="44" creationId="{A36FB7A9-1195-2834-C4BE-1D26DCA4D34E}"/>
          </ac:spMkLst>
        </pc:spChg>
        <pc:spChg chg="add mod">
          <ac:chgData name="DOWTY, PETER (DNR)" userId="01cf875a-4e15-4928-8f93-7a0dfa1efb6b" providerId="ADAL" clId="{E9054DD1-CDF4-4BE2-A4C5-BD4B0395A89E}" dt="2026-06-10T23:44:09.176" v="14180" actId="1076"/>
          <ac:spMkLst>
            <pc:docMk/>
            <pc:sldMk cId="1080191347" sldId="302"/>
            <ac:spMk id="45" creationId="{0B6D04A2-402E-7BE8-5F72-B3D43A40B8FF}"/>
          </ac:spMkLst>
        </pc:spChg>
        <pc:spChg chg="add mod">
          <ac:chgData name="DOWTY, PETER (DNR)" userId="01cf875a-4e15-4928-8f93-7a0dfa1efb6b" providerId="ADAL" clId="{E9054DD1-CDF4-4BE2-A4C5-BD4B0395A89E}" dt="2026-06-10T23:45:26.441" v="14205" actId="12788"/>
          <ac:spMkLst>
            <pc:docMk/>
            <pc:sldMk cId="1080191347" sldId="302"/>
            <ac:spMk id="46" creationId="{5FE5306A-403D-AACD-D6A4-D2DB577A546C}"/>
          </ac:spMkLst>
        </pc:spChg>
        <pc:spChg chg="add mod">
          <ac:chgData name="DOWTY, PETER (DNR)" userId="01cf875a-4e15-4928-8f93-7a0dfa1efb6b" providerId="ADAL" clId="{E9054DD1-CDF4-4BE2-A4C5-BD4B0395A89E}" dt="2026-06-10T23:52:35.942" v="14237" actId="20577"/>
          <ac:spMkLst>
            <pc:docMk/>
            <pc:sldMk cId="1080191347" sldId="302"/>
            <ac:spMk id="47" creationId="{F6F3DAE4-E7A7-CF2A-A571-FA981DBDCE25}"/>
          </ac:spMkLst>
        </pc:spChg>
        <pc:spChg chg="add mod">
          <ac:chgData name="DOWTY, PETER (DNR)" userId="01cf875a-4e15-4928-8f93-7a0dfa1efb6b" providerId="ADAL" clId="{E9054DD1-CDF4-4BE2-A4C5-BD4B0395A89E}" dt="2026-06-10T23:45:26.441" v="14205" actId="12788"/>
          <ac:spMkLst>
            <pc:docMk/>
            <pc:sldMk cId="1080191347" sldId="302"/>
            <ac:spMk id="48" creationId="{CDBA4DC4-A9E3-B7AA-102B-7DC9052D0BA5}"/>
          </ac:spMkLst>
        </pc:spChg>
        <pc:spChg chg="add mod">
          <ac:chgData name="DOWTY, PETER (DNR)" userId="01cf875a-4e15-4928-8f93-7a0dfa1efb6b" providerId="ADAL" clId="{E9054DD1-CDF4-4BE2-A4C5-BD4B0395A89E}" dt="2026-06-10T23:45:26.441" v="14205" actId="12788"/>
          <ac:spMkLst>
            <pc:docMk/>
            <pc:sldMk cId="1080191347" sldId="302"/>
            <ac:spMk id="49" creationId="{2E119186-B23E-732A-259A-240C0522E2B8}"/>
          </ac:spMkLst>
        </pc:spChg>
        <pc:spChg chg="add mod">
          <ac:chgData name="DOWTY, PETER (DNR)" userId="01cf875a-4e15-4928-8f93-7a0dfa1efb6b" providerId="ADAL" clId="{E9054DD1-CDF4-4BE2-A4C5-BD4B0395A89E}" dt="2026-06-10T23:45:49.427" v="14209" actId="1076"/>
          <ac:spMkLst>
            <pc:docMk/>
            <pc:sldMk cId="1080191347" sldId="302"/>
            <ac:spMk id="50" creationId="{739A4842-212E-5FEB-0F57-F74F16D77259}"/>
          </ac:spMkLst>
        </pc:spChg>
        <pc:spChg chg="add mod">
          <ac:chgData name="DOWTY, PETER (DNR)" userId="01cf875a-4e15-4928-8f93-7a0dfa1efb6b" providerId="ADAL" clId="{E9054DD1-CDF4-4BE2-A4C5-BD4B0395A89E}" dt="2026-06-10T23:49:46.495" v="14223" actId="1076"/>
          <ac:spMkLst>
            <pc:docMk/>
            <pc:sldMk cId="1080191347" sldId="302"/>
            <ac:spMk id="51" creationId="{5B86EBF4-5AE5-2037-E20A-6EE11F8A1726}"/>
          </ac:spMkLst>
        </pc:spChg>
        <pc:spChg chg="add mod">
          <ac:chgData name="DOWTY, PETER (DNR)" userId="01cf875a-4e15-4928-8f93-7a0dfa1efb6b" providerId="ADAL" clId="{E9054DD1-CDF4-4BE2-A4C5-BD4B0395A89E}" dt="2026-06-10T23:49:59.603" v="14226" actId="1076"/>
          <ac:spMkLst>
            <pc:docMk/>
            <pc:sldMk cId="1080191347" sldId="302"/>
            <ac:spMk id="52" creationId="{EB617B18-6495-130D-F389-AF5922343FAF}"/>
          </ac:spMkLst>
        </pc:spChg>
        <pc:spChg chg="add mod">
          <ac:chgData name="DOWTY, PETER (DNR)" userId="01cf875a-4e15-4928-8f93-7a0dfa1efb6b" providerId="ADAL" clId="{E9054DD1-CDF4-4BE2-A4C5-BD4B0395A89E}" dt="2026-06-10T23:50:07.753" v="14230" actId="1076"/>
          <ac:spMkLst>
            <pc:docMk/>
            <pc:sldMk cId="1080191347" sldId="302"/>
            <ac:spMk id="53" creationId="{8A69C396-DF57-28AE-7A96-5D34B7987002}"/>
          </ac:spMkLst>
        </pc:spChg>
        <pc:picChg chg="add ord">
          <ac:chgData name="DOWTY, PETER (DNR)" userId="01cf875a-4e15-4928-8f93-7a0dfa1efb6b" providerId="ADAL" clId="{E9054DD1-CDF4-4BE2-A4C5-BD4B0395A89E}" dt="2026-06-04T14:25:06.932" v="12406" actId="167"/>
          <ac:picMkLst>
            <pc:docMk/>
            <pc:sldMk cId="1080191347" sldId="302"/>
            <ac:picMk id="12" creationId="{FFEB0EB2-5612-339D-9A81-7118DD120316}"/>
          </ac:picMkLst>
        </pc:picChg>
        <pc:cxnChg chg="add mod">
          <ac:chgData name="DOWTY, PETER (DNR)" userId="01cf875a-4e15-4928-8f93-7a0dfa1efb6b" providerId="ADAL" clId="{E9054DD1-CDF4-4BE2-A4C5-BD4B0395A89E}" dt="2026-06-10T19:47:23.148" v="14126" actId="552"/>
          <ac:cxnSpMkLst>
            <pc:docMk/>
            <pc:sldMk cId="1080191347" sldId="302"/>
            <ac:cxnSpMk id="36" creationId="{91829517-0263-8CA8-B2F8-9B79CB6292D3}"/>
          </ac:cxnSpMkLst>
        </pc:cxnChg>
        <pc:cxnChg chg="add mod">
          <ac:chgData name="DOWTY, PETER (DNR)" userId="01cf875a-4e15-4928-8f93-7a0dfa1efb6b" providerId="ADAL" clId="{E9054DD1-CDF4-4BE2-A4C5-BD4B0395A89E}" dt="2026-06-10T19:47:23.148" v="14126" actId="552"/>
          <ac:cxnSpMkLst>
            <pc:docMk/>
            <pc:sldMk cId="1080191347" sldId="302"/>
            <ac:cxnSpMk id="38" creationId="{94168204-2691-E128-CBDC-84383371E212}"/>
          </ac:cxnSpMkLst>
        </pc:cxnChg>
      </pc:sldChg>
      <pc:sldChg chg="addSp delSp modSp new mod">
        <pc:chgData name="DOWTY, PETER (DNR)" userId="01cf875a-4e15-4928-8f93-7a0dfa1efb6b" providerId="ADAL" clId="{E9054DD1-CDF4-4BE2-A4C5-BD4B0395A89E}" dt="2026-07-01T14:24:34.635" v="15402" actId="20577"/>
        <pc:sldMkLst>
          <pc:docMk/>
          <pc:sldMk cId="2110894095" sldId="304"/>
        </pc:sldMkLst>
        <pc:spChg chg="add mod">
          <ac:chgData name="DOWTY, PETER (DNR)" userId="01cf875a-4e15-4928-8f93-7a0dfa1efb6b" providerId="ADAL" clId="{E9054DD1-CDF4-4BE2-A4C5-BD4B0395A89E}" dt="2026-07-01T13:41:34.050" v="15107" actId="1582"/>
          <ac:spMkLst>
            <pc:docMk/>
            <pc:sldMk cId="2110894095" sldId="304"/>
            <ac:spMk id="2" creationId="{6E70B15B-5A04-7DDA-153D-CC02A3E0C64D}"/>
          </ac:spMkLst>
        </pc:spChg>
        <pc:spChg chg="mod">
          <ac:chgData name="DOWTY, PETER (DNR)" userId="01cf875a-4e15-4928-8f93-7a0dfa1efb6b" providerId="ADAL" clId="{E9054DD1-CDF4-4BE2-A4C5-BD4B0395A89E}" dt="2026-06-04T15:12:34.414" v="12449"/>
          <ac:spMkLst>
            <pc:docMk/>
            <pc:sldMk cId="2110894095" sldId="304"/>
            <ac:spMk id="4" creationId="{712285E7-F927-7092-04F0-970231A6F020}"/>
          </ac:spMkLst>
        </pc:spChg>
        <pc:spChg chg="add mod">
          <ac:chgData name="DOWTY, PETER (DNR)" userId="01cf875a-4e15-4928-8f93-7a0dfa1efb6b" providerId="ADAL" clId="{E9054DD1-CDF4-4BE2-A4C5-BD4B0395A89E}" dt="2026-06-04T15:28:17.134" v="12562" actId="164"/>
          <ac:spMkLst>
            <pc:docMk/>
            <pc:sldMk cId="2110894095" sldId="304"/>
            <ac:spMk id="10" creationId="{988E3680-0C8B-5FA2-80EF-4E66112407A7}"/>
          </ac:spMkLst>
        </pc:spChg>
        <pc:spChg chg="add mod">
          <ac:chgData name="DOWTY, PETER (DNR)" userId="01cf875a-4e15-4928-8f93-7a0dfa1efb6b" providerId="ADAL" clId="{E9054DD1-CDF4-4BE2-A4C5-BD4B0395A89E}" dt="2026-06-04T15:27:36.429" v="12551" actId="164"/>
          <ac:spMkLst>
            <pc:docMk/>
            <pc:sldMk cId="2110894095" sldId="304"/>
            <ac:spMk id="13" creationId="{F4BE5D1A-2F91-BD6D-F25B-9D1092B2A704}"/>
          </ac:spMkLst>
        </pc:spChg>
        <pc:spChg chg="add mod">
          <ac:chgData name="DOWTY, PETER (DNR)" userId="01cf875a-4e15-4928-8f93-7a0dfa1efb6b" providerId="ADAL" clId="{E9054DD1-CDF4-4BE2-A4C5-BD4B0395A89E}" dt="2026-06-04T15:27:46.609" v="12554" actId="164"/>
          <ac:spMkLst>
            <pc:docMk/>
            <pc:sldMk cId="2110894095" sldId="304"/>
            <ac:spMk id="14" creationId="{AAC45B44-B37F-B4F0-D9C5-7B975D2EB634}"/>
          </ac:spMkLst>
        </pc:spChg>
        <pc:spChg chg="add mod">
          <ac:chgData name="DOWTY, PETER (DNR)" userId="01cf875a-4e15-4928-8f93-7a0dfa1efb6b" providerId="ADAL" clId="{E9054DD1-CDF4-4BE2-A4C5-BD4B0395A89E}" dt="2026-06-04T15:28:45.882" v="12567" actId="1076"/>
          <ac:spMkLst>
            <pc:docMk/>
            <pc:sldMk cId="2110894095" sldId="304"/>
            <ac:spMk id="18" creationId="{93206ECF-11F2-BD8C-69FC-060A6AA0F6D5}"/>
          </ac:spMkLst>
        </pc:spChg>
        <pc:spChg chg="add mod">
          <ac:chgData name="DOWTY, PETER (DNR)" userId="01cf875a-4e15-4928-8f93-7a0dfa1efb6b" providerId="ADAL" clId="{E9054DD1-CDF4-4BE2-A4C5-BD4B0395A89E}" dt="2026-06-04T15:46:06.415" v="12617" actId="164"/>
          <ac:spMkLst>
            <pc:docMk/>
            <pc:sldMk cId="2110894095" sldId="304"/>
            <ac:spMk id="20" creationId="{1CABE73D-55A3-A1BB-6544-C7C4220AE85F}"/>
          </ac:spMkLst>
        </pc:spChg>
        <pc:spChg chg="add mod">
          <ac:chgData name="DOWTY, PETER (DNR)" userId="01cf875a-4e15-4928-8f93-7a0dfa1efb6b" providerId="ADAL" clId="{E9054DD1-CDF4-4BE2-A4C5-BD4B0395A89E}" dt="2026-07-01T13:42:10.917" v="15110" actId="1076"/>
          <ac:spMkLst>
            <pc:docMk/>
            <pc:sldMk cId="2110894095" sldId="304"/>
            <ac:spMk id="23" creationId="{0444A720-0743-A403-29F0-D186B9756847}"/>
          </ac:spMkLst>
        </pc:spChg>
        <pc:spChg chg="add mod">
          <ac:chgData name="DOWTY, PETER (DNR)" userId="01cf875a-4e15-4928-8f93-7a0dfa1efb6b" providerId="ADAL" clId="{E9054DD1-CDF4-4BE2-A4C5-BD4B0395A89E}" dt="2026-06-04T15:44:20.900" v="12605" actId="692"/>
          <ac:spMkLst>
            <pc:docMk/>
            <pc:sldMk cId="2110894095" sldId="304"/>
            <ac:spMk id="24" creationId="{38DCF909-18C6-CCE8-304F-CBCC5920211B}"/>
          </ac:spMkLst>
        </pc:spChg>
        <pc:spChg chg="add mod">
          <ac:chgData name="DOWTY, PETER (DNR)" userId="01cf875a-4e15-4928-8f93-7a0dfa1efb6b" providerId="ADAL" clId="{E9054DD1-CDF4-4BE2-A4C5-BD4B0395A89E}" dt="2026-06-04T15:45:11.060" v="12612" actId="206"/>
          <ac:spMkLst>
            <pc:docMk/>
            <pc:sldMk cId="2110894095" sldId="304"/>
            <ac:spMk id="25" creationId="{9819A01B-DAF9-47BA-8B3E-D37DCA563D18}"/>
          </ac:spMkLst>
        </pc:spChg>
        <pc:spChg chg="add mod">
          <ac:chgData name="DOWTY, PETER (DNR)" userId="01cf875a-4e15-4928-8f93-7a0dfa1efb6b" providerId="ADAL" clId="{E9054DD1-CDF4-4BE2-A4C5-BD4B0395A89E}" dt="2026-06-04T15:47:44.833" v="12632" actId="693"/>
          <ac:spMkLst>
            <pc:docMk/>
            <pc:sldMk cId="2110894095" sldId="304"/>
            <ac:spMk id="29" creationId="{97AD3633-5493-573A-A57D-9E890C792950}"/>
          </ac:spMkLst>
        </pc:spChg>
        <pc:spChg chg="add mod">
          <ac:chgData name="DOWTY, PETER (DNR)" userId="01cf875a-4e15-4928-8f93-7a0dfa1efb6b" providerId="ADAL" clId="{E9054DD1-CDF4-4BE2-A4C5-BD4B0395A89E}" dt="2026-06-04T15:47:44.833" v="12632" actId="693"/>
          <ac:spMkLst>
            <pc:docMk/>
            <pc:sldMk cId="2110894095" sldId="304"/>
            <ac:spMk id="30" creationId="{FE4F82EB-1018-C6CF-B177-123EE9B65213}"/>
          </ac:spMkLst>
        </pc:spChg>
        <pc:spChg chg="add mod">
          <ac:chgData name="DOWTY, PETER (DNR)" userId="01cf875a-4e15-4928-8f93-7a0dfa1efb6b" providerId="ADAL" clId="{E9054DD1-CDF4-4BE2-A4C5-BD4B0395A89E}" dt="2026-06-04T15:49:00.094" v="12641" actId="2085"/>
          <ac:spMkLst>
            <pc:docMk/>
            <pc:sldMk cId="2110894095" sldId="304"/>
            <ac:spMk id="31" creationId="{3C0C2B12-6EE0-65F3-E58C-7B7B97C13F6B}"/>
          </ac:spMkLst>
        </pc:spChg>
        <pc:spChg chg="del">
          <ac:chgData name="DOWTY, PETER (DNR)" userId="01cf875a-4e15-4928-8f93-7a0dfa1efb6b" providerId="ADAL" clId="{E9054DD1-CDF4-4BE2-A4C5-BD4B0395A89E}" dt="2026-07-01T13:40:25.941" v="15100" actId="478"/>
          <ac:spMkLst>
            <pc:docMk/>
            <pc:sldMk cId="2110894095" sldId="304"/>
            <ac:spMk id="36" creationId="{F4820C52-EE40-9020-791D-F9AABF815C66}"/>
          </ac:spMkLst>
        </pc:spChg>
        <pc:spChg chg="del">
          <ac:chgData name="DOWTY, PETER (DNR)" userId="01cf875a-4e15-4928-8f93-7a0dfa1efb6b" providerId="ADAL" clId="{E9054DD1-CDF4-4BE2-A4C5-BD4B0395A89E}" dt="2026-07-01T13:40:23.910" v="15099" actId="478"/>
          <ac:spMkLst>
            <pc:docMk/>
            <pc:sldMk cId="2110894095" sldId="304"/>
            <ac:spMk id="37" creationId="{A1E4402A-0CFD-2127-BFBE-5D1CF424849E}"/>
          </ac:spMkLst>
        </pc:spChg>
        <pc:spChg chg="add mod">
          <ac:chgData name="DOWTY, PETER (DNR)" userId="01cf875a-4e15-4928-8f93-7a0dfa1efb6b" providerId="ADAL" clId="{E9054DD1-CDF4-4BE2-A4C5-BD4B0395A89E}" dt="2026-07-01T13:43:28.197" v="15126" actId="404"/>
          <ac:spMkLst>
            <pc:docMk/>
            <pc:sldMk cId="2110894095" sldId="304"/>
            <ac:spMk id="38" creationId="{50175EB2-9FBE-7FBA-E6FA-88ED70757978}"/>
          </ac:spMkLst>
        </pc:spChg>
        <pc:spChg chg="add mod">
          <ac:chgData name="DOWTY, PETER (DNR)" userId="01cf875a-4e15-4928-8f93-7a0dfa1efb6b" providerId="ADAL" clId="{E9054DD1-CDF4-4BE2-A4C5-BD4B0395A89E}" dt="2026-07-01T14:24:34.635" v="15402" actId="20577"/>
          <ac:spMkLst>
            <pc:docMk/>
            <pc:sldMk cId="2110894095" sldId="304"/>
            <ac:spMk id="39" creationId="{34ACC4D5-9E72-0DAC-9681-B6ABD71BC02B}"/>
          </ac:spMkLst>
        </pc:spChg>
        <pc:spChg chg="add mod">
          <ac:chgData name="DOWTY, PETER (DNR)" userId="01cf875a-4e15-4928-8f93-7a0dfa1efb6b" providerId="ADAL" clId="{E9054DD1-CDF4-4BE2-A4C5-BD4B0395A89E}" dt="2026-07-01T14:02:20.877" v="15262" actId="1076"/>
          <ac:spMkLst>
            <pc:docMk/>
            <pc:sldMk cId="2110894095" sldId="304"/>
            <ac:spMk id="41" creationId="{601C28DC-7560-8771-161A-36CD251E943B}"/>
          </ac:spMkLst>
        </pc:spChg>
        <pc:spChg chg="add">
          <ac:chgData name="DOWTY, PETER (DNR)" userId="01cf875a-4e15-4928-8f93-7a0dfa1efb6b" providerId="ADAL" clId="{E9054DD1-CDF4-4BE2-A4C5-BD4B0395A89E}" dt="2026-07-01T14:02:06.754" v="15252" actId="22"/>
          <ac:spMkLst>
            <pc:docMk/>
            <pc:sldMk cId="2110894095" sldId="304"/>
            <ac:spMk id="43" creationId="{D6889D99-37D1-BFB2-809A-41214F78FAE0}"/>
          </ac:spMkLst>
        </pc:spChg>
        <pc:spChg chg="add mod">
          <ac:chgData name="DOWTY, PETER (DNR)" userId="01cf875a-4e15-4928-8f93-7a0dfa1efb6b" providerId="ADAL" clId="{E9054DD1-CDF4-4BE2-A4C5-BD4B0395A89E}" dt="2026-07-01T14:03:23.408" v="15281" actId="14100"/>
          <ac:spMkLst>
            <pc:docMk/>
            <pc:sldMk cId="2110894095" sldId="304"/>
            <ac:spMk id="44" creationId="{6268258F-81FA-9AA1-054F-0FD315FE1092}"/>
          </ac:spMkLst>
        </pc:spChg>
        <pc:spChg chg="add del">
          <ac:chgData name="DOWTY, PETER (DNR)" userId="01cf875a-4e15-4928-8f93-7a0dfa1efb6b" providerId="ADAL" clId="{E9054DD1-CDF4-4BE2-A4C5-BD4B0395A89E}" dt="2026-07-01T14:03:36.069" v="15283" actId="478"/>
          <ac:spMkLst>
            <pc:docMk/>
            <pc:sldMk cId="2110894095" sldId="304"/>
            <ac:spMk id="45" creationId="{1FAA117F-756B-3D53-58A5-9C427C12548A}"/>
          </ac:spMkLst>
        </pc:spChg>
        <pc:spChg chg="add mod">
          <ac:chgData name="DOWTY, PETER (DNR)" userId="01cf875a-4e15-4928-8f93-7a0dfa1efb6b" providerId="ADAL" clId="{E9054DD1-CDF4-4BE2-A4C5-BD4B0395A89E}" dt="2026-07-01T14:04:08.955" v="15288" actId="206"/>
          <ac:spMkLst>
            <pc:docMk/>
            <pc:sldMk cId="2110894095" sldId="304"/>
            <ac:spMk id="46" creationId="{3B1D2915-3037-DF3A-60E7-90C803308208}"/>
          </ac:spMkLst>
        </pc:spChg>
        <pc:grpChg chg="add mod">
          <ac:chgData name="DOWTY, PETER (DNR)" userId="01cf875a-4e15-4928-8f93-7a0dfa1efb6b" providerId="ADAL" clId="{E9054DD1-CDF4-4BE2-A4C5-BD4B0395A89E}" dt="2026-06-04T15:27:36.429" v="12551" actId="164"/>
          <ac:grpSpMkLst>
            <pc:docMk/>
            <pc:sldMk cId="2110894095" sldId="304"/>
            <ac:grpSpMk id="15" creationId="{404BAFDD-F7F9-C609-3EA9-9BB590308389}"/>
          </ac:grpSpMkLst>
        </pc:grpChg>
        <pc:grpChg chg="add mod">
          <ac:chgData name="DOWTY, PETER (DNR)" userId="01cf875a-4e15-4928-8f93-7a0dfa1efb6b" providerId="ADAL" clId="{E9054DD1-CDF4-4BE2-A4C5-BD4B0395A89E}" dt="2026-06-04T15:27:46.609" v="12554" actId="164"/>
          <ac:grpSpMkLst>
            <pc:docMk/>
            <pc:sldMk cId="2110894095" sldId="304"/>
            <ac:grpSpMk id="16" creationId="{A2C5E197-7950-D37A-0A17-5553365FEF81}"/>
          </ac:grpSpMkLst>
        </pc:grpChg>
        <pc:grpChg chg="add mod">
          <ac:chgData name="DOWTY, PETER (DNR)" userId="01cf875a-4e15-4928-8f93-7a0dfa1efb6b" providerId="ADAL" clId="{E9054DD1-CDF4-4BE2-A4C5-BD4B0395A89E}" dt="2026-06-04T15:28:17.134" v="12562" actId="164"/>
          <ac:grpSpMkLst>
            <pc:docMk/>
            <pc:sldMk cId="2110894095" sldId="304"/>
            <ac:grpSpMk id="17" creationId="{E193D287-7A2C-4435-D7D6-FD0A99E1C201}"/>
          </ac:grpSpMkLst>
        </pc:grpChg>
        <pc:grpChg chg="del">
          <ac:chgData name="DOWTY, PETER (DNR)" userId="01cf875a-4e15-4928-8f93-7a0dfa1efb6b" providerId="ADAL" clId="{E9054DD1-CDF4-4BE2-A4C5-BD4B0395A89E}" dt="2026-07-01T13:40:20.858" v="15098" actId="478"/>
          <ac:grpSpMkLst>
            <pc:docMk/>
            <pc:sldMk cId="2110894095" sldId="304"/>
            <ac:grpSpMk id="22" creationId="{60540CC3-2F96-2970-557E-BC8773E708DE}"/>
          </ac:grpSpMkLst>
        </pc:grpChg>
        <pc:grpChg chg="add mod">
          <ac:chgData name="DOWTY, PETER (DNR)" userId="01cf875a-4e15-4928-8f93-7a0dfa1efb6b" providerId="ADAL" clId="{E9054DD1-CDF4-4BE2-A4C5-BD4B0395A89E}" dt="2026-06-04T15:46:12.471" v="12618" actId="1076"/>
          <ac:grpSpMkLst>
            <pc:docMk/>
            <pc:sldMk cId="2110894095" sldId="304"/>
            <ac:grpSpMk id="28" creationId="{E9606D63-5F5D-9254-899F-8548AEF49430}"/>
          </ac:grpSpMkLst>
        </pc:grpChg>
        <pc:picChg chg="mod">
          <ac:chgData name="DOWTY, PETER (DNR)" userId="01cf875a-4e15-4928-8f93-7a0dfa1efb6b" providerId="ADAL" clId="{E9054DD1-CDF4-4BE2-A4C5-BD4B0395A89E}" dt="2026-06-04T15:12:34.414" v="12449"/>
          <ac:picMkLst>
            <pc:docMk/>
            <pc:sldMk cId="2110894095" sldId="304"/>
            <ac:picMk id="3" creationId="{0462DB5D-EB87-78FB-E0AF-1C0991FE0A1B}"/>
          </ac:picMkLst>
        </pc:picChg>
        <pc:picChg chg="add mod">
          <ac:chgData name="DOWTY, PETER (DNR)" userId="01cf875a-4e15-4928-8f93-7a0dfa1efb6b" providerId="ADAL" clId="{E9054DD1-CDF4-4BE2-A4C5-BD4B0395A89E}" dt="2026-06-04T15:28:51.460" v="12568" actId="1076"/>
          <ac:picMkLst>
            <pc:docMk/>
            <pc:sldMk cId="2110894095" sldId="304"/>
            <ac:picMk id="6" creationId="{B7C82D8D-5066-1592-E185-16107D664398}"/>
          </ac:picMkLst>
        </pc:picChg>
        <pc:picChg chg="add mod">
          <ac:chgData name="DOWTY, PETER (DNR)" userId="01cf875a-4e15-4928-8f93-7a0dfa1efb6b" providerId="ADAL" clId="{E9054DD1-CDF4-4BE2-A4C5-BD4B0395A89E}" dt="2026-06-04T15:19:18.263" v="12461" actId="1076"/>
          <ac:picMkLst>
            <pc:docMk/>
            <pc:sldMk cId="2110894095" sldId="304"/>
            <ac:picMk id="8" creationId="{808F7182-63DE-8EAC-2087-EB03D3550FF6}"/>
          </ac:picMkLst>
        </pc:picChg>
        <pc:picChg chg="add mod">
          <ac:chgData name="DOWTY, PETER (DNR)" userId="01cf875a-4e15-4928-8f93-7a0dfa1efb6b" providerId="ADAL" clId="{E9054DD1-CDF4-4BE2-A4C5-BD4B0395A89E}" dt="2026-06-04T15:28:17.134" v="12562" actId="164"/>
          <ac:picMkLst>
            <pc:docMk/>
            <pc:sldMk cId="2110894095" sldId="304"/>
            <ac:picMk id="9" creationId="{8DA68175-3CE6-5329-0E84-73A93947A2D0}"/>
          </ac:picMkLst>
        </pc:picChg>
        <pc:picChg chg="add mod modCrop">
          <ac:chgData name="DOWTY, PETER (DNR)" userId="01cf875a-4e15-4928-8f93-7a0dfa1efb6b" providerId="ADAL" clId="{E9054DD1-CDF4-4BE2-A4C5-BD4B0395A89E}" dt="2026-06-04T15:27:36.429" v="12551" actId="164"/>
          <ac:picMkLst>
            <pc:docMk/>
            <pc:sldMk cId="2110894095" sldId="304"/>
            <ac:picMk id="11" creationId="{4F7E892A-1AF4-32F9-E8F1-186202DACB00}"/>
          </ac:picMkLst>
        </pc:picChg>
        <pc:picChg chg="add mod modCrop">
          <ac:chgData name="DOWTY, PETER (DNR)" userId="01cf875a-4e15-4928-8f93-7a0dfa1efb6b" providerId="ADAL" clId="{E9054DD1-CDF4-4BE2-A4C5-BD4B0395A89E}" dt="2026-06-04T15:27:46.609" v="12554" actId="164"/>
          <ac:picMkLst>
            <pc:docMk/>
            <pc:sldMk cId="2110894095" sldId="304"/>
            <ac:picMk id="12" creationId="{AEB0CE5D-2CF0-EB08-663C-3115CE2133B8}"/>
          </ac:picMkLst>
        </pc:picChg>
        <pc:picChg chg="add mod">
          <ac:chgData name="DOWTY, PETER (DNR)" userId="01cf875a-4e15-4928-8f93-7a0dfa1efb6b" providerId="ADAL" clId="{E9054DD1-CDF4-4BE2-A4C5-BD4B0395A89E}" dt="2026-06-04T15:46:06.415" v="12617" actId="164"/>
          <ac:picMkLst>
            <pc:docMk/>
            <pc:sldMk cId="2110894095" sldId="304"/>
            <ac:picMk id="19" creationId="{01CCA45F-9AC7-EB57-3399-C3A6163FF143}"/>
          </ac:picMkLst>
        </pc:picChg>
        <pc:cxnChg chg="add mod">
          <ac:chgData name="DOWTY, PETER (DNR)" userId="01cf875a-4e15-4928-8f93-7a0dfa1efb6b" providerId="ADAL" clId="{E9054DD1-CDF4-4BE2-A4C5-BD4B0395A89E}" dt="2026-06-04T15:45:35.896" v="12616" actId="208"/>
          <ac:cxnSpMkLst>
            <pc:docMk/>
            <pc:sldMk cId="2110894095" sldId="304"/>
            <ac:cxnSpMk id="27" creationId="{D0B49C01-5B12-B60B-9D1F-77900E024B99}"/>
          </ac:cxnSpMkLst>
        </pc:cxnChg>
      </pc:sldChg>
      <pc:sldChg chg="addSp modSp mod">
        <pc:chgData name="DOWTY, PETER (DNR)" userId="01cf875a-4e15-4928-8f93-7a0dfa1efb6b" providerId="ADAL" clId="{E9054DD1-CDF4-4BE2-A4C5-BD4B0395A89E}" dt="2026-06-11T14:31:09.413" v="14454" actId="1076"/>
        <pc:sldMkLst>
          <pc:docMk/>
          <pc:sldMk cId="4159988265" sldId="305"/>
        </pc:sldMkLst>
        <pc:spChg chg="mod">
          <ac:chgData name="DOWTY, PETER (DNR)" userId="01cf875a-4e15-4928-8f93-7a0dfa1efb6b" providerId="ADAL" clId="{E9054DD1-CDF4-4BE2-A4C5-BD4B0395A89E}" dt="2026-06-11T14:28:52.350" v="14402" actId="1076"/>
          <ac:spMkLst>
            <pc:docMk/>
            <pc:sldMk cId="4159988265" sldId="305"/>
            <ac:spMk id="2" creationId="{5261260A-4643-3DBE-23EE-CC619DF3E45E}"/>
          </ac:spMkLst>
        </pc:spChg>
        <pc:spChg chg="mod">
          <ac:chgData name="DOWTY, PETER (DNR)" userId="01cf875a-4e15-4928-8f93-7a0dfa1efb6b" providerId="ADAL" clId="{E9054DD1-CDF4-4BE2-A4C5-BD4B0395A89E}" dt="2026-06-11T14:28:52.350" v="14402" actId="1076"/>
          <ac:spMkLst>
            <pc:docMk/>
            <pc:sldMk cId="4159988265" sldId="305"/>
            <ac:spMk id="3" creationId="{0668EAF3-6E44-3B77-3035-DF336B6461A4}"/>
          </ac:spMkLst>
        </pc:spChg>
        <pc:spChg chg="mod">
          <ac:chgData name="DOWTY, PETER (DNR)" userId="01cf875a-4e15-4928-8f93-7a0dfa1efb6b" providerId="ADAL" clId="{E9054DD1-CDF4-4BE2-A4C5-BD4B0395A89E}" dt="2026-06-11T14:28:52.350" v="14402" actId="1076"/>
          <ac:spMkLst>
            <pc:docMk/>
            <pc:sldMk cId="4159988265" sldId="305"/>
            <ac:spMk id="4" creationId="{B51C0C62-C104-C006-9AAE-F5E514B5C605}"/>
          </ac:spMkLst>
        </pc:spChg>
        <pc:spChg chg="mod">
          <ac:chgData name="DOWTY, PETER (DNR)" userId="01cf875a-4e15-4928-8f93-7a0dfa1efb6b" providerId="ADAL" clId="{E9054DD1-CDF4-4BE2-A4C5-BD4B0395A89E}" dt="2026-06-11T14:28:52.350" v="14402" actId="1076"/>
          <ac:spMkLst>
            <pc:docMk/>
            <pc:sldMk cId="4159988265" sldId="305"/>
            <ac:spMk id="5" creationId="{2F96AC05-9E3E-DB42-D41F-EFBB08092BB5}"/>
          </ac:spMkLst>
        </pc:spChg>
        <pc:spChg chg="mod">
          <ac:chgData name="DOWTY, PETER (DNR)" userId="01cf875a-4e15-4928-8f93-7a0dfa1efb6b" providerId="ADAL" clId="{E9054DD1-CDF4-4BE2-A4C5-BD4B0395A89E}" dt="2026-06-11T14:28:52.350" v="14402" actId="1076"/>
          <ac:spMkLst>
            <pc:docMk/>
            <pc:sldMk cId="4159988265" sldId="305"/>
            <ac:spMk id="6" creationId="{3B246F87-B561-21D8-77EE-F54510DDEE03}"/>
          </ac:spMkLst>
        </pc:spChg>
        <pc:spChg chg="mod">
          <ac:chgData name="DOWTY, PETER (DNR)" userId="01cf875a-4e15-4928-8f93-7a0dfa1efb6b" providerId="ADAL" clId="{E9054DD1-CDF4-4BE2-A4C5-BD4B0395A89E}" dt="2026-06-11T14:28:52.350" v="14402" actId="1076"/>
          <ac:spMkLst>
            <pc:docMk/>
            <pc:sldMk cId="4159988265" sldId="305"/>
            <ac:spMk id="7" creationId="{1F45376D-A261-7C81-C33D-CA48C8766101}"/>
          </ac:spMkLst>
        </pc:spChg>
        <pc:spChg chg="mod">
          <ac:chgData name="DOWTY, PETER (DNR)" userId="01cf875a-4e15-4928-8f93-7a0dfa1efb6b" providerId="ADAL" clId="{E9054DD1-CDF4-4BE2-A4C5-BD4B0395A89E}" dt="2026-06-11T14:28:52.350" v="14402" actId="1076"/>
          <ac:spMkLst>
            <pc:docMk/>
            <pc:sldMk cId="4159988265" sldId="305"/>
            <ac:spMk id="9" creationId="{E0CE7953-330E-2114-FD94-19078918818B}"/>
          </ac:spMkLst>
        </pc:spChg>
        <pc:spChg chg="mod">
          <ac:chgData name="DOWTY, PETER (DNR)" userId="01cf875a-4e15-4928-8f93-7a0dfa1efb6b" providerId="ADAL" clId="{E9054DD1-CDF4-4BE2-A4C5-BD4B0395A89E}" dt="2026-06-11T14:28:52.350" v="14402" actId="1076"/>
          <ac:spMkLst>
            <pc:docMk/>
            <pc:sldMk cId="4159988265" sldId="305"/>
            <ac:spMk id="10" creationId="{0E6CB3BA-453C-3F80-80F9-5D6418ACA9DC}"/>
          </ac:spMkLst>
        </pc:spChg>
        <pc:spChg chg="mod">
          <ac:chgData name="DOWTY, PETER (DNR)" userId="01cf875a-4e15-4928-8f93-7a0dfa1efb6b" providerId="ADAL" clId="{E9054DD1-CDF4-4BE2-A4C5-BD4B0395A89E}" dt="2026-06-11T14:28:52.350" v="14402" actId="1076"/>
          <ac:spMkLst>
            <pc:docMk/>
            <pc:sldMk cId="4159988265" sldId="305"/>
            <ac:spMk id="11" creationId="{FFB3E4DB-727B-FA67-797F-58E77A9817FF}"/>
          </ac:spMkLst>
        </pc:spChg>
        <pc:spChg chg="mod">
          <ac:chgData name="DOWTY, PETER (DNR)" userId="01cf875a-4e15-4928-8f93-7a0dfa1efb6b" providerId="ADAL" clId="{E9054DD1-CDF4-4BE2-A4C5-BD4B0395A89E}" dt="2026-06-11T14:28:52.350" v="14402" actId="1076"/>
          <ac:spMkLst>
            <pc:docMk/>
            <pc:sldMk cId="4159988265" sldId="305"/>
            <ac:spMk id="12" creationId="{93C45B0B-353C-0F8F-7856-80F852E7F70F}"/>
          </ac:spMkLst>
        </pc:spChg>
        <pc:spChg chg="mod">
          <ac:chgData name="DOWTY, PETER (DNR)" userId="01cf875a-4e15-4928-8f93-7a0dfa1efb6b" providerId="ADAL" clId="{E9054DD1-CDF4-4BE2-A4C5-BD4B0395A89E}" dt="2026-06-11T14:29:07.398" v="14404" actId="164"/>
          <ac:spMkLst>
            <pc:docMk/>
            <pc:sldMk cId="4159988265" sldId="305"/>
            <ac:spMk id="13" creationId="{289B1E57-7C10-F521-9D40-B2BF673C4611}"/>
          </ac:spMkLst>
        </pc:spChg>
        <pc:spChg chg="mod">
          <ac:chgData name="DOWTY, PETER (DNR)" userId="01cf875a-4e15-4928-8f93-7a0dfa1efb6b" providerId="ADAL" clId="{E9054DD1-CDF4-4BE2-A4C5-BD4B0395A89E}" dt="2026-06-11T14:29:07.398" v="14404" actId="164"/>
          <ac:spMkLst>
            <pc:docMk/>
            <pc:sldMk cId="4159988265" sldId="305"/>
            <ac:spMk id="14" creationId="{EDDC45BF-A7E6-18BE-7CD1-3C21362976BF}"/>
          </ac:spMkLst>
        </pc:spChg>
        <pc:spChg chg="mod">
          <ac:chgData name="DOWTY, PETER (DNR)" userId="01cf875a-4e15-4928-8f93-7a0dfa1efb6b" providerId="ADAL" clId="{E9054DD1-CDF4-4BE2-A4C5-BD4B0395A89E}" dt="2026-06-11T14:30:03.911" v="14411" actId="164"/>
          <ac:spMkLst>
            <pc:docMk/>
            <pc:sldMk cId="4159988265" sldId="305"/>
            <ac:spMk id="15" creationId="{586BB7C5-A8DD-2C03-C718-AF104043BBC9}"/>
          </ac:spMkLst>
        </pc:spChg>
        <pc:spChg chg="mod">
          <ac:chgData name="DOWTY, PETER (DNR)" userId="01cf875a-4e15-4928-8f93-7a0dfa1efb6b" providerId="ADAL" clId="{E9054DD1-CDF4-4BE2-A4C5-BD4B0395A89E}" dt="2026-06-11T14:30:26.285" v="14415" actId="164"/>
          <ac:spMkLst>
            <pc:docMk/>
            <pc:sldMk cId="4159988265" sldId="305"/>
            <ac:spMk id="16" creationId="{FD0DF34F-F397-821A-4F5A-3AC73A58B555}"/>
          </ac:spMkLst>
        </pc:spChg>
        <pc:spChg chg="mod">
          <ac:chgData name="DOWTY, PETER (DNR)" userId="01cf875a-4e15-4928-8f93-7a0dfa1efb6b" providerId="ADAL" clId="{E9054DD1-CDF4-4BE2-A4C5-BD4B0395A89E}" dt="2026-06-11T14:29:45.821" v="14410" actId="164"/>
          <ac:spMkLst>
            <pc:docMk/>
            <pc:sldMk cId="4159988265" sldId="305"/>
            <ac:spMk id="17" creationId="{B9EF3BA6-EC3F-3095-5DB7-38D074830AB6}"/>
          </ac:spMkLst>
        </pc:spChg>
        <pc:spChg chg="mod">
          <ac:chgData name="DOWTY, PETER (DNR)" userId="01cf875a-4e15-4928-8f93-7a0dfa1efb6b" providerId="ADAL" clId="{E9054DD1-CDF4-4BE2-A4C5-BD4B0395A89E}" dt="2026-06-11T14:29:45.821" v="14410" actId="164"/>
          <ac:spMkLst>
            <pc:docMk/>
            <pc:sldMk cId="4159988265" sldId="305"/>
            <ac:spMk id="18" creationId="{92E1DF7C-7355-68C2-8DF5-7808B59BD173}"/>
          </ac:spMkLst>
        </pc:spChg>
        <pc:spChg chg="mod">
          <ac:chgData name="DOWTY, PETER (DNR)" userId="01cf875a-4e15-4928-8f93-7a0dfa1efb6b" providerId="ADAL" clId="{E9054DD1-CDF4-4BE2-A4C5-BD4B0395A89E}" dt="2026-06-11T14:29:45.821" v="14410" actId="164"/>
          <ac:spMkLst>
            <pc:docMk/>
            <pc:sldMk cId="4159988265" sldId="305"/>
            <ac:spMk id="19" creationId="{16810E00-98AF-8E02-6D92-328A1E4693E1}"/>
          </ac:spMkLst>
        </pc:spChg>
        <pc:spChg chg="mod">
          <ac:chgData name="DOWTY, PETER (DNR)" userId="01cf875a-4e15-4928-8f93-7a0dfa1efb6b" providerId="ADAL" clId="{E9054DD1-CDF4-4BE2-A4C5-BD4B0395A89E}" dt="2026-06-11T14:29:45.821" v="14410" actId="164"/>
          <ac:spMkLst>
            <pc:docMk/>
            <pc:sldMk cId="4159988265" sldId="305"/>
            <ac:spMk id="20" creationId="{717C1080-4E98-6562-5955-B2289F331152}"/>
          </ac:spMkLst>
        </pc:spChg>
        <pc:spChg chg="mod">
          <ac:chgData name="DOWTY, PETER (DNR)" userId="01cf875a-4e15-4928-8f93-7a0dfa1efb6b" providerId="ADAL" clId="{E9054DD1-CDF4-4BE2-A4C5-BD4B0395A89E}" dt="2026-06-11T14:29:45.821" v="14410" actId="164"/>
          <ac:spMkLst>
            <pc:docMk/>
            <pc:sldMk cId="4159988265" sldId="305"/>
            <ac:spMk id="21" creationId="{C48AD32E-FD86-7BFD-661E-BD9B9F0A7560}"/>
          </ac:spMkLst>
        </pc:spChg>
        <pc:spChg chg="mod">
          <ac:chgData name="DOWTY, PETER (DNR)" userId="01cf875a-4e15-4928-8f93-7a0dfa1efb6b" providerId="ADAL" clId="{E9054DD1-CDF4-4BE2-A4C5-BD4B0395A89E}" dt="2026-06-11T14:29:45.821" v="14410" actId="164"/>
          <ac:spMkLst>
            <pc:docMk/>
            <pc:sldMk cId="4159988265" sldId="305"/>
            <ac:spMk id="22" creationId="{C7328D69-FC36-64DE-EAA4-0C81BD0526DD}"/>
          </ac:spMkLst>
        </pc:spChg>
        <pc:spChg chg="mod">
          <ac:chgData name="DOWTY, PETER (DNR)" userId="01cf875a-4e15-4928-8f93-7a0dfa1efb6b" providerId="ADAL" clId="{E9054DD1-CDF4-4BE2-A4C5-BD4B0395A89E}" dt="2026-06-11T14:30:21.152" v="14414" actId="164"/>
          <ac:spMkLst>
            <pc:docMk/>
            <pc:sldMk cId="4159988265" sldId="305"/>
            <ac:spMk id="24" creationId="{088A62A4-EA43-0665-F171-4087C5AA3F81}"/>
          </ac:spMkLst>
        </pc:spChg>
        <pc:spChg chg="mod">
          <ac:chgData name="DOWTY, PETER (DNR)" userId="01cf875a-4e15-4928-8f93-7a0dfa1efb6b" providerId="ADAL" clId="{E9054DD1-CDF4-4BE2-A4C5-BD4B0395A89E}" dt="2026-06-11T14:30:21.152" v="14414" actId="164"/>
          <ac:spMkLst>
            <pc:docMk/>
            <pc:sldMk cId="4159988265" sldId="305"/>
            <ac:spMk id="25" creationId="{61367041-1F87-DF00-D702-F3FB9C83C3CE}"/>
          </ac:spMkLst>
        </pc:spChg>
        <pc:spChg chg="mod">
          <ac:chgData name="DOWTY, PETER (DNR)" userId="01cf875a-4e15-4928-8f93-7a0dfa1efb6b" providerId="ADAL" clId="{E9054DD1-CDF4-4BE2-A4C5-BD4B0395A89E}" dt="2026-06-11T14:30:21.152" v="14414" actId="164"/>
          <ac:spMkLst>
            <pc:docMk/>
            <pc:sldMk cId="4159988265" sldId="305"/>
            <ac:spMk id="26" creationId="{9316CD9B-D25E-23E1-90A6-A8F04E4DEC29}"/>
          </ac:spMkLst>
        </pc:spChg>
        <pc:spChg chg="mod">
          <ac:chgData name="DOWTY, PETER (DNR)" userId="01cf875a-4e15-4928-8f93-7a0dfa1efb6b" providerId="ADAL" clId="{E9054DD1-CDF4-4BE2-A4C5-BD4B0395A89E}" dt="2026-06-11T14:30:21.152" v="14414" actId="164"/>
          <ac:spMkLst>
            <pc:docMk/>
            <pc:sldMk cId="4159988265" sldId="305"/>
            <ac:spMk id="27" creationId="{2D25CB82-6004-8D85-A05A-B9326FD5A904}"/>
          </ac:spMkLst>
        </pc:spChg>
        <pc:spChg chg="add mod">
          <ac:chgData name="DOWTY, PETER (DNR)" userId="01cf875a-4e15-4928-8f93-7a0dfa1efb6b" providerId="ADAL" clId="{E9054DD1-CDF4-4BE2-A4C5-BD4B0395A89E}" dt="2026-06-11T14:31:09.413" v="14454" actId="1076"/>
          <ac:spMkLst>
            <pc:docMk/>
            <pc:sldMk cId="4159988265" sldId="305"/>
            <ac:spMk id="31" creationId="{C1579EA5-C65F-50D5-12CD-89C6C777B55D}"/>
          </ac:spMkLst>
        </pc:spChg>
        <pc:grpChg chg="add mod">
          <ac:chgData name="DOWTY, PETER (DNR)" userId="01cf875a-4e15-4928-8f93-7a0dfa1efb6b" providerId="ADAL" clId="{E9054DD1-CDF4-4BE2-A4C5-BD4B0395A89E}" dt="2026-06-11T14:30:41.248" v="14418" actId="1076"/>
          <ac:grpSpMkLst>
            <pc:docMk/>
            <pc:sldMk cId="4159988265" sldId="305"/>
            <ac:grpSpMk id="8" creationId="{27ADEC77-C9FA-2563-95A9-5101FF414903}"/>
          </ac:grpSpMkLst>
        </pc:grpChg>
        <pc:grpChg chg="add mod">
          <ac:chgData name="DOWTY, PETER (DNR)" userId="01cf875a-4e15-4928-8f93-7a0dfa1efb6b" providerId="ADAL" clId="{E9054DD1-CDF4-4BE2-A4C5-BD4B0395A89E}" dt="2026-06-11T14:30:03.911" v="14411" actId="164"/>
          <ac:grpSpMkLst>
            <pc:docMk/>
            <pc:sldMk cId="4159988265" sldId="305"/>
            <ac:grpSpMk id="23" creationId="{6E18580E-0AF4-60AF-43F5-37EED632B0AB}"/>
          </ac:grpSpMkLst>
        </pc:grpChg>
        <pc:grpChg chg="add mod">
          <ac:chgData name="DOWTY, PETER (DNR)" userId="01cf875a-4e15-4928-8f93-7a0dfa1efb6b" providerId="ADAL" clId="{E9054DD1-CDF4-4BE2-A4C5-BD4B0395A89E}" dt="2026-06-11T14:30:34.942" v="14417" actId="1076"/>
          <ac:grpSpMkLst>
            <pc:docMk/>
            <pc:sldMk cId="4159988265" sldId="305"/>
            <ac:grpSpMk id="28" creationId="{50E2C8C4-3315-B2A2-E838-4167F67AA090}"/>
          </ac:grpSpMkLst>
        </pc:grpChg>
        <pc:grpChg chg="add mod">
          <ac:chgData name="DOWTY, PETER (DNR)" userId="01cf875a-4e15-4928-8f93-7a0dfa1efb6b" providerId="ADAL" clId="{E9054DD1-CDF4-4BE2-A4C5-BD4B0395A89E}" dt="2026-06-11T14:30:26.285" v="14415" actId="164"/>
          <ac:grpSpMkLst>
            <pc:docMk/>
            <pc:sldMk cId="4159988265" sldId="305"/>
            <ac:grpSpMk id="29" creationId="{DF3F0123-E24D-E2BC-96AD-2CB4655E3ED9}"/>
          </ac:grpSpMkLst>
        </pc:grpChg>
        <pc:grpChg chg="add mod">
          <ac:chgData name="DOWTY, PETER (DNR)" userId="01cf875a-4e15-4928-8f93-7a0dfa1efb6b" providerId="ADAL" clId="{E9054DD1-CDF4-4BE2-A4C5-BD4B0395A89E}" dt="2026-06-11T14:30:30.492" v="14416" actId="1076"/>
          <ac:grpSpMkLst>
            <pc:docMk/>
            <pc:sldMk cId="4159988265" sldId="305"/>
            <ac:grpSpMk id="30" creationId="{BEE08E63-1902-7C15-4820-29CC64C5AE8C}"/>
          </ac:grpSpMkLst>
        </pc:grpChg>
      </pc:sldChg>
      <pc:sldChg chg="addSp modSp mod">
        <pc:chgData name="DOWTY, PETER (DNR)" userId="01cf875a-4e15-4928-8f93-7a0dfa1efb6b" providerId="ADAL" clId="{E9054DD1-CDF4-4BE2-A4C5-BD4B0395A89E}" dt="2026-07-01T14:22:51.294" v="15367" actId="20577"/>
        <pc:sldMkLst>
          <pc:docMk/>
          <pc:sldMk cId="2602005344" sldId="306"/>
        </pc:sldMkLst>
        <pc:spChg chg="add mod">
          <ac:chgData name="DOWTY, PETER (DNR)" userId="01cf875a-4e15-4928-8f93-7a0dfa1efb6b" providerId="ADAL" clId="{E9054DD1-CDF4-4BE2-A4C5-BD4B0395A89E}" dt="2026-07-01T14:22:51.294" v="15367"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6-22T23:18:51.888" v="14895"/>
        <pc:sldMkLst>
          <pc:docMk/>
          <pc:sldMk cId="2867469800" sldId="308"/>
        </pc:sldMkLst>
      </pc:sldChg>
      <pc:sldChg chg="new setBg">
        <pc:chgData name="DOWTY, PETER (DNR)" userId="01cf875a-4e15-4928-8f93-7a0dfa1efb6b" providerId="ADAL" clId="{E9054DD1-CDF4-4BE2-A4C5-BD4B0395A89E}" dt="2026-06-30T21:48:02.638" v="14910"/>
        <pc:sldMkLst>
          <pc:docMk/>
          <pc:sldMk cId="1139356581" sldId="315"/>
        </pc:sldMkLst>
      </pc:sldChg>
      <pc:sldChg chg="new setBg">
        <pc:chgData name="DOWTY, PETER (DNR)" userId="01cf875a-4e15-4928-8f93-7a0dfa1efb6b" providerId="ADAL" clId="{E9054DD1-CDF4-4BE2-A4C5-BD4B0395A89E}" dt="2026-07-01T14:20:35.652" v="15365"/>
        <pc:sldMkLst>
          <pc:docMk/>
          <pc:sldMk cId="717612022" sldId="316"/>
        </pc:sldMkLst>
      </pc:sldChg>
      <pc:sldChg chg="addSp modSp new mod">
        <pc:chgData name="DOWTY, PETER (DNR)" userId="01cf875a-4e15-4928-8f93-7a0dfa1efb6b" providerId="ADAL" clId="{E9054DD1-CDF4-4BE2-A4C5-BD4B0395A89E}" dt="2026-07-01T16:02:04.648" v="15668" actId="20577"/>
        <pc:sldMkLst>
          <pc:docMk/>
          <pc:sldMk cId="2362947084" sldId="317"/>
        </pc:sldMkLst>
        <pc:spChg chg="add mod">
          <ac:chgData name="DOWTY, PETER (DNR)" userId="01cf875a-4e15-4928-8f93-7a0dfa1efb6b" providerId="ADAL" clId="{E9054DD1-CDF4-4BE2-A4C5-BD4B0395A89E}" dt="2026-07-01T16:02:04.648" v="15668" actId="20577"/>
          <ac:spMkLst>
            <pc:docMk/>
            <pc:sldMk cId="2362947084" sldId="317"/>
            <ac:spMk id="2" creationId="{E9ACDB6C-E349-08C4-35D5-DF3477863356}"/>
          </ac:spMkLst>
        </pc:spChg>
      </pc:sldChg>
      <pc:sldChg chg="new setBg">
        <pc:chgData name="DOWTY, PETER (DNR)" userId="01cf875a-4e15-4928-8f93-7a0dfa1efb6b" providerId="ADAL" clId="{E9054DD1-CDF4-4BE2-A4C5-BD4B0395A89E}" dt="2026-07-01T16:38:31.020" v="15842"/>
        <pc:sldMkLst>
          <pc:docMk/>
          <pc:sldMk cId="813655202" sldId="318"/>
        </pc:sldMkLst>
      </pc:sldChg>
    </pc:docChg>
  </pc:docChgLst>
  <pc:docChgLst>
    <pc:chgData name="DOWTY, PETER (DNR)" userId="01cf875a-4e15-4928-8f93-7a0dfa1efb6b" providerId="ADAL" clId="{DC861EC1-FB29-4C02-B83C-8A44B3A41BE2}"/>
    <pc:docChg chg="modSld">
      <pc:chgData name="DOWTY, PETER (DNR)" userId="01cf875a-4e15-4928-8f93-7a0dfa1efb6b" providerId="ADAL" clId="{DC861EC1-FB29-4C02-B83C-8A44B3A41BE2}" dt="2026-06-23T02:31:37.016" v="0"/>
      <pc:docMkLst>
        <pc:docMk/>
      </pc:docMkLst>
      <pc:sldChg chg="addSp mod">
        <pc:chgData name="DOWTY, PETER (DNR)" userId="01cf875a-4e15-4928-8f93-7a0dfa1efb6b" providerId="ADAL" clId="{DC861EC1-FB29-4C02-B83C-8A44B3A41BE2}" dt="2026-06-23T02:31:37.016" v="0"/>
        <pc:sldMkLst>
          <pc:docMk/>
          <pc:sldMk cId="4105985679" sldId="311"/>
        </pc:sldMkLst>
        <pc:inkChg chg="add">
          <ac:chgData name="DOWTY, PETER (DNR)" userId="01cf875a-4e15-4928-8f93-7a0dfa1efb6b" providerId="ADAL" clId="{DC861EC1-FB29-4C02-B83C-8A44B3A41BE2}" dt="2026-06-23T02:31:37.016" v="0"/>
          <ac:inkMkLst>
            <pc:docMk/>
            <pc:sldMk cId="4105985679" sldId="311"/>
            <ac:inkMk id="14" creationId="{6686C5A7-E2E3-55A1-34F3-0D9BEECAC181}"/>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6-28T15:17:46.999" v="4862" actId="1076"/>
      <pc:docMkLst>
        <pc:docMk/>
      </pc:docMkLst>
      <pc:sldChg chg="delSp modSp mod">
        <pc:chgData name="Pete Dowty" userId="91aba14b6835b0ae" providerId="LiveId" clId="{660F8803-2738-5EFD-95AE-06E7480F19FB}" dt="2026-06-27T13:49:38.699" v="4438" actId="20577"/>
        <pc:sldMkLst>
          <pc:docMk/>
          <pc:sldMk cId="4075092185" sldId="256"/>
        </pc:sldMkLst>
        <pc:spChg chg="mod">
          <ac:chgData name="Pete Dowty" userId="91aba14b6835b0ae" providerId="LiveId" clId="{660F8803-2738-5EFD-95AE-06E7480F19FB}" dt="2026-06-27T13:49:38.699" v="4438" actId="20577"/>
          <ac:spMkLst>
            <pc:docMk/>
            <pc:sldMk cId="4075092185" sldId="256"/>
            <ac:spMk id="2" creationId="{09D9C740-84B6-4D7A-E556-A418783A3B6E}"/>
          </ac:spMkLst>
        </pc:spChg>
      </pc:sldChg>
      <pc:sldChg chg="modSp mod">
        <pc:chgData name="Pete Dowty" userId="91aba14b6835b0ae" providerId="LiveId" clId="{660F8803-2738-5EFD-95AE-06E7480F19FB}" dt="2026-06-28T14:41:54.056" v="4813" actId="20577"/>
        <pc:sldMkLst>
          <pc:docMk/>
          <pc:sldMk cId="2532653130" sldId="281"/>
        </pc:sldMkLst>
        <pc:spChg chg="mod">
          <ac:chgData name="Pete Dowty" userId="91aba14b6835b0ae" providerId="LiveId" clId="{660F8803-2738-5EFD-95AE-06E7480F19FB}" dt="2026-06-28T14:41:54.056" v="4813" actId="20577"/>
          <ac:spMkLst>
            <pc:docMk/>
            <pc:sldMk cId="2532653130" sldId="281"/>
            <ac:spMk id="2" creationId="{014AB92D-C488-47FE-A288-92026B22C4E5}"/>
          </ac:spMkLst>
        </pc:spChg>
      </pc:sldChg>
      <pc:sldChg chg="addSp delSp modSp mod">
        <pc:chgData name="Pete Dowty" userId="91aba14b6835b0ae" providerId="LiveId" clId="{660F8803-2738-5EFD-95AE-06E7480F19FB}" dt="2026-06-28T15:17:46.999" v="4862" actId="1076"/>
        <pc:sldMkLst>
          <pc:docMk/>
          <pc:sldMk cId="1689912192" sldId="283"/>
        </pc:sldMkLst>
        <pc:spChg chg="add mod">
          <ac:chgData name="Pete Dowty" userId="91aba14b6835b0ae" providerId="LiveId" clId="{660F8803-2738-5EFD-95AE-06E7480F19FB}" dt="2026-06-28T14:47:00.863" v="4841" actId="14100"/>
          <ac:spMkLst>
            <pc:docMk/>
            <pc:sldMk cId="1689912192" sldId="283"/>
            <ac:spMk id="4" creationId="{05CB2474-56C0-1415-9CAC-69FF04EDFF4A}"/>
          </ac:spMkLst>
        </pc:spChg>
      </pc:sldChg>
      <pc:sldChg chg="addSp delSp modSp mod">
        <pc:chgData name="Pete Dowty" userId="91aba14b6835b0ae" providerId="LiveId" clId="{660F8803-2738-5EFD-95AE-06E7480F19FB}" dt="2026-06-12T04:03:03.487" v="2927" actId="478"/>
        <pc:sldMkLst>
          <pc:docMk/>
          <pc:sldMk cId="1516653873" sldId="293"/>
        </pc:sldMkLst>
        <pc:spChg chg="add mod">
          <ac:chgData name="Pete Dowty" userId="91aba14b6835b0ae" providerId="LiveId" clId="{660F8803-2738-5EFD-95AE-06E7480F19FB}" dt="2026-06-09T05:08:22.228" v="2709" actId="20577"/>
          <ac:spMkLst>
            <pc:docMk/>
            <pc:sldMk cId="1516653873" sldId="293"/>
            <ac:spMk id="2" creationId="{3CB9ECB2-453E-0440-65C6-463FD2F97B26}"/>
          </ac:spMkLst>
        </pc:spChg>
        <pc:spChg chg="add mod">
          <ac:chgData name="Pete Dowty" userId="91aba14b6835b0ae" providerId="LiveId" clId="{660F8803-2738-5EFD-95AE-06E7480F19FB}" dt="2026-06-12T03:48:03.834" v="2856" actId="1076"/>
          <ac:spMkLst>
            <pc:docMk/>
            <pc:sldMk cId="1516653873" sldId="293"/>
            <ac:spMk id="7" creationId="{E0CD528A-E4D3-7555-818C-B7FB788B65DF}"/>
          </ac:spMkLst>
        </pc:spChg>
        <pc:spChg chg="mod">
          <ac:chgData name="Pete Dowty" userId="91aba14b6835b0ae" providerId="LiveId" clId="{660F8803-2738-5EFD-95AE-06E7480F19FB}" dt="2026-06-12T03:46:52.196" v="2830" actId="1076"/>
          <ac:spMkLst>
            <pc:docMk/>
            <pc:sldMk cId="1516653873" sldId="293"/>
            <ac:spMk id="11" creationId="{98B15FDF-75FF-1BA8-D304-4150870574AC}"/>
          </ac:spMkLst>
        </pc:spChg>
        <pc:spChg chg="add mod">
          <ac:chgData name="Pete Dowty" userId="91aba14b6835b0ae" providerId="LiveId" clId="{660F8803-2738-5EFD-95AE-06E7480F19FB}" dt="2026-06-12T03:49:58.593" v="2864" actId="207"/>
          <ac:spMkLst>
            <pc:docMk/>
            <pc:sldMk cId="1516653873" sldId="293"/>
            <ac:spMk id="12" creationId="{B242F891-4D7D-484E-E58F-D70F4DAA2F86}"/>
          </ac:spMkLst>
        </pc:spChg>
        <pc:spChg chg="add mod">
          <ac:chgData name="Pete Dowty" userId="91aba14b6835b0ae" providerId="LiveId" clId="{660F8803-2738-5EFD-95AE-06E7480F19FB}" dt="2026-06-12T03:53:49.222" v="2874" actId="208"/>
          <ac:spMkLst>
            <pc:docMk/>
            <pc:sldMk cId="1516653873" sldId="293"/>
            <ac:spMk id="17" creationId="{4218A011-B31E-5756-43B8-545BA231B7B8}"/>
          </ac:spMkLst>
        </pc:spChg>
        <pc:spChg chg="add mod">
          <ac:chgData name="Pete Dowty" userId="91aba14b6835b0ae" providerId="LiveId" clId="{660F8803-2738-5EFD-95AE-06E7480F19FB}" dt="2026-06-12T03:54:40.160" v="2880" actId="206"/>
          <ac:spMkLst>
            <pc:docMk/>
            <pc:sldMk cId="1516653873" sldId="293"/>
            <ac:spMk id="18" creationId="{136F3C05-73F9-C8DE-76A6-79760AC890F6}"/>
          </ac:spMkLst>
        </pc:spChg>
        <pc:spChg chg="add mod">
          <ac:chgData name="Pete Dowty" userId="91aba14b6835b0ae" providerId="LiveId" clId="{660F8803-2738-5EFD-95AE-06E7480F19FB}" dt="2026-06-12T03:58:10.071" v="2883" actId="208"/>
          <ac:spMkLst>
            <pc:docMk/>
            <pc:sldMk cId="1516653873" sldId="293"/>
            <ac:spMk id="19" creationId="{7F0D0B57-C14B-B0EF-7AC6-63C7736A7DEA}"/>
          </ac:spMkLst>
        </pc:spChg>
        <pc:spChg chg="add mod">
          <ac:chgData name="Pete Dowty" userId="91aba14b6835b0ae" providerId="LiveId" clId="{660F8803-2738-5EFD-95AE-06E7480F19FB}" dt="2026-06-12T04:00:04.029" v="2900" actId="255"/>
          <ac:spMkLst>
            <pc:docMk/>
            <pc:sldMk cId="1516653873" sldId="293"/>
            <ac:spMk id="20" creationId="{62AC18E7-1FFA-4ECA-06EF-4D05CFF39DEC}"/>
          </ac:spMkLst>
        </pc:spChg>
        <pc:spChg chg="add mod">
          <ac:chgData name="Pete Dowty" userId="91aba14b6835b0ae" providerId="LiveId" clId="{660F8803-2738-5EFD-95AE-06E7480F19FB}" dt="2026-06-12T03:59:52.417" v="2899" actId="206"/>
          <ac:spMkLst>
            <pc:docMk/>
            <pc:sldMk cId="1516653873" sldId="293"/>
            <ac:spMk id="21" creationId="{32DFE7C5-AB8B-0CA0-4313-08C0A7A59117}"/>
          </ac:spMkLst>
        </pc:spChg>
        <pc:spChg chg="add mod">
          <ac:chgData name="Pete Dowty" userId="91aba14b6835b0ae" providerId="LiveId" clId="{660F8803-2738-5EFD-95AE-06E7480F19FB}" dt="2026-06-12T04:00:16.127" v="2906" actId="20577"/>
          <ac:spMkLst>
            <pc:docMk/>
            <pc:sldMk cId="1516653873" sldId="293"/>
            <ac:spMk id="22" creationId="{40C17E96-9B4C-137F-CA73-D3D0DAED2790}"/>
          </ac:spMkLst>
        </pc:spChg>
        <pc:spChg chg="add mod">
          <ac:chgData name="Pete Dowty" userId="91aba14b6835b0ae" providerId="LiveId" clId="{660F8803-2738-5EFD-95AE-06E7480F19FB}" dt="2026-06-12T04:01:45.896" v="2914" actId="1076"/>
          <ac:spMkLst>
            <pc:docMk/>
            <pc:sldMk cId="1516653873" sldId="293"/>
            <ac:spMk id="23" creationId="{0604D8AD-FD17-287F-AE7C-D60523729C01}"/>
          </ac:spMkLst>
        </pc:spChg>
        <pc:spChg chg="add mod">
          <ac:chgData name="Pete Dowty" userId="91aba14b6835b0ae" providerId="LiveId" clId="{660F8803-2738-5EFD-95AE-06E7480F19FB}" dt="2026-06-12T04:02:51.172" v="2925" actId="1076"/>
          <ac:spMkLst>
            <pc:docMk/>
            <pc:sldMk cId="1516653873" sldId="293"/>
            <ac:spMk id="26" creationId="{47646B5E-1122-96B1-F80D-E56554A5D84F}"/>
          </ac:spMkLst>
        </pc:spChg>
        <pc:spChg chg="add mod">
          <ac:chgData name="Pete Dowty" userId="91aba14b6835b0ae" providerId="LiveId" clId="{660F8803-2738-5EFD-95AE-06E7480F19FB}" dt="2026-06-12T04:02:41.187" v="2924" actId="1076"/>
          <ac:spMkLst>
            <pc:docMk/>
            <pc:sldMk cId="1516653873" sldId="293"/>
            <ac:spMk id="27" creationId="{437E86B1-4F4C-A62A-752D-255D1DC74905}"/>
          </ac:spMkLst>
        </pc:spChg>
        <pc:spChg chg="add mod">
          <ac:chgData name="Pete Dowty" userId="91aba14b6835b0ae" providerId="LiveId" clId="{660F8803-2738-5EFD-95AE-06E7480F19FB}" dt="2026-06-12T04:02:30.129" v="2921" actId="1076"/>
          <ac:spMkLst>
            <pc:docMk/>
            <pc:sldMk cId="1516653873" sldId="293"/>
            <ac:spMk id="28" creationId="{EA0572C3-C0B5-B36B-65C6-823512DE46B9}"/>
          </ac:spMkLst>
        </pc:spChg>
        <pc:grpChg chg="add">
          <ac:chgData name="Pete Dowty" userId="91aba14b6835b0ae" providerId="LiveId" clId="{660F8803-2738-5EFD-95AE-06E7480F19FB}" dt="2026-06-12T03:48:22.044" v="2857" actId="164"/>
          <ac:grpSpMkLst>
            <pc:docMk/>
            <pc:sldMk cId="1516653873" sldId="293"/>
            <ac:grpSpMk id="9" creationId="{9BED97E2-94BB-071D-F3D4-B6F7B44C9DA1}"/>
          </ac:grpSpMkLst>
        </pc:grpChg>
        <pc:picChg chg="add mod">
          <ac:chgData name="Pete Dowty" userId="91aba14b6835b0ae" providerId="LiveId" clId="{660F8803-2738-5EFD-95AE-06E7480F19FB}" dt="2026-06-12T03:46:47.288" v="2829" actId="1076"/>
          <ac:picMkLst>
            <pc:docMk/>
            <pc:sldMk cId="1516653873" sldId="293"/>
            <ac:picMk id="3" creationId="{074E7BE8-DDFA-F39D-DF6D-C4330D494718}"/>
          </ac:picMkLst>
        </pc:picChg>
        <pc:picChg chg="add mod">
          <ac:chgData name="Pete Dowty" userId="91aba14b6835b0ae" providerId="LiveId" clId="{660F8803-2738-5EFD-95AE-06E7480F19FB}" dt="2026-06-12T03:47:36.897" v="2833" actId="1076"/>
          <ac:picMkLst>
            <pc:docMk/>
            <pc:sldMk cId="1516653873" sldId="293"/>
            <ac:picMk id="6" creationId="{43D3E1AC-F208-6031-C570-E14D19BDDFE5}"/>
          </ac:picMkLst>
        </pc:picChg>
        <pc:picChg chg="mod">
          <ac:chgData name="Pete Dowty" userId="91aba14b6835b0ae" providerId="LiveId" clId="{660F8803-2738-5EFD-95AE-06E7480F19FB}" dt="2026-06-12T03:45:03.183" v="2823" actId="1076"/>
          <ac:picMkLst>
            <pc:docMk/>
            <pc:sldMk cId="1516653873" sldId="293"/>
            <ac:picMk id="8" creationId="{F11C776A-24E4-E47B-760C-EB2D4C0F711D}"/>
          </ac:picMkLst>
        </pc:picChg>
        <pc:picChg chg="mod">
          <ac:chgData name="Pete Dowty" userId="91aba14b6835b0ae" providerId="LiveId" clId="{660F8803-2738-5EFD-95AE-06E7480F19FB}" dt="2026-06-12T03:45:11.341" v="2825" actId="1076"/>
          <ac:picMkLst>
            <pc:docMk/>
            <pc:sldMk cId="1516653873" sldId="293"/>
            <ac:picMk id="10" creationId="{5278D628-B96F-F0FD-BEC3-38194DE3BA7E}"/>
          </ac:picMkLst>
        </pc:picChg>
        <pc:cxnChg chg="add mod">
          <ac:chgData name="Pete Dowty" userId="91aba14b6835b0ae" providerId="LiveId" clId="{660F8803-2738-5EFD-95AE-06E7480F19FB}" dt="2026-06-12T03:49:42.708" v="2861" actId="208"/>
          <ac:cxnSpMkLst>
            <pc:docMk/>
            <pc:sldMk cId="1516653873" sldId="293"/>
            <ac:cxnSpMk id="14" creationId="{121E07D9-6ACA-BE8F-FC06-799196501474}"/>
          </ac:cxnSpMkLst>
        </pc:cxnChg>
        <pc:cxnChg chg="add mod">
          <ac:chgData name="Pete Dowty" userId="91aba14b6835b0ae" providerId="LiveId" clId="{660F8803-2738-5EFD-95AE-06E7480F19FB}" dt="2026-06-12T03:51:20.533" v="2871" actId="1076"/>
          <ac:cxnSpMkLst>
            <pc:docMk/>
            <pc:sldMk cId="1516653873" sldId="293"/>
            <ac:cxnSpMk id="16" creationId="{2794B0C4-4AB9-9DE7-B6F0-F412829E5CA2}"/>
          </ac:cxnSpMkLst>
        </pc:cxnChg>
      </pc:sldChg>
      <pc:sldChg chg="addSp delSp modSp mod">
        <pc:chgData name="Pete Dowty" userId="91aba14b6835b0ae" providerId="LiveId" clId="{660F8803-2738-5EFD-95AE-06E7480F19FB}" dt="2026-06-06T04:42:08.651" v="1706" actId="206"/>
        <pc:sldMkLst>
          <pc:docMk/>
          <pc:sldMk cId="1835506812" sldId="301"/>
        </pc:sldMkLst>
        <pc:spChg chg="add mod">
          <ac:chgData name="Pete Dowty" userId="91aba14b6835b0ae" providerId="LiveId" clId="{660F8803-2738-5EFD-95AE-06E7480F19FB}" dt="2026-06-03T04:52:49.327" v="753" actId="14838"/>
          <ac:spMkLst>
            <pc:docMk/>
            <pc:sldMk cId="1835506812" sldId="301"/>
            <ac:spMk id="2" creationId="{CA846F38-ADDD-FC79-D2D1-5792DE64D04C}"/>
          </ac:spMkLst>
        </pc:spChg>
        <pc:spChg chg="add mod">
          <ac:chgData name="Pete Dowty" userId="91aba14b6835b0ae" providerId="LiveId" clId="{660F8803-2738-5EFD-95AE-06E7480F19FB}" dt="2026-06-02T03:48:18.771" v="451" actId="1076"/>
          <ac:spMkLst>
            <pc:docMk/>
            <pc:sldMk cId="1835506812" sldId="301"/>
            <ac:spMk id="3" creationId="{CAEEE0A7-E838-7A8E-4208-4764CC1864A6}"/>
          </ac:spMkLst>
        </pc:spChg>
        <pc:spChg chg="add mod">
          <ac:chgData name="Pete Dowty" userId="91aba14b6835b0ae" providerId="LiveId" clId="{660F8803-2738-5EFD-95AE-06E7480F19FB}" dt="2026-06-02T03:49:21.644" v="462" actId="206"/>
          <ac:spMkLst>
            <pc:docMk/>
            <pc:sldMk cId="1835506812" sldId="301"/>
            <ac:spMk id="4" creationId="{845D2CD3-1BD2-E08B-13B3-C8808A1F1B7E}"/>
          </ac:spMkLst>
        </pc:spChg>
        <pc:spChg chg="mod">
          <ac:chgData name="Pete Dowty" userId="91aba14b6835b0ae" providerId="LiveId" clId="{660F8803-2738-5EFD-95AE-06E7480F19FB}" dt="2026-06-02T03:46:13.686" v="444" actId="20577"/>
          <ac:spMkLst>
            <pc:docMk/>
            <pc:sldMk cId="1835506812" sldId="301"/>
            <ac:spMk id="11" creationId="{7D6ABCC7-A3DA-BEAD-7F8E-92BDC6A20361}"/>
          </ac:spMkLst>
        </pc:spChg>
        <pc:spChg chg="add mod">
          <ac:chgData name="Pete Dowty" userId="91aba14b6835b0ae" providerId="LiveId" clId="{660F8803-2738-5EFD-95AE-06E7480F19FB}" dt="2026-06-02T03:50:14.641" v="467" actId="206"/>
          <ac:spMkLst>
            <pc:docMk/>
            <pc:sldMk cId="1835506812" sldId="301"/>
            <ac:spMk id="24" creationId="{5CC45558-C687-C147-B236-08CCF3BD9772}"/>
          </ac:spMkLst>
        </pc:spChg>
        <pc:spChg chg="add mod">
          <ac:chgData name="Pete Dowty" userId="91aba14b6835b0ae" providerId="LiveId" clId="{660F8803-2738-5EFD-95AE-06E7480F19FB}" dt="2026-06-06T04:42:08.651" v="1706" actId="206"/>
          <ac:spMkLst>
            <pc:docMk/>
            <pc:sldMk cId="1835506812" sldId="301"/>
            <ac:spMk id="40" creationId="{5B6C2A25-7008-F36A-58F0-3EFB7160B1DE}"/>
          </ac:spMkLst>
        </pc:spChg>
        <pc:spChg chg="mod">
          <ac:chgData name="Pete Dowty" userId="91aba14b6835b0ae" providerId="LiveId" clId="{660F8803-2738-5EFD-95AE-06E7480F19FB}" dt="2026-06-02T03:57:07.012" v="475" actId="20577"/>
          <ac:spMkLst>
            <pc:docMk/>
            <pc:sldMk cId="1835506812" sldId="301"/>
            <ac:spMk id="51" creationId="{EED36589-D173-4EA4-61A8-C34BE0ACB4B9}"/>
          </ac:spMkLst>
        </pc:spChg>
        <pc:spChg chg="mod">
          <ac:chgData name="Pete Dowty" userId="91aba14b6835b0ae" providerId="LiveId" clId="{660F8803-2738-5EFD-95AE-06E7480F19FB}" dt="2026-06-03T04:53:22.607" v="785" actId="14838"/>
          <ac:spMkLst>
            <pc:docMk/>
            <pc:sldMk cId="1835506812" sldId="301"/>
            <ac:spMk id="56" creationId="{E40E8C92-55CC-CBBB-5D85-3B438ADFBC18}"/>
          </ac:spMkLst>
        </pc:spChg>
        <pc:spChg chg="add mod">
          <ac:chgData name="Pete Dowty" userId="91aba14b6835b0ae" providerId="LiveId" clId="{660F8803-2738-5EFD-95AE-06E7480F19FB}" dt="2026-06-03T04:46:29.830" v="657" actId="206"/>
          <ac:spMkLst>
            <pc:docMk/>
            <pc:sldMk cId="1835506812" sldId="301"/>
            <ac:spMk id="58" creationId="{055B6D82-9674-EF47-D6B5-835E2F7AA9CE}"/>
          </ac:spMkLst>
        </pc:spChg>
        <pc:spChg chg="add mod">
          <ac:chgData name="Pete Dowty" userId="91aba14b6835b0ae" providerId="LiveId" clId="{660F8803-2738-5EFD-95AE-06E7480F19FB}" dt="2026-06-03T04:51:37.640" v="684" actId="167"/>
          <ac:spMkLst>
            <pc:docMk/>
            <pc:sldMk cId="1835506812" sldId="301"/>
            <ac:spMk id="59" creationId="{4C469FAC-C07F-037F-EC31-D26B79491074}"/>
          </ac:spMkLst>
        </pc:spChg>
        <pc:spChg chg="mod">
          <ac:chgData name="Pete Dowty" userId="91aba14b6835b0ae" providerId="LiveId" clId="{660F8803-2738-5EFD-95AE-06E7480F19FB}" dt="2026-06-03T04:42:43.691" v="651" actId="20577"/>
          <ac:spMkLst>
            <pc:docMk/>
            <pc:sldMk cId="1835506812" sldId="301"/>
            <ac:spMk id="62" creationId="{B3EC0EC5-9D61-CF99-DD83-A92179FEF23D}"/>
          </ac:spMkLst>
        </pc:spChg>
        <pc:spChg chg="add mod">
          <ac:chgData name="Pete Dowty" userId="91aba14b6835b0ae" providerId="LiveId" clId="{660F8803-2738-5EFD-95AE-06E7480F19FB}" dt="2026-06-03T04:49:13.101" v="670" actId="206"/>
          <ac:spMkLst>
            <pc:docMk/>
            <pc:sldMk cId="1835506812" sldId="301"/>
            <ac:spMk id="65" creationId="{FC9531D5-C169-16E6-F354-D8B05CE744A5}"/>
          </ac:spMkLst>
        </pc:spChg>
        <pc:spChg chg="add mod">
          <ac:chgData name="Pete Dowty" userId="91aba14b6835b0ae" providerId="LiveId" clId="{660F8803-2738-5EFD-95AE-06E7480F19FB}" dt="2026-06-03T04:49:48.538" v="675" actId="206"/>
          <ac:spMkLst>
            <pc:docMk/>
            <pc:sldMk cId="1835506812" sldId="301"/>
            <ac:spMk id="66" creationId="{97748B36-302E-BB5B-5014-EF4C8350C1BC}"/>
          </ac:spMkLst>
        </pc:spChg>
        <pc:spChg chg="add mod">
          <ac:chgData name="Pete Dowty" userId="91aba14b6835b0ae" providerId="LiveId" clId="{660F8803-2738-5EFD-95AE-06E7480F19FB}" dt="2026-06-03T04:51:30.653" v="683" actId="167"/>
          <ac:spMkLst>
            <pc:docMk/>
            <pc:sldMk cId="1835506812" sldId="301"/>
            <ac:spMk id="67" creationId="{891E5C1F-C693-FC21-C6D2-BE1974D8F3F0}"/>
          </ac:spMkLst>
        </pc:spChg>
        <pc:cxnChg chg="add mod">
          <ac:chgData name="Pete Dowty" userId="91aba14b6835b0ae" providerId="LiveId" clId="{660F8803-2738-5EFD-95AE-06E7480F19FB}" dt="2026-06-02T04:00:10.964" v="478" actId="208"/>
          <ac:cxnSpMkLst>
            <pc:docMk/>
            <pc:sldMk cId="1835506812" sldId="301"/>
            <ac:cxnSpMk id="57" creationId="{DF16117C-E93E-553D-5465-6872273B16C0}"/>
          </ac:cxnSpMkLst>
        </pc:cxnChg>
        <pc:cxnChg chg="add mod">
          <ac:chgData name="Pete Dowty" userId="91aba14b6835b0ae" providerId="LiveId" clId="{660F8803-2738-5EFD-95AE-06E7480F19FB}" dt="2026-06-02T04:07:05.793" v="515" actId="208"/>
          <ac:cxnSpMkLst>
            <pc:docMk/>
            <pc:sldMk cId="1835506812" sldId="301"/>
            <ac:cxnSpMk id="60" creationId="{2150FF30-BBA1-C4F4-7E2D-91785648075A}"/>
          </ac:cxnSpMkLst>
        </pc:cxnChg>
      </pc:sldChg>
      <pc:sldChg chg="addSp delSp modSp mod">
        <pc:chgData name="Pete Dowty" userId="91aba14b6835b0ae" providerId="LiveId" clId="{660F8803-2738-5EFD-95AE-06E7480F19FB}" dt="2026-06-08T03:15:29.967" v="2351" actId="571"/>
        <pc:sldMkLst>
          <pc:docMk/>
          <pc:sldMk cId="1080191347" sldId="302"/>
        </pc:sldMkLst>
        <pc:spChg chg="add mod">
          <ac:chgData name="Pete Dowty" userId="91aba14b6835b0ae" providerId="LiveId" clId="{660F8803-2738-5EFD-95AE-06E7480F19FB}" dt="2026-06-06T04:04:06.711" v="1464" actId="1076"/>
          <ac:spMkLst>
            <pc:docMk/>
            <pc:sldMk cId="1080191347" sldId="302"/>
            <ac:spMk id="2" creationId="{80CDFAD8-254E-B1F9-BEE4-35A7BD532477}"/>
          </ac:spMkLst>
        </pc:spChg>
        <pc:spChg chg="add mod">
          <ac:chgData name="Pete Dowty" userId="91aba14b6835b0ae" providerId="LiveId" clId="{660F8803-2738-5EFD-95AE-06E7480F19FB}" dt="2026-06-06T22:28:48.481" v="2245" actId="20577"/>
          <ac:spMkLst>
            <pc:docMk/>
            <pc:sldMk cId="1080191347" sldId="302"/>
            <ac:spMk id="3" creationId="{8110A3D7-C4FB-1C83-A200-76837EBCE228}"/>
          </ac:spMkLst>
        </pc:spChg>
        <pc:spChg chg="mod">
          <ac:chgData name="Pete Dowty" userId="91aba14b6835b0ae" providerId="LiveId" clId="{660F8803-2738-5EFD-95AE-06E7480F19FB}" dt="2026-06-07T04:04:17.872" v="2290" actId="1076"/>
          <ac:spMkLst>
            <pc:docMk/>
            <pc:sldMk cId="1080191347" sldId="302"/>
            <ac:spMk id="10" creationId="{06FD703F-EFBF-62D2-4C8E-207F501ADCA5}"/>
          </ac:spMkLst>
        </pc:spChg>
        <pc:spChg chg="add mod">
          <ac:chgData name="Pete Dowty" userId="91aba14b6835b0ae" providerId="LiveId" clId="{660F8803-2738-5EFD-95AE-06E7480F19FB}" dt="2026-06-06T22:27:37.447" v="2235" actId="1076"/>
          <ac:spMkLst>
            <pc:docMk/>
            <pc:sldMk cId="1080191347" sldId="302"/>
            <ac:spMk id="13" creationId="{B5800FFF-7611-C428-D8AA-524DA9785E78}"/>
          </ac:spMkLst>
        </pc:spChg>
        <pc:spChg chg="add mod">
          <ac:chgData name="Pete Dowty" userId="91aba14b6835b0ae" providerId="LiveId" clId="{660F8803-2738-5EFD-95AE-06E7480F19FB}" dt="2026-06-06T22:29:08.001" v="2253" actId="1076"/>
          <ac:spMkLst>
            <pc:docMk/>
            <pc:sldMk cId="1080191347" sldId="302"/>
            <ac:spMk id="14" creationId="{8C33BD06-B30D-B6EF-C110-1688C122209E}"/>
          </ac:spMkLst>
        </pc:spChg>
        <pc:spChg chg="add mod">
          <ac:chgData name="Pete Dowty" userId="91aba14b6835b0ae" providerId="LiveId" clId="{660F8803-2738-5EFD-95AE-06E7480F19FB}" dt="2026-06-06T04:29:45.817" v="1572" actId="20577"/>
          <ac:spMkLst>
            <pc:docMk/>
            <pc:sldMk cId="1080191347" sldId="302"/>
            <ac:spMk id="15" creationId="{966E100B-84E3-DAB6-AC32-CE5766CC72A5}"/>
          </ac:spMkLst>
        </pc:spChg>
        <pc:spChg chg="add mod">
          <ac:chgData name="Pete Dowty" userId="91aba14b6835b0ae" providerId="LiveId" clId="{660F8803-2738-5EFD-95AE-06E7480F19FB}" dt="2026-06-06T22:28:59.338" v="2249" actId="1076"/>
          <ac:spMkLst>
            <pc:docMk/>
            <pc:sldMk cId="1080191347" sldId="302"/>
            <ac:spMk id="17" creationId="{5CC19D89-2E0F-8942-F81C-349299689EC2}"/>
          </ac:spMkLst>
        </pc:spChg>
        <pc:spChg chg="add mod">
          <ac:chgData name="Pete Dowty" userId="91aba14b6835b0ae" providerId="LiveId" clId="{660F8803-2738-5EFD-95AE-06E7480F19FB}" dt="2026-06-06T04:38:40.181" v="1698" actId="20577"/>
          <ac:spMkLst>
            <pc:docMk/>
            <pc:sldMk cId="1080191347" sldId="302"/>
            <ac:spMk id="19" creationId="{1214ADD2-1773-4F92-44C7-3A15CE7BB40C}"/>
          </ac:spMkLst>
        </pc:spChg>
        <pc:spChg chg="add mod">
          <ac:chgData name="Pete Dowty" userId="91aba14b6835b0ae" providerId="LiveId" clId="{660F8803-2738-5EFD-95AE-06E7480F19FB}" dt="2026-06-06T04:46:22.015" v="1737" actId="20577"/>
          <ac:spMkLst>
            <pc:docMk/>
            <pc:sldMk cId="1080191347" sldId="302"/>
            <ac:spMk id="21" creationId="{972BC3C7-B01B-E3E2-306F-2D831BC47D3B}"/>
          </ac:spMkLst>
        </pc:spChg>
        <pc:spChg chg="add mod">
          <ac:chgData name="Pete Dowty" userId="91aba14b6835b0ae" providerId="LiveId" clId="{660F8803-2738-5EFD-95AE-06E7480F19FB}" dt="2026-06-06T04:33:20.370" v="1583" actId="14100"/>
          <ac:spMkLst>
            <pc:docMk/>
            <pc:sldMk cId="1080191347" sldId="302"/>
            <ac:spMk id="22" creationId="{1D247A57-E1B6-9B0B-8F6B-E131E0CB4748}"/>
          </ac:spMkLst>
        </pc:spChg>
        <pc:spChg chg="add mod">
          <ac:chgData name="Pete Dowty" userId="91aba14b6835b0ae" providerId="LiveId" clId="{660F8803-2738-5EFD-95AE-06E7480F19FB}" dt="2026-06-06T04:27:03.564" v="1566" actId="20577"/>
          <ac:spMkLst>
            <pc:docMk/>
            <pc:sldMk cId="1080191347" sldId="302"/>
            <ac:spMk id="23" creationId="{F4054005-B522-6C17-0561-68EF1063906B}"/>
          </ac:spMkLst>
        </pc:spChg>
        <pc:spChg chg="add mod">
          <ac:chgData name="Pete Dowty" userId="91aba14b6835b0ae" providerId="LiveId" clId="{660F8803-2738-5EFD-95AE-06E7480F19FB}" dt="2026-06-06T04:25:58.042" v="1555" actId="3064"/>
          <ac:spMkLst>
            <pc:docMk/>
            <pc:sldMk cId="1080191347" sldId="302"/>
            <ac:spMk id="24" creationId="{A07D71C0-6478-95C2-434E-C8C14D578D1D}"/>
          </ac:spMkLst>
        </pc:spChg>
        <pc:spChg chg="add mod">
          <ac:chgData name="Pete Dowty" userId="91aba14b6835b0ae" providerId="LiveId" clId="{660F8803-2738-5EFD-95AE-06E7480F19FB}" dt="2026-06-06T04:23:00.246" v="1535" actId="14100"/>
          <ac:spMkLst>
            <pc:docMk/>
            <pc:sldMk cId="1080191347" sldId="302"/>
            <ac:spMk id="25" creationId="{A4C45E72-8F99-B1E5-C180-E49562B77EAF}"/>
          </ac:spMkLst>
        </pc:spChg>
        <pc:picChg chg="mod">
          <ac:chgData name="Pete Dowty" userId="91aba14b6835b0ae" providerId="LiveId" clId="{660F8803-2738-5EFD-95AE-06E7480F19FB}" dt="2026-06-07T04:08:01.094" v="2339" actId="1076"/>
          <ac:picMkLst>
            <pc:docMk/>
            <pc:sldMk cId="1080191347" sldId="302"/>
            <ac:picMk id="12" creationId="{FFEB0EB2-5612-339D-9A81-7118DD120316}"/>
          </ac:picMkLst>
        </pc:picChg>
      </pc:sldChg>
      <pc:sldChg chg="addSp delSp modSp mod">
        <pc:chgData name="Pete Dowty" userId="91aba14b6835b0ae" providerId="LiveId" clId="{660F8803-2738-5EFD-95AE-06E7480F19FB}" dt="2026-06-06T14:20:55.156" v="2153" actId="206"/>
        <pc:sldMkLst>
          <pc:docMk/>
          <pc:sldMk cId="2110894095" sldId="304"/>
        </pc:sldMkLst>
        <pc:spChg chg="mod topLvl">
          <ac:chgData name="Pete Dowty" userId="91aba14b6835b0ae" providerId="LiveId" clId="{660F8803-2738-5EFD-95AE-06E7480F19FB}" dt="2026-06-06T14:17:49.162" v="2110" actId="1076"/>
          <ac:spMkLst>
            <pc:docMk/>
            <pc:sldMk cId="2110894095" sldId="304"/>
            <ac:spMk id="4" creationId="{712285E7-F927-7092-04F0-970231A6F020}"/>
          </ac:spMkLst>
        </pc:spChg>
        <pc:spChg chg="mod">
          <ac:chgData name="Pete Dowty" userId="91aba14b6835b0ae" providerId="LiveId" clId="{660F8803-2738-5EFD-95AE-06E7480F19FB}" dt="2026-06-06T14:18:40.556" v="2128" actId="1076"/>
          <ac:spMkLst>
            <pc:docMk/>
            <pc:sldMk cId="2110894095" sldId="304"/>
            <ac:spMk id="35" creationId="{BC99B1FF-3BD7-E65B-8B7F-B4353E5AE681}"/>
          </ac:spMkLst>
        </pc:spChg>
        <pc:grpChg chg="add mod">
          <ac:chgData name="Pete Dowty" userId="91aba14b6835b0ae" providerId="LiveId" clId="{660F8803-2738-5EFD-95AE-06E7480F19FB}" dt="2026-06-06T14:18:12.289" v="2115" actId="1076"/>
          <ac:grpSpMkLst>
            <pc:docMk/>
            <pc:sldMk cId="2110894095" sldId="304"/>
            <ac:grpSpMk id="21" creationId="{B3047448-B351-F6AE-C95A-FE32F577BF01}"/>
          </ac:grpSpMkLst>
        </pc:grpChg>
        <pc:grpChg chg="add mod">
          <ac:chgData name="Pete Dowty" userId="91aba14b6835b0ae" providerId="LiveId" clId="{660F8803-2738-5EFD-95AE-06E7480F19FB}" dt="2026-06-06T14:18:21.603" v="2117" actId="1076"/>
          <ac:grpSpMkLst>
            <pc:docMk/>
            <pc:sldMk cId="2110894095" sldId="304"/>
            <ac:grpSpMk id="33" creationId="{067C7581-9B46-C1CD-96C3-42E353920AF4}"/>
          </ac:grpSpMkLst>
        </pc:grpChg>
        <pc:picChg chg="mod topLvl">
          <ac:chgData name="Pete Dowty" userId="91aba14b6835b0ae" providerId="LiveId" clId="{660F8803-2738-5EFD-95AE-06E7480F19FB}" dt="2026-06-06T14:17:40.136" v="2108" actId="14100"/>
          <ac:picMkLst>
            <pc:docMk/>
            <pc:sldMk cId="2110894095" sldId="304"/>
            <ac:picMk id="3" creationId="{0462DB5D-EB87-78FB-E0AF-1C0991FE0A1B}"/>
          </ac:picMkLst>
        </pc:picChg>
        <pc:picChg chg="mod">
          <ac:chgData name="Pete Dowty" userId="91aba14b6835b0ae" providerId="LiveId" clId="{660F8803-2738-5EFD-95AE-06E7480F19FB}" dt="2026-06-06T14:18:07.691" v="2113"/>
          <ac:picMkLst>
            <pc:docMk/>
            <pc:sldMk cId="2110894095" sldId="304"/>
            <ac:picMk id="34" creationId="{7177729B-DC99-0028-97E8-C3EC4196C8C7}"/>
          </ac:picMkLst>
        </pc:picChg>
      </pc:sldChg>
      <pc:sldChg chg="addSp modSp new mod">
        <pc:chgData name="Pete Dowty" userId="91aba14b6835b0ae" providerId="LiveId" clId="{660F8803-2738-5EFD-95AE-06E7480F19FB}" dt="2026-06-06T15:23:13.203" v="2229" actId="1076"/>
        <pc:sldMkLst>
          <pc:docMk/>
          <pc:sldMk cId="4159988265" sldId="305"/>
        </pc:sldMkLst>
        <pc:spChg chg="add mod">
          <ac:chgData name="Pete Dowty" userId="91aba14b6835b0ae" providerId="LiveId" clId="{660F8803-2738-5EFD-95AE-06E7480F19FB}" dt="2026-06-06T13:54:17.562" v="1869" actId="14100"/>
          <ac:spMkLst>
            <pc:docMk/>
            <pc:sldMk cId="4159988265" sldId="305"/>
            <ac:spMk id="2" creationId="{5261260A-4643-3DBE-23EE-CC619DF3E45E}"/>
          </ac:spMkLst>
        </pc:spChg>
        <pc:spChg chg="add mod">
          <ac:chgData name="Pete Dowty" userId="91aba14b6835b0ae" providerId="LiveId" clId="{660F8803-2738-5EFD-95AE-06E7480F19FB}" dt="2026-06-06T15:23:05.536" v="2227" actId="465"/>
          <ac:spMkLst>
            <pc:docMk/>
            <pc:sldMk cId="4159988265" sldId="305"/>
            <ac:spMk id="3" creationId="{0668EAF3-6E44-3B77-3035-DF336B6461A4}"/>
          </ac:spMkLst>
        </pc:spChg>
        <pc:spChg chg="add mod">
          <ac:chgData name="Pete Dowty" userId="91aba14b6835b0ae" providerId="LiveId" clId="{660F8803-2738-5EFD-95AE-06E7480F19FB}" dt="2026-06-06T04:54:53.143" v="1821" actId="255"/>
          <ac:spMkLst>
            <pc:docMk/>
            <pc:sldMk cId="4159988265" sldId="305"/>
            <ac:spMk id="4" creationId="{B51C0C62-C104-C006-9AAE-F5E514B5C605}"/>
          </ac:spMkLst>
        </pc:spChg>
        <pc:spChg chg="add mod">
          <ac:chgData name="Pete Dowty" userId="91aba14b6835b0ae" providerId="LiveId" clId="{660F8803-2738-5EFD-95AE-06E7480F19FB}" dt="2026-06-06T04:56:52.560" v="1846" actId="207"/>
          <ac:spMkLst>
            <pc:docMk/>
            <pc:sldMk cId="4159988265" sldId="305"/>
            <ac:spMk id="5" creationId="{2F96AC05-9E3E-DB42-D41F-EFBB08092BB5}"/>
          </ac:spMkLst>
        </pc:spChg>
        <pc:spChg chg="add mod">
          <ac:chgData name="Pete Dowty" userId="91aba14b6835b0ae" providerId="LiveId" clId="{660F8803-2738-5EFD-95AE-06E7480F19FB}" dt="2026-06-06T15:23:05.536" v="2227" actId="465"/>
          <ac:spMkLst>
            <pc:docMk/>
            <pc:sldMk cId="4159988265" sldId="305"/>
            <ac:spMk id="6" creationId="{3B246F87-B561-21D8-77EE-F54510DDEE03}"/>
          </ac:spMkLst>
        </pc:spChg>
        <pc:spChg chg="add mod">
          <ac:chgData name="Pete Dowty" userId="91aba14b6835b0ae" providerId="LiveId" clId="{660F8803-2738-5EFD-95AE-06E7480F19FB}" dt="2026-06-06T15:23:13.203" v="2229" actId="1076"/>
          <ac:spMkLst>
            <pc:docMk/>
            <pc:sldMk cId="4159988265" sldId="305"/>
            <ac:spMk id="7" creationId="{1F45376D-A261-7C81-C33D-CA48C8766101}"/>
          </ac:spMkLst>
        </pc:spChg>
        <pc:spChg chg="add mod">
          <ac:chgData name="Pete Dowty" userId="91aba14b6835b0ae" providerId="LiveId" clId="{660F8803-2738-5EFD-95AE-06E7480F19FB}" dt="2026-06-06T15:23:05.536" v="2227" actId="465"/>
          <ac:spMkLst>
            <pc:docMk/>
            <pc:sldMk cId="4159988265" sldId="305"/>
            <ac:spMk id="9" creationId="{E0CE7953-330E-2114-FD94-19078918818B}"/>
          </ac:spMkLst>
        </pc:spChg>
        <pc:spChg chg="add mod">
          <ac:chgData name="Pete Dowty" userId="91aba14b6835b0ae" providerId="LiveId" clId="{660F8803-2738-5EFD-95AE-06E7480F19FB}" dt="2026-06-06T15:23:10.338" v="2228" actId="1076"/>
          <ac:spMkLst>
            <pc:docMk/>
            <pc:sldMk cId="4159988265" sldId="305"/>
            <ac:spMk id="10" creationId="{0E6CB3BA-453C-3F80-80F9-5D6418ACA9DC}"/>
          </ac:spMkLst>
        </pc:spChg>
      </pc:sldChg>
      <pc:sldChg chg="addSp modSp new mod">
        <pc:chgData name="Pete Dowty" userId="91aba14b6835b0ae" providerId="LiveId" clId="{660F8803-2738-5EFD-95AE-06E7480F19FB}" dt="2026-06-06T15:36:45.716" v="2230" actId="207"/>
        <pc:sldMkLst>
          <pc:docMk/>
          <pc:sldMk cId="2602005344" sldId="306"/>
        </pc:sldMkLst>
      </pc:sldChg>
      <pc:sldChg chg="addSp delSp modSp mod">
        <pc:chgData name="Pete Dowty" userId="91aba14b6835b0ae" providerId="LiveId" clId="{660F8803-2738-5EFD-95AE-06E7480F19FB}" dt="2026-06-28T14:39:15.140" v="4792" actId="14100"/>
        <pc:sldMkLst>
          <pc:docMk/>
          <pc:sldMk cId="2867469800" sldId="308"/>
        </pc:sldMkLst>
        <pc:picChg chg="add mod">
          <ac:chgData name="Pete Dowty" userId="91aba14b6835b0ae" providerId="LiveId" clId="{660F8803-2738-5EFD-95AE-06E7480F19FB}" dt="2026-06-28T14:39:15.140" v="4792" actId="14100"/>
          <ac:picMkLst>
            <pc:docMk/>
            <pc:sldMk cId="2867469800" sldId="308"/>
            <ac:picMk id="6" creationId="{C731B0EF-B190-E71F-CE1D-9C28F3B70886}"/>
          </ac:picMkLst>
        </pc:picChg>
      </pc:sldChg>
      <pc:sldChg chg="addSp modSp new mod">
        <pc:chgData name="Pete Dowty" userId="91aba14b6835b0ae" providerId="LiveId" clId="{660F8803-2738-5EFD-95AE-06E7480F19FB}" dt="2026-06-19T16:52:49.741" v="3048" actId="20577"/>
        <pc:sldMkLst>
          <pc:docMk/>
          <pc:sldMk cId="4122703943" sldId="309"/>
        </pc:sldMkLst>
        <pc:spChg chg="add mod">
          <ac:chgData name="Pete Dowty" userId="91aba14b6835b0ae" providerId="LiveId" clId="{660F8803-2738-5EFD-95AE-06E7480F19FB}" dt="2026-06-19T16:52:49.741" v="3048" actId="20577"/>
          <ac:spMkLst>
            <pc:docMk/>
            <pc:sldMk cId="4122703943" sldId="309"/>
            <ac:spMk id="2" creationId="{34CF72EE-6ED2-BD6B-38FC-E4BB3CEDEDCE}"/>
          </ac:spMkLst>
        </pc:spChg>
      </pc:sldChg>
      <pc:sldChg chg="new setBg">
        <pc:chgData name="Pete Dowty" userId="91aba14b6835b0ae" providerId="LiveId" clId="{660F8803-2738-5EFD-95AE-06E7480F19FB}" dt="2026-06-12T04:14:00.754" v="3024"/>
        <pc:sldMkLst>
          <pc:docMk/>
          <pc:sldMk cId="3293361723" sldId="310"/>
        </pc:sldMkLst>
      </pc:sldChg>
      <pc:sldChg chg="addSp delSp modSp new mod ord">
        <pc:chgData name="Pete Dowty" userId="91aba14b6835b0ae" providerId="LiveId" clId="{660F8803-2738-5EFD-95AE-06E7480F19FB}" dt="2026-06-21T14:04:29.939" v="3733" actId="208"/>
        <pc:sldMkLst>
          <pc:docMk/>
          <pc:sldMk cId="4105985679" sldId="311"/>
        </pc:sldMkLst>
        <pc:spChg chg="add mod">
          <ac:chgData name="Pete Dowty" userId="91aba14b6835b0ae" providerId="LiveId" clId="{660F8803-2738-5EFD-95AE-06E7480F19FB}" dt="2026-06-21T14:04:29.939" v="3733" actId="208"/>
          <ac:spMkLst>
            <pc:docMk/>
            <pc:sldMk cId="4105985679" sldId="311"/>
            <ac:spMk id="2" creationId="{D8376C5D-3801-7D55-3BF8-443E83269B1E}"/>
          </ac:spMkLst>
        </pc:spChg>
        <pc:spChg chg="add mod">
          <ac:chgData name="Pete Dowty" userId="91aba14b6835b0ae" providerId="LiveId" clId="{660F8803-2738-5EFD-95AE-06E7480F19FB}" dt="2026-06-21T04:44:33.173" v="3352" actId="1076"/>
          <ac:spMkLst>
            <pc:docMk/>
            <pc:sldMk cId="4105985679" sldId="311"/>
            <ac:spMk id="3" creationId="{3951A741-31BF-60FA-A0C0-BCD26BCFF84A}"/>
          </ac:spMkLst>
        </pc:spChg>
        <pc:spChg chg="add mod">
          <ac:chgData name="Pete Dowty" userId="91aba14b6835b0ae" providerId="LiveId" clId="{660F8803-2738-5EFD-95AE-06E7480F19FB}" dt="2026-06-21T14:04:29.939" v="3733" actId="208"/>
          <ac:spMkLst>
            <pc:docMk/>
            <pc:sldMk cId="4105985679" sldId="311"/>
            <ac:spMk id="4" creationId="{372BA0CE-7341-17C2-9DC9-26C3BDED9E28}"/>
          </ac:spMkLst>
        </pc:spChg>
        <pc:spChg chg="add mod">
          <ac:chgData name="Pete Dowty" userId="91aba14b6835b0ae" providerId="LiveId" clId="{660F8803-2738-5EFD-95AE-06E7480F19FB}" dt="2026-06-21T04:44:29.396" v="3351" actId="1076"/>
          <ac:spMkLst>
            <pc:docMk/>
            <pc:sldMk cId="4105985679" sldId="311"/>
            <ac:spMk id="5" creationId="{E163C22F-957F-A179-7918-D2218A52FBFC}"/>
          </ac:spMkLst>
        </pc:spChg>
        <pc:spChg chg="add mod">
          <ac:chgData name="Pete Dowty" userId="91aba14b6835b0ae" providerId="LiveId" clId="{660F8803-2738-5EFD-95AE-06E7480F19FB}" dt="2026-06-21T14:04:29.939" v="3733" actId="208"/>
          <ac:spMkLst>
            <pc:docMk/>
            <pc:sldMk cId="4105985679" sldId="311"/>
            <ac:spMk id="6" creationId="{81C51E30-7947-1034-5D93-4993962A4BB9}"/>
          </ac:spMkLst>
        </pc:spChg>
        <pc:spChg chg="add mod">
          <ac:chgData name="Pete Dowty" userId="91aba14b6835b0ae" providerId="LiveId" clId="{660F8803-2738-5EFD-95AE-06E7480F19FB}" dt="2026-06-21T04:44:25.822" v="3350" actId="1076"/>
          <ac:spMkLst>
            <pc:docMk/>
            <pc:sldMk cId="4105985679" sldId="311"/>
            <ac:spMk id="7" creationId="{27C0E837-5B1A-B61D-3969-1D5C9A6D8DAE}"/>
          </ac:spMkLst>
        </pc:spChg>
        <pc:spChg chg="add mod">
          <ac:chgData name="Pete Dowty" userId="91aba14b6835b0ae" providerId="LiveId" clId="{660F8803-2738-5EFD-95AE-06E7480F19FB}" dt="2026-06-21T04:50:57.589" v="3398" actId="207"/>
          <ac:spMkLst>
            <pc:docMk/>
            <pc:sldMk cId="4105985679" sldId="311"/>
            <ac:spMk id="8" creationId="{4FADDADE-C6FB-E5F2-0B3D-7DBB7EA31B39}"/>
          </ac:spMkLst>
        </pc:spChg>
        <pc:spChg chg="add mod">
          <ac:chgData name="Pete Dowty" userId="91aba14b6835b0ae" providerId="LiveId" clId="{660F8803-2738-5EFD-95AE-06E7480F19FB}" dt="2026-06-21T04:51:13.383" v="3406" actId="207"/>
          <ac:spMkLst>
            <pc:docMk/>
            <pc:sldMk cId="4105985679" sldId="311"/>
            <ac:spMk id="9" creationId="{603AC6C6-3245-C02E-6372-E7CCDE1A5824}"/>
          </ac:spMkLst>
        </pc:spChg>
        <pc:spChg chg="add mod">
          <ac:chgData name="Pete Dowty" userId="91aba14b6835b0ae" providerId="LiveId" clId="{660F8803-2738-5EFD-95AE-06E7480F19FB}" dt="2026-06-21T04:52:35.145" v="3414" actId="20577"/>
          <ac:spMkLst>
            <pc:docMk/>
            <pc:sldMk cId="4105985679" sldId="311"/>
            <ac:spMk id="10" creationId="{67C4C3F0-5756-3EB5-6106-46B1F23F85D8}"/>
          </ac:spMkLst>
        </pc:spChg>
        <pc:spChg chg="add mod">
          <ac:chgData name="Pete Dowty" userId="91aba14b6835b0ae" providerId="LiveId" clId="{660F8803-2738-5EFD-95AE-06E7480F19FB}" dt="2026-06-21T04:54:39.360" v="3419"/>
          <ac:spMkLst>
            <pc:docMk/>
            <pc:sldMk cId="4105985679" sldId="311"/>
            <ac:spMk id="11" creationId="{963D2E58-C438-1697-4C3A-2C221566FEF2}"/>
          </ac:spMkLst>
        </pc:spChg>
        <pc:spChg chg="add mod">
          <ac:chgData name="Pete Dowty" userId="91aba14b6835b0ae" providerId="LiveId" clId="{660F8803-2738-5EFD-95AE-06E7480F19FB}" dt="2026-06-21T13:39:16.050" v="3588" actId="1076"/>
          <ac:spMkLst>
            <pc:docMk/>
            <pc:sldMk cId="4105985679" sldId="311"/>
            <ac:spMk id="13" creationId="{233AB3C2-3DE1-6208-BAE2-680C46A84B6F}"/>
          </ac:spMkLst>
        </pc:spChg>
        <pc:spChg chg="add mod">
          <ac:chgData name="Pete Dowty" userId="91aba14b6835b0ae" providerId="LiveId" clId="{660F8803-2738-5EFD-95AE-06E7480F19FB}" dt="2026-06-21T13:41:04.498" v="3664" actId="179"/>
          <ac:spMkLst>
            <pc:docMk/>
            <pc:sldMk cId="4105985679" sldId="311"/>
            <ac:spMk id="21" creationId="{4D6629B2-E208-4479-437C-8ACBA7AC643C}"/>
          </ac:spMkLst>
        </pc:spChg>
        <pc:spChg chg="add mod">
          <ac:chgData name="Pete Dowty" userId="91aba14b6835b0ae" providerId="LiveId" clId="{660F8803-2738-5EFD-95AE-06E7480F19FB}" dt="2026-06-21T13:59:56.102" v="3732" actId="1076"/>
          <ac:spMkLst>
            <pc:docMk/>
            <pc:sldMk cId="4105985679" sldId="311"/>
            <ac:spMk id="26" creationId="{202F8DFC-C890-BC28-2682-4E117914FCB0}"/>
          </ac:spMkLst>
        </pc:spChg>
        <pc:picChg chg="add mod">
          <ac:chgData name="Pete Dowty" userId="91aba14b6835b0ae" providerId="LiveId" clId="{660F8803-2738-5EFD-95AE-06E7480F19FB}" dt="2026-06-21T13:38:55.388" v="3584" actId="1076"/>
          <ac:picMkLst>
            <pc:docMk/>
            <pc:sldMk cId="4105985679" sldId="311"/>
            <ac:picMk id="12" creationId="{3F5404A7-56F1-393B-BD0E-358FE7C9E937}"/>
          </ac:picMkLst>
        </pc:picChg>
        <pc:picChg chg="add mod">
          <ac:chgData name="Pete Dowty" userId="91aba14b6835b0ae" providerId="LiveId" clId="{660F8803-2738-5EFD-95AE-06E7480F19FB}" dt="2026-06-21T13:54:02.338" v="3671" actId="1076"/>
          <ac:picMkLst>
            <pc:docMk/>
            <pc:sldMk cId="4105985679" sldId="311"/>
            <ac:picMk id="25" creationId="{66B75841-952B-192F-8498-5F6967CD8426}"/>
          </ac:picMkLst>
        </pc:picChg>
      </pc:sldChg>
      <pc:sldChg chg="addSp modSp new mod">
        <pc:chgData name="Pete Dowty" userId="91aba14b6835b0ae" providerId="LiveId" clId="{660F8803-2738-5EFD-95AE-06E7480F19FB}" dt="2026-06-22T03:55:32.968" v="4388" actId="14100"/>
        <pc:sldMkLst>
          <pc:docMk/>
          <pc:sldMk cId="1430110170" sldId="312"/>
        </pc:sldMkLst>
        <pc:spChg chg="add mod">
          <ac:chgData name="Pete Dowty" userId="91aba14b6835b0ae" providerId="LiveId" clId="{660F8803-2738-5EFD-95AE-06E7480F19FB}" dt="2026-06-22T03:47:38.916" v="3917" actId="1076"/>
          <ac:spMkLst>
            <pc:docMk/>
            <pc:sldMk cId="1430110170" sldId="312"/>
            <ac:spMk id="3" creationId="{71DA827D-D70A-4327-2E9E-0CC6A523140F}"/>
          </ac:spMkLst>
        </pc:spChg>
        <pc:spChg chg="add mod">
          <ac:chgData name="Pete Dowty" userId="91aba14b6835b0ae" providerId="LiveId" clId="{660F8803-2738-5EFD-95AE-06E7480F19FB}" dt="2026-06-22T03:55:21.333" v="4386" actId="313"/>
          <ac:spMkLst>
            <pc:docMk/>
            <pc:sldMk cId="1430110170" sldId="312"/>
            <ac:spMk id="4" creationId="{A2271209-82A8-86AD-AF45-BDDD9820A14F}"/>
          </ac:spMkLst>
        </pc:spChg>
        <pc:picChg chg="add mod">
          <ac:chgData name="Pete Dowty" userId="91aba14b6835b0ae" providerId="LiveId" clId="{660F8803-2738-5EFD-95AE-06E7480F19FB}" dt="2026-06-22T03:55:32.968" v="4388" actId="14100"/>
          <ac:picMkLst>
            <pc:docMk/>
            <pc:sldMk cId="1430110170" sldId="312"/>
            <ac:picMk id="2" creationId="{EF582326-9A41-40CD-7562-EF9D05EB5365}"/>
          </ac:picMkLst>
        </pc:picChg>
      </pc:sldChg>
      <pc:sldChg chg="addSp delSp modSp new mod">
        <pc:chgData name="Pete Dowty" userId="91aba14b6835b0ae" providerId="LiveId" clId="{660F8803-2738-5EFD-95AE-06E7480F19FB}" dt="2026-06-28T04:26:18.162" v="4529"/>
        <pc:sldMkLst>
          <pc:docMk/>
          <pc:sldMk cId="82484586" sldId="313"/>
        </pc:sldMkLst>
      </pc:sldChg>
      <pc:sldChg chg="addSp delSp modSp new mod">
        <pc:chgData name="Pete Dowty" userId="91aba14b6835b0ae" providerId="LiveId" clId="{660F8803-2738-5EFD-95AE-06E7480F19FB}" dt="2026-06-28T15:17:31.231" v="4858" actId="21"/>
        <pc:sldMkLst>
          <pc:docMk/>
          <pc:sldMk cId="998013409" sldId="314"/>
        </pc:sldMkLst>
        <pc:spChg chg="add mod">
          <ac:chgData name="Pete Dowty" userId="91aba14b6835b0ae" providerId="LiveId" clId="{660F8803-2738-5EFD-95AE-06E7480F19FB}" dt="2026-06-28T13:05:43.391" v="4549" actId="255"/>
          <ac:spMkLst>
            <pc:docMk/>
            <pc:sldMk cId="998013409" sldId="314"/>
            <ac:spMk id="3" creationId="{0D63B6A4-E5D3-0A68-A9DA-5269C861135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7/1/2026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3" Type="http://schemas.openxmlformats.org/officeDocument/2006/relationships/image" Target="../media/image43.png"/><Relationship Id="rId18" Type="http://schemas.openxmlformats.org/officeDocument/2006/relationships/customXml" Target="../ink/ink10.xml"/><Relationship Id="rId26" Type="http://schemas.openxmlformats.org/officeDocument/2006/relationships/customXml" Target="../ink/ink14.xml"/><Relationship Id="rId39" Type="http://schemas.openxmlformats.org/officeDocument/2006/relationships/image" Target="../media/image56.png"/><Relationship Id="rId21" Type="http://schemas.openxmlformats.org/officeDocument/2006/relationships/image" Target="../media/image47.png"/><Relationship Id="rId34" Type="http://schemas.openxmlformats.org/officeDocument/2006/relationships/customXml" Target="../ink/ink18.xml"/><Relationship Id="rId42" Type="http://schemas.openxmlformats.org/officeDocument/2006/relationships/customXml" Target="../ink/ink22.xml"/><Relationship Id="rId47" Type="http://schemas.openxmlformats.org/officeDocument/2006/relationships/image" Target="../media/image60.png"/><Relationship Id="rId50" Type="http://schemas.openxmlformats.org/officeDocument/2006/relationships/customXml" Target="../ink/ink26.xml"/><Relationship Id="rId7" Type="http://schemas.openxmlformats.org/officeDocument/2006/relationships/image" Target="../media/image401.png"/><Relationship Id="rId2" Type="http://schemas.openxmlformats.org/officeDocument/2006/relationships/customXml" Target="../ink/ink2.xml"/><Relationship Id="rId16" Type="http://schemas.openxmlformats.org/officeDocument/2006/relationships/customXml" Target="../ink/ink9.xml"/><Relationship Id="rId29" Type="http://schemas.openxmlformats.org/officeDocument/2006/relationships/image" Target="../media/image51.png"/><Relationship Id="rId11" Type="http://schemas.openxmlformats.org/officeDocument/2006/relationships/image" Target="../media/image421.png"/><Relationship Id="rId24" Type="http://schemas.openxmlformats.org/officeDocument/2006/relationships/customXml" Target="../ink/ink13.xml"/><Relationship Id="rId32" Type="http://schemas.openxmlformats.org/officeDocument/2006/relationships/customXml" Target="../ink/ink17.xml"/><Relationship Id="rId37" Type="http://schemas.openxmlformats.org/officeDocument/2006/relationships/image" Target="../media/image55.png"/><Relationship Id="rId40" Type="http://schemas.openxmlformats.org/officeDocument/2006/relationships/customXml" Target="../ink/ink21.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6.xml"/><Relationship Id="rId19" Type="http://schemas.openxmlformats.org/officeDocument/2006/relationships/image" Target="../media/image461.png"/><Relationship Id="rId31" Type="http://schemas.openxmlformats.org/officeDocument/2006/relationships/image" Target="../media/image52.png"/><Relationship Id="rId44" Type="http://schemas.openxmlformats.org/officeDocument/2006/relationships/customXml" Target="../ink/ink23.xml"/><Relationship Id="rId52" Type="http://schemas.openxmlformats.org/officeDocument/2006/relationships/customXml" Target="../ink/ink27.xml"/><Relationship Id="rId4" Type="http://schemas.openxmlformats.org/officeDocument/2006/relationships/customXml" Target="../ink/ink3.xml"/><Relationship Id="rId9" Type="http://schemas.openxmlformats.org/officeDocument/2006/relationships/image" Target="../media/image413.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50.png"/><Relationship Id="rId30" Type="http://schemas.openxmlformats.org/officeDocument/2006/relationships/customXml" Target="../ink/ink16.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25.xml"/><Relationship Id="rId8" Type="http://schemas.openxmlformats.org/officeDocument/2006/relationships/customXml" Target="../ink/ink5.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7.xml"/><Relationship Id="rId17" Type="http://schemas.openxmlformats.org/officeDocument/2006/relationships/image" Target="../media/image451.png"/><Relationship Id="rId25" Type="http://schemas.openxmlformats.org/officeDocument/2006/relationships/image" Target="../media/image49.png"/><Relationship Id="rId33" Type="http://schemas.openxmlformats.org/officeDocument/2006/relationships/image" Target="../media/image53.png"/><Relationship Id="rId38" Type="http://schemas.openxmlformats.org/officeDocument/2006/relationships/customXml" Target="../ink/ink20.xml"/><Relationship Id="rId46" Type="http://schemas.openxmlformats.org/officeDocument/2006/relationships/customXml" Target="../ink/ink24.xml"/><Relationship Id="rId20" Type="http://schemas.openxmlformats.org/officeDocument/2006/relationships/customXml" Target="../ink/ink11.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4.xml"/><Relationship Id="rId15" Type="http://schemas.openxmlformats.org/officeDocument/2006/relationships/image" Target="../media/image44.png"/><Relationship Id="rId23" Type="http://schemas.openxmlformats.org/officeDocument/2006/relationships/image" Target="../media/image48.png"/><Relationship Id="rId28" Type="http://schemas.openxmlformats.org/officeDocument/2006/relationships/customXml" Target="../ink/ink15.xml"/><Relationship Id="rId36" Type="http://schemas.openxmlformats.org/officeDocument/2006/relationships/customXml" Target="../ink/ink19.xml"/><Relationship Id="rId49" Type="http://schemas.openxmlformats.org/officeDocument/2006/relationships/image" Target="../media/image61.png"/></Relationships>
</file>

<file path=ppt/slides/_rels/slide27.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36.xml"/><Relationship Id="rId26" Type="http://schemas.openxmlformats.org/officeDocument/2006/relationships/customXml" Target="../ink/ink40.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44.xml"/><Relationship Id="rId42" Type="http://schemas.openxmlformats.org/officeDocument/2006/relationships/customXml" Target="../ink/ink48.xml"/><Relationship Id="rId47" Type="http://schemas.openxmlformats.org/officeDocument/2006/relationships/image" Target="../media/image86.png"/><Relationship Id="rId50" Type="http://schemas.openxmlformats.org/officeDocument/2006/relationships/customXml" Target="../ink/ink52.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28.xml"/><Relationship Id="rId16" Type="http://schemas.openxmlformats.org/officeDocument/2006/relationships/customXml" Target="../ink/ink35.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39.xml"/><Relationship Id="rId32" Type="http://schemas.openxmlformats.org/officeDocument/2006/relationships/customXml" Target="../ink/ink43.xml"/><Relationship Id="rId37" Type="http://schemas.openxmlformats.org/officeDocument/2006/relationships/image" Target="../media/image81.png"/><Relationship Id="rId40" Type="http://schemas.openxmlformats.org/officeDocument/2006/relationships/customXml" Target="../ink/ink47.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29.xml"/><Relationship Id="rId9" Type="http://schemas.openxmlformats.org/officeDocument/2006/relationships/image" Target="../media/image67.png"/><Relationship Id="rId14" Type="http://schemas.openxmlformats.org/officeDocument/2006/relationships/customXml" Target="../ink/ink34.xml"/><Relationship Id="rId22" Type="http://schemas.openxmlformats.org/officeDocument/2006/relationships/customXml" Target="../ink/ink38.xml"/><Relationship Id="rId27" Type="http://schemas.openxmlformats.org/officeDocument/2006/relationships/image" Target="../media/image76.png"/><Relationship Id="rId30" Type="http://schemas.openxmlformats.org/officeDocument/2006/relationships/customXml" Target="../ink/ink42.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51.xml"/><Relationship Id="rId56" Type="http://schemas.openxmlformats.org/officeDocument/2006/relationships/customXml" Target="../ink/ink55.xml"/><Relationship Id="rId8" Type="http://schemas.openxmlformats.org/officeDocument/2006/relationships/customXml" Target="../ink/ink31.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33.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46.xml"/><Relationship Id="rId46" Type="http://schemas.openxmlformats.org/officeDocument/2006/relationships/customXml" Target="../ink/ink50.xml"/><Relationship Id="rId20" Type="http://schemas.openxmlformats.org/officeDocument/2006/relationships/customXml" Target="../ink/ink37.xml"/><Relationship Id="rId41" Type="http://schemas.openxmlformats.org/officeDocument/2006/relationships/image" Target="../media/image83.png"/><Relationship Id="rId54" Type="http://schemas.openxmlformats.org/officeDocument/2006/relationships/customXml" Target="../ink/ink54.xml"/><Relationship Id="rId1" Type="http://schemas.openxmlformats.org/officeDocument/2006/relationships/slideLayout" Target="../slideLayouts/slideLayout7.xml"/><Relationship Id="rId6" Type="http://schemas.openxmlformats.org/officeDocument/2006/relationships/customXml" Target="../ink/ink30.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41.xml"/><Relationship Id="rId36" Type="http://schemas.openxmlformats.org/officeDocument/2006/relationships/customXml" Target="../ink/ink45.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32.xml"/><Relationship Id="rId31" Type="http://schemas.openxmlformats.org/officeDocument/2006/relationships/image" Target="../media/image78.png"/><Relationship Id="rId44" Type="http://schemas.openxmlformats.org/officeDocument/2006/relationships/customXml" Target="../ink/ink49.xml"/><Relationship Id="rId52" Type="http://schemas.openxmlformats.org/officeDocument/2006/relationships/customXml" Target="../ink/ink5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76.xml"/><Relationship Id="rId84" Type="http://schemas.openxmlformats.org/officeDocument/2006/relationships/customXml" Target="../ink/ink94.xml"/><Relationship Id="rId138" Type="http://schemas.openxmlformats.org/officeDocument/2006/relationships/customXml" Target="../ink/ink121.xml"/><Relationship Id="rId159" Type="http://schemas.openxmlformats.org/officeDocument/2006/relationships/customXml" Target="../ink/ink131.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71.xml"/><Relationship Id="rId53" Type="http://schemas.openxmlformats.org/officeDocument/2006/relationships/image" Target="../media/image261.png"/><Relationship Id="rId74" Type="http://schemas.openxmlformats.org/officeDocument/2006/relationships/customXml" Target="../ink/ink89.xml"/><Relationship Id="rId128" Type="http://schemas.openxmlformats.org/officeDocument/2006/relationships/customXml" Target="../ink/ink116.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66.xml"/><Relationship Id="rId43" Type="http://schemas.openxmlformats.org/officeDocument/2006/relationships/image" Target="../media/image210.png"/><Relationship Id="rId118" Type="http://schemas.openxmlformats.org/officeDocument/2006/relationships/customXml" Target="../ink/ink111.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27.xml"/><Relationship Id="rId12" Type="http://schemas.openxmlformats.org/officeDocument/2006/relationships/customXml" Target="../ink/ink61.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74.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06.xml"/><Relationship Id="rId124" Type="http://schemas.openxmlformats.org/officeDocument/2006/relationships/customXml" Target="../ink/ink114.xml"/><Relationship Id="rId129" Type="http://schemas.openxmlformats.org/officeDocument/2006/relationships/image" Target="../media/image640.png"/><Relationship Id="rId54" Type="http://schemas.openxmlformats.org/officeDocument/2006/relationships/customXml" Target="../ink/ink82.xml"/><Relationship Id="rId70" Type="http://schemas.openxmlformats.org/officeDocument/2006/relationships/customXml" Target="../ink/ink87.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00.xml"/><Relationship Id="rId140" Type="http://schemas.openxmlformats.org/officeDocument/2006/relationships/customXml" Target="../ink/ink122.xml"/><Relationship Id="rId145" Type="http://schemas.openxmlformats.org/officeDocument/2006/relationships/image" Target="../media/image720.png"/><Relationship Id="rId161" Type="http://schemas.openxmlformats.org/officeDocument/2006/relationships/customXml" Target="../ink/ink132.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58.xml"/><Relationship Id="rId23" Type="http://schemas.openxmlformats.org/officeDocument/2006/relationships/image" Target="../media/image1111.png"/><Relationship Id="rId28" Type="http://schemas.openxmlformats.org/officeDocument/2006/relationships/customXml" Target="../ink/ink69.xml"/><Relationship Id="rId49" Type="http://schemas.openxmlformats.org/officeDocument/2006/relationships/image" Target="../media/image241.png"/><Relationship Id="rId114" Type="http://schemas.openxmlformats.org/officeDocument/2006/relationships/customXml" Target="../ink/ink109.xml"/><Relationship Id="rId119" Type="http://schemas.openxmlformats.org/officeDocument/2006/relationships/image" Target="../media/image590.png"/><Relationship Id="rId44" Type="http://schemas.openxmlformats.org/officeDocument/2006/relationships/customXml" Target="../ink/ink77.xml"/><Relationship Id="rId60" Type="http://schemas.openxmlformats.org/officeDocument/2006/relationships/customXml" Target="../ink/ink85.xml"/><Relationship Id="rId81" Type="http://schemas.openxmlformats.org/officeDocument/2006/relationships/image" Target="../media/image400.png"/><Relationship Id="rId86" Type="http://schemas.openxmlformats.org/officeDocument/2006/relationships/customXml" Target="../ink/ink95.xml"/><Relationship Id="rId130" Type="http://schemas.openxmlformats.org/officeDocument/2006/relationships/customXml" Target="../ink/ink117.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30.xml"/><Relationship Id="rId13" Type="http://schemas.openxmlformats.org/officeDocument/2006/relationships/image" Target="../media/image611.png"/><Relationship Id="rId18" Type="http://schemas.openxmlformats.org/officeDocument/2006/relationships/customXml" Target="../ink/ink64.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72.xml"/><Relationship Id="rId50" Type="http://schemas.openxmlformats.org/officeDocument/2006/relationships/customXml" Target="../ink/ink80.xml"/><Relationship Id="rId55" Type="http://schemas.openxmlformats.org/officeDocument/2006/relationships/image" Target="../media/image270.png"/><Relationship Id="rId76" Type="http://schemas.openxmlformats.org/officeDocument/2006/relationships/customXml" Target="../ink/ink90.xml"/><Relationship Id="rId97" Type="http://schemas.openxmlformats.org/officeDocument/2006/relationships/image" Target="../media/image480.png"/><Relationship Id="rId104" Type="http://schemas.openxmlformats.org/officeDocument/2006/relationships/customXml" Target="../ink/ink104.xml"/><Relationship Id="rId120" Type="http://schemas.openxmlformats.org/officeDocument/2006/relationships/customXml" Target="../ink/ink112.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25.xml"/><Relationship Id="rId167" Type="http://schemas.openxmlformats.org/officeDocument/2006/relationships/customXml" Target="../ink/ink135.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98.xml"/><Relationship Id="rId162" Type="http://schemas.openxmlformats.org/officeDocument/2006/relationships/image" Target="../media/image330.png"/><Relationship Id="rId2" Type="http://schemas.openxmlformats.org/officeDocument/2006/relationships/customXml" Target="../ink/ink56.xml"/><Relationship Id="rId29" Type="http://schemas.openxmlformats.org/officeDocument/2006/relationships/image" Target="../media/image140.png"/><Relationship Id="rId24" Type="http://schemas.openxmlformats.org/officeDocument/2006/relationships/customXml" Target="../ink/ink67.xml"/><Relationship Id="rId40" Type="http://schemas.openxmlformats.org/officeDocument/2006/relationships/customXml" Target="../ink/ink75.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07.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20.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93.xml"/><Relationship Id="rId152" Type="http://schemas.openxmlformats.org/officeDocument/2006/relationships/customXml" Target="../ink/ink128.xml"/><Relationship Id="rId19" Type="http://schemas.openxmlformats.org/officeDocument/2006/relationships/image" Target="../media/image911.png"/><Relationship Id="rId14" Type="http://schemas.openxmlformats.org/officeDocument/2006/relationships/customXml" Target="../ink/ink62.xml"/><Relationship Id="rId30" Type="http://schemas.openxmlformats.org/officeDocument/2006/relationships/customXml" Target="../ink/ink70.xml"/><Relationship Id="rId35" Type="http://schemas.openxmlformats.org/officeDocument/2006/relationships/image" Target="../media/image170.png"/><Relationship Id="rId56" Type="http://schemas.openxmlformats.org/officeDocument/2006/relationships/customXml" Target="../ink/ink83.xml"/><Relationship Id="rId77" Type="http://schemas.openxmlformats.org/officeDocument/2006/relationships/image" Target="../media/image380.png"/><Relationship Id="rId100" Type="http://schemas.openxmlformats.org/officeDocument/2006/relationships/customXml" Target="../ink/ink102.xml"/><Relationship Id="rId105" Type="http://schemas.openxmlformats.org/officeDocument/2006/relationships/image" Target="../media/image520.png"/><Relationship Id="rId126" Type="http://schemas.openxmlformats.org/officeDocument/2006/relationships/customXml" Target="../ink/ink115.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59.xml"/><Relationship Id="rId51" Type="http://schemas.openxmlformats.org/officeDocument/2006/relationships/image" Target="../media/image251.png"/><Relationship Id="rId72" Type="http://schemas.openxmlformats.org/officeDocument/2006/relationships/customXml" Target="../ink/ink88.xml"/><Relationship Id="rId93" Type="http://schemas.openxmlformats.org/officeDocument/2006/relationships/image" Target="../media/image460.png"/><Relationship Id="rId98" Type="http://schemas.openxmlformats.org/officeDocument/2006/relationships/customXml" Target="../ink/ink101.xml"/><Relationship Id="rId121" Type="http://schemas.openxmlformats.org/officeDocument/2006/relationships/image" Target="../media/image600.png"/><Relationship Id="rId142" Type="http://schemas.openxmlformats.org/officeDocument/2006/relationships/customXml" Target="../ink/ink123.xml"/><Relationship Id="rId163" Type="http://schemas.openxmlformats.org/officeDocument/2006/relationships/customXml" Target="../ink/ink133.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78.xml"/><Relationship Id="rId116" Type="http://schemas.openxmlformats.org/officeDocument/2006/relationships/customXml" Target="../ink/ink110.xml"/><Relationship Id="rId137" Type="http://schemas.openxmlformats.org/officeDocument/2006/relationships/image" Target="../media/image680.png"/><Relationship Id="rId158" Type="http://schemas.openxmlformats.org/officeDocument/2006/relationships/image" Target="../media/image27.png"/><Relationship Id="rId20" Type="http://schemas.openxmlformats.org/officeDocument/2006/relationships/customXml" Target="../ink/ink65.xml"/><Relationship Id="rId41" Type="http://schemas.openxmlformats.org/officeDocument/2006/relationships/image" Target="../media/image200.png"/><Relationship Id="rId62" Type="http://schemas.openxmlformats.org/officeDocument/2006/relationships/customXml" Target="../ink/ink86.xml"/><Relationship Id="rId83" Type="http://schemas.openxmlformats.org/officeDocument/2006/relationships/image" Target="../media/image412.png"/><Relationship Id="rId88" Type="http://schemas.openxmlformats.org/officeDocument/2006/relationships/customXml" Target="../ink/ink96.xml"/><Relationship Id="rId111" Type="http://schemas.openxmlformats.org/officeDocument/2006/relationships/image" Target="../media/image550.png"/><Relationship Id="rId132" Type="http://schemas.openxmlformats.org/officeDocument/2006/relationships/customXml" Target="../ink/ink118.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73.xml"/><Relationship Id="rId57" Type="http://schemas.openxmlformats.org/officeDocument/2006/relationships/image" Target="../media/image280.png"/><Relationship Id="rId106" Type="http://schemas.openxmlformats.org/officeDocument/2006/relationships/customXml" Target="../ink/ink105.xml"/><Relationship Id="rId127" Type="http://schemas.openxmlformats.org/officeDocument/2006/relationships/image" Target="../media/image630.png"/><Relationship Id="rId10" Type="http://schemas.openxmlformats.org/officeDocument/2006/relationships/customXml" Target="../ink/ink60.xml"/><Relationship Id="rId31" Type="http://schemas.openxmlformats.org/officeDocument/2006/relationships/image" Target="../media/image150.png"/><Relationship Id="rId52" Type="http://schemas.openxmlformats.org/officeDocument/2006/relationships/customXml" Target="../ink/ink81.xml"/><Relationship Id="rId73" Type="http://schemas.openxmlformats.org/officeDocument/2006/relationships/image" Target="../media/image360.png"/><Relationship Id="rId78" Type="http://schemas.openxmlformats.org/officeDocument/2006/relationships/customXml" Target="../ink/ink91.xml"/><Relationship Id="rId94" Type="http://schemas.openxmlformats.org/officeDocument/2006/relationships/customXml" Target="../ink/ink99.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13.xml"/><Relationship Id="rId143" Type="http://schemas.openxmlformats.org/officeDocument/2006/relationships/image" Target="../media/image712.png"/><Relationship Id="rId148" Type="http://schemas.openxmlformats.org/officeDocument/2006/relationships/customXml" Target="../ink/ink126.xml"/><Relationship Id="rId164" Type="http://schemas.openxmlformats.org/officeDocument/2006/relationships/image" Target="../media/image790.png"/><Relationship Id="rId4" Type="http://schemas.openxmlformats.org/officeDocument/2006/relationships/customXml" Target="../ink/ink57.xml"/><Relationship Id="rId9" Type="http://schemas.openxmlformats.org/officeDocument/2006/relationships/image" Target="../media/image411.png"/><Relationship Id="rId26" Type="http://schemas.openxmlformats.org/officeDocument/2006/relationships/customXml" Target="../ink/ink68.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08.xml"/><Relationship Id="rId133" Type="http://schemas.openxmlformats.org/officeDocument/2006/relationships/image" Target="../media/image660.png"/><Relationship Id="rId154" Type="http://schemas.openxmlformats.org/officeDocument/2006/relationships/customXml" Target="../ink/ink129.xml"/><Relationship Id="rId16" Type="http://schemas.openxmlformats.org/officeDocument/2006/relationships/customXml" Target="../ink/ink63.xml"/><Relationship Id="rId37" Type="http://schemas.openxmlformats.org/officeDocument/2006/relationships/image" Target="../media/image180.png"/><Relationship Id="rId58" Type="http://schemas.openxmlformats.org/officeDocument/2006/relationships/customXml" Target="../ink/ink84.xml"/><Relationship Id="rId79" Type="http://schemas.openxmlformats.org/officeDocument/2006/relationships/image" Target="../media/image390.png"/><Relationship Id="rId102" Type="http://schemas.openxmlformats.org/officeDocument/2006/relationships/customXml" Target="../ink/ink103.xml"/><Relationship Id="rId123" Type="http://schemas.openxmlformats.org/officeDocument/2006/relationships/image" Target="../media/image612.png"/><Relationship Id="rId144" Type="http://schemas.openxmlformats.org/officeDocument/2006/relationships/customXml" Target="../ink/ink124.xml"/><Relationship Id="rId90" Type="http://schemas.openxmlformats.org/officeDocument/2006/relationships/customXml" Target="../ink/ink97.xml"/><Relationship Id="rId165" Type="http://schemas.openxmlformats.org/officeDocument/2006/relationships/customXml" Target="../ink/ink134.xml"/><Relationship Id="rId27" Type="http://schemas.openxmlformats.org/officeDocument/2006/relationships/image" Target="../media/image134.png"/><Relationship Id="rId48" Type="http://schemas.openxmlformats.org/officeDocument/2006/relationships/customXml" Target="../ink/ink79.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19.xml"/><Relationship Id="rId80" Type="http://schemas.openxmlformats.org/officeDocument/2006/relationships/customXml" Target="../ink/ink92.xml"/><Relationship Id="rId155" Type="http://schemas.openxmlformats.org/officeDocument/2006/relationships/image" Target="../media/image770.png"/></Relationships>
</file>

<file path=ppt/slides/_rels/slide32.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44.xml"/><Relationship Id="rId26" Type="http://schemas.openxmlformats.org/officeDocument/2006/relationships/customXml" Target="../ink/ink148.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52.xml"/><Relationship Id="rId42" Type="http://schemas.openxmlformats.org/officeDocument/2006/relationships/customXml" Target="../ink/ink156.xml"/><Relationship Id="rId47" Type="http://schemas.openxmlformats.org/officeDocument/2006/relationships/image" Target="../media/image230.png"/><Relationship Id="rId50" Type="http://schemas.openxmlformats.org/officeDocument/2006/relationships/customXml" Target="../ink/ink160.xml"/><Relationship Id="rId7" Type="http://schemas.openxmlformats.org/officeDocument/2006/relationships/image" Target="../media/image310.png"/><Relationship Id="rId2" Type="http://schemas.openxmlformats.org/officeDocument/2006/relationships/customXml" Target="../ink/ink136.xml"/><Relationship Id="rId16" Type="http://schemas.openxmlformats.org/officeDocument/2006/relationships/customXml" Target="../ink/ink143.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47.xml"/><Relationship Id="rId32" Type="http://schemas.openxmlformats.org/officeDocument/2006/relationships/customXml" Target="../ink/ink151.xml"/><Relationship Id="rId37" Type="http://schemas.openxmlformats.org/officeDocument/2006/relationships/image" Target="../media/image181.png"/><Relationship Id="rId40" Type="http://schemas.openxmlformats.org/officeDocument/2006/relationships/customXml" Target="../ink/ink155.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40.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57.xml"/><Relationship Id="rId52" Type="http://schemas.openxmlformats.org/officeDocument/2006/relationships/customXml" Target="../ink/ink161.xml"/><Relationship Id="rId4" Type="http://schemas.openxmlformats.org/officeDocument/2006/relationships/customXml" Target="../ink/ink137.xml"/><Relationship Id="rId9" Type="http://schemas.openxmlformats.org/officeDocument/2006/relationships/image" Target="../media/image410.png"/><Relationship Id="rId14" Type="http://schemas.openxmlformats.org/officeDocument/2006/relationships/customXml" Target="../ink/ink142.xml"/><Relationship Id="rId22" Type="http://schemas.openxmlformats.org/officeDocument/2006/relationships/customXml" Target="../ink/ink146.xml"/><Relationship Id="rId27" Type="http://schemas.openxmlformats.org/officeDocument/2006/relationships/image" Target="../media/image131.png"/><Relationship Id="rId30" Type="http://schemas.openxmlformats.org/officeDocument/2006/relationships/customXml" Target="../ink/ink150.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59.xml"/><Relationship Id="rId8" Type="http://schemas.openxmlformats.org/officeDocument/2006/relationships/customXml" Target="../ink/ink139.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41.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54.xml"/><Relationship Id="rId46" Type="http://schemas.openxmlformats.org/officeDocument/2006/relationships/customXml" Target="../ink/ink158.xml"/><Relationship Id="rId20" Type="http://schemas.openxmlformats.org/officeDocument/2006/relationships/customXml" Target="../ink/ink145.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38.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49.xml"/><Relationship Id="rId36" Type="http://schemas.openxmlformats.org/officeDocument/2006/relationships/customXml" Target="../ink/ink153.xml"/><Relationship Id="rId49" Type="http://schemas.openxmlformats.org/officeDocument/2006/relationships/image" Target="../media/image240.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17.png"/></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5.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67.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62.xml"/><Relationship Id="rId21" Type="http://schemas.openxmlformats.org/officeDocument/2006/relationships/customXml" Target="../ink/ink171.xml"/><Relationship Id="rId7" Type="http://schemas.openxmlformats.org/officeDocument/2006/relationships/customXml" Target="../ink/ink164.xml"/><Relationship Id="rId12" Type="http://schemas.openxmlformats.org/officeDocument/2006/relationships/image" Target="../media/image910.png"/><Relationship Id="rId17" Type="http://schemas.openxmlformats.org/officeDocument/2006/relationships/customXml" Target="../ink/ink169.xml"/><Relationship Id="rId25" Type="http://schemas.openxmlformats.org/officeDocument/2006/relationships/customXml" Target="../ink/ink173.xml"/><Relationship Id="rId2" Type="http://schemas.openxmlformats.org/officeDocument/2006/relationships/image" Target="../media/image28.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66.xml"/><Relationship Id="rId24" Type="http://schemas.openxmlformats.org/officeDocument/2006/relationships/image" Target="../media/image980.png"/><Relationship Id="rId5" Type="http://schemas.openxmlformats.org/officeDocument/2006/relationships/customXml" Target="../ink/ink163.xml"/><Relationship Id="rId15" Type="http://schemas.openxmlformats.org/officeDocument/2006/relationships/customXml" Target="../ink/ink168.xml"/><Relationship Id="rId23" Type="http://schemas.openxmlformats.org/officeDocument/2006/relationships/customXml" Target="../ink/ink172.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70.xml"/><Relationship Id="rId4" Type="http://schemas.openxmlformats.org/officeDocument/2006/relationships/image" Target="../media/image870.png"/><Relationship Id="rId9" Type="http://schemas.openxmlformats.org/officeDocument/2006/relationships/customXml" Target="../ink/ink165.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7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48.tiff"/><Relationship Id="rId7" Type="http://schemas.openxmlformats.org/officeDocument/2006/relationships/image" Target="../media/image52.tiff"/><Relationship Id="rId2" Type="http://schemas.openxmlformats.org/officeDocument/2006/relationships/image" Target="../media/image47.tiff"/><Relationship Id="rId1" Type="http://schemas.openxmlformats.org/officeDocument/2006/relationships/slideLayout" Target="../slideLayouts/slideLayout7.xml"/><Relationship Id="rId6" Type="http://schemas.openxmlformats.org/officeDocument/2006/relationships/image" Target="../media/image51.tiff"/><Relationship Id="rId5" Type="http://schemas.openxmlformats.org/officeDocument/2006/relationships/image" Target="../media/image50.tiff"/><Relationship Id="rId4" Type="http://schemas.openxmlformats.org/officeDocument/2006/relationships/image" Target="../media/image49.tif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5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51.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1.png"/><Relationship Id="rId7" Type="http://schemas.openxmlformats.org/officeDocument/2006/relationships/image" Target="../media/image106.png"/><Relationship Id="rId2" Type="http://schemas.openxmlformats.org/officeDocument/2006/relationships/image" Target="../media/image100.png"/><Relationship Id="rId1" Type="http://schemas.openxmlformats.org/officeDocument/2006/relationships/slideLayout" Target="../slideLayouts/slideLayout7.xml"/><Relationship Id="rId6" Type="http://schemas.openxmlformats.org/officeDocument/2006/relationships/image" Target="../media/image105.png"/><Relationship Id="rId5" Type="http://schemas.openxmlformats.org/officeDocument/2006/relationships/image" Target="../media/image104.png"/><Relationship Id="rId4" Type="http://schemas.openxmlformats.org/officeDocument/2006/relationships/image" Target="../media/image10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5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5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 Id="rId5" Type="http://schemas.openxmlformats.org/officeDocument/2006/relationships/image" Target="../media/image114.png"/><Relationship Id="rId4"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2062103"/>
          </a:xfrm>
          <a:prstGeom prst="rect">
            <a:avLst/>
          </a:prstGeom>
          <a:noFill/>
        </p:spPr>
        <p:txBody>
          <a:bodyPr wrap="square" rtlCol="0">
            <a:spAutoFit/>
          </a:bodyPr>
          <a:lstStyle/>
          <a:p>
            <a:r>
              <a:rPr lang="en-US" sz="1600" dirty="0">
                <a:solidFill>
                  <a:srgbClr val="C00000"/>
                </a:solidFill>
              </a:rPr>
              <a:t>Discussion points:</a:t>
            </a:r>
          </a:p>
          <a:p>
            <a:pPr marL="285750" indent="-285750">
              <a:buFontTx/>
              <a:buChar char="-"/>
            </a:pPr>
            <a:r>
              <a:rPr lang="en-US" sz="1600" dirty="0">
                <a:solidFill>
                  <a:srgbClr val="C00000"/>
                </a:solidFill>
              </a:rPr>
              <a:t>BESE (understand Jeff’s email) – </a:t>
            </a:r>
            <a:r>
              <a:rPr lang="en-US" sz="1600" dirty="0">
                <a:solidFill>
                  <a:schemeClr val="accent1"/>
                </a:solidFill>
              </a:rPr>
              <a:t>including both BESE sets for now</a:t>
            </a:r>
          </a:p>
          <a:p>
            <a:pPr marL="285750" indent="-285750">
              <a:buFontTx/>
              <a:buChar char="-"/>
            </a:pPr>
            <a:r>
              <a:rPr lang="en-US" sz="1600" dirty="0">
                <a:solidFill>
                  <a:srgbClr val="C00000"/>
                </a:solidFill>
              </a:rPr>
              <a:t>Grid plantings - </a:t>
            </a:r>
            <a:r>
              <a:rPr lang="en-US" sz="1600" dirty="0">
                <a:solidFill>
                  <a:schemeClr val="accent1"/>
                </a:solidFill>
              </a:rPr>
              <a:t>somehow classify or code as grid; treating separately but as points for now</a:t>
            </a:r>
          </a:p>
          <a:p>
            <a:pPr marL="285750" indent="-285750">
              <a:buFontTx/>
              <a:buChar char="-"/>
            </a:pPr>
            <a:endParaRPr lang="en-US" sz="1600" dirty="0">
              <a:solidFill>
                <a:srgbClr val="C00000"/>
              </a:solidFill>
            </a:endParaRPr>
          </a:p>
          <a:p>
            <a:pPr marL="285750" indent="-285750">
              <a:buFontTx/>
              <a:buChar char="-"/>
            </a:pPr>
            <a:r>
              <a:rPr lang="en-US" sz="1600" dirty="0">
                <a:solidFill>
                  <a:srgbClr val="C00000"/>
                </a:solidFill>
              </a:rPr>
              <a:t>GPS records with </a:t>
            </a:r>
            <a:r>
              <a:rPr lang="en-US" sz="1600" dirty="0" err="1">
                <a:solidFill>
                  <a:srgbClr val="C00000"/>
                </a:solidFill>
              </a:rPr>
              <a:t>planting_geometry</a:t>
            </a:r>
            <a:r>
              <a:rPr lang="en-US" sz="1600" dirty="0">
                <a:solidFill>
                  <a:srgbClr val="C00000"/>
                </a:solidFill>
              </a:rPr>
              <a:t>=polygon only have two GPS points, treating spatially as lines. Similarly, 1-point lines are treated as points.</a:t>
            </a:r>
          </a:p>
          <a:p>
            <a:pPr marL="285750" indent="-285750">
              <a:buFontTx/>
              <a:buChar char="-"/>
            </a:pPr>
            <a:r>
              <a:rPr lang="en-US" sz="1600" dirty="0">
                <a:solidFill>
                  <a:srgbClr val="C00000"/>
                </a:solidFill>
              </a:rPr>
              <a:t>Line plantings “DEL” extends onto land.</a:t>
            </a:r>
          </a:p>
          <a:p>
            <a:pPr marL="285750" indent="-285750">
              <a:buFontTx/>
              <a:buChar char="-"/>
            </a:pPr>
            <a:endParaRPr lang="en-US" sz="1600" dirty="0">
              <a:solidFill>
                <a:srgbClr val="C00000"/>
              </a:solidFill>
            </a:endParaRP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910204" y="49603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4224044" y="3963896"/>
            <a:ext cx="1298155" cy="1278424"/>
            <a:chOff x="4224044" y="3963896"/>
            <a:chExt cx="1298155" cy="1278424"/>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4270006" y="4965321"/>
              <a:ext cx="1206230" cy="276999"/>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28575">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3" y="2470826"/>
            <a:ext cx="1663430" cy="1225685"/>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Lst>
            <a:ahLst/>
            <a:cxnLst>
              <a:cxn ang="0">
                <a:pos x="csX0" y="csY0"/>
              </a:cxn>
              <a:cxn ang="0">
                <a:pos x="csX1" y="csY1"/>
              </a:cxn>
            </a:cxnLst>
            <a:rect l="l" t="t" r="r" b="b"/>
            <a:pathLst>
              <a:path w="1663430" h="1225685">
                <a:moveTo>
                  <a:pt x="0" y="1225685"/>
                </a:moveTo>
                <a:cubicBezTo>
                  <a:pt x="68094" y="573931"/>
                  <a:pt x="943583" y="116732"/>
                  <a:pt x="1663430"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4" y="2745322"/>
            <a:ext cx="1298156" cy="307777"/>
          </a:xfrm>
          <a:prstGeom prst="rect">
            <a:avLst/>
          </a:prstGeom>
          <a:noFill/>
        </p:spPr>
        <p:txBody>
          <a:bodyPr wrap="square" rtlCol="0">
            <a:spAutoFit/>
          </a:bodyPr>
          <a:lstStyle/>
          <a:p>
            <a:pPr algn="ctr"/>
            <a:r>
              <a:rPr lang="en-US" sz="1400" dirty="0"/>
              <a:t>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28575">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9977269" y="5048072"/>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CF72EE-6ED2-BD6B-38FC-E4BB3CEDEDCE}"/>
              </a:ext>
            </a:extLst>
          </p:cNvPr>
          <p:cNvSpPr txBox="1"/>
          <p:nvPr/>
        </p:nvSpPr>
        <p:spPr>
          <a:xfrm>
            <a:off x="2239861" y="528506"/>
            <a:ext cx="4530055" cy="923330"/>
          </a:xfrm>
          <a:prstGeom prst="rect">
            <a:avLst/>
          </a:prstGeom>
          <a:noFill/>
        </p:spPr>
        <p:txBody>
          <a:bodyPr wrap="square" rtlCol="0">
            <a:spAutoFit/>
          </a:bodyPr>
          <a:lstStyle/>
          <a:p>
            <a:r>
              <a:rPr lang="en-US" dirty="0"/>
              <a:t>new </a:t>
            </a:r>
            <a:r>
              <a:rPr lang="en-US" dirty="0" err="1"/>
              <a:t>plantingID</a:t>
            </a:r>
            <a:r>
              <a:rPr lang="en-US" dirty="0"/>
              <a:t> scheme</a:t>
            </a:r>
          </a:p>
          <a:p>
            <a:r>
              <a:rPr lang="en-US" dirty="0"/>
              <a:t>occurrence of replicates </a:t>
            </a:r>
          </a:p>
          <a:p>
            <a:r>
              <a:rPr lang="en-US" dirty="0"/>
              <a:t>accommodation in </a:t>
            </a:r>
            <a:r>
              <a:rPr lang="en-US" dirty="0" err="1"/>
              <a:t>plantingID</a:t>
            </a:r>
            <a:endParaRPr lang="en-US" dirty="0"/>
          </a:p>
        </p:txBody>
      </p:sp>
    </p:spTree>
    <p:extLst>
      <p:ext uri="{BB962C8B-B14F-4D97-AF65-F5344CB8AC3E}">
        <p14:creationId xmlns:p14="http://schemas.microsoft.com/office/powerpoint/2010/main" val="41227039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731B0EF-B190-E71F-CE1D-9C28F3B708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5306" y="0"/>
            <a:ext cx="11801386"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425154" y="1058460"/>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247943" cy="369332"/>
          </a:xfrm>
          <a:prstGeom prst="rect">
            <a:avLst/>
          </a:prstGeom>
          <a:noFill/>
        </p:spPr>
        <p:txBody>
          <a:bodyPr wrap="square" rtlCol="0">
            <a:spAutoFit/>
          </a:bodyPr>
          <a:lstStyle/>
          <a:p>
            <a:pPr algn="ctr"/>
            <a:r>
              <a:rPr lang="en-US" dirty="0"/>
              <a:t>Planting Relationships</a:t>
            </a:r>
          </a:p>
        </p:txBody>
      </p:sp>
    </p:spTree>
    <p:extLst>
      <p:ext uri="{BB962C8B-B14F-4D97-AF65-F5344CB8AC3E}">
        <p14:creationId xmlns:p14="http://schemas.microsoft.com/office/powerpoint/2010/main" val="4159988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1493821" y="561315"/>
            <a:ext cx="6554709" cy="1754326"/>
          </a:xfrm>
          <a:prstGeom prst="rect">
            <a:avLst/>
          </a:prstGeom>
          <a:noFill/>
        </p:spPr>
        <p:txBody>
          <a:bodyPr wrap="square" rtlCol="0">
            <a:spAutoFit/>
          </a:bodyPr>
          <a:lstStyle/>
          <a:p>
            <a:r>
              <a:rPr lang="en-US" dirty="0"/>
              <a:t>Next</a:t>
            </a:r>
          </a:p>
          <a:p>
            <a:endParaRPr lang="en-US" dirty="0"/>
          </a:p>
          <a:p>
            <a:r>
              <a:rPr lang="en-US" dirty="0" err="1"/>
              <a:t>Decypher</a:t>
            </a:r>
            <a:r>
              <a:rPr lang="en-US" dirty="0"/>
              <a:t> grid plantings / better representation in database</a:t>
            </a:r>
          </a:p>
          <a:p>
            <a:endParaRPr lang="en-US" dirty="0"/>
          </a:p>
          <a:p>
            <a:endParaRPr lang="en-US" dirty="0"/>
          </a:p>
          <a:p>
            <a:endParaRPr lang="en-US" dirty="0"/>
          </a:p>
        </p:txBody>
      </p:sp>
    </p:spTree>
    <p:extLst>
      <p:ext uri="{BB962C8B-B14F-4D97-AF65-F5344CB8AC3E}">
        <p14:creationId xmlns:p14="http://schemas.microsoft.com/office/powerpoint/2010/main" val="26020053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4279096990"/>
              </p:ext>
            </p:extLst>
          </p:nvPr>
        </p:nvGraphicFramePr>
        <p:xfrm>
          <a:off x="797609" y="82852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189785" y="131633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2242602" y="5031650"/>
            <a:ext cx="8642649" cy="1200329"/>
          </a:xfrm>
          <a:prstGeom prst="rect">
            <a:avLst/>
          </a:prstGeom>
          <a:noFill/>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Tree>
    <p:extLst>
      <p:ext uri="{BB962C8B-B14F-4D97-AF65-F5344CB8AC3E}">
        <p14:creationId xmlns:p14="http://schemas.microsoft.com/office/powerpoint/2010/main" val="31343024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9" y="1023042"/>
            <a:ext cx="9225481" cy="369332"/>
          </a:xfrm>
          <a:prstGeom prst="rect">
            <a:avLst/>
          </a:prstGeom>
          <a:noFill/>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112626559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endParaRPr lang="en-US" sz="1400" dirty="0"/>
                    </a:p>
                  </a:txBody>
                  <a:tcPr/>
                </a:tc>
                <a:tc>
                  <a:txBody>
                    <a:bodyPr/>
                    <a:lstStyle/>
                    <a:p>
                      <a:endParaRPr lang="en-US" sz="1400"/>
                    </a:p>
                  </a:txBody>
                  <a:tcPr/>
                </a:tc>
                <a:tc>
                  <a:txBody>
                    <a:bodyPr/>
                    <a:lstStyle/>
                    <a:p>
                      <a:endParaRPr lang="en-US" sz="1400" dirty="0"/>
                    </a:p>
                  </a:txBody>
                  <a:tcPr/>
                </a:tc>
                <a:tc>
                  <a:txBody>
                    <a:bodyPr/>
                    <a:lstStyle/>
                    <a:p>
                      <a:endParaRPr lang="en-US" sz="1400"/>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Tree>
    <p:extLst>
      <p:ext uri="{BB962C8B-B14F-4D97-AF65-F5344CB8AC3E}">
        <p14:creationId xmlns:p14="http://schemas.microsoft.com/office/powerpoint/2010/main" val="16899121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20112</TotalTime>
  <Words>3527</Words>
  <Application>Microsoft Office PowerPoint</Application>
  <PresentationFormat>Widescreen</PresentationFormat>
  <Paragraphs>832</Paragraphs>
  <Slides>56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56</vt:i4>
      </vt:variant>
    </vt:vector>
  </HeadingPairs>
  <TitlesOfParts>
    <vt:vector size="64"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DOWTY, PETER (DNR)</cp:lastModifiedBy>
  <cp:revision>34</cp:revision>
  <dcterms:created xsi:type="dcterms:W3CDTF">2026-02-18T17:07:24Z</dcterms:created>
  <dcterms:modified xsi:type="dcterms:W3CDTF">2026-07-01T16:38:32Z</dcterms:modified>
  <cp:category/>
</cp:coreProperties>
</file>