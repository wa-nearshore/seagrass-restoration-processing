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302" r:id="rId8"/>
    <p:sldId id="305" r:id="rId9"/>
    <p:sldId id="299" r:id="rId10"/>
    <p:sldId id="290" r:id="rId11"/>
    <p:sldId id="304" r:id="rId12"/>
    <p:sldId id="291" r:id="rId13"/>
    <p:sldId id="294" r:id="rId14"/>
    <p:sldId id="287" r:id="rId15"/>
    <p:sldId id="281" r:id="rId16"/>
    <p:sldId id="292" r:id="rId17"/>
    <p:sldId id="283" r:id="rId18"/>
    <p:sldId id="284" r:id="rId19"/>
    <p:sldId id="295" r:id="rId20"/>
    <p:sldId id="297" r:id="rId21"/>
    <p:sldId id="288" r:id="rId22"/>
    <p:sldId id="289" r:id="rId23"/>
    <p:sldId id="273" r:id="rId24"/>
    <p:sldId id="271" r:id="rId25"/>
    <p:sldId id="272" r:id="rId26"/>
    <p:sldId id="276" r:id="rId27"/>
    <p:sldId id="277" r:id="rId28"/>
    <p:sldId id="274" r:id="rId29"/>
    <p:sldId id="278" r:id="rId30"/>
    <p:sldId id="280" r:id="rId31"/>
    <p:sldId id="286" r:id="rId32"/>
    <p:sldId id="282" r:id="rId33"/>
    <p:sldId id="285" r:id="rId34"/>
    <p:sldId id="275" r:id="rId35"/>
    <p:sldId id="270" r:id="rId36"/>
    <p:sldId id="265" r:id="rId37"/>
    <p:sldId id="268" r:id="rId38"/>
    <p:sldId id="269" r:id="rId39"/>
    <p:sldId id="267" r:id="rId40"/>
    <p:sldId id="266" r:id="rId41"/>
    <p:sldId id="257" r:id="rId42"/>
    <p:sldId id="258" r:id="rId43"/>
    <p:sldId id="259" r:id="rId44"/>
    <p:sldId id="260" r:id="rId45"/>
    <p:sldId id="261" r:id="rId46"/>
    <p:sldId id="262" r:id="rId47"/>
    <p:sldId id="263" r:id="rId48"/>
    <p:sldId id="26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1" dt="2026-06-05T19:11:01.539"/>
    <p1510:client id="{C8786C6D-AB95-9740-AEFC-2D45BBDF4D29}" v="27" dt="2026-06-06T04:57:16.6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88" autoAdjust="0"/>
    <p:restoredTop sz="96182" autoAdjust="0"/>
  </p:normalViewPr>
  <p:slideViewPr>
    <p:cSldViewPr snapToGrid="0">
      <p:cViewPr>
        <p:scale>
          <a:sx n="160" d="100"/>
          <a:sy n="160" d="100"/>
        </p:scale>
        <p:origin x="80" y="73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5T22:48:15.373" v="13889" actId="269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del mod">
        <pc:chgData name="DOWTY, PETER (DNR)" userId="01cf875a-4e15-4928-8f93-7a0dfa1efb6b" providerId="ADAL" clId="{E9054DD1-CDF4-4BE2-A4C5-BD4B0395A89E}" dt="2026-06-05T22:48:15.373" v="13889" actId="2696"/>
        <pc:sldMkLst>
          <pc:docMk/>
          <pc:sldMk cId="3539159005" sldId="303"/>
        </pc:sldMkLst>
        <pc:spChg chg="add del mod">
          <ac:chgData name="DOWTY, PETER (DNR)" userId="01cf875a-4e15-4928-8f93-7a0dfa1efb6b" providerId="ADAL" clId="{E9054DD1-CDF4-4BE2-A4C5-BD4B0395A89E}" dt="2026-06-05T22:20:57.747" v="13888" actId="478"/>
          <ac:spMkLst>
            <pc:docMk/>
            <pc:sldMk cId="3539159005" sldId="303"/>
            <ac:spMk id="3" creationId="{E3E547B5-89A3-65B0-9829-367900C85E5C}"/>
          </ac:spMkLst>
        </pc:spChg>
        <pc:spChg chg="add del mod">
          <ac:chgData name="DOWTY, PETER (DNR)" userId="01cf875a-4e15-4928-8f93-7a0dfa1efb6b" providerId="ADAL" clId="{E9054DD1-CDF4-4BE2-A4C5-BD4B0395A89E}" dt="2026-06-05T22:20:57.747" v="13888" actId="478"/>
          <ac:spMkLst>
            <pc:docMk/>
            <pc:sldMk cId="3539159005" sldId="303"/>
            <ac:spMk id="4" creationId="{05955EAA-8F5F-72B5-B652-E526EEAFAE5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17:14.010" v="12456" actId="1076"/>
          <ac:grpSpMkLst>
            <pc:docMk/>
            <pc:sldMk cId="2110894095" sldId="304"/>
            <ac:grpSpMk id="2" creationId="{E4DA3AE3-E3EB-8202-C30F-0DA5F8ABB2F0}"/>
          </ac:grpSpMkLst>
        </pc:gr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modSld">
      <pc:chgData name="Pete Dowty" userId="91aba14b6835b0ae" providerId="LiveId" clId="{660F8803-2738-5EFD-95AE-06E7480F19FB}" dt="2026-06-06T04:57:54.275" v="1868" actId="20577"/>
      <pc:docMkLst>
        <pc:docMk/>
      </pc:docMkLst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6T04:46:22.015" v="1737" actId="20577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04:03:17.327" v="1461" actId="1076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Pete Dowty" userId="91aba14b6835b0ae" providerId="LiveId" clId="{660F8803-2738-5EFD-95AE-06E7480F19FB}" dt="2026-06-06T03:59:16.742" v="1441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03:59:17.079" v="1442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03:59:17.301" v="1443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del mod">
          <ac:chgData name="Pete Dowty" userId="91aba14b6835b0ae" providerId="LiveId" clId="{660F8803-2738-5EFD-95AE-06E7480F19FB}" dt="2026-06-06T04:39:20.632" v="1700" actId="478"/>
          <ac:spMkLst>
            <pc:docMk/>
            <pc:sldMk cId="1080191347" sldId="302"/>
            <ac:spMk id="16" creationId="{031568E9-A758-7973-613D-B368DFFBCD40}"/>
          </ac:spMkLst>
        </pc:spChg>
        <pc:spChg chg="add mod">
          <ac:chgData name="Pete Dowty" userId="91aba14b6835b0ae" providerId="LiveId" clId="{660F8803-2738-5EFD-95AE-06E7480F19FB}" dt="2026-06-06T04:09:13.268" v="1490"/>
          <ac:spMkLst>
            <pc:docMk/>
            <pc:sldMk cId="1080191347" sldId="302"/>
            <ac:spMk id="17" creationId="{5CC19D89-2E0F-8942-F81C-349299689EC2}"/>
          </ac:spMkLst>
        </pc:spChg>
        <pc:spChg chg="add del mod">
          <ac:chgData name="Pete Dowty" userId="91aba14b6835b0ae" providerId="LiveId" clId="{660F8803-2738-5EFD-95AE-06E7480F19FB}" dt="2026-06-06T04:38:54.410" v="1699" actId="478"/>
          <ac:spMkLst>
            <pc:docMk/>
            <pc:sldMk cId="1080191347" sldId="302"/>
            <ac:spMk id="18" creationId="{65705A47-FA58-F4C9-D2E5-416BC3C6F054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del mod">
          <ac:chgData name="Pete Dowty" userId="91aba14b6835b0ae" providerId="LiveId" clId="{660F8803-2738-5EFD-95AE-06E7480F19FB}" dt="2026-06-06T04:43:44.273" v="1729" actId="478"/>
          <ac:spMkLst>
            <pc:docMk/>
            <pc:sldMk cId="1080191347" sldId="302"/>
            <ac:spMk id="20" creationId="{9680C793-DCFA-FF4C-091E-ED1DFEDD23BF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6T04:35:44.944" v="1615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06T04:57:54.275" v="1868" actId="20577"/>
        <pc:sldMkLst>
          <pc:docMk/>
          <pc:sldMk cId="4159988265" sldId="305"/>
        </pc:sldMkLst>
        <pc:spChg chg="add">
          <ac:chgData name="Pete Dowty" userId="91aba14b6835b0ae" providerId="LiveId" clId="{660F8803-2738-5EFD-95AE-06E7480F19FB}" dt="2026-06-06T04:49:54.804" v="1739" actId="11529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04:55:39.643" v="1822" actId="14100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04:57:11.313" v="1849" actId="14100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04:57:54.275" v="1868" actId="20577"/>
          <ac:spMkLst>
            <pc:docMk/>
            <pc:sldMk cId="4159988265" sldId="305"/>
            <ac:spMk id="7" creationId="{1F45376D-A261-7C81-C33D-CA48C8766101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3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jpe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tiff"/><Relationship Id="rId7" Type="http://schemas.openxmlformats.org/officeDocument/2006/relationships/image" Target="../media/image118.tiff"/><Relationship Id="rId2" Type="http://schemas.openxmlformats.org/officeDocument/2006/relationships/image" Target="../media/image11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tiff"/><Relationship Id="rId5" Type="http://schemas.openxmlformats.org/officeDocument/2006/relationships/image" Target="../media/image116.tiff"/><Relationship Id="rId4" Type="http://schemas.openxmlformats.org/officeDocument/2006/relationships/image" Target="../media/image115.tif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32.png"/><Relationship Id="rId7" Type="http://schemas.openxmlformats.org/officeDocument/2006/relationships/image" Target="../media/image13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3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164249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10265924" y="56612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10418324" y="58136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10570724" y="59660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10723124" y="6118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9"/>
            <a:ext cx="190831" cy="16538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8"/>
            <a:ext cx="190831" cy="1160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4133" y="2556922"/>
            <a:ext cx="190831" cy="353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80" y="2487327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4DA3AE3-E3EB-8202-C30F-0DA5F8ABB2F0}"/>
              </a:ext>
            </a:extLst>
          </p:cNvPr>
          <p:cNvGrpSpPr/>
          <p:nvPr/>
        </p:nvGrpSpPr>
        <p:grpSpPr>
          <a:xfrm>
            <a:off x="831970" y="1405412"/>
            <a:ext cx="693336" cy="850553"/>
            <a:chOff x="1095271" y="2029766"/>
            <a:chExt cx="693336" cy="850553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14791</TotalTime>
  <Words>3383</Words>
  <Application>Microsoft Macintosh PowerPoint</Application>
  <PresentationFormat>Widescreen</PresentationFormat>
  <Paragraphs>774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2026-06-06T04:57:58Z</dcterms:modified>
  <cp:category/>
</cp:coreProperties>
</file>