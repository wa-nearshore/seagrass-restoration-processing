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3" r:id="rId3"/>
    <p:sldId id="296" r:id="rId4"/>
    <p:sldId id="300" r:id="rId5"/>
    <p:sldId id="298" r:id="rId6"/>
    <p:sldId id="301" r:id="rId7"/>
    <p:sldId id="299" r:id="rId8"/>
    <p:sldId id="290" r:id="rId9"/>
    <p:sldId id="291" r:id="rId10"/>
    <p:sldId id="294" r:id="rId11"/>
    <p:sldId id="287" r:id="rId12"/>
    <p:sldId id="281" r:id="rId13"/>
    <p:sldId id="292" r:id="rId14"/>
    <p:sldId id="283" r:id="rId15"/>
    <p:sldId id="284" r:id="rId16"/>
    <p:sldId id="295" r:id="rId17"/>
    <p:sldId id="297" r:id="rId18"/>
    <p:sldId id="288" r:id="rId19"/>
    <p:sldId id="289" r:id="rId20"/>
    <p:sldId id="273" r:id="rId21"/>
    <p:sldId id="271" r:id="rId22"/>
    <p:sldId id="272" r:id="rId23"/>
    <p:sldId id="276" r:id="rId24"/>
    <p:sldId id="277" r:id="rId25"/>
    <p:sldId id="274" r:id="rId26"/>
    <p:sldId id="278" r:id="rId27"/>
    <p:sldId id="280" r:id="rId28"/>
    <p:sldId id="286" r:id="rId29"/>
    <p:sldId id="282" r:id="rId30"/>
    <p:sldId id="285" r:id="rId31"/>
    <p:sldId id="275" r:id="rId32"/>
    <p:sldId id="270" r:id="rId33"/>
    <p:sldId id="265" r:id="rId34"/>
    <p:sldId id="268" r:id="rId35"/>
    <p:sldId id="269" r:id="rId36"/>
    <p:sldId id="267" r:id="rId37"/>
    <p:sldId id="266" r:id="rId38"/>
    <p:sldId id="257" r:id="rId39"/>
    <p:sldId id="258" r:id="rId40"/>
    <p:sldId id="259" r:id="rId41"/>
    <p:sldId id="260" r:id="rId42"/>
    <p:sldId id="261" r:id="rId43"/>
    <p:sldId id="262" r:id="rId44"/>
    <p:sldId id="263" r:id="rId45"/>
    <p:sldId id="264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  <a:srgbClr val="00E600"/>
    <a:srgbClr val="006300"/>
    <a:srgbClr val="FB7700"/>
    <a:srgbClr val="FFFFCC"/>
    <a:srgbClr val="F9DAC7"/>
    <a:srgbClr val="FF8585"/>
    <a:srgbClr val="FCEDE4"/>
    <a:srgbClr val="DCEEF5"/>
    <a:srgbClr val="DBF0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DD71D2-1D85-41AA-B9AD-00CF3E34DA03}" v="80" dt="2026-06-02T23:21:45.261"/>
    <p1510:client id="{C8786C6D-AB95-9740-AEFC-2D45BBDF4D29}" v="30" dt="2026-06-03T04:51:37.6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505" autoAdjust="0"/>
    <p:restoredTop sz="96182" autoAdjust="0"/>
  </p:normalViewPr>
  <p:slideViewPr>
    <p:cSldViewPr snapToGrid="0">
      <p:cViewPr varScale="1">
        <p:scale>
          <a:sx n="152" d="100"/>
          <a:sy n="152" d="100"/>
        </p:scale>
        <p:origin x="264" y="192"/>
      </p:cViewPr>
      <p:guideLst>
        <p:guide orient="horz" pos="24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">
      <pc:chgData name="DOWTY, PETER (DNR)" userId="01cf875a-4e15-4928-8f93-7a0dfa1efb6b" providerId="ADAL" clId="{660F8803-2738-5EFD-95AE-06E7480F19FB}" dt="2026-05-28T16:33:03.475" v="5262" actId="20577"/>
      <pc:docMkLst>
        <pc:docMk/>
      </pc:docMkLst>
      <pc:sldChg chg="addSp modSp mod">
        <pc:chgData name="DOWTY, PETER (DNR)" userId="01cf875a-4e15-4928-8f93-7a0dfa1efb6b" providerId="ADAL" clId="{660F8803-2738-5EFD-95AE-06E7480F19FB}" dt="2026-05-18T04:43:34.279" v="3395" actId="1076"/>
        <pc:sldMkLst>
          <pc:docMk/>
          <pc:sldMk cId="4075092185" sldId="256"/>
        </pc:sldMkLst>
        <pc:spChg chg="mod">
          <ac:chgData name="DOWTY, PETER (DNR)" userId="01cf875a-4e15-4928-8f93-7a0dfa1efb6b" providerId="ADAL" clId="{660F8803-2738-5EFD-95AE-06E7480F19FB}" dt="2026-05-18T04:25:18.965" v="2914" actId="1076"/>
          <ac:spMkLst>
            <pc:docMk/>
            <pc:sldMk cId="4075092185" sldId="256"/>
            <ac:spMk id="2" creationId="{09D9C740-84B6-4D7A-E556-A418783A3B6E}"/>
          </ac:spMkLst>
        </pc:spChg>
        <pc:spChg chg="mod">
          <ac:chgData name="DOWTY, PETER (DNR)" userId="01cf875a-4e15-4928-8f93-7a0dfa1efb6b" providerId="ADAL" clId="{660F8803-2738-5EFD-95AE-06E7480F19FB}" dt="2026-05-18T04:24:49.877" v="2909" actId="1076"/>
          <ac:spMkLst>
            <pc:docMk/>
            <pc:sldMk cId="4075092185" sldId="256"/>
            <ac:spMk id="4" creationId="{1847B410-6469-B0AA-0A06-F9C98A65C528}"/>
          </ac:spMkLst>
        </pc:spChg>
        <pc:cxnChg chg="add mod">
          <ac:chgData name="DOWTY, PETER (DNR)" userId="01cf875a-4e15-4928-8f93-7a0dfa1efb6b" providerId="ADAL" clId="{660F8803-2738-5EFD-95AE-06E7480F19FB}" dt="2026-05-18T04:25:13.698" v="2913" actId="208"/>
          <ac:cxnSpMkLst>
            <pc:docMk/>
            <pc:sldMk cId="4075092185" sldId="256"/>
            <ac:cxnSpMk id="6" creationId="{4FCC9823-47F7-8202-1DFE-396552632690}"/>
          </ac:cxnSpMkLst>
        </pc:cxnChg>
        <pc:cxnChg chg="add mod">
          <ac:chgData name="DOWTY, PETER (DNR)" userId="01cf875a-4e15-4928-8f93-7a0dfa1efb6b" providerId="ADAL" clId="{660F8803-2738-5EFD-95AE-06E7480F19FB}" dt="2026-05-18T04:25:25.494" v="2916" actId="1076"/>
          <ac:cxnSpMkLst>
            <pc:docMk/>
            <pc:sldMk cId="4075092185" sldId="256"/>
            <ac:cxnSpMk id="7" creationId="{1ECE7C3B-7B32-4C71-AA74-C6F14E5B974E}"/>
          </ac:cxnSpMkLst>
        </pc:cxnChg>
      </pc:sldChg>
      <pc:sldChg chg="addSp delSp modSp mod">
        <pc:chgData name="DOWTY, PETER (DNR)" userId="01cf875a-4e15-4928-8f93-7a0dfa1efb6b" providerId="ADAL" clId="{660F8803-2738-5EFD-95AE-06E7480F19FB}" dt="2026-05-18T05:01:54.749" v="3998" actId="14100"/>
        <pc:sldMkLst>
          <pc:docMk/>
          <pc:sldMk cId="2532653130" sldId="281"/>
        </pc:sldMkLst>
        <pc:spChg chg="add mod">
          <ac:chgData name="DOWTY, PETER (DNR)" userId="01cf875a-4e15-4928-8f93-7a0dfa1efb6b" providerId="ADAL" clId="{660F8803-2738-5EFD-95AE-06E7480F19FB}" dt="2026-05-18T05:01:54.749" v="3998" actId="14100"/>
          <ac:spMkLst>
            <pc:docMk/>
            <pc:sldMk cId="2532653130" sldId="281"/>
            <ac:spMk id="4" creationId="{4D847300-D724-8AA9-EAB7-F7B0FD83CFED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18T05:27:18.121" v="4875" actId="20577"/>
        <pc:sldMkLst>
          <pc:docMk/>
          <pc:sldMk cId="593582493" sldId="290"/>
        </pc:sldMkLst>
        <pc:spChg chg="add mod">
          <ac:chgData name="DOWTY, PETER (DNR)" userId="01cf875a-4e15-4928-8f93-7a0dfa1efb6b" providerId="ADAL" clId="{660F8803-2738-5EFD-95AE-06E7480F19FB}" dt="2026-05-18T05:27:18.121" v="4875" actId="2057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28T16:33:03.475" v="5262" actId="20577"/>
        <pc:sldMkLst>
          <pc:docMk/>
          <pc:sldMk cId="328240969" sldId="298"/>
        </pc:sldMkLst>
        <pc:spChg chg="add mod">
          <ac:chgData name="DOWTY, PETER (DNR)" userId="01cf875a-4e15-4928-8f93-7a0dfa1efb6b" providerId="ADAL" clId="{660F8803-2738-5EFD-95AE-06E7480F19FB}" dt="2026-05-28T16:33:03.475" v="5262" actId="20577"/>
          <ac:spMkLst>
            <pc:docMk/>
            <pc:sldMk cId="328240969" sldId="298"/>
            <ac:spMk id="2" creationId="{E2B35271-9B14-F7F7-BAE4-48D90FADB80F}"/>
          </ac:spMkLst>
        </pc:spChg>
      </pc:sldChg>
    </pc:docChg>
  </pc:docChgLst>
  <pc:docChgLst>
    <pc:chgData name="DOWTY, PETER (DNR)" userId="01cf875a-4e15-4928-8f93-7a0dfa1efb6b" providerId="ADAL" clId="{E9054DD1-CDF4-4BE2-A4C5-BD4B0395A89E}"/>
    <pc:docChg chg="undo custSel addSld modSld sldOrd">
      <pc:chgData name="DOWTY, PETER (DNR)" userId="01cf875a-4e15-4928-8f93-7a0dfa1efb6b" providerId="ADAL" clId="{E9054DD1-CDF4-4BE2-A4C5-BD4B0395A89E}" dt="2026-06-02T23:21:48.764" v="12080" actId="1076"/>
      <pc:docMkLst>
        <pc:docMk/>
      </pc:docMkLst>
      <pc:sldChg chg="addSp delSp modSp mod">
        <pc:chgData name="DOWTY, PETER (DNR)" userId="01cf875a-4e15-4928-8f93-7a0dfa1efb6b" providerId="ADAL" clId="{E9054DD1-CDF4-4BE2-A4C5-BD4B0395A89E}" dt="2026-05-29T22:21:42.052" v="11163" actId="20577"/>
        <pc:sldMkLst>
          <pc:docMk/>
          <pc:sldMk cId="4075092185" sldId="256"/>
        </pc:sldMkLst>
        <pc:spChg chg="add mod">
          <ac:chgData name="DOWTY, PETER (DNR)" userId="01cf875a-4e15-4928-8f93-7a0dfa1efb6b" providerId="ADAL" clId="{E9054DD1-CDF4-4BE2-A4C5-BD4B0395A89E}" dt="2026-05-29T22:21:42.052" v="11163" actId="20577"/>
          <ac:spMkLst>
            <pc:docMk/>
            <pc:sldMk cId="4075092185" sldId="256"/>
            <ac:spMk id="2" creationId="{09D9C740-84B6-4D7A-E556-A418783A3B6E}"/>
          </ac:spMkLst>
        </pc:spChg>
      </pc:sldChg>
      <pc:sldChg chg="addSp delSp modSp mod ord">
        <pc:chgData name="DOWTY, PETER (DNR)" userId="01cf875a-4e15-4928-8f93-7a0dfa1efb6b" providerId="ADAL" clId="{E9054DD1-CDF4-4BE2-A4C5-BD4B0395A89E}" dt="2026-05-20T17:58:58.684" v="545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20T17:55:56.536" v="5362" actId="1076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20T17:55:58.922" v="5363" actId="1076"/>
          <ac:spMkLst>
            <pc:docMk/>
            <pc:sldMk cId="2532653130" sldId="281"/>
            <ac:spMk id="3" creationId="{EEA27C9D-5B69-5734-34E6-88921F4B88C8}"/>
          </ac:spMkLst>
        </pc:spChg>
        <pc:spChg chg="mod">
          <ac:chgData name="DOWTY, PETER (DNR)" userId="01cf875a-4e15-4928-8f93-7a0dfa1efb6b" providerId="ADAL" clId="{E9054DD1-CDF4-4BE2-A4C5-BD4B0395A89E}" dt="2026-05-20T17:56:09.255" v="5366" actId="1076"/>
          <ac:spMkLst>
            <pc:docMk/>
            <pc:sldMk cId="2532653130" sldId="281"/>
            <ac:spMk id="4" creationId="{4D847300-D724-8AA9-EAB7-F7B0FD83CFED}"/>
          </ac:spMkLst>
        </pc:spChg>
        <pc:spChg chg="add mod">
          <ac:chgData name="DOWTY, PETER (DNR)" userId="01cf875a-4e15-4928-8f93-7a0dfa1efb6b" providerId="ADAL" clId="{E9054DD1-CDF4-4BE2-A4C5-BD4B0395A89E}" dt="2026-05-20T17:58:58.684" v="5458"/>
          <ac:spMkLst>
            <pc:docMk/>
            <pc:sldMk cId="2532653130" sldId="281"/>
            <ac:spMk id="6" creationId="{71166A4F-AA36-D2E3-E308-25080AB421D5}"/>
          </ac:spMkLst>
        </pc:spChg>
        <pc:spChg chg="add mod">
          <ac:chgData name="DOWTY, PETER (DNR)" userId="01cf875a-4e15-4928-8f93-7a0dfa1efb6b" providerId="ADAL" clId="{E9054DD1-CDF4-4BE2-A4C5-BD4B0395A89E}" dt="2026-05-04T17:24:57.326" v="1442" actId="164"/>
          <ac:spMkLst>
            <pc:docMk/>
            <pc:sldMk cId="2532653130" sldId="281"/>
            <ac:spMk id="8" creationId="{EAD5425B-B75F-F212-4E36-303E18191FF8}"/>
          </ac:spMkLst>
        </pc:spChg>
        <pc:spChg chg="add mod">
          <ac:chgData name="DOWTY, PETER (DNR)" userId="01cf875a-4e15-4928-8f93-7a0dfa1efb6b" providerId="ADAL" clId="{E9054DD1-CDF4-4BE2-A4C5-BD4B0395A89E}" dt="2026-05-20T17:56:04.276" v="5365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20T17:56:01.953" v="5364" actId="1076"/>
          <ac:grpSpMkLst>
            <pc:docMk/>
            <pc:sldMk cId="2532653130" sldId="281"/>
            <ac:grpSpMk id="9" creationId="{94F4C6CB-6ED9-66AC-5261-7F343F70B387}"/>
          </ac:grpSpMkLst>
        </pc:grpChg>
        <pc:picChg chg="add mod">
          <ac:chgData name="DOWTY, PETER (DNR)" userId="01cf875a-4e15-4928-8f93-7a0dfa1efb6b" providerId="ADAL" clId="{E9054DD1-CDF4-4BE2-A4C5-BD4B0395A89E}" dt="2026-05-04T17:24:57.326" v="1442" actId="164"/>
          <ac:picMkLst>
            <pc:docMk/>
            <pc:sldMk cId="2532653130" sldId="281"/>
            <ac:picMk id="7" creationId="{02DA419C-D251-709A-692A-17D08471423A}"/>
          </ac:picMkLst>
        </pc:picChg>
      </pc:sldChg>
      <pc:sldChg chg="modSp mod">
        <pc:chgData name="DOWTY, PETER (DNR)" userId="01cf875a-4e15-4928-8f93-7a0dfa1efb6b" providerId="ADAL" clId="{E9054DD1-CDF4-4BE2-A4C5-BD4B0395A89E}" dt="2026-05-15T17:27:01.895" v="3198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5-15T17:27:01.895" v="3198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0T14:12:22.212" v="5359" actId="478"/>
        <pc:sldMkLst>
          <pc:docMk/>
          <pc:sldMk cId="3033079533" sldId="284"/>
        </pc:sldMkLst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E9054DD1-CDF4-4BE2-A4C5-BD4B0395A89E}" dt="2026-05-19T17:07:55.837" v="4566" actId="14100"/>
          <ac:spMkLst>
            <pc:docMk/>
            <pc:sldMk cId="3033079533" sldId="284"/>
            <ac:spMk id="7" creationId="{76304E78-2300-EC04-338C-690B74AB73A2}"/>
          </ac:spMkLst>
        </pc:spChg>
        <pc:spChg chg="mod">
          <ac:chgData name="DOWTY, PETER (DNR)" userId="01cf875a-4e15-4928-8f93-7a0dfa1efb6b" providerId="ADAL" clId="{E9054DD1-CDF4-4BE2-A4C5-BD4B0395A89E}" dt="2026-05-06T15:04:07.948" v="1727" actId="14100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DOWTY, PETER (DNR)" userId="01cf875a-4e15-4928-8f93-7a0dfa1efb6b" providerId="ADAL" clId="{E9054DD1-CDF4-4BE2-A4C5-BD4B0395A89E}" dt="2026-05-06T15:04:05.044" v="172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DOWTY, PETER (DNR)" userId="01cf875a-4e15-4928-8f93-7a0dfa1efb6b" providerId="ADAL" clId="{E9054DD1-CDF4-4BE2-A4C5-BD4B0395A89E}" dt="2026-05-06T15:03:58.555" v="1723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DOWTY, PETER (DNR)" userId="01cf875a-4e15-4928-8f93-7a0dfa1efb6b" providerId="ADAL" clId="{E9054DD1-CDF4-4BE2-A4C5-BD4B0395A89E}" dt="2026-05-06T15:03:50.490" v="1720" actId="14100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E9054DD1-CDF4-4BE2-A4C5-BD4B0395A89E}" dt="2026-05-19T17:08:25.270" v="4598" actId="313"/>
          <ac:spMkLst>
            <pc:docMk/>
            <pc:sldMk cId="3033079533" sldId="284"/>
            <ac:spMk id="12" creationId="{FEAF5F65-C6DD-6571-FA4C-959E090BB02C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14" creationId="{5C41D013-FB66-D954-A8F7-8B79ED1E7CF1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15" creationId="{29A7D68B-49FC-61AC-0F65-80BBA88F81B9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DOWTY, PETER (DNR)" userId="01cf875a-4e15-4928-8f93-7a0dfa1efb6b" providerId="ADAL" clId="{E9054DD1-CDF4-4BE2-A4C5-BD4B0395A89E}" dt="2026-05-06T15:04:00.384" v="1724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DOWTY, PETER (DNR)" userId="01cf875a-4e15-4928-8f93-7a0dfa1efb6b" providerId="ADAL" clId="{E9054DD1-CDF4-4BE2-A4C5-BD4B0395A89E}" dt="2026-05-06T15:03:53.321" v="1721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DOWTY, PETER (DNR)" userId="01cf875a-4e15-4928-8f93-7a0dfa1efb6b" providerId="ADAL" clId="{E9054DD1-CDF4-4BE2-A4C5-BD4B0395A89E}" dt="2026-05-06T15:03:46.947" v="1718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E9054DD1-CDF4-4BE2-A4C5-BD4B0395A89E}" dt="2026-05-06T15:02:47.546" v="1706" actId="20577"/>
          <ac:spMkLst>
            <pc:docMk/>
            <pc:sldMk cId="3033079533" sldId="284"/>
            <ac:spMk id="26" creationId="{7B9E8CB4-0256-D1B3-021D-20902B5DF1C1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29" creationId="{DFDAD2DD-1360-CCB8-8DF7-3CB248B433DE}"/>
          </ac:spMkLst>
        </pc:spChg>
        <pc:spChg chg="add mod">
          <ac:chgData name="DOWTY, PETER (DNR)" userId="01cf875a-4e15-4928-8f93-7a0dfa1efb6b" providerId="ADAL" clId="{E9054DD1-CDF4-4BE2-A4C5-BD4B0395A89E}" dt="2026-05-06T15:54:40.223" v="1733" actId="208"/>
          <ac:spMkLst>
            <pc:docMk/>
            <pc:sldMk cId="3033079533" sldId="284"/>
            <ac:spMk id="30" creationId="{FD64F405-B808-0598-4DA2-7553693684DB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1" creationId="{24356EA5-CF42-9066-1E1A-47A173FC2910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2" creationId="{67BFBF7E-716C-7641-82E6-71C18EF9886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3" creationId="{110C4B04-A712-AB24-BE35-BC73F60B9B63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4" creationId="{D3DC3FB7-8C3E-066E-A4D9-E3E4D61F7149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5" creationId="{3FAEE904-4804-B112-EA49-085EA8537F2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6" creationId="{986BF64C-D8D4-F4BA-F000-F7EA66F3A1E5}"/>
          </ac:spMkLst>
        </pc:spChg>
        <pc:spChg chg="add mod">
          <ac:chgData name="DOWTY, PETER (DNR)" userId="01cf875a-4e15-4928-8f93-7a0dfa1efb6b" providerId="ADAL" clId="{E9054DD1-CDF4-4BE2-A4C5-BD4B0395A89E}" dt="2026-05-19T17:08:08.871" v="4580" actId="14100"/>
          <ac:spMkLst>
            <pc:docMk/>
            <pc:sldMk cId="3033079533" sldId="284"/>
            <ac:spMk id="38" creationId="{713BB5AB-3018-20BD-18A9-3A03CED7B722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04T17:39:25.948" v="1623" actId="20577"/>
        <pc:sldMkLst>
          <pc:docMk/>
          <pc:sldMk cId="1739400761" sldId="286"/>
        </pc:sldMkLst>
        <pc:spChg chg="add mod">
          <ac:chgData name="DOWTY, PETER (DNR)" userId="01cf875a-4e15-4928-8f93-7a0dfa1efb6b" providerId="ADAL" clId="{E9054DD1-CDF4-4BE2-A4C5-BD4B0395A89E}" dt="2026-05-04T17:37:23.403" v="1530" actId="164"/>
          <ac:spMkLst>
            <pc:docMk/>
            <pc:sldMk cId="1739400761" sldId="286"/>
            <ac:spMk id="4" creationId="{674778BA-45CD-6FD5-B46A-2D22B5080FAF}"/>
          </ac:spMkLst>
        </pc:spChg>
        <pc:spChg chg="add mod">
          <ac:chgData name="DOWTY, PETER (DNR)" userId="01cf875a-4e15-4928-8f93-7a0dfa1efb6b" providerId="ADAL" clId="{E9054DD1-CDF4-4BE2-A4C5-BD4B0395A89E}" dt="2026-05-04T17:39:25.948" v="1623" actId="20577"/>
          <ac:spMkLst>
            <pc:docMk/>
            <pc:sldMk cId="1739400761" sldId="286"/>
            <ac:spMk id="8" creationId="{C6421496-73F8-4A23-3076-7006878DA3C7}"/>
          </ac:spMkLst>
        </pc:spChg>
        <pc:grpChg chg="add mod">
          <ac:chgData name="DOWTY, PETER (DNR)" userId="01cf875a-4e15-4928-8f93-7a0dfa1efb6b" providerId="ADAL" clId="{E9054DD1-CDF4-4BE2-A4C5-BD4B0395A89E}" dt="2026-05-04T17:37:23.403" v="1530" actId="164"/>
          <ac:grpSpMkLst>
            <pc:docMk/>
            <pc:sldMk cId="1739400761" sldId="286"/>
            <ac:grpSpMk id="5" creationId="{C64562A6-BF0D-C425-2B40-D9E50005AD47}"/>
          </ac:grpSpMkLst>
        </pc:grpChg>
        <pc:picChg chg="add mod">
          <ac:chgData name="DOWTY, PETER (DNR)" userId="01cf875a-4e15-4928-8f93-7a0dfa1efb6b" providerId="ADAL" clId="{E9054DD1-CDF4-4BE2-A4C5-BD4B0395A89E}" dt="2026-05-04T17:37:23.403" v="1530" actId="164"/>
          <ac:picMkLst>
            <pc:docMk/>
            <pc:sldMk cId="1739400761" sldId="286"/>
            <ac:picMk id="3" creationId="{9A59EAD9-89B3-8485-4FD2-E29CA62D2FD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1T14:26:54.479" v="5807" actId="20577"/>
        <pc:sldMkLst>
          <pc:docMk/>
          <pc:sldMk cId="3797106596" sldId="287"/>
        </pc:sldMkLst>
        <pc:spChg chg="add mod">
          <ac:chgData name="DOWTY, PETER (DNR)" userId="01cf875a-4e15-4928-8f93-7a0dfa1efb6b" providerId="ADAL" clId="{E9054DD1-CDF4-4BE2-A4C5-BD4B0395A89E}" dt="2026-05-07T22:31:12.190" v="1915" actId="403"/>
          <ac:spMkLst>
            <pc:docMk/>
            <pc:sldMk cId="3797106596" sldId="287"/>
            <ac:spMk id="2" creationId="{26E14C80-B562-42AD-0F41-83D4AF731A7F}"/>
          </ac:spMkLst>
        </pc:spChg>
        <pc:spChg chg="add mod">
          <ac:chgData name="DOWTY, PETER (DNR)" userId="01cf875a-4e15-4928-8f93-7a0dfa1efb6b" providerId="ADAL" clId="{E9054DD1-CDF4-4BE2-A4C5-BD4B0395A89E}" dt="2026-05-21T14:26:54.479" v="5807" actId="20577"/>
          <ac:spMkLst>
            <pc:docMk/>
            <pc:sldMk cId="3797106596" sldId="287"/>
            <ac:spMk id="3" creationId="{E035272E-9D00-02E7-7388-4457BDA3C2D7}"/>
          </ac:spMkLst>
        </pc:spChg>
        <pc:spChg chg="add mod">
          <ac:chgData name="DOWTY, PETER (DNR)" userId="01cf875a-4e15-4928-8f93-7a0dfa1efb6b" providerId="ADAL" clId="{E9054DD1-CDF4-4BE2-A4C5-BD4B0395A89E}" dt="2026-05-11T16:54:30.188" v="3101" actId="207"/>
          <ac:spMkLst>
            <pc:docMk/>
            <pc:sldMk cId="3797106596" sldId="287"/>
            <ac:spMk id="4" creationId="{C6DCC2A3-CA40-E93A-E9FC-B5E255D2C694}"/>
          </ac:spMkLst>
        </pc:spChg>
        <pc:spChg chg="add mod">
          <ac:chgData name="DOWTY, PETER (DNR)" userId="01cf875a-4e15-4928-8f93-7a0dfa1efb6b" providerId="ADAL" clId="{E9054DD1-CDF4-4BE2-A4C5-BD4B0395A89E}" dt="2026-05-11T15:24:11.447" v="2465" actId="1076"/>
          <ac:spMkLst>
            <pc:docMk/>
            <pc:sldMk cId="3797106596" sldId="287"/>
            <ac:spMk id="5" creationId="{F5521D8F-90DE-8415-F79B-B9BD39953AD4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15T21:44:01.161" v="4248" actId="207"/>
        <pc:sldMkLst>
          <pc:docMk/>
          <pc:sldMk cId="2525021268" sldId="288"/>
        </pc:sldMkLst>
        <pc:spChg chg="add mod">
          <ac:chgData name="DOWTY, PETER (DNR)" userId="01cf875a-4e15-4928-8f93-7a0dfa1efb6b" providerId="ADAL" clId="{E9054DD1-CDF4-4BE2-A4C5-BD4B0395A89E}" dt="2026-05-15T21:14:58.483" v="3377" actId="1076"/>
          <ac:spMkLst>
            <pc:docMk/>
            <pc:sldMk cId="2525021268" sldId="288"/>
            <ac:spMk id="2" creationId="{9A6F5571-E5B9-C98B-CADF-E9CCBD939F10}"/>
          </ac:spMkLst>
        </pc:spChg>
        <pc:spChg chg="add mod">
          <ac:chgData name="DOWTY, PETER (DNR)" userId="01cf875a-4e15-4928-8f93-7a0dfa1efb6b" providerId="ADAL" clId="{E9054DD1-CDF4-4BE2-A4C5-BD4B0395A89E}" dt="2026-05-15T21:43:46.189" v="4243" actId="1076"/>
          <ac:spMkLst>
            <pc:docMk/>
            <pc:sldMk cId="2525021268" sldId="288"/>
            <ac:spMk id="8" creationId="{E508DF13-6642-CFE7-AFA0-0FB0CE862869}"/>
          </ac:spMkLst>
        </pc:spChg>
        <pc:spChg chg="add mod">
          <ac:chgData name="DOWTY, PETER (DNR)" userId="01cf875a-4e15-4928-8f93-7a0dfa1efb6b" providerId="ADAL" clId="{E9054DD1-CDF4-4BE2-A4C5-BD4B0395A89E}" dt="2026-05-15T21:44:01.161" v="4248" actId="207"/>
          <ac:spMkLst>
            <pc:docMk/>
            <pc:sldMk cId="2525021268" sldId="288"/>
            <ac:spMk id="11" creationId="{09737129-3696-4CCC-A0DE-FFAC6CA3349D}"/>
          </ac:spMkLst>
        </pc:spChg>
        <pc:graphicFrameChg chg="add mod modGraphic">
          <ac:chgData name="DOWTY, PETER (DNR)" userId="01cf875a-4e15-4928-8f93-7a0dfa1efb6b" providerId="ADAL" clId="{E9054DD1-CDF4-4BE2-A4C5-BD4B0395A89E}" dt="2026-05-15T21:43:43.715" v="4242" actId="1076"/>
          <ac:graphicFrameMkLst>
            <pc:docMk/>
            <pc:sldMk cId="2525021268" sldId="288"/>
            <ac:graphicFrameMk id="5" creationId="{904B5B3E-67B0-284D-AF71-1DCE4F27D2DA}"/>
          </ac:graphicFrameMkLst>
        </pc:graphicFrameChg>
        <pc:picChg chg="add mod modCrop">
          <ac:chgData name="DOWTY, PETER (DNR)" userId="01cf875a-4e15-4928-8f93-7a0dfa1efb6b" providerId="ADAL" clId="{E9054DD1-CDF4-4BE2-A4C5-BD4B0395A89E}" dt="2026-05-15T21:31:08.146" v="3410" actId="1036"/>
          <ac:picMkLst>
            <pc:docMk/>
            <pc:sldMk cId="2525021268" sldId="288"/>
            <ac:picMk id="10" creationId="{96158B42-AAD1-E7E2-2A75-A05B009D11A7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15T23:35:04.765" v="4300" actId="14100"/>
        <pc:sldMkLst>
          <pc:docMk/>
          <pc:sldMk cId="2032772044" sldId="289"/>
        </pc:sldMkLst>
        <pc:spChg chg="add mod">
          <ac:chgData name="DOWTY, PETER (DNR)" userId="01cf875a-4e15-4928-8f93-7a0dfa1efb6b" providerId="ADAL" clId="{E9054DD1-CDF4-4BE2-A4C5-BD4B0395A89E}" dt="2026-05-15T23:34:16.364" v="4292" actId="1076"/>
          <ac:spMkLst>
            <pc:docMk/>
            <pc:sldMk cId="2032772044" sldId="289"/>
            <ac:spMk id="6" creationId="{0B1F8D14-3F8F-AE2B-5B09-ABE9243E9AB9}"/>
          </ac:spMkLst>
        </pc:spChg>
        <pc:spChg chg="add mod">
          <ac:chgData name="DOWTY, PETER (DNR)" userId="01cf875a-4e15-4928-8f93-7a0dfa1efb6b" providerId="ADAL" clId="{E9054DD1-CDF4-4BE2-A4C5-BD4B0395A89E}" dt="2026-05-15T23:34:18.655" v="4293" actId="1076"/>
          <ac:spMkLst>
            <pc:docMk/>
            <pc:sldMk cId="2032772044" sldId="289"/>
            <ac:spMk id="7" creationId="{30D99108-2299-8E8B-29CB-BB55535A1882}"/>
          </ac:spMkLst>
        </pc:spChg>
        <pc:spChg chg="add mod">
          <ac:chgData name="DOWTY, PETER (DNR)" userId="01cf875a-4e15-4928-8f93-7a0dfa1efb6b" providerId="ADAL" clId="{E9054DD1-CDF4-4BE2-A4C5-BD4B0395A89E}" dt="2026-05-15T23:34:25.926" v="4296" actId="1076"/>
          <ac:spMkLst>
            <pc:docMk/>
            <pc:sldMk cId="2032772044" sldId="289"/>
            <ac:spMk id="8" creationId="{858D0A05-EA3E-775B-C2E4-E1B44CD37A07}"/>
          </ac:spMkLst>
        </pc:spChg>
        <pc:picChg chg="add mod">
          <ac:chgData name="DOWTY, PETER (DNR)" userId="01cf875a-4e15-4928-8f93-7a0dfa1efb6b" providerId="ADAL" clId="{E9054DD1-CDF4-4BE2-A4C5-BD4B0395A89E}" dt="2026-05-15T23:34:23.050" v="4295" actId="1076"/>
          <ac:picMkLst>
            <pc:docMk/>
            <pc:sldMk cId="2032772044" sldId="289"/>
            <ac:picMk id="3" creationId="{A4A54837-28AA-E28E-65F9-F9B0F931106F}"/>
          </ac:picMkLst>
        </pc:picChg>
        <pc:picChg chg="add mod">
          <ac:chgData name="DOWTY, PETER (DNR)" userId="01cf875a-4e15-4928-8f93-7a0dfa1efb6b" providerId="ADAL" clId="{E9054DD1-CDF4-4BE2-A4C5-BD4B0395A89E}" dt="2026-05-15T23:32:24.383" v="4254" actId="1076"/>
          <ac:picMkLst>
            <pc:docMk/>
            <pc:sldMk cId="2032772044" sldId="289"/>
            <ac:picMk id="5" creationId="{5D455169-28E4-3A0B-FED3-005B554FD779}"/>
          </ac:picMkLst>
        </pc:picChg>
        <pc:cxnChg chg="add mod">
          <ac:chgData name="DOWTY, PETER (DNR)" userId="01cf875a-4e15-4928-8f93-7a0dfa1efb6b" providerId="ADAL" clId="{E9054DD1-CDF4-4BE2-A4C5-BD4B0395A89E}" dt="2026-05-15T23:35:04.765" v="4300" actId="14100"/>
          <ac:cxnSpMkLst>
            <pc:docMk/>
            <pc:sldMk cId="2032772044" sldId="289"/>
            <ac:cxnSpMk id="10" creationId="{5E7D201D-BAF5-4673-199C-0B097D00E83E}"/>
          </ac:cxnSpMkLst>
        </pc:cxnChg>
      </pc:sldChg>
      <pc:sldChg chg="addSp delSp modSp mod">
        <pc:chgData name="DOWTY, PETER (DNR)" userId="01cf875a-4e15-4928-8f93-7a0dfa1efb6b" providerId="ADAL" clId="{E9054DD1-CDF4-4BE2-A4C5-BD4B0395A89E}" dt="2026-05-20T13:53:09.982" v="5353" actId="207"/>
        <pc:sldMkLst>
          <pc:docMk/>
          <pc:sldMk cId="593582493" sldId="290"/>
        </pc:sldMkLst>
        <pc:spChg chg="mod">
          <ac:chgData name="DOWTY, PETER (DNR)" userId="01cf875a-4e15-4928-8f93-7a0dfa1efb6b" providerId="ADAL" clId="{E9054DD1-CDF4-4BE2-A4C5-BD4B0395A89E}" dt="2026-05-20T13:53:09.982" v="5353" actId="20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0T14:10:27.933" v="5358" actId="1076"/>
        <pc:sldMkLst>
          <pc:docMk/>
          <pc:sldMk cId="1931087068" sldId="291"/>
        </pc:sldMkLst>
        <pc:spChg chg="add mod">
          <ac:chgData name="DOWTY, PETER (DNR)" userId="01cf875a-4e15-4928-8f93-7a0dfa1efb6b" providerId="ADAL" clId="{E9054DD1-CDF4-4BE2-A4C5-BD4B0395A89E}" dt="2026-05-20T14:10:27.933" v="5358" actId="1076"/>
          <ac:spMkLst>
            <pc:docMk/>
            <pc:sldMk cId="1931087068" sldId="291"/>
            <ac:spMk id="2" creationId="{E88B62AC-469A-D6E4-E63F-B0A8CA2DACE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3" creationId="{548B1972-D339-CB02-2AD9-70344AB74E7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4" creationId="{0F1A83BF-5FC8-FCDE-B333-FE8460D1F904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5" creationId="{81E63916-84A3-D121-9636-4881514E37B3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0" creationId="{50DC6AFF-BED6-429B-4ACD-D5F648D1D34F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1" creationId="{428B0E5D-B23B-EA35-5537-F3E584EAB55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2" creationId="{33FB7D9F-5927-F540-011F-97370D51F3DD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3" creationId="{A8831592-B361-5EE8-D37D-3D0C858E086A}"/>
          </ac:spMkLst>
        </pc:spChg>
        <pc:spChg chg="add mod">
          <ac:chgData name="DOWTY, PETER (DNR)" userId="01cf875a-4e15-4928-8f93-7a0dfa1efb6b" providerId="ADAL" clId="{E9054DD1-CDF4-4BE2-A4C5-BD4B0395A89E}" dt="2026-05-19T22:58:31.601" v="5098" actId="1076"/>
          <ac:spMkLst>
            <pc:docMk/>
            <pc:sldMk cId="1931087068" sldId="291"/>
            <ac:spMk id="20" creationId="{4490CA82-85F7-E266-718D-0AE760D20637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1" creationId="{914C6B92-1449-985B-7DE0-546EFD4CD62B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2" creationId="{DE5ECC1F-1B9D-1454-0E54-1767D975C36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7" creationId="{BF048C67-0DB8-E425-4E9C-0A3FEB6DE87D}"/>
          </ac:spMkLst>
        </pc:sp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7" creationId="{82A5AE45-61B6-2336-26C2-84130B53392B}"/>
          </ac:cxnSpMkLst>
        </pc:cxn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9" creationId="{B856A6CD-0414-4212-902E-6D8947BEA57F}"/>
          </ac:cxnSpMkLst>
        </pc:cxnChg>
        <pc:cxnChg chg="add">
          <ac:chgData name="DOWTY, PETER (DNR)" userId="01cf875a-4e15-4928-8f93-7a0dfa1efb6b" providerId="ADAL" clId="{E9054DD1-CDF4-4BE2-A4C5-BD4B0395A89E}" dt="2026-05-19T22:57:29.963" v="5062" actId="11529"/>
          <ac:cxnSpMkLst>
            <pc:docMk/>
            <pc:sldMk cId="1931087068" sldId="291"/>
            <ac:cxnSpMk id="15" creationId="{AC02EB6D-1D43-0BA1-EDFB-FAF5728FB705}"/>
          </ac:cxnSpMkLst>
        </pc:cxnChg>
        <pc:cxnChg chg="add">
          <ac:chgData name="DOWTY, PETER (DNR)" userId="01cf875a-4e15-4928-8f93-7a0dfa1efb6b" providerId="ADAL" clId="{E9054DD1-CDF4-4BE2-A4C5-BD4B0395A89E}" dt="2026-05-19T22:57:33.820" v="5063" actId="11529"/>
          <ac:cxnSpMkLst>
            <pc:docMk/>
            <pc:sldMk cId="1931087068" sldId="291"/>
            <ac:cxnSpMk id="17" creationId="{AB08EAD8-F553-86F3-46D7-F03EA3BFB0A5}"/>
          </ac:cxnSpMkLst>
        </pc:cxnChg>
        <pc:cxnChg chg="add">
          <ac:chgData name="DOWTY, PETER (DNR)" userId="01cf875a-4e15-4928-8f93-7a0dfa1efb6b" providerId="ADAL" clId="{E9054DD1-CDF4-4BE2-A4C5-BD4B0395A89E}" dt="2026-05-19T22:57:37.293" v="5064" actId="11529"/>
          <ac:cxnSpMkLst>
            <pc:docMk/>
            <pc:sldMk cId="1931087068" sldId="291"/>
            <ac:cxnSpMk id="19" creationId="{C0941F95-6AD4-C696-5F41-0F9F7E08EF47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4" creationId="{6741DCA5-39D3-C1F1-4BC7-925FF72273F4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6" creationId="{FEB907F3-568F-7DDB-CC86-995250446144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9T20:13:02.017" v="10956" actId="1076"/>
        <pc:sldMkLst>
          <pc:docMk/>
          <pc:sldMk cId="3134302452" sldId="292"/>
        </pc:sldMkLst>
        <pc:spChg chg="add mod">
          <ac:chgData name="DOWTY, PETER (DNR)" userId="01cf875a-4e15-4928-8f93-7a0dfa1efb6b" providerId="ADAL" clId="{E9054DD1-CDF4-4BE2-A4C5-BD4B0395A89E}" dt="2026-05-20T19:40:30.590" v="5460"/>
          <ac:spMkLst>
            <pc:docMk/>
            <pc:sldMk cId="3134302452" sldId="292"/>
            <ac:spMk id="2" creationId="{26B94C35-F446-6819-0A0D-58F830F55BEF}"/>
          </ac:spMkLst>
        </pc:spChg>
        <pc:spChg chg="add mod">
          <ac:chgData name="DOWTY, PETER (DNR)" userId="01cf875a-4e15-4928-8f93-7a0dfa1efb6b" providerId="ADAL" clId="{E9054DD1-CDF4-4BE2-A4C5-BD4B0395A89E}" dt="2026-05-22T21:05:27.319" v="6364" actId="20577"/>
          <ac:spMkLst>
            <pc:docMk/>
            <pc:sldMk cId="3134302452" sldId="292"/>
            <ac:spMk id="3" creationId="{012E5AA8-F90F-EAD8-C313-F42B2725B57D}"/>
          </ac:spMkLst>
        </pc:spChg>
        <pc:spChg chg="add mod">
          <ac:chgData name="DOWTY, PETER (DNR)" userId="01cf875a-4e15-4928-8f93-7a0dfa1efb6b" providerId="ADAL" clId="{E9054DD1-CDF4-4BE2-A4C5-BD4B0395A89E}" dt="2026-05-20T19:41:18.780" v="5540" actId="313"/>
          <ac:spMkLst>
            <pc:docMk/>
            <pc:sldMk cId="3134302452" sldId="292"/>
            <ac:spMk id="5" creationId="{F3ADEC9A-5FF3-D75B-E079-CF3D871E39F0}"/>
          </ac:spMkLst>
        </pc:spChg>
        <pc:spChg chg="add mod">
          <ac:chgData name="DOWTY, PETER (DNR)" userId="01cf875a-4e15-4928-8f93-7a0dfa1efb6b" providerId="ADAL" clId="{E9054DD1-CDF4-4BE2-A4C5-BD4B0395A89E}" dt="2026-05-22T18:49:41.536" v="6267" actId="1076"/>
          <ac:spMkLst>
            <pc:docMk/>
            <pc:sldMk cId="3134302452" sldId="292"/>
            <ac:spMk id="7" creationId="{3472FC0D-0EAE-B979-C1BC-543A7FD99F2D}"/>
          </ac:spMkLst>
        </pc:spChg>
        <pc:spChg chg="add mod">
          <ac:chgData name="DOWTY, PETER (DNR)" userId="01cf875a-4e15-4928-8f93-7a0dfa1efb6b" providerId="ADAL" clId="{E9054DD1-CDF4-4BE2-A4C5-BD4B0395A89E}" dt="2026-05-29T20:13:02.017" v="10956" actId="1076"/>
          <ac:spMkLst>
            <pc:docMk/>
            <pc:sldMk cId="3134302452" sldId="292"/>
            <ac:spMk id="8" creationId="{E3F8C15D-A137-1AA1-5F6F-B41F31613801}"/>
          </ac:spMkLst>
        </pc:spChg>
        <pc:graphicFrameChg chg="add mod modGraphic">
          <ac:chgData name="DOWTY, PETER (DNR)" userId="01cf875a-4e15-4928-8f93-7a0dfa1efb6b" providerId="ADAL" clId="{E9054DD1-CDF4-4BE2-A4C5-BD4B0395A89E}" dt="2026-05-20T19:40:51.723" v="5466" actId="1076"/>
          <ac:graphicFrameMkLst>
            <pc:docMk/>
            <pc:sldMk cId="3134302452" sldId="292"/>
            <ac:graphicFrameMk id="4" creationId="{B9E5ACBE-1591-FF44-B4A2-8A74989665AF}"/>
          </ac:graphicFrameMkLst>
        </pc:graphicFrameChg>
      </pc:sldChg>
      <pc:sldChg chg="addSp delSp modSp new mod">
        <pc:chgData name="DOWTY, PETER (DNR)" userId="01cf875a-4e15-4928-8f93-7a0dfa1efb6b" providerId="ADAL" clId="{E9054DD1-CDF4-4BE2-A4C5-BD4B0395A89E}" dt="2026-05-29T21:43:04.152" v="10957" actId="478"/>
        <pc:sldMkLst>
          <pc:docMk/>
          <pc:sldMk cId="1516653873" sldId="293"/>
        </pc:sldMkLst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32" creationId="{E7BF4D14-A4D1-93A8-76A3-D435EC839610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33" creationId="{5CCBF447-E85D-DE1B-00B9-CF455512E997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46" creationId="{2C178F59-5A89-0F0B-6EEC-94108E517F3A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88" creationId="{3D783572-A73B-ED99-766A-18671BDF430E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0" creationId="{DFB55729-7F66-1BC7-216A-64873B858B14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3" creationId="{FCF36621-4193-B5F3-4F0F-A694E6D4D1BB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6" creationId="{01D914F6-F616-1A89-671F-BF70191132DF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43" creationId="{793434A3-F9AC-E6F6-6A70-F744D97BC2AF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69" creationId="{2AEC2FBB-DA1E-82A3-167B-0AC9688BB7D8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70" creationId="{86581388-3743-819B-C7FC-1EF1FFD7D450}"/>
          </ac:inkMkLst>
        </pc:inkChg>
        <pc:cxnChg chg="add">
          <ac:chgData name="DOWTY, PETER (DNR)" userId="01cf875a-4e15-4928-8f93-7a0dfa1efb6b" providerId="ADAL" clId="{E9054DD1-CDF4-4BE2-A4C5-BD4B0395A89E}" dt="2026-05-27T18:50:14.393" v="8055" actId="11529"/>
          <ac:cxnSpMkLst>
            <pc:docMk/>
            <pc:sldMk cId="1516653873" sldId="293"/>
            <ac:cxnSpMk id="4" creationId="{61DCB009-B2E8-6B02-0883-D2343377C5F7}"/>
          </ac:cxnSpMkLst>
        </pc:cxnChg>
        <pc:cxnChg chg="add mod">
          <ac:chgData name="DOWTY, PETER (DNR)" userId="01cf875a-4e15-4928-8f93-7a0dfa1efb6b" providerId="ADAL" clId="{E9054DD1-CDF4-4BE2-A4C5-BD4B0395A89E}" dt="2026-05-27T18:50:19.585" v="8057" actId="1076"/>
          <ac:cxnSpMkLst>
            <pc:docMk/>
            <pc:sldMk cId="1516653873" sldId="293"/>
            <ac:cxnSpMk id="6" creationId="{F41871AF-B70B-59EF-FA7A-B221090CE401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6T17:32:36.808" v="6637" actId="1076"/>
        <pc:sldMkLst>
          <pc:docMk/>
          <pc:sldMk cId="3137760217" sldId="294"/>
        </pc:sldMkLst>
        <pc:spChg chg="add mod">
          <ac:chgData name="DOWTY, PETER (DNR)" userId="01cf875a-4e15-4928-8f93-7a0dfa1efb6b" providerId="ADAL" clId="{E9054DD1-CDF4-4BE2-A4C5-BD4B0395A89E}" dt="2026-05-21T15:52:15.823" v="6085" actId="164"/>
          <ac:spMkLst>
            <pc:docMk/>
            <pc:sldMk cId="3137760217" sldId="294"/>
            <ac:spMk id="2" creationId="{B134718F-EE89-7D7B-9964-B49EFD85EBAC}"/>
          </ac:spMkLst>
        </pc:spChg>
        <pc:spChg chg="add mod">
          <ac:chgData name="DOWTY, PETER (DNR)" userId="01cf875a-4e15-4928-8f93-7a0dfa1efb6b" providerId="ADAL" clId="{E9054DD1-CDF4-4BE2-A4C5-BD4B0395A89E}" dt="2026-05-26T15:38:50.957" v="6382" actId="1076"/>
          <ac:spMkLst>
            <pc:docMk/>
            <pc:sldMk cId="3137760217" sldId="294"/>
            <ac:spMk id="3" creationId="{E00664B8-0EE8-FA63-99BA-03DB2A4D6386}"/>
          </ac:spMkLst>
        </pc:spChg>
        <pc:spChg chg="add mod">
          <ac:chgData name="DOWTY, PETER (DNR)" userId="01cf875a-4e15-4928-8f93-7a0dfa1efb6b" providerId="ADAL" clId="{E9054DD1-CDF4-4BE2-A4C5-BD4B0395A89E}" dt="2026-05-21T15:56:22.355" v="6132" actId="1076"/>
          <ac:spMkLst>
            <pc:docMk/>
            <pc:sldMk cId="3137760217" sldId="294"/>
            <ac:spMk id="5" creationId="{B28BC884-3196-29ED-E165-26704C084078}"/>
          </ac:spMkLst>
        </pc:spChg>
        <pc:spChg chg="add mod">
          <ac:chgData name="DOWTY, PETER (DNR)" userId="01cf875a-4e15-4928-8f93-7a0dfa1efb6b" providerId="ADAL" clId="{E9054DD1-CDF4-4BE2-A4C5-BD4B0395A89E}" dt="2026-05-26T17:29:28.242" v="6628" actId="14838"/>
          <ac:spMkLst>
            <pc:docMk/>
            <pc:sldMk cId="3137760217" sldId="294"/>
            <ac:spMk id="19" creationId="{50E64E10-69DE-2EC1-8837-50C3EB7E95F7}"/>
          </ac:spMkLst>
        </pc:spChg>
        <pc:spChg chg="add mod">
          <ac:chgData name="DOWTY, PETER (DNR)" userId="01cf875a-4e15-4928-8f93-7a0dfa1efb6b" providerId="ADAL" clId="{E9054DD1-CDF4-4BE2-A4C5-BD4B0395A89E}" dt="2026-05-21T15:55:17.580" v="6103" actId="13822"/>
          <ac:spMkLst>
            <pc:docMk/>
            <pc:sldMk cId="3137760217" sldId="294"/>
            <ac:spMk id="20" creationId="{E6734159-12AB-2D7E-C2D0-B116396D5C59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1" creationId="{3BC74E12-4778-02BB-930D-7AC2F062A62C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2" creationId="{40872229-A51C-FE7C-162C-9C43FC1AF0ED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3" creationId="{40635CF4-2D28-464D-CE5E-918F8175A72B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24" creationId="{EA1FF177-C3C9-2367-A8A4-1E0AB33582E6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5" creationId="{D6359055-ACD2-0D0E-D881-441F5D0CDEEA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6" creationId="{D7A74A4C-774A-7613-65A2-C6BDFD02D843}"/>
          </ac:spMkLst>
        </pc:spChg>
        <pc:spChg chg="add mod">
          <ac:chgData name="DOWTY, PETER (DNR)" userId="01cf875a-4e15-4928-8f93-7a0dfa1efb6b" providerId="ADAL" clId="{E9054DD1-CDF4-4BE2-A4C5-BD4B0395A89E}" dt="2026-05-21T15:53:47.143" v="6097" actId="1076"/>
          <ac:spMkLst>
            <pc:docMk/>
            <pc:sldMk cId="3137760217" sldId="294"/>
            <ac:spMk id="27" creationId="{2F2F411E-C8E8-71EB-4C33-714F5E0E5968}"/>
          </ac:spMkLst>
        </pc:spChg>
        <pc:spChg chg="mod">
          <ac:chgData name="DOWTY, PETER (DNR)" userId="01cf875a-4e15-4928-8f93-7a0dfa1efb6b" providerId="ADAL" clId="{E9054DD1-CDF4-4BE2-A4C5-BD4B0395A89E}" dt="2026-05-21T15:56:02.753" v="6119"/>
          <ac:spMkLst>
            <pc:docMk/>
            <pc:sldMk cId="3137760217" sldId="294"/>
            <ac:spMk id="31" creationId="{CA8691F4-1E33-F858-7E63-5915C6478A44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32" creationId="{E3567D02-CF26-90EC-E2E0-800184435850}"/>
          </ac:spMkLst>
        </pc:spChg>
        <pc:spChg chg="add mod">
          <ac:chgData name="DOWTY, PETER (DNR)" userId="01cf875a-4e15-4928-8f93-7a0dfa1efb6b" providerId="ADAL" clId="{E9054DD1-CDF4-4BE2-A4C5-BD4B0395A89E}" dt="2026-05-21T15:58:20.561" v="6140" actId="208"/>
          <ac:spMkLst>
            <pc:docMk/>
            <pc:sldMk cId="3137760217" sldId="294"/>
            <ac:spMk id="34" creationId="{A44C3F92-5268-73FC-3294-A35097F97F85}"/>
          </ac:spMkLst>
        </pc:spChg>
        <pc:spChg chg="add mod">
          <ac:chgData name="DOWTY, PETER (DNR)" userId="01cf875a-4e15-4928-8f93-7a0dfa1efb6b" providerId="ADAL" clId="{E9054DD1-CDF4-4BE2-A4C5-BD4B0395A89E}" dt="2026-05-21T16:43:22.357" v="6168" actId="14100"/>
          <ac:spMkLst>
            <pc:docMk/>
            <pc:sldMk cId="3137760217" sldId="294"/>
            <ac:spMk id="38" creationId="{2702D7DB-8A6F-AA0E-B40F-761CDA98AA6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39" creationId="{E24B022A-A675-765D-523A-2C535A6FCD7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6" creationId="{2F3B2412-6332-B141-7E81-CB168B8FEBB1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7" creationId="{8293AC2A-3C9D-6416-3F6E-B313A3739727}"/>
          </ac:spMkLst>
        </pc:spChg>
        <pc:spChg chg="add mod">
          <ac:chgData name="DOWTY, PETER (DNR)" userId="01cf875a-4e15-4928-8f93-7a0dfa1efb6b" providerId="ADAL" clId="{E9054DD1-CDF4-4BE2-A4C5-BD4B0395A89E}" dt="2026-05-26T15:39:38.538" v="6414" actId="164"/>
          <ac:spMkLst>
            <pc:docMk/>
            <pc:sldMk cId="3137760217" sldId="294"/>
            <ac:spMk id="48" creationId="{7EAF76B7-9DFB-C3FB-1D2F-EC330DA364E0}"/>
          </ac:spMkLst>
        </pc:spChg>
        <pc:spChg chg="add mod">
          <ac:chgData name="DOWTY, PETER (DNR)" userId="01cf875a-4e15-4928-8f93-7a0dfa1efb6b" providerId="ADAL" clId="{E9054DD1-CDF4-4BE2-A4C5-BD4B0395A89E}" dt="2026-05-26T15:39:01.528" v="6389" actId="1076"/>
          <ac:spMkLst>
            <pc:docMk/>
            <pc:sldMk cId="3137760217" sldId="294"/>
            <ac:spMk id="49" creationId="{4568410C-5FEA-5669-2B4A-4877D5B5BC08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2" creationId="{9873C52E-2678-84E5-5798-B00A5099C16B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3" creationId="{12C9712A-09C2-0CE0-D373-390A95A56510}"/>
          </ac:spMkLst>
        </pc:spChg>
        <pc:spChg chg="mod">
          <ac:chgData name="DOWTY, PETER (DNR)" userId="01cf875a-4e15-4928-8f93-7a0dfa1efb6b" providerId="ADAL" clId="{E9054DD1-CDF4-4BE2-A4C5-BD4B0395A89E}" dt="2026-05-26T15:41:25.930" v="6422" actId="1037"/>
          <ac:spMkLst>
            <pc:docMk/>
            <pc:sldMk cId="3137760217" sldId="294"/>
            <ac:spMk id="54" creationId="{3DBC4B05-F365-8323-BE06-9B181347C59D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55" creationId="{6E9F643B-C2AE-08FC-6C6F-1105EBBAF0D2}"/>
          </ac:spMkLst>
        </pc:spChg>
        <pc:spChg chg="add mod">
          <ac:chgData name="DOWTY, PETER (DNR)" userId="01cf875a-4e15-4928-8f93-7a0dfa1efb6b" providerId="ADAL" clId="{E9054DD1-CDF4-4BE2-A4C5-BD4B0395A89E}" dt="2026-05-26T15:42:21.973" v="6442" actId="20577"/>
          <ac:spMkLst>
            <pc:docMk/>
            <pc:sldMk cId="3137760217" sldId="294"/>
            <ac:spMk id="59" creationId="{CD20B05F-4A71-DF8E-887A-95605EF55C4B}"/>
          </ac:spMkLst>
        </pc:spChg>
        <pc:spChg chg="add mod">
          <ac:chgData name="DOWTY, PETER (DNR)" userId="01cf875a-4e15-4928-8f93-7a0dfa1efb6b" providerId="ADAL" clId="{E9054DD1-CDF4-4BE2-A4C5-BD4B0395A89E}" dt="2026-05-26T17:31:48.556" v="6636" actId="206"/>
          <ac:spMkLst>
            <pc:docMk/>
            <pc:sldMk cId="3137760217" sldId="294"/>
            <ac:spMk id="60" creationId="{645FA35C-81B7-C844-50E1-D16F3CCEBCA6}"/>
          </ac:spMkLst>
        </pc:spChg>
        <pc:grpChg chg="add mod">
          <ac:chgData name="DOWTY, PETER (DNR)" userId="01cf875a-4e15-4928-8f93-7a0dfa1efb6b" providerId="ADAL" clId="{E9054DD1-CDF4-4BE2-A4C5-BD4B0395A89E}" dt="2026-05-21T15:56:06.411" v="6121" actId="1076"/>
          <ac:grpSpMkLst>
            <pc:docMk/>
            <pc:sldMk cId="3137760217" sldId="294"/>
            <ac:grpSpMk id="6" creationId="{F3101747-862E-4F85-120C-BA6E604F6393}"/>
          </ac:grpSpMkLst>
        </pc:grpChg>
        <pc:grpChg chg="add mod">
          <ac:chgData name="DOWTY, PETER (DNR)" userId="01cf875a-4e15-4928-8f93-7a0dfa1efb6b" providerId="ADAL" clId="{E9054DD1-CDF4-4BE2-A4C5-BD4B0395A89E}" dt="2026-05-21T15:52:29.129" v="6088" actId="1076"/>
          <ac:grpSpMkLst>
            <pc:docMk/>
            <pc:sldMk cId="3137760217" sldId="294"/>
            <ac:grpSpMk id="28" creationId="{8F8192A6-DF25-A932-8284-700F6C27829D}"/>
          </ac:grpSpMkLst>
        </pc:grpChg>
        <pc:grpChg chg="add mod">
          <ac:chgData name="DOWTY, PETER (DNR)" userId="01cf875a-4e15-4928-8f93-7a0dfa1efb6b" providerId="ADAL" clId="{E9054DD1-CDF4-4BE2-A4C5-BD4B0395A89E}" dt="2026-05-26T17:30:08.767" v="6629" actId="1076"/>
          <ac:grpSpMkLst>
            <pc:docMk/>
            <pc:sldMk cId="3137760217" sldId="294"/>
            <ac:grpSpMk id="29" creationId="{6DB71DC7-7118-B4B1-7219-DAA6A06FCA96}"/>
          </ac:grpSpMkLst>
        </pc:grpChg>
        <pc:grpChg chg="add mod">
          <ac:chgData name="DOWTY, PETER (DNR)" userId="01cf875a-4e15-4928-8f93-7a0dfa1efb6b" providerId="ADAL" clId="{E9054DD1-CDF4-4BE2-A4C5-BD4B0395A89E}" dt="2026-05-21T15:57:40.110" v="6137" actId="1076"/>
          <ac:grpSpMkLst>
            <pc:docMk/>
            <pc:sldMk cId="3137760217" sldId="294"/>
            <ac:grpSpMk id="33" creationId="{0353F0D7-4B6D-F8F9-4989-BB4ADCCDCBAB}"/>
          </ac:grpSpMkLst>
        </pc:grpChg>
        <pc:grpChg chg="add mod">
          <ac:chgData name="DOWTY, PETER (DNR)" userId="01cf875a-4e15-4928-8f93-7a0dfa1efb6b" providerId="ADAL" clId="{E9054DD1-CDF4-4BE2-A4C5-BD4B0395A89E}" dt="2026-05-26T15:39:38.538" v="6414" actId="164"/>
          <ac:grpSpMkLst>
            <pc:docMk/>
            <pc:sldMk cId="3137760217" sldId="294"/>
            <ac:grpSpMk id="50" creationId="{58CDBD78-4062-0F59-983A-FA16B7513AFB}"/>
          </ac:grpSpMkLst>
        </pc:grpChg>
        <pc:grpChg chg="add mod">
          <ac:chgData name="DOWTY, PETER (DNR)" userId="01cf875a-4e15-4928-8f93-7a0dfa1efb6b" providerId="ADAL" clId="{E9054DD1-CDF4-4BE2-A4C5-BD4B0395A89E}" dt="2026-05-26T15:41:37.113" v="6423" actId="164"/>
          <ac:grpSpMkLst>
            <pc:docMk/>
            <pc:sldMk cId="3137760217" sldId="294"/>
            <ac:grpSpMk id="51" creationId="{0E273E75-D0F8-8F52-3263-750ED1C52F6A}"/>
          </ac:grpSpMkLst>
        </pc:grpChg>
        <pc:grpChg chg="add mod">
          <ac:chgData name="DOWTY, PETER (DNR)" userId="01cf875a-4e15-4928-8f93-7a0dfa1efb6b" providerId="ADAL" clId="{E9054DD1-CDF4-4BE2-A4C5-BD4B0395A89E}" dt="2026-05-26T15:42:10.287" v="6431" actId="1076"/>
          <ac:grpSpMkLst>
            <pc:docMk/>
            <pc:sldMk cId="3137760217" sldId="294"/>
            <ac:grpSpMk id="56" creationId="{129AD650-A266-0613-1AEA-7DE2AFA90F23}"/>
          </ac:grpSpMkLst>
        </pc:grpChg>
        <pc:picChg chg="add mod modCrop">
          <ac:chgData name="DOWTY, PETER (DNR)" userId="01cf875a-4e15-4928-8f93-7a0dfa1efb6b" providerId="ADAL" clId="{E9054DD1-CDF4-4BE2-A4C5-BD4B0395A89E}" dt="2026-05-21T14:48:31.425" v="5968" actId="164"/>
          <ac:picMkLst>
            <pc:docMk/>
            <pc:sldMk cId="3137760217" sldId="294"/>
            <ac:picMk id="4" creationId="{D12E1E05-4744-C028-3A6F-3B9BD64EADD7}"/>
          </ac:picMkLst>
        </pc:picChg>
        <pc:picChg chg="add mod">
          <ac:chgData name="DOWTY, PETER (DNR)" userId="01cf875a-4e15-4928-8f93-7a0dfa1efb6b" providerId="ADAL" clId="{E9054DD1-CDF4-4BE2-A4C5-BD4B0395A89E}" dt="2026-05-21T15:45:03.844" v="5998" actId="1076"/>
          <ac:picMkLst>
            <pc:docMk/>
            <pc:sldMk cId="3137760217" sldId="294"/>
            <ac:picMk id="7" creationId="{EEEE1603-DB40-7511-6449-881EB9B22359}"/>
          </ac:picMkLst>
        </pc:picChg>
        <pc:picChg chg="add mod">
          <ac:chgData name="DOWTY, PETER (DNR)" userId="01cf875a-4e15-4928-8f93-7a0dfa1efb6b" providerId="ADAL" clId="{E9054DD1-CDF4-4BE2-A4C5-BD4B0395A89E}" dt="2026-05-21T15:53:24.040" v="6095" actId="1036"/>
          <ac:picMkLst>
            <pc:docMk/>
            <pc:sldMk cId="3137760217" sldId="294"/>
            <ac:picMk id="8" creationId="{6A0AFBB5-2D8D-60C1-5F39-C3E32D61F050}"/>
          </ac:picMkLst>
        </pc:picChg>
        <pc:picChg chg="add mod">
          <ac:chgData name="DOWTY, PETER (DNR)" userId="01cf875a-4e15-4928-8f93-7a0dfa1efb6b" providerId="ADAL" clId="{E9054DD1-CDF4-4BE2-A4C5-BD4B0395A89E}" dt="2026-05-26T17:28:47.724" v="6625" actId="1076"/>
          <ac:picMkLst>
            <pc:docMk/>
            <pc:sldMk cId="3137760217" sldId="294"/>
            <ac:picMk id="9" creationId="{0D674816-2260-DD99-F511-493CB739DBAB}"/>
          </ac:picMkLst>
        </pc:picChg>
        <pc:picChg chg="add mod">
          <ac:chgData name="DOWTY, PETER (DNR)" userId="01cf875a-4e15-4928-8f93-7a0dfa1efb6b" providerId="ADAL" clId="{E9054DD1-CDF4-4BE2-A4C5-BD4B0395A89E}" dt="2026-05-26T17:32:36.808" v="6637" actId="1076"/>
          <ac:picMkLst>
            <pc:docMk/>
            <pc:sldMk cId="3137760217" sldId="294"/>
            <ac:picMk id="10" creationId="{220B7CA8-A3CE-72D1-58F6-8EA4571229DD}"/>
          </ac:picMkLst>
        </pc:picChg>
        <pc:picChg chg="add mod">
          <ac:chgData name="DOWTY, PETER (DNR)" userId="01cf875a-4e15-4928-8f93-7a0dfa1efb6b" providerId="ADAL" clId="{E9054DD1-CDF4-4BE2-A4C5-BD4B0395A89E}" dt="2026-05-26T15:42:02.730" v="6428" actId="1076"/>
          <ac:picMkLst>
            <pc:docMk/>
            <pc:sldMk cId="3137760217" sldId="294"/>
            <ac:picMk id="11" creationId="{FE7EC4B1-B1ED-64EC-FA7B-BBEBB2265C83}"/>
          </ac:picMkLst>
        </pc:picChg>
        <pc:picChg chg="add mod">
          <ac:chgData name="DOWTY, PETER (DNR)" userId="01cf875a-4e15-4928-8f93-7a0dfa1efb6b" providerId="ADAL" clId="{E9054DD1-CDF4-4BE2-A4C5-BD4B0395A89E}" dt="2026-05-26T15:39:38.538" v="6414" actId="164"/>
          <ac:picMkLst>
            <pc:docMk/>
            <pc:sldMk cId="3137760217" sldId="294"/>
            <ac:picMk id="12" creationId="{D67AB13A-9A37-59A0-4906-F61984A7FDFE}"/>
          </ac:picMkLst>
        </pc:picChg>
        <pc:picChg chg="mod">
          <ac:chgData name="DOWTY, PETER (DNR)" userId="01cf875a-4e15-4928-8f93-7a0dfa1efb6b" providerId="ADAL" clId="{E9054DD1-CDF4-4BE2-A4C5-BD4B0395A89E}" dt="2026-05-21T15:56:02.753" v="6119"/>
          <ac:picMkLst>
            <pc:docMk/>
            <pc:sldMk cId="3137760217" sldId="294"/>
            <ac:picMk id="30" creationId="{8E93E1A1-8879-B0A3-8A76-3BE824826618}"/>
          </ac:picMkLst>
        </pc:picChg>
        <pc:cxnChg chg="add">
          <ac:chgData name="DOWTY, PETER (DNR)" userId="01cf875a-4e15-4928-8f93-7a0dfa1efb6b" providerId="ADAL" clId="{E9054DD1-CDF4-4BE2-A4C5-BD4B0395A89E}" dt="2026-05-21T16:43:01.239" v="6155" actId="11529"/>
          <ac:cxnSpMkLst>
            <pc:docMk/>
            <pc:sldMk cId="3137760217" sldId="294"/>
            <ac:cxnSpMk id="13" creationId="{756D3D5C-BC88-1359-D0EA-68CB7F35103B}"/>
          </ac:cxnSpMkLst>
        </pc:cxnChg>
        <pc:cxnChg chg="add mod">
          <ac:chgData name="DOWTY, PETER (DNR)" userId="01cf875a-4e15-4928-8f93-7a0dfa1efb6b" providerId="ADAL" clId="{E9054DD1-CDF4-4BE2-A4C5-BD4B0395A89E}" dt="2026-05-21T16:43:12.188" v="6165" actId="1076"/>
          <ac:cxnSpMkLst>
            <pc:docMk/>
            <pc:sldMk cId="3137760217" sldId="294"/>
            <ac:cxnSpMk id="14" creationId="{61979E4A-A556-7951-FC73-FFD729B2C866}"/>
          </ac:cxnSpMkLst>
        </pc:cxnChg>
        <pc:cxnChg chg="add mod">
          <ac:chgData name="DOWTY, PETER (DNR)" userId="01cf875a-4e15-4928-8f93-7a0dfa1efb6b" providerId="ADAL" clId="{E9054DD1-CDF4-4BE2-A4C5-BD4B0395A89E}" dt="2026-05-21T16:43:25.557" v="6169" actId="1076"/>
          <ac:cxnSpMkLst>
            <pc:docMk/>
            <pc:sldMk cId="3137760217" sldId="294"/>
            <ac:cxnSpMk id="15" creationId="{F60E2780-5C2A-215A-CB0F-6F48694F3FDC}"/>
          </ac:cxnSpMkLst>
        </pc:cxnChg>
        <pc:cxnChg chg="add mod">
          <ac:chgData name="DOWTY, PETER (DNR)" userId="01cf875a-4e15-4928-8f93-7a0dfa1efb6b" providerId="ADAL" clId="{E9054DD1-CDF4-4BE2-A4C5-BD4B0395A89E}" dt="2026-05-21T16:43:28.899" v="6170" actId="1076"/>
          <ac:cxnSpMkLst>
            <pc:docMk/>
            <pc:sldMk cId="3137760217" sldId="294"/>
            <ac:cxnSpMk id="16" creationId="{520E3C48-F418-3575-0267-9DFEE9037BBC}"/>
          </ac:cxnSpMkLst>
        </pc:cxnChg>
        <pc:cxnChg chg="add mod">
          <ac:chgData name="DOWTY, PETER (DNR)" userId="01cf875a-4e15-4928-8f93-7a0dfa1efb6b" providerId="ADAL" clId="{E9054DD1-CDF4-4BE2-A4C5-BD4B0395A89E}" dt="2026-05-21T16:43:32.415" v="6171" actId="1076"/>
          <ac:cxnSpMkLst>
            <pc:docMk/>
            <pc:sldMk cId="3137760217" sldId="294"/>
            <ac:cxnSpMk id="17" creationId="{13F73981-4942-DD03-6315-9E84CFB61C73}"/>
          </ac:cxnSpMkLst>
        </pc:cxnChg>
        <pc:cxnChg chg="add mod">
          <ac:chgData name="DOWTY, PETER (DNR)" userId="01cf875a-4e15-4928-8f93-7a0dfa1efb6b" providerId="ADAL" clId="{E9054DD1-CDF4-4BE2-A4C5-BD4B0395A89E}" dt="2026-05-21T16:43:36.934" v="6172" actId="1076"/>
          <ac:cxnSpMkLst>
            <pc:docMk/>
            <pc:sldMk cId="3137760217" sldId="294"/>
            <ac:cxnSpMk id="18" creationId="{1055998B-6C70-CC25-B677-0959D968F8E0}"/>
          </ac:cxnSpMkLst>
        </pc:cxnChg>
        <pc:cxnChg chg="add mod">
          <ac:chgData name="DOWTY, PETER (DNR)" userId="01cf875a-4e15-4928-8f93-7a0dfa1efb6b" providerId="ADAL" clId="{E9054DD1-CDF4-4BE2-A4C5-BD4B0395A89E}" dt="2026-05-26T15:42:00.753" v="6427" actId="14100"/>
          <ac:cxnSpMkLst>
            <pc:docMk/>
            <pc:sldMk cId="3137760217" sldId="294"/>
            <ac:cxnSpMk id="35" creationId="{3965779E-CE9A-7D3C-36BB-AD39A251597D}"/>
          </ac:cxnSpMkLst>
        </pc:cxnChg>
        <pc:cxnChg chg="add mod">
          <ac:chgData name="DOWTY, PETER (DNR)" userId="01cf875a-4e15-4928-8f93-7a0dfa1efb6b" providerId="ADAL" clId="{E9054DD1-CDF4-4BE2-A4C5-BD4B0395A89E}" dt="2026-05-26T15:42:08.627" v="6430" actId="14100"/>
          <ac:cxnSpMkLst>
            <pc:docMk/>
            <pc:sldMk cId="3137760217" sldId="294"/>
            <ac:cxnSpMk id="40" creationId="{411ED742-5BCE-B499-11B4-3CFEC5A3468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1" creationId="{17EBBDA1-4C4F-7984-A300-92E72F8124C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2" creationId="{19CD739E-F32E-544D-D337-ADB194B43956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3" creationId="{036741FD-476B-759D-2FED-E2777850F5E0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4" creationId="{ABC7DB07-711E-548C-97F6-40CD0974EAE2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5" creationId="{45842635-F08A-4173-D150-9FCCC35FD56B}"/>
          </ac:cxnSpMkLst>
        </pc:cxnChg>
      </pc:sldChg>
      <pc:sldChg chg="addSp delSp modSp new mod ord">
        <pc:chgData name="DOWTY, PETER (DNR)" userId="01cf875a-4e15-4928-8f93-7a0dfa1efb6b" providerId="ADAL" clId="{E9054DD1-CDF4-4BE2-A4C5-BD4B0395A89E}" dt="2026-05-28T23:46:45.839" v="8451"/>
        <pc:sldMkLst>
          <pc:docMk/>
          <pc:sldMk cId="3010123803" sldId="296"/>
        </pc:sldMkLst>
        <pc:picChg chg="add mod">
          <ac:chgData name="DOWTY, PETER (DNR)" userId="01cf875a-4e15-4928-8f93-7a0dfa1efb6b" providerId="ADAL" clId="{E9054DD1-CDF4-4BE2-A4C5-BD4B0395A89E}" dt="2026-05-27T16:20:40.973" v="8051" actId="1076"/>
          <ac:picMkLst>
            <pc:docMk/>
            <pc:sldMk cId="3010123803" sldId="296"/>
            <ac:picMk id="4" creationId="{894A5B59-8F2C-1B5A-39B8-99C93DCEECC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7T00:39:11.494" v="8047" actId="20577"/>
        <pc:sldMkLst>
          <pc:docMk/>
          <pc:sldMk cId="1255089842" sldId="297"/>
        </pc:sldMkLst>
        <pc:spChg chg="add mod">
          <ac:chgData name="DOWTY, PETER (DNR)" userId="01cf875a-4e15-4928-8f93-7a0dfa1efb6b" providerId="ADAL" clId="{E9054DD1-CDF4-4BE2-A4C5-BD4B0395A89E}" dt="2026-05-26T19:53:20.769" v="7207" actId="1076"/>
          <ac:spMkLst>
            <pc:docMk/>
            <pc:sldMk cId="1255089842" sldId="297"/>
            <ac:spMk id="3" creationId="{DE75D83F-9E23-FC8E-498C-37EC655C90A9}"/>
          </ac:spMkLst>
        </pc:spChg>
        <pc:graphicFrameChg chg="add mod modGraphic">
          <ac:chgData name="DOWTY, PETER (DNR)" userId="01cf875a-4e15-4928-8f93-7a0dfa1efb6b" providerId="ADAL" clId="{E9054DD1-CDF4-4BE2-A4C5-BD4B0395A89E}" dt="2026-05-27T00:39:11.494" v="8047" actId="20577"/>
          <ac:graphicFrameMkLst>
            <pc:docMk/>
            <pc:sldMk cId="1255089842" sldId="297"/>
            <ac:graphicFrameMk id="2" creationId="{C796FDD3-C7D3-68F8-466C-2D112CBA8BC2}"/>
          </ac:graphicFrameMkLst>
        </pc:graphicFrameChg>
        <pc:graphicFrameChg chg="add mod modGraphic">
          <ac:chgData name="DOWTY, PETER (DNR)" userId="01cf875a-4e15-4928-8f93-7a0dfa1efb6b" providerId="ADAL" clId="{E9054DD1-CDF4-4BE2-A4C5-BD4B0395A89E}" dt="2026-05-27T00:26:57.119" v="7683" actId="20577"/>
          <ac:graphicFrameMkLst>
            <pc:docMk/>
            <pc:sldMk cId="1255089842" sldId="297"/>
            <ac:graphicFrameMk id="4" creationId="{5793BA27-B151-99C8-EDEF-AED9F5CC2BF6}"/>
          </ac:graphicFrameMkLst>
        </pc:graphicFrameChg>
      </pc:sldChg>
      <pc:sldChg chg="addSp modSp mod">
        <pc:chgData name="DOWTY, PETER (DNR)" userId="01cf875a-4e15-4928-8f93-7a0dfa1efb6b" providerId="ADAL" clId="{E9054DD1-CDF4-4BE2-A4C5-BD4B0395A89E}" dt="2026-05-29T00:28:52.536" v="9409" actId="403"/>
        <pc:sldMkLst>
          <pc:docMk/>
          <pc:sldMk cId="328240969" sldId="298"/>
        </pc:sldMkLst>
        <pc:spChg chg="mod">
          <ac:chgData name="DOWTY, PETER (DNR)" userId="01cf875a-4e15-4928-8f93-7a0dfa1efb6b" providerId="ADAL" clId="{E9054DD1-CDF4-4BE2-A4C5-BD4B0395A89E}" dt="2026-05-29T00:07:39.650" v="8453" actId="1076"/>
          <ac:spMkLst>
            <pc:docMk/>
            <pc:sldMk cId="328240969" sldId="298"/>
            <ac:spMk id="2" creationId="{E2B35271-9B14-F7F7-BAE4-48D90FADB80F}"/>
          </ac:spMkLst>
        </pc:spChg>
        <pc:spChg chg="add mod">
          <ac:chgData name="DOWTY, PETER (DNR)" userId="01cf875a-4e15-4928-8f93-7a0dfa1efb6b" providerId="ADAL" clId="{E9054DD1-CDF4-4BE2-A4C5-BD4B0395A89E}" dt="2026-05-29T00:28:52.536" v="9409" actId="403"/>
          <ac:spMkLst>
            <pc:docMk/>
            <pc:sldMk cId="328240969" sldId="298"/>
            <ac:spMk id="3" creationId="{DCB1F21C-8BFF-276D-9A4A-84E8D9D68B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9T15:19:08.803" v="10840" actId="20577"/>
        <pc:sldMkLst>
          <pc:docMk/>
          <pc:sldMk cId="1855335790" sldId="299"/>
        </pc:sldMkLst>
        <pc:spChg chg="add mod">
          <ac:chgData name="DOWTY, PETER (DNR)" userId="01cf875a-4e15-4928-8f93-7a0dfa1efb6b" providerId="ADAL" clId="{E9054DD1-CDF4-4BE2-A4C5-BD4B0395A89E}" dt="2026-05-29T15:19:08.803" v="10840" actId="20577"/>
          <ac:spMkLst>
            <pc:docMk/>
            <pc:sldMk cId="1855335790" sldId="299"/>
            <ac:spMk id="2" creationId="{91872E4C-457F-A6C4-D212-195D8EF99E6F}"/>
          </ac:spMkLst>
        </pc:spChg>
        <pc:spChg chg="add mod">
          <ac:chgData name="DOWTY, PETER (DNR)" userId="01cf875a-4e15-4928-8f93-7a0dfa1efb6b" providerId="ADAL" clId="{E9054DD1-CDF4-4BE2-A4C5-BD4B0395A89E}" dt="2026-05-29T14:46:29.265" v="10649" actId="20577"/>
          <ac:spMkLst>
            <pc:docMk/>
            <pc:sldMk cId="1855335790" sldId="299"/>
            <ac:spMk id="3" creationId="{BAB875C9-6FF0-341C-D10E-2D1DF71EBF1B}"/>
          </ac:spMkLst>
        </pc:spChg>
      </pc:sldChg>
      <pc:sldChg chg="addSp modSp add mod">
        <pc:chgData name="DOWTY, PETER (DNR)" userId="01cf875a-4e15-4928-8f93-7a0dfa1efb6b" providerId="ADAL" clId="{E9054DD1-CDF4-4BE2-A4C5-BD4B0395A89E}" dt="2026-06-01T23:45:27.037" v="11644" actId="20577"/>
        <pc:sldMkLst>
          <pc:docMk/>
          <pc:sldMk cId="3701697570" sldId="300"/>
        </pc:sldMkLst>
        <pc:spChg chg="add mod">
          <ac:chgData name="DOWTY, PETER (DNR)" userId="01cf875a-4e15-4928-8f93-7a0dfa1efb6b" providerId="ADAL" clId="{E9054DD1-CDF4-4BE2-A4C5-BD4B0395A89E}" dt="2026-05-29T14:20:42.919" v="9609" actId="1076"/>
          <ac:spMkLst>
            <pc:docMk/>
            <pc:sldMk cId="3701697570" sldId="300"/>
            <ac:spMk id="2" creationId="{4F8426A0-E49E-1138-20EC-D0BA380060CD}"/>
          </ac:spMkLst>
        </pc:spChg>
        <pc:spChg chg="add mod">
          <ac:chgData name="DOWTY, PETER (DNR)" userId="01cf875a-4e15-4928-8f93-7a0dfa1efb6b" providerId="ADAL" clId="{E9054DD1-CDF4-4BE2-A4C5-BD4B0395A89E}" dt="2026-05-29T14:20:55.224" v="9612" actId="14100"/>
          <ac:spMkLst>
            <pc:docMk/>
            <pc:sldMk cId="3701697570" sldId="300"/>
            <ac:spMk id="3" creationId="{57969FA4-EA39-C279-9D94-EBC1578B3C66}"/>
          </ac:spMkLst>
        </pc:spChg>
        <pc:spChg chg="add mod">
          <ac:chgData name="DOWTY, PETER (DNR)" userId="01cf875a-4e15-4928-8f93-7a0dfa1efb6b" providerId="ADAL" clId="{E9054DD1-CDF4-4BE2-A4C5-BD4B0395A89E}" dt="2026-05-29T14:26:49.353" v="9675" actId="14100"/>
          <ac:spMkLst>
            <pc:docMk/>
            <pc:sldMk cId="3701697570" sldId="300"/>
            <ac:spMk id="5" creationId="{1CDEFB59-D190-3B2B-55D8-2893B1669917}"/>
          </ac:spMkLst>
        </pc:spChg>
        <pc:spChg chg="add mod">
          <ac:chgData name="DOWTY, PETER (DNR)" userId="01cf875a-4e15-4928-8f93-7a0dfa1efb6b" providerId="ADAL" clId="{E9054DD1-CDF4-4BE2-A4C5-BD4B0395A89E}" dt="2026-05-29T14:26:59.006" v="9682" actId="20577"/>
          <ac:spMkLst>
            <pc:docMk/>
            <pc:sldMk cId="3701697570" sldId="300"/>
            <ac:spMk id="6" creationId="{5946A0F8-C3AF-0EDB-F8D4-19F02A1A6DB5}"/>
          </ac:spMkLst>
        </pc:spChg>
        <pc:spChg chg="add mod">
          <ac:chgData name="DOWTY, PETER (DNR)" userId="01cf875a-4e15-4928-8f93-7a0dfa1efb6b" providerId="ADAL" clId="{E9054DD1-CDF4-4BE2-A4C5-BD4B0395A89E}" dt="2026-06-01T16:01:13.987" v="11173" actId="1076"/>
          <ac:spMkLst>
            <pc:docMk/>
            <pc:sldMk cId="3701697570" sldId="300"/>
            <ac:spMk id="7" creationId="{FF40C092-55A9-27A3-75DD-75D8ADCCA058}"/>
          </ac:spMkLst>
        </pc:spChg>
        <pc:spChg chg="add mod">
          <ac:chgData name="DOWTY, PETER (DNR)" userId="01cf875a-4e15-4928-8f93-7a0dfa1efb6b" providerId="ADAL" clId="{E9054DD1-CDF4-4BE2-A4C5-BD4B0395A89E}" dt="2026-06-01T17:26:34.464" v="11241" actId="14838"/>
          <ac:spMkLst>
            <pc:docMk/>
            <pc:sldMk cId="3701697570" sldId="300"/>
            <ac:spMk id="8" creationId="{23BAEB87-20AC-A22D-70C4-7B754A122240}"/>
          </ac:spMkLst>
        </pc:spChg>
        <pc:spChg chg="add mod">
          <ac:chgData name="DOWTY, PETER (DNR)" userId="01cf875a-4e15-4928-8f93-7a0dfa1efb6b" providerId="ADAL" clId="{E9054DD1-CDF4-4BE2-A4C5-BD4B0395A89E}" dt="2026-06-01T17:30:01.302" v="11245" actId="20577"/>
          <ac:spMkLst>
            <pc:docMk/>
            <pc:sldMk cId="3701697570" sldId="300"/>
            <ac:spMk id="9" creationId="{369CE988-5AFE-5A19-CD5F-6D28FFA66A0F}"/>
          </ac:spMkLst>
        </pc:spChg>
        <pc:spChg chg="add mod">
          <ac:chgData name="DOWTY, PETER (DNR)" userId="01cf875a-4e15-4928-8f93-7a0dfa1efb6b" providerId="ADAL" clId="{E9054DD1-CDF4-4BE2-A4C5-BD4B0395A89E}" dt="2026-06-01T17:30:51.395" v="11256" actId="1076"/>
          <ac:spMkLst>
            <pc:docMk/>
            <pc:sldMk cId="3701697570" sldId="300"/>
            <ac:spMk id="10" creationId="{5BAEF0B5-BD97-6BDA-5D25-5677C29B3F49}"/>
          </ac:spMkLst>
        </pc:spChg>
        <pc:spChg chg="add mod">
          <ac:chgData name="DOWTY, PETER (DNR)" userId="01cf875a-4e15-4928-8f93-7a0dfa1efb6b" providerId="ADAL" clId="{E9054DD1-CDF4-4BE2-A4C5-BD4B0395A89E}" dt="2026-06-01T17:59:31.913" v="11290" actId="14838"/>
          <ac:spMkLst>
            <pc:docMk/>
            <pc:sldMk cId="3701697570" sldId="300"/>
            <ac:spMk id="11" creationId="{83375011-D077-BBF6-2DE0-41D8989B0F52}"/>
          </ac:spMkLst>
        </pc:spChg>
        <pc:spChg chg="add mod">
          <ac:chgData name="DOWTY, PETER (DNR)" userId="01cf875a-4e15-4928-8f93-7a0dfa1efb6b" providerId="ADAL" clId="{E9054DD1-CDF4-4BE2-A4C5-BD4B0395A89E}" dt="2026-06-01T18:04:17.600" v="11305" actId="1076"/>
          <ac:spMkLst>
            <pc:docMk/>
            <pc:sldMk cId="3701697570" sldId="300"/>
            <ac:spMk id="12" creationId="{6D0F4D1D-57DF-6BE7-9E83-188172B6B6C8}"/>
          </ac:spMkLst>
        </pc:spChg>
        <pc:spChg chg="add mod">
          <ac:chgData name="DOWTY, PETER (DNR)" userId="01cf875a-4e15-4928-8f93-7a0dfa1efb6b" providerId="ADAL" clId="{E9054DD1-CDF4-4BE2-A4C5-BD4B0395A89E}" dt="2026-06-01T18:07:45.400" v="11309" actId="1076"/>
          <ac:spMkLst>
            <pc:docMk/>
            <pc:sldMk cId="3701697570" sldId="300"/>
            <ac:spMk id="13" creationId="{F91C2B01-AC12-764B-79EF-A7F257C71872}"/>
          </ac:spMkLst>
        </pc:spChg>
        <pc:spChg chg="add mod">
          <ac:chgData name="DOWTY, PETER (DNR)" userId="01cf875a-4e15-4928-8f93-7a0dfa1efb6b" providerId="ADAL" clId="{E9054DD1-CDF4-4BE2-A4C5-BD4B0395A89E}" dt="2026-06-01T17:31:17.023" v="11263" actId="1036"/>
          <ac:spMkLst>
            <pc:docMk/>
            <pc:sldMk cId="3701697570" sldId="300"/>
            <ac:spMk id="14" creationId="{36971DE4-4CBD-EDE4-3ACD-C3124D509FC7}"/>
          </ac:spMkLst>
        </pc:spChg>
        <pc:spChg chg="add mod">
          <ac:chgData name="DOWTY, PETER (DNR)" userId="01cf875a-4e15-4928-8f93-7a0dfa1efb6b" providerId="ADAL" clId="{E9054DD1-CDF4-4BE2-A4C5-BD4B0395A89E}" dt="2026-06-01T18:07:48.861" v="11310" actId="1076"/>
          <ac:spMkLst>
            <pc:docMk/>
            <pc:sldMk cId="3701697570" sldId="300"/>
            <ac:spMk id="15" creationId="{B7F15C5C-AFCA-0BF5-6390-4DFB21D63651}"/>
          </ac:spMkLst>
        </pc:spChg>
        <pc:spChg chg="add mod">
          <ac:chgData name="DOWTY, PETER (DNR)" userId="01cf875a-4e15-4928-8f93-7a0dfa1efb6b" providerId="ADAL" clId="{E9054DD1-CDF4-4BE2-A4C5-BD4B0395A89E}" dt="2026-06-01T18:03:21.164" v="11293"/>
          <ac:spMkLst>
            <pc:docMk/>
            <pc:sldMk cId="3701697570" sldId="300"/>
            <ac:spMk id="16" creationId="{C5933EC5-69EF-7FC7-59B8-85038D3ADA01}"/>
          </ac:spMkLst>
        </pc:spChg>
        <pc:spChg chg="add mod">
          <ac:chgData name="DOWTY, PETER (DNR)" userId="01cf875a-4e15-4928-8f93-7a0dfa1efb6b" providerId="ADAL" clId="{E9054DD1-CDF4-4BE2-A4C5-BD4B0395A89E}" dt="2026-06-01T18:03:21.434" v="11294"/>
          <ac:spMkLst>
            <pc:docMk/>
            <pc:sldMk cId="3701697570" sldId="300"/>
            <ac:spMk id="17" creationId="{A3B115F8-9203-A430-CF7F-1A8381EF855E}"/>
          </ac:spMkLst>
        </pc:spChg>
        <pc:spChg chg="add mod">
          <ac:chgData name="DOWTY, PETER (DNR)" userId="01cf875a-4e15-4928-8f93-7a0dfa1efb6b" providerId="ADAL" clId="{E9054DD1-CDF4-4BE2-A4C5-BD4B0395A89E}" dt="2026-06-01T18:03:46.537" v="11300" actId="1076"/>
          <ac:spMkLst>
            <pc:docMk/>
            <pc:sldMk cId="3701697570" sldId="300"/>
            <ac:spMk id="18" creationId="{C423B364-AC14-8AD7-03A8-B3B4D4B0E489}"/>
          </ac:spMkLst>
        </pc:spChg>
        <pc:spChg chg="add mod">
          <ac:chgData name="DOWTY, PETER (DNR)" userId="01cf875a-4e15-4928-8f93-7a0dfa1efb6b" providerId="ADAL" clId="{E9054DD1-CDF4-4BE2-A4C5-BD4B0395A89E}" dt="2026-06-01T23:45:27.037" v="11644" actId="20577"/>
          <ac:spMkLst>
            <pc:docMk/>
            <pc:sldMk cId="3701697570" sldId="300"/>
            <ac:spMk id="19" creationId="{22C398EC-3790-1A26-0CF3-C81C936DFD9B}"/>
          </ac:spMkLst>
        </pc:spChg>
        <pc:picChg chg="mod modCrop">
          <ac:chgData name="DOWTY, PETER (DNR)" userId="01cf875a-4e15-4928-8f93-7a0dfa1efb6b" providerId="ADAL" clId="{E9054DD1-CDF4-4BE2-A4C5-BD4B0395A89E}" dt="2026-05-29T14:24:02.342" v="9667" actId="1076"/>
          <ac:picMkLst>
            <pc:docMk/>
            <pc:sldMk cId="3701697570" sldId="300"/>
            <ac:picMk id="4" creationId="{A4994006-6A44-A169-2456-160DCB237C7F}"/>
          </ac:picMkLst>
        </pc:picChg>
      </pc:sldChg>
      <pc:sldChg chg="addSp delSp modSp new mod">
        <pc:chgData name="DOWTY, PETER (DNR)" userId="01cf875a-4e15-4928-8f93-7a0dfa1efb6b" providerId="ADAL" clId="{E9054DD1-CDF4-4BE2-A4C5-BD4B0395A89E}" dt="2026-06-02T23:21:48.764" v="12080" actId="1076"/>
        <pc:sldMkLst>
          <pc:docMk/>
          <pc:sldMk cId="1835506812" sldId="301"/>
        </pc:sldMkLst>
        <pc:spChg chg="mod">
          <ac:chgData name="DOWTY, PETER (DNR)" userId="01cf875a-4e15-4928-8f93-7a0dfa1efb6b" providerId="ADAL" clId="{E9054DD1-CDF4-4BE2-A4C5-BD4B0395A89E}" dt="2026-06-02T23:19:18.098" v="12063" actId="1076"/>
          <ac:spMkLst>
            <pc:docMk/>
            <pc:sldMk cId="1835506812" sldId="301"/>
            <ac:spMk id="2" creationId="{CA846F38-ADDD-FC79-D2D1-5792DE64D04C}"/>
          </ac:spMkLst>
        </pc:spChg>
        <pc:spChg chg="add del mod">
          <ac:chgData name="DOWTY, PETER (DNR)" userId="01cf875a-4e15-4928-8f93-7a0dfa1efb6b" providerId="ADAL" clId="{E9054DD1-CDF4-4BE2-A4C5-BD4B0395A89E}" dt="2026-06-02T00:10:41.166" v="11734" actId="478"/>
          <ac:spMkLst>
            <pc:docMk/>
            <pc:sldMk cId="1835506812" sldId="301"/>
            <ac:spMk id="3" creationId="{F3C4716F-4361-8103-5A71-D487AFBB02F3}"/>
          </ac:spMkLst>
        </pc:spChg>
        <pc:spChg chg="add del mod">
          <ac:chgData name="DOWTY, PETER (DNR)" userId="01cf875a-4e15-4928-8f93-7a0dfa1efb6b" providerId="ADAL" clId="{E9054DD1-CDF4-4BE2-A4C5-BD4B0395A89E}" dt="2026-06-02T00:10:44.517" v="11736" actId="478"/>
          <ac:spMkLst>
            <pc:docMk/>
            <pc:sldMk cId="1835506812" sldId="301"/>
            <ac:spMk id="4" creationId="{77C6C626-E9EC-A0B7-508E-3B3987BE3D71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5" creationId="{1CED1F09-6351-E795-E318-A20C479DCB53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6" creationId="{C57DAA61-636A-167A-BF10-D9C62AAE5ABF}"/>
          </ac:spMkLst>
        </pc:spChg>
        <pc:spChg chg="add mod">
          <ac:chgData name="DOWTY, PETER (DNR)" userId="01cf875a-4e15-4928-8f93-7a0dfa1efb6b" providerId="ADAL" clId="{E9054DD1-CDF4-4BE2-A4C5-BD4B0395A89E}" dt="2026-06-02T23:19:16.560" v="12062" actId="1076"/>
          <ac:spMkLst>
            <pc:docMk/>
            <pc:sldMk cId="1835506812" sldId="301"/>
            <ac:spMk id="7" creationId="{C097202F-5269-B3A1-9550-91B91B620E13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8" creationId="{BEF021BE-C797-2D88-A2DC-EC1C57124C11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9" creationId="{F63EF6BB-30C4-4646-80EE-00023B834A24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0" creationId="{AF2E4861-F20C-839A-F738-717D7645DDBB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2" creationId="{1C02C181-C779-4DB3-48EB-D9B5D2EB5829}"/>
          </ac:spMkLst>
        </pc:spChg>
        <pc:spChg chg="add mod">
          <ac:chgData name="DOWTY, PETER (DNR)" userId="01cf875a-4e15-4928-8f93-7a0dfa1efb6b" providerId="ADAL" clId="{E9054DD1-CDF4-4BE2-A4C5-BD4B0395A89E}" dt="2026-06-01T23:53:52.698" v="11674" actId="20577"/>
          <ac:spMkLst>
            <pc:docMk/>
            <pc:sldMk cId="1835506812" sldId="301"/>
            <ac:spMk id="13" creationId="{33F81F00-E7A6-4243-97DA-17CAA6DD8143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4" creationId="{9CDF2E68-DBC4-D65D-C845-DCC42B8E4DB8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5" creationId="{FE5B4845-0DBF-B970-33CE-C0B63C4338E5}"/>
          </ac:spMkLst>
        </pc:spChg>
        <pc:spChg chg="add mod">
          <ac:chgData name="DOWTY, PETER (DNR)" userId="01cf875a-4e15-4928-8f93-7a0dfa1efb6b" providerId="ADAL" clId="{E9054DD1-CDF4-4BE2-A4C5-BD4B0395A89E}" dt="2026-06-01T23:57:00.940" v="11679" actId="1076"/>
          <ac:spMkLst>
            <pc:docMk/>
            <pc:sldMk cId="1835506812" sldId="301"/>
            <ac:spMk id="16" creationId="{08034E2F-6BF4-32C2-75D8-B3B11F2AFCD7}"/>
          </ac:spMkLst>
        </pc:spChg>
        <pc:spChg chg="add mod">
          <ac:chgData name="DOWTY, PETER (DNR)" userId="01cf875a-4e15-4928-8f93-7a0dfa1efb6b" providerId="ADAL" clId="{E9054DD1-CDF4-4BE2-A4C5-BD4B0395A89E}" dt="2026-06-01T23:57:12.286" v="11680" actId="1076"/>
          <ac:spMkLst>
            <pc:docMk/>
            <pc:sldMk cId="1835506812" sldId="301"/>
            <ac:spMk id="17" creationId="{3C711E85-6069-1C4A-9783-72909BEE2CE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8" creationId="{CC194844-EC75-D7C1-2B11-5F77BA63552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9" creationId="{B8807046-6FF6-7FEB-80A8-A288A37AEAC8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0" creationId="{02CDAE73-7217-34BB-5F69-27329849BDB2}"/>
          </ac:spMkLst>
        </pc:spChg>
        <pc:spChg chg="add mod">
          <ac:chgData name="DOWTY, PETER (DNR)" userId="01cf875a-4e15-4928-8f93-7a0dfa1efb6b" providerId="ADAL" clId="{E9054DD1-CDF4-4BE2-A4C5-BD4B0395A89E}" dt="2026-06-01T23:48:54.639" v="11661" actId="552"/>
          <ac:spMkLst>
            <pc:docMk/>
            <pc:sldMk cId="1835506812" sldId="301"/>
            <ac:spMk id="21" creationId="{AFC53919-C338-F790-806D-00971349364F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2" creationId="{205546D8-0762-BE98-4083-21600FE46AF5}"/>
          </ac:spMkLst>
        </pc:spChg>
        <pc:spChg chg="add mod">
          <ac:chgData name="DOWTY, PETER (DNR)" userId="01cf875a-4e15-4928-8f93-7a0dfa1efb6b" providerId="ADAL" clId="{E9054DD1-CDF4-4BE2-A4C5-BD4B0395A89E}" dt="2026-06-01T23:48:54.639" v="11661" actId="552"/>
          <ac:spMkLst>
            <pc:docMk/>
            <pc:sldMk cId="1835506812" sldId="301"/>
            <ac:spMk id="23" creationId="{F1E87337-20FD-C8F0-87F2-A6980D388AE5}"/>
          </ac:spMkLst>
        </pc:spChg>
        <pc:spChg chg="add mod">
          <ac:chgData name="DOWTY, PETER (DNR)" userId="01cf875a-4e15-4928-8f93-7a0dfa1efb6b" providerId="ADAL" clId="{E9054DD1-CDF4-4BE2-A4C5-BD4B0395A89E}" dt="2026-06-02T15:13:01.717" v="11788" actId="1076"/>
          <ac:spMkLst>
            <pc:docMk/>
            <pc:sldMk cId="1835506812" sldId="301"/>
            <ac:spMk id="25" creationId="{2D9679E1-4BAC-BA48-C59A-257390CDC79F}"/>
          </ac:spMkLst>
        </pc:spChg>
        <pc:spChg chg="add mod">
          <ac:chgData name="DOWTY, PETER (DNR)" userId="01cf875a-4e15-4928-8f93-7a0dfa1efb6b" providerId="ADAL" clId="{E9054DD1-CDF4-4BE2-A4C5-BD4B0395A89E}" dt="2026-06-02T00:12:33.821" v="11740" actId="1076"/>
          <ac:spMkLst>
            <pc:docMk/>
            <pc:sldMk cId="1835506812" sldId="301"/>
            <ac:spMk id="26" creationId="{C0ABF959-5BC4-471A-54AD-ACA7AF7AF094}"/>
          </ac:spMkLst>
        </pc:spChg>
        <pc:spChg chg="add mod">
          <ac:chgData name="DOWTY, PETER (DNR)" userId="01cf875a-4e15-4928-8f93-7a0dfa1efb6b" providerId="ADAL" clId="{E9054DD1-CDF4-4BE2-A4C5-BD4B0395A89E}" dt="2026-06-02T15:14:08.781" v="11796" actId="20577"/>
          <ac:spMkLst>
            <pc:docMk/>
            <pc:sldMk cId="1835506812" sldId="301"/>
            <ac:spMk id="27" creationId="{BA03D427-46CE-A87E-7479-DB97639C94FE}"/>
          </ac:spMkLst>
        </pc:spChg>
        <pc:spChg chg="add mod">
          <ac:chgData name="DOWTY, PETER (DNR)" userId="01cf875a-4e15-4928-8f93-7a0dfa1efb6b" providerId="ADAL" clId="{E9054DD1-CDF4-4BE2-A4C5-BD4B0395A89E}" dt="2026-06-02T15:14:19.312" v="11802" actId="20577"/>
          <ac:spMkLst>
            <pc:docMk/>
            <pc:sldMk cId="1835506812" sldId="301"/>
            <ac:spMk id="28" creationId="{5E32C94E-F937-B57F-7394-72097CD9FD72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29" creationId="{042BF2F3-4CF6-0944-53D2-C766BDB236C6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0" creationId="{5EB3344F-1E47-7B91-09A1-81AD7247D778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1" creationId="{1CD8231A-1A62-26D7-A849-A406F6B9342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2" creationId="{2EBBC36A-8DB4-451A-9CF8-88561C17841B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3" creationId="{03494EC8-87B3-112F-7B4C-9687216B1468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4" creationId="{43C3F10B-430C-4A9B-C1BE-DAF99A70EFA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5" creationId="{B86E6CC8-5D07-6368-DA13-F6A7E149010F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6" creationId="{03A276EE-5199-3DD7-365D-649D9CDA7F46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37" creationId="{7D16656C-E0AF-B118-BCA5-7D46074F14E8}"/>
          </ac:spMkLst>
        </pc:spChg>
        <pc:spChg chg="add mod">
          <ac:chgData name="DOWTY, PETER (DNR)" userId="01cf875a-4e15-4928-8f93-7a0dfa1efb6b" providerId="ADAL" clId="{E9054DD1-CDF4-4BE2-A4C5-BD4B0395A89E}" dt="2026-06-01T23:46:14.419" v="11647" actId="1076"/>
          <ac:spMkLst>
            <pc:docMk/>
            <pc:sldMk cId="1835506812" sldId="301"/>
            <ac:spMk id="38" creationId="{06F082C8-39FD-7C61-B8FE-3590E4A25BB9}"/>
          </ac:spMkLst>
        </pc:spChg>
        <pc:spChg chg="add mod">
          <ac:chgData name="DOWTY, PETER (DNR)" userId="01cf875a-4e15-4928-8f93-7a0dfa1efb6b" providerId="ADAL" clId="{E9054DD1-CDF4-4BE2-A4C5-BD4B0395A89E}" dt="2026-06-01T23:50:00.704" v="11667" actId="20577"/>
          <ac:spMkLst>
            <pc:docMk/>
            <pc:sldMk cId="1835506812" sldId="301"/>
            <ac:spMk id="39" creationId="{038D1C5A-DC0D-09E2-625D-8934D2198D3C}"/>
          </ac:spMkLst>
        </pc:spChg>
        <pc:spChg chg="add mod">
          <ac:chgData name="DOWTY, PETER (DNR)" userId="01cf875a-4e15-4928-8f93-7a0dfa1efb6b" providerId="ADAL" clId="{E9054DD1-CDF4-4BE2-A4C5-BD4B0395A89E}" dt="2026-06-02T00:02:24.471" v="11682" actId="1076"/>
          <ac:spMkLst>
            <pc:docMk/>
            <pc:sldMk cId="1835506812" sldId="301"/>
            <ac:spMk id="40" creationId="{F9B41955-2698-27EF-DFB7-B9458D458BF2}"/>
          </ac:spMkLst>
        </pc:spChg>
        <pc:spChg chg="add mod">
          <ac:chgData name="DOWTY, PETER (DNR)" userId="01cf875a-4e15-4928-8f93-7a0dfa1efb6b" providerId="ADAL" clId="{E9054DD1-CDF4-4BE2-A4C5-BD4B0395A89E}" dt="2026-06-02T00:04:14.735" v="11687" actId="14100"/>
          <ac:spMkLst>
            <pc:docMk/>
            <pc:sldMk cId="1835506812" sldId="301"/>
            <ac:spMk id="41" creationId="{97E9ED0C-4867-CDF1-203C-119CBCCB9862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42" creationId="{4D05E129-6657-2B61-FC22-474CF742D166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43" creationId="{0E2418D5-12D6-28F3-284D-422D1EE108B1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4" creationId="{6DA6A340-2509-0F04-8EC5-1C1D48219A6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5" creationId="{A2B0DB32-DBDA-81A6-A337-D943C88AA08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6" creationId="{EEA2693D-4F80-B26D-B85F-2BEDECBC274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7" creationId="{7B93C9D5-1E81-E818-2949-2530223BC0EB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8" creationId="{E70E7CFD-7483-0DD7-79C5-A362416B9CA7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9" creationId="{1C2E54EB-245A-DC25-4BB6-C3C0454CF3A1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0" creationId="{10A2254F-AD7B-2E8A-A1E2-139507A26D1A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1" creationId="{EED36589-D173-4EA4-61A8-C34BE0ACB4B9}"/>
          </ac:spMkLst>
        </pc:spChg>
        <pc:spChg chg="add mod">
          <ac:chgData name="DOWTY, PETER (DNR)" userId="01cf875a-4e15-4928-8f93-7a0dfa1efb6b" providerId="ADAL" clId="{E9054DD1-CDF4-4BE2-A4C5-BD4B0395A89E}" dt="2026-06-02T00:20:00.284" v="11780" actId="20577"/>
          <ac:spMkLst>
            <pc:docMk/>
            <pc:sldMk cId="1835506812" sldId="301"/>
            <ac:spMk id="52" creationId="{C9290E5F-569F-61A5-6E7A-C4368AA99F54}"/>
          </ac:spMkLst>
        </pc:spChg>
        <pc:spChg chg="add mod">
          <ac:chgData name="DOWTY, PETER (DNR)" userId="01cf875a-4e15-4928-8f93-7a0dfa1efb6b" providerId="ADAL" clId="{E9054DD1-CDF4-4BE2-A4C5-BD4B0395A89E}" dt="2026-06-02T00:19:26.010" v="11779" actId="20577"/>
          <ac:spMkLst>
            <pc:docMk/>
            <pc:sldMk cId="1835506812" sldId="301"/>
            <ac:spMk id="53" creationId="{425D6CF1-3692-5F01-A863-1F90B0E95B38}"/>
          </ac:spMkLst>
        </pc:spChg>
        <pc:spChg chg="add mod">
          <ac:chgData name="DOWTY, PETER (DNR)" userId="01cf875a-4e15-4928-8f93-7a0dfa1efb6b" providerId="ADAL" clId="{E9054DD1-CDF4-4BE2-A4C5-BD4B0395A89E}" dt="2026-06-02T00:26:17.340" v="11782" actId="1076"/>
          <ac:spMkLst>
            <pc:docMk/>
            <pc:sldMk cId="1835506812" sldId="301"/>
            <ac:spMk id="54" creationId="{B9361667-2091-4FE8-BADA-38DFD9EF324F}"/>
          </ac:spMkLst>
        </pc:spChg>
        <pc:spChg chg="add mod">
          <ac:chgData name="DOWTY, PETER (DNR)" userId="01cf875a-4e15-4928-8f93-7a0dfa1efb6b" providerId="ADAL" clId="{E9054DD1-CDF4-4BE2-A4C5-BD4B0395A89E}" dt="2026-06-02T00:27:06.699" v="11784" actId="1076"/>
          <ac:spMkLst>
            <pc:docMk/>
            <pc:sldMk cId="1835506812" sldId="301"/>
            <ac:spMk id="55" creationId="{30FADCC8-FDAB-E84B-411A-8B6311D9D4E5}"/>
          </ac:spMkLst>
        </pc:spChg>
        <pc:spChg chg="add mod">
          <ac:chgData name="DOWTY, PETER (DNR)" userId="01cf875a-4e15-4928-8f93-7a0dfa1efb6b" providerId="ADAL" clId="{E9054DD1-CDF4-4BE2-A4C5-BD4B0395A89E}" dt="2026-06-02T00:28:08.596" v="11786" actId="20577"/>
          <ac:spMkLst>
            <pc:docMk/>
            <pc:sldMk cId="1835506812" sldId="301"/>
            <ac:spMk id="56" creationId="{E40E8C92-55CC-CBBB-5D85-3B438ADFBC18}"/>
          </ac:spMkLst>
        </pc:spChg>
        <pc:spChg chg="del">
          <ac:chgData name="DOWTY, PETER (DNR)" userId="01cf875a-4e15-4928-8f93-7a0dfa1efb6b" providerId="ADAL" clId="{E9054DD1-CDF4-4BE2-A4C5-BD4B0395A89E}" dt="2026-06-02T23:08:29.628" v="12024" actId="478"/>
          <ac:spMkLst>
            <pc:docMk/>
            <pc:sldMk cId="1835506812" sldId="301"/>
            <ac:spMk id="58" creationId="{70794671-7AA8-614B-5685-90E3D1392D27}"/>
          </ac:spMkLst>
        </pc:spChg>
        <pc:spChg chg="add mod">
          <ac:chgData name="DOWTY, PETER (DNR)" userId="01cf875a-4e15-4928-8f93-7a0dfa1efb6b" providerId="ADAL" clId="{E9054DD1-CDF4-4BE2-A4C5-BD4B0395A89E}" dt="2026-06-02T15:51:29.159" v="11893" actId="1076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63" creationId="{236A0260-4A8B-3F99-2C18-0B712A54B012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64" creationId="{E16AB1D7-E866-5271-7E44-C49EFC182B53}"/>
          </ac:spMkLst>
        </pc:spChg>
        <pc:spChg chg="add mod">
          <ac:chgData name="DOWTY, PETER (DNR)" userId="01cf875a-4e15-4928-8f93-7a0dfa1efb6b" providerId="ADAL" clId="{E9054DD1-CDF4-4BE2-A4C5-BD4B0395A89E}" dt="2026-06-02T22:17:49.933" v="11973" actId="1076"/>
          <ac:spMkLst>
            <pc:docMk/>
            <pc:sldMk cId="1835506812" sldId="301"/>
            <ac:spMk id="68" creationId="{B0841662-720A-5FE5-9844-B2D7F7BF1419}"/>
          </ac:spMkLst>
        </pc:spChg>
        <pc:spChg chg="add mod">
          <ac:chgData name="DOWTY, PETER (DNR)" userId="01cf875a-4e15-4928-8f93-7a0dfa1efb6b" providerId="ADAL" clId="{E9054DD1-CDF4-4BE2-A4C5-BD4B0395A89E}" dt="2026-06-02T23:05:32.203" v="12023" actId="1076"/>
          <ac:spMkLst>
            <pc:docMk/>
            <pc:sldMk cId="1835506812" sldId="301"/>
            <ac:spMk id="69" creationId="{932CC6CF-F0F5-3E85-F792-24F455C8A8B9}"/>
          </ac:spMkLst>
        </pc:spChg>
        <pc:spChg chg="add mod">
          <ac:chgData name="DOWTY, PETER (DNR)" userId="01cf875a-4e15-4928-8f93-7a0dfa1efb6b" providerId="ADAL" clId="{E9054DD1-CDF4-4BE2-A4C5-BD4B0395A89E}" dt="2026-06-02T22:18:47.650" v="11996" actId="20577"/>
          <ac:spMkLst>
            <pc:docMk/>
            <pc:sldMk cId="1835506812" sldId="301"/>
            <ac:spMk id="70" creationId="{FC65503B-189C-429D-108A-617AB44A93CE}"/>
          </ac:spMkLst>
        </pc:spChg>
        <pc:spChg chg="add mod">
          <ac:chgData name="DOWTY, PETER (DNR)" userId="01cf875a-4e15-4928-8f93-7a0dfa1efb6b" providerId="ADAL" clId="{E9054DD1-CDF4-4BE2-A4C5-BD4B0395A89E}" dt="2026-06-02T23:09:09.143" v="12032" actId="14100"/>
          <ac:spMkLst>
            <pc:docMk/>
            <pc:sldMk cId="1835506812" sldId="301"/>
            <ac:spMk id="71" creationId="{BA12BE36-ADE2-E38B-5909-E8790792C55C}"/>
          </ac:spMkLst>
        </pc:spChg>
        <pc:spChg chg="add del mod">
          <ac:chgData name="DOWTY, PETER (DNR)" userId="01cf875a-4e15-4928-8f93-7a0dfa1efb6b" providerId="ADAL" clId="{E9054DD1-CDF4-4BE2-A4C5-BD4B0395A89E}" dt="2026-06-02T23:18:43.477" v="12056" actId="478"/>
          <ac:spMkLst>
            <pc:docMk/>
            <pc:sldMk cId="1835506812" sldId="301"/>
            <ac:spMk id="72" creationId="{BA64A54E-F5EF-37F1-742C-B415CB679007}"/>
          </ac:spMkLst>
        </pc:spChg>
        <pc:spChg chg="add del mod">
          <ac:chgData name="DOWTY, PETER (DNR)" userId="01cf875a-4e15-4928-8f93-7a0dfa1efb6b" providerId="ADAL" clId="{E9054DD1-CDF4-4BE2-A4C5-BD4B0395A89E}" dt="2026-06-02T23:18:47.126" v="12057" actId="478"/>
          <ac:spMkLst>
            <pc:docMk/>
            <pc:sldMk cId="1835506812" sldId="301"/>
            <ac:spMk id="73" creationId="{E6C41559-A702-B311-4E52-325A19C36F15}"/>
          </ac:spMkLst>
        </pc:spChg>
        <pc:spChg chg="add del mod">
          <ac:chgData name="DOWTY, PETER (DNR)" userId="01cf875a-4e15-4928-8f93-7a0dfa1efb6b" providerId="ADAL" clId="{E9054DD1-CDF4-4BE2-A4C5-BD4B0395A89E}" dt="2026-06-02T23:15:57.632" v="12055" actId="478"/>
          <ac:spMkLst>
            <pc:docMk/>
            <pc:sldMk cId="1835506812" sldId="301"/>
            <ac:spMk id="76" creationId="{E166379F-8A94-302B-F10D-142876C6B410}"/>
          </ac:spMkLst>
        </pc:spChg>
        <pc:spChg chg="add mod">
          <ac:chgData name="DOWTY, PETER (DNR)" userId="01cf875a-4e15-4928-8f93-7a0dfa1efb6b" providerId="ADAL" clId="{E9054DD1-CDF4-4BE2-A4C5-BD4B0395A89E}" dt="2026-06-02T23:20:39.385" v="12069" actId="20577"/>
          <ac:spMkLst>
            <pc:docMk/>
            <pc:sldMk cId="1835506812" sldId="301"/>
            <ac:spMk id="77" creationId="{619B5D77-A214-239D-BEFB-BE8928806529}"/>
          </ac:spMkLst>
        </pc:spChg>
        <pc:spChg chg="add mod">
          <ac:chgData name="DOWTY, PETER (DNR)" userId="01cf875a-4e15-4928-8f93-7a0dfa1efb6b" providerId="ADAL" clId="{E9054DD1-CDF4-4BE2-A4C5-BD4B0395A89E}" dt="2026-06-02T23:20:49.671" v="12071" actId="1076"/>
          <ac:spMkLst>
            <pc:docMk/>
            <pc:sldMk cId="1835506812" sldId="301"/>
            <ac:spMk id="78" creationId="{76FBC816-53A8-AA48-4750-A91E06EA1753}"/>
          </ac:spMkLst>
        </pc:spChg>
        <pc:spChg chg="add mod">
          <ac:chgData name="DOWTY, PETER (DNR)" userId="01cf875a-4e15-4928-8f93-7a0dfa1efb6b" providerId="ADAL" clId="{E9054DD1-CDF4-4BE2-A4C5-BD4B0395A89E}" dt="2026-06-02T23:20:55.144" v="12073" actId="20577"/>
          <ac:spMkLst>
            <pc:docMk/>
            <pc:sldMk cId="1835506812" sldId="301"/>
            <ac:spMk id="79" creationId="{C6EF30A8-BE1F-9158-9A95-34FB0ADDCD04}"/>
          </ac:spMkLst>
        </pc:spChg>
        <pc:spChg chg="add mod">
          <ac:chgData name="DOWTY, PETER (DNR)" userId="01cf875a-4e15-4928-8f93-7a0dfa1efb6b" providerId="ADAL" clId="{E9054DD1-CDF4-4BE2-A4C5-BD4B0395A89E}" dt="2026-06-02T23:21:20.191" v="12078" actId="206"/>
          <ac:spMkLst>
            <pc:docMk/>
            <pc:sldMk cId="1835506812" sldId="301"/>
            <ac:spMk id="80" creationId="{7E51EC16-1C5E-02A9-78C8-712716F591FD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1" creationId="{5310AE6D-8ADF-9D00-09C7-486B12564722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2" creationId="{D0485799-8A5A-DC67-A24F-51A7C5F2E323}"/>
          </ac:spMkLst>
        </pc:spChg>
        <pc:cxnChg chg="add">
          <ac:chgData name="DOWTY, PETER (DNR)" userId="01cf875a-4e15-4928-8f93-7a0dfa1efb6b" providerId="ADAL" clId="{E9054DD1-CDF4-4BE2-A4C5-BD4B0395A89E}" dt="2026-06-02T15:14:35.006" v="11803" actId="11529"/>
          <ac:cxnSpMkLst>
            <pc:docMk/>
            <pc:sldMk cId="1835506812" sldId="301"/>
            <ac:cxnSpMk id="61" creationId="{86508DE1-7F13-D615-9196-8199CD7F7CC7}"/>
          </ac:cxnSpMkLst>
        </pc:cxnChg>
        <pc:cxnChg chg="add del mod">
          <ac:chgData name="DOWTY, PETER (DNR)" userId="01cf875a-4e15-4928-8f93-7a0dfa1efb6b" providerId="ADAL" clId="{E9054DD1-CDF4-4BE2-A4C5-BD4B0395A89E}" dt="2026-06-02T17:38:44.094" v="11966" actId="478"/>
          <ac:cxnSpMkLst>
            <pc:docMk/>
            <pc:sldMk cId="1835506812" sldId="301"/>
            <ac:cxnSpMk id="66" creationId="{1402B05D-4F55-DAEB-D368-E7D129F24BD7}"/>
          </ac:cxnSpMkLst>
        </pc:cxnChg>
        <pc:cxnChg chg="add del mod">
          <ac:chgData name="DOWTY, PETER (DNR)" userId="01cf875a-4e15-4928-8f93-7a0dfa1efb6b" providerId="ADAL" clId="{E9054DD1-CDF4-4BE2-A4C5-BD4B0395A89E}" dt="2026-06-02T17:29:18.211" v="11965" actId="478"/>
          <ac:cxnSpMkLst>
            <pc:docMk/>
            <pc:sldMk cId="1835506812" sldId="301"/>
            <ac:cxnSpMk id="67" creationId="{9E491CE3-F41A-296D-B740-94CC65EECAF0}"/>
          </ac:cxnSpMkLst>
        </pc:cxnChg>
        <pc:cxnChg chg="add del mod">
          <ac:chgData name="DOWTY, PETER (DNR)" userId="01cf875a-4e15-4928-8f93-7a0dfa1efb6b" providerId="ADAL" clId="{E9054DD1-CDF4-4BE2-A4C5-BD4B0395A89E}" dt="2026-06-02T23:19:02.772" v="12059" actId="478"/>
          <ac:cxnSpMkLst>
            <pc:docMk/>
            <pc:sldMk cId="1835506812" sldId="301"/>
            <ac:cxnSpMk id="75" creationId="{3BC72FBD-F1F7-F8C5-A8C3-81E47679312A}"/>
          </ac:cxnSpMkLst>
        </pc:cxnChg>
      </pc:sldChg>
    </pc:docChg>
  </pc:docChgLst>
  <pc:docChgLst>
    <pc:chgData name="Pete Dowty" userId="91aba14b6835b0ae" providerId="LiveId" clId="{19439AC1-6599-4CEB-9020-36158C74069D}"/>
    <pc:docChg chg="custSel addSld modSld">
      <pc:chgData name="Pete Dowty" userId="91aba14b6835b0ae" providerId="LiveId" clId="{19439AC1-6599-4CEB-9020-36158C74069D}" dt="2026-05-26T04:57:45.076" v="610"/>
      <pc:docMkLst>
        <pc:docMk/>
      </pc:docMkLst>
      <pc:sldChg chg="addSp delSp mod">
        <pc:chgData name="Pete Dowty" userId="91aba14b6835b0ae" providerId="LiveId" clId="{19439AC1-6599-4CEB-9020-36158C74069D}" dt="2026-05-26T04:53:54.789" v="492"/>
        <pc:sldMkLst>
          <pc:docMk/>
          <pc:sldMk cId="3033079533" sldId="284"/>
        </pc:sldMkLst>
        <pc:inkChg chg="add">
          <ac:chgData name="Pete Dowty" userId="91aba14b6835b0ae" providerId="LiveId" clId="{19439AC1-6599-4CEB-9020-36158C74069D}" dt="2026-05-26T04:46:04.210" v="197"/>
          <ac:inkMkLst>
            <pc:docMk/>
            <pc:sldMk cId="3033079533" sldId="284"/>
            <ac:inkMk id="2" creationId="{EF7EF6FC-0B34-19F0-D671-F0E2CD4E027E}"/>
          </ac:inkMkLst>
        </pc:inkChg>
        <pc:inkChg chg="add reco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51" creationId="{33673D9D-ED2A-C945-F219-B6DC2884B33F}"/>
          </ac:inkMkLst>
        </pc:inkChg>
        <pc:inkChg chg="add reco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60" creationId="{DB2525A3-213E-BC8A-1BF1-47DA66445BA4}"/>
          </ac:inkMkLst>
        </pc:inkChg>
        <pc:inkChg chg="add reco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8" creationId="{5B76EB32-8FDE-6DA8-A070-EDE5EB15E908}"/>
          </ac:inkMkLst>
        </pc:inkChg>
        <pc:inkChg chg="add reco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9" creationId="{96D2695B-F89F-809A-D002-97D1FBCDE90C}"/>
          </ac:inkMkLst>
        </pc:inkChg>
        <pc:inkChg chg="add reco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2" creationId="{632D2E11-F5AA-C68E-AA02-DDF93F87FB7E}"/>
          </ac:inkMkLst>
        </pc:inkChg>
        <pc:inkChg chg="add reco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5" creationId="{5936C0DA-772B-9AAF-C02F-A30CFC81BA6C}"/>
          </ac:inkMkLst>
        </pc:inkChg>
        <pc:inkChg chg="add">
          <ac:chgData name="Pete Dowty" userId="91aba14b6835b0ae" providerId="LiveId" clId="{19439AC1-6599-4CEB-9020-36158C74069D}" dt="2026-05-26T04:48:08.547" v="304"/>
          <ac:inkMkLst>
            <pc:docMk/>
            <pc:sldMk cId="3033079533" sldId="284"/>
            <ac:inkMk id="146" creationId="{A79762F6-5823-D3DC-77BE-B601C69D453E}"/>
          </ac:inkMkLst>
        </pc:inkChg>
        <pc:inkChg chg="add reco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5" creationId="{B715CA5E-4E2A-C1ED-99BC-98FB65C3D2FA}"/>
          </ac:inkMkLst>
        </pc:inkChg>
        <pc:inkChg chg="add">
          <ac:chgData name="Pete Dowty" userId="91aba14b6835b0ae" providerId="LiveId" clId="{19439AC1-6599-4CEB-9020-36158C74069D}" dt="2026-05-26T04:51:47.543" v="384"/>
          <ac:inkMkLst>
            <pc:docMk/>
            <pc:sldMk cId="3033079533" sldId="284"/>
            <ac:inkMk id="156" creationId="{9994EEA2-C239-2115-5BE7-9B88DA52647D}"/>
          </ac:inkMkLst>
        </pc:inkChg>
        <pc:inkChg chg="add reco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7" creationId="{46D24B9F-16F4-C4B5-4AB0-92EEBD57CC14}"/>
          </ac:inkMkLst>
        </pc:inkChg>
        <pc:inkChg chg="add reco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8" creationId="{18534EF2-400A-E1CB-54EA-3CB0AF133404}"/>
          </ac:inkMkLst>
        </pc:inkChg>
        <pc:inkChg chg="add">
          <ac:chgData name="Pete Dowty" userId="91aba14b6835b0ae" providerId="LiveId" clId="{19439AC1-6599-4CEB-9020-36158C74069D}" dt="2026-05-26T04:52:58.473" v="417"/>
          <ac:inkMkLst>
            <pc:docMk/>
            <pc:sldMk cId="3033079533" sldId="284"/>
            <ac:inkMk id="189" creationId="{1E90DB03-6ADE-3F1D-DE54-0AD7F937BCB6}"/>
          </ac:inkMkLst>
        </pc:inkChg>
        <pc:inkChg chg="add reco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201" creationId="{D3F5F030-D40C-321E-7E98-F74412228B07}"/>
          </ac:inkMkLst>
        </pc:inkChg>
        <pc:inkChg chg="add reco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10" creationId="{EBBD47D4-3D07-D008-4A49-E57DFDD93755}"/>
          </ac:inkMkLst>
        </pc:inkChg>
        <pc:inkChg chg="add reco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3" creationId="{F0888A54-CA7A-C220-F408-55F41BDA4553}"/>
          </ac:inkMkLst>
        </pc:inkChg>
        <pc:inkChg chg="add reco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8" creationId="{18C74F82-E9F1-0747-4738-A9D86434F44B}"/>
          </ac:inkMkLst>
        </pc:inkChg>
        <pc:inkChg chg="add reco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5" creationId="{4858183C-6BFB-729C-E47C-04E8B59D2A86}"/>
          </ac:inkMkLst>
        </pc:inkChg>
        <pc:inkChg chg="add reco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4" creationId="{30D0D90E-204A-85CE-063C-05939AAB44B1}"/>
          </ac:inkMkLst>
        </pc:inkChg>
      </pc:sldChg>
      <pc:sldChg chg="addSp delSp mod">
        <pc:chgData name="Pete Dowty" userId="91aba14b6835b0ae" providerId="LiveId" clId="{19439AC1-6599-4CEB-9020-36158C74069D}" dt="2026-05-26T04:31:30.189" v="196"/>
        <pc:sldMkLst>
          <pc:docMk/>
          <pc:sldMk cId="1516653873" sldId="293"/>
        </pc:sldMkLst>
        <pc:inkChg chg="add reco">
          <ac:chgData name="Pete Dowty" userId="91aba14b6835b0ae" providerId="LiveId" clId="{19439AC1-6599-4CEB-9020-36158C74069D}" dt="2026-05-26T04:24:58.963" v="5"/>
          <ac:inkMkLst>
            <pc:docMk/>
            <pc:sldMk cId="1516653873" sldId="293"/>
            <ac:inkMk id="8" creationId="{177AA5C4-47A3-76BA-01D3-0A81CCA782A7}"/>
          </ac:inkMkLst>
        </pc:inkChg>
        <pc:inkChg chg="add reco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31" creationId="{68673011-D174-AF93-9BBB-2BE16A0BCB7B}"/>
          </ac:inkMkLst>
        </pc:inkChg>
        <pc:inkChg chg="add reco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33" creationId="{5CCBF447-E85D-DE1B-00B9-CF455512E997}"/>
          </ac:inkMkLst>
        </pc:inkChg>
        <pc:inkChg chg="add reco">
          <ac:chgData name="Pete Dowty" userId="91aba14b6835b0ae" providerId="LiveId" clId="{19439AC1-6599-4CEB-9020-36158C74069D}" dt="2026-05-26T04:25:14.752" v="33"/>
          <ac:inkMkLst>
            <pc:docMk/>
            <pc:sldMk cId="1516653873" sldId="293"/>
            <ac:inkMk id="38" creationId="{29F273C8-0E74-B099-B191-569A0DF86222}"/>
          </ac:inkMkLst>
        </pc:inkChg>
        <pc:inkChg chg="add reco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45" creationId="{EEC673ED-D6E7-DAC3-E593-4BCE97BBCD19}"/>
          </ac:inkMkLst>
        </pc:inkChg>
        <pc:inkChg chg="add">
          <ac:chgData name="Pete Dowty" userId="91aba14b6835b0ae" providerId="LiveId" clId="{19439AC1-6599-4CEB-9020-36158C74069D}" dt="2026-05-26T04:25:33.144" v="41"/>
          <ac:inkMkLst>
            <pc:docMk/>
            <pc:sldMk cId="1516653873" sldId="293"/>
            <ac:inkMk id="46" creationId="{2C178F59-5A89-0F0B-6EEC-94108E517F3A}"/>
          </ac:inkMkLst>
        </pc:inkChg>
        <pc:inkChg chg="add reco">
          <ac:chgData name="Pete Dowty" userId="91aba14b6835b0ae" providerId="LiveId" clId="{19439AC1-6599-4CEB-9020-36158C74069D}" dt="2026-05-26T04:25:36.449" v="44"/>
          <ac:inkMkLst>
            <pc:docMk/>
            <pc:sldMk cId="1516653873" sldId="293"/>
            <ac:inkMk id="49" creationId="{00B74A52-E821-9E8D-F981-5DF7BB408468}"/>
          </ac:inkMkLst>
        </pc:inkChg>
        <pc:inkChg chg="add reco">
          <ac:chgData name="Pete Dowty" userId="91aba14b6835b0ae" providerId="LiveId" clId="{19439AC1-6599-4CEB-9020-36158C74069D}" dt="2026-05-26T04:25:47.143" v="49"/>
          <ac:inkMkLst>
            <pc:docMk/>
            <pc:sldMk cId="1516653873" sldId="293"/>
            <ac:inkMk id="54" creationId="{4DD0322B-D460-C506-AD12-88DE6446A14B}"/>
          </ac:inkMkLst>
        </pc:inkChg>
        <pc:inkChg chg="add reco">
          <ac:chgData name="Pete Dowty" userId="91aba14b6835b0ae" providerId="LiveId" clId="{19439AC1-6599-4CEB-9020-36158C74069D}" dt="2026-05-26T04:25:52.313" v="55"/>
          <ac:inkMkLst>
            <pc:docMk/>
            <pc:sldMk cId="1516653873" sldId="293"/>
            <ac:inkMk id="60" creationId="{5A29B7A8-7B10-295A-AE84-C78B5142F01A}"/>
          </ac:inkMkLst>
        </pc:inkChg>
        <pc:inkChg chg="add reco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87" creationId="{F5EF785E-12F3-F132-DE74-65DB075DC5F8}"/>
          </ac:inkMkLst>
        </pc:inkChg>
        <pc:inkChg chg="add reco">
          <ac:chgData name="Pete Dowty" userId="91aba14b6835b0ae" providerId="LiveId" clId="{19439AC1-6599-4CEB-9020-36158C74069D}" dt="2026-05-26T04:27:06.538" v="85"/>
          <ac:inkMkLst>
            <pc:docMk/>
            <pc:sldMk cId="1516653873" sldId="293"/>
            <ac:inkMk id="91" creationId="{A4799A46-50E6-FF1F-5567-8B8B78D45669}"/>
          </ac:inkMkLst>
        </pc:inkChg>
        <pc:inkChg chg="add reco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100" creationId="{DFB55729-7F66-1BC7-216A-64873B858B14}"/>
          </ac:inkMkLst>
        </pc:inkChg>
        <pc:inkChg chg="add reco">
          <ac:chgData name="Pete Dowty" userId="91aba14b6835b0ae" providerId="LiveId" clId="{19439AC1-6599-4CEB-9020-36158C74069D}" dt="2026-05-26T04:27:31.028" v="97"/>
          <ac:inkMkLst>
            <pc:docMk/>
            <pc:sldMk cId="1516653873" sldId="293"/>
            <ac:inkMk id="103" creationId="{FCF36621-4193-B5F3-4F0F-A694E6D4D1BB}"/>
          </ac:inkMkLst>
        </pc:inkChg>
        <pc:inkChg chg="add">
          <ac:chgData name="Pete Dowty" userId="91aba14b6835b0ae" providerId="LiveId" clId="{19439AC1-6599-4CEB-9020-36158C74069D}" dt="2026-05-26T04:27:31.186" v="98"/>
          <ac:inkMkLst>
            <pc:docMk/>
            <pc:sldMk cId="1516653873" sldId="293"/>
            <ac:inkMk id="104" creationId="{14F6AA6B-461D-8D21-F2CB-A3F8D51BCE37}"/>
          </ac:inkMkLst>
        </pc:inkChg>
        <pc:inkChg chg="add">
          <ac:chgData name="Pete Dowty" userId="91aba14b6835b0ae" providerId="LiveId" clId="{19439AC1-6599-4CEB-9020-36158C74069D}" dt="2026-05-26T04:27:31.454" v="99"/>
          <ac:inkMkLst>
            <pc:docMk/>
            <pc:sldMk cId="1516653873" sldId="293"/>
            <ac:inkMk id="105" creationId="{CFCF7316-1EF3-71A3-A932-84A0924BF735}"/>
          </ac:inkMkLst>
        </pc:inkChg>
        <pc:inkChg chg="add">
          <ac:chgData name="Pete Dowty" userId="91aba14b6835b0ae" providerId="LiveId" clId="{19439AC1-6599-4CEB-9020-36158C74069D}" dt="2026-05-26T04:27:31.752" v="100"/>
          <ac:inkMkLst>
            <pc:docMk/>
            <pc:sldMk cId="1516653873" sldId="293"/>
            <ac:inkMk id="106" creationId="{01D914F6-F616-1A89-671F-BF70191132DF}"/>
          </ac:inkMkLst>
        </pc:inkChg>
        <pc:inkChg chg="add">
          <ac:chgData name="Pete Dowty" userId="91aba14b6835b0ae" providerId="LiveId" clId="{19439AC1-6599-4CEB-9020-36158C74069D}" dt="2026-05-26T04:27:32.585" v="101"/>
          <ac:inkMkLst>
            <pc:docMk/>
            <pc:sldMk cId="1516653873" sldId="293"/>
            <ac:inkMk id="107" creationId="{BD673292-87F9-2573-88E8-2CF80054C6BD}"/>
          </ac:inkMkLst>
        </pc:inkChg>
        <pc:inkChg chg="add">
          <ac:chgData name="Pete Dowty" userId="91aba14b6835b0ae" providerId="LiveId" clId="{19439AC1-6599-4CEB-9020-36158C74069D}" dt="2026-05-26T04:27:33.003" v="102"/>
          <ac:inkMkLst>
            <pc:docMk/>
            <pc:sldMk cId="1516653873" sldId="293"/>
            <ac:inkMk id="108" creationId="{B995B687-A087-867C-2618-C5706F279D99}"/>
          </ac:inkMkLst>
        </pc:inkChg>
        <pc:inkChg chg="add reco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40" creationId="{DC477494-728B-F54A-7C1A-1EE09783BBCA}"/>
          </ac:inkMkLst>
        </pc:inkChg>
        <pc:inkChg chg="add reco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43" creationId="{793434A3-F9AC-E6F6-6A70-F744D97BC2AF}"/>
          </ac:inkMkLst>
        </pc:inkChg>
        <pc:inkChg chg="add reco">
          <ac:chgData name="Pete Dowty" userId="91aba14b6835b0ae" providerId="LiveId" clId="{19439AC1-6599-4CEB-9020-36158C74069D}" dt="2026-05-26T04:30:27.286" v="137"/>
          <ac:inkMkLst>
            <pc:docMk/>
            <pc:sldMk cId="1516653873" sldId="293"/>
            <ac:inkMk id="148" creationId="{C8867167-38E0-3126-651B-281E3C01D1F9}"/>
          </ac:inkMkLst>
        </pc:inkChg>
        <pc:inkChg chg="add reco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69" creationId="{2AEC2FBB-DA1E-82A3-167B-0AC9688BB7D8}"/>
          </ac:inkMkLst>
        </pc:inkChg>
        <pc:inkChg chg="add reco">
          <ac:chgData name="Pete Dowty" userId="91aba14b6835b0ae" providerId="LiveId" clId="{19439AC1-6599-4CEB-9020-36158C74069D}" dt="2026-05-26T04:31:07.054" v="162"/>
          <ac:inkMkLst>
            <pc:docMk/>
            <pc:sldMk cId="1516653873" sldId="293"/>
            <ac:inkMk id="174" creationId="{A795A658-FD09-1070-5441-1C571FF90340}"/>
          </ac:inkMkLst>
        </pc:inkChg>
        <pc:inkChg chg="add reco">
          <ac:chgData name="Pete Dowty" userId="91aba14b6835b0ae" providerId="LiveId" clId="{19439AC1-6599-4CEB-9020-36158C74069D}" dt="2026-05-26T04:31:11.034" v="167"/>
          <ac:inkMkLst>
            <pc:docMk/>
            <pc:sldMk cId="1516653873" sldId="293"/>
            <ac:inkMk id="179" creationId="{528E1CE3-0728-1860-D43A-DA874D56AB75}"/>
          </ac:inkMkLst>
        </pc:inkChg>
        <pc:inkChg chg="add reco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209" creationId="{A702B7C0-565B-B309-47C1-0B082DD7E857}"/>
          </ac:inkMkLst>
        </pc:inkChg>
      </pc:sldChg>
      <pc:sldChg chg="addSp delSp modSp new mod">
        <pc:chgData name="Pete Dowty" userId="91aba14b6835b0ae" providerId="LiveId" clId="{19439AC1-6599-4CEB-9020-36158C74069D}" dt="2026-05-26T04:57:45.076" v="610"/>
        <pc:sldMkLst>
          <pc:docMk/>
          <pc:sldMk cId="1227621520" sldId="295"/>
        </pc:sldMkLst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4" creationId="{FB5EF669-E93C-6193-0A2F-308FDA1C8BF7}"/>
          </ac:inkMkLst>
        </pc:inkChg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5" creationId="{0047C979-2BEE-6C9D-F0E0-AFB8548E004D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9" creationId="{40F3AE59-773E-BB22-1FE0-4A880D69F35C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0" creationId="{B74493BA-404E-8FE5-3DF2-F1574B903504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1" creationId="{FB468CE4-91A8-3A3B-D314-4AF135501360}"/>
          </ac:inkMkLst>
        </pc:inkChg>
        <pc:inkChg chg="add reco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6" creationId="{8629A650-0BE0-99BA-5B5C-0BFA5D8CB085}"/>
          </ac:inkMkLst>
        </pc:inkChg>
        <pc:inkChg chg="add reco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8" creationId="{1B4C7C42-85B2-6E65-C375-BA2761F0508B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1" creationId="{D407FE50-CD33-0938-D393-BF3CB3EFC67A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2" creationId="{6A659CA3-4CBB-E8C7-8846-9FF8428AFA05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3" creationId="{8905227E-C027-846D-1498-AD02C7E73883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4" creationId="{317F0628-7810-A85E-0005-E0262DF9C0A1}"/>
          </ac:inkMkLst>
        </pc:inkChg>
        <pc:inkChg chg="add reco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71" creationId="{AAADBCA0-2059-C337-5DF0-96DCE30AB0A9}"/>
          </ac:inkMkLst>
        </pc:inkChg>
        <pc:inkChg chg="add reco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8" creationId="{7C650E00-B8D5-E5F7-AC28-DF6D2633EC92}"/>
          </ac:inkMkLst>
        </pc:inkChg>
        <pc:inkChg chg="add reco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5" creationId="{3F5E07B1-0282-5512-D461-3E7E821A5F7B}"/>
          </ac:inkMkLst>
        </pc:inkChg>
        <pc:inkChg chg="add reco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2" creationId="{F92A99A4-D056-6A41-F630-E557B6A6B015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2" creationId="{7AE01728-8674-B4D6-7D7B-D34B4A96B7B7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3" creationId="{49A6694F-C5FA-C636-742B-E75817DDDA2B}"/>
          </ac:inkMkLst>
        </pc:inkChg>
        <pc:inkChg chg="add mod reco modStrokes">
          <ac:chgData name="Pete Dowty" userId="91aba14b6835b0ae" providerId="LiveId" clId="{19439AC1-6599-4CEB-9020-36158C74069D}" dt="2026-05-26T04:56:46.960" v="554"/>
          <ac:inkMkLst>
            <pc:docMk/>
            <pc:sldMk cId="1227621520" sldId="295"/>
            <ac:inkMk id="125" creationId="{EDDBD71C-4A51-A259-EC26-EF9B0BA61EC4}"/>
          </ac:inkMkLst>
        </pc:inkChg>
        <pc:inkChg chg="add reco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40" creationId="{2D7A27A0-146E-462D-321B-163384692D31}"/>
          </ac:inkMkLst>
        </pc:inkChg>
        <pc:inkChg chg="add reco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8" creationId="{DD92D9A6-5F14-6AD0-BBD6-6FB5E3B262D5}"/>
          </ac:inkMkLst>
        </pc:inkChg>
        <pc:inkChg chg="add reco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63" creationId="{C7860788-D7AD-8584-4622-9D90CD40C896}"/>
          </ac:inkMkLst>
        </pc:inkChg>
        <pc:inkChg chg="add reco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9" creationId="{8CEDCCA9-EDD7-A93D-08DD-7085FDE581EF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6" creationId="{7F476395-AF2D-E92E-5171-C307A0C00DA9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7" creationId="{BB1E29C3-4A71-154A-1934-6BC9F722F04B}"/>
          </ac:inkMkLst>
        </pc:inkChg>
      </pc:sldChg>
    </pc:docChg>
  </pc:docChgLst>
  <pc:docChgLst>
    <pc:chgData name="DOWTY, PETER (DNR)" userId="01cf875a-4e15-4928-8f93-7a0dfa1efb6b" providerId="ADAL" clId="{19439AC1-6599-4CEB-9020-36158C74069D}"/>
    <pc:docChg chg="custSel modSld">
      <pc:chgData name="DOWTY, PETER (DNR)" userId="01cf875a-4e15-4928-8f93-7a0dfa1efb6b" providerId="ADAL" clId="{19439AC1-6599-4CEB-9020-36158C74069D}" dt="2026-05-16T14:57:34.385" v="72"/>
      <pc:docMkLst>
        <pc:docMk/>
      </pc:docMkLst>
      <pc:sldChg chg="addSp delSp mod">
        <pc:chgData name="DOWTY, PETER (DNR)" userId="01cf875a-4e15-4928-8f93-7a0dfa1efb6b" providerId="ADAL" clId="{19439AC1-6599-4CEB-9020-36158C74069D}" dt="2026-05-16T14:26:49.982" v="47"/>
        <pc:sldMkLst>
          <pc:docMk/>
          <pc:sldMk cId="2532653130" sldId="281"/>
        </pc:sldMkLst>
      </pc:sldChg>
      <pc:sldChg chg="addSp delSp mod">
        <pc:chgData name="DOWTY, PETER (DNR)" userId="01cf875a-4e15-4928-8f93-7a0dfa1efb6b" providerId="ADAL" clId="{19439AC1-6599-4CEB-9020-36158C74069D}" dt="2026-05-16T14:57:34.385" v="72"/>
        <pc:sldMkLst>
          <pc:docMk/>
          <pc:sldMk cId="3033079533" sldId="284"/>
        </pc:sldMkLst>
        <pc:inkChg chg="add reco">
          <ac:chgData name="DOWTY, PETER (DNR)" userId="01cf875a-4e15-4928-8f93-7a0dfa1efb6b" providerId="ADAL" clId="{19439AC1-6599-4CEB-9020-36158C74069D}" dt="2026-05-16T14:57:29.970" v="66"/>
          <ac:inkMkLst>
            <pc:docMk/>
            <pc:sldMk cId="3033079533" sldId="284"/>
            <ac:inkMk id="52" creationId="{48E65938-2535-EE0D-755B-CBC9BB775B86}"/>
          </ac:inkMkLst>
        </pc:inkChg>
        <pc:inkChg chg="add reco">
          <ac:chgData name="DOWTY, PETER (DNR)" userId="01cf875a-4e15-4928-8f93-7a0dfa1efb6b" providerId="ADAL" clId="{19439AC1-6599-4CEB-9020-36158C74069D}" dt="2026-05-16T14:57:34.385" v="72"/>
          <ac:inkMkLst>
            <pc:docMk/>
            <pc:sldMk cId="3033079533" sldId="284"/>
            <ac:inkMk id="58" creationId="{132C3DFC-9D9B-AB38-71EF-09B18A6A11CB}"/>
          </ac:inkMkLst>
        </pc:inkChg>
      </pc:sldChg>
    </pc:docChg>
  </pc:docChgLst>
  <pc:docChgLst>
    <pc:chgData name="Pete Dowty" userId="91aba14b6835b0ae" providerId="LiveId" clId="{660F8803-2738-5EFD-95AE-06E7480F19FB}"/>
    <pc:docChg chg="custSel addSld modSld">
      <pc:chgData name="Pete Dowty" userId="91aba14b6835b0ae" providerId="LiveId" clId="{660F8803-2738-5EFD-95AE-06E7480F19FB}" dt="2026-06-03T05:07:19.538" v="786" actId="478"/>
      <pc:docMkLst>
        <pc:docMk/>
      </pc:docMkLst>
      <pc:sldChg chg="addSp delSp modSp mod">
        <pc:chgData name="Pete Dowty" userId="91aba14b6835b0ae" providerId="LiveId" clId="{660F8803-2738-5EFD-95AE-06E7480F19FB}" dt="2026-05-06T03:51:16.985" v="438" actId="1076"/>
        <pc:sldMkLst>
          <pc:docMk/>
          <pc:sldMk cId="3033079533" sldId="284"/>
        </pc:sldMkLst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6" creationId="{9AB0CAD2-7B5B-D303-CA00-8970CA423417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Pete Dowty" userId="91aba14b6835b0ae" providerId="LiveId" clId="{660F8803-2738-5EFD-95AE-06E7480F19FB}" dt="2026-05-06T03:46:33.636" v="404" actId="14100"/>
          <ac:spMkLst>
            <pc:docMk/>
            <pc:sldMk cId="3033079533" sldId="284"/>
            <ac:spMk id="11" creationId="{BD5C7C96-B957-0EA5-CAE2-8DF8FA89CCE3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5" creationId="{29A7D68B-49FC-61AC-0F65-80BBA88F81B9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2" creationId="{62D4AB13-4CA1-D5B1-8048-F086110F9055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Pete Dowty" userId="91aba14b6835b0ae" providerId="LiveId" clId="{660F8803-2738-5EFD-95AE-06E7480F19FB}" dt="2026-05-06T03:46:18.793" v="399" actId="1076"/>
          <ac:spMkLst>
            <pc:docMk/>
            <pc:sldMk cId="3033079533" sldId="284"/>
            <ac:spMk id="25" creationId="{7A295099-6C58-05B9-E63F-35BF0D79119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1" creationId="{24356EA5-CF42-9066-1E1A-47A173FC2910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2" creationId="{67BFBF7E-716C-7641-82E6-71C18EF9886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3" creationId="{110C4B04-A712-AB24-BE35-BC73F60B9B63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4" creationId="{D3DC3FB7-8C3E-066E-A4D9-E3E4D61F7149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5" creationId="{3FAEE904-4804-B112-EA49-085EA8537F2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6" creationId="{986BF64C-D8D4-F4BA-F000-F7EA66F3A1E5}"/>
          </ac:spMkLst>
        </pc:spChg>
      </pc:sldChg>
      <pc:sldChg chg="addSp delSp modSp mod">
        <pc:chgData name="Pete Dowty" userId="91aba14b6835b0ae" providerId="LiveId" clId="{660F8803-2738-5EFD-95AE-06E7480F19FB}" dt="2026-06-03T05:07:19.538" v="786" actId="478"/>
        <pc:sldMkLst>
          <pc:docMk/>
          <pc:sldMk cId="1835506812" sldId="301"/>
        </pc:sldMkLst>
        <pc:spChg chg="add mod">
          <ac:chgData name="Pete Dowty" userId="91aba14b6835b0ae" providerId="LiveId" clId="{660F8803-2738-5EFD-95AE-06E7480F19FB}" dt="2026-06-03T04:52:49.327" v="753" actId="14838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Pete Dowty" userId="91aba14b6835b0ae" providerId="LiveId" clId="{660F8803-2738-5EFD-95AE-06E7480F19FB}" dt="2026-06-02T03:48:18.771" v="451" actId="1076"/>
          <ac:spMkLst>
            <pc:docMk/>
            <pc:sldMk cId="1835506812" sldId="301"/>
            <ac:spMk id="3" creationId="{CAEEE0A7-E838-7A8E-4208-4764CC1864A6}"/>
          </ac:spMkLst>
        </pc:spChg>
        <pc:spChg chg="add mod">
          <ac:chgData name="Pete Dowty" userId="91aba14b6835b0ae" providerId="LiveId" clId="{660F8803-2738-5EFD-95AE-06E7480F19FB}" dt="2026-06-02T03:49:21.644" v="462" actId="206"/>
          <ac:spMkLst>
            <pc:docMk/>
            <pc:sldMk cId="1835506812" sldId="301"/>
            <ac:spMk id="4" creationId="{845D2CD3-1BD2-E08B-13B3-C8808A1F1B7E}"/>
          </ac:spMkLst>
        </pc:spChg>
        <pc:spChg chg="mod">
          <ac:chgData name="Pete Dowty" userId="91aba14b6835b0ae" providerId="LiveId" clId="{660F8803-2738-5EFD-95AE-06E7480F19FB}" dt="2026-06-02T03:46:13.686" v="444" actId="20577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Pete Dowty" userId="91aba14b6835b0ae" providerId="LiveId" clId="{660F8803-2738-5EFD-95AE-06E7480F19FB}" dt="2026-06-02T03:50:14.641" v="467" actId="206"/>
          <ac:spMkLst>
            <pc:docMk/>
            <pc:sldMk cId="1835506812" sldId="301"/>
            <ac:spMk id="24" creationId="{5CC45558-C687-C147-B236-08CCF3BD9772}"/>
          </ac:spMkLst>
        </pc:spChg>
        <pc:spChg chg="del">
          <ac:chgData name="Pete Dowty" userId="91aba14b6835b0ae" providerId="LiveId" clId="{660F8803-2738-5EFD-95AE-06E7480F19FB}" dt="2026-06-03T05:07:19.538" v="786" actId="478"/>
          <ac:spMkLst>
            <pc:docMk/>
            <pc:sldMk cId="1835506812" sldId="301"/>
            <ac:spMk id="40" creationId="{F9B41955-2698-27EF-DFB7-B9458D458BF2}"/>
          </ac:spMkLst>
        </pc:spChg>
        <pc:spChg chg="del">
          <ac:chgData name="Pete Dowty" userId="91aba14b6835b0ae" providerId="LiveId" clId="{660F8803-2738-5EFD-95AE-06E7480F19FB}" dt="2026-06-03T05:07:19.538" v="786" actId="478"/>
          <ac:spMkLst>
            <pc:docMk/>
            <pc:sldMk cId="1835506812" sldId="301"/>
            <ac:spMk id="41" creationId="{97E9ED0C-4867-CDF1-203C-119CBCCB9862}"/>
          </ac:spMkLst>
        </pc:spChg>
        <pc:spChg chg="del">
          <ac:chgData name="Pete Dowty" userId="91aba14b6835b0ae" providerId="LiveId" clId="{660F8803-2738-5EFD-95AE-06E7480F19FB}" dt="2026-06-03T05:07:19.538" v="786" actId="478"/>
          <ac:spMkLst>
            <pc:docMk/>
            <pc:sldMk cId="1835506812" sldId="301"/>
            <ac:spMk id="42" creationId="{4D05E129-6657-2B61-FC22-474CF742D166}"/>
          </ac:spMkLst>
        </pc:spChg>
        <pc:spChg chg="del">
          <ac:chgData name="Pete Dowty" userId="91aba14b6835b0ae" providerId="LiveId" clId="{660F8803-2738-5EFD-95AE-06E7480F19FB}" dt="2026-06-03T05:07:19.538" v="786" actId="478"/>
          <ac:spMkLst>
            <pc:docMk/>
            <pc:sldMk cId="1835506812" sldId="301"/>
            <ac:spMk id="43" creationId="{0E2418D5-12D6-28F3-284D-422D1EE108B1}"/>
          </ac:spMkLst>
        </pc:spChg>
        <pc:spChg chg="mod">
          <ac:chgData name="Pete Dowty" userId="91aba14b6835b0ae" providerId="LiveId" clId="{660F8803-2738-5EFD-95AE-06E7480F19FB}" dt="2026-06-02T03:57:07.012" v="475" actId="20577"/>
          <ac:spMkLst>
            <pc:docMk/>
            <pc:sldMk cId="1835506812" sldId="301"/>
            <ac:spMk id="51" creationId="{EED36589-D173-4EA4-61A8-C34BE0ACB4B9}"/>
          </ac:spMkLst>
        </pc:spChg>
        <pc:spChg chg="mod">
          <ac:chgData name="Pete Dowty" userId="91aba14b6835b0ae" providerId="LiveId" clId="{660F8803-2738-5EFD-95AE-06E7480F19FB}" dt="2026-06-03T04:53:22.607" v="785" actId="14838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Pete Dowty" userId="91aba14b6835b0ae" providerId="LiveId" clId="{660F8803-2738-5EFD-95AE-06E7480F19FB}" dt="2026-06-03T04:46:29.830" v="657" actId="206"/>
          <ac:spMkLst>
            <pc:docMk/>
            <pc:sldMk cId="1835506812" sldId="301"/>
            <ac:spMk id="58" creationId="{055B6D82-9674-EF47-D6B5-835E2F7AA9CE}"/>
          </ac:spMkLst>
        </pc:spChg>
        <pc:spChg chg="add mod">
          <ac:chgData name="Pete Dowty" userId="91aba14b6835b0ae" providerId="LiveId" clId="{660F8803-2738-5EFD-95AE-06E7480F19FB}" dt="2026-06-02T04:02:50.786" v="485" actId="207"/>
          <ac:spMkLst>
            <pc:docMk/>
            <pc:sldMk cId="1835506812" sldId="301"/>
            <ac:spMk id="58" creationId="{70794671-7AA8-614B-5685-90E3D1392D27}"/>
          </ac:spMkLst>
        </pc:spChg>
        <pc:spChg chg="add mod">
          <ac:chgData name="Pete Dowty" userId="91aba14b6835b0ae" providerId="LiveId" clId="{660F8803-2738-5EFD-95AE-06E7480F19FB}" dt="2026-06-03T04:51:37.640" v="684" actId="167"/>
          <ac:spMkLst>
            <pc:docMk/>
            <pc:sldMk cId="1835506812" sldId="301"/>
            <ac:spMk id="59" creationId="{4C469FAC-C07F-037F-EC31-D26B79491074}"/>
          </ac:spMkLst>
        </pc:spChg>
        <pc:spChg chg="mod">
          <ac:chgData name="Pete Dowty" userId="91aba14b6835b0ae" providerId="LiveId" clId="{660F8803-2738-5EFD-95AE-06E7480F19FB}" dt="2026-06-03T04:42:43.691" v="651" actId="20577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Pete Dowty" userId="91aba14b6835b0ae" providerId="LiveId" clId="{660F8803-2738-5EFD-95AE-06E7480F19FB}" dt="2026-06-03T04:49:13.101" v="670" actId="206"/>
          <ac:spMkLst>
            <pc:docMk/>
            <pc:sldMk cId="1835506812" sldId="301"/>
            <ac:spMk id="65" creationId="{FC9531D5-C169-16E6-F354-D8B05CE744A5}"/>
          </ac:spMkLst>
        </pc:spChg>
        <pc:spChg chg="add mod">
          <ac:chgData name="Pete Dowty" userId="91aba14b6835b0ae" providerId="LiveId" clId="{660F8803-2738-5EFD-95AE-06E7480F19FB}" dt="2026-06-03T04:49:48.538" v="675" actId="206"/>
          <ac:spMkLst>
            <pc:docMk/>
            <pc:sldMk cId="1835506812" sldId="301"/>
            <ac:spMk id="66" creationId="{97748B36-302E-BB5B-5014-EF4C8350C1BC}"/>
          </ac:spMkLst>
        </pc:spChg>
        <pc:spChg chg="add mod">
          <ac:chgData name="Pete Dowty" userId="91aba14b6835b0ae" providerId="LiveId" clId="{660F8803-2738-5EFD-95AE-06E7480F19FB}" dt="2026-06-03T04:51:30.653" v="683" actId="167"/>
          <ac:spMkLst>
            <pc:docMk/>
            <pc:sldMk cId="1835506812" sldId="301"/>
            <ac:spMk id="67" creationId="{891E5C1F-C693-FC21-C6D2-BE1974D8F3F0}"/>
          </ac:spMkLst>
        </pc:spChg>
        <pc:inkChg chg="add del">
          <ac:chgData name="Pete Dowty" userId="91aba14b6835b0ae" providerId="LiveId" clId="{660F8803-2738-5EFD-95AE-06E7480F19FB}" dt="2026-06-02T03:57:16.216" v="476" actId="478"/>
          <ac:inkMkLst>
            <pc:docMk/>
            <pc:sldMk cId="1835506812" sldId="301"/>
            <ac:inkMk id="25" creationId="{ECD1040F-548A-E3D3-F73C-33680890D2A1}"/>
          </ac:inkMkLst>
        </pc:inkChg>
        <pc:cxnChg chg="add mod">
          <ac:chgData name="Pete Dowty" userId="91aba14b6835b0ae" providerId="LiveId" clId="{660F8803-2738-5EFD-95AE-06E7480F19FB}" dt="2026-06-02T04:00:10.964" v="478" actId="208"/>
          <ac:cxnSpMkLst>
            <pc:docMk/>
            <pc:sldMk cId="1835506812" sldId="301"/>
            <ac:cxnSpMk id="57" creationId="{DF16117C-E93E-553D-5465-6872273B16C0}"/>
          </ac:cxnSpMkLst>
        </pc:cxnChg>
        <pc:cxnChg chg="add mod">
          <ac:chgData name="Pete Dowty" userId="91aba14b6835b0ae" providerId="LiveId" clId="{660F8803-2738-5EFD-95AE-06E7480F19FB}" dt="2026-06-02T04:07:05.793" v="515" actId="208"/>
          <ac:cxnSpMkLst>
            <pc:docMk/>
            <pc:sldMk cId="1835506812" sldId="301"/>
            <ac:cxnSpMk id="60" creationId="{2150FF30-BBA1-C4F4-7E2D-91785648075A}"/>
          </ac:cxnSpMkLst>
        </pc:cxn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4:57.90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228 333 8101,'17'9'600,"-5"-1"0,-2-6 1,-3 4-1,-3 5 1,-2 5-50,-2 1 0,-6 1 1,1-1-1,1 1-541,2-1 1,-4 7 0,-2 1 0,0 0-405,1 0 1,1 4-1,6-5 1,-2-3-853,-4-2 0,4 1 1246,-4 3 0,4-4 0,2 7 0</inkml:trace>
  <inkml:trace contextRef="#ctx0" brushRef="#br0" timeOffset="474">333 1 7235,'-18'0'0,"1"0"0,-1 0 177,1 0 1,5 6-1,0 1 1,-1 1 175,-3 0 0,1 5 0,-1 1 0,1 7-57,-5 8 1,-1 1 0,4 3 0,-1 5 8,1 5 0,-1 9 0,1 9 0,1 1 105,5 4 0,3 2 0,8 1 0,0-1-86,0-4 0,2-11 1,5-12-1,9-7-219,5-4 1,10-11 0,-2-9-1,4-4-70,2-8 1,6-2 0,2-14 0,3-7 133,9-6 1,-3-12 0,4-5 0,-5-7 37,-5-3 0,-7-2 0,0 4 0,-8-2-16,-8 1 0,-11 9 0,-6 3 0,-6 1-73,-6-1 1,-11 6 0,-14-2-1,-8 4-418,-8 3 0,-5 4 1,-5 3-1,-1 4-714,2 7 0,2 7 0,1 13 0,3 7-486,3 13 0,6 14 1500,12 9 0,4 11 0,8 4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07.54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1 699 9081,'12'0'1186,"-1"0"0,-5 0 1,6 0-815,1 0 0,3 0 1,1 0-323,1 0 0,5 0 0,2 0 0,0-2-417,1-4 0,3 4 0,-4-6 1,2 2-82,4 1 1,-4-7 0,1 4 447,-3-1 0,6-3 0,-4-6 0</inkml:trace>
  <inkml:trace contextRef="#ctx0" brushRef="#br0" timeOffset="298">472 18 7866,'0'-18'1802,"0"18"1,0 12 0,0 13-1391,0 8 0,0 4 0,0 4 0,-2 5-292,-3 5 1,3 1-1,-6 0 1,2 1-300,0-1 1,-5-1 0,3-5-1,0-5-583,0-4 1,-3-8 0,3-2-3059,-2-2 3820,6-9 0,-3-16 0,7-10 0</inkml:trace>
  <inkml:trace contextRef="#ctx0" brushRef="#br0" timeOffset="630">717 192 7866,'-12'6'493,"1"0"0,-1 0-204,2 2 0,-5 1 1,5 9-1,-2 1 109,1 4 1,5-3 0,-4 3-1,1-2-55,-1 3 0,4-3 0,-4 6 0,1-2-196,-1-3 1,6-3 0,-4-1-61,1-1 1,5-5-51,-4-1 1,6-7-110,6 2 0,3-4 1,9-2 110,-1 0 0,1 0 0,-1 0-28,1 0 1,-1 0 0,1 2 0,-1 2-15,0 2 0,7 0 0,-1-6 1,-2 0-156,-1 0 0,3 0 0,0 0 0,-1 0-461,-3 0 0,-1 0 0,-1 0 0,0 0-1723,1 0 2342,-1 0 0,1-8 0,-1-2 0</inkml:trace>
  <inkml:trace contextRef="#ctx0" brushRef="#br0" timeOffset="997">944 367 7934,'-16'8'768,"5"3"1,3-1 0,8 2-136,0 1 1,2-5-1,6-2-325,9-4 0,1-2 0,7 0 1,-2 0-216,0 0 0,3 0 1,-5-2-1,2-4-205,-1-6 1,3-1-1,-2-1 1,-3 3-276,-7-3 0,3-2 1,-7-1 5,1 0 1,-4 1 143,-12 4 0,-9 5 0,-11 7 0,1 2 259,0 3 1,-4 5 0,4 8-1,-1-1 443,1 0 0,2 3 1,5 1-1,1 4-265,-1 3 1,3-5 0,1 4-1,5-2-458,1-3 1,2 3-1,8-2 1,4-1-286,5-3 1,7-2 0,3-1 0,4-4-267,3-7 1,1-3 0,6-2 808,0 0 0,7-7 0,3-3 0</inkml:trace>
  <inkml:trace contextRef="#ctx0" brushRef="#br0" timeOffset="1380">1485 280 7916,'-17'9'61,"-1"1"1,1-6 0,-1 4 402,1 1 0,5 1 1,3 4-1,1-3-27,4 3 0,-4 1 0,2 3 0,3-1-100,1 1 0,7 1 1,3 3-1,2-1-226,3-6 1,5 3-1,3-8 1,3 1-231,-3 1 0,4-8 0,-2 2 1,-1-4-13,-3-2 0,-1 0 0,-1-2 1,1-2-356,-1-2 0,-5-8 1,-1 3-1,1-5 154,-2-1 0,3-1 0,-7 1 0,0-1 464,2 1 1,-6-1 0,3 1 1324,-3-1-963,-2 1 1,-2 9 0,-3 10 0,-7 14 399,-4 11 0,-7 8 0,-2 6 0,0 5-317,-1 5 1,-3 9 0,4 4 0,-2 4-845,-4 1 0,6 1 0,1-2 1,5-4-193,2-5 1,5-7 0,2-6 0,2-7 458,5-8 0,-7-5 0,0-9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02.82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192 681 8049,'-2'10'728,"-2"-2"0,-3-2-246,-3-1 1,4 9-1,-6-2 1,-1 5-238,-3 6 1,5 1 0,-1 9 0,-2 4-257,-1-1 1,3 7 0,3-2 0,-1 0-284,0 1 1,6-7 0,-1 2-1,3-8-955,2-4 1,0-1 1248,0-7 0,0-7 0,0-2 0</inkml:trace>
  <inkml:trace contextRef="#ctx0" brushRef="#br0" timeOffset="287">0 734 8044,'12'0'264,"-1"0"0,-5 0 0,6 0 1,-1-2 325,-1-4 1,6-2-1,-3-5 1,7 1-232,3-2 0,6 5 0,-4-1 0,1 2-209,-1 4 1,4-3 0,-6 1 0,-1 2-97,-3 2 0,-4 10 1,-3 3-1,-6 5-19,-4 1 1,-2 3-1,-2 1 1,-6 2-54,-9-1 1,-1 3-1,-7-2 1,2-1-113,-1-3 1,-5-4 129,6-3 0,-8 4 0,4-7 0</inkml:trace>
  <inkml:trace contextRef="#ctx0" brushRef="#br0" timeOffset="567">646 838 7773,'2'10'1194,"4"-4"1,-2-4 0,8-2-1033,1 0 0,3 0 0,1 0 0,3 0-59,3 0 0,-2 0 0,8-2 0,0-2-544,-1-2 1,5-5 0,-4 3 0,4 0 440,2 0 0,-1-5 0,1 3 0</inkml:trace>
  <inkml:trace contextRef="#ctx0" brushRef="#br0" timeOffset="1232">1519 402 7541,'-7'15'1060,"-3"-1"-782,0-2 0,-5-3 0,3 5 1,-3-2-56,-3 1 0,3 3 1,1-1-1,2 1-143,-1 1 1,-1-3-1,1 9 1,3-4-75,2-1 1,2-6-1,6-1-207,0 3 0,2-1 18,4-1 1,4-4 0,7-10 142,1-4 0,-1-2 0,1-5 165,-1 1 1,-5 8 0,-2-4 398,-3 1 0,5 7-218,-6 0 0,0 2 0,-6 11 0,0 5-48,0 3 1,-6 4 0,-2-2 0,-4 7-299,-7 3 1,0 1 0,-11-1-1,1-2-353,2-1 1,-6-3 0,6 4 0,-2-4-549,0-2 1,7-9-1,-1-10 941,4-5 0,-6-1 0,-3 0 0</inkml:trace>
  <inkml:trace contextRef="#ctx0" brushRef="#br0" timeOffset="1834">1747 594 7977,'0'12'-1192,"0"-1"1490,0 3 0,-2-4 0,-2 1 0,-4 3 337,-2 1 0,1 3 0,-5 1 1,2 2-286,-1 3 0,-1 7 1,1-4-1,3 2-281,2 0 0,-5 0 0,3 6 0,-2 0-42,1 0 1,5-8 0,-4-3-1,2-5-523,4-2 322,2 1 1,2-10-1,0-8 1,0-10-19,0-6 1,0-9-1,2-2 1,2-2 158,2 0 0,6-6 0,-5-6 0,3 2-54,4 2 0,1 3 0,3-1 0,-1 0 129,1 0 0,-1 2 1,1 4-1,-1 5 179,1 5 1,-1 3-1,-1 3 1,-3 3 38,-1 2 0,-1 5 0,5 8-131,-4 7 1,-5 5 0,-7 5-1,0 1-188,0-2 1,0-1 0,0-3 0,0 1-714,0-1 0,0 1-218,0-1 0,-2-1-425,-3-5 1415,3-3 0,-6-8 0,8 0 0</inkml:trace>
  <inkml:trace contextRef="#ctx0" brushRef="#br0" timeOffset="2151">2166 542 9801,'-18'0'1166,"7"0"-546,-1 0 1,6 0 0,-4 2-270,3 3 0,-5-1-282,6 8 0,-5-6 34,5 5 1,0-5 0,6 6-534,0 1 0,2-3 380,4 2 0,1-6 0,7 3 0,-2-1 300,1-4 1,3 4 0,-1-1-84,-3 3 0,1-4 0,-7 6-92,-2 1 1,-4 3-1,-4 1-515,-2 1 0,-7-3 1,-1-1-1,-5-3-573,-4 3 0,-3 0 0,5-1 1013,-2-1 0,-8-1 0,4 7 0</inkml:trace>
  <inkml:trace contextRef="#ctx0" brushRef="#br0" timeOffset="2383">2445 821 7960,'16'2'1260,"-3"2"-454,-1 2 0,-1 5 0,7-5-505,-1-2 1,1-2-1,-1-2 1,1 0-312,-1 0 1,-3 0 0,1 0-1,5-2-362,-1-4 0,1 2 1,-3-5-1,1-1-2183,-1 0 2555,8-1 0,-5-7 0,5 1 0</inkml:trace>
  <inkml:trace contextRef="#ctx0" brushRef="#br0" timeOffset="2866">3004 629 7827,'17'0'0,"1"0"1109,-1 0-651,-7 0 0,-2 8 0,-10 3 0,-2 5-142,-2 1 0,-5 9 1,5 3-1,0 4-148,-2 2 0,6 1 1,-6 3-1,3 4-239,-1 2 1,-6-7-1,6 3 1,2-4-654,2-2 1,-3-8 0,-1-4 0,2-3 723,2-3 0,-6 1 0,-1-1 0</inkml:trace>
  <inkml:trace contextRef="#ctx0" brushRef="#br0" timeOffset="3150">2969 542 8414,'12'-6'642,"-1"0"0,1 0 0,7 6-181,5 0 0,-5 2 0,4 4 0,-3 4-284,-3-1 0,5 7 0,-3-5 0,-5 5-89,-5 1 1,3 1-1,-6-1 1,-2 1-44,-2-1 1,-10 7 0,-4-1-1,-3-2-120,-3-1 1,-7-3 0,-2 1 0,-2-1-340,0 0 0,1-5 0,-3-2 0,4-2-254,2-5 0,-4 5 1,6-2-1,1-4-997,3-6 1665,9-6 0,-5-7 0,5-1 0</inkml:trace>
  <inkml:trace contextRef="#ctx0" brushRef="#br0" timeOffset="3567">3563 0 7938,'-12'6'0,"1"2"401,-3 1 1,0 5 0,1 7-1,3 5 305,2 1 0,2 10 0,6 9 0,0 5-272,0 1 0,0 6 1,0 2-1,0 3-200,0 3 0,0 1 0,0 1 1,0-6-222,0-9 0,-5-3 0,-1-9 1,0-2-4299,-2-2 4285,6-10 0,-13-2 0,5-7 0</inkml:trace>
  <inkml:trace contextRef="#ctx0" brushRef="#br0" timeOffset="4034">3179 454 8213,'0'18'2209,"-6"-7"-1822,0 1 1,2-2 0,10 1-239,6-5 0,5-4 1,6-2-1,6 0-183,4 0 1,8 0-1,4-2 1,3-2-273,7-2 0,1-5 0,-4 3 1,1 0-304,-1 1 1,-7-1 0,-3 4-1,-3-2-10,-4 2 1,-4 2 0,-11 0-62,3-4 680,4 5 549,-8-7 0,-11 16 0,-19 1 0,-5 3 103,-1 0 1,-3-1 0,-1 5 0,-1-3-95,7-1 1,-3-2-1,7 3 1,-3-1-262,3 1 0,3-3 0,8 2-99,0 1 0,0-3 1,2 2 10,4 1 1,3-3 0,11 0-1,1-1 67,2 1 1,1-4 0,-7 4 0,1-1-3,-1 1 0,0 0 0,1 3-180,-1-1 0,-7 0 0,-4 5 0,-6-1-398,-6-5 1,-6 5 0,-9-7-1,-4 3-605,-2 0 0,-2-3 0,-6 5 909,0-2 0,-8-8 0,-2 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4:59.4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332 315 7170,'10'0'2132,"-2"-8"-1183,-8-4 1,6 3 80,0-3 1,-1 0-217,-5-5 0,-2 5-613,-3 0 0,-5 9 1,-8-3-1,1 6-34,0 6 1,-9 3-1,-1 9 1,-2-1-136,0 1 0,2 5 0,-4 2 0,4 0-29,1 1 1,5 3 0,7-6-1,5-2-300,1-1 0,2-3 0,8-1 0,4-3 14,6-1 0,11-8 0,6 2 0,6-4 321,6-2 1,-5 0 0,5 0 0,-4-2 108,-2-4 0,0 4 0,-2-4 0,-4 4 198,-6 2 1,-5 2-27,-7 4 0,-5 4 0,-12 7 0,-7 1-246,-9-1 1,1 6-1,-10 1 1,-4-1-457,-4 2 1,-1-5 0,5 3 0,0-2-383,0 2 1,0-9-1,2 4 1,4-5-2131,6-3 2895,3-2 0,10-1 0,3 3 0</inkml:trace>
  <inkml:trace contextRef="#ctx0" brushRef="#br0" timeOffset="1161">752 454 6767,'9'0'-381,"-1"0"889,-8 0 1861,0 0-1840,0 8 0,0-4 1,0 8-1,-2 1-178,-4 3 1,4 3 0,-5 2 0,1 5-172,0 1 1,-8 2-1,5 6 1,-3 0-97,0 0 0,3-2 1,-3-2-1,4-4-206,1-2 0,5-2-48,-4-5 0,4-4 120,2-9 1,0-12-1,2-17 17,4 3 0,-3-4 1,7 0-1,0-1-104,0 1 1,-7-6-1,5 4 1,-2-2-113,0 0 1,6 5 0,-5-3 0,1 0 179,0 0 1,3 11 0,-3-1 0,0 1 3,0 1 1,5-1 0,-1 5 160,3 5 0,-3 4 0,0 2 99,1 0 0,1 8 0,0 3 0,-5 5 20,-1 1 0,-2 1 0,-6-1 0,0 1-79,0-1 0,0 6 0,-2 1 1,-4-3-194,-6-2 0,-3-1 1,-3-1-1,1 1 11,-1-1 0,1 1 0,0-1 0,-1-1-1604,1-5 1650,-9 5 0,7-14 0,-6 6 0</inkml:trace>
  <inkml:trace contextRef="#ctx0" brushRef="#br0" timeOffset="1794">1223 140 7971,'10'0'2947,"-2"0"-2536,-8 0 0,0 8 0,0 5 1,-2 7 33,-4 3 1,2 8-1,-8 0 1,1 6-185,1 4 0,-6 5 1,5-3-1,-3 2-204,3 3 1,-5 1-1,6-3 1,-1-5-587,-1-4 1,8-2 0,-2-2-1,4-4-1335,2-6 0,0-3-681,0-3 2545,0-7 0,8-3 0,2-7 0</inkml:trace>
  <inkml:trace contextRef="#ctx0" brushRef="#br0" timeOffset="2060">1555 437 7971,'-8'17'740,"-3"1"1,3-7 0,0-1 0,2 0-57,0 0 0,-5-5 1,5 7-1,0 2-269,-2 1 1,4 3 0,-5-1 0,-1 1-364,0-1 1,6 0 0,-3 3 0,1 1-435,0 2 1,-2 1 0,4-7-2783,-1 1 3164,-1-1 0,6 1 0,0-1 0</inkml:trace>
  <inkml:trace contextRef="#ctx0" brushRef="#br0" timeOffset="2444">1433 297 7883,'-18'0'0,"1"0"895,-1 0 1,9-2-1,5-4-486,8-5 0,7 1 0,11-2 1,3-1-510,2-3 1,2 5-1,4-1 1,-2 0-154,-2 3 1,0-7 0,6 6 0,0-1-318,0-1 1,0 2-1,0-3 1,0 1-21,0-1 0,-6-1 1,-2 0-1,-2 3 590,-3-3 0,3 5 0,-2-1 0,-1 2 0,-9 2 267,-1 6 0,-8 2 0,1 4 1,-5 8 556,-5 7 0,-3 0 0,-6 8 0,5 2 73,1 2 0,-4 8 0,4 2 0,1 0-427,-1-1 0,0 7 1,4-5-1,-2 3-437,3 0 0,1-3 0,2 3 1,0-6-454,0-5 0,0-7 1,0-1-1,2-3-3158,3-4 617,-3-1 2961,6-3 0,-16-7 0,-1-2 0</inkml:trace>
  <inkml:trace contextRef="#ctx0" brushRef="#br0" timeOffset="2627">1730 489 8220,'-18'0'2703,"10"0"-1913,8 0 0,16-6 0,15-1 0,8-3-347,7-4 1,7-1 0,5-3 0,8 1-523,8-1 1,5-5 0,7-2-1,-1 0-1142,2 0 1221,-19 1 0,16-1 0,-22-2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13.19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84 7636,'10'-17'215,"-2"5"1,-8 0 1014,0-1 0,0 3-418,0-2 0,-2 9 1,-2-1-139,-2 8 0,0 15 0,4 16 0,-2 10-265,-2 5 0,-5 8 1,3 2-1,0 2-570,1 4 1,-5 4-1,6 4 1,0 2-635,-2-3 1,7-9 0,-5-7 0,4-7-2329,2-3 3123,0-16 0,8-6 0,1-17 0</inkml:trace>
  <inkml:trace contextRef="#ctx0" brushRef="#br0" timeOffset="334">0 486 7656,'0'11'904,"0"1"-322,0 2 0,0-5 0,2 1 1,4-2-281,6-4 1,3-2 0,5-2-1,3 0 111,6 0 1,6 0 0,6 0 0,3 0-71,1 0 1,4 0-1,-9 0 1,-1 2-156,-2 3 1,-6-1-1,-6 8 1,-7 2-83,-3 1 1,-7 4 0,-4 3 0,-8 3-69,-8 2 1,-11-4-1,-6 5 1,-6-1-290,-6 0 0,4-6 1,-3 1-1,3-7-256,2-3 1,0-6-1,2 3 1,4-1-647,6-4 1,3-4 0,5-6 0,3-5 1152,6-5 0,-3-9 0,-1-2 0</inkml:trace>
  <inkml:trace contextRef="#ctx0" brushRef="#br0" timeOffset="653">629 591 7579,'-11'0'-1391,"-1"0"2648,-2 0 1,-1 5 8,-3 1 0,1 2-310,-1-2 1,9-2-647,3 7 1,6-5 0,6 4 0,5 0-285,5-1 0,1 1 0,1 4 1,1-5-450,4-1 1,-1 4 0,5-5 0,0 1-889,0 0 1311,-5-2 0,11-6 0,-6 0 0</inkml:trace>
  <inkml:trace contextRef="#ctx0" brushRef="#br0" timeOffset="818">891 503 7579,'-35'18'574,"0"1"1,2 4 0,4 7 614,6 3 1,3 9 0,5 5 0,3 3-545,6 3 1,5-1-1,1-2 1,0-1-1317,0-2 0,0-1 1,1 5-1,3-3 671,2-1 0,8-9 0,-5 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20.6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245 681 5799,'0'-9'1756,"0"1"-1029,0 8 0,0-2 925,0-4-977,0 4 0,-2-11-376,-4 7 1,-3 0 0,-9 6-171,1 0 1,5 2 0,0 2 0,-1 3-13,-3 3 1,-1 8-1,-1 7 1,3 0-56,3 0 0,-1 6 0,5-2 0,0 4-182,0 2 0,3-2 0,6-2 0,5-3 25,6-3 1,3-8 0,3-7 0,-1-2 44,1-4 1,5-4-1,0-6 1,-1-6 37,-3-3 1,-1-5 0,1-3 0,0-6 31,-1-4 1,1 4 0,-11 2 0,0-1 85,0 1 0,3 6 1,-5-2-1,-2 3 853,-2 3-724,-2 7 1,-2 4 0,-2 14 0,-4 8 29,-1 5 1,3 12-1,-4 0 1,0 8-80,1 3 1,-3-3 0,-5 7 0,-1 5-458,1 3 1,-3 2-1,-1-5 1,-2-3-192,1-3 1,-3-6-1,2-12 1,1-6-835,3-4 1,2-9-202,-1-4 1,8-18 1496,5-5 0,3-12 0,2 1 0</inkml:trace>
  <inkml:trace contextRef="#ctx0" brushRef="#br0" timeOffset="450">559 856 7151,'0'17'-680,"0"-5"2379,0 0-991,0-8-472,0 3 1,2-7-1,2-2-154,2-3 0,6 1 0,-5-8 0,3 0-71,4 3 0,-5-7 0,3 3 0,2-7-48,1-3 0,-3 0 1,0 5-1,-1 1 50,-1-1 1,5-5 0,-5 0 0,0 1 96,-4 3 0,-4 1 0,-4 3 124,-4 3 0,-4 4 0,-9 8 0,-3 2 56,-1 4 1,-8 10 0,2 9-1,-2 2-61,2 4 0,-2 8 1,5 4-1,3 1 11,4 5 0,-3-5 0,13 3 0,-1 0-192,4-3 0,6-1 1,6-10-1,6-4-1267,3-6 0,10-5 0,3-7 0,1-5-1338,0-4 2557,-8-2 0,12-8 0,-6-1 0</inkml:trace>
  <inkml:trace contextRef="#ctx0" brushRef="#br0" timeOffset="900">926 856 9998,'-10'-8'1344,"1"6"-1058,3-4 1,-4 4-1,-7 2 1,-1 2-14,1 4 0,5 2 0,1 6 0,-3-3-126,-2 3 0,-1 1 0,1 5 0,3 1-47,1 2 0,8 1 0,-1-7 0,5 1-156,5-1 0,5-5 0,8-3 0,-1-1-18,0-4 1,9-4 0,1-4-1,2-4 66,0-1 0,-6-9 0,5-7 1,-3 0 11,-4 0 1,-3-7-1,-5 5 1,-3-2 107,-2 0 1,-3 8 0,-7-4 0,-5 1-157,-11 1 1,1 0 0,-8 5-1,1 3-560,1 3 1,-6-2 0,6 9 0,1 1-405,3 2 0,1 2 0,3 2 113,3 4 0,4 3 895,8 9 0,0-1 0,0 1 0</inkml:trace>
  <inkml:trace contextRef="#ctx0" brushRef="#br0" timeOffset="1749">1171 716 7696,'17'0'-366,"1"0"1,-7-6-1,-1-1 2798,-2-3-615,-2 6-1376,-6-11 0,0 20 0,0 1 0,0 8 1,0 3 0,-2 3 1,-2 1-1,-2 2-224,2-1 1,0 3 0,0 0-1,-2 0-248,3 0 1,-1-1-1,0-7 1,-2 1-251,2-1 0,2 1-369,2-1 0,0-9 338,0-8 1,6-10 0,2-11 0,1-2 32,5 1 0,-4-5 1,1-2-1,3-4 64,1-2 1,3 6 0,1 0 0,1 0-8,-3 2 1,5 1 0,-11 9 61,5-1 1,-5 9 0,-1 5 840,-2 8 0,-2 7 1,-6 13-1,0 5 243,0 4 0,0 2 1,0 0-1,0-1-535,0 1 0,0 0 1,0 0-1,0-2-404,0-4 1,0-3 0,0-9-1,0 0-964,0 1 596,0-8 1,0-10 0,0-12-1,0-4 16,0-1 1,2-6-1,1-2 1,5-3 38,2-3 0,-6 4 0,2-2 0,-2 0 7,1 2 0,-3-4 0,4 7 0,-4 3 84,-2 2 0,2 7 1445,4 0-757,-4 9 0,6 3 0,-8 11 0,0 5-111,0 1 0,0 3 0,0 1 0,0 2-166,0-1 0,5-3 0,3 0 0,2 3-124,3 1 1,3-2 0,1-7 0,1-2 48,-1 1 1,1-5 0,1-2 0,3-4-130,1-2 0,6 0 1,-6-2-1,0-4-236,3-6 0,-5-3 0,6-3 0,-2 1-106,-3-1 0,-3-1 0,-1-2 0,-3-3 83,-3 3 0,1 0 1,-7-1 166,-2-1 1,-2 0 0,-4 7 201,-4 5 1,-3 3 0,-9 8 0,1 2 108,-1 4 0,1 3 0,-1 9 0,1 1-17,-1 4 0,7-1 0,-1 5 0,0 0-113,3 0 1,1 0-1,8 4 1,0-1-390,0 1 0,4-6 1,6-2-1,7-4-352,2-1 1,9-3 0,1-3 0,6-6 44,5-4 1,-3-10 0,6-5 0,-2-9 635,-1-7 0,1-12 0,-6-3 0</inkml:trace>
  <inkml:trace contextRef="#ctx0" brushRef="#br0" timeOffset="1950">2376 0 7668,'-18'16'241,"1"-5"0,-1 5 0,1-3 0,-1 9 437,1 7 0,5 4 0,3 4 0,-1 4-264,0 5 1,4 12-1,-3 6 1,-1 6-384,0 6 1,4-4 0,-3 3 0,-1-3-404,0-2 0,6-10 0,-3-7 0,1-11-727,0-5 0,-6-10-1170,7-3 2269,-9-13 0,4-19 0,-7-11 0</inkml:trace>
  <inkml:trace contextRef="#ctx0" brushRef="#br0" timeOffset="2748">1852 524 6798,'11'0'2479,"1"0"-2133,2 0 0,3 0 0,4 0 0,5 0-215,1 0 0,8 6 0,7 2 0,1-1-43,0 1 0,0 4 0,-5-4 0,3 1 85,-2 5 0,-4-1 0,-6 1 1,-6-2-180,-3 1 1,-5 3 0,-3 1 0,-6 1 85,-4-1 0,-2 6 0,0 1 0,-2-3 198,-4-1 0,2-3 0,-6 2 0,1 3 49,-1 1 0,6 0 0,-4-5 0,2-1-12,1 1 0,-1-7-277,6 1-189,0-8 0,0-4 0,0-12-8,0-3 1,6-9 0,1-1 0,3 0-25,4 0 0,-1-4 0,1 5 0,-3 1 137,3-2 1,-4 5 0,1-3 0,3 6-2,1 5 0,-3-2 0,0 7 1,1-1-231,3 0 1,-5 2 0,1 6-414,2 0 0,-5 2 0,3 4 238,2 6 1,-5 3-1,1 3 1,0-1-9,-1 1 1,1-7 0,4-1 0,-3 0 205,3-1 0,-4-5 1,1 2-1,3-4 254,1-2 0,-3 0 0,0 0 0,-6 0 0,5 0 395,-7 0 1,2 0 0,-12-2 1521,-6-4 1,3 4-834,-3-3 1,6 3-534,-5 2 0,5 0 1,-4 2-263,2 3 0,2 5 0,6 8-178,0-1 1,0 0-1,0 1-17,0-1 1,8 1 0,4-3-94,3-3 1,5-4-1,1-10 1,4-4-30,3-6 1,-5-3 0,6-3 0,0 1 287,-2-1 0,4-3 1,-7 2-1,-3 3 389,-2 1 1,-7 7-1,0 2-125,1 4 1,-5 10 0,-2 5-1,-4 11-66,-2 11 1,0 7 0,-2 13 0,-2 3-375,-2 6 0,-8 4 0,3 0 0,-5-2-586,-1-2 1,-1-2 0,-1 0 0,-2-10-156,-3-9 0,1-8 0,6-6 0,-1-8-3295,1-7 3952,7-6 0,-13-8 0,3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33.14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86 8609,'-10'-8'1488,"2"6"0,8-8-203,0 5-328,0 3-485,0-6-265,0 8-539,0 0 0,2-6 372,4 0 0,-4-2 107,4 3 0,-4 1 511,-2-8-450,0 8 1,0-2-1,-2 10 1,-2 4-39,-2 2 0,0-4 0,5 5-179,-5 3 0,4-4-163,-4 1 1,6-7-298,6 2 0,-2-4 0,5-4-576,-1-4 1,0 2 0,-4-7 1044,2-3 0,7-2 0,-3-1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34.85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524 361 7997,'0'18'51,"0"-7"348,0 1 1,-2-8 744,-4 2 399,4-4-1150,-5-2 0,9-2 1,3-4-60,7-6 1,4 2 0,3-1-1,2-1-184,3 2 0,-1-3 1,-4 5-1,3 0-138,1 1 1,-2-1-1,-7 4 83,-2-2 1,-9 2 0,3 10-55,-4 6 0,-10 9 0,-3 4 1,-5 2 97,-1 4 1,-6-3 0,-1 1 0,3 0 70,2-2 0,1 4 0,1-8 1,1 1-150,4 1 0,5-12 0,7 5-272,0-3 1,2-5 0,3 0 0,7-2 3,4-5 0,3-1 0,2-4 0,3-1-326,-3-3 0,0-8 0,1 3 0,1-3-734,-2 2 1,-1-3 1266,-3 3 0,8-3 0,3-3 0</inkml:trace>
  <inkml:trace contextRef="#ctx0" brushRef="#br0" timeOffset="765">612 117 6349,'-8'-10'1405,"-2"2"-1052,-7 8 0,-1 2 0,1 2-142,-1 2 0,1 7 1,-1-1-1,1 4 61,-1 1 1,-1 8-1,-2 4 1,-5 6 142,-1 6 0,4 6 0,-6 13 0,0 8-39,2 5 0,1 17 1,11-5-1,3 0-236,6-1 0,12-26 1,8-6-1,7-15-79,8-13 0,12-9 0,5-17 0,5-4-111,1-5 0,7-20 0,1-10 1,4-9 88,8-9 0,-3-3 1,-31 27-1,-2-2 1,30-36 116,-8-3 1,-9-2 0,-6 7 0,-9 1-27,-12 8 1,-11 7-1,-13 9 1,-5 5-71,-11 4 1,-7 10 0,-12 4 0,-6 3-321,-9 3 0,-4 1 0,-12 3 1,-6 3-457,-3 2 1,-5 10 0,-5 12 0,-1 7 120,1 8 0,9 20 0,9 9 0,10 8 595,11 4 0,5 7 0,8 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45.55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210 193 8036,'0'9'1370,"0"-1"202,0-8-1096,-8 0 0,0-2 0,-5-2 271,1-1 0,6-1-451,-6 6 0,7 0 0,-7 0 4,-2 0 1,5 0-1,-1 2 1,0 4 52,1 5 1,-1 7 0,-4 5 0,3 8-133,-3 8 1,0 0-1,3 7 1,5 3-129,4 1 0,2 2 0,0 1 0,0-3-124,0-3 1,8-6 0,3-12-1,7-8-73,5-7 0,-1-1 0,5-7 0,0-4 65,0-6 0,-4-6 0,5-9 0,-3-4 38,-4-6 0,-1 1 0,-5 1 0,-1 0 10,-3 0 0,-7 4 0,2-4 1,-4 1-30,-2 5 0,-8-4 0,-4 1 0,-3 3-41,-2 2 1,-1 3 0,1 3-1,-1 3-20,1 2 1,-1 2 0,1 6 99,-1 0 1,3 8-1,3 4-34,6 3 1,4 3-1,2-1 1,0 1-2,0-1 1,8 1-1,6-1 1,5-1-17,4-5 0,8-1 0,-1-6 0,3 2-61,1-3 0,1-1 0,0-2 1,0 0-383,0 0 0,-6 0 0,-2-2 1,-1-1-632,-5-3 1,-2-2 1105,-1 2 0,-1-4 0,1-7 0</inkml:trace>
  <inkml:trace contextRef="#ctx0" brushRef="#br0" timeOffset="483">681 455 6745,'-17'7'735,"-1"-5"0,7 12-140,-1-8 0,10 5-328,2-5 1,8 0-1,9-6-118,1 0 0,-1-2 0,1-2 0,-1-3-193,1-3 0,-1-2 0,1-3 0,-3 1-66,-3 2 0,3 1 277,-3-7 0,-4 1-21,-3-1 1,-10 9 0,-7 5-1,-4 8 14,-1 7 0,-6 5 0,-3 3 0,-1 5-87,-4 5 0,6-2 0,2 2 0,3 2-157,3 2 0,7 2 0,4-2 1,4-4-518,2-6 1,8-3-1,6-5 1,7-3-164,8-6 0,-2-4 1,2-2-1,3-2 764,1-4 0,1-4 0,1-7 0</inkml:trace>
  <inkml:trace contextRef="#ctx0" brushRef="#br0" timeOffset="752">1135 1 7869,'-17'2'234,"-1"3"0,7-1 0,1 8 1,2 3 454,4 7 0,2 5 0,2 8 1,0 0-207,0 0 0,0 5 1,0 3-1,2 2-362,4 3 1,2 3-1,6-1 1,-3-1-172,3-3 1,-5-13 0,1 0 0,0-4-722,0-1 0,-7-7-2498,3 2 2020,-4-11 0,-8-6 1249,1-12 0,-17-12 0,3-9 0</inkml:trace>
  <inkml:trace contextRef="#ctx0" brushRef="#br0" timeOffset="934">873 315 7869,'0'17'157,"2"-5"424,4 0 0,-2-8 0,8 1 0,3-3-25,6-2 0,7-2 0,8-1 0,7-5-438,10-2 1,1-2 0,8-5 0,0 0-289,0-1 0,0 1 1,0-1-1,-9 1 170,-11-1 0,-5 1 0,-2-1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49.67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350 498 8217,'11'0'1974,"1"0"1,-8-2-980,2-4 0,-6 4 1,-6-4-356,-6 4 0,1 2 0,-5 0 0,-3 0-119,-1 0 1,-7 10-1,-2 5 1,-4 9-255,-2 3 0,0 2 0,2 6 0,2 2-391,2 3 1,10-3-1,1 4 1,10-6-531,6-6 0,6-4 1,8-9-1,11-3-458,8-1 0,6-8 0,4 0 0,4-8 1112,-1-8 0,7-3 0,-7-3 0</inkml:trace>
  <inkml:trace contextRef="#ctx0" brushRef="#br0" timeOffset="533">594 707 7784,'18'-17'-726,"-7"7"0,-1 2 736,-2 0 0,5-1 248,-1-9 1,-4 7 0,0 1 0,-3 0 279,1 0 1,0 5 0,-4-5 200,4 2 1,-4-5 21,4 1 0,-6 4-295,-6 2 1,-4 4 0,-7 2 0,-1 2 114,1 4 0,-7 6 0,-1 9 0,0 4-189,0 3 1,-4-5-1,5 6 1,3 0-191,2-2 0,1 4 0,3-7 1,3-3-210,6-2 0,6-3 0,6-3 0,7-3-157,9-2 0,5-4 1,8-10-1,2-8-197,4-7 0,-5 0 1,5-6-1,-4-1-61,-2 1 0,-8 0 0,-4-4 1,-3 4 44,-3 2 0,-7 1 0,-4 7 0,-4-1-113,-2 1 1,-14 7 0,-3 4 0,-5 4-193,-3 2 0,0 0 0,-4 2 0,4 4 682,-1 6 0,7 3 0,-6 3 0</inkml:trace>
  <inkml:trace contextRef="#ctx0" brushRef="#br0" timeOffset="1117">961 672 6732,'17'0'15,"-5"0"315,0 0 0,-6 0 0,5-2-73,3-4 1,-5 4-1,1-5 201,-2-1 1,6 4-125,-3-8 1,-3 7-1,0-5 954,-1 2-87,-5-5-747,6 3 1,-16 0 0,-3 4-18,-5 4 1,-3 2 0,-3 2 0,-3 4-100,-2 6 1,4 3 0,-4 3 0,1-1-145,5 1 1,2 5 0,1 0 0,3-1-107,3-3 0,-2-2 1,9 1-1,1-1-74,2 1 0,10-6 0,5-3 0,9-1-63,7-4 0,4-8 0,2-4 0,-1-3-41,1-9 0,-2 3 0,-2-9 0,-3 3-68,-3 0 0,-2-6 0,-7 4 0,-3-1-46,-1 1 1,-8 2 0,0 5 0,-8 1-382,-8-1 0,-3 9 1,-5 1-1,-1 2-302,-2 0 1,-3 1 0,5 5-718,-2 0 1,-1 7 1603,7 5 0,-1 3 0,1 3 0</inkml:trace>
  <inkml:trace contextRef="#ctx0" brushRef="#br0" timeOffset="1500">1328 637 12833,'0'12'2323,"-2"0"-1793,-4 1 1,4-3-1,-4 1-168,4 3 0,2 2 1,0 1-147,0 0 1,0-5 0,0 0 2,0 1 1,0-3-184,0 2 0,-2-8-65,-3 1 1,3-5-1,-4-5 50,4-7 1,2-4-1,0-3 1,0-4-96,0-6 1,8-4 0,3 0-1,3 2 42,-3 1 1,5 7 0,-4-4-1,3 2 37,3 3 0,-1 3 0,1 4 1,-1 1-413,0 2 1,-5 8 0,0-1 0,1 3-216,3 2 0,-1 2 0,-1 1 0,-2 5-533,1 2 1,1-4-1,-1 3 1,-1-1-1495,2-4 2649,-7-2 0,17 6 0,-5 2 0</inkml:trace>
  <inkml:trace contextRef="#ctx0" brushRef="#br0" timeOffset="1949">2061 43 7835,'2'-15'1243,"2"1"686,2 3 0,0 9-1050,-6 2 1,0 9 0,2 15 0,2 3-191,1 0 1,3 6 0,-4-2 0,4 6-281,1 4 0,1 1 0,4-3 1,-5 2-309,-1-2 0,4-2 0,-4-2 0,-1-2-140,1-4 0,-2-4 0,-6-8 1,0 1 29,0-1-105,0-7 1,-2-4 0,-4-12-217,-5-6 1,1 3-1,-2-3 1,-1-2-402,-3-1 0,-1-3 0,-1 1 1,-1 1 287,-5 5 1,3-3 0,-6 6 0,0 1 355,0-1 0,3 2 1,-3 6-1,0 0 479,0 0 0,6 8 1,-3 5-1,3 9 187,-2 7 1,3 0 0,-3 2 0,5 2 78,7-2 0,3 0 0,8 4 0,0-2-309,0-4 1,8 0 0,5-9 0,9-7-213,7-3 0,6-4 0,6-6 0,3-2-622,1-4 1,5-4 0,-3-9-1,3-4-854,3-6 1,-7 1 0,-1-1 0,-1-2 1338,1-2 0,-6-9 0,4-3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6:00.5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297 280 6909,'10'2'1229,"-6"4"236,-8 5 1,-6 7 0,-9 7 0,-3 10-865,-1 10 1,-8 7 0,4 4 0,-2 2-644,0-1 1,7 3-1,-1-2 1,4-2-618,1-1 0,3-13 0,3-7 0,6-10-1402,4-5 2061,2-3 0,8-15 0,2-4 0</inkml:trace>
  <inkml:trace contextRef="#ctx0" brushRef="#br0" timeOffset="284">157 489 7753,'0'18'0,"0"1"0,0 3 802,0 1 1,0 0 0,0-5 0,2-1-42,4 1 0,6 5 0,11 0 0,6-3-400,4-7 1,2 3 0,0-5 0,0 5 210,0 1 1,-8-5 0,-4-2-167,-3-3 1,-11 1-1,-5-4-347,-8 2 0,-11 2 0,-10-4 0,-2 1-513,-5-1 0,0-2 0,-1-2 0,1 0-795,3 0 1,2 0 0,-2 0-1,6 0-1232,3 0 2481,11-8 0,-7-1 0,6-9 0</inkml:trace>
  <inkml:trace contextRef="#ctx0" brushRef="#br0" timeOffset="733">873 524 7706,'-15'2'1101,"3"4"0,-1 4 0,7 7 0,0 3 281,-2 3 1,4 4 0,-5 10 0,-1 2-808,0 2 0,6-1 0,-3-5 1,1-2-406,0-4 0,0-3 1,6-9-109,0 0 0,2-7 23,4-4 1,4-12 0,5-7-1,-1-7-327,-3-3 1,1 0 0,4 3-1,-3-1-123,-1-2 1,-6-3 0,5 3-1,3-4-279,1 0 1,-3 0 0,0 5 0,1-1 189,3 2 0,-5 1 0,1 5 1,0 1 579,-3 2 1,7 9 0,-4-3 0,3 6 307,3 6 0,-1 5 0,0 11 1,1 3-33,-1 2 0,7 2 0,1 4 0,2-4-40,4-6 0,8 3 1,4-5-1,-1-4-298,1-3 1,6-10-1,-5 2 1,3-6-241,-1-6 1,-9-6-1,-2-9 1,-10-2-134,-5 1 0,-9-3 0,-1 2 0,-2 1-182,-4 3 1,-12 2 0,-8 1 0,-7 4-75,-4 7 0,-2-3 1,-6 2-1,2 4-247,4 6 1,-2 4-1,8 5 1,1-1-737,3 2 0,3 7 1548,5 2 0,-5 0 0,6-5 0</inkml:trace>
  <inkml:trace contextRef="#ctx0" brushRef="#br0" timeOffset="1134">2078 699 10279,'-17'-10'0,"0"3"811,-1-1 0,-5 6 0,0-4 0,-1 4-542,-1 2 0,4 0 1,-7 0-1,1 0-232,0 0 0,6 2 0,-2 4 0,3 4 73,3-1 0,5 7 0,2-5 0,3 5-210,3 1 1,2 1 0,2-1 0,2 1-88,3-1 1,-1-1 0,8-3 0,2-1 56,1 2 1,8-7 0,1 1 0,-1-2 9,2 0 1,-3 0 0,5-8 0,0-2 79,0-2 1,-6-8-1,5 5 1,-3-3 112,0 0 1,0 1 0,-5-7-1,-1 1 364,1-1 1,-8 7 0,-3-1 58,1-2 1,-8 9-1,2 5-148,-6 9 1,-9 7 0,3 3 0,-2 5-312,1 5 1,-1 4 0,-4 2 0,3 1-609,1 5 0,6-4 0,-3 2 0,1-6-1060,4-4 1,2-8 683,2 3 947,8-13 0,2-11 0,7-9 0</inkml:trace>
  <inkml:trace contextRef="#ctx0" brushRef="#br0" timeOffset="1633">2533 0 7834,'-18'12'659,"-1"0"1,-3 3 381,-1 7 0,-2 7 1,3 11-1,-3 9 103,-2 7 0,6 6 0,-3 8 0,3 0-458,-2 0 0,5-2 0,-1-2 0,5-4-920,1-2 0,3-2 0,-2-7 1,1-5 324,1-5 1,-3-12 235,7-6 1,0-13-1743,6-10 0,0-8 0,2-9 0,2-3-128,2-3 1,1 4-1,-3-6 1,4-1 999,2-3 0,-5-4 1,7-2-1,2 0 491,1 0 1,5 6 0,1 0 0,2 0 206,-1 2 1,3 2 0,-2 7 0,0 1 533,3-1 1,-7 3 0,4 3 0,-3 6 261,-3 4 1,1 4 0,-1 4 0,-1 6-268,-5 3 0,3 3 0,-8-1 0,-1 1-363,3-1 1,-6 1-1,4-1 1,-4 1 938,-2-1 1,6 1-1,0-1-798,-3 0 1,-1 1 0,-2-1-1,0 1-401,0-1 0,0 7 1,0-1-1,-2-2-221,-3-1 1,1-1-1,-6 2 1,0 3-278,1-3 1,5-2 0,-4-1 0,2-1-670,0 1 1,1-1 0,5 1-217,0-1 0,0 1-578,0-1 0,7-1 1900,5-5 0,11-3 0,4-8 0</inkml:trace>
  <inkml:trace contextRef="#ctx0" brushRef="#br0" timeOffset="2269">3371 53 9027,'10'-8'1966,"-3"8"0,-9 2-1117,-3 14 1,-3 11 0,-6 15 0,4 9-117,3 5 1,-5 10 0,6 0 0,2 8-208,2 7 1,2 3 0,0-3 0,0-5-404,0-4 1,0-10 0,0-4-1,0-8-1230,0-9 784,0-8 1,-2-25 0,-1-8 0,-5-12-70,-2-9 1,4 0 0,-5-8-1,-3-1 7,-1 3 1,-9-6-1,1 4 1,0-4 287,-3-2 1,7 0 0,-4-2 0,3-1 112,3-3 1,-1 6 0,1 6 0,0 0 492,-1 2 1,6 9 227,1 12 0,7 8 0,-2 8 1,4 9-533,2 7 0,2 3 0,2 6 0,4 0-995,1-1 1,9-1-1,7-2 1,2-1-136,4 1 0,4-4 1,4 0-1,4-4 925,1-7 0,3 1 0,5-7 0</inkml:trace>
  <inkml:trace contextRef="#ctx0" brushRef="#br0" timeOffset="2550">3825 629 7747,'-29'-12'975,"2"-1"1,1 1 185,5 3 1,7 3 0,3 6-599,-3 0 0,5 0 0,-1 2 0,0 4-337,0 5 0,7 10 0,-5 3 0,2-1 364,0 2 0,2-3 0,8 7 0,4 0-108,2-2 0,9-2 0,8-7 0,4-3-332,4-3 1,-2 1 0,12-7 0,-3-4 10,-3-6 0,-4-5 0,-4-9 0,-4 1-179,-1-1 1,-5-1 0,-9-3-1,-7-1-464,-3 2 1,-9-4 0,-7 1 0,-7 3 98,-8 2 1,-12 7-1,-6 2 1,-3 2-705,-3 5 1,9 1 0,3 2 0,4 0-279,2 0 0,8 5 0,6 3 1365,7 2 0,6 2 0,8 5 0</inkml:trace>
  <inkml:trace contextRef="#ctx0" brushRef="#br0" timeOffset="3383">4174 594 6677,'18'0'4294,"-7"0"-2777,1 0 1,-6 0 0,3 2-620,-1 4 1,-2-2-1,-6 9 1,0 5-236,0 3 1,0 10 0,0-2 0,0 4-362,0 2 1,0-6 0,0 1 0,0-1-269,0-2 0,0 4 0,2-8-300,4-2 1,5-9 0,13-6-1,3-6-374,0-6 0,6-9 1,-4-11-1,4-1 197,2-4 0,-2-2 1,-2-2-1,-4 0 219,-1 0 0,-3 0 0,-6 1 0,-1-1 211,-5 0 0,-1 8 0,-6 3 0,2 5 376,-2 1 1,-4 3 0,-6 3-9,-6 6 1,3 10 0,-3 4 0,-2 2-61,-1 3 0,3 5 0,2 3 0,1 2-82,-1-1 0,6 3 0,-2-2 0,4 1-210,2 1 1,0-6-1,0 4 1,0-3-110,0-3 0,2 1 0,4-3 36,6-3 1,-2 2-1,1-9 1,3-1-3,1-2 1,3-4 0,-1-4 0,1-3-5,-1-1 0,1-6 0,-3 5 0,-1-3 34,-3 3 0,1-5 1,3 4-1,-1-3 46,-2-3 1,-3 7 0,5-1 0,-4-1 6,-3-3 0,1 4 0,-4 1-65,2-3 1,2-1 0,-4-3-4,1 1 0,3 5 1,-4 0 6,2-1 0,7 5 61,-1 2 0,-2 4 0,1 2 158,3 0 1,-4 2-1,-1 4 1,1 6 696,0 3 0,-4 9 1,3 1-1,-1 4-111,-4 8 1,-2 0 0,-2 7-1,0 1-384,0 0 1,-2-1 0,-4 5 0,-5-5-267,-5-1 1,-1-4-1,-1-8-349,1-2-328,-1-8 1,8-13 0,5-20 0,5-11-2,5-4 1,5-6-1,8 2 1,1-8-3,4-7 1,4-3 0,8 1 0,0 1 123,0-2 0,2 7 0,2 1 1,0 4 231,-6 2 0,0 14 0,-10 5 0,-2 7 894,-1 5 1,-5 12 0,-3 9 0,-6 10-208,-4 6 0,-2 2 0,2 0 0,1 0 586,3 0 1,2-2 0,-4-2 0,4-4-1133,1-2 0,-3 4 0,4-5 0,-2-3-2451,-4-2 0,-1-1-892,3-1 3421,-4-7 0,14-2 0,-7-8 0</inkml:trace>
  <inkml:trace contextRef="#ctx0" brushRef="#br0" timeOffset="3549">6078 1171 7617,'-41'-8'0,"0"-4"0,8 4 2145,10 3 1,13 3-671,10 2 1,10-2-1,13-4-1475,6-6 0,12-11 0,4-4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54.5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140 812 7945,'10'-8'235,"3"4"0,-5-7 1690,2-3 88,-7-1-1483,5 5 0,-8 10 0,-2 14 0,-2 5-167,-1 4 0,-9 10 0,2 0 0,-1 6-326,1 0 0,-3 4 0,5-1 0,-2 3-389,1 3 0,-1-5 0,-4-2 0,3-6-1022,1-6 0,8-2-369,-1-4 1,3-13 1742,2-4 0,7-12 0,3-11 0</inkml:trace>
  <inkml:trace contextRef="#ctx0" brushRef="#br0" timeOffset="264">87 707 10127,'18'0'984,"5"0"0,2 2 1,3 2-510,3 2 1,2 8-1,0-3 1,-2 5-189,-2 1 0,-8 1 1,2-1-1,-5 1-118,-7-1 1,-3 0 0,-8 1 0,-2-1-261,-4 1 0,-9-1 0,-10 1 0,-2-1-339,-4 1 0,-2-7 1,-2-1-1,0 0-220,0-1 1,2-5-1,2 2 1,4-4-300,1-2 0,9-8 0,7-3 949,2-5 0,-5-9 0,3-2 0</inkml:trace>
  <inkml:trace contextRef="#ctx0" brushRef="#br0" timeOffset="1033">646 760 7819,'-9'7'996,"1"-3"1,6 6 156,-4-2 1,4 5 0,-4-1-361,4 4 1,2 1 0,0 0-300,0 1 0,0-1 1,0 1-77,0-1 1,-5 1 0,-1-1 64,2 1 1,0-9-99,-2-3 0,2-4-548,-7-2 1,7-2-1,-2-4-209,4-5 0,2-7 0,0-5 0,2-4-99,4 0 1,3-6-1,9 6 1,-1-3 275,1 1 0,-1 8 0,1-2 1,-1 3 268,1 3 1,-1 1 0,1 5 63,-1 5 1,1 6 0,-1 6-186,0 5 0,-5 5 0,0 1 0,1 1-104,3-1 0,-5 6 1,1-1-1,2-5-530,1-3 0,-3-2 1,0 3-1,1-3 223,3-6 0,-5-5 1,1-1-1,1 0 73,3 0 1,1-1-1,1-3 1,-3-4 124,-3-2 0,4-1 0,-7-7 136,1 1 0,4-1 0,-7 3 0,1 1 0,0 2 1,-2 1 875,-6-7 1294,0 9 273,0 1-1216,0 8 1,0 2-614,0 4 1,0-3-275,0 9 0,2-6 1,3 4 15,7-3 0,-2-1-218,1-6 1,-5 0 168,6 0 1,-8-8-141,2-3 1,-6 3 0,-4 0 0,-4 2-55,-2 1 1,-7-1 0,-8 6-1,-1 0 4,1 0 1,-6 0 0,4 2 0,-2 2 37,0 1 0,5 9 0,-3-2 0,4 3-116,7 3 1,1-1 0,9 1-1,2 1-361,2 4 1,2-3 0,2 3-1,6-6-591,9-5 1,9 4 0,9-7-1,0 3-250,-1 0 0,1-9 1287,0 3 0,0 4 0,0 0 0</inkml:trace>
  <inkml:trace contextRef="#ctx0" brushRef="#br0" timeOffset="1495">1554 742 7778,'6'-17'180,"0"-1"0,6 1 1,-5-1-1,1 1 698,0-1 1,0 3-1,-4 1 1537,1 3-1867,1-1 1,-8 2 0,-3 6 0,-9 8-82,-7 8 0,1 3 1,-3 5-1,2 1-274,-3 3 0,5 5 1,-4-6-1,5-2-167,6-1 0,-3 3 1,5 0-1,1-1-102,3-3 0,4-2 0,2 1 0,0-1-394,0 1 1,2-7 0,4-1 7,5-2 0,5 4 291,1-7 0,-5 1 1,-2-4-9,-3 4 1,-3-4 0,-10 6 0,-5-2-405,-5-1 1,-1 1 0,-1-4 0,1 2-125,-1 2 0,1 0 1,-1-6-1,1 0-1691,-1 0 2398,1 0 0,0 7 0,-1 3 0</inkml:trace>
  <inkml:trace contextRef="#ctx0" brushRef="#br0" timeOffset="1796">1502 899 7684,'12'6'282,"-1"0"0,-1 2 1,4-4-1,-3 1 587,3-1 0,3-2 0,5-2 0,3 0-520,2 0 1,-4-6 0,4-1 0,1-3-272,-1-4 1,0-1 0,2-3 0,-6 1 15,-3 0 0,-3-7 1,-1 1-1,-5 2-165,-5 1 0,-4 9 1,-2-1-1,-2 0-134,-4 3 0,-5 1 0,-11 8 0,-3 0 83,-2 0 0,0 8 1,-4 3-1,4 5 100,1 1 0,3 1 0,6-1 0,-1 1-42,1-1 1,7 1-1,2-1 1,2 0-279,1 1 1,-1-1 0,8 1-161,4-1 0,9-1 0,8-3 0,1-3-607,1-2 1,-6-2 1108,5-6 0,3 0 0,0 0 0</inkml:trace>
  <inkml:trace contextRef="#ctx0" brushRef="#br0" timeOffset="2195">2061 760 7797,'-27'2'419,"3"1"1,5 5 470,2 2 1,7 2-1,4 5-442,4 1 1,2-1-1,0 0 1,0 1 207,0-1 0,8 1-533,3-1 1,5-1-1,1-5-207,1-5 0,-6-4 0,-1-2-242,3 0 1,-4-2-1,1-4 1,1-5-140,-2-5 0,5-1 0,-5-1 0,1 1 99,1-1 0,0 1 0,3 0 637,-3-1 0,3 1 249,-3-1 1,-2 8 68,1 5 0,-7 5 1,2 5-90,-4 7 0,-2 4 0,0 1 0,2 2-272,4 5 0,-4-3 0,4 6 0,-5-2-400,-1-3 1,6-3 0,0-1 0,0-1-451,2 1 0,-4-7 0,7-1-375,3-2 0,-5-2 0,1-8 0,0-4-1532,0-6 2529,1-3 0,7-3 0,-1 1 0</inkml:trace>
  <inkml:trace contextRef="#ctx0" brushRef="#br0" timeOffset="2429">2812 113 7797,'-27'8'472,"-6"-2"1,4 12 0,-2 7 605,1 6 1,5 12-1,8 3 1,-1 6-79,1 7 0,-1 1 1,3 6-1,1-4-553,3-2 1,5 4 0,-4-6-1,2-1-627,4-3 0,2-9 1,2-5-1,0-5-591,0-6 1,6-3 0,2-11-467,2-3 1,-4-5 0,3-8-171,-1-5 1,-2 2-1,-8-8 1407,-4-1 0,-11-11 0,-11-3 0</inkml:trace>
  <inkml:trace contextRef="#ctx0" brushRef="#br0" timeOffset="2596">2270 568 9748,'-7'0'3441,"7"0"-3023,9 0 1,15 0-1,7 0 1,6 0-395,3 0 0,9 0 1,-3 0-1,7-2-535,5-4 1,-4 4 0,5-6 510,-5 0 0,-9-1 0,-3-9 0</inkml:trace>
  <inkml:trace contextRef="#ctx0" brushRef="#br0" timeOffset="2947">3266 341 7698,'17'-24'0,"1"-1"394,-1-2 1,-1 4 0,-3-5 0,-1 1 497,2 0 1,-1 0 0,1-2 0,-4 6-138,-3 3 0,-1 3 0,-6-1 149,0 1 1,-2 9-1,-6 8 1,-9 12-46,-10 9 1,-6 14 0,-4 13 0,-4 9-342,-5 7 1,1 6 0,-2 5-1,1 5-741,1-1 0,2 7 0,9-5 1,-1 5-1140,0 1 0,8 4 0,5-5 1362,9-13 0,5-9 0,8-11 0</inkml:trace>
  <inkml:trace contextRef="#ctx0" brushRef="#br0" timeOffset="3697">3668 742 8128,'-12'-11'872,"0"1"-414,-1 2 0,3 0 0,-2 4 44,-1-1 1,-3-1 0,-1 6 0,-1 0-80,1 0 0,-6 0 0,-3 0 0,-1 2-83,-4 4 0,4 3 0,-2 9 1,0-1-110,2 1 0,-4-1 0,9 1 0,5-1-214,3 1 1,10 5-1,0 0-393,8-2 0,8-9 1,11-6-1,6-4-7,4-2 1,10-2-1,4-4 1,1-6 94,-1-3 1,1-8 0,-5-1 0,0 1 221,-1-2 0,-1 5 1,-8-3-1,-4 4 512,-6 1 0,-11 1-216,-6-1 1,-14 11-1,-7 7 1,-9 11-49,-3 11 1,4-1 0,-4 8-1,1 2 523,5 2 0,-4 2 0,2 0 0,3-2-673,7-4 1,-1 2 0,6-6 0,0 1-1706,1-1 1,1-8 444,6-5 1,8-10-1,5-2 1228,9-10 0,5-13 0,8-4 0</inkml:trace>
  <inkml:trace contextRef="#ctx0" brushRef="#br0" timeOffset="3928">3982 341 9026,'-23'7'315,"-1"5"1,1 5 0,8 5 0,1 5-116,2 6 1,8-2 0,-1 12 0,3-3 693,2 1 0,0 6 0,0-5 0,2 1-833,3 0 0,-3-2 1,4-7-1,-2 1-511,2 0 1,-4-2-1,4-4 1,-4-5-83,-2-5 0,-2-7 0,-4-3-169,-6-1 1,3-2 700,-3-6 0,0-15 0,-5-5 0</inkml:trace>
  <inkml:trace contextRef="#ctx0" brushRef="#br0" timeOffset="4145">3877 707 7758,'18'10'326,"-1"-4"0,1-4 0,-1 0 296,0 4 0,1-3 0,-1 7 0,1 0 159,-1-1 0,1-3 0,-1 6 0,-1 2-4,-5 1 1,3 3-1,-8-1 1,-2 2-405,-2 5 1,-12-5 0,-6 4-1,-7-1-662,-4 1 1,-2-4 0,-6 5 0,0-5-289,0-1 0,2-7 1,2-1-1,4-2-1265,2-4 0,1-3 1842,7-1 0,-1 0 0,1 0 0</inkml:trace>
  <inkml:trace contextRef="#ctx0" brushRef="#br0" timeOffset="4531">4593 672 8347,'0'-9'3092,"-8"1"-2580,-3 8 0,-5 0 1,-1 2-140,-1 4 1,1-2-1,-1 7 1,1 1-219,-1-2 1,3 5 0,1-3 0,3 1-128,-3-1 1,6 3 0,3-3 9,3 4 1,2 1 0,2-1 0,3-3 29,7-1 1,4-1-1,1 5 1,0-2 337,1-3 1,-1 1 0,1 5-234,-1 1 1,-7-1-1,-4 1 1,-4-1-245,-2 1 1,-2-1-1,-4-1 1,-6-3-611,-3-1 0,-3-6 0,1 3 0,-1-1-715,1-4 1,-6-2 0,-1-2 0,3 0 1395,2 0 0,1-8 0,1-2 0</inkml:trace>
  <inkml:trace contextRef="#ctx0" brushRef="#br0" timeOffset="4830">4488 934 9174,'18'8'942,"1"-6"1,3 4-1,3-4-411,2-2 1,2 0 0,8 0 0,2-2-288,2-4 1,5-4 0,-3-7-1,-2-3-367,-5-3 0,1 2 1,-11-6-1,-3 1 3,-4 5 0,1-4 0,-16 2-262,-6 1 1,-8 9 0,-11 3 0,-5 2 70,-1 4 0,-2 2 1,-4 4-1,2 4 197,2 6 1,6 3 0,-5 3 0,3-1 136,4 1 0,3-1 0,5 1 1,3 1 58,2 4 0,-3-1 1,5 5-1,2-2-246,2-4 0,10 5 1,5-3-1,9-4-299,7-5 0,4-1 1,2-7-1,2-2 78,3-2 1,-3-2-1,6-2 385,0-4 0,-6-11 0,5-10 0</inkml:trace>
  <inkml:trace contextRef="#ctx0" brushRef="#br0" timeOffset="5213">5239 725 7785,'-17'17'773,"-1"1"1,3-1 0,1 1-384,3-1 1,7 2 0,-2 3-1,4 3-4,2 2 1,0-4 0,0 5 0,0-1-36,0 0 0,0-6 1,0 3-1,0-5-130,0-2 1,0-5-360,0 0 0,8-10 0,2-2-253,-1-10 0,7-6 0,-7-3 0,3-2 44,0-3 0,-6-1 0,5 4 0,1-4-4,-2-3 0,5 7 0,-5-2 0,1 2 419,1-3 1,-2 11-1,3-5 1393,-1 3-1010,0-1 0,3 14 1,-3 8-1,-6 10 75,-4 7 0,-2-2 0,0 6 0,0 1-238,0-1 0,0 0 1,0 4-1,0-4-504,0-2 1,1-1 0,5-7-118,6 0 0,-2-7 0,1-4 0,3-4-571,1-2 1,3-2 0,-1-4-1,3-5-885,3-5 1,-2-3 1788,8-5 0,1-3 0,5-8 0</inkml:trace>
  <inkml:trace contextRef="#ctx0" brushRef="#br0" timeOffset="5430">6200 131 8545,'-23'0'944,"-1"0"1,-7 0-1,2 4 1,-4 7-257,-2 13 0,-5 11 0,-3 11 0,0 12 15,0 8 1,3 12 0,5 2 0,2-1-376,4-3 1,9-4 0,11-2 0,1-3-587,4-3 1,2-5 0,4-15 0,4-9-81,5-10 1,11-5 0,1-5-1,-2-3-766,-1-6 0,-3-6 1,-1-6 550,-5-6 0,-3-9 0,-8-2 553,0 1 0,-8-5 0,-1 0 0</inkml:trace>
  <inkml:trace contextRef="#ctx0" brushRef="#br0" timeOffset="5579">5589 602 8516,'11'0'1975,"1"0"-1365,2 0 1,1 0 0,4 0 0,5 2-496,5 4 0,6-4 0,4 4 1,5-4-1314,7-2 1,-3 0 1197,10 0 0,4 0 0,1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05.46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225 278 8352,'-11'0'2899,"-1"0"-1735,8 7-647,-4-5 0,8 4-259,0-12 1,8-2 0,4-5-110,3 1 1,3 3 0,-1-3-69,1 6 0,-1 4-77,1 2 0,-9 2 0,-3 4 0,-4 6 9,-2 3 1,0 3-1,0-1 1,-2 0-136,-4 1 0,2 3 0,-5-1 0,1-5-427,4 1 1,-4-1 96,3 3 1,-1-7 515,6 1 0,2-8 0,3 2 89,7-4 1,4-2-1,1 0 1,1 0 290,-1 0 0,1 0 0,-1 2 0,0 1 41,1 3 1,-1 2 0,-1-2 0,-3 6-57,-1 3 0,-8 3 0,2 1 0,-4 4-137,-2 6 1,-14-2 0,-5 3-1,-5 1-488,-1 2 0,-6-4 0,2-2 0,-2-2-705,2-4 1,-2-1 0,6-5 0,-1-3-465,1-6 0,2-4 1,7-4-1,3-4 1365,1-6 0,1-11 0,-7-4 0</inkml:trace>
  <inkml:trace contextRef="#ctx0" brushRef="#br0" timeOffset="500">365 16 7940,'-23'-2'79,"-2"-2"0,-1-2 1,1 2-1,4 4 0,1 6 1,1 6 400,-4 3 1,3 10 0,-3 4-1,4 4-155,1 2 1,1 16-1,-1 9 1,1 12-46,-1 9 0,7 7 1,1 3-1,2 4-194,4 2 1,12-8 0,9-2 0,11-13-222,5-14 0,9-11 0,5-22 1,5-10 149,6-9 1,5-10 0,6-11 0,3-16-30,4-14 1,2-9 0,1-7 0,-7-5 150,-6-4 0,-16-3 0,1-3 0,-9-2 888,-9 2 0,-7 10 1,-15 6-1,-7 4-745,-8 1 1,-15 9 0,-18 3 0,-11 6-685,-9 6 1,-15 4 0,-1 7 0,-9 3-555,-7 3 0,-2 6 0,3 14 1,3 13-1371,4 18 2070,37-15 0,2 5 0,5 11 1,2 5-1,-3 0 0,-1-1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25.8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122 560 8088,'10'0'3473,"-2"2"-2848,-8 3 1,0-1 0,0 8 0,-2 1-280,-4 3 0,2 1 0,-6 3 0,3 1 13,3 2 1,-6 7 0,0-5-1,-1 0-321,-1 0 0,6-1 1,-3-5-1,-1 2-1447,0 3 1,6-1-943,-2-6 2351,4 1 0,-5-8 0,-3-3 0</inkml:trace>
  <inkml:trace contextRef="#ctx0" brushRef="#br0" timeOffset="947">524 612 7841,'0'-17'842,"2"7"1009,4 4-836,-4 4 1,5 4-732,-7 4 0,0 4 0,0 7 1,-2 0-185,-3 1 0,1 1 1,-6 3-1,0 1-62,1-2 0,3-1 0,-4-3-451,2 1 0,-3-1-1151,5 1 1105,0-9 1,8-3-1,4-12 180,5-5 0,5-7 0,3-3 0,3-4 122,1-3 0,6 5 0,-4-4 1,3 0 220,3 0 0,-6 5 0,0-1 0,-2 4 518,1 1 1,-1 8-305,-6 5 1,-7 5-1,-4 5 1,-4 7 196,-2 4 1,0 7 0,-2 2-1,-2 0-217,-2 1 0,-7 5 0,1-4 1,-2 0-275,3-4 1,-5-1-1,5-1 1,-5 0-83,-1-5 1,5 1 0,0-7-835,-1 0 666,5-3 0,0-9 0,10-3 0,2-7 129,2-4 0,7-1 0,-3 0 0,2-1 36,-1 1 0,-1-7 0,4 1 0,-5 2 98,-1 1 0,6 5 0,-5 1 0,3 3 82,0-3 0,-6 0 1,5 1 105,3 1 1,-5 8 0,3-2 311,2 5 0,-5 1 1,3 1-323,2 5 0,-7-2 0,1 8-276,0 1 1,0 3 0,3 1 0,-3-1-409,0-4 0,-6 3 0,6-5 0,-3 1-741,1 1 0,8-2 1,-5 3 1249,1-1 0,6-8 0,-7 4 0</inkml:trace>
  <inkml:trace contextRef="#ctx0" brushRef="#br0" timeOffset="1331">1310 577 7898,'-18'0'0,"3"8"0,1 3 0,3 5 929,-3 1 0,4 9 1,-1 5-1,-3 6-114,-1 3 1,-5 11 0,-3 1 0,-6 10-503,-4 6 1,-2 0 0,0-2 0,0-6-368,0-5 1,2-3 0,4-15-1,6-6-475,3-4 241,3-11 1,7-11-1,4-12 37,4-11 1,2-1 0,2-10-1,4-2 20,6-2 0,3-2 0,3-2 0,-1-4-72,1-5 0,7-5 0,2-1 1,2-1 3,0 1 1,2-1 0,10 1 0,4 2 245,-1 3 0,1 4 0,-6 10 0,2 4 365,-3 6 0,-9 6 0,-5 5 0,-5 8 89,-1 8 0,-3 8 1,-3 9-1,-6 4-271,-4 2 0,-2-3 0,0 5 0,0 0-267,0-2 1,-2 6 0,-2-6 0,-2 2-524,2 0 0,-4-7 1,2 1-1,3-4-2084,1-1 2744,2-1 0,-8 1 0,-2-1 0</inkml:trace>
  <inkml:trace contextRef="#ctx0" brushRef="#br0" timeOffset="1664">1677 647 7898,'-8'-18'323,"4"9"1,-6 1 0,1 2 438,-1 0 0,4 1 1,-6 6-1,-3 3 0,-7 2 0,3 10 0,-4-1 0,3 8-263,3 5 1,-6 1-1,-1 4 1,5-2-320,5-2 1,1-2 0,7 4-1,2-4-147,2-1 1,4-5 0,6-9 0,7-7-11,7-3 1,3-2-1,-4-2 1,5-3-127,1-7 1,-4-6 0,4-3 0,-2-2-10,-3 1 1,-3-3-1,-3 2 1,-3 2-102,-1 1 0,-8 3 0,2-1 0,-5 1-376,-1-1 0,-1 1 1,-5-1-461,-6 1 0,2 5 1,-1 3-400,-3 1 1,-1 2 1447,-3 6 0,1 8 0,-1 1 0</inkml:trace>
  <inkml:trace contextRef="#ctx0" brushRef="#br0" timeOffset="2031">1956 699 13167,'-12'6'817,"1"0"1,5 8-1,-4-3 1,0 5-553,1 1 1,-3 6-1,-3 1 1,1-3-67,2-2 0,3-1 0,-5-1 0,4 1-68,3-1 1,-5-5-1,4-2-437,-1-3 93,5 7 0,-4-20 0,8 0 0,2-7 84,4-5 1,3-1-1,9-2 1,-1-5 77,1-1 1,1-2-1,2-6 1,3 0 48,-3 0 0,4 2 1,1 2-1,-1 4 136,0 2 1,-2 4-1,-3 7 1,1 4-23,2 2 0,-5-3 0,-7 5 0,3 2-383,2 2 1,-5 10 0,1 2 0,-1 1-587,-1 1 1,4 0-1,-8 5 1,-1 1-1401,3-1 0,-4 0 2257,8 1 0,-1-1 0,7 1 0</inkml:trace>
  <inkml:trace contextRef="#ctx0" brushRef="#br0" timeOffset="2334">2794 36 8312,'-17'-18'3996,"-1"9"-3022,1 3 0,-1 12 1,3 5-1,1 7-355,3 5 0,-1 4 0,-5 8 0,-1 2 53,1 4 1,1-3-1,1 11 1,1 3-476,0 5 1,-11 9 0,10-2-1,-1 4-476,3 1 0,3-8 1,-2-7-1,6-8 263,4-3 0,2-8 0,0-8-1467,0-2 0,2-9 1,4-10 305,6-4 1,-2-2 0,1 0 0,1-2-2287,-2-4 3463,5-4 0,-5-7 0,7-1 0</inkml:trace>
  <inkml:trace contextRef="#ctx0" brushRef="#br0" timeOffset="2566">2218 507 7781,'-18'0'416,"1"0"748,0 0 1,9 0-1,8 0-391,10 0 0,13 0 0,6 0 0,4 0-414,2 0 1,8-2 0,3-2 0,6-3-371,7-3 0,-5 4 1,4-6-1,-5 1-296,-7 1 0,-1 0 0,-8 7 0,-2-3-3625,-8 2 3932,-6 2 0,-19 10 0,-4 1 0</inkml:trace>
  <inkml:trace contextRef="#ctx0" brushRef="#br0" timeOffset="2997">297 140 7987,'-64'10'723,"4"-4"0,5-4 1180,11-2 1,13 0-1444,7 0 0,26-2 1,14-4-1,11-5-593,10-5 0,9-1 0,3-1 0,7 1 133,8-1 0,20-7 0,5-2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29.9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1 158 7294,'9'17'-674,"-3"1"0,4-1 622,1 1 0,5-9 52,1-3 0,1-4 0,-1-2 0</inkml:trace>
  <inkml:trace contextRef="#ctx0" brushRef="#br0" timeOffset="300">88 1 7924,'-2'11'-675,"-4"1"-541,4-8 1216,-13 4 0,13-1 0,-6 3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1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8 7924,'18'0'2389,"-1"0"-1554,-7-8 1,-2 14-1,-10 0 1,-2 10-307,-2 7 1,-8 4-1,5 10 1,-3 4-315,0 5 0,1 5 1,-5 1-1,3 1-451,1-1 0,2 0 0,-3-1 0,1-5-218,-1-5 1,3-6 0,0-4-1,2-4-925,4-2 1,-3-1-1060,1-7 2438,0-7 0,-2-2 0,-1-8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45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138 123 7842,'-32'10'370,"0"-3"1,5-1 591,2 0 0,10 2-492,9-2 0,13-4 0,11 3 0,11-5 25,10-5 0,5 1 0,9-8 1,-1-2-226,1-1 1,-1 3-1,0 1 1,3-3-338,3-1 0,-4 3 0,5 0 0,-5 1-481,-2 1 1,-1 0 0,-5 6 0,-5-2-619,-4 3 0,-10 1 0,-6 4 563,-7 3 0,-6-1 0,-8 8 603,0 2 0,0 1 0,0 3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74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52 7842,'11'-5'835,"1"-1"0,-8-2 181,2 2 0,-4 6-460,-2 0 0,-8 2 1,-4 10-1,-5 1-56,-6 3 0,1 1 1,-7 3-1,0 1-16,2 2 1,-4 3-1,7-5 1,3 4-204,2 2 0,9-5 0,4 1-276,4-4 1,12-3 0,7-4 0,13-7 52,8-3 0,1-15 0,8-5 0,-1-3-142,-1-4 0,3-1 1,-9-5-1,-4 2-4,-4-2 1,-11 0 0,-3 0 0,-9 4 5,-6 2 1,-12 3 0,-7 11-1,-11 5-380,-5 4 1,-7 2 0,-3 0-1,0 2-252,1 4 0,1 2 0,8 5 0,4-1-931,6 1 0,11 3 1645,6 1 0,4 1 0,2-1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2.5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455 141 8088,'-6'-28'189,"0"5"1,1 4 0,3 1 84,-4 1 0,2 1 0,-8 5 0,-1 5 692,-3 4 0,-3 10 0,-5 5 0,-5 7-141,-4 3 1,-2 14-1,0 0 1,1 5-371,-1 7 1,0 7 0,2 2 0,4-1-323,5-3 1,13-2 0,5 1-1,4-1-250,2 0 0,10-9 0,7-8 0,10-12-53,6-9 1,8-6 0,2-8 0,1-2-27,5-4 1,-1-4 0,1-9 0,-5-2 80,-1-3 1,-4-7 0,-10 4 0,-6-2 117,-3 0 0,-5 6 0,-3-5 0,-6 1 85,-4 0 0,-4 6 0,-4-3 0,-6 5 17,-3 2 0,-9-1 0,1 1 0,0-1-138,-2 1 0,3-1 0,-5 3 0,2 3 37,4 6 0,1 4 1,3 2-26,-1 0 1,3 8 0,3 4 44,6 3 0,6 3 0,6-1 92,6 1 1,3-7 0,3-1 0,1-2-72,4-4 1,-1-2-1,7-2 1,0 0-121,-2 0 1,10 0 0,-6 0-1,0-2-112,2-4 1,6-4 0,2-7 0,-3-1 23,-1 1 0,-4-7 0,-2-1 0,-2 0 183,3 0 1,-7-4 0,-2 5 0,-5 3 376,-7 2 1,-1 1-1,-6 1 480,2-1 1,-3 3-1,-8 3-261,-7 6 0,-2 6 0,1 8 0,1 7-295,-1 7 0,-3 9 1,-1-2-1,-1 4-148,1 2 1,1 6 0,3 1 0,1 1-642,-2 0 1,-1 3 0,-1-3 0,3 0-544,1-1 0,2-3 1,-1-8-1,3-4-1165,0-1 0,6-3-2201,-4-6 4377,4-7 0,2-2 0,0-8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2.9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717 245 7777,'5'-18'0,"3"1"466,2 0 1,-4-1 0,3 1-1,1-1 214,0 1 1,-4-1 0,3 1 0,-1-1 512,-4 1 1,4-1-479,-3 1 0,-6 7 0,-11 4 1,-6 4-9,-5 2 1,-4 8-1,-8 6 1,-2 5-94,-4 4 0,5 9 0,-5-3 0,4 4-346,2 2 0,2-1 0,4 3 0,8 0-251,7-2 1,6 4-1,8-12 1,2 0-25,4-3 1,11-5 0,13-3-1,5-3 15,5-1 1,3-8 0,5 1 0,-1-3 20,2-2 0,-7-2 1,-3-1-1,-8-3 282,-8 2-123,5-6 1,-25 8 0,-6-2 0,-21 10-257,-17 12 0,-9 1 1,-8 10-1,-8 2-885,-8 2 1,-3 8 0,-5 2 0,4-1-1007,1 1 1602,5 5 1,-6-3-1,8 8 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6.84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176 717 7983,'0'-18'2077,"-6"1"-684,0-1 0,-8 9 1,5 5-774,-1 8 0,-6 5 0,5 9 0,-3 1-392,3 5 1,-5 1 0,4 6 0,-1-2-234,1 2 0,-1 2 0,7 2 0,2-2-519,2-4 0,2 2 1,2-8-1,4-1-823,5-3 0,13-9 0,5-4 0,6-4 1347,5-2 0,5-8 0,7-2 0</inkml:trace>
  <inkml:trace contextRef="#ctx0" brushRef="#br0" timeOffset="681">525 647 7714,'-29'12'0,"2"-3"653,1-1 0,-1 6 1,8-3-1,5 5-151,5 1 0,3 1 1,6-1-1,0 1-195,0-1 1,7-5 0,5-1 0,6 1-55,5-2 1,-2 3-1,8-7 1,2-2-94,2-2 1,0-2 0,-2 0-1,-3 0-150,-3 0 1,4-6-1,-6-2 1,0-1-68,3-5 1,-13-1-1,5-3 1,-5 1-123,-3-1 1,4 1-1,-9-1 1,-1 1 18,-2-1 0,-4 1 1,-3 1 161,-7 5 1,-4-3-1,-1 8 1,-3 2 66,-3 2 1,4 8 0,-6 2 0,1 4 148,1 7 1,0-1-1,3 7 1,1-2-34,1 0 1,-3 3 0,11-5 0,1 4-216,3 2 0,4 1 1,2 1-1,4-6-142,7-4 0,1-7 0,13-2 0,1-3-55,3-3 1,-2-2 0,2-4 0,2-4-133,2-5 1,8-12 0,-1-5-1,-1-1 182,-2 0 0,-8 0 1,0-6-1,0 2 151,-1 4 0,-5 2 0,-10 7 0,-3 1 1744,-2 4-1081,-2 9 0,-6 0 1,0 12-102,0 5 1,-6 7 0,0 5 0,2 4-261,2 0 1,-4 6 0,1-3 0,1 1-198,2-2 1,-4 2 0,0-6-1,2 0-146,2 0 1,2-7-1,-2-8 1,-1-1-1124,-3 1 706,0-6 0,6 2 1,2-12-1,2-6 130,2-3 1,7-5 0,-3-1-1,1-4-13,1-2 0,0 3 1,5-3-1,-1 2 213,-5 4 1,5 1-1,-4 3 1,1-1 286,-1 1 0,3 7 0,-3 4 15,3 4 1,-3 4 0,-2 6 0,-2 7 130,-5 7 1,5 7 0,0-4 0,0 2-754,0 4 0,3-3 0,-3-1 0,0-2-943,-1-4 0,7-1 1417,-2-3 0,3-7 0,3-2 0</inkml:trace>
  <inkml:trace contextRef="#ctx0" brushRef="#br0" timeOffset="932">1765 18 9024,'-31'29'0,"-4"0"607,-2 2 1,2 16-1,6 5 1,6 5-303,3 3 0,9 4 1,-1 12-1,-2 3 277,-1 1 0,5-3 1,2-9-1,3-4-1298,-1-5 0,0-9 1,6-9-1,0-12-1416,0-8 1651,0-11 1,2-4 0,2-14-1,2-8-1284,-3-5 1765,-1-2 0,-9-2 0,-3-3 0</inkml:trace>
  <inkml:trace contextRef="#ctx0" brushRef="#br0" timeOffset="1280">1451 507 7693,'11'6'189,"1"0"0,-6 6 0,3-5 0,1 1 257,0 0 0,1 5 0,7-1 0,-1 4 138,1 1 0,5 8 1,0 4-1,-1 4-27,-3 2 0,-1 0 1,-1 0-1,-1 2-286,-5 4 1,3-4 0,-8 1 0,-3-5-111,-1-3 0,-2-9 0,-2 0 0,-1-5 84,-3-5 0,-2-7-461,2 2 1,4-6-1,-4-6-98,4-5 0,2-5 1,0-3-1,0-3-19,0-1 0,2-2 0,2 3 0,4-3 13,2-2 1,1 6 0,7-3-1,-1 3 243,1-2 0,-7 9 0,1-3 0,2 3 23,1 4 0,3-3 0,-1 7 0,1 2-299,-1 2 0,1 2 0,-1 0 0,0 2-130,1 4 1,-1 4 0,3 7 0,1 1 482,2-1 0,8 1 0,-3-1 0</inkml:trace>
  <inkml:trace contextRef="#ctx0" brushRef="#br0" timeOffset="1563">2254 857 8233,'-25'0'496,"5"0"1,-5 0 0,2 0 256,-1 0 1,1 0 340,6 0 1,1 7-935,5 5 0,3-2 0,10-1 0,4 1-62,5 0 1,7-4-1,3 3 1,4 1 15,2 0 0,-5-6 1,1 1-1,-4-3 229,-1-2 0,5 0 1,0-2-134,-1-3 1,-3-5 0,-3-8-354,-5 1 1,3-1 0,-8 1-682,-2 0 1,-2-1-1,-2 1-311,0-1 1,-8 6 0,-4 3 1134,-3 1 0,-3 2 0,1 6 0</inkml:trace>
  <inkml:trace contextRef="#ctx0" brushRef="#br0" timeOffset="1796">2516 752 7648,'-6'11'474,"-2"-1"1,0 0 1104,1-1 0,1 5 0,6 7 0,0 3-860,0-3 0,0 4 0,0-1 0,2-3-499,4-2 0,-4-1 1,5-1-610,1 1 1,-4-3-1984,8-3 1235,-8-4 1,5-14 0,-5-2 0,2-2 1136,-2-3 0,6-11 0,-1-3 0</inkml:trace>
  <inkml:trace contextRef="#ctx0" brushRef="#br0" timeOffset="2213">3040 1 10504,'0'25'1692,"-2"-4"0,-2 8 1,-2 4-925,2 6 1,2 8-1,4 9 1,2 6-289,2 6 1,8-2-1,-5 8 1,3-6-284,0-4 1,-1-8 0,5 2 0,-3-5-494,-1-7 1,-6-11 0,3-12 0,-1-3 804,-4-3-755,-2-7 0,-2-10-458,0-12 0,-2-1 0,-2-1 0,-4 3 126,-1-3 1,3 0 0,-4 1 0,0 1 313,1-1 0,-3-3 0,-5 1 179,-1 3 0,1-2 1,-1 8 320,1 3 1,5 1 0,1 2-29,-3 0 1,-2 7 0,1 5 0,1 4-157,3 1 1,5 2-1,-4 3 1,0 3-344,1 2 0,5-5 0,-2 1 0,4-4-191,2-1 1,2-1-1,4 1 1,6-3-410,3-3 0,10-4 1,4-8-1,4-2-636,2-4 1527,0-4 0,8-15 0,2-2 0</inkml:trace>
  <inkml:trace contextRef="#ctx0" brushRef="#br0" timeOffset="2548">3773 577 8401,'-17'-17'1546,"5"7"1,1 4-428,-3 4 1,-2 2 0,-1 0-1,-1 2-493,1 4 0,0 4 1,-1 7-1,-1 2-280,-5 5 0,5-5 0,-4 6 0,5-1-261,7-1 1,-5 2 0,6-3-1,-1 3-118,-1 2 0,8-4 1,-2 4-1,4-1-278,2-5 0,0-2 0,2-3 0,4-3-34,6-1 1,3-6-1,3 4 1,-1-3 239,1-3 1,-1 4 0,1-2 0,-1-2 304,1-2 0,-1 4 0,1 1 101,-1 3 1,-5-6 0,-3 4-56,-1-1 0,-4 3 0,-10 6-371,-5-5 1,-7 5 0,-3-7-1,-5 3-1027,-1 0 0,-4-3 0,-8 5 0,-3-4-2618,-3-2 3770,6-3 0,-19 3 0,4 2 0</inkml:trace>
  <inkml:trace contextRef="#ctx0" brushRef="#br0" timeOffset="2713">2568 368 7677,'-25'0'1933,"6"-2"0,-3-4-1022,9-6 1,9 2 0,15 1 0,13 1-1338,7 4 0,6 0 0,1 0 0,5-2 426,2 3 0,-6-7 0,3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5.83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103 0 10024,'-10'8'0,"5"4"0,3 3 0,2 5 851,0 3 0,0 6 0,0 10 0,0 4-717,0 1 0,2 1 0,1 2 0,5-7-582,2-3 1,-6-2 0,4-2 0,-3-4-2464,1-6 2911,0-3 0,-6-10 0,0-3 0</inkml:trace>
  <inkml:trace contextRef="#ctx0" brushRef="#br0" timeOffset="499">348 140 7678,'11'-6'0,"-1"-1"163,-2-3 1,5 4 0,-3-6 686,0-1 1,3 3-222,-7-1 0,-2 7 0,-10-2-286,-5 4 0,-11 2 0,-3 0 0,0 2-100,0 4 0,-7-2 0,3 7 0,-4 1-56,-2-2 1,6 5 0,2-5 0,2 1-157,4 1 0,1-2 1,3 3-1,-1-1-347,1 2 0,7-5 102,4 3 1,6-2 0,6 1 0,6-5 91,3-4 0,5-2 0,1 0 1,4 0 64,2 0 0,1 0 1,1 0-1,-4 0 222,0 0 1,-11 0 0,3 0 870,-1 0-486,-1 0 0,-13 2 0,-10 4 1,-9 5-234,-6 5 1,-8 1 0,2 1 0,-4-1-204,-2 1 0,7 1 0,5 1 0,4-1-161,1-3 1,3-3 0,3 5-448,6-1 0,8-7 1,8-4-280,7-5 0,12-1 1,1 0-1,5-1-550,5-5 1,5-4 1322,7-7 0,1-9 0,-1-1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1.5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297 637 7664,'-17'0'0,"-1"0"72,1 0 1,-7 0 0,1 0-1,2 0 462,1 0 1,-1 8 0,0 6 0,3 5-252,3 4 0,-5 2 0,10-1 1,1 3-146,3 0 0,4 6 0,2-6 1,2 0-137,4-3 1,3-5-1,9-1 1,-1-3-33,1-3 0,1-5 1,3-7-1,1-1 57,-2-5 1,-1-4-1,-3-7 1,1-3 43,-1-3 1,1 3 0,-1-3 438,0 4 1,-1 1 140,-4 1 1,1 9-1,-7 8-218,-2 10 1,-10 13 0,-6 8-1,-3 8-121,-3 7 0,1 5 0,-2 3 0,-5 4-444,-5 7 0,-4 1 1,0-1-1,2-4-242,2-7 1,2-6 0,-2-15-568,6-3 0,11-15 1,6-17-133,4-13 1,10-11-1,4-10 1,3-3 98,2-2 0,7-8 974,-1 3 0,8-20 0,-4-6 0</inkml:trace>
  <inkml:trace contextRef="#ctx0" brushRef="#br0" timeOffset="309">384 725 7819,'0'17'279,"0"0"0,0 1 0,0-1 241,0 1 1,2-1 0,2 3-1,4 1-122,2 2 0,1 1 1,9-7-1,3 1-162,6-1 1,-2-1 0,2-5 0,2-5-164,2-4 1,4-4 0,2-6 0,2-7-77,-2-7 1,-8-9 0,-4 2 0,-2-2-23,-4 2 1,-3-4 0,-7 4 0,-5-2-19,-4 2 0,-2-2 0,0 6 0,-4-1 24,-7 1 0,-3 4 0,-13 7 0,0 4 14,0 3 1,-2 1 0,-4 8 0,1 6 75,3 9 0,8 2 0,-4 11 0,2 1-157,-1 2 0,7 2 0,5-1 0,0 1-346,3 0 1,1 6 0,8 0 0,4-2-315,8-3 0,1-1 0,14-2 0,0-3-1340,1-7 2086,1-12 0,13 5 0,3-6 0</inkml:trace>
  <inkml:trace contextRef="#ctx0" brushRef="#br0" timeOffset="611">1153 655 7664,'-2'-10'124,"-2"2"510,-2 0 0,-7 6 0,1-3-166,-4 3 0,1 9 0,1 5 0,3 4-53,-3 1 0,-2 8 1,-1 4-1,2 3-169,3-3 0,-2 4 1,8-4-1,3 4-149,1 2 0,2-2 1,2-4-1,1-6-1,3-4 1,14-1-1,-3-3 1,4-3-59,5-6 0,-1-12 0,6-8 0,-4-5-69,-2-4 0,4-8 0,-7 2 1,-5-4-60,-3-2 1,-4 0 0,1 2 0,-5 2-88,-4 2 0,-4 1 1,-4-3-1,-5 4-955,-5 2 0,-7-2 1,-2 7 1131,-3 5 0,-8 1 0,-9-3 0</inkml:trace>
  <inkml:trace contextRef="#ctx0" brushRef="#br0" timeOffset="1692">1572 655 7723,'-16'7'560,"5"5"1,3 4-1,2 3 1,0 2 0,2 5-1,2 1 215,2 4 1,0 4 0,0 4 0,2 1-550,4-1 1,-4-2 0,4-2 0,-4-2-339,-2-4 1,6-4 0,0-7-515,-3-1 313,-1-7 1,4-10 0,2-14 0,0-5-104,0-4 0,3-7 0,-3 5 0,0-2 116,-1-4 1,7-2 0,-4-2 0,1 0 90,1 0 1,-2 0 0,3 0 0,-3 0 175,-2 1 0,3 1 1,-3 3 764,2 7 1,0 8-185,1 9 0,3 8 0,-8 17 1,-2 4 9,-3 7 1,5 3-1,0 3 1,0 3-293,2 2 1,-6 0 0,3-4 0,-1 1-204,2 3 1,-4-6 0,4-8 0,-4-2-309,-2-3-2,0-3 1,0-11 60,0-8 1,0-8 0,0-9 0,0-1 20,0 1 0,6-6 0,-1-3 0,-1 1-118,-2 0 0,-2-4 0,0 4 1,0-1 138,0 1 0,2 4 0,2 7 1,2 2 440,-2-1 24,-2 5 1,4 2 0,-1 12 138,-1 6 0,0 3 1,0 3-1,4 1-199,2 4 0,-5-3 1,7 1-1,2-5-73,1-5 0,3 1 1,1 4-1,2-5-285,3-5 0,7-4 1,-4-2-1,2-2-80,0-4 1,0-4-1,6-7 1,-2-2 0,-4-5 0,2-1 0,-8-6 0,-1 2 37,-3-2 0,-9 4 0,-4 0 1,-4 1 63,-2 5 0,-8 2 1,-4 3-1,-3 4 57,-3 7 0,-1 5 0,-2 5 0,-5 7 112,-1 4 1,6 3 0,-2 2 0,3 5-49,3 1 0,-1-4 0,3 4 0,1 0-117,2 1 1,9-1 0,-3 4-1,4-4-373,2-2 1,8 4-1,5-5 1,9-3-438,7-2 0,4-7 0,2-2 0,-1-3-1626,1-3 2507,0-2 0,0-17 0,0-5 0</inkml:trace>
  <inkml:trace contextRef="#ctx0" brushRef="#br0" timeOffset="2492">2742 463 7655,'10'-26'-41,"3"1"1,-7-6 0,0 4 79,2 2 1,-6 1-1,5 7 295,1-1 1,-6 7 0,6 1 152,0 2 0,-6 10 0,3 10 1,-3 5-19,-2 7 1,0 3 0,0 8 0,0 2 12,0 3 0,0 5 1,0 7-1,-2 1-384,-3-1 0,3 1 0,-6-1 0,2 0-645,0 1 0,-5-9 0,5-3 0,0-4-334,-2-2 1,6-8 0,-6-6 20,1-7 0,3-6 860,-8-8 0,1-8 0,-7-2 0</inkml:trace>
  <inkml:trace contextRef="#ctx0" brushRef="#br0" timeOffset="2892">2550 567 9717,'17'0'255,"3"0"1,3 0-1,8 0-97,8 0 0,6 0 0,7 0 0,2 0-14,4 0 0,-3 0 1,1 0-1,-7 2 99,-9 4 0,-5-2 0,-8 8 0,-7 1 122,-7 3 1,-9 1 0,2 1 0,-6-1-5,-6 1 0,-3-1 0,-9-1 0,1-3-133,-1-1 1,1-1 0,-1 5 0,1-2-105,-1-3 1,7-7 0,1 4 0,0-2-66,1-1-461,5 1 130,-4-6 0,8-2 0,0-3 116,0-7 0,8 2 0,3-1 72,5-3 0,-1 4 0,-1 1 1,-2-1-309,1 0 0,3 6 1,1-3-382,1-1 1,1 4 0,2-6 0,3 2-2129,-3 5 2901,-2 1 0,7-6 0,1-2 0</inkml:trace>
  <inkml:trace contextRef="#ctx0" brushRef="#br0" timeOffset="3091">3528 567 7655,'-18'0'642,"1"6"0,1 2 0,3 2 266,1 3 1,6 3-1,-3 3 1,1 2-497,4 3 1,2 7 0,4-4 0,2 2-356,2 0 0,7-6 0,-1 5 0,2-3-667,-3-4 1,5-1 0,-5-5-455,5-3 0,1-4 0,1-8-188,-1 0 0,-1-8 1252,-5-4 0,13-3 0,-5-3 0</inkml:trace>
  <inkml:trace contextRef="#ctx0" brushRef="#br0" timeOffset="3425">3720 655 7655,'-8'17'246,"-1"1"260,-1-1 1,2 1-1,8-1 1,0 0-117,0 1 1,2-1-1,4 1 1,5-3-217,5-3 0,1 2 1,3-9-1,1-1-145,2-2 1,9-2-1,-5 0 1,2-2-68,0-4 1,0-9 0,4-10 0,-2-1-62,-2 1 1,-7-4-1,1 4 1,-4-2 147,-1-4 0,-7 4 0,-1-1 0,-2 3 61,-4 4 1,-2 1-1,-2 3 1,-2-1 184,-4 1 1,2 7 0,-8 4 0,-1 5-154,-3 1 0,1 1 1,1 5-1,2 8-117,-1 7 0,-3-1 1,1 5-1,1-2-135,3 0 0,7 7 0,-2-7 0,4 0-645,2 2 0,0-3 0,0 5 0,0-2-263,0-4 1,8-3-1,5-5 1018,9-1 0,-3-8 0,6 4 0</inkml:trace>
  <inkml:trace contextRef="#ctx0" brushRef="#br0" timeOffset="3641">4593 428 7655,'-23'2'514,"-2"1"1,-1 5 178,1 2 1,2 2 0,7 5 0,5 0-119,5 1 0,4 5 0,2 2 0,0 3-322,0 3 1,2 4 0,2 3 0,4 5-361,1 2 0,-5-1 0,2 5 0,-4-4-690,-2-3 0,-8-1 1,-5-6-1,-7-2-227,-3-4 1,-6-4-1,4-7 1024,-3-1 0,-8-7 0,-9-2 0</inkml:trace>
  <inkml:trace contextRef="#ctx0" brushRef="#br0" timeOffset="3807">3441 26 7655,'-33'-12'1451,"3"1"0,7 9-1273,12 2 1,11 2 0,13 7 0,8 1-563,9 0 384,10-6 0,-3 11 0,6-5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7.7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280 629 7932,'-2'-10'1328,"-2"2"-704,-2 1 0,1 3 579,5-8-317,0 8 1,0-5 855,0 3-1058,0 4 0,-2 8-472,-4 11 1,4-1-1,-4-5 1,4 3 145,2 1 1,-2 3 0,-2-1 0,-2 1-394,3-1 0,1 1 1,4-1-1,1 1-413,3-1 1,8-5 0,-3-3 0,5-1-190,1-4 1,1-2 0,1-2 0,3 0-342,1 0 0,8-8 1,-4-3-1,2-7-1327,0-5 2305,0 3 0,6-13 0,0 6 0</inkml:trace>
  <inkml:trace contextRef="#ctx0" brushRef="#br0" timeOffset="216">629 332 7766,'-8'10'246,"-1"5"0,-9-3 0,3 3 409,3 3 1,-3 9 0,5 6 0,-2 8-60,1 3 1,7 3-1,-2 5 1,4 1-610,2-1 0,0 0 0,0 1 0,0-3-398,0-3 1,0 7-1,0-9 1,0-8-891,0-10 1,6-8 1300,0-1 0,7-16 0,-3-4 0</inkml:trace>
  <inkml:trace contextRef="#ctx0" brushRef="#br0" timeOffset="651">420 262 7636,'-20'0'0,"-1"0"74,-2 0 1,-3 2-1,5 2 1,-2 2 383,1-2 0,-3 3 0,0 1 0,0 4-79,0 7 0,-1 1 0,5 9 0,-4 4 55,-2 5 0,7 9 1,1 9-1,7 4 5,4 3 0,3 1 1,5 4-1,1-4-94,5-6 0,12-12 1,11-5-1,6-6-298,6-6 1,5-11-1,10-13 1,5-5 31,1-5 1,2-13 0,4-13-1,-4-8 58,-6-7 0,0-5 1,-4-3-1,-3-4-7,-1-6 1,-13 2 0,-4-1-1,-8 3-80,-9 4 0,-1 2 0,-11 5 0,-6 7 129,-7 7 0,-15 9 1,-7 1-1,-7 4-218,-9 5 1,-3 10 0,-3 1 0,-1 5-763,-4 5 0,-5 9 0,-6 15 0,1 12-959,4 7 0,5 13 0,13 3 1760,5 4 0,-4 1 0,1 1 0</inkml:trace>
  <inkml:trace contextRef="#ctx0" brushRef="#br0" timeOffset="1400">1834 734 7826,'0'-18'-5,"-2"1"1,-2-1 327,-1 1 1,-1-1 0,6-1 0,0-2 459,0-3 1,-2 1-1,-4 6-194,-6-1 1,-3 6-1,-3 3 1,1 1-151,0 4 0,-7 4 0,-1 8 0,-2 9-74,-4 10 0,4 6 0,-1 4 1,3 2-175,4 2 0,1 7 1,5-1-1,3 1-310,6-1 1,5-4 0,4-10-1,7-2-183,8-2 1,13-16 0,4-1 0,9-8-598,7-4 1,1-8 0,0-3 0,1-7-311,-1-5 0,-1-4 0,-3-8 1209,-1 0 0,-8 0 0,3 0 0</inkml:trace>
  <inkml:trace contextRef="#ctx0" brushRef="#br0" timeOffset="1970">2219 542 8718,'0'17'604,"0"0"381,0 1 1,0 1 0,0 3 0,0 3-380,0 2 0,0 2 1,0 8-1,0 2-297,0 2 0,0-1 0,0-5 0,0 0-143,0 0 1,0-8 0,0-3-62,0-5-78,0-2 1,0-15-1,1-9 1,3-11-541,2-5 1,2-6-1,-4 4 1,4-3 194,1-3 1,1-2-1,4-2 1,-3 0 80,3 1 0,-5 1 0,3 2 1,0 3 317,-3 3 1,7 2-1,-4 7 239,3 5 0,-3 3 0,-1 10-48,3 4 1,2 3 0,-1 9-1,-1-1 14,-3 1 0,7 5 0,5 0 1,0-1-114,3-3 1,-5-3 0,8-3-1,2-3-222,2-2 0,-4-3 0,0-5 0,2 0-143,2 0 1,-4-1 0,-1-5 0,-3-6-68,-4-3 1,-3-9 0,-7 1 0,-5 2-60,-4 1 1,-2 3-1,-2-1 1,-4 1-29,-5-1 0,-5 7 1,-3 1-1,-5 2-89,-5 4 0,-4 2 0,-2 4 1,2 4 106,4 6 1,-2 9-1,8 2 1,2-1-47,1-3 1,3 5-1,1 1 1,5 0-395,5 0 1,4 4 767,2-5 0,8 7 0,1-4 0</inkml:trace>
  <inkml:trace contextRef="#ctx0" brushRef="#br0" timeOffset="2417">3179 734 7653,'0'-18'595,"0"1"1,0 5-319,0 0 0,0 7 1,-2-5 145,-4 2 0,-3 2-304,-9 6 0,3 8 1,1 2-1,4 1-64,3 1 0,-5 0 0,4 5-140,-2 1 1,7-1-1,-3 1-71,4-1 0,2-5 0,2-3-22,4-1 1,3-2-1,9-6 1,-1 0 37,1 0 1,-1-6-1,1-2 1,1-1 115,4-5 0,-3-1 0,3-3 1,-4 1 128,-1-1 1,-1 1 0,-1-1 379,-5 1 0,3 5 10,-8 0 1,-2 16 0,-8 4 0,-4 12-131,-2 9 0,1 0 1,-5 4-1,4 2-247,3-4 0,-5 4 1,6-6-1,2 2-324,2-2 0,2 2 1,2-10-1,4-3-350,6-5 1,-1-9-1,5 2 1,3-6-163,1-6 0,1-3 0,2-11 1,5-5 65,-1-10 0,4 0 1,-6-8 651,2 1 0,2-3 0,6-7 0</inkml:trace>
  <inkml:trace contextRef="#ctx0" brushRef="#br0" timeOffset="2617">3773 0 7653,'-16'2'250,"3"4"0,1 6 705,-2 3 0,5 10 0,-3 6 0,-1 8-353,-3 8 1,-3 13 0,-3 10-1,-1 11-312,2 10 0,1 1 0,5 5 1,1-2-728,2-4 1,9-12 0,-3-11 0,4-13-599,2-13 0,-2-7 163,-4-6 0,4-13 0,-4-16 87,4-10 0,4-13 1,2-6 784,2-4 0,0-10 0,-6-1 0</inkml:trace>
  <inkml:trace contextRef="#ctx0" brushRef="#br0" timeOffset="2950">3528 559 7653,'0'25'149,"0"-3"0,0 5 0,0-2 309,0-4 0,2 6 0,2 1 0,4-1-62,2-4 0,7 2 1,8-1-1,2-3-145,5-2 1,0-7 0,1-2-1,0-3-81,2-3 0,-4-2 0,10-6 0,-6-5-114,-6-9 1,2-5 0,-7 0 0,-3-6-47,-2-4 0,-7 3 0,-2 1 1,-3 0-19,-3 2 0,-2-6 0,-2 6 1,-2 0 250,-4 3 0,-3 11 0,-9 3 0,1 2 248,-1 5 0,-5 4 0,0 11 0,0 11-106,-3 8 0,5 6 0,-6 2 1,2 4-274,3 1 0,9-3 0,3 4 0,2-1-331,4 1 1,4-6 0,6 0 0,8-8-856,7-8 0,14-11 1,12-6-1,5-8 1074,6-10 0,20-7 0,11-16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25.63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71 682 7661,'0'-18'956,"0"1"251,0-1 0,0 7-468,0-1 1,0 10-404,0 2 1,0 14 0,0 11 0,-2 2-185,-4 4 0,2 4 0,-6 4 1,2 2-128,5-2 1,-5 3-1,2-1 1,0-2-106,-2-2 1,6-2 0,-3-2 0,3-4-362,2-6 0,7-11 1,5-7 272,4-3 1,1-4 0,1-5 0,-1-9 114,0-5 1,1-10 0,-1 2 0,1-4 81,-1-2 1,1 6-1,-3 0 1,-1-1 43,-2 3 0,-9 2 1,3 8-1,-2 1 157,2 4 1,-4 3-87,4 3 1,-6 12 0,-4 0-1,-2 7-67,2 5 0,-4-1 1,3 1-1,1 1-40,2 4 0,-4-3 1,0 3-79,2-4 0,2-1 0,2-1 1,0 1 1,2-9 0,2-1 69,2 0 1,7-6 0,-3 2 0,2-6 125,-1-4 0,1-8 1,6 3-1,-1-5 63,1-1 1,-7-1-1,1 1 1,1-1 32,3 1 0,-4-1 1,-3 1-147,-1 0 0,4-1-245,-7 1 0,3 1-1519,-2 4-1990,-4-3 769,6 13 2879,-8-6 0,8 8 0,1 0 0</inkml:trace>
  <inkml:trace contextRef="#ctx0" brushRef="#br0" timeOffset="232">787 612 7661,'-12'-6'882,"0"0"-133,-1 2 1,-3 4-1,1 8-142,3 10 1,-2 1-1,7 8 1,-1 0-122,0 1 0,0-1 0,5 4 1,-3-2-488,2 2 0,2-4 0,0 0 1,-2-1-302,-2-5 0,0-2 0,6-1-1167,0-1 1,-2-7 24,-3-4 1,1-4-312,-8-2 1755,8-8 0,-11-10 0,5-9 0</inkml:trace>
  <inkml:trace contextRef="#ctx0" brushRef="#br0" timeOffset="514">926 106 7661,'0'-18'790,"8"1"1,4-1-353,3 1 1,3 1-1,-1 5 1,1 5 27,-1 4 1,6 2-1,1 0 1,-5 2-69,-5 4 0,-1 11 0,-5 12 1,0 6 19,0 6 0,-3 3 0,-5 9 0,-2 1-243,-3 4 1,-5 1 0,-8 7 0,-1 1-348,-4-1 0,3-2 0,-5 2 1,2-3-460,0-3 1,-1-10 0,7-11-1,-1-8-646,1-8 0,-1-3 677,1-3 1,7-9 0,4-8 219,4-10 1,2-5 379,0-3 0,8-7 0,2-2 0</inkml:trace>
  <inkml:trace contextRef="#ctx0" brushRef="#br0" timeOffset="1035">926 315 7661,'-17'10'-714,"1"-2"1,3-3 1413,1 1 0,2 8 0,-3-4 0,3 1-198,2 1 0,3-1 0,5 7 1,1-1-190,5 1 1,4 5-1,7 0 1,1-1-117,-1-3 0,3-1 0,1-3 1,4-1-120,3-3 0,-7-7 1,4 2-1,-2-4 19,1-2 0,5-2 1,-4-4-1,0-7-171,0-9 0,1 1 1,-5-8-1,4-2-22,2-2 1,-3-8-1,3 0 1,-2 3 75,-4 1 1,-1 2 0,-3 0-1,1 0-69,-1 0 0,-5 8 371,0 3 1,-11 23 0,-1 12 0,-9 14 93,-7 8 0,-3 10 0,-3 6 0,-1 7-49,2 8 1,-1 6 0,1 4 0,-2 3-265,2 3 1,1-7 0,3 1 0,1-6-272,4-4 0,5-17 0,7-7-22,0-12 1,2-19 205,3-9 0,3-7 1,6-13-1,-3-3 34,3-6 0,2-2 0,1 0 0,1 2 161,-1-2 0,0 5 0,1 3 0,-3 4 209,-3 1 0,4 8 0,-5 5-57,5 3 1,-1 4 0,-1 3 0,-4 9-247,-3 7 0,5 12 0,-4 10 0,-1 2-268,1 3 1,4-3-1,-4-1 1,1-1-1153,5-4 0,-4-4 0,1-6-855,3-6 2198,1-11 0,11 3 0,1-5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34.05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227 183 7734,'0'-27'0,"0"4"-67,0 4 0,0 1 0,0 1 0,0-1 632,0 1 1,2 1 0,2 3 27,2 1 0,0 10 0,-8 4-177,-4 13 0,2 7 0,-8 11 1,1 6-50,1 3 1,-5 5 0,3 5 0,-2 3-298,3 3 1,-3-4 0,6 6 0,1-2-140,-1 1 0,-6-1 1,4-8-1,-1-3-155,-1-6 1,1-6-1499,-7-6 1,3-14 1721,3-15 0,4-15 0,8-12 0</inkml:trace>
  <inkml:trace contextRef="#ctx0" brushRef="#br0" timeOffset="365">507 114 7712,'-8'27'0,"-4"-4"231,-3-4 0,-3 7 0,-1 3 0,-3 4 272,-1 2 1,0 0-1,4-1 1,-3 1-365,-1 0 1,-8-2 0,2-2 0,-4-3-174,-2-3 0,6-2 0,2-5 0,1-3 199,5-3-107,2-5 0,11-8 1,8-3-10,9-2 1,3 0 0,4 6-1,3 0 219,0 0 0,3 0 1,-1 0-1,4 2 9,3 4 1,1-2 0,6 7 0,0 3-124,-1 1 0,1-3 0,0 0 1,2-1-138,4-1 0,-4 4 1,4-9-1,-5-1-111,-1-2 1,0 4-1,-2 0 1,-4-4-693,-5-6 0,-7 0 0,-3-8-772,-3-1 0,-7-3 1558,2-1 0,4-8 0,-1-3 0</inkml:trace>
  <inkml:trace contextRef="#ctx0" brushRef="#br0" timeOffset="748">804 393 7658,'-22'17'24,"5"1"0,-3-6 1,14-1-1,3 3 178,1 1 1,9 1 0,7-3-1,5-3 278,5-2 0,5-2 0,-4-6 0,0 0-320,0 0 0,5 0 0,-5-2 0,0-2-41,0-2 0,-1-8 0,-7 3 0,0-5-54,1-1 1,-6-1-1,-3-1-16,-1-4 1,-2 3-1,-6-3 1,-2 4-8,-4 1 1,-4 8 0,-7 3 0,-1 1-42,1 0 1,-6 2-1,-1 10 1,1 6 184,-2 3 1,6 3 0,-5 1-1,5 2-14,1 3 0,1 5 1,1-4-1,5 2-51,5 4 0,4 2 0,2 2 1,0-2-408,0-4 0,10 2 1,5-8-1,7-1-337,-1-3 0,4-7 1,0-2-1,1-3-175,-1-3 1,4-8-1,-4-3 798,2-3 0,-5-10 0,3-7 0</inkml:trace>
  <inkml:trace contextRef="#ctx0" brushRef="#br0" timeOffset="998">1170 288 7658,'0'27'-66,"0"4"0,0-5 1,0 1 825,0 4 1,0 0 0,2 0 0,2-4-505,2-2 0,13 6 0,-1-3 0,1-3-368,1-8 0,-1 1 0,2-9 0,3 1-155,-3-4 0,-2-4 0,-1-4 0,-1-4-315,1-6 1,-3-3 0,-1-3 0,-4-1 581,-3-4 0,7-4 0,-4-8 0</inkml:trace>
  <inkml:trace contextRef="#ctx0" brushRef="#br0" timeOffset="1180">1624 218 7892,'-29'33'0,"0"0"466,-2 2 1,-2 4 0,-2 17 0,0 6 375,0 8 1,0 12 0,0-1 0,2 7-559,4 5 1,-2 0 0,8 2 0,4-10-873,5-5 1,-1-12-1,3-10 1,-4-6-390,-1-5 0,5-20 1,1-15 324,-3-8 0,6-6 652,2-4 0,4-12 0,2-9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28.65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208 730 7948,'-6'12'247,"0"0"1,-6-7 0,7 7 0,-1 2 170,-2 1 0,6 10 1,-6 6-1,2 6-151,1 4 0,-3 10 0,4-1 1,-4 6-170,-1 1 1,-1 3 0,-4-2 0,5-2-309,1-1 1,-6-5 0,5-3 0,-3-9-754,0-7 0,6-7-291,-5-13 0,7-5 1254,-2-12 0,12-11 0,4-10 0</inkml:trace>
  <inkml:trace contextRef="#ctx0" brushRef="#br0" timeOffset="304">68 818 7788,'-8'-10'531,"6"0"-232,-4 4 1,6 4 0,6-3 0,6 3-27,3 2 0,11 0 0,3 0 0,4 0 92,2 0 1,0 0 0,0 2 0,-1 2-84,1 1 0,0 9 0,-2-2 1,-4 5-189,-5 6 0,-11-3 1,-3 5-1,-2-2-37,-4 1 1,-10 1-1,-6-4 1,-5 2-251,-7-1 0,-1-3 0,-6-3 0,2-3-400,-2-1 1,4-6 0,-2 3 0,0-1-217,1-4 0,1-2 1,6-2-23,-2 0 0,1-8 831,11-3 0,-5-13 0,6-3 0</inkml:trace>
  <inkml:trace contextRef="#ctx0" brushRef="#br0" timeOffset="535">854 67 8464,'-18'2'0,"1"5"493,-1 11 1,1 3 0,0 14 0,-1 8 34,1 5 0,5 12 0,0 6 0,-1 8-308,-3 8 1,-1-3 0,-1 3-1,3-1-426,3-1 0,-3 1 0,5-11 0,-2-8-256,1-5 1,1-13-1,-4-3 1,5-6-636,1-6 0,2-10 1097,6-7 0,0-8 0,0 4 0</inkml:trace>
  <inkml:trace contextRef="#ctx0" brushRef="#br0" timeOffset="1268">1011 765 7769,'0'-17'627,"0"-1"-15,0 1 0,-2 7-260,-4 4 0,2 4 1,-7 2-111,-3 0 1,-1 2 0,-3 4 0,1 6-34,-1 3 0,1 3 0,-1 1 0,1 4-66,-1 7 0,3-3 1,1 0-1,5 0-529,1 0 0,-4-5 1,6 3-16,3 0 0,1-6 0,4 3 232,3-9 1,7-5 0,9-10 0,3-4 111,-3-5 1,4-5 0,-2-3 0,1-3 100,1-1 0,-6-6 1,5 4-1,-5-2 25,-1-4 0,-3 5 0,-3 3 0,-5 4 263,1 1 0,-6 1-76,4-1 0,-12 11 0,-5 7 0,-5 9-129,-1 7 0,-1 7 0,1 2 0,-1 2-155,1 5 0,5 1 1,0 0-1,1-2-84,1-2 1,2-6 0,6 4 0,-2-2-448,-1-3 0,-1-3 0,8-3-321,4-5 1,3-5 0,9-10 162,-1-2 0,3-7 717,3 1 0,-4-11 0,7-4 0</inkml:trace>
  <inkml:trace contextRef="#ctx0" brushRef="#br0" timeOffset="1702">1360 695 7759,'-7'12'0,"-5"0"215,-4 1 1,-1 3 0,1 1-1,3 1 169,1-1 0,3 8 1,-5 3-1,4 1-28,2 0 1,-3-6 0,5 4-1,2 0-142,2 1 0,-4-7 0,1 2-76,1-3-824,2-3 462,2-7 1,0-4 0,2-12 0,2-6 53,1-3 1,9-3 0,-4 1 0,1-1 6,1 1 0,0-1 0,5-1 0,0-2 58,1-3 1,-6-1 0,-1 6 0,3-1 198,1 5 1,1 1-1,-3-3 1,-1 1 268,2 4 0,-7 3 0,1 5-73,0-2 1,-6 8 0,4 10-1,-4 3 42,-2 3 0,0 1 1,0 4-1,-2 5-144,-4-1 1,4 6 0,-6-6 0,2 2-127,1 0 0,-7-8 1,6 3-1,2-5-426,2-1 1,-4-1 0,1 0-2419,1 1 2306,2-8 0,2-5 0,2-8 0,2-5-1526,1-2 2002,9-2 0,-4-5 0,7 0 0</inkml:trace>
  <inkml:trace contextRef="#ctx0" brushRef="#br0" timeOffset="2052">2164 67 7785,'0'-18'225,"-2"3"1,-2 1 441,-2 2 1,-8 9-1,3-1-176,-5 8 1,-1 7 0,-1 13-1,-1 5-129,-4 4 0,1 11 0,-7 7 0,-2 7 194,-2 4 0,0 4 1,2 10-1,2 5-555,-2 5 1,6-1 0,2-2 0,3-5-304,3-6 0,5-6 1,2-16-1,3-5-2780,3-10 1593,2-8 0,2-19-169,0-8 1658,7-8 0,-5-17 0,6-2 0</inkml:trace>
  <inkml:trace contextRef="#ctx0" brushRef="#br0" timeOffset="2402">1622 538 8121,'-17'12'0,"-1"-2"318,1-3 1,1 7 0,5-2-20,5 3 1,6-3 0,6-1 0,5 1-304,5-2 1,7 5-1,2-5 1,1 0-63,-1-5 0,6 3 0,-4-2 0,2 0-181,0 2 0,-5-6 0,5 3 1,0-3 71,-2-2 0,-2 0 0,-7 0 0,-1 0-89,1 0 463,-1 0 0,-1 2 1,-7 4 271,-9 6 1,-2 3 0,-9 3-1,-1 1-46,2 4 0,-5 5 1,3 5-1,-1-2-127,1-2 0,-4 0 0,7 4 1,-3-4-397,0-6 0,9-3 0,-5-3-1580,0 1 415,6-1 0,-4-9 0,10-8 1263,2-10 0,8-5 0,-5-3 0</inkml:trace>
  <inkml:trace contextRef="#ctx0" brushRef="#br0" timeOffset="2801">2216 800 7744,'-25'25'0,"-2"3"0,0 1 679,3 0 1,11-2-1,3 4 1,2-2-99,4 2 1,2-6-1,2-1-559,0-5-195,0-1 1,8-9 0,4-5 52,3-8 1,3 0 0,-1-7 0,1-5-122,-1-5 1,1 1 0,-1-5-1,1 2-17,-1 0 1,0-6 0,1 5 0,1 1 185,5-2 1,-7 5 0,3-3 0,-7 4 210,1 1 0,1 1 0,3 1 553,-1 5 1,-7 5-414,-4 12 1,-4 11 0,-2 12 0,-2 4 190,-4 2 0,2 0 0,-6 0 0,2 0-531,5 0 1,1-2 0,2-2 0,0-4-638,0-2 1,0-2-1,0-5-2100,0-1 2798,0-7 0,0-2 0,0-8 0</inkml:trace>
  <inkml:trace contextRef="#ctx0" brushRef="#br0" timeOffset="3051">2775 922 7759,'-37'18'552,"0"-1"1,2 3 217,8 3 0,6 4 1,5 8-1,3 2-440,1 4 0,8 3 0,-2 9 0,4-1-304,2 1 0,-2 1 1,-3 0-1,-7 1-217,-4-5 1,-1-9 0,0-2-1,-3-6-210,-3-4 1,3-14 0,-3 1-1,6-5-161,5-1 0,-3-6 1,5 0 561,0-8 0,-5-6 0,5-7 0</inkml:trace>
  <inkml:trace contextRef="#ctx0" brushRef="#br0" timeOffset="3250">2356 364 7750,'-35'0'753,"8"0"0,3 0 0,7 2-886,5 3 1,5-1 0,9 6 0,3 0 420,7-1 0,3 3 0,5 4 1,1-3-832,3-1 0,5-6 0,-6 5 0,0 1-1009,2-2 1552,3 5 0,7-5 0,-1 7 0</inkml:trace>
  <inkml:trace contextRef="#ctx0" brushRef="#br0" timeOffset="3484">3404 119 7777,'-27'29'550,"3"0"0,7 2 1,5 10-1,6 8 87,4 7 1,2 4-1,0 6 1,0-2-984,0 2 0,0-4 1,0-2-1,0-5-36,0-11 0,-2-11 0,-3-6 0,-5-1-409,0-5 1,-5-9 790,3-7 0,-4-3 0,-1-2 0</inkml:trace>
  <inkml:trace contextRef="#ctx0" brushRef="#br0" timeOffset="3717">3002 84 7670,'-17'0'820,"-1"0"0,3 8-193,3 4 0,12 3 0,13 3 0,11-1-371,11 0 1,2 1 0,9-1 0,3 3-172,1 3 1,2-5 0,-1 1 0,-3-5-308,-1-1 0,-8 3 0,2 1 0,-6 1-515,-6-1 1,-10-5 736,-7-1 0,-8 1 0,3 5 0</inkml:trace>
  <inkml:trace contextRef="#ctx0" brushRef="#br0" timeOffset="3933">3072 1027 7662,'-18'18'681,"11"-3"0,7-3 61,9-6 1,9-4-1,3-2 1,4 0-660,3 0 0,-5 0 1,4 0-1,-2-2-304,-3-4 0,3 4 0,-2-6 1,-2 2-956,-1 1 0,-9-3 1176,1 2 0,0-4 0,5-7 0</inkml:trace>
  <inkml:trace contextRef="#ctx0" brushRef="#br0" timeOffset="4167">3823 416 7677,'-23'23'0,"-3"1"435,-1-3 0,8 6 0,-1 4 0,9 6 346,3 4 0,0 7 0,4-1 1,-2 1-679,3-1 0,1 1 0,2-7 0,0-2-972,0-2 0,0-10 1,0-4-1127,0-3 1125,0-11 1,0-3 869,0-12 0,0-3 0,0-9 0</inkml:trace>
  <inkml:trace contextRef="#ctx0" brushRef="#br0" timeOffset="4418">3718 84 10000,'17'4'0,"1"6"744,-1 7 1,3 20 0,1 4-1,4 9-210,3 8 1,-1 10 0,2 10 0,-6 0-158,-3-1 1,-11-1 0,-3-6 0,-4-2-489,-2-4 1,-8-6 0,-5-11 0,-9-9 12,-7-7 0,-2 0 0,0-7 0,2-5-637,-2-5 1,6-1 0,1-7 0,3-2 734,-2-2 0,3-10 0,-5-2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05.46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455 315 7575,'0'-10'1336,"-2"2"-371,-4 8 0,-4 0-523,-7 0 0,-1 8 1,3 4-99,3 3 1,-2 3-1,7-1-103,-3 1 1,0-1 0,-1 1 0,5-1 1,4 0 0,4-1 40,4-4 0,3-3 1,11-5-1,1 2-7,2-2 1,7-2-1,-7-2 1,-2 0-137,-1 0 0,-3 6 0,0 1 0,1 1-46,-1 0 1,-5 6-1,-2-3-552,-2 5 1,-5 7-1,-8 0 1,-7-1-558,-4-3 1,-3 0 0,-2 3 0,-3 1-724,3-2 0,2-9 1738,1-6 0,1 4 0,-1-1 0</inkml:trace>
  <inkml:trace contextRef="#ctx0" brushRef="#br0" timeOffset="449">385 192 8099,'-18'0'607,"1"0"0,5 0 2011,1 0-2248,7 0 0,4 0 1,11 0-1,5 0-46,1 0 0,1-5 0,1-1 0,3 2-117,1 2 0,0-4 0,-5 0 0,-1 2-1236,0 3 0,1 1 0,-1 0 0,1 0-1613,-1 0 2642,-7 0 0,6 7 0,-7 3 0</inkml:trace>
  <inkml:trace contextRef="#ctx0" brushRef="#br0" timeOffset="983">437 53 7992,'-33'0'-63,"2"0"1,4 0-30,2 0 1,-6 8 0,4 5 0,-3 8 531,1 9 1,6 12-1,-4 11 1,2 11-31,3 9 0,3 19 0,11-42 0,0 1 0,2-1 0,1 0-23,1 2 1,2-1-1,2 42 1,8-7 0,9-16-218,10-16 1,14-13 0,6-18-1,5-11-1,6-8 1,8-20-1,6-9 1,-4-12 74,0-10 1,4-11-1,1-8 1,-37 31 0,-2-2-38,1 0 0,-2-1 0,25-40 0,-13 4 0,-4-1-134,-8 1 0,-8 4 0,-13 6 0,-9 6-209,-6 3 1,-17 11 0,-17 3 0,-11 6-440,-8 6 0,-12 6 1,0 11-1,-8 6-317,-4 4 1,-1 12-1,-4 11 1,1 18 49,3 18 1,43-21 0,2 3 656,-2 4 0,0 2 0,2 1 0,0 3 0,1 3 1,1 0-1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09.43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228 340 7787,'-6'-12'155,"0"1"1,0 5-1,4-4 1,-2 1 1140,-1-1 0,-3 6-947,2-2 0,2 4 1,-8 2-183,-1 0 0,3 0 0,-2 2 0,-1 6 26,-3 9 0,5 3 1,-1 9-1,-2 2-35,-1 2 0,-1 10 1,3 3-1,3 5-118,2 1 1,3 0 0,7 1-1,3-3-76,7-3 0,5-6 0,7-12 0,3-8 13,0-7 0,8-7 0,-2-7 1,4 0 42,-4 0 1,2-13 0,-8-5 0,2-3-12,0-4 1,-8 0-1,1-6 1,-7 3 34,-3 3 1,-8-4 0,2 6-1,-4 1 18,-2 3 1,-2 2 0,-4-1 0,-6 1-1,-3-1 1,1 8 0,-3 3-111,-9-1 1,9 6-1,0-4 1,1 4 5,0 2 1,5 8 0,1 4 12,2 3 0,3-3 0,5-1 49,0 3 1,7 0-1,5-1 1,3-3 74,3-2 1,-1-1 0,3-3-1,1 2 17,2-2 1,8-2 0,-3-2-1,1 0-92,0 0 1,-8 0-1,2 0 1,-1 0-84,1 0 0,-9-6 1,3 0-579,-1 2 1,-1-3-101,3 1 0,-7-6-224,1 6 0,-8-1-25,2 1 0,-4 2 133,-2-8 0,0 6 857,0-5 0,7 7 0,3-4 0</inkml:trace>
  <inkml:trace contextRef="#ctx0" brushRef="#br0" timeOffset="349">752 515 8653,'-10'2'1702,"4"4"0,4-3-1422,2 9 1,2-8-1,4 2 1,5-4-61,5-2 1,-4 6 0,-1-1 0,3-1-22,1-2 0,-3-2 1,0 0 406,1 0-466,3-8-195,-7 6 1,-3-5-1,-12 7 1,-5 0 6,-5 0 1,-1 6 0,-1 1 0,-1 5 164,-4 7 1,3-1 0,-5 7-1,2-2-53,0 1 1,5 5-1,8-6 1,3 0-139,3 2 0,2-5 0,4 3-212,4-3 0,9-11 0,10-3 0,2-4-176,4-2 0,2-2 0,2-4 0,0-5-193,0-5 0,6-1 1,-2-1-1,-4 1 33,-4-1 1,-10-3 621,2 3 0,5-11 0,-1 10 0</inkml:trace>
  <inkml:trace contextRef="#ctx0" brushRef="#br0" timeOffset="700">1345 113 8047,'10'-25'13,"-2"5"1,-6-3 1354,4 4 0,-5 7-725,5 0 1,-4 11-1,-4 1 1,-4 9 56,-5 7 1,1 11 0,-2 6-1,1 8-168,1 3 0,-5 9 0,3 5 1,-2-2-360,3-1 0,-3 3 0,8 2 0,1 0-353,-3 0 1,6-7 0,-4-9 0,4-3-1442,2-8 1,6 0 740,0-10 1,5-9 0,-3-14 520,2-10 0,-6-5 1,2-5-1,-5-1-382,-1-2 1,0-3 0,-1 5 0,-3-4 100,-2-2 0,-8 3 1,3-5 639,-5-2 0,-1-2 0,-1-2 0</inkml:trace>
  <inkml:trace contextRef="#ctx0" brushRef="#br0" timeOffset="848">1136 427 8015,'-12'-15'129,"2"1"1,1 5 355,-1 1 1,6 0 845,-2 2 1,4 6-484,2 0 1,4 6 0,6 8-1,7-5-229,3-1 0,7 4 1,2-6-1,4-2-430,2-3 0,6-1 0,1 0 0,1-1-559,0-5 1,3 2 0,-3-6 0,0 2-3146,-1 4 3515,-9 3 0,0-7 0,-5-2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24.34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181 694 7868,'9'-12'0,"-1"2"0,-2 1 106,0-1 1,0 4 0,-4-6 1859,3-1-760,-3 5 0,4 2-629,-12 12 0,2 4 0,-5 7 0,-1 3-285,0 3 1,1-2 0,-5 6 0,4 1-367,3-1 0,-5-4 0,6 4 0,0-2 175,-1-3 0,5-3 0,-4-1-101,4-1 0,-6 1 0,-2-1 0</inkml:trace>
  <inkml:trace contextRef="#ctx0" brushRef="#br0" timeOffset="465">408 659 10974,'0'17'1697,"0"1"-1443,0-1 0,0 1 1,-2-1-1,-2 2-73,-2 5 1,0-5 0,6 4 54,0-3 1,0-3-1,0 1-904,0-1 1,0-5 194,0 0 0,0-11 305,0-1 0,6-1 0,2-11 0,0-2 37,-1-1 1,7-3 0,-2 1 0,1-1 147,-1 1 0,3 5 1,-3 1 395,4-3 0,-5 6 0,1 2-118,1 5 1,-3 1-1,0 1 1,-2 5-32,-5 6 1,1 0 0,0 3 0,2 4-316,-2 1 1,-2-1 0,-2-1 0,0-1-1309,0 1 1,0-1 285,0 1 1,8-9 1072,3-3 0,5-4 0,1-2 0</inkml:trace>
  <inkml:trace contextRef="#ctx0" brushRef="#br0" timeOffset="663">984 641 7892,'-10'12'0,"-5"0"582,-6 1 1,-3 8 0,7 5-1,-1-1 324,1 0 1,1 10 0,3-4 0,3 0-844,2 2 0,2-2 0,6 0-1079,0-2 0,0-7-516,0 1 1,8-13 1531,4-10 0,-4-8 0,-1-10 0</inkml:trace>
  <inkml:trace contextRef="#ctx0" brushRef="#br0" timeOffset="949">1141 222 8871,'12'0'3073,"0"0"-2402,1 0 1,1 10 0,-1 5 0,-1 9-200,2 3 1,-5 8 0,3 7-1,0 3-207,-3 4 0,5 1 1,-6 2-1,-1 1-507,1-1 0,-2-5 0,-6-3 0,0-3-234,0-8 0,-2 0 1,-2-10-1,-4-3-779,-1-7 1,3 1-1,-6-8 429,-1-2 0,-3-2 0,-1-2 826,-1 0 0,-7-8 0,-2-2 0</inkml:trace>
  <inkml:trace contextRef="#ctx0" brushRef="#br0" timeOffset="1298">967 729 13345,'29'0'0,"0"0"360,2 0 1,8 0 0,3 0 0,1 0-242,0 0 1,5 0-1,-3 0 1,1 0-172,1 0 0,-8 0 0,2 0 1,-6-2-305,-6-4 1,-4 4-550,-8-4 1004,1 4 1,-16 4-1,-8 4 579,-8 6 1,-3 3 0,1 3-257,5-1 1,-3-5 0,8-1 0,2 3-86,2 1 1,-3 3 0,-1-1-378,2 1 0,2-1 0,4 1-513,4-1 0,-2-1 0,5-3 1,1-3-2164,0-2 1,1-2 2715,7-6 0,-1 0 0,1 0 0</inkml:trace>
  <inkml:trace contextRef="#ctx0" brushRef="#br0" timeOffset="1881">1857 798 8936,'-17'-7'431,"-1"5"1,3-6 0,1 2 207,3 0 0,5 1 1046,-6 5 1,1 0-1159,-7 0 0,6 5 0,3 3-323,1 2 1,2-4 0,6 5 20,0 3 0,0 1-431,0 3 1,2-7 0,4-1 0,6-2-142,3-4 0,3-2 1,1-2-1,2 0 106,3 0 0,5-6 0,-4-2 0,2-2-60,4-3 0,-6-3 1,1-1-1,-3-1 216,0 1 1,0 0-1,-7-1 1,-2 1 435,-3-1 1,-7 1-66,2-1 0,-4 10 0,-4 8-73,-4 10 1,2 6 0,-7 3 0,-1 2-134,2 3 1,2 5 0,8-6 0,0-2-111,0-1 1,0-3 0,0 1 0,2-3-39,4-3 0,4 2 0,7-9 0,1-1 17,-1-2 1,3-10-1,1-3 1,2-5-35,-1-1 1,-3-7 0,-1-1 0,-1-2-7,0-4 1,1 4 0,-1-2 0,-1-2-17,-4-2 0,1-8 1,-7-2-1,-2-1-67,-2-5 1,-2-3-1,-2-6 1,-4-5-231,-6 1 1,-1 10 0,-3 11 0,1 8 605,-5 10 0,-1 2 0,4 19 0,-3 9 188,-3 15 0,1 17 0,-5 7 0,2 7-124,4 5 1,-4 4 0,3 8-1,5-2-612,3-4 0,4 9 0,-3-5 0,3-2-1187,2-6 0,3-7 1533,5-7 0,-8 5 0,-2-7 0</inkml:trace>
  <inkml:trace contextRef="#ctx0" brushRef="#br0" timeOffset="2080">1473 432 8881,'-27'0'0,"4"2"12,3 3 1,5-1 0,3 8-663,6 2 1,6-5 0,4 3 649,2 1 0,8-5 0,-5 0 0</inkml:trace>
  <inkml:trace contextRef="#ctx0" brushRef="#br0" timeOffset="2263">844 327 7993,'-33'0'-51,"4"0"0,4 0-708,8 0 759,7 8 0,2-6 0,8 5 0</inkml:trace>
  <inkml:trace contextRef="#ctx0" brushRef="#br0" timeOffset="2446">198 257 7814,'-68'0'0,"8"2"589,14 4 0,22-4-1217,30 4 628,4-4 0,31-2 0,-5 0 0</inkml:trace>
  <inkml:trace contextRef="#ctx0" brushRef="#br0" timeOffset="3030">2958 82 7835,'11'-7'167,"-1"-5"0,0-4 1,-1-1 1258,5 0 0,-6 5-676,-3 12 0,-5 8 1,-7 25-1,-9 7-6,-5 9 1,-12 5 0,0 14 0,-6 0-244,0 4 1,-5 9 0,-3 1 0,-3 3-655,23-41 0,1 0 0,-24 41 0,3-4 0,8-7 274,8-8 0,6-13 1,10-15-6482,3-7 6360,4-13 0,24-26 0,3-11 0</inkml:trace>
  <inkml:trace contextRef="#ctx0" brushRef="#br0" timeOffset="3848">3097 781 7859,'18'-8'427,"-9"4"521,-3-7 1,-4-1 241,-2-5-86,0 7 1,-2 2-1,-4 10-173,-5 4 0,-3 4 0,1 9 0,1 4-466,-2 6 1,5 4 0,-1 2 0,0 0-274,1 0 1,3 0-1,-4-2 1,2-2-186,4-2 1,1-5 0,-1 3-228,-2-2 1,2-12-5,10-13 1,-2-9-1,7-14 1,3-7-35,1-3 0,-3-2 0,0 1 0,1-1 111,3 0 1,1-2-1,1-2 1,-3-2-162,-3 2 1,3 3-1,-3 1 1,4 2-150,1 4 1,1 3 0,-1 11-18,0 3 0,1 4 0,-1 10-88,1 4 0,-3 4 1,-1 5-1,-2 1-167,1 1 1,-3-3 0,2 9 0,1-3 174,3-3 0,-5 1 0,-1-1 0,-2 1 554,-4-1 0,3-5 0,-1-1 0,-2 3 0,-2 1-107,-2 3 1,-2-3 0,-2-1-1,-4-4 520,-1-3 0,3 5 0,-4-4 275,2 2 0,3 1 242,5 7 0,0-7 0,2-1 0,3-2-319,7-4 0,4-2 0,3-2 1,2 0-418,3 0 1,9-8-1,0-4 1,5-5-216,1-7 0,-2 3 0,-2-6 0,0 0-120,0 0 1,-2-3-1,-4-3 1,-6 4-265,-3 6 1,-11-2-1,-3 2 279,-4 1 0,-10 9 0,-3 3 0,-7 2 72,-5 4 1,-2 10 0,-6 6 0,2 5 77,-3 6 1,5-1 0,0 5 0,2 0-201,4 0 0,1-3 1,5 3-1,1 0-225,2 0 1,9-6 0,-3 5 0,6-3-112,6 0 0,3 1 0,11-9 1,3-3-56,6-6 0,10-5 0,2-1 0,-3 0 567,-1 0 0,6-7 0,2-3 0</inkml:trace>
  <inkml:trace contextRef="#ctx0" brushRef="#br0" timeOffset="4413">4302 781 7859,'-17'2'213,"-1"2"0,-1 4 545,-4 1 0,9 3 1,-3 7-1,1 5-184,1 5 0,-5 4 1,-1 4-1,-2 1-87,1 3 1,-3 8-1,0-1 1,-2 8-229,-4 8 0,-1-3 0,1-3 0,4-6-347,2-5 0,2-12 1,7-12-62,5-4 1,3-11-321,8-8 0,0-10 0,0-11 0,2-4 114,4-2 0,-3-4 0,11-8 1,4-2 94,3 2 0,4-5 0,-2-3 0,6-5-28,4-6 1,2 3-1,2-3 1,2 4 418,2 1 1,5 7 0,-5 3 0,-2 6 434,-2 10 1,-4 13-1,-4 9 1,-6 3 44,-3 2 1,-11 13 0,-1 7-1,-2 5-255,0 6 1,0-4 0,-8 2 0,-4 0-265,-6-2 1,2 4 0,-1-7 0,-3-1-158,-1 2 0,3-11 1,2 3-1,1-3-151,-1-4 0,4-1-560,-6-3 565,9-4 0,-3 6 0,10-10 0,3-2 72,3-2 1,4-7-1,7 3 1,2-2 62,-1 1 1,-1 1-1,0-4 1,5 3 86,1-3 0,2-1 0,4-5 1,-4-1 137,-6-2 0,2-1 1,-1 7-1,-5-1 460,-5 1 0,-1-1-188,-7 1 1,-2 7 0,-10 4-372,-5 4 0,-5 10 0,-3 4 0,-3 5-54,-1 7 0,0-3 0,5 8 0,1 0-674,-1-2 1,3 4-1,1-5 1,5-1-877,1 0 0,2-2 0,8-5 1554,4-1 0,3 1 0,9-1 0</inkml:trace>
  <inkml:trace contextRef="#ctx0" brushRef="#br0" timeOffset="4863">5071 851 7722,'-43'0'169,"6"0"0,-4 0 0,5 0 719,1 0 0,6 2 0,1 4 0,3 3-418,4 1 0,3 6 1,5-5-1,3 5-226,2 1 1,2-5 0,6-1-215,0 3 0,2-4 1,4-1-146,6-1 1,5-2 0,5-6 0,1 0-69,-2 0 1,5 0 0,-1 0 0,0 0-22,0 0 0,0-6 1,-3-2-1,1-1 11,-2-5 0,-1 4 1,-3-1-1,1-1 66,-1 2 0,-1-5 0,-3 5 339,-1 1 173,-8-7 1,2 14-1,-12-4 1,-6 4-95,-3 2 1,-1 2 0,3 4-1,1 6-100,-2 3 0,1 3 1,-1-1-1,4 3-157,3 3 1,1-4-1,6 5 1,0-5-78,0-2 1,0 1-1,0-1 1,2-1-295,4-4 0,3-5 0,9-7 0,1 0-469,4 0 0,3-2 1,5-5-1,0-9-37,6-5 1,-2-10 0,5 2 0,-5-4 265,-6-2 1,4 0 576,-4 0 0,4-8 0,2-2 0</inkml:trace>
  <inkml:trace contextRef="#ctx0" brushRef="#br0" timeOffset="5046">5734 257 7722,'-17'0'321,"-1"0"1,1 0 0,-2 2 818,-5 4 1,3 5-1,-6 13 1,0 7-409,-1 8 0,5 7 0,-4 10 0,2 5-242,3 1 1,3-4-1,3 4 1,5 0-494,5 0 1,4-13-1,2-3 1,2-7-337,4-4 0,-2-8 0,7-5 0,3-9-462,1-7 0,-3-4 1,0-2-1,-1-2-703,-1-4 0,6-4 1504,-5-7 0,-3-8 0,0-2 0</inkml:trace>
  <inkml:trace contextRef="#ctx0" brushRef="#br0" timeOffset="5213">5245 571 7722,'-19'0'511,"-4"0"0,11-2 1326,0-3 1,18 3-1,12-6 1,11 2-1031,10 0 0,5-1 0,11 1 1,5-4-862,10 0 0,1-5 0,11 5 0,3-2-916,6 1 0,1 1 1,3-3 969,-6 1 0,2 0 0,-11-5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22.64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7793,'10'-18'0,"-4"1"347,-4-1 1,-2 1-1,0-1 643,0 1 0,0-1-160,0 1 0,-8 1-462,-4 5 0,-3 5 1,-5 12-1,-1 5-79,-2 5 0,-2 9 0,3 4 0,-1 4-168,2 2 1,1-6-1,5 0 1,1 0-76,2-1 0,9 3 1,-3-8-1,4-2-316,2-1 0,8-11 0,3-3 0,7-4-3,5-2 1,2-8 0,6-3 0,-2-7 67,2-5 0,-3 2 1,-1-7-1,-2 1 129,-4 0 0,-1 6 1,-3-4-1,-1 1 159,-5 1 0,3 0 0,-8 5 369,-2 1 1,-4 1-196,-6 5 1,2 5-1,-8 12 1,1 7-21,1 9 1,-6-3 0,7 6-1,-1 0-49,4 5 0,-2-3 1,3 0-1,-1-2-185,-2-4 1,6-1 0,-4-3 0,4 1-175,2-1 0,0 1-129,0-1 1,8-7-277,4-4 0,3-12 0,1-6-124,-5-3 0,5 3 1,-6 0-1,1-1 12,1-3 1,-2-1 0,3 1 0,-1 3-558,1 1 1245,3 0 0,1-5 0,1 0 0</inkml:trace>
  <inkml:trace contextRef="#ctx0" brushRef="#br0" timeOffset="416">595 629 7963,'-16'18'1761,"2"-1"-891,3 0 0,7-5 0,-2 0-17,4 1 0,2 3 148,0 1 0,0 1-468,0-1-575,0-7 0,8-2 0,2-10-140,-1-4 1,7-4 0,-5-7 0,3-1-140,-2 1 1,3-1 0,-3 1-1,3-2 47,3-5 0,3 5 0,-1-4 0,-5 3 303,1 3 1,-1-1-1,3 1 117,-1-1 0,-5 9 863,-1 3 1,-7 12-1,2 7 1,-4 7-498,-2 3 1,0 8-1,0-4 1,0 2-278,0 0 0,0-2 0,0 4 0,0-3-202,0-3 1,0 4 0,2-8 0,2-3-244,2-5 1,0-1-1039,-6 5 566,0-7 0,0-10-198,0-11 1,0-5-1,0-1-52,0-1 0,1 3 0,3 1-82,2 2 0,2 1 1014,-2-7 0,11-7 0,10-2 0</inkml:trace>
  <inkml:trace contextRef="#ctx0" brushRef="#br0" timeOffset="800">1555 0 7746,'-29'28'1227,"0"-5"1,8 6-1,-3 6 1,3 11-355,-2 11 0,11 3 1,-2 6-1,7-4-159,1-2 1,0-2-1,8-7 1,4-5-620,5-5 1,-1-12 0,2-6 0,1-5-270,3-6 1,-5-5 115,1-7 1,-2-2 0,3-3-332,-1-7 1,-8-4 0,2-1-1,-4-1 9,-2 1 0,-2 0 0,-4-3 1,-6-1-137,-3-3 0,-3 1 0,-1 8 0,-4 1 208,-6 2 1,1 9-1,-1-3 1,-2 4 590,-2 2 0,4 2 0,2 6 0,0 7 258,0 6 1,5 10 0,-1-1 0,5 3 62,7 1 0,-3 7 0,8 0 1,3-2-337,1-2 0,9-4 0,5-4 1,5-8-449,7-7 0,5-1 1,10-7-1,3-2-1414,3-2 0,4-12 0,9-5 1594,6-7 0,11-17 0,5 3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18.31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175 704 7837,'0'-11'674,"0"-1"1,0 6-6,0-5 0,0 5-50,0-6 1,0 6 791,0-5-926,0-1 0,-2 2 1,-4 5-287,-6 3 1,3 4 0,-3 1-1,-2 5-48,-1 2 0,-1 4 0,3 7 0,1 2-2,-1-1 0,-1 3 0,0 0 0,5 0-263,1 0 0,2 5 1,6-7-1,0-2-387,0-1 1,8-5 0,3-1-1,5-5-415,1-1 0,7 4 1,-1-6-1,0-3 916,3-1 0,1-9 0,8-3 0</inkml:trace>
  <inkml:trace contextRef="#ctx0" brushRef="#br0" timeOffset="586">489 722 7986,'-2'-12'243,"-4"1"0,4 5 0,-5-4 568,-1 2 1,4 3-278,-8 5 1,1 0 0,-7 1-154,1 5 0,1 4 0,3 7 0,1 3-97,-2 3 1,7-3-1,1 3 1,4-2-94,2 2 1,0-3 0,2 1 0,4-5-104,5-5 0,7-7 0,5 2 0,6-4-99,4-2 0,2-10 0,0-5 1,0-8-75,0-5 1,0 5 0,-2-6 0,-4-2-63,-6-2 1,-5 4-1,-7 2 1,-5 1-142,-4 5 1,-10 4 0,-5 5 0,-9 6-257,-7 4 1,-4 2 0,-2 0 0,0 2-115,0 4 1,6 4-1,2 9 1,0 2 187,0 3 0,6 1 0,-3-4 0,7 3 470,5-3 0,4-2 0,1 7 0,-3 1 0</inkml:trace>
  <inkml:trace contextRef="#ctx0" brushRef="#br0" timeOffset="937">996 285 7938,'0'-11'1032,"0"-1"0,0 10 0,0 2-524,0 10 0,-6 7 0,-2 7 0,-2 7-195,-3 7 1,1 7-1,-2 5 1,-1-1-335,1-2 0,1-1 1,-5 7-1,1-1-200,-1 0 0,7-13 0,1-6 1,2-6-423,4-5 1,2-9 0,4-3-52,4-2 1,-2-12 0,8-12 0,1-7 162,3-4 1,1 4 0,1-7 0,-1-1 530,1-2 0,-1-2 0,1 1 0,-1-9 0,1-2 0</inkml:trace>
  <inkml:trace contextRef="#ctx0" brushRef="#br0" timeOffset="1101">1153 181 8443,'-18'0'730,"7"9"0,1 9 0,0 9-198,0 6 0,-1 10 0,-7 5 0,1 10-369,-1 12 0,3 0 1,1 6-1,5-5-419,1-1 1,2-15-1,6-9 1,0-9-513,0-8 1,0-9-1,2-11 1,4-1-480,5-4 1,-1-8 1246,2-2 0,-1-15 0,7 1 0</inkml:trace>
  <inkml:trace contextRef="#ctx0" brushRef="#br0" timeOffset="1586">1397 687 7898,'0'-19'-121,"0"-3"0,0-1 339,0 2 0,0 1 1,-2 3 411,-4-1 0,3 1 1,-9 1-256,-2 5 0,-1-3 0,-3 8 0,1 2-84,-1 2 1,-1 12 0,-2 6 0,-3 7 37,3 4 1,2 2 0,1 6 0,1 0-160,-1 0 0,7 0 0,1 0 0,2-2-171,4-4 0,2-4 0,4-7 1,4-3-46,6-3 1,9-4-1,4-8 1,2-2-115,5-4 1,-5-10-1,2-9 1,0 0-87,-2 0 1,-2-5 0,-7 5 0,-1 0 60,1 0 0,-9-4 0,-3 5 0,-4 3-11,-2 2 1,0 1 0,-2 1 0,-4-1-276,-5 1 1,-5 5 0,-1 2 0,-1 3-368,1 3 0,5 2 1,1 2-327,-3 0 1164,-2 0 0,-1 15 0,-1 5 0</inkml:trace>
  <inkml:trace contextRef="#ctx0" brushRef="#br0" timeOffset="1903">1764 582 7898,'0'-17'288,"0"-1"0,0 1 929,0-1 1,0 1-313,0-1 0,-8 9 0,-3 5-422,-5 8 1,-1 5 0,-1 9 0,1 1-244,-1 5 1,1 3-1,-1 8 1,1-2-206,-1-4 1,9 4 0,1-6 0,2 2-458,0 0 0,0-8 1,6 3-1,2-5-401,4-1 1,-2-1 0,8-1 0,1-3 137,3-1 0,1-8 0,1 2 0,-1-5 685,1-1 0,-1 0 0,1 0 0</inkml:trace>
  <inkml:trace contextRef="#ctx0" brushRef="#br0" timeOffset="2485">2008 774 7898,'6'-17'0,"2"-1"124,2 1 1,-6 5 0,3 1 0,-1-3 274,0-1 0,6-3 0,-5 1 1,3 1 140,4 4 0,-7-3 0,1 3 0,-2-3 244,0-3 0,0 1-413,-6-1 1,-2 9-1,-4 3 1,-6 4-97,-3 2 1,-3 8-1,1 3 1,-3 5-83,-3 1 1,4 7-1,-5 1 1,5 0-150,2 0 0,-1 4 1,1-3-1,1-1-224,5 0 0,3-2 0,8-5 0,0-1 30,0 1 0,2-3 1,4-3-1,5-6-19,5-4 1,9-2 0,2-2-1,2-4 107,0-6 0,0-9 0,4-2 0,-2-1 55,-1-1 0,-9 4 0,2-6 0,-3-1 43,-3 1 1,-1 6-1,-3-2 1,-3 3 703,-2 3-556,-3 7 1,-12 4 0,-5 12-1,-4 6 157,-1 3 0,5 8 0,1 3 0,-1-1-420,2 0 0,-3 4 0,7-4 1,2 1-383,2-1 1,2-2 0,0-5-1,2-1-425,4 1 1,4-7 0,7-1-1,1-2 345,-1-4 1,2-2 0,3-4-1,1-4-152,-2-6 0,5-3 0,-3-3 1,-2 1-734,-1-1 1426,-3-7 0,1-2 0,-1-8 0</inkml:trace>
  <inkml:trace contextRef="#ctx0" brushRef="#br0" timeOffset="2718">2620 146 9280,'-8'-10'724,"4"10"1,-6 13 0,3 7-109,3 3 0,-4 14 0,2 0 0,2 6-340,2 5 1,2 10 0,0 6 0,0 4-642,0 2 1,0-2-1,0-4 1,2-8-206,4-7 1,-4-14 0,6-12-365,0-4 1,-7-11 325,5-8 1,-4-8 0,-2-9 0,0 0 238,0-1 0,0-5 0,0 0 0,-2-1 369,-4-1 0,-1 0 0,-7-6 0,2 2 0,1 0 0,-7-6 0</inkml:trace>
  <inkml:trace contextRef="#ctx0" brushRef="#br0" timeOffset="3021">2515 565 7898,'0'-12'333,"0"0"1,-2 9 505,-4-3 0,4 6 0,-4 6-426,4 5 0,2 5 1,0 1-1,2 1-22,4-1 0,2 1 0,6-1 0,-3 1-127,3-1 0,1-1 0,3-3 0,1-3-191,4-2 1,-1-3-1,5-5 1,0 0 74,0 0 1,2-2 0,4-3 0,-3-9-306,-7-7 0,2 1 0,-4-3 0,-3 4-36,-5 1 1,-7 1 305,6-1 0,-10 3 0,-2 3 0,-10 6-39,-5 4 0,-3 12 1,1 5-1,-3 7 4,-3-1 0,4 6 0,-5 2 0,7 3-284,5-3 0,-1 4 0,7-6 0,2 2-378,2 0 0,2-8 1,2 3-1,6-7-193,9-5 0,3-5 0,9-7 0,4-1-2,5-5 0,5-12 1,6-11 778,-3-4 0,-7-10 0,4-1 0</inkml:trace>
  <inkml:trace contextRef="#ctx0" brushRef="#br0" timeOffset="3386">3458 41 7866,'0'-12'301,"0"1"1293,0-3 1,-2 10-838,-4 10 0,2 6 0,-7 19 0,-3 3-212,-1 5 1,3 10 0,0-1 0,1 7-75,1 3 1,-4 6 0,9-4 0,1 0-479,2 0 1,2-1 0,0-9 0,0-3-676,0-7 0,0-11 0,2-7 213,4-9 1,-5-7 261,5-12 0,-4-3 0,-2-9 1,0 1-92,0-1 1,-2-5 0,-2 0-1,-3-1 89,-3-1 0,0 4 0,-5-6 0,1 1 23,1 5 1,-9 4-1,7 3 1,-7 4 481,1 3 1,2 1 0,1 6 0,1 2 374,-1 4 1,1 11 0,-1 12 0,3 4-132,3 2 1,-2 2 0,7 2 0,-1 3-76,0 3 1,4-6 0,10 2 0,6-6-702,3-6 1,11-4-1,5-10 1,5-3-1042,5-6 0,8-6 0,-1-6 1277,9-6 0,5-11 0,7-4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26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287 1214 7761,'-5'17'-515,"-1"1"1,2-1 0,0-1 278,-2-5 0,4-1 241,-4-4 0,3-2 338,-3 7-225,4-7 1,-8 4 105,4-8-5,4 0-89,-5 0-74,7 0 1,-2 0 112,-4 0-75,4 0 0,-8 0 110,4 0 1,2 0 48,-7 0 1,5 0-31,-6 0 0,6 2-3,-5 4 0,5-4 1,-4 5 1,3 1 0,-5-4 1,4 6-71,-2-3 1,7 1 0,-5-4 28,0 2 1,4 2-68,-7-2 1,1 3 0,-4 7-22,3-5 0,7-1 208,-2-4-245,-4-4 1,10 4 24,0-12 1,8-4-1,9-9 1,3-5 103,3-5 1,12-6 0,12-5-1,5-9-69,6-7 0,-24 21 1,2-2-1,6-6 0,1-1 1,4-4-1,2-1-58,2-3 1,2 1 0,2-1 0,-1 1-1,-1 0 1,-1 1 0,-1 2 0,1 1-89,-3 2 1,1 1 0,0-1 0,0 2 0,-4 8 0,0 1 0,-4 2 0,-1 2 22,31-27 0,-6 13 1,-12 3-1,-7 6-348,-8 6 0,-10 9-30,-18 9 1,-5 9 0,-12 2-290,-5 10 1,-5 5-1,-1 4 1,-3 3 673,-3 1 0,-4 16 0,-8-2 0</inkml:trace>
  <inkml:trace contextRef="#ctx0" brushRef="#br0" timeOffset="935">410 1685 6369,'9'0'1151,"-1"-8"1,-10 1-959,-4-5 0,2 2 0,-7 6 27,-3-1 0,-1-1 0,-3 6-2,1 0 0,5 0 0,0 0-39,-1 0 1,-3 8-1,1 3 1,1 5-129,3 1 0,1 6 0,-2 3 0,5-1-140,-1 0 0,6 4 0,-4-4 0,4 1 69,2-1 0,2-4 0,2-7 0,4-4-42,1-3 1,3-1-1,5-8 156,1-4 0,-1-3 0,-1-11 0,-3-1 17,-1-2 0,-6-1 1,4 5-1,-1-2 97,1-3 1,-6 1 566,2 6-476,-4-1 1,-2 16-1,-2 8 1,-2 8-195,-2 3 1,-6 8 0,5 4 0,-1 4-278,0 2 1,-5 0-1,3 0 1,-2 0-35,1 0 0,-1 0 1,-6 0-1,1-2-21,0-4 0,-1-4 0,1-7 0,-1-1-438,1 1 0,-1-9 1,1-3-146,-1-4 0,1-4 1,1-4 809,5-5 0,-5-13 0,6-3 0</inkml:trace>
  <inkml:trace contextRef="#ctx0" brushRef="#br0" timeOffset="1483">672 1615 7448,'0'-9'1210,"-2"1"-748,-4 8 1,-2 8 0,-4 3 0,5 5-121,-1 1 0,6 8 0,-6 5 0,2 3-250,1 2 1,-3-1 0,4 3 0,-2 2-156,2 2 1,2 0 0,2-8-1,-2-2 31,-3-2 0,3-8-169,-4 2 0,4-13 198,2-10 0,0-13 0,2-13 1,2-1 21,1-4 0,1-2 0,-6-2 0,2-2-36,4-3 1,-4 3 0,4-4 0,-2 4 45,2 2 0,-5 2 0,7 4 1,-2 4 187,0 0 0,2 11-105,-3-3 1,5 11-1,8 0-159,-1 4 0,1 10 0,-1 3 1,0 5 30,1 1 0,-6 1 0,-1-1 0,3 1-873,1-1 1,-3 1 0,-2-1-1,-1 1-238,1-1 0,-6-5 1127,2-1 0,3 1 0,1 5 0</inkml:trace>
  <inkml:trace contextRef="#ctx0" brushRef="#br0" timeOffset="1736">1003 1545 7791,'18'0'-1572,"-1"0"2568,-7 0 1,-2 2-1,-8 4-432,0 6 1,0 3 0,0 5-1,-2 1-360,-4 2 0,4 3 0,-4-5 0,4 4-85,2 2 1,0 1 0,0 3 0,0-4-200,0-2 0,0-2 0,0-5 0,2-3-1425,4-3 210,-4 3 1,8-15-461,-4 0 1755,-4-7 0,5-11 0,-7 1 0</inkml:trace>
  <inkml:trace contextRef="#ctx0" brushRef="#br0" timeOffset="2299">1492 1074 7791,'0'17'166,"-5"1"1,-3-1 0,0 3 234,0 3 1,1 2 0,3 6 0,-2-2-58,2 2 1,4 8 0,4 2 0,4 0-215,1 1 0,3-5 1,5 4-1,-1-4-95,-4-2 1,3-2 0,-3-4 0,1-6-28,-1-3 0,2-3-370,-9 1 35,1-9 0,-6-3 138,0-12 1,0-3 0,0-9-63,0 1 0,-6 5 1,-1 0-1,-3 1-1,-4 1 0,5-4 0,-1 7 0,0-1 163,1 0 1,-3 2-1,-6 8 236,1 4 0,1 4 0,3 7 1,3 3 105,2 3 0,-3-2 0,5 8 0,2 2-13,2 2 0,2 0 0,0-2 0,2-3-158,4-3 0,4-2 0,7-5 1,0-3-133,1-3 0,-1-3 0,1-5 0,-1 2-285,1-2 0,-1-10 1,1-5-1,-1-5-431,1-1 1,-7-3 765,1-3 0,0-4 0,5-8 0</inkml:trace>
  <inkml:trace contextRef="#ctx0" brushRef="#br0" timeOffset="2617">951 1336 7592,'0'27'39,"0"-4"1532,-8-3 1,8-12-1599,0-8 0,14-8 0,9-8 0,-2 3-265,-1 1 292,-3 0 0,9-5 0,1-1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32.27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88 523 7617,'9'0'-1581,"1"6"2367,-4-1-299,-4 1 0,6-8 458,-8-3-530,0 3 0,-2-8-208,-4 4 1,-4 4-154,-7-4 1,1 6 0,3 4-1,3 4-67,2 2 0,-5 1 0,3 7-57,0-1 1,2 1 0,8-1 0,0 1 19,0-1 0,0-5 1,0-1-151,0 3 0,2 0 0,4-3 131,6-5 0,-2-4 0,1-2 65,3 0 0,-5-8 0,3-3 0,0-5-24,-3-1 1,1 1 0,-6 2-1,2 3 23,-2-3 1,-2-1 146,-2-3-8,0 1 0,0 9-85,0 8 1,0 8-1,0 9 1,0 3-174,0 3 1,0-4 0,0 5 0,0-3-345,0 2 1,0-3-1,0 3 468,0-4 0,0 7 0,0 1 0</inkml:trace>
  <inkml:trace contextRef="#ctx0" brushRef="#br0" timeOffset="266">297 348 7864,'10'8'62,"-4"4"0,-4 3 34,-2 3 1,0-1 0,0 0 0,0 1-160,0-1 1,0 7-1,0 1 1,0 2-51,0 4 1,0-4-1,0 2 1,0 1-43,0-3 0,2 0 0,2-6 1,1 2-199,-1-1 1,-2-3 352,-2-1 0,8-9 0,2-1 0</inkml:trace>
  <inkml:trace contextRef="#ctx0" brushRef="#br0" timeOffset="484">472 156 7800,'0'25'-528,"0"-5"1,0 5 0,0-2 639,0 0 1,0 7 0,0-5 0,0 2 350,0 4 0,0 2 1,2 2-1,2 0-595,2 0 0,1 0 0,-3 0 0,2-2-107,-2-4 1,0 2-1,0-8 1,2-2-254,-3-1 492,-1-10 0,-2-3 0,0-7 0</inkml:trace>
  <inkml:trace contextRef="#ctx0" brushRef="#br0" timeOffset="998">734 208 7827,'10'0'439,"-3"0"1,-5-1-1,2-5-250,2-6 1,2 2 0,-4-1 0,3-3 32,3-1 0,-4-3 1,6 1-1,-1-1-195,-1 1 0,5 5 0,-5 0 1,2 1-172,-1 1 1,-5-3 55,6 7 0,-8 2 0,2 10 0,-4 5 33,-2 5 0,-2 7 0,-4 2 0,-6 2 26,-3 5 0,-3 1 0,1 1 0,-1 1-17,1 0 1,1-2 0,3-2 0,1-3-155,-2-3 1,7 0-1,-1-6 1,2 1-581,0-5 1,0-1-23,6 3 802,0-7 0,8-2 0,2-8 0</inkml:trace>
  <inkml:trace contextRef="#ctx0" brushRef="#br0" timeOffset="1183">874 890 7915,'0'17'-5,"-2"0"1448,-4 1-1411,4-8 1,-4-5 0,10-10-643,2-7 0,5-4 1,-3-1 609,2 0 0,-6-1 0,4 1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04.18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4768 105 7459,'-2'16'1617,"-3"-5"-1244,3-3-248,-14-8 1,12 0 50,-7 0 1,5 0 73,-6 0 0,0 0 9,-5 0 1,0 0 0,-1 0-60,1 0 0,5 0 0,0 0-31,-1 0 0,-3 0 0,-3-2 1,-3-2-7,-1-2 0,0 1 0,5 5 0,-1 0-61,-4 0 1,3-6 0,-5 0 0,2 2-76,0 2 1,-7 2 0,5 0-1,0 0-38,0 0 0,-4 0 0,5 0 0,1 0-19,-2 0 0,4 0 0,-7 0 0,3 0 41,4 0 0,-1-6 0,1 1 1,-4 1 25,-2 2 1,3-4-1,-3 0 1,0 2 5,0 2 0,0-4 1,-4 1-1,4 1-3,1 2 1,-5 0-1,2-2 1,-2-2 49,2 2 0,-4 2 0,6 0 0,-2-2-74,0-1 0,1-1 0,-3 6 1,4 0 16,2 0 0,-4-2 0,4-2 0,-1-2-3,1 2 1,-4 2 0,6 2-1,0 0-9,-3 0 0,5 0 0,-6 0 0,0 0 13,-1 0 0,5 0 1,-4 0-1,2 0 22,3 0 1,-3 0 0,2 0 0,0 0-18,-3 0 0,7 0 1,-6 0-1,2 0-5,-1 0 0,1 0 0,4 2 0,-3 2-22,-1 2 1,0 0-1,5-6 1,1 2-35,-1 4 0,1-4 1,-1 3-1,1-1 11,-1 2 1,-1-2-1,-2 6 1,-3-3 9,3-3 1,2 4-1,1 0 1,-1 0 14,-5-1 0,5 5 0,-6-4 1,2 1 28,-1 5 0,-1-4 1,4-1-1,-5 1 0,-1 0 1,4-4-1,-4 5 1,0 1-7,-1-2 1,7 5 0,-4-5 0,2 2 0,-1-1 0,-5-5 0,4 6 0,0 1-1,0 3 0,1-5 0,5 1 1,-2 2-25,-3 1 1,-1-3 0,4-1 0,-3 3-12,3 2 0,0-5 1,-1 1-1,-1-1 20,2-1 0,-1 6 0,1-7 0,-4 3 4,-2 0 1,5-1 0,-1 5 0,2-3-22,-3-1 0,5 0 0,-6 5 0,1 1 0,1-1 1,-2 1 0,4-1 0,-5 0 3,-1 1 1,6-1 0,-2 1 0,3-1 16,3 1 1,-7 5 0,1 0 0,2-1 37,1-3 1,1-1-1,-2-1 1,-3 1 19,3-1 0,2 0 0,1 1 1,3-1-39,3 1 1,-4-1 0,5 1-1,-5-1-33,-1 1 0,-1-1 1,1 1-1,-1-1-16,1 1 0,5-3 0,1 1 1,-3-3-4,-1 1 1,3 11 0,0-8 0,-1 3 25,-3-1 1,5-1 0,-1-1 0,-2 1-4,-1-1 1,3 6 0,2 1-1,1-3 4,-1-2 1,4-1 0,-5-1 0,-1 1 33,2-1 0,1 1 0,5-1 1,-4 1-63,-2-1 0,4 6 1,-3 1-1,1-3-23,4-2 0,-6 5 1,1 1-1,-3 2 58,0 4 0,6-4 0,-3 2 0,-1 3 4,0 1 0,1-1 1,-5 0-1,4-3 14,3 2 1,-7 4 0,4 3 0,-1 1 11,-1-6 1,6 2 0,-3-4 0,-1 6 19,0 4 0,6 0 0,-4-6 1,3 1-25,-1 5 0,0-4 0,4 6 1,-2-3-9,-2 1 0,1 2 0,5-2 0,0 5 7,0 5 0,0-5 0,0 1 1,0 1 15,0 3 1,0 3 0,0 2 0,0 5 24,0 1 1,0-4 0,2 4 0,1 2 59,3 4 0,2-4 0,-4 8 1,4-8-29,1-4 0,-3 6 1,6-4-1,-1-2-62,-1-7 1,4-1-1,-7-7 1,1-1-4,0-3 1,-2-4 0,-4-4 0,2-4 9,1-6 1,1 2-1,-6-1-100,0-3 0,0-7-4,0-3 373,0-7 180,0 4-308,0-8 0,0-2-8,0-4-273,0 4 0,0-8 0,-2 7-11,-3-3 0,1-2 79,-8 2 41,8 4 0,-9-7 203,7 3-112,-8 4-180,12-6 0,-8 8-62,5 0 54,3 0 16,-6 0 143,8 0 241,0 0 1,-2-6-335,-4 0 1,2-1 0,-5 1-46,1-6 1,-6-9 0,3-4 0,-5-5 3,-1-6 0,-1-1 0,-1-12 0,-3-3-51,-1-4 1,0-10 0,5 2 0,1-2-13,-1 2 1,1 9 0,1 13 0,3 3 51,1 6 22,8 9-295,-3 7 39,7 9 1,2 14 268,3 0 0,-3 7 1,6-1-1,0 4 99,3 1 1,-1 1 0,2-1 0,-1 2-35,-1 5 0,6-3 0,-5 8 1,3 0-28,-2-2 0,3 6 0,-5-3 0,1 1-23,1-2 1,-6 6-1,4-2 1,-1 7-15,1 5 1,-6-4 0,4 7 0,-3 5 15,1 3 0,0 10 0,-6-4 0,0 0 107,0-4 0,0-9 0,-2-5 0,-2 1 17,-2 0 0,-5-12 0,3 0 0,0-6-122,1-6 0,-5-1 50,6-3-210,0-7 98,6-3 0,0-8 72,0-5 1,0-4-18,0-7 1,0-1-1,0 1 1,2-1 2,4 1 1,-2-1-1,6 1 1,-1-1-2,1 1 1,-4-6-1,4-1 1,-1 1-20,1-2 0,2 3 0,5-7 1,0-2-41,1-2 0,7-4 0,6-3 0,8-7-122,8-3 0,11-18 0,-26 30 1,2 0-1,3-5 0,1-1-301,6-5 0,0-1 0,0 0 0,1-1 1,4-7-1,1-3 0,1 0 0,1-2-3216,2-2 0,1-2 3692,1-5 0,2-1 0,5-2 0,0-2 0,-21 24 0,0-2 0,0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6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36 714 8303,'-12'6'501,"0"0"0,9 8 0,-3-3 0,4 7-52,2 5 0,0 4 0,0 10 0,0 4-122,0 5 0,6 5 1,1 1-1,1 1-212,0-1 1,4 4 0,-7-1 0,-1-7-1,-2-3 0,-2-10 0,0-8 77,0-2-353,0-9 1,0-16-1,-2-12 1,-2-5-100,-1-7 0,-1 1 0,6-10 0,0-6 102,0-3 0,0-1 0,0-8 0,0-3-62,0 0 1,0-12-1,0 0 1,2 0 8,4-2 0,3 2 0,9 2 0,-1 8 483,1 7 0,-1 16 0,1 16 1,-1 9 44,0 6 0,1 4 0,-1 6 0,1 9-106,-1 10 1,-5 6 0,-2 4 0,-3 4-206,-3 5 1,-2-3 0,-2-2 0,0-4-314,0-2 0,0-2 0,-2-4 0,-4-6-33,-5-4 0,1-3 1,0-2-1,1-5-140,-1-1 1,6-4 0,-4-8 0,3-6 479,-1-5 0,-8 1 0,4-11 0</inkml:trace>
  <inkml:trace contextRef="#ctx0" brushRef="#br0" timeOffset="850">542 575 7878,'0'17'0,"0"1"257,0-1 0,0 1 0,0-1 0,0 2 529,0 5 0,0-3 1,2 8-1,2 2-161,2 2 1,0-4 0,-6 0-1,0 1-135,0-3 0,6-2 0,-1-8 1,-1 1 253,-2-1 0,-2 1 486,0-1-442,0-7-308,0-2 0,0-10-234,0-4 0,-2 2-446,-4-8 129,4 1 0,-7-5 81,3 5 1,4 1 90,-4 4 21,4 4-176,2-6-21,0 8-1884,0 0 1873,0-7 0,0-3 0,2-7-65,4-1 0,-2-5 0,6-1 0,-1 1-106,1-2 1,-4 4 0,5-7 0,1 3 15,-2 4 1,3 1-1,-5 3 133,2 0 0,0 5 0,3 2 95,-1 2 0,-1 5 0,5 8 208,-4 7 0,1 4 0,-5 1 0,0 0-84,-1 1 0,5-1 0,-4 1 0,0-1-24,-1 1 0,1-1 0,-4 1-44,2-1 0,2-1 0,-5-3-168,3-1 0,0-6 0,-4 3-164,4-1 1,-2-2 149,7-6 1,-5-2 0,4-4 0,0-3-109,-1-1 0,1-6 0,4 5 0,-5-5-41,-1-1 0,4-7 0,-5 1 134,3 2 0,-6 1 0,2 3 194,-4-1 1,-2 7 0,-2 1-17,-4 2 1,2 3 0,-7 6 0,-3 5-4,-2 6 0,-1 3 1,0 5-1,-1 3-135,1 6 0,-1 4 0,3 2 0,1 0-251,2 0 0,8 0 0,-1 0 1,3-2-305,2-4 1,2 2 0,3-8 0,9-1 105,7-3 0,7-9 0,7-4 1,-1-4 562,1-2 0,0-8 0,0-2 0</inkml:trace>
  <inkml:trace contextRef="#ctx0" brushRef="#br0" timeOffset="1183">1398 697 7774,'-19'0'0,"-3"2"0,-1 2 550,2 2 1,1 1 0,3-3 0,1 4-108,5 2 1,-5-4 0,6 5-1,-1 3-149,-1 1 0,6 3 0,-3-1 46,1 1 1,2-1-271,6 1 1,0-1 0,2-1-118,4-5 0,1-1 1,7-6-1,-2 4 217,1 1 0,3 1 1,1 4-1,-1-3 17,-5 3 0,5 1 1,-4 3-1,1-1-82,-1 1 1,-2 1 0,-7 3-1,3 3-276,-2 2 0,-4-4 1,-4 4-1,-4-1-396,-1-5 0,-3 2 0,-5-3 0,-1-5-366,1 1 1,5-9-1,0-1 247,-1-4 1,3-12 0,0-5 685,3-6 0,-7-10 0,4 3 0</inkml:trace>
  <inkml:trace contextRef="#ctx0" brushRef="#br0" timeOffset="1535">1381 907 11227,'17'5'1151,"0"1"-993,1-2 1,-1-2 0,1-4 0,-1-2-40,1-2 1,-3-7-1,-1 3 1,-2-2-134,1 1 0,-3-1 0,-1-5 0,-1-1-18,-4 1 1,-2 5 0,-2 1 48,0-3 1,-2 4-1,-4 1-108,-5 1 0,-5 4 0,-1 10 1,-1 5 17,1 5 1,-1 1 0,3 3-1,1 1 69,3 2 0,1 1 0,-2-5 0,4 2-128,1 3 1,5-1-1,-4-6 1,6 1-252,6-1 1,3 1-1,9-3 1,-1-3-159,1-6 0,5-4 1,2-2-1,3 0 27,3 0 0,-4-8 0,0-4 0,-2-3 514,-4-3 0,3-5 0,-5 0 0,-3 1 0,-3-5 0,5 0 0</inkml:trace>
  <inkml:trace contextRef="#ctx0" brushRef="#br0" timeOffset="1951">1747 819 7762,'10'0'828,"-2"0"1,-8 2-474,0 4 0,0 4 0,0 7 1,0 1 44,0-1 0,0 1 0,0 1 0,0 2-27,0 3 0,2 5 1,2-4-1,1 0-171,-1 0 1,-2-1-1,0-7-188,4 1-1126,-4-1 864,6-7 1,-8-4-1,2-12 1,1-6-1,3-3 1,0-3 0,-6-1 0,2-3 31,4-1 0,-4 0 0,4 5 0,-2 1 253,1-1 1,-3 1-1,6 0 220,0-1 0,-6 6 1,6 3 190,-1 1 0,-3 4 1,6 10-9,-2 6 1,3 3 0,-3 3 0,2 1-119,3 4 1,-3-3 0,2 5 0,1-2-389,3 0 0,-1 1 1,-1-7-1,-2-1-168,1-5 0,-3 3 0,1-8-556,3-2 1,2-2 0,1-4 0,-1-4-46,-5-6 1,5-5 0,-5-5-1,5-3 296,1-2 1,-5-2 0,0-6 0,1-2 538,3-4 0,9-3 0,2-9 0</inkml:trace>
  <inkml:trace contextRef="#ctx0" brushRef="#br0" timeOffset="2169">2446 68 7738,'0'-17'497,"0"-1"0,-2 3 0,-4 3 401,-6 6 1,3 8 0,-3 10-1,0 11-352,3 8 1,-5 14 0,6 5 0,1 9-307,-1 3 0,2 4 0,6 7 0,0 5 28,0 2 1,2-1 0,4 3-1,5-7 57,5-3 0,1-8 0,1-4 0,-3-7-90,-3-14 1,4-10-1994,-5-12 0,3-9 336,-3-8 0,-3-8 1,-8-9-1,0-3-1173,0-3 2595,0 4 0,0-14 0,0 5 0</inkml:trace>
  <inkml:trace contextRef="#ctx0" brushRef="#br0" timeOffset="2368">2027 505 9276,'-8'6'1047,"8"0"1,15-1 0,16-5-1,6 0-852,4 0 1,10-2 0,-1-1 0,8-5-176,4-2 1,-3-2 0,5-5 0,0-2-341,-2-5 0,6-1 0,-4-6 1,0 2-2706,-6-2 3025,0-2 0,-13-2 0,7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2.43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123 360 8404,'9'-2'1210,"-3"-4"0,-4 2-583,-2-7 1,0 5 95,0-6 1,-2 8-439,-4-2 0,3 4 1,-9 4-219,-2 4 1,5 4-1,-3 7 1,-2 3-135,-1 3 1,3 4 0,1 8 0,-1 0-45,2 0 1,3 0-1,7 0 1,0-2-544,0-4 0,1-4 0,5-7 0,8-3-2214,7-3 2868,-1-4 0,13-16 0,-6-2 0</inkml:trace>
  <inkml:trace contextRef="#ctx0" brushRef="#br0" timeOffset="852">490 377 10794,'-18'18'322,"8"-7"0,3-1 0,1 0-136,0 0 0,0 1 0,6 7 0,0-1-35,0 1 1,0-1 0,0 0-133,0 1 1,6-1-1,2-1 1,1-4-25,5-7 1,2-3 0,1-2 0,0 0-10,1 0 1,-1-7 0,1-5 0,-3-4-10,-3-1 1,2-1 0,-9 1 0,-1 0-68,-2-1 0,-2 1 0,-2-1 0,-4 3-64,-5 3 1,-5 2 0,-1 6 0,-1-1-29,1 1 0,-1 2 0,1 2 0,0 0-1599,-1 0 0,1 2 1781,-1 4 0,1 3 0,-1 9 0</inkml:trace>
  <inkml:trace contextRef="#ctx0" brushRef="#br0" timeOffset="1283">926 412 7801,'-17'0'112,"-1"0"1,7 0 0,-1 0 392,-2 0 1,5 2 0,-3 2-199,-2 2 1,5 6 0,-1-5-21,2 3 1,0-6 0,5 4 11,-3-1 0,0 3 0,4 8-54,-4-1 1,4 0 0,-4 1-188,4-1 1,2 1 0,2-1-33,4 1 1,2-7 0,6-1 0,-3-2-104,3-4 1,1-2 0,3-4 76,-1-4 0,1-4 1,-3-7-1,-1-1-24,-3 1 0,-1-3 1,2-1-1,-4-2-41,-1 1 1,-5 3 0,4 2 0,-4-1-196,-2 1 1,-2 5 0,-4 0-465,-5-1 1,-5 5 0,-1 2-1218,-1 4 1941,8 2 0,-5-7 0,5-3 0</inkml:trace>
  <inkml:trace contextRef="#ctx0" brushRef="#br0" timeOffset="2015">1136 360 7885,'-6'11'0,"-2"-1"197,-2-2 1,7 6-1,-5-5 1,2 3 405,0 0 0,0-1 0,6 9-202,0 3 1,0-8 0,0 7 0,0-1-104,0-2 0,0 1 1,0-3-1,0 1-94,0-1 0,0 1 0,0-1 1,0 1 12,0-1 1,0 1-286,0-1 0,0-5-148,0-1 1,0-9 0,2-2 96,4-9 0,-4-7 0,4-3 1,-2-3 32,2-1 1,-5-6 0,7 4-1,-2-1-80,0 1 0,0-6 0,-4 4 0,2 0-15,1 4 0,3 3 1,-4 3-1,2-1-210,-2 1 0,3-1 1,1 3-501,2 3 1,-4 4 255,5 8 0,1 0 0,5 2 635,1 4 0,-1 4 0,1 7 0</inkml:trace>
  <inkml:trace contextRef="#ctx0" brushRef="#br0" timeOffset="2498">1607 28 7768,'-11'-12'1832,"-1"1"-1224,0 7 1,3 4 0,3 11-1,4 7-102,2 5 1,0 4 0,2 8 0,4 2-155,5 4 1,5-2-1,1 7 1,1 3-253,-1 1 1,1-3 0,-1-3 0,1-1-59,-1-4 1,-1-2-1,-3-4 1,-3-4 115,-2-6 1,-1-5-357,-1-7-67,-4-3 1,0-10 0,-10-4-4,-1-5 1,3-3-1,-6 1 1,0 1 72,3-2 0,-7-1 0,5-3 0,-5 1 3,-1-1 1,-1 7 0,1-1-1,-1 0 71,1 3 1,-1-1 0,1 6 251,-1-2 1,1 2-1,1 10-24,5 6 0,-3 5 0,8 5 0,2 1-116,3-2 0,1 7 0,0-1 1,0 2-221,0 0 0,1-2 0,3 4 0,4-4-258,2-1 1,1-3 0,7-6 0,-1-1-191,1-5 0,-1-3 1,1-8-1,1 0-7,4 0 0,-3-8 684,3-3 0,-3-5 0,-3-1 0</inkml:trace>
  <inkml:trace contextRef="#ctx0" brushRef="#br0" timeOffset="2848">2096 395 8291,'0'-12'2783,"0"0"-1991,0 9 1,-2-5-136,-4 8 0,-3 2-513,-9 4 0,3 3 1,1 9-1,4-1-121,3 1 0,-5-1 0,4 1-142,-1-1 0,5 1 0,-2-1-194,4 0 0,2 1 0,2-3 300,4-3 0,3-2 0,9-6 0,-1 3 232,1 3 0,5-4 0,0 4 0,-1-3 99,-3-3 1,-1 6 0,-1 0 0,-1 1-42,-5 1 1,-3 0-1,-8 5-771,0 1 1,-8 5 0,-5 0 0,-7 0-3342,-3 3 3835,-8-7 0,-4 14 0,-10-6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9.21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245 385 7822,'-11'0'-1,"-1"0"348,-1 0 0,-1 1 0,0 3 0,5 4 243,1 2 0,-6-4 1,5 5-1,-3 3-199,0 1 1,1 5 0,-7 1 0,1 4-131,-1 3 1,7-5 0,-1 6 0,0 2-150,3 2 0,1 2 0,8-2 0,0-2-145,0-2 1,2-8 0,4 3-1,7-5-190,9-1 0,-3-9 1,6-3-1,0-4-930,5-2 1,3-8 0,0-5 1152,-4-9 0,4-5 0,-6-8 0</inkml:trace>
  <inkml:trace contextRef="#ctx0" brushRef="#br0" timeOffset="368">542 507 7778,'-6'11'102,"1"1"1,-9-6 0,2 6-1,-1 1 382,1 3 1,-3 1-1,5 1 1,-2-1-57,1 0 0,-1 7 0,-3 1 0,3 0-162,6 0 0,-2 6 0,2-3 1,3-1-119,1-4 0,4-3 0,1-3 0,5-2-86,2-3 1,2-4 0,5-8-1,1 0-47,-1 0 0,0-10 0,1-5 0,-1-9-72,1-3 0,-3 4 0,-1-6 1,-2-2 57,1-2 0,-5 4 0,-2 2 1,-4-1-45,-2 1 1,0 6 0,0-2 0,-2 3-314,-4 3 1,-4 1 0,-7 3 0,-1 3-744,1 2 1,-1 2 0,1 6 219,-1 0 1,7 8 878,-1 4 0,8 3 0,-3 3 0</inkml:trace>
  <inkml:trace contextRef="#ctx0" brushRef="#br0" timeOffset="768">857 594 7778,'9'8'536,"-1"-6"0,-8 7 0,-2-5-128,-4 2 1,4 2-1,-5-4-143,-1 2 0,-2 7 1,-5-1-1,1 3-6,2 3 0,1-1 1,-5 1-1,3 1-85,1 4 1,6-1-1,-3 5 1,1 0-112,4 0 1,2-5-1,4 1 1,4-4-63,5-1 0,5-8 0,1-5 0,1-3 123,-1-2 1,7-4 0,1-5 0,0-11 34,0-5 0,-1-4 1,-7-6-1,-1 0-130,-5 0 1,3 0-1,-8 2 1,-3 2-68,-1 2 0,-4 8 0,-3-3 0,-7 5-264,-4 2 1,-7 7-1,-2 4 1,-2 4-362,-4 2 1,5 0 0,3 0 0,4 0-747,1 0 1,1 8 1408,-1 4 0,9 3 0,1 3 0</inkml:trace>
  <inkml:trace contextRef="#ctx0" brushRef="#br0" timeOffset="1134">1136 612 7745,'0'17'131,"-6"-5"1,0-1 261,3 3 0,1 1 1,2 3-1,0-1 402,0 1 1,0-1 0,0 1 0,2-1-474,3 1 1,-1-1-1,6 1 1,-2-1-124,-4 1 0,3-1 1,-1 0 41,-2 1 1,0-3-393,2-3 98,-4-4 0,5-16 0,-7-4 1,0-3 2,0-3 0,0-7 0,2-2 0,2-4-120,2-4 0,2 10 0,-4-10 0,4 2 65,1 0 1,1 4-1,4 2 1,-3-1-66,3 1 1,-5 6-1,3-2 1,2 3-257,1 3 0,3 5 0,-1 2 0,3 3-310,3 3 0,-2-4 0,6 2 0,0 2 736,1 2 0,1 2 0,6 0 0</inkml:trace>
  <inkml:trace contextRef="#ctx0" brushRef="#br0" timeOffset="1568">1887 0 7843,'-14'18'0,"-3"-1"685,-2 1 1,-1 1 0,5 2 0,1 7 52,2 5 1,9 0-1,-3 15 1,4 6-27,2 9 1,10 4-1,5 5 1,8 4-341,4 5 1,-3 1-1,5-1 1,0-3-507,-2-12 0,-2-10 0,-7-9 1,-3-6 533,-3-5-559,4-16 0,-15-7-154,5-18 0,-6-5 0,-4-8 1,-3-1 2,-3-4 0,-2 1 0,-5-5 0,-1 0-89,1 0 0,-1-2 0,-1-8 0,-2 0 62,-3 2 1,-1-2-1,4 14 1,-2 2 378,1 1 1,3 5 0,1 3 370,1 6 0,5 4 0,3 4-190,1 4 0,2 10 0,6 7 0,0 0-172,0 2 1,0-5-1,2 3 1,2-2-320,2 3 0,5-5 1,-3 6-1,2-1-385,3-1 0,3 0 1,1-5-1,1-1-73,-1 1 1,6-1 0,3-1 0,-1-5 725,0-5 0,6 4 0,-4-1 0</inkml:trace>
  <inkml:trace contextRef="#ctx0" brushRef="#br0" timeOffset="1917">2463 507 8924,'-17'0'430,"-1"0"0,1 0 290,0 0 0,1 2 0,2 2 0,5 3-117,1 3 1,-6 2-1,5 5-423,-1 1 0,-4-1 1,9 2-1,-1 3-142,-2 1 1,6-5 0,-4-7 0,4 3-150,2 1 0,2 1 1,2-3-1,4-3-63,2-2 1,1 4 0,7-5 0,-1 1 168,1 0 0,-1 3 0,-1-3 1,-3 0 225,-1 0 1,-1 3 0,5-3 0,-2 0 48,-3 0 1,-5 3 0,4-3 0,-3 2-10,-3 3 0,-2-3 0,-2 2 0,-2 1-627,-3 3 0,-7 1 1,-9-1-1,-5-3-1557,-1-1 0,-8-2 1923,-6 1 0,-7 5 0,3-6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22.18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7846,'-8'12'242,"-3"-1"1,1-7 0,-2 2 323,-1-4 1,3 0-1,-2 2-187,-1 2 1,-3 1 0,-1-3-231,-1 2 0,3 2 0,1-4 1,2 4-104,-1 1 1,3 3 0,0 5 0,1-1-112,-1-5 1,6 13 0,-2-3-55,4 4 1,2-5 0,0-9-1,2 1-79,4-2 0,4 3 0,7-7 0,3-2 47,3-2 0,-2-2 0,7-2 0,-1-4 114,0-5 0,-6-7 1,3-3-1,-3-3 35,2 3 1,-5 2 0,1 1 454,-5 1 1,-5-1 15,3 1 1,-4 9-1,-8 8 1,-2 10-183,-4 5 1,2 11 0,-6 3 0,1 4-164,-1 2 0,6 0 0,-2-1 0,4 1-484,2 0 0,0-2 1,0-4-1,0-5-1199,0-5 0,2-3 675,4-5 1,-2-11 0,8-11 883,1-5 0,10-17 0,5-4 0</inkml:trace>
  <inkml:trace contextRef="#ctx0" brushRef="#br0" timeOffset="401">629 1 7772,'-8'17'0,"-1"3"358,-1 3 0,-4 6 0,7 10 1,-1 4 365,0 1 0,2 5 0,6 9 0,0 4-411,0 0 1,2-2 0,2-5 0,4 1-100,2 2 1,-5-2-1,5-9 1,-2-6-176,-4-4 1,4-10-1,-3-4-309,-1-4-177,-2-9 0,4-4 1,0-12 34,-2-6 0,-2-3 0,0-2 1,1-1 219,3 1 1,0-7 0,-4 1 0,2 2 136,2 1 1,1-3 0,-3 0 86,2 1 0,6 3 1,-4 3-1,-1 3 327,1 1 1,0 8-1,-2-2 4,5 5 1,-3 2 0,0 5 0,-2 8-84,0 7 0,-1-1 0,-3 5 0,2 0-162,2 4 1,0 2 0,-8 0 0,-2-4-298,-2-1 1,-5-1-1,3-6 1,0 1-1666,0-5 0,-5-3 1844,1 0 0,-4-5 0,-1-7 0</inkml:trace>
  <inkml:trace contextRef="#ctx0" brushRef="#br0" timeOffset="1033">1118 595 7830,'10'-8'3229,"-2"6"-2792,-8-6 0,0 10 0,-2 4-227,-4 6 0,2 3 0,-6 4 1,1 3-45,-1 1 0,4 0 1,-4-3-1,3 1-133,3 2 0,0 1 1,0-7-1,-2 1-75,2-1 1,2 1 0,2-1 10,0 1 0,2-3 1,2-1-1,2-3 230,-2 3 1,0-4 0,0 1-249,1 3 0,1 1 1,-6 3-180,0-1 0,0-5 0,-2-2-1343,-4-3 1,3-1-1027,-9-6 2597,8 0 0,-11-8 0,5-1 0</inkml:trace>
  <inkml:trace contextRef="#ctx0" brushRef="#br0" timeOffset="1367">1258 734 7742,'0'18'489,"0"-1"1,0 1-1,0-1 1,0 1-16,0-1 0,8-1 0,3-3 1,5-1-208,1 1 0,7-5 0,1-2 0,0-4-130,0-2 0,0-2 1,-3-4-1,1-5 22,-2-5 0,-1-3 0,-3-3 1,-1-3-289,-5-2 0,3 4 1,-8-5-1,0 1-100,1 0 1,-5 6 0,4-3-1,-6 5 47,-6 2 0,3 1 0,-9 3 0,-2 3-15,-1 2 1,-5 2-1,-1 6 1,-2 2 53,1 4 1,3 4 0,2 9 0,-1 2 59,1 3 1,1 5-1,2-4 1,5 0-144,1 1 1,0 5 0,4-4 0,-1 2-31,1 0 0,4-8 0,5 3 0,7-5-289,4-2 1,7-1 0,2-4 544,2-7 0,2-3 0,6-2 0</inkml:trace>
  <inkml:trace contextRef="#ctx0" brushRef="#br0" timeOffset="1800">1817 630 7742,'-8'27'29,"-4"-8"0,-9-7 1,0 1 179,5 3 1,1 1-1,7 1 1,0 1 604,0 4 0,-3-1 1,5 5-1,2 0-437,2 0 1,2-3 0,2 3 0,4 0-196,5 0 1,-1-6 0,2 3-269,1-5 1,-3-7 0,2-3-331,1-1 1,-3-2-1,0-8-29,-3-4 1,5-3 0,-4-9 0,0 1 137,-1-1 0,5-5 0,-6 0 0,0-1 148,1-1 1,-3 6-1,6-5 1,-2 5 187,-4 2 0,3-1 0,-1 1 601,-2-1 1,0 3 274,2 3 1,-2 6-556,7 12 1,-7 10 0,2 7 0,-4 0-131,-2 2 1,6 1-1,2 5 1,-1-4-382,1-2 0,4 0 1,-5-3-491,3 1 1,-4-2-1,4-7 1,-1-5-125,1-1 1,-4-2-1,6-8 200,1-4 0,-3-3 0,0-9 0,-3-1 575,-3-5 0,6-3 0,0-8 0</inkml:trace>
  <inkml:trace contextRef="#ctx0" brushRef="#br0" timeOffset="2051">2463 18 7742,'-8'20'1351,"-4"1"-826,-3 2 1,-1 8 0,3-2-1,1 8-2,-1 10 0,3 1 0,0 16 1,1 2-54,-1 2 1,6 0 0,-2-2-1,4-2-292,2 2 1,0 0 0,2-4-1,4-9-204,6-11 0,1-5 0,1-6 1,-3-5-466,3-9 1,-4-11-1,1 0-430,3-4 1,-1-6 0,1-6 0,-4-9 104,-2-7 0,3 3 1,-3-6-1,0-2-622,-1-2 1438,-1 6 0,-6-14 0,0 4 0</inkml:trace>
  <inkml:trace contextRef="#ctx0" brushRef="#br0" timeOffset="2233">2218 420 7742,'-5'12'855,"-3"-1"17,-2 3 1,6 1 0,-2 3-345,4-1 1,10-1-1,6-3 1,5-3-202,5-2 1,7 4-1,0-7 1,5-1-173,5-2 0,8-4 0,-3-4 0,7-5-488,5-5 1,-4-7-1,4-2 1,-3-2 332,-3-5 0,-7-8 0,-2-5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46.7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35 332 8048,'-12'-6'963,"1"0"-10,7 0-648,-4 6 0,8 8 0,0 4 1,0 5-43,0 7 0,6-3 0,0 8 0,0 4-198,1 6 1,-3 0 0,6 7 0,-2 1-259,-4-3 1,3 5 0,-1-6 0,0-1-496,2 1 0,-6-4 1,3-10-1,-3-6-1341,-2-3 2029,8-3 0,-6 0 0,6 1 0</inkml:trace>
  <inkml:trace contextRef="#ctx0" brushRef="#br0" timeOffset="684">52 245 7825,'-7'11'69,"-5"1"1,2-8 1034,-1 1-877,7-3 1,-2-2-1,12 0 35,6 0 0,3-5 0,2-1 0,1 0-108,-1-2 0,7 4 0,1-5 0,2-1-131,4 0 0,-4 4 1,0-3-1,1 1-204,-1 4 1,0-4-1,4 2 1,-4 3-214,-2 1 1,-1 2 0,-7 0 0,1 0-377,-1 0 0,1 0 1,-1 0 769,0 0 0,1 0 0,-1 0 0</inkml:trace>
  <inkml:trace contextRef="#ctx0" brushRef="#br0" timeOffset="933">559 175 7783,'-6'11'98,"0"1"0,-7 0 0,3 5 1,0 1 235,5-1 1,1 8 0,0 6 0,-2 8-52,2 8 0,4-3 0,4 3 1,4 1-393,1 3 1,-5 1 0,4-1-1,-2-3-193,0-1 1,-1-8 0,-5-1-1,0-5-345,0-4 0,0-7-754,0 1 1401,0-4 0,-7-9 0,-3-2 0</inkml:trace>
  <inkml:trace contextRef="#ctx0" brushRef="#br0" timeOffset="1217">140 1065 7738,'-6'12'392,"0"0"1,8-9 0,10 3-1,3-4-243,3-2 1,7 0 0,4-2 0,2-2-191,-2-1 1,4-7-1,-4 4 1,4-1-81,2-5 0,-6 4 1,0-1-1,1-3-250,-3-2 0,4 1 0,-8 1 371,-2 3 0,-1-9 0,-3-7 0</inkml:trace>
  <inkml:trace contextRef="#ctx0" brushRef="#br0" timeOffset="1533">1030 506 7701,'-17'2'126,"0"4"0,-5 4 0,3 7 0,3 1 278,1-1 1,5 9 0,0 3 0,3 6-140,3 5 0,2-1 0,2 6 0,0-1-253,0 1 0,0 0 0,0 1 1,2-5-282,4-4 0,-5-2 1,5-2-1,-4-4-1092,-2-6-493,8-3 1854,2-11 0,7-9 0,1-9 0</inkml:trace>
  <inkml:trace contextRef="#ctx0" brushRef="#br0" timeOffset="1850">1030 454 7975,'-7'0'645,"7"0"0,7 6 0,11 2 0,-1-1-399,1 1 1,-1 0-1,3-4 1,-1 4-109,-1 1 0,3-3 0,-11 6 0,1-1-38,1-1 1,-8 6 0,2-5-211,-4 5 0,-4 1 0,-2 1 0,-4-1-180,-2 1 1,-1-7 0,-7 1 0,1 0-310,-1-3 1,-5 1-1,0-6-57,1 2 0,3 0 0,3-8 656,5-4 0,-5-4 0,7-7 0</inkml:trace>
  <inkml:trace contextRef="#ctx0" brushRef="#br0" timeOffset="2133">1485 0 7637,'-8'12'0,"-4"-3"488,-3-1 0,-3 6 0,3-1 0,1 7-58,2 3 1,7 6 0,-5-2 0,2 4-96,4 6 1,2 4-1,2 0 1,0 3-236,0 1 1,0 3-1,0-5 1,2 0-286,4 0 0,-4-3 0,6-5 1,-2-2-203,-1-4 0,3-3 1,-4-9-378,2 0 0,7-7-45,-1-4 0,-4-6 1,0-4 808,-1-2 0,-5-15 0,6 2 0</inkml:trace>
  <inkml:trace contextRef="#ctx0" brushRef="#br0" timeOffset="2365">1275 262 9185,'25'0'603,"-3"0"0,7-2 0,2-2-585,2-2 0,2-5 0,2 5 0,-1 2-383,-1 2 1,4-4-1,-12 0 1,2 3-1398,0 1 1762,-15 2 0,17 7 0,-11 3 0</inkml:trace>
  <inkml:trace contextRef="#ctx0" brushRef="#br0" timeOffset="2932">245 1397 7701,'-18'2'0,"1"4"173,-1 6 0,9-3 0,1 1 0,2 0 182,0-1 0,0 3 0,6 7 0,0 3-27,0 1 0,0 14 0,0 0 0,0 5-112,0 7 1,0 1-1,0 5 1,0 1-167,0 2 0,0 2 0,0-5 0,0-1-311,0-3 1,0-17 0,0-1-169,0-5 0,2-13-618,4-9 0,4-14 0,5-7 1047,-3-7 0,3-9 0,-5 4 0</inkml:trace>
  <inkml:trace contextRef="#ctx0" brushRef="#br0" timeOffset="3383">140 1397 7752,'0'18'-295,"0"-1"1,0-5-1,2-3 616,4-1 0,-1 4 0,11-6 1,3-2 406,1-3 0,5-1 0,0 0 0,2 0-576,4 0 1,0-5-1,0-3 1,-1-2-212,1-3 1,-4-3 0,0-1-1,0-1-290,0 1 0,-5-1 1,1 1-1,-4 1-183,-1 5 0,-7-3 0,-1 6-886,-2-1 1259,-2 5 0,-12 4 0,-2 9 1,-2 3 281,-3 0 0,3-1 1,-1 9-1,-1 1 280,2 2 1,-3 3-1,7-3 1,0 6 65,-2 4 1,6 2 0,-4 0 0,4 2 46,2 3 0,0 3 0,0 6 0,0-3-239,0 3 0,0 1 0,0 3 0,0-1-499,0 0 1,6-7-1,0-4-135,-2-4 0,-2 1 0,-2-3 0,0-8 0,0-5-917,0-5 0,0-5 1274,0 0 0,-16-1 0,-3 7 0</inkml:trace>
  <inkml:trace contextRef="#ctx0" brushRef="#br0" timeOffset="3616">105 2497 8270,'17'0'757,"3"0"1,3 0 0,6 0-526,4 0 1,8-7-1,2-5 1,-1-4-310,1-1 1,5 0 0,-3-1-1,2-1-360,-1-5 0,-7 5 1,2-4-1,-4 1-1127,-2-1 1564,-8 4 0,6-14 0,-6 6 0</inkml:trace>
  <inkml:trace contextRef="#ctx0" brushRef="#br0" timeOffset="3883">1135 1292 7707,'-17'0'200,"-1"6"1,3 2 0,1 2 386,3 3 0,1 9 0,-4 3 0,5 2-121,1 4 1,-4 8-1,6 4 1,3-1-237,1 1 0,2 3 0,0-3 0,0 0-337,0 0 0,0-1 0,0-3 0,0 2-391,0-2 1,0-8 0,0-4 0,0-2-667,0-4 1,0-1-699,0-3 1862,0-7 0,7-2 0,3-8 0</inkml:trace>
  <inkml:trace contextRef="#ctx0" brushRef="#br0" timeOffset="4303">1223 1729 7733,'-8'10'571,"-2"-3"120,0 1 0,-3 2 0,7 7-238,2 1 1,2-1 0,2 1-1,0-1-324,0 1 0,0 1 0,0 2 1,0 3-118,0-3 0,2-2 0,2-1-350,2-1 1,2-1-62,-3-4 1,-1-5 198,8-7 1,-8-7-1,4-5 1,-3-4 75,1-1 1,6-2 0,-4-3 0,-1-3 125,1-2 0,4 5 1,-4-1-1,-1 4 130,1 1 1,4 1-1,-4-1 274,1 1 1,-3 5-84,6 1 0,-7 14 0,5 5 0,-2 10-190,-4 5 0,-2 8 0,-2-4 0,0 2-332,0 0 0,2-1 0,2 3 0,1-4-360,-1-2 1,-2-2-1,-2-5-1670,0-1 2229,0 1 0,8-1 0,2 1 0</inkml:trace>
  <inkml:trace contextRef="#ctx0" brushRef="#br0" timeOffset="4766">367 2969 7767,'-6'-18'0,"-2"1"667,-1 0 735,5-1-1011,-4 1 0,8 9 1,0 8-1,2 11-51,4 11 0,-4 1 1,3 10-1,-3 4-160,-2 0 1,0 7 0,0 1 0,0 2-173,0-1 1,0-1 0,0 3 0,0-1-356,0 1 0,0-5 1,0-2-1,0-6-882,0-6 1,0 2 354,0-8 1,0-9 0,0-14-264,0-10 1137,0-5 0,0-11 0,0-1 0</inkml:trace>
  <inkml:trace contextRef="#ctx0" brushRef="#br0" timeOffset="5115">349 2951 7727,'-7'-9'299,"5"-1"1,-6 6 1415,0-2-966,6 1 0,-4 5-478,12 0 1,4 0 0,7 0 0,1 0-75,-1 0 1,1 0 0,-1 0 0,1 0-117,-1 0 0,3 0 0,1 0 0,2 0-90,-1 0 1,-3-2 0,-2-2 0,1-2-63,-1 2 0,1-4 0,-1 2 0,1 3 40,-1 1 1,-5 2-1,-1 0 65,3 0 0,-6 2 0,0 1 0,-3 5 120,1 2 0,0 2 0,-6 5 0,0 2-116,0 5 1,0-5-1,0 6 1,0 1-200,0 3 0,0-2 0,-2 0 0,-2 0-339,-2 0 1,1 2 0,3 4 0,-2-2-242,-2-1 0,-2-1 0,4 4 0,-3-2 741,-3-2 0,-2 8 0,-5 7 0</inkml:trace>
  <inkml:trace contextRef="#ctx0" brushRef="#br0" timeOffset="5349">402 3755 8346,'-18'10'617,"1"3"0,1-5 412,5 2 1,5-7-467,12 3 1,5-4-1,11-2 1,3 0-376,2 0 1,2-8 0,6-1-1,-2-3-491,-4 0 0,8 1 0,-6-7 0,0 1-71,2-1 0,0-1 0,2-2 1,0-5-2337,0-1 2710,0 6 0,8-12 0,1 6 0</inkml:trace>
  <inkml:trace contextRef="#ctx0" brushRef="#br0" timeOffset="5801">1135 3091 8051,'-11'6'311,"-1"0"1,8 2-1,-2-3 1,4 7 152,2 4 1,-5 1-1,-1 1 1,2 1-243,2 4 0,4 4 1,2 8-1,2-2-115,-3-4 0,-1 4 0,0-4 0,2 4-176,2 2 0,0-7 0,-6-5 0,0-4-1126,0-1 1,0-1-6,0 1 1200,0-9 0,0-1 0</inkml:trace>
  <inkml:trace contextRef="#ctx0" brushRef="#br0" timeOffset="6103">1153 3091 7583,'0'-10'1311,"2"-3"0,4 7 0,7 2-924,8 2 1,-1 2 0,3 0-1,-2 0-183,3 0 0,-5 0 1,4 0-1,-3 2-93,-3 4 1,-5-2 0,-2 8-1,-3 1-100,-3 3 0,-2 1 0,-2 3 1,-2 1 8,-4 2 1,-3 0-1,-9-3 1,-1 1-769,-4 2 1,1-1-1,-5-11 1,2-3-54,4 0 0,-5-6 1,3 4-1,2-6-683,1-6 1484,3-4 0,-1-23 0,1-4 0</inkml:trace>
  <inkml:trace contextRef="#ctx0" brushRef="#br0" timeOffset="6699">1659 3056 7746,'-2'-11'48,"-4"-1"1,5 6 708,-5-5 0,2 7-512,-2-2 0,-2 6 0,-5 6 0,3 5-1,2 5 0,-3 3 1,3 4-1,-2 7-62,-4 3 0,7 2 0,-1-3 0,2 0-157,0-3 0,0-2 0,6 2 1,0-6-131,0-3 1,6-9 0,2-1 0,2-2-4,3-4 1,3-10 0,1-6-1,-1-5 44,-4-7 1,3 3 0,-5-6 0,1 0 16,1 0 1,-8 3 0,2-3 0,-4 0-23,-2 0 0,0 5 1,-2-3-1,-2 2-167,-2 0 0,-8-1 1,3 5-1,-3-2-176,3-3 0,-5 1 0,6 6 0,-1 1-396,-1 4 1,8-3 807,-2 3 0,4-3 0,2 5 0,0 2 0</inkml:trace>
  <inkml:trace contextRef="#ctx0" brushRef="#br0" timeOffset="6949">1939 2550 7746,'-2'-10'1785,"-4"4"0,2 4-1254,-8 2 0,1 8 1,-5 6-1,3 7-215,1 8 0,6 4 0,-4 4 0,1 4-178,-1 5 1,6 11 0,-2 3 0,4 0-528,2 0 0,0 4 0,0-8 1,0-5-440,0-9 1,0-5 0,0-4 0,2-5-636,4-11 0,-2-7 278,8-10 1185,-8 0 0,11-16 0,-5-3 0</inkml:trace>
  <inkml:trace contextRef="#ctx0" brushRef="#br0" timeOffset="7316">1991 3056 7903,'-17'18'0,"5"-1"0,2 1 0,1 1 674,-1 4 0,6-3 0,-2 3-189,4-4 0,4-3-399,4-4 0,-2-5 0,7-7-123,3 0 0,2-2 0,-1-3 1,-1-9 22,-3-7 0,1 1 0,5-5 0,-1 2 107,-4-1 1,3 1 0,-5 6 0,1-1 318,1 1 1,-6-1 100,6 1 0,-7 1 0,5 7-122,-2 9 0,-2 9 0,-8 15 0,-2 7-361,-2 7 1,-6 9 0,5 9-1,-1 4-283,0 3 1,-4-1 0,5 4 0,-1-4 103,0-2 1,-3-10 0,3-11 0,0-8-325,0-8 473,-5-3 0,3-3 0,-8 1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54.6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68 612 7803,'8'-10'795,"-6"2"1,6 12-1,-8 6 1,0 7-445,0 3 0,-6 7 0,0 2 0,2 4-209,2 2 0,2 6 1,0 2-1,0-1-281,0 1 1,0 5 0,0-3 0,0 0-367,0-5 1,0-3 0,0-4 0,0-4-641,0-5 1,0-11 1144,0-1 0,0-16 0,0 2 0</inkml:trace>
  <inkml:trace contextRef="#ctx0" brushRef="#br0" timeOffset="485">33 525 7768,'-6'11'0,"-1"-1"452,-3-2 0,6-1 283,-2-1 0,6-4 1,8 4-337,10-4 1,-1 4-1,6 0 1,-1-3-107,1-1 0,-2-2 1,8 0-1,0 0-185,-1 0 0,-1 0 0,-4 0 0,4 0-211,0 0 1,4 0 0,-7 0-1,-1 0-32,2 0 1,-5 2 0,3 2 0,-4 2-133,-1-2 0,-1 4 1,-1-1-1,-3 1-334,-1 0 0,-8 0-199,2-2 770,-4-4 248,-2 5 1,-2-7 218,-4 0 1,4 2 0,-6 2 4,0 2 1,7 8-1,-7-3-113,0 5 1,6 3 0,-4 2 0,2 5-140,-1 1 0,3 2 0,-4 6 0,4 0-196,2 0 1,0 0-1,0 0 1,0-1-404,0 1 1,0 0 0,0-2 0,0-2-374,0-2 0,0-5 0,0 3 0,0-2-1673,0-3 2455,-8-3 0,-2-2 0,-7 1 0</inkml:trace>
  <inkml:trace contextRef="#ctx0" brushRef="#br0" timeOffset="717">103 1398 7817,'-8'9'1679,"8"5"-1199,0-8 0,8 0 0,12-6 1,1 0-299,2 0 1,10-2 0,0-4 0,6-6-332,0-3 0,0 3 0,-1 0 1,5-1-203,2-3 1,-1-1 0,3-1 0,-6-1-1829,-4-4 2179,-3 3 0,9-5 0,2 8 0</inkml:trace>
  <inkml:trace contextRef="#ctx0" brushRef="#br0" timeOffset="1316">1186 821 7803,'0'-11'0,"0"-1"25,0-1 1,0-3 334,0-1 1,0-1-42,0 1 1,-2 7-1,-4 2-36,-5 0 1,1 7-1,-2-5-151,-1 4 1,3 4 0,-2 2 0,1 3-187,1 3 0,-6 2 0,7 7 1,-3 2-9,0 3 1,7 5 0,-5-4 0,2 0 33,4 0 0,2 5 1,2-7-1,0-2-138,0-1 0,0-3 1,0 1 5,0-1 0,8-7 142,4-4 1,3-6 0,3-6 12,-1-6 1,-5 2-1,-2-1 1,-1-1-15,1 2 0,-4-3 280,5 7 0,-5 0 0,4 8 1,-2 4 85,-4 6 1,-3 5 0,-1 6 0,0 6-191,0 4 0,0 2 0,-1 0 0,-3 0-262,-2 0 1,-8 6-1,5 0 1,-3-4-319,0-6 1,3 0 0,-5-10 0,2-4-684,-1-3 1,5-12-640,2-2 1745,4-16 0,-6-11 0,-1-8 0</inkml:trace>
  <inkml:trace contextRef="#ctx0" brushRef="#br0" timeOffset="1684">1396 699 7894,'0'25'0,"0"5"215,0 3 0,0-4 1,0-2-1,0 0 80,0 0 0,0-4 0,1 5 0,3-3 61,2-4 1,2-1 0,-4-3-186,2 0 61,-1-7-283,-5-2 0,0-16 0,0-3 51,0-5 0,0-1 1,0-3-1,0-1 15,0-2 1,0-3 0,0 3 0,0-4-25,0 0 1,0-6 0,0 6 0,0-3-2,0 1 1,0 8 0,2-2 0,2 3-12,2 3 0,6-1 0,-4 3 1,-1 1-22,1 3 1,6 7 0,-3-2-140,5 4 0,-5 4 0,1 2 1,2 4-160,1 1 0,-3 3 1,-1 5-1,3-1-817,2-4 1,1 3 1156,0-3 0,1 3 0,-1 3 0</inkml:trace>
  <inkml:trace contextRef="#ctx0" brushRef="#br0" timeOffset="1933">1902 717 7775,'-6'11'48,"-2"-1"0,-1 0 375,-5-1 0,4-3 0,-1 6-103,-3 1 0,4 3 0,1 1 1,1 1 28,4-1 1,2 1 0,2 1 0,0 3-238,0 1 1,2 6 0,2-6 0,4 1-204,1 1 0,1-6 0,4 4 1,-3-5-108,3-6 1,-4-5-644,1-7 0,1-2 1,5-5 230,1-11 1,-6-1-1,-3-8 1,1-1 609,0 1 0,1-2 0,7-6 0</inkml:trace>
  <inkml:trace contextRef="#ctx0" brushRef="#br0" timeOffset="2348">2129 1 7775,'-15'19'113,"3"4"1,-4-1 0,7 7 0,-3 4 312,0 6 1,8-1 0,-1 9 0,3 3-20,2 7 1,2-1 0,2 6 0,3-2-129,3-4 0,2-3 0,3-5 0,-1-3-163,-3-2 1,-5-3 0,6-7 0,-1-3-235,-1-7 0,0-4-361,-4-1 1,-4-11 194,3-7 0,-3-1 0,-2-11 0,0-2 47,0-1 0,0-3 1,0 1-1,0-1 57,0 1 1,0-6 0,0-1 0,-2 3-14,-3 2 0,1 1 1,-8 1 116,-1-1 1,-3 3 0,-1 3 191,-1 6 1,6 4-1,1 4 1,-1 4-100,2 6 1,-3 3 0,5 5-1,0 3 256,1 6 0,-1 4 0,4 2 0,-2 0 43,2 0 1,2-6 0,2 0 0,2 0-231,4-2 1,-2-2-1,8-7 1,1-3-281,3-3 1,1-4-1,1-10-268,-1-4 0,1-4 0,-1-7 0,0-1-1203,1 1 1665,-1-8 0,1-2 0,-1-8 0</inkml:trace>
  <inkml:trace contextRef="#ctx0" brushRef="#br0" timeOffset="2531">1815 490 8328,'-18'17'426,"1"1"1,1-1 0,7-1-403,9-5 0,7-3 0,11-8 0,1-2-24,4-4 0,-3-4 0,5-7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04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34 423 8195,'0'20'1212,"0"1"-874,0 2 0,0 10 0,0 2 1,0 10-19,0 5 0,6 16 1,-1 8-1,-1 7-148,-2 9 1,4 3 0,0 0 0,-2 4-255,-2 0 1,4 2-1,1-14 1,1-11-252,0-12 1,-2-9 0,-4-7 0,2-7-471,1-8 0,1-6-148,-6-7 0,2-9 316,4-3 0,-2-10 635,7-2 0,1-15 0,6 2 0</inkml:trace>
  <inkml:trace contextRef="#ctx0" brushRef="#br0" timeOffset="550">51 580 7858,'-17'0'323,"-1"0"1,9-2 615,3-3 1,6 1-645,6-8 1,5 2 0,11-3 0,1 3-219,-2 2 0,-1-3 0,-3 3 1,3 0-62,3 0 0,-4 1 0,5 3 0,-5-2-273,-2 2 0,1-4 0,-1 2 0,1 1-362,-1-3 1,1 6-1,-1-4-959,1 4 1468,-1-6 0,-1 8 194,-5 0 0,-9 2 0,-10 10 0,1 3 322,-1 7 0,-4 5 0,6 8 1,1 2 50,-3 4 0,6 5 0,-4 12 0,4 6-92,2 4 0,0 8 0,0 0 0,0-3-84,0-1 0,6 0 0,2 0 0,1-4-479,5-12 0,2-4 1,-1-11-1,-1-2-367,-3-2 0,-5-10 0,4-4-363,-2-3 0,-3-3 0,-5 1 140,0-1 0,-1-7 788,-5-4 0,-4 11 0,-7 2 0</inkml:trace>
  <inkml:trace contextRef="#ctx0" brushRef="#br0" timeOffset="816">104 2082 7865,'-12'10'0,"2"-2"344,3-1 249,1-5 0,15 4 1,7-12-1,7-3-433,4-1 1,1-6 0,3 5 0,-2-5-316,2-1 1,-4-1 0,2 1 0,2-1-442,2 1 1,0 0 0,-2-1 0,-2 1 595,2-1 0,2-7 0,2-2 0</inkml:trace>
  <inkml:trace contextRef="#ctx0" brushRef="#br0" timeOffset="1337">802 1052 7862,'-17'17'116,"-1"-5"0,3 2 0,1 3 329,3 4 0,7 8 0,-2-3 0,2 3 44,-2 8 1,4-2 0,-4 7 0,4-1-294,2 0 1,0 0 0,0-7-1,2 3-213,4 4 0,-4-10 0,4 2 0,-4-6-208,-2-5 1,0-3-1,0-2-1055,0 1 594,0-8 0,6-5 442,0-10 1,-1-5 0,-5-8 0,0 1 281,0 0 1,0-1-1,0-1 1,0-5 125,0-5 0,0-4 1,0-2-1,0-2-19,0-3 1,0-5 0,0-7 0,0-1-8,0 1 0,0 0 0,0-1 0,2 1 155,4-1 0,-2 11 0,6 5 0,-1 8 179,1 3 1,2 9 0,5 7-112,1 3 0,-1 14 0,-1 13 0,-3 3-219,-1 2 0,-2 6 0,1-4 0,-5 3-389,-4-1 1,4 0 0,0 4 0,-2-2-238,-2-2 0,-2-8 0,-2 3 0,-2-5-230,-2-2 1,0-5-1,4-2-429,-4-2 0,2-3 1143,-7-5 0,7-7 0,-4-3 0</inkml:trace>
  <inkml:trace contextRef="#ctx0" brushRef="#br0" timeOffset="1899">1029 860 7862,'-9'17'107,"-1"1"1,6-1 0,-2 3 528,2 3 1,2-2-1,2 8 1,0 2-99,0 2 0,2-4 1,2-1-1,4-1-293,2 0 0,-6 0 0,3 2 0,-1-6 17,0-3 1,0-3-1,-4-1 73,4-5-859,-5 5 0,7-16 180,-8 0 0,0-2 0,0-10 0,0-1 258,0-3 0,0-1 1,0-3-1,0-1-1,0-2 0,0-6 0,0 3 0,0-1-45,0-4 0,2 4 0,2 0 0,2 0 183,-2 0 1,4 5 0,-3-1-1,-1 4 139,-2 1 1,4 6 0,2 3 80,1 1 1,-3 2-1,6 6 1,0 2 26,-3 4 0,7-2 0,-5 7 1,5 3-72,1 2 1,7-5 0,-1-1-1,-2-2-250,-1-4 0,-3-2 0,1-2 0,-1 0 54,1 0 0,-1 0 1,1 0-1,-3-2-451,-3-4 0,1 2 1,-7-8 106,-2-1 0,-2-3 0,-2-1 194,0-1 0,-8 8 0,-3 5 1,-5 3-14,-1 2 0,-1 2 0,-1 3 0,-3 7 44,-1 4 0,0 1 1,5 3-1,1 1-36,-1 2 0,3 0 0,1-5 0,5 1-158,1 5 0,2-5 0,6 4 0,0-3-344,0-3 1,10-5 0,5-3-1,8-1 626,5-4 0,1-2 0,6-2 0</inkml:trace>
  <inkml:trace contextRef="#ctx0" brushRef="#br0" timeOffset="2219">1728 772 7862,'-18'0'109,"1"0"0,-1 0 1,1 2-1,0 2 204,-1 2 1,6 8-1,1-5 1,-1 3 14,2 0 0,3-1 0,5 5 1,-2-3-162,-2-1 0,0 0 0,8 5 95,4 1 0,-4-7 0,6 1 41,-1 1 1,3 3-1,8 1-128,-1 1 1,-5-1 0,-3 1-153,-1-1 1,-2 1 0,-6-1 0,0 1-64,0-1 0,-6 1 0,-2-1 1,-1 2-66,-5 5 1,-1-7 0,-3 3-1,1-7-920,-1 1 1,1-4 0,-1-1-122,1-1 0,-1-4 0,3-10 1146,3-6 0,4-11 0,8-4 0</inkml:trace>
  <inkml:trace contextRef="#ctx0" brushRef="#br0" timeOffset="2583">1588 947 7862,'0'18'1018,"0"-1"0,0 0 0,2-1-720,4-4 1,-2-3-1,7-5 1,3 2-247,2-2 1,1-2-1,0-2 1,1 0 80,-1 0 0,1 0 1,-1-2-126,1-4 0,-1-4 0,1-7 1,-1-3-544,1-3 1,-1 4 0,1-6 0,-1 1 193,1 1 1,-7-6 0,-1 4 0,-2-1 44,-4 1 1,-1 2 0,1 5 0,2 1 193,-2 0 1,-4 7-1,-4 2 1,-4 2 177,-1 0 0,3 3 0,-6 8 1,1 7 177,1 4 0,-4 1 1,6 0-1,1 1-132,-1-1 1,2 7 0,6-1-1,0 0-105,0 2 0,0-5 0,0 3 0,0-3-232,0-3 0,2 1 1,4-1-1,6-2-125,3-3 0,3-4 0,1-8 1,2 0 58,3 0 0,1-2 0,-4-4 0,2-6 281,-1-3 0,5-10 0,0-2 0</inkml:trace>
  <inkml:trace contextRef="#ctx0" brushRef="#br0" timeOffset="3181">2199 650 8174,'-15'2'530,"3"4"1,-1 4-1,7 9 1,0 2-22,-2 3 1,6 7 0,-4 0 0,5 6-283,1 3 0,0 1 0,0-6 0,0 0-108,0 0 0,0-2 1,0-4-1,0-6-366,0-3-125,7-11 1,1-3-1,6-12 111,-3-5 1,-5-5 0,4-1-1,-2-1 67,-5 1 1,5-6-1,0-1 1,0 1 68,0-2 1,3 5 0,-5-3 0,0 4 60,2 1 1,-6 1-1,5 1 1,-1 3 1390,0 1-1056,0 8 1,-6-2-1,0 12 1,0 6-22,0 3 0,0 9 0,0 1 1,0 0-155,0 0 0,2 4 0,2-5 1,3-1-97,3 2 0,2-4 0,5 7 0,1-5-202,-1-8 1,1 1 0,-1-10-1,0-2 120,1-2 1,1-4 0,3-4-1,1-6-530,-2-3 0,-3-11 1,-5-1-1,-1-2 222,2 0 0,-7 0 1,1-6-1,-2-2 148,0-4 1,0 3 0,-6-11 0,0-5-53,0-8 1,0-14 0,0-6-1,0-3 294,0-2 0,5 7 0,3 5 0,0 7 62,0 9 0,-3 23 1,-5 22-50,0 10 0,0 10 1,-1 17-1,-5 6 583,-6 4 1,4 10 0,1 4 0,1 3 135,0 2 1,0-5 0,6 0 0,0 1-476,0 3 0,0 7 0,0 2 1,0 0-378,0 0 1,0 4 0,0-4 0,0-1-756,0-5 1,6-6 0,0-15-305,-2-3 0,-2-9 1179,-2-15 0,0-8 0,0-16 0</inkml:trace>
  <inkml:trace contextRef="#ctx0" brushRef="#br0" timeOffset="3382">2252 615 7862,'2'-17'884,"4"-1"0,3 7 0,11 1 0,3 2-480,6 4 1,4 2 0,2 2-1,0 0-372,0 0 1,0 0-1,0 2 1,-2 4-365,-4 6 1,-4 9 0,-9 4 0,-5 3 331,-5 3 0,-4 9 0,-2 5 0</inkml:trace>
  <inkml:trace contextRef="#ctx0" brushRef="#br0" timeOffset="4031">313 2693 7928,'-17'0'27,"5"0"0,2 2 182,3 4 1,-1-2 0,4 8 0,-2 1 131,2 3 0,2 7 0,2 2 0,0 3-137,0 3 1,0 2-1,0 2 1,0-1-158,0 1 0,2 0 1,2 0-1,4 0-259,2 0 1,-6-8 0,3-3-1,-1-5-744,0-2 0,2-7 364,-2-4 0,-3-4 0,7-4 592,-2-4 0,5-11 0,-3-11 0</inkml:trace>
  <inkml:trace contextRef="#ctx0" brushRef="#br0" timeOffset="4402">191 2624 7928,'-16'11'-48,"5"1"0,3-6 678,8 5 1,2-7-1,4 4 1,6-2-256,3 0 1,2-1 0,1-5-214,-1 0 0,1 0 0,1 0 0,3 0-52,1 0 1,0-1-1,-5-3 1,-1-4-116,1-2 0,-3 4 0,-1-5 0,-3-1-27,3 2 1,1-3-1,1 5-156,-4-2 0,3 6 305,-3-1 0,-4 10 0,-3 7 0,-3 6-1,-2 5 1,0-2 0,0 8 0,0 2 121,0 2 1,0 8 0,2 0 0,2-2-461,2-2 0,2-5 0,-4 0 1,1-5-165,-1-2 1,4-2-1,-2-5 1,-2-1-812,-2 1 1,4-1 1196,-1 1 0,-7-1 0,-7 0 0</inkml:trace>
  <inkml:trace contextRef="#ctx0" brushRef="#br0" timeOffset="4633">296 3322 8046,'2'10'895,"4"-4"1,5-4-373,5-2 1,9 0 0,2-2 0,2-2-507,0-2 0,0-8 1,6 3-1,0-5-75,0-1 0,-6-1 0,0 1 0,1-1-554,-3 1 1,6-1-1,-4 1 1,2 0-1920,-2-1 2531,4 1 0,-6-1 0,8 1 0</inkml:trace>
  <inkml:trace contextRef="#ctx0" brushRef="#br0" timeOffset="5549">1326 2624 7812,'10'-8'1488,"3"4"-1018,-7-8 0,0 7 0,-8-5-119,-4 2 1,2 2-1,-7 6-190,-3 0 0,-1 2 0,-3 4 0,-1 4-130,-4-1 1,3 7 0,-3-4 0,3 5-199,3 6 0,0-3 0,-1 5 0,3-2 6,3 1 0,-2 1 0,9-4-125,1 2 1,2 1-1,4-9 172,3-3 0,5-4 1,8-8-1,-1 0 62,1 0 1,-1-8 0,2-4-1,3-3 11,1-3 0,0 1 0,-5-1 0,-1-1 62,1-4 0,-1 5 1,1-1-1,-3 5 193,-3 1 0,-2 3 55,-5-2 0,-3 10 1,2 2-1,-6 10-76,-4 5 1,-5 5 0,3 3 0,0 4-141,0 0 1,1 5 0,3-9 0,-2 0-211,2 2 0,2-5 0,2 3 0,0-4-851,0-1 0,8-8 0,4-5 466,3-3 0,-3-7 0,-1-5 0,3-4 542,2-5 0,-1-4 0,-1 1 0,-3-3 0,3-2 0,-4 4 0,-1-7 0,1-1 0,0-2 0,-6-2 0,3 1 0,-1-1 0,0 0 0,6-8 0,-7-4 0,1-1-23,2 1 1,-6-1-1,6 7 1,-2 2 313,-1 2 1,1 16 165,-6 4 0,0 13 0,0 4 0,0 11 57,0 11 1,0 3-1,0 6 1,-2 0-126,-4 6 1,4-2 0,-3 8-1,3-3-174,2 1 0,-2 2 0,-2-4 0,-2 1-219,2-1 1,2-2-1,2-2 1,0 0-57,0 0 1,0-2-1,0-4 1,0-6-165,0-3 0,0-9-42,0 1 0,0-10 0,0-2 101,0-10 1,2-5 0,2-3 0,4 1 106,2-1 0,-5 1 0,7-1 0,0 1 63,-3-1 1,5 1 0,-6 1-1,-1 3 584,1 1 17,6 8 0,-5-2-305,9 12 0,-8 6 1,-5 9-1,-3 4-178,-2 3 0,0-5 0,0 6 0,0 2-415,0 2 0,-2 0 0,-3-2 0,-7-4-450,-4-2 0,5 3 1,-1-9-1,1-4-1618,1 1 2360,-6-8 0,14-8 0,-5-10 0</inkml:trace>
  <inkml:trace contextRef="#ctx0" brushRef="#br0" timeOffset="5964">2025 2519 8174,'-10'2'1887,"4"4"1,-3 3-1485,-3 9 1,4-7 0,0 1-168,1 2 0,-1 1 1,-6 3-1,3-1-128,-3 1 1,4-1 0,-1 2 0,-3 3-81,-1 1 0,-1 0 1,2-3-1,3 1-143,-3 2 0,6 1 0,1-9 0,1-1-161,0-3 0,0 1 147,6 6 1,8-9 0,4-3 0,3-4 177,3-2 1,-1-2 0,1-2 0,-1-2 31,1 2 1,5 3 0,0 1 0,-2 0 62,-1 0 1,-3 0 0,1 0-203,-1 0 1,-7 1-1,-4 5-140,-4 6 0,-4 0 0,-4 1 0,-6 3-508,-3-3 1,-3 1 0,1 3 0,-1-1-210,1-5 0,-1 3 1,1-8 914,0-2 0,-1-2 0,1-2 0</inkml:trace>
  <inkml:trace contextRef="#ctx0" brushRef="#br0" timeOffset="6734">2042 2816 9507,'18'0'1184,"-1"0"1,1-2-911,-1-4 1,1 2 0,-1-8 0,2-1-219,5-3 0,-5-3 1,6-2-1,-1-3-5,-1 3 1,0 0 0,-5-1-1,-3-1-218,-3 2 1,1 1 0,-7 3 0,-2-1-236,-2 1 1,-4 7 282,-4 4 0,-3 12 0,-11 6 0,-1 3 23,-2 3 1,-1 1-1,7 3 1,-1 3 63,1 2 1,-1-4-1,3 4 1,1 1 59,3-1 1,5-4-1,-4 4 1,2 0-118,4 0 0,3-5 1,2 1-1,5-3-164,6-3 0,5-2 0,5-3 1,1-6-50,-2-4 1,5-2 0,-1-2 0,2-6-112,4-9 1,2-1 0,0-7 0,-2 0 168,-2-4 1,0-4 0,4-2 0,-2 2 243,-2 4 0,-5-4 0,3 4 0,-2-4 0,-4-2 0,-1 6 0,-5 1 409,-3 3 70,-4 2 0,-16 15 0,-2 8 0,-1 10 18,-1 5 0,0 3 1,-3 1-1,1 3-114,3 1 0,-1 6 0,-5-4 0,1 2-87,4 4 1,-1-3 0,7-1 0,0 0-178,-2 0 1,6 0 0,-3 2 0,3-5-101,2-5 1,0-1 0,0-1-111,0 0 1,2-7-1,3-4-198,7-4 0,-2-10 1,1-4-1,3-5 39,2-6 0,-5 1 0,1-5 0,1 0 102,3 0 1,-1 0-1,-1-4 1,-2 2 67,1-2 1,1 5-1,-1 3 1,-3 4 138,-2 1 0,4 1 0,-5 1 727,3 5-506,-6 3 0,4 16 0,-8 3 0,0 7-20,0 5 1,0-2-1,0 6 1,2 1-114,3-1 0,-3-6 0,6 4 0,-2-1-196,0-1 0,5 6 0,-3-8 0,2-3-178,3-5 1,3-3 0,1 2 0,1-6-159,-1-4 1,1-4-1,1-4 1,3-6-190,1-3 1,2-11 0,-4-1 0,3-2 92,-3 0 0,-2 0 0,-1-6 1,1 0 176,5 0 0,-5-2 0,2-2 304,-7-1 0,9-17 0,-3 3 0</inkml:trace>
  <inkml:trace contextRef="#ctx0" brushRef="#br0" timeOffset="6932">3300 1960 7857,'0'-17'215,"-8"7"0,-4 4 261,-3 4 0,3 10 1,0 5-1,-1 9-89,-3 7 0,-1 12 0,-1 5 0,1 7 52,-1 5 1,1 4-1,1 8 1,3 0-243,1-1 1,8 1 0,-1 0 0,3-2-379,2-4 0,2-6 0,3-11 1,7-4-34,4-1 0,-5-15 1,1-3-643,1-15 0,-3-7 1,0-4-258,-2-3 1113,-3-5 0,3-15 0,2-2 0</inkml:trace>
  <inkml:trace contextRef="#ctx0" brushRef="#br0" timeOffset="7133">2881 2432 8113,'-18'0'2266,"10"-2"-1625,8-4 0,10 4 1,13-6-1,6 0-195,4-3 0,8-5 1,2 1-1,1 1-316,5 2 1,-4 1 0,1-7 0,1 1 12,-3-1 0,1 1 0,-6-1 0,2 1-1202,-3-1 1,-1 7 0,-4-1 1058,-4-1 0,4-3 0,-6-1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28.4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123 588 7241,'2'-10'1199,"4"4"-508,-4-3 0,6 9 0,-10 0-239,-4 9 0,4 9 1,-6 3-1,2 5-140,1 1 0,-7 2 0,4 6 0,0 2-177,1 3 1,-7-3-1,4 6 1,1-2-252,3-1 1,-2 1-1,0-6 1,1-2-958,-1-4 1,2-4 0,6-7 112,0-1 1,2-1 0,4-6-348,5-10 1307,-3-8 0,8-10 0,-7 1 0</inkml:trace>
  <inkml:trace contextRef="#ctx0" brushRef="#br0" timeOffset="316">88 605 7888,'-9'-1'1315,"3"-5"-775,-4 4 1,10-6 0,0 8 0,10 0-28,5 0 1,3 0-1,1 0 1,2 0-126,3 0 1,5 0-1,-6 2 1,-1 2-226,-3 2 0,-7 5 0,-1-3 1,1 2-128,-2 3 0,-3 3 1,-7 1-200,0 1 0,-2 3 0,-2-1 0,-3-5-291,-3 1 0,-2-1 0,-5 1 0,-1-3-575,1-1 1,0-8 169,-1 2 1,8-6 0,5-6 368,3-6 0,2-3 0,2-5 0,3-1 490,7-2 0,4-9 0,1 5 0,0-8 0</inkml:trace>
  <inkml:trace contextRef="#ctx0" brushRef="#br0" timeOffset="566">525 82 7888,'0'-12'285,"0"0"1,0-1 264,0-3 0,0 5 0,-2 1-49,-4 2 0,4 10 0,-6 10 0,3 5 16,-1 6 0,-2 5 0,4 8 0,-2 3-226,2 2 0,1 6 1,-1-5-1,-2 3-205,2 3 1,2 3 0,2 1 0,0-1-315,0-5 0,0 3 0,0-7 0,0 1-389,0 0 1,6-10 0,0-10 0,-1-3-823,3-3 0,-4-7 811,8-5 0,-6-3 0,3-4-19,-1-3 0,-2-5 647,-6-7 0,8-1 0,1 1 0</inkml:trace>
  <inkml:trace contextRef="#ctx0" brushRef="#br0" timeOffset="783">263 361 7979,'-8'10'1343,"8"-3"1,0-7-896,10 0 0,5 0 0,5 0 0,3 0-202,6 0 1,4 0 0,0 0 0,-2 0-35,-2 0 1,0 0-1,6 0 1,-2 0-178,-4 0 0,2 0 1,-7 0-1,-3 2-603,-1 4 568,5-4 0,-6 14 0,6-7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30.413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629 16 7665,'-10'-1'1092,"5"-5"1,1 4-302,-2-4 0,4 12 0,-6 7-324,0 9 1,5-1 0,-7 10-1,0 6-186,0 8 1,1 1-1,-5 5 1,4 5-208,3 4 1,-7-2-1,4 2 1,1-3-409,3-7 1,-2-9-1,2 0 1,2-6-2382,2-6 1961,2-4 0,8-15 1,4-7-1,3-6-106,3-9 1,-1-4 859,1-1 0,-1-8 0,1-2 0</inkml:trace>
  <inkml:trace contextRef="#ctx0" brushRef="#br0" timeOffset="399">804 418 7882,'-24'29'486,"1"-2"0,4 1-402,5-1 0,1-4 0,7 4 0,2-2 218,2-3 1,2 3 0,0-2 145,0-1 1,0-9-313,0-1 1,2-10-160,4-2 0,2-2 0,5-10 0,-1 1-30,1 1 1,1-6 0,-1 3 0,-1-7 17,2-3 1,1 0-1,3 3 1,-3-1 41,-3-2 1,3-1 0,-3 7-1,2 0 217,-3-1 1,3 1 0,-6 1 0,-1 3 249,1 1 0,-2 10 1,-6 2-200,0 10 1,0 5 0,0 5 0,0 3-261,0 6 1,0 2 0,0 0 0,0-2-525,0 2 0,0-6 0,0-1 0,0-5-627,0-1 0,2-3 1,4-3 1135,5-6 0,5 3 0,1 1 0</inkml:trace>
  <inkml:trace contextRef="#ctx0" brushRef="#br0" timeOffset="964">612 1431 7987,'-12'23'0,"0"3"55,-1 1 0,3 2 0,0 8 0,1 2 548,-1 1 1,4 9-1,-4-3 1,3 5-345,3 1 0,0-5 0,0-3 0,-2-1-218,2-4 1,-3-2-1,1-2 1,2-2-230,2-4 0,2-10 1,0-7-1245,0 1 740,0-5 0,2-8 1,2-11 132,2-5 1,5-1 0,-3-3 558,2-3 0,-6 3 0,3-5 0</inkml:trace>
  <inkml:trace contextRef="#ctx0" brushRef="#br0" timeOffset="1234">559 1553 8012,'-7'-9'2738,"5"1"-2303,-6 8 1,16 2-1,1 4 1,3 5-51,0 5 0,-3-3 0,5 3 0,-4 3-52,-3 1 1,5-1 0,-4-1-1,-1-1-147,1 1 0,-2-1 0,-6 0 0,0 1-207,0-1 0,0 1 1,0-1-1,-2 1-440,-4-1 1,2 1 0,-7-3-697,-3-3 0,-1 1 361,-3-7 0,8-2 0,5-10 0,3-5 107,2-5 1,0-1 0,0-3 688,0-3 0,7-4 0,3-8 0</inkml:trace>
  <inkml:trace contextRef="#ctx0" brushRef="#br0" timeOffset="1566">891 1483 7902,'-17'6'0,"-1"2"78,1 2 1,-1 3 0,3 9 0,1 3 296,2 2 0,9 2 1,-3 6-1,4 0-33,2 0 1,0 0-1,0 0 1,2-2-172,4-4 0,3-4 0,9-7 0,-1-3-51,1-3 1,-1-4 0,3-8 0,1 0-83,2 0 0,0-8 0,-5-4 0,-1-5-91,1-7 0,-1 3 0,-1-6 0,-3 0-90,-1 0 1,-8 5 0,2-3 0,-4 2 47,-2-1 1,0-1 0,-2 4 0,-4-2-47,-6 1 1,-3 1-1,-3 0 1,-1-3-160,-4 3 1,3-4 0,-5 1-1,2 1-102,-1-2 0,1 5 1,6-3-1,-1 4-114,1 1 0,1 1 0,5-1 516,5 1 0,4 7 0,10-5 0,1 5 0</inkml:trace>
  <inkml:trace contextRef="#ctx0" brushRef="#br0" timeOffset="1801">1171 890 7841,'-2'-16'493,"-4"5"0,4 11 0,-4 13 0,2 8 36,-2 9 0,4 4 0,-3 7 1,3 8-212,2 7 0,0 6 1,0 10-1,0 2-240,0 1 1,0 1 0,0-8 0,0-6-309,0-10 1,2-1 0,1-12 0,5-6-429,2-8 1,-4-8 0,5-5-101,3-6 1,1-12 0,3-6 335,-1-3 1,-5-3 0,-2 1 421,-3-1 0,15-7 0,-3-2 0</inkml:trace>
  <inkml:trace contextRef="#ctx0" brushRef="#br0" timeOffset="2166">1275 1658 7833,'0'18'-192,"0"1"0,0 2 74,0 3 1,0-1 0,0-6 400,0 1 0,8-8-41,4-5 1,3-3 0,3-2 0,-1-2 3,1-3 0,-7-5 0,1-8 0,1 1 27,3-1 0,1-1 1,1-2-1,-1-3 26,1 3 1,-6 7 0,-1 3 628,3-3-721,1 6 0,-5 8 1,-4 14-1,-6 7-140,-6 9 0,2 12 0,-8 9 0,-1 9-355,-3 8 1,1-2-1,1 11 1,3 1-417,-3 3 1,-2-1-1,-1 0 1,0-5 164,-1-7 0,1-8 1,-1-13-1,1-8-767,-1-8 1306,1-6 0,-1-8 0,1 1 0</inkml:trace>
  <inkml:trace contextRef="#ctx0" brushRef="#br0" timeOffset="2649">542 2863 7924,'0'-17'313,"-8"-1"201,-4 1 0,3 7-170,-3 4 1,0 4-1,-3 4-77,3 4 0,-3 4 1,5 9-1,-2 2-2,1 3 1,-1 9-1,-3 0 1,1 8-4,2 3 0,3 1 0,-5 3 0,4-1-121,3 1 1,-5-3-1,6 0 1,2-3-100,2-3 0,-4-4 1,1-6-1,1-6-204,2-3 0,0-10-419,-4-5 0,2-5-14,-7-5 0,5-5 1,-4-8-1,0 1 1,1-1 1,3 1 0,-6 0 0,1-3 211,1-3 1,-4-4 0,6-6 0,1 2 381,-1 2 0,-6-8 0,5-8 0</inkml:trace>
  <inkml:trace contextRef="#ctx0" brushRef="#br0" timeOffset="2815">420 2776 7781,'17'0'0,"0"0"-364,1 0 0,-3 2 0,-1 2 0,-2 1 284,1-1 0,-3 4 0,0 0 0,-1 0 56,1-1 0,-4 5 0,4-4-98,-3 1 122,7 3 0,-4 6 0,7-1 0</inkml:trace>
  <inkml:trace contextRef="#ctx0" brushRef="#br0" timeOffset="3585">559 2758 7853,'-7'-9'12,"3"-5"0,-6 6 0,0 1 0,2-3 0,1 0 0,1-2 1,-2 1 456,-4-1 1,3 1 0,-3-5 0,-1 2-9,-3 3 1,-1 1 0,-3-3-162,-3 1 0,3 8 1,-3-2-1,2 4-95,-2 2 0,3 2 0,-5 4 0,2 8-152,-1 7 0,-1 0 0,4 10 0,-1 4 54,7 4 1,-3 10-1,9-5 1,-1 3-112,4-1 0,4-5 0,4 4 0,4-3-58,6-3 1,5-10 0,4-7 0,5-9 40,1-7 0,0 2 0,4-4 0,-4-6-1,-2-8 0,5-7 1,-7-5-1,0-3 2,2-2 1,-7-2 0,1-6 0,-5 0 126,-1 0 0,1 0 0,-2 0 0,-5 0 110,1 0 1,-6 0 0,4 0 0,-6 0-53,-6 1 0,2 1 0,-5 3 0,-1 7 62,0 4 1,-2 3 0,-5 7 37,0 9 0,5 9 1,2 15-1,1 5-56,-1 4 1,6 4-1,-2 5 1,4 9-35,2 5 1,-6 10 0,1 0-1,1 6-152,2 3 0,2 15 0,-2-1 0,-2 4-193,-2 2 0,-2-4 1,2-9-1,-5-8 52,-5-8 1,-7-8-1,0-14 1,-1-7-92,-1-6 1,4-11-1,-6-1 1,1-7-422,5-5 1,2-3-1,1-9 1,1-7-309,-1-4 1,7-9 0,1-4 0,2-6-224,4-6 1,2-3 1160,2-9 0,8-7 0,2-2 0</inkml:trace>
  <inkml:trace contextRef="#ctx0" brushRef="#br0" timeOffset="4082">699 2933 7808,'16'-17'-299,"-3"1"0,-3 2 428,-2 3 1,3 5 0,-3-6 395,2-1 0,-6 3 1,3 0 1099,1 3-1118,-6 1 1,0 14 0,-10 5 0,0 6-86,1 5 1,-5 7 0,4-4 0,0 2-277,1 0 1,-7 0-1,4 4 1,-1-2-33,-1-2 0,2-5 1,-3 3-1,3-2 14,2-4 1,-5-1-286,1-3 0,4-9 0,3-8-16,3-10 0,2-5 1,0-5-1,0-1 59,0-2 0,2-8 1,1 4-1,5-2 5,2-1 1,-4 3-1,5-2 1,1 4-8,-2 0 0,5 5 0,-5-3 0,2 6-25,-1 5 0,1-2 0,5 8 0,1 3 1,-7 1 0,1 2 0,2 0-240,1 0 1,3 2 0,-1 3 0,1 5-124,-1 0 0,1 3 0,-1-5 0,0 0 1,1 0 1,-1 3-1,1-3 1,-1 0-298,1 0 799,7-3 0,2 3 0,8 2 0</inkml:trace>
  <inkml:trace contextRef="#ctx0" brushRef="#br1" timeOffset="4766">1118 3003 8249,'0'11'1301,"0"1"1,0-6-269,0 6 0,0-7-469,0 7 0,-2-8 1,-2 4-1,-2-1-122,3 5 1,1-2 0,2 1 0,-2 1-137,-4-2 1,4 5 0,-4-3 0,2 3-193,-2 3 0,4-1 0,-5 1 1,1-1-379,0 1 0,0-1 0,6 1-866,0-1 1,0-5-2396,0-1 3409,0-7 1,8-4 0,2-9 0</inkml:trace>
  <inkml:trace contextRef="#ctx0" brushRef="#br1" timeOffset="5249">1363 2339 8249,'-16'12'307,"4"0"1,-1-1 0,7 7-1,2-1 210,2 1 0,2-1 0,0 2 0,2 5 506,4 5 1,-2-2-1,8 2 1,1 2-638,3 2 1,-1 8 0,-1 2 0,-3-1-207,3 1 0,1-2 0,3-4 0,-3-1-98,-3-1 1,2 2-1,-8-12 1,-1-1-814,3-5-334,-6 10 397,6-25 1,-10 10 440,-4-20 0,4-4 0,-6-5 0,3 1 95,-1 2 1,-6 7-1,4-5 185,-1 2 1,-3-4 175,-6 7 0,1 1-45,0 10 1,1 3 0,2 9 0,5-1 115,1 1 1,2 1 0,6 2 0,0 3 32,0-3 1,0 4 0,0-1 0,0-3-282,0-2 0,2-1 0,4-1 0,6-1-323,3-5 0,-3 3 0,-1-8 0,3-2-124,1-2 1,3-4 0,-1-4-1,1-4-534,-1 1 0,-1-7 1,-3 4-1,-1-3-1323,2-3 2312,-7 1 1,9-8-1,-6-3 1</inkml:trace>
  <inkml:trace contextRef="#ctx0" brushRef="#br1" timeOffset="5431">1101 2811 8249,'-33'11'849,"4"1"72,-4 0-674,21-3 0,4-1 0,20-10-320,3-4 0,3 2 1,-1-5-1,1-1 97,-1 0 0,8-1 0,3-7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46.561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35 577 8046,'0'-10'68,"-2"2"0,-2 6 454,-1-3-54,-1 3 96,6-6 156,0 8 1404,0 0-2062,0-8-41,0 6-27,0-6 52,0 8-132,0 0 80,-8 0-35,6 0-21,-6 0 28,8 0 38,0 0 18,0 8 15,0-6 12,0 6-37,0-8-17,0 0 4,8 0 1,-6 0 0,6 0 0,-8 0 150,0 0-104,8 0-59,-7 0 8,7 0 6,-8 0 283,0 0-135,8 0 0,-6 2 32,4 4 0,-4-2 0,-2 7 0,2 3 16,3 1 1,-3 5 0,4 1 0,-2 6-90,2 6 1,-2-2-1,6 12 1,-3 0 9,-3 3 1,-2-3-1,0-2 1,2-6-221,2-6 1,0 2 0,-6-8-225,0-2 505,0-9 115,0-4 0,0-22-266,0-3 0,0-5 0,0 5 0,0-1-44,0 1 0,0-1 1,0 1-1,0 0-54,0-1 1,0 1 0,0-1-44,0 1 0,0-1 0,0 1 60,0-1 1,0 7 0,0-1 4,0-2 0,5 5 0,1-3-23,-2-1 0,0 3 63,2-2 0,-2 2 0,5-3 0,1 1 7,0-1 1,-4-3-1,5-1 1,3-1 9,1 1 1,3-7 0,-1 1 0,1 0-10,-1-2 1,1 5 0,-1-3-101,1 4 1,-1 3 0,-1 2-446,-5 3 202,-3 7 1,-2-2 0,0 12-479,-2 6 1,-3 3-1,-1 3-134,0-1 0,0 0 0,2-1 949,4-4 1,4 3 0,7-5-1</inkml:trace>
  <inkml:trace contextRef="#ctx0" brushRef="#br1" timeOffset="899">524 769 8099,'-17'0'675,"7"0"1,4 0 0,12 0-414,6 0 0,-3 0 0,3 0 1,2 0-110,1 0 1,3 0 0,-1-2 0,1-2 64,-1-2 1,0-5-1,-1 3 1,-2-2-368,-3-3 0,1-1 1,3 0-1,-1 3-67,-2-3 0,-8-1 1,1-3-1,-1 1-38,2-1 1,-4 7-1,2-1 131,-8-2 1,-6 7 0,-7 1 0,-3 4 35,-3 2 0,2 8 0,-8 3 1,-2 7 126,-2 5 0,4-2 0,1 8 0,1 3 93,0 1 0,6 1 1,-3 1-1,7 0-48,5 0 1,5 0 0,7 0 0,1-2-180,5-4 1,6-4-1,11-9 1,6-4-326,4-7 1,4-3 0,2-2 0,4 0-1440,1 0 1858,-5-7 0,12-11 0,-7-9 0</inkml:trace>
  <inkml:trace contextRef="#ctx0" brushRef="#br0" timeOffset="1199">1031 577 14094,'-18'0'-79,"1"0"1,-1 0 349,1 0 0,5 2 1,1 4-1,-1 5 295,2 5 1,-3 1 0,5 1 0,0 1-316,0 4 0,1-1 1,3 5-1,-2-2-233,2-4 1,2-1 0,4-3 0,2 1-453,2-1 1,7-1 0,-1-5 0,3-5-304,3-4 1,-1-2 0,1 0 0,-1-2-421,1-4 0,5-3 1090,0-9 0,8 1 0,-3-1 1</inkml:trace>
  <inkml:trace contextRef="#ctx0" brushRef="#br0" timeOffset="1601">1153 664 11551,'-23'12'323,"-1"-1"1,1 1-1,6 4 1,1-3 495,4-1 1,5 1 0,7 9-137,0 1 0,0 0 0,2-7-751,3-5 0,5 3 0,8-8 1,-1-2 177,1-2 0,-1-8 0,0-2 0,1-2 62,-1-3 0,1-3 0,-1-1 0,1-1-128,-1 1 0,-1-1 1,-3-1-1,-3-2 52,-2-3 0,0 1 1,-5 6-1,3-1-190,-2 1 1,-4 5 0,-6 0 0,-5 1-498,-5 1 0,-3 2 0,-3 8 1,-1 0-315,2 0 1,-4 0-1,1 2 154,3 4 1,2 4 896,1 7 1,8 9-1,3 1 0</inkml:trace>
  <inkml:trace contextRef="#ctx0" brushRef="#br0" timeOffset="2033">1520 664 9074,'-16'8'388,"5"4"1,3 3 0,8 4 0,0 3-89,0 1 1,0 0-1,0-3 1,2 1-226,4 2 0,-3 1 0,7-7 0,0-1-230,0-5 0,-5 3 229,7-8-80,-8 0 1,4-8 0,-8-4-1,0-6 19,0-3 1,0-3 0,0 1 0,0-3-15,0-3 0,0 2 1,0-6-1,0-1-97,0 1 1,2 0 0,1-4 0,3 4 55,-2 2 1,0-1 0,0 5 0,2-2 48,-2 1 1,5 3-14,3 1 1,3 9 0,3 3-150,-1 4 1,1 2 0,-1 2-1,1 2-53,-1 2 0,-5 7 0,0-1 1,1 3 4,3 3 1,1-6 0,1-3 150,-1-1 1,1 6-1,-1-5 1</inkml:trace>
  <inkml:trace contextRef="#ctx0" brushRef="#br0" timeOffset="2483">1974 0 8896,'-12'8'291,"2"4"0,3 3 138,3 3 1,2 7-1,4 4 1,4 6 217,5 6 1,5-2-1,3 7 1,4 3-437,7 1 0,-3-3 1,0-1-1,-2 1-169,-4-2 1,-1-5 0,-5-9 0,-1-3-324,-2-3-477,-8-2 495,3-13 1,-9-10-1,-3-12 54,-7-3 0,-4-3 0,-1 1 1,1-1-231,5 1 1,-11-3 0,5-1 0,-4-2-157,-5 1 0,5 5 0,-6 3 0,0 3 488,-1-3 1,1 6 0,-2 3-1,4 3 198,0 2 0,9 0 0,-3 2 0,1 3 225,5 7 0,7 5 0,0 5 0,4 3-79,2 2 0,2-4 0,4 5 1,6-3-161,3-4 0,5 4 1,1-1-1,4-3-138,2-2 0,0-3 1,4-2-1,-1-5-334,1-1 1,-4-2 0,2-6 0,0 0-550,-2 0 967,6 0 1,-6-8 0,8-2 0</inkml:trace>
  <inkml:trace contextRef="#ctx0" brushRef="#br0" timeOffset="2833">2515 350 14516,'-17'0'202,"-1"0"0,1 0 0,1 2 680,5 4 0,-3 3 0,6 9 0,-1-1-99,-5 1 0,4-1 0,1 1 0,-1-1-397,0 0 1,6 7 0,-3-1 0,1-2-229,0-1 0,0-3 0,8-1-427,4-5 1,-2 3 0,7-8 37,3-2 0,3-2 0,5-2 0,1-2 329,-2-4 1,1 4 0,-1-6-1,4 2 135,2 1 0,-5-1 0,3 4 0,-2-2-145,1-2 0,-1 0-347,-6 6 1,-1 2 0,-4 4 0,-9 6 281,-6 3 0,-7 3 0,-8-1 0,-1 3-90,-4 3 0,-5 4 0,-6 8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8:08.542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4349 1694 12903,'-11'0'-480,"-1"0"1,-2 0 147,-1 0 594,5 0 598,2 0 339,8 0-312,0 0 0,0 8-550,0 4 1,-5-2 0,-1 1 0,0 3-32,-2 1 0,4-3 0,-7 0 0,-1 3-105,2 6 1,-5-1 0,3 3-1,-3-1 51,-3 1 1,1-4 0,-1 4 0,-1-1-152,-5 1 0,5-3 1,-4 3-1,3-4-54,3-1 0,-2-1 0,-3 1 0,-1-3-32,2-3 0,1 1 0,3-5 1,-1 0 3,1 0 0,-7-1 1,1-3-1,2 2-182,1-2 0,1-2 0,-2-2 0,-3 0-32,3 0 0,-4 0 1,2 0-1,-1-2-35,-1-4 1,0 4-1,-6-4 1,4 4 38,1 2 1,1-5 0,4-1 0,-4 0 81,-3-2 0,5 6 0,-4-5 0,0 1-27,0 0 1,-1-6 0,-3 4 0,4 1 87,2-1 1,-6-6 0,2 3-1,-2-3 61,2 3 0,-4-5 0,6 4 0,-3-3 34,1-3 0,2 1 0,-4-1 0,2 1 38,-2-1 0,4 1 1,-2 0-1,0-1-8,1 1 1,1-1-1,6 1 1,-2-3-3,1-3 1,-3 4-1,2-5 1,1 5-46,3 1 0,0 1 1,-3 0-1,-1-1-70,2 1 1,1-1 0,3 1 0,-3-1 24,-3 1 0,4-1 1,-7 1-1,3-1 65,0 1 0,-8-1 0,2 1 1,-2-1-20,2 1 0,-4 0 1,3-1-1,-3 1 59,-1-1 1,4 3 0,3 1-1,2 2-64,4-1 0,-6-1 0,-1 1 0,-1 1-29,0-2 0,6 5 0,-4-3 0,0-1 16,-1-3 0,7 4 0,-4 1 1,0-1 44,-5 2 1,3-5 0,0 5 0,0-2-26,0 1 0,5 5 0,-1-4 0,2 1-32,-2-1 0,3 4 0,-3-4 0,3 1 24,3-1 1,-6 0-1,-1-3 1,3 3 39,2 2 1,1-3 0,1 3 0,-1 0-25,1 0 0,-1-3 0,1 5 0,-1 0-31,1-2 1,-1 4 0,1-5 0,0-1 7,-1 0 1,1 4 0,-1-5 0,1-1 20,-1 2 0,1-3 0,1 5 1,3 0-35,1 1 0,0-5 1,-3 4-1,1 0 19,3 1 0,5-5 0,-6 4 1,-1 1 34,-3-1 1,4-4 0,1 4 0,-3 1-9,-1-1 0,3-4 0,0 4 0,-1 1-55,-3-1 1,5-4 0,-1 4 0,-2-1-31,-1-5 0,3 4 0,1-1 0,-3-1 47,-2 3 1,5-7 0,-1 6 0,-1-1 11,-3-1 0,-1 6 1,-1-5-1,1-1 4,-1 2 1,1-3 0,-1 5-12,1-2 0,-1 4 0,1-3 0,-1-1 37,1 0 1,-1 6 0,1-3-14,0-1 1,-1 4-1,1-8 1,-1 8 0,3-3 45,3-1 9,-4 6 42,7-14 30,-1 14-369,2-5-99,8 7-33,0 0-175,8 0 307,-6 0 1,6 2 428,-8 3 0,0 5 0,2 8-78,4-1 1,-5 1-1,7-1 1,-2 2 4,0 5 0,2-3 1,-4 8-1,3 2-121,3 2 0,-4 4 1,4 2-1,-1 0-99,1-6 1,-4 2 0,3-8-1,-1 0-103,-4-4 0,4-3-163,-2-3 547,-1-7 0,-5-4 0,0-14 0,0-8-88,0-5 0,0-10 0,0 2 0,-1-4-129,-5-2 0,-4-2 1,-6-2-1,3-3-92,1-3 0,-1 4 0,-9-5 0,-1-3-232,2-1 0,-1 3 0,1 0 0,-2 1-52,1 1 1,-1 3 0,4 9 0,5 2 562,4 1 0,5 9-6,5-2 1,2 11 0,3 6 0,7 4-24,4 2 1,7 0 0,2 0-1,0 2-135,0 4 1,7-2 0,-3 8 0,4 1-69,2 3 0,-6-5 0,0 1 0,2 2-511,2 1 1,2-3 0,2-2 0,1-1-551,3 1 1,2-6 0,-2 4 0,3-3 1096,1 1 1,13 8 0,-4-4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1.3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401 716 7924,'-16'-2'-309,"4"-3"-219,5 3 528,7-6 0,0 0 0,0-2 0</inkml:trace>
  <inkml:trace contextRef="#ctx0" brushRef="#br0" timeOffset="667">174 629 8498,'-45'-8'481,"4"6"0,12-4 0,6 5-1545,3 1 1958,11 0 0,3 0 0,12 0 0,5-2-422,5-4 0,7 4 0,0-4 0,1 6-286,1 6 0,-4 4 1,6 7-1,1 0-70,-1 1 0,-4 5 0,4 2 0,-2 1-81,-3-1 1,-3 0 0,-1-4 0,-1 5-212,1 1 1,-3-6 0,-3 2 0,-5-3-84,1-3 1,-6-5 0,4 0 61,-4 1 1,-4 3-1,-4-1 115,-5-3 0,1 1 0,-2-5 0,-1 0 13,-3 0 0,4 3 1,1-5-1,-1 0 25,2 2 0,-5-6 45,3 4 0,3-4 49,-3-2 1,8-2-1,-2-4 1,4-6-4,2-3 0,0-11 0,0-3 0,2-4-24,4-2 0,-2 0 1,8 0-1,-1 1-2,-1-1 0,5 0 0,-3 0 0,4 2-42,1 4 0,-5-2 1,-1 7-1,5 3-23,5 2 0,-7 3 0,3 4 0,-1 7-222,-1 3 1,3 2 0,-1 0-166,1 0 0,-9 7 1,-1 3-1,-2 2-32,0-1 0,2 3 0,-5 7 0,3 3-282,-2-3 1,0-2-1,0-1 745,2-1 0,0-7 0,-6 6 0,0-7 0</inkml:trace>
  <inkml:trace contextRef="#ctx0" brushRef="#br0" timeOffset="1084">820 716 7879,'-24'0'312,"1"0"0,2 2-16,1 4 1,11-2-207,3 8 0,6-3 1,6 3-1,5-6 97,5-4 0,1-2 1,1 0-1,1 0-123,4 0 0,-3 0 0,5 0 0,-2-2-62,1-4 1,1-2-1,-4-5 1,3 1-18,-3-2-1,-2-1 1,-1-3 0,-1 1-139,1-1 0,-3 1 0,-1 0 0,-5-1-72,-1 1 1,-2-1 0,-6 1 0,-2 1 158,-4 4 1,-9-1-1,-10 7 1,-3 2 65,-3 2 0,-2 10 0,-2 4 0,0 3 99,1 3 0,-1 7 0,0 4 1,2 4 50,4 2 1,3 0 0,9 0 0,1-2-113,5-4 0,5 4 1,12-6-1,5 0-199,5-4 1,9-3 0,4-5 0,4-3-130,2-6 0,6-4 0,0-2 0,-3-2-57,-1-4 1,0-4-1,2-7 1,2-1 347,-2 1 0,-10-8 0,4-2 0,-6-8 0</inkml:trace>
  <inkml:trace contextRef="#ctx0" brushRef="#br0" timeOffset="1770">1379 594 7879,'-2'18'184,"-4"-1"1,2 2 0,-6 5 0,2 5 358,5 4 1,1 4 0,2 3 0,2 9-324,3 7 1,-1 0-1,8 8 1,0 1-245,-3-3 1,-1 4-1,-8-10 1,0-4-18,0-3 1,0-12 0,0-2 0,-2-10-118,-4-6 0,2-9 27,-7-4 1,7-6 83,-2-6 0,4-4 0,2-7 0,0-3-106,0-3 0,0-4 1,0-8-1,0-2-64,0-4 1,0 3 0,2-11-1,2-3-145,2-5 0,0-1 0,-6 6 0,0-1 163,0 1 0,0 5 0,1 3 0,3 3 386,2 8 1,8 6 0,-3 11 0,5 5 128,1 5 1,1 6 0,-1 6-1,1 7-22,-1 9 0,1 5 1,-1 8-1,-1 0-118,-5 0 0,3-1 0,-8 1 0,-2 0-191,-2 0 1,-2-2-1,0-4 1,0-5-21,0-5 0,0-1 0,-2-3 74,-4-3 0,2-5 102,-8-7 0,8-1-146,-1-5 0,3-4 0,2-7 0,0-1-88,0 1 1,0-7-1,2-1 1,1 0-186,3 0 0,6-6 1,-4 3-1,1-1 54,5 0 1,-4 0 0,1-6 0,3 0 66,1 0 1,3 2 0,-1 2 0,1 2 174,-1-2 1,1 6 0,-1 2 499,1 3 1,-7 10-162,1 5 0,-8 12 0,0 11 0,-8 9 14,-8 6 1,2 2-1,1 0 1,1 0-161,4 0 0,-4 6 0,3-1 1,1-1-308,2-2 1,2-8 0,0 0 0,0 0-395,0-2 1,2-1 0,4-9-117,5 1 0,5-7 1,1-1-1,1-2-144,-1-4 1,2-10 0,1-6 749,-3-3 0,12-3 0,-9 1 0</inkml:trace>
  <inkml:trace contextRef="#ctx0" brushRef="#br0" timeOffset="2250">2304 629 7737,'-17'0'-99,"-1"0"1,1 0 0,-1 0 0,1 2 358,-1 4 0,1-2 0,-3 7 0,-1 3-34,-2 1 1,0 3-1,5-1 1,1 1-259,-1-1 1,3 3-1,1 1 1,4 2 32,3-1 1,1-3 0,6-2-33,0 1 0,8-8 0,3-5 1,5-3-46,1-2 0,1 0 1,1-2-1,2-3-46,3-7 0,7-5 1,-4-5-1,2-1-8,0 2 1,-6-5 0,5 1 0,-1 0 91,0 0 0,-6-1 0,3 5 0,-7-2 53,-5 1 1,1 1 0,-7 0 177,-2-3 1,-4 9 0,-6 9 52,-6 4 1,-3 12 0,-3 5 0,1 9 30,0 3 0,-1 2 0,3 6 1,1 0-194,2 0 0,8-2 1,-1-2-1,3-2-274,2 2 0,0 0 1,2-2-1,1-6-108,3-3 1,8-5 0,-1-3 0,7-6-82,3-4 1,2-4 0,-3-4 0,3-6 117,2-3 0,-6-10 1,3-5-1,-5-3 261,-1-1 0,7-1 0,2 0 0</inkml:trace>
  <inkml:trace contextRef="#ctx0" brushRef="#br0" timeOffset="2501">2688 70 7865,'-7'25'91,"-5"4"1,-2 12-1,3 8 1,5 7 553,4 8 0,4 12 0,4 5 0,5 5-631,5 1 0,1-2 1,1-1-1,-1-9-174,1-9 0,-1-9 1,1-24-1,-3-4 219,-3-6 0,3-11-422,-3-6 1,-2-6 0,-1-6 0,-1-6 85,-4-3 1,-2-3 0,-2 1 0,0-3-84,0-3 1,-6 2 0,-2-7 0,-1 1 359,-5 0 0,-1-2 0,-3-6 0,-15-8 0,-4-1 0</inkml:trace>
  <inkml:trace contextRef="#ctx0" brushRef="#br0" timeOffset="2819">2479 577 7865,'-10'17'-139,"4"1"1,-2-1-1,3 0 1,3 1 333,6-1 0,5 7 0,11 1 0,3 0 166,6 0 1,4-1 0,2-7-1,0 1-335,0-1 0,6-5 0,-1-3 0,-1-1-19,-2-4 1,-2-2-1,-2-2 1,-2-2-39,-2-4 0,-8 2 0,3-7 1,-5-1-92,-1 2 1,-3-5 79,-3 3 1,-4-3 31,-8-3 1,-2 8-1,-4 5-45,-6 3 0,2 2 0,-1 2 28,-3 3 1,5 5 0,-1 8 0,0-1-87,0 1 0,7-1 0,-3 0 0,4 1-14,2-1 0,0 7 0,2-1 0,4-2-187,5-1 1,7-9 0,5-1 0,4-2 313,0-4 0,14-2 0,-4-2 0</inkml:trace>
  <inkml:trace contextRef="#ctx0" brushRef="#br0" timeOffset="3250">3876 0 7857,'-23'12'331,"-1"0"1,-5 1-1,6 10 1,4 7 312,5 3 1,6 9 0,8 5 0,2 3-442,4 3 1,4 5 0,7 2 0,1 0-288,-1 0 0,1-3 1,-1-9-1,-1-3-271,-5-3 1,3-3 0,-6-10-384,1-5 264,3-5 1,-2-11 318,-5-8 0,-3-8 0,-2-9-12,0-1 0,-7 1 0,-5-1 0,-4 1 24,-1-1 0,-6 1 0,-3-3 1,-1 1 54,-4 1 0,-2-3 1,-2 11-1,0 1 113,0 3 0,0-2 0,1 4 0,1 6 568,3 8 1,-1 7-1,8 7 1,4 5-17,5 4 1,6 2 0,8 0-1,2 0-234,4-1 0,6 1 1,11-2-1,8-3-210,8-7 0,2-6 0,9-5 0,6-6-245,5-4 1,-3-4 0,6-6 0,2-8-706,2-5 0,0-8 0,-2 4 0,-6-2 817,-6-4 0,2-2 0,-11-2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7.53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380 892 7996,'-29'0'0,"2"0"-200,2 0 1,2 5-1,5 1 1,3 0 206,3 2 0,2-6 1,6 6 562,-1-1 1,-1-3 619,6 8-728,0-8 1,-2 4 0,-2-7 129,-2 5 0,-7-4 0,1 4-339,-4-4 1,5-2 0,-1 2 0,-2 2 66,-1 2 0,-2-1 0,-1-3 0,1 4 0,5-4 0,0 4 471,-1-4-643,5-2 0,4-2 1,16-4-1,11-7 117,8-9 0,14 1 0,9-10 0,14-4-71,11-4 1,-29 14-1,1 0 1,6-1-1,1-1 1,7-3-1,2-2-113,8-2 0,1 0 0,2-1 1,1 0-1,5 1 0,1 0 1,0 2-1,-1 0-142,0 3 1,-1 0 0,-4 2-1,-1 2 1,-5 2 0,-2 1-1,-5 4 1,0 1 18,-8 4 1,0 1-1,-2-1 1,-1 1 0,38-11-1,-2 1-134,-2 3 1,-17 3 0,-8 3 0,-10 1-66,-7-2 0,-12 1 0,-12 1-274,-3 6 715,-11-3 1,-3 7 0,-12-4-1,-5 4-195,-5 2 0,-3 0 1,-3 0-1,-1 0-380,2 0 0,-4 0 1,-1 2-1,-1 2-115,-4 2 1,6 5-1,2-5 1,3 0 169,3 2 1,-1-6-1,3 5 1,1-1-2336,3 0 721,7 0 1934,4-6 0,9 0 0,9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29.1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0 576 7411,'0'-9'4049,"0"1"-3645,0 8 0,0 2 0,0 4-231,0 5 0,0 7 1,0 3-1,0 3-120,0-3 0,0 4 0,0 0 0,0 2-212,0 5 0,0-1 0,0 0 0,0-4-639,0-2 1,0 0 0,0-3 0,0 1 214,0-2 1,0-7-1,0-3 583,0 3 0,0 2 0,0 1 0</inkml:trace>
  <inkml:trace contextRef="#ctx0" brushRef="#br0" timeOffset="416">0 507 7816,'0'-12'-277,"0"0"0,2 3 682,4-3 0,4-2 0,7 9 0,1 1-41,-1 2 1,1 2-1,-1 0 1,1 0-282,-1 0 1,0 0 0,1 2-267,-1 4 1,-1 3-229,-4 9 1,-5-1 0,-9 1-93,-3-1 1,1-1 502,-8-5 0,-7 5 0,-9-7 0</inkml:trace>
  <inkml:trace contextRef="#ctx0" brushRef="#br0" timeOffset="785">524 0 7823,'-17'0'237,"5"0"20,0 0 1,9 2 0,-5 4 0,2 6 159,0 3 0,0 8 1,6 5-1,0 3-309,0 5 0,0 13 0,0 1 0,0 9-282,0 3 1,2 0 0,2 2 0,2-6-325,-2-4 0,4-9 0,-3-6 1,-1-8-1030,-2-8 1527,-2-3 0,8-3 0,2 1 0</inkml:trace>
  <inkml:trace contextRef="#ctx0" brushRef="#br0" timeOffset="1365">699 524 7723,'-2'-15'-292,"-2"1"1,-4 2 696,-1-1 1,-3-1-192,-6 3 0,7-3-141,-1 8 0,6 0 1,-3 8 10,1 4 1,0 2 0,4 5 0,-2-1-39,3 2 1,1 1 0,2 3-1,0-1-69,0 1 0,0-1 1,0 0 4,0 1 0,0-6 0,2-3-2,3-1 1,5-2-1,8-6-5,-1 0 0,-5 0 0,-3-2 0,1-2 7,0-2 1,-4-7 0,5 3 15,3 0 1,-6-5-39,-3 3 855,5 4-595,-8 1 0,6 14 0,-8 5 0,0 3-253,0 3 0,0-1 0,0 1 1,0-1-387,0 1 0,0-1 1,0 1-554,0-1 0,0 1 972,0-1 0,8-7 0,1-2 0</inkml:trace>
  <inkml:trace contextRef="#ctx0" brushRef="#br0" timeOffset="1767">891 542 7723,'-8'17'76,"-3"0"0,-3 1 1,2-1-1,7 1 208,3-1 0,2 1 0,0-1-232,0 1 1,0-1-306,0 1 1,2-3 240,3-3 1,5-4-287,8-8 1,-7-8 43,1-4 0,-6-3 1,3-3 179,-1 1 1,4-1 0,-6 1 0,-1-1 28,3 1 0,-6 5 0,6 1 67,0-3 1,-5-2 455,9-1 0,-6 7 82,6 4 0,-9 6-414,3 6 1,-4 4-1,-2 7 1,0 1-104,0-1 0,0 1 0,0-1 1,0 1-383,0-1 1,0 1 0,2-3-1422,4-3 1760,-4 3 0,13-13 0,-5 6 0</inkml:trace>
  <inkml:trace contextRef="#ctx0" brushRef="#br0" timeOffset="1999">1275 35 7723,'-17'25'63,"-1"2"1,3 8-1,3 0 164,6 0 1,4 6 0,2 4 0,0 3-48,0 6 1,0-3 0,0-4 0,0 1-617,0 2 1,0-5-1,0-6 1,0-8-214,0-8 1,0-9 648,0-3 0,-7 1 0,-3 6 0</inkml:trace>
  <inkml:trace contextRef="#ctx0" brushRef="#br0" timeOffset="2333">1031 402 7836,'0'17'20,"0"1"0,7-7 0,5-1 0,4-2 217,1-4 0,1 4 0,1-3 0,2-1-160,3-2 1,-1 0 0,-6 2 0,1 2-31,-1-2 0,8-2-65,5-2 0,-5 0 0,-2 0 164,-3 0 0,-11 7-14,-3 5 1,-4-2 0,-2 1-72,0 3 0,0 1 1,0 3-210,0-1 1,0 1 0,-2-3 0,-2-1-617,-2-2 0,1-7 764,5 7 0,-8 0 0,-2 5 0</inkml:trace>
  <inkml:trace contextRef="#ctx0" brushRef="#br0" timeOffset="2733">1485 559 7794,'0'17'0,"-6"1"0,0-1 0,0-1-54,-1-4 1,5 3 0,-4-3-70,4 3 0,4-5 110,4-4 0,3-4-30,9-2 0,-9-2 1,-1-2-1,-2-4-23,0-2 1,2 5-1,-4-7 1,1-2-29,-1-1 0,4 3 0,-2 1 72,-2-3 0,3-2 0,1-1 301,2 0 0,-4 5 232,5 0 1,-5 8-177,6-1 0,-6 3-295,5 2 0,-1 7 0,2 5 0,-5 4-285,1 1 0,-6 0 0,6 1 1,-2-1-969,0 1 1213,-1-8 0,3 13 0,2-4 0</inkml:trace>
  <inkml:trace contextRef="#ctx0" brushRef="#br0" timeOffset="2948">1782 559 7764,'-28'23'203,"5"1"0,4 5 0,1-4 1,3 4 278,3 8 1,-1 0-1,7 7 1,2 1-171,2 0 0,2-5 0,0 5 0,0-2-478,0-4 0,6 1 0,0-3 0,-3-6-644,-1-4 0,-4-3 810,-3-7 0,-5-7 0,-8-2 0</inkml:trace>
  <inkml:trace contextRef="#ctx0" brushRef="#br0" timeOffset="3115">1345 157 7777,'-17'0'1829,"-1"0"-1891,8 0 0,5 0 0,10 2 62,7 4 0,4 4 0,1 7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34.5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71 646 7830,'-16'2'-147,"5"4"453,-5-4 1,8 13 0,-3-3 46,5 4 1,4-5 0,2 1-194,0 1 1,0 3 4,0 1 1,0-5 698,0 0-735,0-8 1,0 1-1,0-10-56,0-7 1,0-4-1,0-1 1,0 0-113,0-1 1,0-1-1,0-3 1,2-3-20,4-2 1,-2 4 0,5-5-1,1 3-12,0 4 0,1-4 0,7 1 1,-1 3 5,1 2 0,-1 1 1,1 3-1,-1 1-330,1 2 0,-1 9 0,0-3-68,1 4 0,-1 8 0,1 1 0,-1 5-96,1 7 1,-9-1 0,-1 7 557,0 0 0,2 2 0,7 8 0</inkml:trace>
  <inkml:trace contextRef="#ctx0" brushRef="#br0" timeOffset="316">315 664 7862,'0'9'1156,"0"-1"1,2-10-1024,4-4 0,2-3 1,5-7-1,-1 3-175,2 1 0,-5 0 1,3-5-1,0-1-29,-3 1 0,1-1 0,-6 1 66,2-1 1,-1 1 155,-5 0 0,-1 7 8,-5 4 1,-4 12 0,-7 5 0,-1 5-41,1 1 0,5 3 0,2 1 1,1 4-267,-1 3 1,6 1 0,-2 4-1,4-2-205,2-2 0,2-6 0,4 4 0,6-1-313,3-5 1,3-2-1,-1-3 665,1-5 0,-1 5 0,0-6 0</inkml:trace>
  <inkml:trace contextRef="#ctx0" brushRef="#br0" timeOffset="547">804 175 7830,'-17'23'240,"-1"0"0,3 8 0,1-2 0,4 4 100,3 2 1,-1 6 0,4 2-1,-2 1-472,2 5 0,2-1 0,0 1 0,-1-3-330,-3 3 1,0-6 0,6-5 0,0-6-733,0-9 1194,0-4 0,8-1 0,1-1 0</inkml:trace>
  <inkml:trace contextRef="#ctx0" brushRef="#br0" timeOffset="1031">874 506 7830,'-17'8'397,"-1"-4"1,1 8-57,-1 1 1,3 3 0,1 1 0,4 1-68,3-1 0,-5 7 1,6 1-1,2 0-200,2 0 1,2 4 0,0-5 0,0-1-57,0 2 0,6-11 0,2 1 0,2-3-132,3-2 0,3-7 0,1 3 0,1-6-76,-1-6 1,1-3 0,-3-9 0,-1 1 13,-3-1 0,1-1 0,5-2 0,1-3 87,-1 3 1,-5-4 0,-2 0 0,-1-1 36,1 1 1,-6 2 0,4 5 0,-2-1 97,-1-4 1,1 9-1,-6-3 147,0 1 0,-2 8 0,-2 4-63,-1 8 0,-3 4 1,4 8-1,-2-1-40,2 5 0,-3 1 0,1-2 0,2 3-89,2 1 1,2 2-1,0-4 1,0 3-232,0-3 0,0-1 0,0-3 0,0 0-144,0 1 0,0-6 0,2-3-61,4-1 1,-2-2 0,7-8 155,3-4 0,-1-4 0,1-9 0,-2-2 279,1-3 0,-3-5 0,1 4 0,1-2 0,-2-4 0,5-4 0,-3-6 0,4-4 0,1-7 0</inkml:trace>
  <inkml:trace contextRef="#ctx0" brushRef="#br0" timeOffset="1196">1293 0 7822,'-6'12'0,"-1"-1"516,-3 3 1,4 7 0,-4 6 0,1 6-149,-1 10 1,4 8 0,-5 7 0,-1 6-432,2 4 0,0 0 0,7-4 0,-3-8-298,2-8 1,2-1-1,2-12 1,0-8-789,0-6 225,0-11 924,0-2 0,0-24 0,0-3 0</inkml:trace>
  <inkml:trace contextRef="#ctx0" brushRef="#br0" timeOffset="1498">1136 402 7518,'8'17'61,"3"1"1,3-7 0,0-1 0,-3 0 310,3-1 0,1 3 0,3 5-233,-1 1 0,1-1 1,-3 1-1,-1-1 32,-2 1 0,-7-1 0,5 1 0,-2 1-69,-4 4 0,-2-3 0,-2 5 1,-2-2-78,-4 1 1,2-1-1,-6-6 1,3 1-326,3-1 1,2 1-960,2-1-405,0-7 1664,7-2 0,3-24 0,8-3 0</inkml:trace>
  <inkml:trace contextRef="#ctx0" brushRef="#br0" timeOffset="2032">1415 576 7836,'-11'18'0,"-1"-3"10,-1-3 1,3 3 0,0-3-1,2 4 13,5 1 1,1-5 0,4-3-2,3-1 1,5 4 0,8-6 0,-1-2-31,0-2 1,1-2 0,-1-2 0,1-4 4,-1-6 0,-1 2 0,-3 1 1,-1-1-22,2 0 0,-1 4 1,1-5 170,-3-3 0,-1 5 358,2-3-39,3 0 0,-13 5-193,4 7 0,-4 7 1,-4 11-192,-4-1 1,4-5 0,-3-1-1,1 3-83,-2 2 0,4 1 0,-6-1 1,2-3-21,0-1 0,1-6 0,5 5-112,0 3 1,-2-6-319,-4-3 390,4 5 0,-4-10 56,12 0 0,-4-2 1,6-9 30,-1-3 1,1-2 0,6 1 0,-5 1 262,-1 3 1,4 5 0,-4-4 164,1 2 0,-3-3-54,6 5 0,-1 0-218,7 6 0,-6 2 0,-3 4 0,1 4-369,0-1 0,-5 7 0,5-5-436,-2 5 1,-2 1-1,-4-1 1,2-2 70,1-3 1,1-5 551,-6 6 0,0-1 0,0 7 0</inkml:trace>
  <inkml:trace contextRef="#ctx0" brushRef="#br0" timeOffset="2415">1922 629 7980,'-18'0'496,"1"0"246,0 0 0,5 0 1,2 2-343,2 3 0,1-1-57,1 8 0,4-6-523,-4 5 188,4 1 10,2 6 0,0-1 198,0 1 1,6-7 0,0 1-89,-2 1 1,-2 3 0,0-1 0,1-1-157,3-2 1,0-1 0,-6 7-412,0-1 0,-2 1 0,-2-1-478,-2 1 0,-1-7 1,1-1-1269,-6-2 2185,-3 5 0,-3-11 0,1 6 0</inkml:trace>
  <inkml:trace contextRef="#ctx0" brushRef="#br0" timeOffset="2646">1939 227 8503,'0'18'0,"0"-1"617,0 0 0,0 3 0,0 3 0,0 6-135,0 4 1,2 2-1,2 0 1,4 2-577,2 4 0,-1-2 0,3 5 1,-4-1-599,0-4 1,-7 1-1,7-3 1,-2-6-128,0-4 1,0-3 0,-6-7 818,0 1 0,-8-9 0,-2-1 0</inkml:trace>
  <inkml:trace contextRef="#ctx0" brushRef="#br0" timeOffset="2863">2132 821 7804,'-24'17'0,"1"1"0,4-1 325,5 1 0,6-1 0,8 1 1,0-1 414,0 1 1,2-1-1184,4 0 1,4-7 0,7-4-504,1-4 0,-1-2 946,1 0 0,-1-8 0,0-2 0</inkml:trace>
  <inkml:trace contextRef="#ctx0" brushRef="#br0" timeOffset="3231">2289 873 7790,'-16'18'203,"5"-1"1,-3 1-1,8-1 1,2 2 408,2 5 0,4-3 0,2 6 0,4 0-371,2 1 0,-5-7 1,7 2-1,0-1-28,-3 1 0,1-4-251,-4 5 1,-2-7-141,7-5 0,-7-6-358,2-12 1,-4-4 0,-4-7 223,-4-1 0,4 1 1,-3-3-1,3-1 187,2-2 0,0-1 1,0 7-1,0-1 303,0 1 0,0-1 1,0 1 388,0-1 0,0 1 735,0 0-838,0 7 0,0 4 0,0 12 0,0 5-294,0 5 0,5 1 1,1 3-1,-2 1-13,-2 3 1,-2-1 0,0-6-1219,0 1 1,6-1-2593,0 1 3653,0-9 0,-6 7 0,0-6 0</inkml:trace>
  <inkml:trace contextRef="#ctx0" brushRef="#br0" timeOffset="3430">1677 262 7749,'-44'0'0,"1"0"4612,6 0-4430,12 0 1,15 6-1,16 0-318,8-2 0,3-3 1,1-1-1,-1 0-851,1 0 1,-1 0 986,1 0 0,-1 0 0,0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1.9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18 297 7504,'-10'0'1078,"3"2"1,7 4-788,0 6 0,5 3 0,1 3-205,-2-1 1,0 6 0,0 1 0,2-3-37,-2-2 1,-2 5-1,-2-1 1,1-4-175,5-5 1,-4 2 0,4-5-29,-4 5 1,-2-5 0,2-1-163,4-2 97,-4-2 0,11-14 0,-5-4 40,2-3 0,-6-3 0,3 1 0,-1-1-73,0 1 0,2-6 0,-4-1 101,2 3 0,1 2 113,-1 1 1,-4 6 117,4 1 1,-4 9 0,-2 2-1,0 10 123,0 5 1,0 4 0,0 3 0,0 3-9,0 2 0,0 0 0,0 4 0,0-3-82,0-3 1,0 4 0,2-6 0,2-1 61,1-3 1,3-7 0,-2-3-103,6-1 0,-3-2 0,3-6 0,0-2-46,-3-4 1,5-4-1,-8-7 1,0 0-39,1-1 1,-3-5-1,6-1 1,-2 3-205,-4 2 0,3 1 0,-1 1 0,-2-3-279,-2-3 0,-2 4 1,2-3-1,2 7-1156,2 3 1648,-1 8 0,-5-19 0,0 4 0</inkml:trace>
  <inkml:trace contextRef="#ctx0" brushRef="#br0" timeOffset="250">542 350 7936,'-8'17'8,"4"1"0,-7-1 1,-1 1 190,2-1 0,3 0 0,7 3 0,0 1 194,0 3 1,0 5 0,0-6-1,0 0-446,0 2 1,5-5 0,1 3 0,-2-3-398,-2-3 1,4 0-1031,0 1 132,0-8 1348,-6-3 0,7-22 0,3-5 0</inkml:trace>
  <inkml:trace contextRef="#ctx0" brushRef="#br0" timeOffset="650">490 123 7910,'-8'0'-31,"8"0"-41,10 0 0,5 0 0,3 0 0,1-2-83,4-4 1,-3 4-1,5-4 1,-2 4 51,0 2 0,3 0 0,-5 0 0,2 0 1,-1 0 0,-3 2 1,-1 2 76,-1 2 1,-2 7 0,-3-1-20,-6 4 1,-4 1 0,-2 1 0,0-1 459,0 0 1,0 1 0,0-1 0,0 1 315,0-1 0,-2 7 0,-2-1 0,-2 0-196,2 2 1,2 1 0,0 7 0,-1 0-280,-3 3 0,-2 3 0,4-4 0,-2 0-263,2 0 0,1 0 0,-1-2 0,-2-4-183,2-6 0,0-3 0,0-3-751,-2 1-743,1-9 1,5-3 1136,0-12 1,0-3 0,0-9 545,0 1 0,-8-1 0,-2 1 0</inkml:trace>
  <inkml:trace contextRef="#ctx0" brushRef="#br0" timeOffset="1183">647 175 8211,'-10'8'697,"2"2"0,8 7-438,0 0 0,8-5 0,6 0 0,5 1-112,4 3 0,3-1 1,-5-3-1,4-4-19,2 0 1,-3-7 0,5 5 0,0-4-130,-2-2 0,-2 0 1,-7 0-1,-1-2-43,1-4 0,-1-3 1,1-9-1,-1 1-12,0-1 0,-5 1 0,-2-1-14,-2 1 1,3 0 123,-5-1 0,0 4 106,-6 9 0,-2 7 0,-2 15 0,-4 2 72,-1 5 0,5 3 1,-4 8-1,2 0-144,0 0 1,-5 2 0,3 1 0,0 3-174,0-2 0,1-8 0,3-4 1,-2 0-143,2 0 1,2-11-798,2 1 849,0-11 0,2-6 0,2-11 45,2-5 1,1-1 0,-1-1 46,6 1 1,-2 1-1,-1 3 1,1 3 162,0 2 1,-4 2 315,5 6 0,-5 0 0,4 2-306,-2 4 0,-3 4 0,-3 5 0,2-1-326,2-2 0,2-3 0,-4 5 0,1-3 126,-1 3 0,4-4 1,0-1-2462,2-1 2571,-7-2 0,13 2 0,-6 2 0</inkml:trace>
  <inkml:trace contextRef="#ctx0" brushRef="#br0" timeOffset="1415">1380 350 7918,'-17'13'46,"-1"5"0,3 3 1,3-3-1,6-1 350,4 0 0,2 1 0,0 1-347,0 5 0,0-5 0,2 4-479,4-3-546,4-3-276,7-7 1252,1-2 0,-1-16 0,1-2 0</inkml:trace>
  <inkml:trace contextRef="#ctx0" brushRef="#br0" timeOffset="1832">1485 420 7898,'-2'17'58,"-2"0"0,-2 1 285,3-1 0,1 7 1,2-1-1,2-2 45,3-1 1,3-3 0,6 1 0,-3-3-286,3-3 0,-4 1 0,-1-5-113,-1 2 1,6-6-109,-3 2 1,-1-6-72,2-6 1,-8-4 0,3-7 0,-1-1-26,0 1 1,2-3-1,-4-1 1,1-4 16,-1-2 1,4 3-1,0-3 1,0 2 100,-1 3 1,5 3 0,-6 2 0,0-1 527,1 1 1,-3 1 399,8 5 0,-8 5-377,2 12 0,-4 5 0,-2 11 0,2 3-150,3 2 1,-3-4 0,6 6 0,-2 0-393,0-1 1,5 3 0,-5-8 0,0-2-538,2-1 0,-4-3 0,5 1-827,-1-1 1,0-7 1450,-2-4 0,-4-12 0,5-4 0</inkml:trace>
  <inkml:trace contextRef="#ctx0" brushRef="#br0" timeOffset="2015">1380 0 7877,'-17'10'0,"-6"4"0,1-7 0,5 1 368,3 0 0,10 6 0,0-5-438,8 1 0,6 4 0,5-7 0,-1 1-758,-2 0 0,-3 5 828,3-1 0,4 4 0,-7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8.4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86 7130,'10'0'2140,"-2"0"-1184,-8 0 1534,0 0-1976,-8 0-44,6 0-396,-6 0 0,8-2 1,-2-2 160,-3-2-101,3 0 80,-6 6-218,8 0 1,-2 0 64,-4 0 0,4 0-32,-5 0 0,7-1 21,0-5-84,0 4-18,0-6 41,-8 8 64,6 0 83,-6 0-121,8 0 401,0 0-421,-8 0 3,6 0 2,-5 0 3,7 0-388,0 0 369,-8 0-50,6 0 35,-6 0 25,8 0 17,0 0-72,-8 0-8,6 0 0,-7 0-76,3 0 134,4 0 0,-8 0 1,4 0 0,4 2 29,-3 4 1,-3-2 9,2 7 0,-2-7-12,3 2-17,3 4 1,-8-3-1,4 5 0,4 4 6,-4-5 19,4-3-3,2 8 1,0-13 0,0 9 0,0-6-20,0 6 5,0-9 1,0 7-22,0-4 4,0-4 0,0 8 17,0-5 0,2-3-5,4 4 0,-2-4 7,8-2 1,-7 0-1,7 0-7,2 0 0,-5 0 0,3 0-28,2 0 0,-5-6 0,1-1 0,0-1-18,-1 0 1,-3-4 0,4 5-1,0-3 28,-1-4 0,-3 5 1,4-3-1,0-2 15,-1-1 0,-5-3 0,4 1 31,0-1 1,-6 1 103,3 0 0,-3 5-112,-2 0 1,-2 8 3,-3-1 0,1 10 0,-6 7 1,2 4 148,4 1 0,-3 2 0,1 3 0,2 3 65,2 2 0,2-4 0,0 5 0,0-1-117,0 0 1,0 0 0,0 2 0,0-5-311,0-5 1,2-2 0,4 1-1,5-3-57,5-3 1,3-4 0,5-10 0,5-6-4011,4-9 4253,2-1 0,0-23 0,-1 5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08.8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141 524 6616,'0'12'411,"0"-1"0,-2-7 0,-2 4 0,-2 0-97,2 3 1,2-1 0,2 4 0,0 3-51,0 4 0,-6 10 1,-1-1-1,-1 3-111,0 2 1,-4 5-1,5 3 1,-1 0-266,0-1 0,-5-1 0,3-6 0,0-2-130,4-4 1,-1-4 0,1-7-820,2-1 0,2-9-396,2-8 1457,8-8 0,-6-17 0,5-2 0</inkml:trace>
  <inkml:trace contextRef="#ctx0" brushRef="#br0" timeOffset="318">53 681 7853,'-15'-2'361,"3"-4"1,4 3 0,10-7-124,4 2 0,4-6 0,9 5 0,3-3 2,1 1 1,6 1-1,-4-4 1,0 3-80,1-3 0,-1 4 0,-4 1 0,3 1-44,-3 4 0,-2 2-94,-1 2 0,-9 2 1,-3 4-1,-4 5-83,-2 5 1,-6 7-1,-1 1 1,-3-3-287,-4-2 0,-3 5 0,-4-1 0,-3-2-92,3-1 0,1-3 1,3-1-1,0-5-43,-1-5 0,6 2 1,1-2 480,-3-3 0,-1-1 0,-3-2 0</inkml:trace>
  <inkml:trace contextRef="#ctx0" brushRef="#br0" timeOffset="587">507 175 7947,'-11'0'623,"-1"0"0,8 2 1,-2 3-1,4 7-336,2 4 0,0 9 0,0 4 0,0 4-143,0 2 1,6 0 0,0 2 0,-2 3-289,-2 7 1,-2-2 0,0-1 0,-2-1-498,-4-4 1,4-2-1,-6-2 1,3-2-465,-1-4 1,-6-4 1104,6-8 0,-7 1 0,3-1 0</inkml:trace>
  <inkml:trace contextRef="#ctx0" brushRef="#br0" timeOffset="1200">839 541 7838,'-17'-7'56,"-1"3"0,1-6 1,-1 2 46,1 4 1,5 3-1,1 1 182,-3 0 1,-2 1-220,-1 5 0,5 2 0,3 6 0,1-3-24,4 3 0,-4-4 0,2 1 0,3 3-69,1 1 0,2-3 0,0 0-44,0 1 1,0 3 31,0 1 0,2-7 0,3-4-22,7-4 0,4-2 0,1-2 52,0-4 1,1-4-1,-3-7 1,-1 1 17,-2 5 1,-6-5 0,3 4 0,1-3 112,0-3 0,-5 7 664,7-1-587,-8 0 0,4 5 0,-10 7-93,-4 9 0,2 7 0,-6 1 0,3 1-110,3-1 1,-4 1 0,2-1 0,2 1-194,2-1 1,0 1 0,-1-1 0,-3 1-866,2-1 0,2 1-393,2-1 1455,0-7 0,8 5 0,1-5 0</inkml:trace>
  <inkml:trace contextRef="#ctx0" brushRef="#br0" timeOffset="1651">979 489 7838,'-18'18'447,"1"-1"0,1 0 0,3 1-76,1-1 1,8 7-1,-1-1 1,3 0-231,2 2 1,0-5-1,0 3 1,0-1-150,0 1 1,0-10-1,0 5 1,0-3 9,0 1 0,2-6-716,3-5 0,-1-3 409,8-2 0,-6-7 0,3-5 0,1-4 111,0-1 0,-4 0 1,3-1-1,1 1 44,0-1 1,-4-5 0,3 0 0,1-1 52,0-1 0,-1 6 0,5-5 1,-4 5 121,-3 1 1,5 1 0,-6 0 0,0 1 213,1 4 1,-5 3 0,6 5 36,0-2 1,-6 8 0,4 10 0,-4 3 84,-2 3 0,0 5 0,0 2 1,0 0-236,0 1 1,0 3-1,0-6 1,0 0-467,0 2 1,0-5 0,0 3-1368,0-3 55,0-3 1652,0-7 0,7-3 0,3-7 0</inkml:trace>
  <inkml:trace contextRef="#ctx0" brushRef="#br0" timeOffset="1884">1346 0 7838,'-14'25'0,"-3"4"82,-3 4 0,7 2 1,3 2-1,2 2 465,4 2 0,2 7 1,2-1-1,0 5-376,0 6 0,0-9 0,0 3 1,0-3-716,0-5 0,6-7 1,0-9-770,-2-3-55,-2-10 1368,-2-7 0,0-16 0,0-1 0</inkml:trace>
  <inkml:trace contextRef="#ctx0" brushRef="#br0" timeOffset="2369">1154 332 7838,'0'12'-658,"0"-1"745,0 3 0,0 1 1,0 3 412,0-1 1,7-5 0,5 0 0,3-1-234,3-1 0,-1 3 1,1-7-1,-1-2-106,1-2 0,1 0 1,3 2-1,1 2-94,-2-2 0,4-2 0,-1-2 0,-3 0-297,-2 0 1,-1-6 0,-1 0 0,1 2-394,-1 2 0,1-4 1,-3-2-263,-3-1 0,-2 5-91,-5-2 1315,-3 4-24,6 2 0,-10 2 0,-2 4 0,-3 6 499,-3 3 0,4 3 1,-4 1-1,1 2-247,-1 3 1,4 7 0,-4-2 0,1 4-43,-1 2 1,4-2-1,-4-2 1,3-2-323,3 2 1,-4-6 0,2-2 0,2-3-605,2-3 0,2-5-31,0 0 1,2-11 0,4-1-351,6-9 0,-2-7 1,1-1-1,3-3 111,1-3 0,3-2 0,-3-6 1,-1 2-742,-2-2 1412,-1-2 0,7-2 0,-1 0 0</inkml:trace>
  <inkml:trace contextRef="#ctx0" brushRef="#br0" timeOffset="2601">1712 454 7825,'-9'8'0,"1"2"72,0-1 0,4 7 1,-5-5-1,1 5 217,4 1 1,2 1 0,2-1 0,0 1 174,0-1 0,0 3 0,0 1 0,0 2-109,0-1 0,0 3 0,0-2 0,0-1-272,0-3 1,2-7 0,2-1 14,2 3 0,1-1-1303,-1-1 733,-4-4 1,8-10 0,-6-4-11,2-6 1,1-3 0,-3-3 0,2 1-161,-2 0 0,4-1 0,-1 1 257,3-1 0,-4 1 385,6-1 0,-1 1 0,7-1 0</inkml:trace>
  <inkml:trace contextRef="#ctx0" brushRef="#br0" timeOffset="2817">2027 611 7826,'0'18'310,"0"-1"0,0 3 0,0 1 0,0 2 284,0-1 1,0 3 0,2 0-1,2 2-244,1 4 0,1-4 0,-6 1 0,2-3-29,4-4 0,-4 4 0,2 1 0,-6-1-421,-4 0 0,-8-2 0,5-5 0,-3-1-334,0 1 0,1-1 0,-7-1 1,1-3-687,-1-1 1,1-8-1,0 2 210,-1-4 0,1-4 910,-1-4 0,1-12 0,-1-9 0</inkml:trace>
  <inkml:trace contextRef="#ctx0" brushRef="#br0" timeOffset="3000">1677 192 7787,'-23'6'488,"0"2"0,3 1 73,7 5 0,-1 2 0,9 1 1,1 1-543,2-1 0,2 6 1,0 1-1,2-3-609,3-2 0,-3-1 1,6-1-466,0 1 0,-6-7 1055,4 1 0,-12 0 0,-4 5 0</inkml:trace>
  <inkml:trace contextRef="#ctx0" brushRef="#br0" timeOffset="3183">176 210 7787,'-28'-8'320,"3"6"1,25-6 0,12 8 0,13 0-236,8 0 0,4 0 1,2 2-1,3 2-1064,3 2 979,2 7 0,5 5 0,0 9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1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192 403 8003,'0'-12'269,"0"0"1,0 6 665,0-5-429,0 7 0,0-6 388,0 4-669,0 4 0,-8-5 0,-1 9-84,-1 3 1,-6 5-1,7 10 1,-3 1 13,0 2 0,1 8 0,-5 0 0,3 6-157,1 4 1,8 2 0,-2-5 0,4 3 36,2-2 0,0-10 0,0-6 0,2-3-27,4-3 0,4-7 0,7-4 0,1-6 53,-1-6 1,1-6 0,-1-11-1,1-6-141,-1-4 1,-1-2 0,-3 0 0,-3 0-110,-2 0 0,-2 0 0,-6 2 1,0 2-34,0 2 0,-2 8 1,-4-3-1,-8 5-154,-7 2 1,1 1 0,-3 4 0,2 7-201,-2 3 0,3 2 0,-3 2 0,5 3 203,7 7 0,-3 9 0,6 5 0,1-1 373,-1 0 0,2 6 0,6-4 0</inkml:trace>
  <inkml:trace contextRef="#ctx0" brushRef="#br0" timeOffset="367">716 315 7862,'0'-17'627,"0"5"-154,0 0 0,-8 9 0,-3-3-138,-5 4 1,-1 4 0,-1 4-1,1 5-119,-1 5 0,-1 7 1,-4 2-1,-5 0-96,1 1 0,0 5 1,6-2-1,-3 4-154,3 2 1,2 0 0,3 0 0,5-2-219,5-4 1,4 4-1,2-6 1,2-2-340,4-7 0,3-3 1,11-9-1,3-2 76,6-2 1,4-2 0,0-2 0,-2-4 514,-2-6 0,8-3 0,8-3 0</inkml:trace>
  <inkml:trace contextRef="#ctx0" brushRef="#br0" timeOffset="634">926 315 7862,'-18'0'439,"1"-6"297,-1 1 1,1 1-1,-1 8-272,1 1 0,5 9 0,3-2 1,-1 3-230,0 3 0,-2-1 0,-3 2 0,1 3-87,3 1 0,1 8 0,-4-4 0,5 0-302,1-3 1,2 1-1,6-2 1,2 1-298,4 1 0,0-6 0,9 3 0,5-7-138,-1-3 1,6-8 0,1 1 0,-1-3-190,0-2 1,4-2 777,-6-3 0,8-5 0,-3-8 0</inkml:trace>
  <inkml:trace contextRef="#ctx0" brushRef="#br0" timeOffset="1153">1223 385 7308,'-18'0'2419,"8"0"-1555,-5 0-423,13 0 0,-12-2 0,7-2-200,-3-2 0,4 1 0,-6 5-170,-1 0 0,-3 2 0,-1 3-157,-1 7 0,3 4 0,1 1 1,5 0-96,1 1 0,-4-1 0,6 1 0,2-1 27,3 1 1,1-7 0,0 1 0,1 0-15,5-3 0,4 5 0,7-8 0,1-2 30,-1-2 1,3-4 0,1-2 0,2-4 45,-1-2 1,-1-1 0,0-5 0,3 3 99,-3 1 0,-7 2 1,-5-3-1,1 1 228,0-2 62,-6 7 0,3 1 0,-7 12 1,0 5 6,0 5 0,-5 7 0,-3 2 0,0 1-336,0-1 0,2 4 1,6-4-1,0 0-335,0 1 0,0-3 0,0-6-541,0 1 0,2-3 1,4-3 906,6-6 0,3-12 0,3-4 0</inkml:trace>
  <inkml:trace contextRef="#ctx0" brushRef="#br0" timeOffset="1349">1502 437 7787,'-25'24'0,"-2"1"91,-1 2 1,5-4 0,10 5 0,3-1 647,2 0 0,2-6 0,6 3-722,0-5 1,8-7 0,4-3-772,3-1 0,3-2 1,-1-6 753,1 0 0,-1-8 0,1-2 0</inkml:trace>
  <inkml:trace contextRef="#ctx0" brushRef="#br0" timeOffset="1670">1694 315 7966,'-27'18'129,"4"-1"0,3 3 203,3 3 0,5-4 1,2 6-1,3-1 221,3-1 1,2 2 0,2-3 0,0 1-409,0-2 1,0-1 0,2-3-144,4 1 0,3-1 0,9-1-16,-1-5 1,-5 3 0,0-8-11,1-3-99,-5-1 0,2 4-70,-5 0 0,-5 6 1,2-5-363,-6 3 1,-7-4 0,3 4 0,-2-1-369,-3 1 1,-1-4 922,3 6 0,-13-9 0,5 5 0</inkml:trace>
  <inkml:trace contextRef="#ctx0" brushRef="#br0" timeOffset="2417">1816 507 8100,'0'-11'164,"0"-1"1,6 6 184,0-5 0,2 5 938,-2-6-627,-5 8 1,5-4-380,-12 8 0,3 2 0,-9 4-338,-2 6 0,5 3 0,-1 3 0,0-1 35,1 1 0,5-1 0,-2 1 0,4-1-124,2 1 0,0-7 1,0 1-1,2 0 11,4-3 0,3-1 0,9-8 0,-1 0 31,1 0 1,-1-2-1,1-4 1,-1-5-47,1-5 0,-1-1 0,1-1 1,-1-1 73,1-5 1,-7 5 0,-1-4 0,-2 1 167,-5-1 0,-1 4 1,-2-5 88,0 5 0,0 2 0,-2 1 0,-1 3 142,-3 1 0,-2 8-9,2-2 0,4 6-240,-4 6 1,5 4-1,1 7 1,0 1 55,0-1 1,1 1 0,3-1 0,2 0-62,-2 1 0,4 1 0,0 3 1,-1 1-60,1-2 0,4-1 1,-5-3-1,1 1-26,0-1 0,-2 1 0,-4-1 0,2 1-92,1-1 1,1-5-160,-6-1-66,0 1 1,0-4-35,0-8 0,0-8 1,0-12 82,0-3 0,0 4 0,0-6 0,0 1 47,0 1 1,2-2 0,2 3-1,4-1 213,2 2 1,-5 1-1,7 3 362,2-1 0,-1 7 1,1 1 114,-3 2 1,1 3-1,4 6 1,-3 5-6,-1 6 1,-1 3 0,7 3 0,-1 1-296,1 5 0,1-5 1,3 4-1,3-3-448,2-3 0,-6-1 0,3-3 1,-5-3-464,-1-2 0,-7 3 0,1-5-1538,1-2 2296,-5-2 0,0-10 0,-8-1 0</inkml:trace>
  <inkml:trace contextRef="#ctx0" brushRef="#br0" timeOffset="2599">1659 1 7904,'-56'15'0,"3"-1"650,9-2 1,15-1 0,15 5 469,18-5 1,14-3 0,14-8 0,1 0-1568,2 0 0,-4 0 0,10-2 447,-4-4 0,6-3 0,1-9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2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18 7732,'-18'0'318,"9"0"0,-1-2 0,4-2 287,-6-2 1,3 0-60,-3 6 1,6 0-107,-5 0 1,5 0-217,-6 0 1,3 2-1,-5 2-127,2 2 1,8 8 0,-1-3-151,3 5 0,2 1 0,0 1 2,0-1 1,7-7 0,5-4-57,4-4 1,1-2-1,0 0-117,1 0 0,-1-2 0,1-2-256,-1-2 1,-5-8 113,0 3 1,-7-3 0,5 1-775,-2 1 0,-2 6 1140,-6-5 0,-8 7 0,-2-4 0</inkml:trace>
  <inkml:trace contextRef="#ctx0" brushRef="#br0" timeOffset="353">350 70 8869,'0'12'1414,"0"0"-1128,0 1 0,0 3-249,0 1 0,0 1 1,0-1-31,0 1 0,2-7-248,4 1 220,-4-8 1,5 2-16,-7-12 0,0-4 0,0-7-73,0-1 1,2 1-1,2-1 75,2 1 0,2 1 0,-4 3-246,1 1 0,9 2-137,-2-1 1,3-3 0,3 8 416,-1 2 0,1-5 0,-1-1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32.7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175 594 7812,'-17'0'0,"-1"0"0,7 0 368,-1 0 1,6 2 0,-4 4 0,3 8 180,3 7 0,2-2 0,2 7 0,0-1-376,0 4 0,0 2 1,0 0-1,-2-2-456,-4 2 0,4 2 0,-4 2 0,2-2-436,-1-4 0,3-2 0,-6-5 0,2 1 719,0-2 0,-15-1 0,2-3 0</inkml:trace>
  <inkml:trace contextRef="#ctx0" brushRef="#br0" timeOffset="301">123 577 8296,'2'-16'1754,"4"5"-1388,5 5 0,7-2 0,3 2 1,2 2-198,-1 2 1,-1 2 0,0 2 0,3 2-55,-3 2 1,-7 8-1,-3-3 1,1 5-30,-2 1 0,-3 1 0,-7-1 0,0 1-248,0-1 0,-7 6 1,-5 1-1,-4-3-248,-1-2 0,-6-1 0,-3 1 0,-1 1-186,-4-3 0,4 3 0,0-15 0,2-1-703,3-2 1299,3-2 0,-6 0 0,-3 0 0</inkml:trace>
  <inkml:trace contextRef="#ctx0" brushRef="#br0" timeOffset="533">577 105 7880,'0'18'262,"-6"-1"0,0 1 0,0 1 386,-1 4 1,5 1 0,-4 9 0,4 5-436,2 5 0,-2-2 1,-2 5-1,-2 3-326,2 1 0,2 1 0,2-5 1,-1-5-142,-5-4 0,4-2 0,-4-2 0,4-4-285,2-6 1,0-9 538,0-2 0,-8-9 0,-1 5 0</inkml:trace>
  <inkml:trace contextRef="#ctx0" brushRef="#br0" timeOffset="1053">786 612 7916,'0'-18'186,"0"1"0,6-1 68,0 1 0,0-1 0,-6 1 98,0-1 1,0 7-58,0-1 1,-2 8-223,-4-2 0,-2 6 0,-5 6 0,1 6-153,-1 3 0,-1 9 0,0 1 0,5 2 64,1 4 0,-4-4 0,6 2 0,3 1-87,1-3 0,2 0 0,0-6 1,0 2-89,0-1 1,0-9-1,2-3 1,3-2 72,7-4 0,4-2 0,1-4 0,-1-4 53,-5-6 0,5-3 1,-5-3-1,3 1 42,-2-1 0,3-5 1,-5 0-1,0 1 89,-5 3 1,3 2 0,-2-1 156,-2 1-69,-2 7 1,-2 4 0,-2 12-23,-4 6 1,2 9-1,-6 4 1,3 0-126,3 1 0,-4 5 1,2-2-1,2 2-191,2-2 0,2 2 1,0-8-1,0-1-606,0-3 1,2 4 789,4 1 0,4-9 0,7-7 0</inkml:trace>
  <inkml:trace contextRef="#ctx0" brushRef="#br0" timeOffset="1468">1136 647 7826,'-18'23'217,"3"0"1,1 0 164,3 3 1,7-7 0,-2 6 0,4-1-200,2-1 0,0 0 1,0-5-1,0-1-364,0 1 0,0-1 0,2-1 58,4-5 0,-2-3 0,7-8-77,3 0 1,-5-2 0,1-4 0,0-5-20,0-5 0,-1-1 0,5-3 0,-4-1 113,-3-2 1,7-3 0,-4 5 0,1-4 8,1-2 1,-2 3 0,3-3 0,-3 2 31,-2 4 1,3-5 0,-3 3 697,2 2-317,1 1 1,1 11 0,-2 7 0,-3 9-6,-3 11 1,-2 9 0,-2-2-1,0 2-208,0 4 0,0 2 0,0 2 0,0 0-514,0 0 0,0-6 1,0-1-412,0-3 1,2-2 821,4-6 0,4-7 0,7-2 0</inkml:trace>
  <inkml:trace contextRef="#ctx0" brushRef="#br0" timeOffset="1683">1695 53 7825,'-24'23'0,"1"0"0,0 14 0,5-2 0,3 4 596,3 4 1,-1 3 0,7 14 0,0 8-451,-2 6 0,6 2 1,-4-6-1,4-2-779,2-4 0,0 0 1,0-12-1,0-9-73,0-10 1,0-8 123,0-8 582,0-7 0,0-10 0,0-10 0</inkml:trace>
  <inkml:trace contextRef="#ctx0" brushRef="#br0" timeOffset="2027">1433 437 7807,'-6'17'86,"0"1"158,2-1 0,2-5 0,2 0 1,0 1 281,0 3 1,8-1 0,4-1 0,5-2-245,6 1 1,-1 1 0,5-1-1,0-3-66,0-2 0,2 3 0,6-5 0,0-2-94,0-2 0,-2 4 0,-2 0 1,-4-2-65,-2-2 1,-1-2 0,-7 0 139,1 0 1,-3 1 40,-3 5 1,-4 4-1,-8 7-181,0 1 1,0-6 0,0-1-1,-2 1-194,-4-2 1,4 5-1,-6-5 1,2 1-588,0 1 1,1-6 0,3 6-2467,-4 1 3189,4-5 0,-6 7 0,8-5 0</inkml:trace>
  <inkml:trace contextRef="#ctx0" brushRef="#br0" timeOffset="2399">2184 542 7868,'-24'23'821,"1"0"1,2 1-269,1 1 1,3-4 0,1 6 0,5 1-175,5-1 1,4-6 0,2 2 0,0-3-362,0-3 1,6-5 0,1-2-237,3-3 1,-4-1 0,6-6 49,1 0 0,-3-2 1,0-4-1,-1-5-294,1-5 0,-4-1 0,4-1 0,-1 1 221,1-1 1,-4 1 0,3-1 0,1 1 145,0 0 1,-6-1 0,3 1 253,1-1 1,-4 1 624,8-1-435,-1 1 1,-1 9 0,-4 8 0,-2 12 24,2 9 1,-4 0 0,5 6-1,-1 1-268,0-1 0,6 0 0,-5 4 1,3-4-659,4-2 0,-5-1 1,1-7-1,0-1-2264,-1-5 2816,3 5 0,6-14 0,-1 6 0</inkml:trace>
  <inkml:trace contextRef="#ctx0" brushRef="#br0" timeOffset="2616">2550 542 8145,'-23'35'0,"0"-2"657,1-4 1,3 10 0,3-4 0,5 1-185,5 1 1,4-2 0,2 0-1,0 0-466,0 0 0,0 0 1,0 0-1,0-2-738,0-4 0,-2-4 1,-4-7-364,-5-1 1,-5-1 1093,-1-5 0,-9-11 0,-1-9 0</inkml:trace>
  <inkml:trace contextRef="#ctx0" brushRef="#br0" timeOffset="2799">1729 123 7716,'-7'-12'0,"-3"0"206,0-1 1,5 5-1,10 2 1,11 4 109,11 2 0,4 0 0,16 0 0,-1 0-1877,-1 0 1561,5 0 0,3 8 0,9 2 0</inkml:trace>
  <inkml:trace contextRef="#ctx0" brushRef="#br0" timeOffset="3583">3092 542 7962,'-10'-8'2704,"2"6"-2331,0-6 0,7 10 0,-5 4 0,4 6-126,2 3 0,0 3 0,0 1 0,0 2-129,0 3 1,-6 5 0,0-4 0,2 2-200,2 4 0,-4-4 1,-1 1-1,-1-3-37,0-4 0,-3-1-284,5-3 0,-6-9 156,6-8 1,0-8-1,8-9 1,2-3 184,2-3 0,2-4 0,-2-8 0,5 2 28,5 4 1,-5-4 0,1 6 0,2-3 40,1 1 1,3 8 0,-1-2 0,1 3 135,-1 3 1,1 1 0,-1 5-181,0 5 1,1 4-1,-1 2 1,3 0-167,3 0 0,-3 2 0,3 4 0,-4 5 22,-1 5 0,-1 1 0,1 1 1,-1-1-296,1 1 1,-1-1-1,0 1 1,1-3-1254,-1-3 1728,-7 3 0,6-5 0,-7 8 0</inkml:trace>
  <inkml:trace contextRef="#ctx0" brushRef="#br0" timeOffset="3900">3476 629 7835,'-18'6'-45,"1"0"58,7 0 1,4-6 0,12 0 521,6 0 1,-2 0-1,1-2 1,3-2-554,1-2 0,-3-6 0,-2 5 0,-1-1 0,1 0 0,-4-4 0,4 5 132,-3-3 1,-1 4-57,-6-6 1,-2 9 0,-4-3 34,-5 4 1,1 10 0,-2 3 0,-1 5-67,-3 1 0,-1 3 0,-1 1 0,3 2-208,3-1 0,-1 3 1,7-2-1,2-2-501,2-1 1,2-3 0,2-1 681,4-5 0,4-3 0,7-8 0</inkml:trace>
  <inkml:trace contextRef="#ctx0" brushRef="#br0" timeOffset="4099">3860 0 7835,'-29'26'95,"0"3"0,6 6 1,-3 3-1,5 5 494,6 2 0,3 1 0,-2 7 0,5 3-652,1 8 0,-4-6 0,6 10 1,3-6-458,1-5 0,0 1 1,-2-6 519,-2-7 0,0-6 0,6-4 0</inkml:trace>
  <inkml:trace contextRef="#ctx0" brushRef="#br0" timeOffset="4584">3895 664 7835,'-17'0'129,"5"0"538,0 0 1,6 0-445,-5 0 1,5 2-1,-6 4-76,-1 5 0,3 5 1,0 1-119,3 1 1,-1-1-1,4 1 1,-2-1-322,2 1 1,2-1 64,2 1 0,8-9 0,4-3 1,3-4 72,3-2 0,-1-8 1,1-3-1,-1-5 25,1-1 0,5-3 0,0-1 0,-1-2 138,-3 1 0,-2 3 1,-1 2-1,-3-1 238,-1 1 0,-6 1 0,4 2 121,-3 3 0,-1 9 1,-8 2-133,-4 10 0,3 5 0,-9 3 1,0 1-115,3 4 1,-5-3-1,6 3 1,1-2-341,-1 3 0,2-5 0,6 4 0,0-3-413,0-3 0,0-5-273,0-1 0,2-7 904,4 2 0,3-4 0,9-2 0</inkml:trace>
  <inkml:trace contextRef="#ctx0" brushRef="#br0" timeOffset="4816">4384 70 7822,'-29'37'0,"0"4"0,8-2 0,-5 7 0,3 3 818,0 1 1,-1 10 0,7 2 0,-1 3-866,1-1 1,2 0-1,1 5 1,2-1-487,-1-4 0,3-7 0,0-15 0,1-11-1661,-1-9 2194,6-1 0,-4-27 0,8 4 0</inkml:trace>
  <inkml:trace contextRef="#ctx0" brushRef="#br0" timeOffset="5082">3965 524 7766,'-10'8'796,"-3"-4"-546,7 8 1,0-7 0,8 5 0,4 0-52,5 0 1,5-5-1,3 5 1,3 0-19,1-1 1,6 1 0,-4 4 0,1-5-116,-1-1 0,6 6 0,-4-4 0,2-1-84,0-3 0,-7 4 1,1-1-1,-4 3-49,-1 0 1,-3-6-1,-1 5-125,-3 3 1,-7 1 0,2 3-250,-4-1 1,-2-5-1253,0 0 1693,0-9 0,-8 5 0,-1-8 0</inkml:trace>
  <inkml:trace contextRef="#ctx0" brushRef="#br0" timeOffset="5683">4541 751 7753,'-8'18'66,"-1"-1"1,-7 1 0,3-1 524,1 1 0,6-7 0,-3 1-228,1 2 0,4-7 1,10-1-368,5-4 1,3-4 0,1-4 0,1-5-57,3-5 1,3-1 0,-5-1-1,1 1 16,-1-1 1,1 1 0,-1-1-1,0 1 6,1-1 1,-1 1 0,1 0 57,-1-1 0,1 1 36,-1-1 96,1 1 0,-9 15 0,-5 8 8,-8 7 1,1 7 0,-7 1-1,0 2-95,0-1 0,7-1 0,-5 0 0,2 2-25,0-1 0,-2 3 0,5-2 0,-3-1-86,2-3 1,0-1 0,0-1-57,-2 0 1,0-5-644,6 0 263,0-1 1,2-3 408,4-8 1,-4-2 0,6-7 0,-2-1 28,0 0 0,7-2 0,-3-5 34,0 0 1,3 5-1,-5 2 1,0 0 226,-1 1 0,5 3 279,-6-6 1,5 7 379,-5-7 1,2 8-407,-2-2 1,-4 6 0,4 6-331,-4 6 0,-2-3 0,0 3-512,0 2 0,0-5 1,0 3-443,0 1 0,0-3 0,2 0-289,3-2 0,-1-3 1103,8-5 0,0 0 0,5 0 0</inkml:trace>
  <inkml:trace contextRef="#ctx0" brushRef="#br0" timeOffset="6017">5222 786 7753,'-17'10'648,"-1"-2"0,1-6-170,-1 4 0,1-3 1,0 7-1,-1 0-49,1 0 1,1-5 0,3 5 0,3 0-152,2-1 0,-4-3 1,5 6-292,-3 1-1,6-3 1,-2 2-5,4 1 1,2-3-235,0 2 0,8-3 188,4 3 1,3 2-1,1-7 137,-5 3 0,3-4 0,-6 4 0,0-1-16,-1 1 0,5-4 0,-6 6 0,-2 1-205,-2 3 1,-2-5 0,0 1-635,0 2 0,-8 1 0,-4 3-60,-3-1 0,-3-5 0,1-3 0,-1-1 842,1-4 0,-8-10 0,-3-4 0</inkml:trace>
  <inkml:trace contextRef="#ctx0" brushRef="#br0" timeOffset="6450">5327 53 7842,'0'17'305,"-2"1"0,-2 1 1,-2 4 422,3 7 1,1 4 0,2 5 0,0 6-170,0 5 1,0 5 0,0 11 0,-2 0-578,-4 5 1,2-1-1,-6 6 1,3-6-166,3-6 1,-6-6 0,0-11 0,-1-7-6,-1-3 1,2-10 0,-3-5-738,1-9 583,8-5 0,2-16 1,10-3-1,2-5 173,3-1 1,-3-1-1,2-1 1,1-2 162,3-3 0,-1 1 1,-1 5-1,-3 1 272,3 0 0,2-1 534,1 1 0,1 1-173,-1 4 0,-7 7 1,-3 10-1,-1 7-186,0 4 0,0 3 1,-4 2-1,2 5-211,2 1 1,-1 0-1,-3 4 1,2-4-273,2-2 1,0-1 0,-6-5-993,0 4 1,-2-3-1016,-4 3 0,2-6 2049,-7-5 0,-1-12 0,-6-10 0</inkml:trace>
  <inkml:trace contextRef="#ctx0" brushRef="#br0" timeOffset="6665">5659 1136 8027,'-18'15'0,"1"-1"762,0-3 0,-1 1 1,3 5-112,3 1 0,4-1-1442,8 1 1,2-8 83,4-5 1,-2-3-1,7-4-198,3-3 905,2-5 0,1-8 0,0 1 0</inkml:trace>
  <inkml:trace contextRef="#ctx0" brushRef="#br0" timeOffset="7050">5834 1171 7687,'-18'34'0,"1"1"480,-1 0 0,7 0 1,-1 2-1,0 2 6,3 2 0,-1 1 0,6-3 0,-2 2-286,2-2 0,0-2 1,1-4-1,-3-4-510,2-6-52,-6-11 0,8-7 0,-4-10-119,4-7 1,8-4-1,2-1 1,0-2 278,0-5 1,5-1 0,-1-8 0,1 0 171,-1-4 0,4-2 0,-5 4 0,5 1 13,1-1 1,1 0 0,-1 0-1,1 2 486,-1 4 0,-5 3 0,-1 7 452,3-4 0,-1 13-485,-1 4 1,2 12 0,-9 13 0,-1 5-205,-2 5 0,-8 4 0,1 2 0,-1-2-261,-2-4 1,6 2 0,-6-8 0,3-1-876,-1-3 1,0-2 0,4 1-2317,-4-1 3220,4-7 0,-6-2 0,8-8 0</inkml:trace>
  <inkml:trace contextRef="#ctx0" brushRef="#br0" timeOffset="7299">6532 1031 7687,'-23'8'0,"-2"3"649,-3 5 1,7 1-1,-2 1 1,3-1-2,3 1 1,0 5 0,1 2 0,2 0-305,3 1 0,7 3 0,-2-6 0,4-2-275,2-1 1,-6-3-1,0 1 1,3-1-435,1 1 0,2-1-154,0 0 0,0-5-334,0 0 1,0-6-1,-2 3-1906,-4-1 2759,-4-2 0,-7-6 0,-1 0 0</inkml:trace>
  <inkml:trace contextRef="#ctx0" brushRef="#br0" timeOffset="7482">5886 839 7803,'-17'6'897,"-1"-1"0,6 3-241,1-2 0,9 4-1684,2 7 1028,0 1 0,15-1 0,-5 0 0</inkml:trace>
  <inkml:trace contextRef="#ctx0" brushRef="#br0" timeOffset="7665">4314 262 7709,'-50'-17'64,"3"1"1,8 5 92,8 5 1,12 4 0,9 4-465,2 4 1,3 3 0,5 9 306,0-1 0,7 9 0,3 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45.4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315 280 7638,'-6'-11'-247,"0"-1"0,1 6 803,5-5 1,-6 5 0,0-6 71,2-1 0,2 3-133,2-2 1,-6 1-153,0-7 1,-7 3-289,1 3 0,-3 2 0,-3 6-32,1-1 1,-1 1-1,-1 9 1,-2 7 22,-3 4 0,1 3 1,5 2-1,3 5 6,3 1 1,-1-4 0,5 4 0,0 0-27,0 1 0,3-7 1,5 2-1,2-3-43,3-3 1,5-1 0,9-5 0,3-5-11,1-4 0,2-2 0,-3 0 1,1-2-39,-2-4 1,-1-3 0,-1-9 0,1 1 39,-3-1 1,4 1-1,-11-3 1,2-1 31,-1-2 0,-7-1 0,2 7 67,-4-1 1,-2 1-37,0 0 0,-8 7-43,-3 4 0,1 4 0,0 4 0,2 4-31,5 5 1,-5 5 0,2 1 0,2 1-226,2-1 0,2 7 1,0-1-1,2-2-377,4-1 1,4-3 0,7 1 0,1-1 637,-1 1 0,8-9 0,2-1 0</inkml:trace>
  <inkml:trace contextRef="#ctx0" brushRef="#br0" timeOffset="232">717 106 7914,'-29'11'100,"1"1"0,1 0 329,0-3 1,6 7-1,-3-3 1,7 7-176,5 3 0,-3 2 0,5-3 1,0 1-281,5-2 0,3 5 1,2-1-1,0 0-160,0 0 1,0-1 0,0-7-1,2 0-323,3 1 0,5-3 0,8-3 76,-1-6 1,6-4 0,3-2 432,1 0 0,-6-8 0,4-2 0</inkml:trace>
  <inkml:trace contextRef="#ctx0" brushRef="#br0" timeOffset="431">856 176 7801,'-17'17'0,"-1"1"97,1-1 0,7 0 0,4 1 115,4-1 1,2 1 0,2-1 0,4-1-202,6-5 0,3 5 1,3-6-1,-1 1 137,1 1 0,-1-8-148,1 2 0,7 3 0,2 1 0</inkml:trace>
  <inkml:trace contextRef="#ctx0" brushRef="#br0" timeOffset="798">1206 141 7892,'-28'17'0,"5"1"0,4-1 0,3 2 0,3 3 0,3 1 494,2-2 1,-3 5 0,5-3 0,2-2-384,2-1 0,2-3 0,0 1 0,2-3-198,4-3 1,-2-4 0,7-8 177,3 0 0,-4-6 1,1-2-1,1-2-119,-3-3 0,7-3 0,-6-1 1,1-3 48,1-3 1,0 4 0,3-5 0,-1 5 28,-3 1 0,-1-5 1,4 0-1,-3 2 78,3 1 0,-4 8 1,1 1 163,3-3 0,1 1-112,3 1 1,-8 6 0,-5 12-233,-3 6 1,-2 9 0,0 4 0,0 0-204,0 1 0,2-1 0,2-4 0,2 3-542,-2-3 0,-2-2 1,0-3 796,4-5 0,3 5 0,9-6 0</inkml:trace>
  <inkml:trace contextRef="#ctx0" brushRef="#br0" timeOffset="1098">1677 123 7892,'-27'16'178,"4"-5"1,1 5 0,1-4 0,-2 3 549,1 3 1,-1-1-1,4 2 1,5 3-229,4 1 1,-1 0 0,5-5-375,2-1 0,2-5 0,4-2-91,4-3 1,4-1 0,7-6-144,1 0 0,-1-6 0,0-1 1,-1-3-186,-4-4 1,3 5-1,-5-3 1,1-2-38,1-1 0,-6-1 0,4 3 1,-3 1-232,-3-2 0,4 5 0,-2-3-460,-2-1 1,4-3 1020,-3-1 0,9-1 0,-4 1 0</inkml:trace>
  <inkml:trace contextRef="#ctx0" brushRef="#br0" timeOffset="1514">1974 106 7892,'-17'11'55,"-1"-1"0,1 0 162,-1-1 0,1-3 1,-1 4-1,1 0 227,-1-1 1,7-3-1,-1 6-264,-2 1 0,5-3 0,-1 2-227,2 1 0,2-3-310,6 2 50,0-8 1,2 3 173,4-7 1,-2 0-1,8 0 80,1 0 0,-3 0 0,2 0 93,1 0 1,3-5-1,1-1 134,1 2 1,-1 2-1,1 0 1,-1-2 27,1-2 1,-1 0-1,1 6 1,-1 0 137,0 0 1,-5-2-1,0-1 247,1-3 0,-5 2-337,-2 10 0,-4-2 1,-4 5-1,-4 1-253,-6 0 1,-9-1 0,-2 5 0,1-2-414,3 1 1,4-3 0,1 0 0,2-1-3759,-1 1 2427,5-6 1747,0 4 0,0-8 0,-1 0 0</inkml:trace>
  <inkml:trace contextRef="#ctx0" brushRef="#br0" timeOffset="1832">2376 1 7892,'-8'17'733,"-2"1"-210,1-1 0,-5-5 1,6 0-1,0 1-131,1 3 1,-1 1-1,4 1 1,-2-1-191,2 1 0,2-1 0,2 1 0,0-1-141,0 0 1,0-5-1,2 0-156,4 1 1,2-3 0,6 0-158,-3-3 1,1-1 106,5-6 0,1 0 50,-1 0 1,-5 0 510,-1 0 1,-7 2-409,2 4 0,-12-2 0,-5 6-232,-5-3 0,-7 7 1,-2-4-1,-1 1 121,1 1 1,-6-6 0,2 5 102,-4 3 0,-2 2 0,0 1 0</inkml:trace>
  <inkml:trace contextRef="#ctx0" brushRef="#br0" timeOffset="2382">472 1084 7883,'-29'6'426,"0"-1"0,8 9 1,-3 0-1,5 5-31,1 4 1,9 8 0,3-2-1,4 4-56,2 2 0,0 0 0,0-2 0,0-2-385,0-2 1,0-7 0,0 1 0,2-4-665,4-1 1,-4-1-224,3 1 0,5-9 0,0-5 361,0-8 1,-3-5 0,-5-9 571,4 1 0,-4-1 0,6 1 0</inkml:trace>
  <inkml:trace contextRef="#ctx0" brushRef="#br0" timeOffset="2632">507 1014 7694,'8'-10'-72,"-4"-3"1,7 7 185,3 2 0,1 2 0,3 4 0,-1 4 592,1 5 1,-1-1 0,1 2 0,-1 1-335,1 3 1,-7 1 0,-1 3-1,-2 1-282,-4 2 1,-2 1 0,-4-7 0,-4 2-32,-6 5 1,-9-5 0,-2 4 0,1-3-533,3-3 1,-4-5 0,-1-2 0,3-3-509,2-3 0,1-2 1,1-2 980,-1 0 0,1 0 0,-1 0 0</inkml:trace>
  <inkml:trace contextRef="#ctx0" brushRef="#br0" timeOffset="2831">979 717 8090,'-26'17'87,"5"11"0,-4 5 0,3 5 482,7 1 0,9-2 0,0-2 1,4 0-249,2 0 0,0 0 0,0-2 0,0-2-539,0-2 0,2-6 0,2 4 0,2-1-1141,-2-5 1,6-2 1358,1-1 0,5-8 0,1-3 0</inkml:trace>
  <inkml:trace contextRef="#ctx0" brushRef="#br0" timeOffset="3382">1206 1084 7123,'-8'-10'96,"-4"4"1,4 2 0,1 0 895,-1-1 0,4-7-571,-8 6 1,9-2 0,-5 5-194,0-3 0,4 0 0,-8 6-109,-1 0 0,3 2-305,-1 4 1,1 3-1,-4 9-63,3-1 0,7 1 1,-2-1 9,4 1 1,2-7 0,2-1 161,4-2 0,3-2 0,9-6 0,-1 0 29,1 0 1,-1 0 0,1-2 0,-1-4 12,1-6 1,-1 2 0,1-1 70,-1-3 1,1 1 0,-3-1 281,-3 2 717,3 1-534,-13 1 0,6 10 0,-8 12-266,0 3 1,-6 3-1,0-1 1,1 1-193,-3-1 0,6 1 0,-4-1-845,4 1 1,2-1-836,0 0 0,2-7-260,4-4 1897,3-4 0,9-10 0,-1-2 0</inkml:trace>
  <inkml:trace contextRef="#ctx0" brushRef="#br0" timeOffset="3781">1590 909 7928,'-8'18'40,"-2"-1"0,-7 0 1,1 1 305,5-1 1,-3 1 0,6-1-1,1 3-75,-1 3 1,2-4-1,6 5 1,0-5-99,0-1 0,0-7 0,0 1-39,0 1 1,2-5-603,4-2 1,4-4-268,7-2 1,-5-8-1,-1-3 466,3-5 1,-4-1 0,-1-1-1,1 1 97,0-1 1,-5 1 0,5-1 0,0 1 120,0-1 1,-5 1 0,7-1 224,2 1 0,-5-1 670,3 1-303,-8 7 0,4 4 0,-8 12-198,0 6 0,0 3 1,0 3-1,0-1-283,0 1 1,0-1 0,0 1 0,0-1-391,0 1 0,0-1-228,0 1 0,0-7 0,2-1-1056,3-2 1614,-3-2 0,14-6 0,-6 0 0</inkml:trace>
  <inkml:trace contextRef="#ctx0" brushRef="#br0" timeOffset="4015">2044 525 7928,'-27'27'-87,"2"6"0,7-2 1,1 6 687,-1 4 0,3-1 1,1-3-1,4 4-223,3 6 0,1 1 1,6 1-1,0-5-574,0-1 0,0-2 0,0-8 0,0-4-634,0-6 1,2-5 356,4-7 0,-3-3 1,7-10-1,-2-4 473,-4-5 0,5-5 0,1-1 0</inkml:trace>
  <inkml:trace contextRef="#ctx0" brushRef="#br0" timeOffset="4333">1764 804 7928,'-17'2'165,"0"4"1,5-2 0,2 8 266,2 1 1,3-3 0,5 2-364,0 1 0,2 1 0,3-1 0,7-3 45,4-2 0,1 3 1,2-3-1,5 0-65,5 0 0,-2-3 0,2-3 0,0 2-127,-2 2 0,6 0 0,-5-6 1,1 0-6,0 0 0,-8 0 0,4 0 0,-1 0-4,-1 0 1,-6 6 0,-5 0 24,2-3 1,-1 7 66,-1 2 0,-4-2 0,-8 1-4,0 3 1,0-5 0,-2 1 0,-2 0-89,-2 0 1,-2-5-800,2 7-608,4-8 1494,-5 4 0,14-16 0,3-2 0</inkml:trace>
  <inkml:trace contextRef="#ctx0" brushRef="#br0" timeOffset="4699">2550 822 7928,'-7'17'0,"-5"1"0,-4 5 0,1 0 0,1 1 0,3 1 0,7-6 0,-4 6 0,2-1 576,0-1 0,1 6 0,5-6 1,2 1 48,3 1 0,-3-6 1,4 5-1,-2-7-576,2-5 0,-4-3 0,6-5-496,-1 2 0,-3 0 1,8-6-130,1 0 0,-3-2 0,2-4 167,1-6 0,-3 3 0,0-3 160,-3-1 1,7-1 825,-2 2-222,-5-3 0,1 15 0,-8 0 48,0 10 1,0 7-1,0 4 1,0 5-44,0 1 0,-6-4 1,1 6-1,1 2-664,2 2 0,-4 0 1,0-4-1,0-5-579,-1-5 0,5-2 0,-6-1-1648,0-4 2531,6-5 0,-13-7 0,5 0 0</inkml:trace>
  <inkml:trace contextRef="#ctx0" brushRef="#br0" timeOffset="4864">2271 717 7928,'-18'-25'-86,"-3"0"1,2-3 0,5 9 799,4 5 1,5 3 0,7-5-614,3 5 1,5 3 0,10 8 0,1 0-310,2 0 0,2-6 0,-3 0 1,1 2 207,-2 2 0,7-5 0,-1-3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51.57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227 367 8080,'-19'0'82,"-5"0"1,11 0 0,-5 0-1,3 0 177,-1 0 1,5 0 0,-1 2 0,-2 4-128,-1 6 0,3 3 0,3 3 0,-1 1 13,0 5 1,4-3-1,-3 6 1,1 0-5,4 0 1,2-3-1,2 3 1,2-2-59,4-4 0,3-3 1,9-7-1,-1-5-80,1-4 1,7-4-1,2-4 1,2-5-67,0-5 0,-5-3 1,3-2-1,-2-5-48,-3-1 1,-3 0 0,-2-4 0,1 4-12,-1 2 1,-5-5-1,-2 7 1,-3 2 13,-3 1 1,-4 3 0,-6 0 0,-5 1-199,-5 4 0,-3-1 0,-2 7 0,-3 2-273,3 2 1,2 2 0,1 2 578,1 4 0,-1 4 0,1 7 0</inkml:trace>
  <inkml:trace contextRef="#ctx0" brushRef="#br0" timeOffset="319">803 263 7996,'-2'-10'856,"-3"4"1,1 4 0,-8 2-342,-1 0 0,-3 2 0,-1 4-365,-1 6 1,-5 5-1,-1 4 1,1 5-148,-2 1 1,6-4-1,-5 4 1,5-2-258,1-3 1,7 3-1,1-2 1,2-1-413,4-3 0,2-1 1,4-1-1,4-1 194,6-5 1,3-3 0,5-8 0,1 0 471,2 0 0,9-16 0,-5-3 0</inkml:trace>
  <inkml:trace contextRef="#ctx0" brushRef="#br0" timeOffset="550">1048 245 7899,'-33'16'0,"2"-3"236,2-1 0,7 0 1,-3 3-1,2-1 294,0-3 0,-1 3 0,7 7 0,1 3-93,5-3 0,-3-2 1,8-1-1,2-1-404,2 1 1,2-1 0,0 1-168,0-1 1,8 1 0,6-3 0,5-3-667,4-6 1,3-5 0,-3-2 0,6-3 799,4-2 0,2-16 0,0 3 0</inkml:trace>
  <inkml:trace contextRef="#ctx0" brushRef="#br0" timeOffset="1018">1397 385 8030,'-19'8'87,"-3"3"421,-1 5 0,2 1 1,7-1 514,3-5 1,5 3-459,-6-8 0,8 2-151,-2-3 0,3-3-62,-3 4-538,4 4 1,-6-6-376,8 7 0,0-5 227,0 6 1,8-8 0,3 2 110,5-4 1,1-8 0,1-2 0,-1-2 41,1-3 0,5-3 0,0-1 0,-1-1 139,-3 1 0,-1 5 0,-1 0 0,0 1 176,1 1 0,-6-3 984,-1 7-810,1 0 1,-2 14 0,-5 3 0,-3 5-261,-2 1 0,0 3 0,0 1-423,0 2 1,0 1 0,0-7-244,0 1 0,2-9 0,4-3-123,6-4 0,3-2 1,3-2 740,-1-4 0,1-3 0,-1-9 0</inkml:trace>
  <inkml:trace contextRef="#ctx0" brushRef="#br0" timeOffset="1335">2008 228 7930,'-17'6'-37,"-1"-1"0,1 1 277,0 2 0,-1-4 0,1 6 0,-1-1 432,1 1 1,-1 4 0,1 7 0,-1 2-227,1-2 1,-1 1-1,1-1 1,-1 2-25,1-1 0,7-3 0,4-1-235,5-1 1,1-5 0,1-3-281,5-1 0,4-2 0,7-6 9,1 0 0,-1 0 0,1 0 8,-1 0 0,-1 2 0,-3 2-80,-1 2 1,-8 7-171,2-1 1,-4-2 0,-4-1-1,-2 1-596,-2 0 0,-8-4 1,3 3-215,-5-1 0,-1 4 1136,-1-6 0,1 7 0,-1-3 0</inkml:trace>
  <inkml:trace contextRef="#ctx0" brushRef="#br0" timeOffset="1567">2183 298 7883,'-2'11'228,"-2"1"0,-2 1 291,3 3 1,-5-4 0,2-1 0,2 3-38,2 1 1,2 3-1,2-1-607,4 1 1,2-1-1,5-1 1,-1-3-77,1-1 0,-3-8 0,2 2-671,1-4 0,3-2 872,1 0 0,1-8 0,-1-2 0</inkml:trace>
  <inkml:trace contextRef="#ctx0" brushRef="#br0" timeOffset="2133">2323 280 7920,'-8'12'123,"-4"-1"0,3-5 0,-1 6 761,2 1 1,4-5-1,10-2-472,6-4 1,5-2 0,5 0-1,1 0-18,-2 0 0,-1 0 1,-1 0-1,2 0-206,3 0 1,-1 0 0,-6 0 0,1 0-166,-1 0 0,-5 0 0,0 0-236,1 0 0,-3 0-660,2 0-352,-9 0 833,5 0 416,-8 0 0,-2 0 238,-4 0 151,5 0 0,-7 2-364,8 4 1,2 1-1,2 7-31,1-2 1,3-8 0,-2 1 0,4-1 50,-1 2 0,7-4 0,-4 4 0,3-4-15,3-2 1,5-6-1,0-2 1,0 0 141,3 1 0,-7-5 1,4 4-1,-3 1 220,-3-1 1,1 0-1,-1 4-9,1-2 0,-1 1 0,0 5-122,1 0 0,-6 0 1,-1 0-177,3 0 0,-4 5 0,-1 3 0,-1 2-116,-4 3 0,4-3 0,-3 2 128,-1 1 0,-2 3-1577,-2 1 1,0-5-2885,0 0 4340,0-9 0,-7 5 0,-3-8 0</inkml:trace>
  <inkml:trace contextRef="#ctx0" brushRef="#br0" timeOffset="2316">2253 1 8001,'-35'6'1061,"0"-1"0,8 1 0,4-4-82,3 4 0,12-4-1116,8 4 1,8 1 0,10-1 0,-1-2-498,1-2 1,5-2-1,2 0 634,2 0 0,-5 8 0,3 2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6.3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175 359 7867,'0'-17'-1,"0"-1"1,-7 1 0,-3-1 0,-2 1 259,1-1 0,5 1 0,-4-1 0,0 1 539,1 0 0,3 1-188,-6 4 0,8 8 0,-2 18-203,5 15 1,-5 14 0,0 17 0,2 10-204,2 9 0,2 15 1,0 5-1,0-47 0,0 0-216,0 3 1,0 1 0,3-1-1,0 1 1,0 2 0,0 0-1,-1 0 1,0-2-220,-2-2 0,2-1 1,3 40-1,1-7 1,-2-13-1613,-2-7 1,4-25 163,0-6 0,-1-35 1679,-5-17 0,0-12 0,0-6 0</inkml:trace>
  <inkml:trace contextRef="#ctx0" brushRef="#br0" timeOffset="415">71 324 7928,'-18'24'128,"1"-1"0,5-6 0,2-5 1717,3 1-1564,1-5 1,8 0 0,3-8 33,7 0 0,4 0 0,1 0 0,1 0-67,-1 0 1,8-2-1,4-4 1,4-5-51,2-5 1,2-3-1,2-3 1,4-3-47,1-2 0,3-2 0,5-8 0,-1-2-36,-5-2 0,3 6 0,-8 8 0,-5 0-149,-5 0 1,-5 8 179,-9 1 1,-7 16-1,-4 18 1,-4 9 136,-2 10 0,-8 13 0,-2 3 0,-2 7-81,1 4 0,-1 2 0,-3 6 0,1 2-139,2 3 0,1 5 0,-5 7 0,3-1-430,1-5 1,2-3 0,-1-10 0,3-4-454,0-6 1,6-11 0,-4-7 0,4-5-231,2-6 1,0-3-1,0-9 1049,0 1 0,8-1 0,2 0 0</inkml:trace>
  <inkml:trace contextRef="#ctx0" brushRef="#br0" timeOffset="665">71 1983 8936,'-14'24'2085,"-4"-1"-1765,5-8 0,19-9 0,13-12 0,6-5 157,6-5 0,6-7 1,6-2-1,5 0-214,1-1 0,5-3 0,6 4 0,5-2-294,6-4 1,-7 0 0,6 0-1,-2 3-601,0 3 0,2-6 0,0 4 0,-2-2-1013,-4 0 1,-4 6 1644,-8-7 0,-7 1 0,-2-6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5.1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105 597 7941,'-2'-47'0,"-4"1"4,-5-3 1,3 4 0,2 1-1,4 1 291,2 4 0,0-1 1,0 5-1,0 7 470,0 7 0,2 6-441,4 3 1,-4 8 0,4 16 0,-3 13 13,3 12 0,-4 9 0,4 13 1,-4 5-136,-2 4 0,6 9 0,0 5 0,-2 3-226,-3 2 0,5 1 0,0-1 0,-2 0-402,-2 1 0,0 5 0,2 0 0,2-4-414,-3-5 1,-1-15 0,-2-10 0,0-9-378,0-9 1,-2-16 1215,-3-19 0,-5-4 0,-8-2 0</inkml:trace>
  <inkml:trace contextRef="#ctx0" brushRef="#br0" timeOffset="417">70 422 7906,'-15'27'175,"3"-3"0,-9-11 816,7-1-791,6-8 0,16 3 1,4-9-1,3-1 44,3-3 1,-1-8-1,2 3 1,3-5 71,1-1 0,8-1 0,-2-1 1,4-3-90,2-1 0,0-2 0,2 2 0,2-5-69,2 1 1,1-6-1,-3 4 1,2-4-105,-2-2 0,-4 2 1,-6 4-1,-6 6-131,-4 3 1,-3 7 230,-5 7 0,-3 12 1,-10 21-1,-2 10 125,-1 6 1,-9 9-1,2 8 1,-1 2-94,1 4 1,-3 4 0,3 4 0,-4 3-200,-1 3 0,5-4 0,1 3 0,-1-3-442,2-8 0,1 0 0,5-12 0,-2-4-507,2-3 0,2-10 1,2-1-1,0-6-1990,0-9 2952,0-4 0,0-1 0,0-1 0</inkml:trace>
  <inkml:trace contextRef="#ctx0" brushRef="#br0" timeOffset="683">140 1872 7881,'-27'33'319,"3"-4"1,5-4 611,2-8 1,9-9-579,8-8 0,8-2 0,9-9 0,1-3-135,-1-2 0,8-3 1,4-2-1,4-5-88,2-1 0,2 4 1,2-4-1,4 0-396,1 0 0,-3-3 0,6-5 0,-1 2-1009,-1 4 1,3-4 1274,-7 4 0,8 4 0,-5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2.08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285 192 7393,'0'-17'-186,"0"-1"0,0 1 0,-2 1 1,-1 3-1,-3 1 0,0 0 1,0 1 240,0-1 0,-7 2 0,1-3-52,-3 1 0,3 8 0,0-1 45,-1 3 0,3 2 0,-2 2-11,-1 3 0,5-1 0,0 6 285,0-2 1,7 5-30,-5-1 0,4-2 1,2 1 262,0 3 1,0-4 267,0 1 0,0-5 30,0 6 1,0-7-354,0 7 0,0-6 1,0 6-1,0 1-42,0 3 1,0 7 0,0 4 0,0 6-68,0 10 1,0 7-1,0 10 1,0 12-183,0 14 0,0 9 0,-1-42 0,0 0 0,-1 2 1,0-1-131,-1 1 0,0 1 1,0 3-1,0 0 1,3-2-1,0-1 1,0-2-1,0 0-126,0 45 0,0-9 0,0-11 0,0-9-247,0-10 0,0-15 0,0-10 0,0-10-2003,0-6 1460,0-9 0,8-10 0,2-14 0,1-7 112,1-8 1,0-6-1,5-6 1,-1-5-1160,-5-5 1883,5-9 0,-6-10 0,7-9 0</inkml:trace>
  <inkml:trace contextRef="#ctx0" brushRef="#br0" timeOffset="1200">128 35 6370,'0'18'-64,"0"-7"565,0 1 173,0-8-95,0 3 0,2-5-79,4 4 0,-2-4 0,8 4-235,1-4 1,3-2 0,3 0 0,4 0-153,6 0 0,1 0 1,3-2-1,3-2-101,1-2 1,2-5 0,0 3 0,2 0-113,-3 0 0,-3-3 1,-4 3-1,-3 0-91,-3 0 0,-8 3 1,-7 3-144,-2-4 467,-2 4 0,-14-6 0,-4 10 1,-3 2 82,-3 2 1,1 7 0,-3-1 0,-1 5 81,-2 7 0,-1-5 0,5 6 0,-2-1 5,-3-1 0,3 8 0,7 0 0,3 6-82,-3 4 1,6 13-1,1 2 1,1 10-81,0 12 1,2 5 0,10 7 0,6 1-316,3 2 0,3 4 0,-1-8 0,1-5-215,-1-5 1,0-11 0,1-10 0,-3-5-209,-3-7 0,-2-5 0,-6-12 1,1-4-263,-1 1 0,-4-9 0,-4 2-478,-1-5 1337,-9-10 0,4 4 0,-7-8 0</inkml:trace>
  <inkml:trace contextRef="#ctx0" brushRef="#br0" timeOffset="1466">41 1991 7760,'-18'12'758,"1"-1"1,11-1-419,12 2 0,6-5 1,17-7-1,2 0-58,2 0 1,2-1 0,0-3 0,1-4-207,5-2 1,2-1-1,3-5 1,-3 2-378,0 3 0,-6-1 1,5-5-1,-1 1-503,0 5 0,-2-3 0,-10 8 804,-6 2 0,4 2 0,0 2 0</inkml:trace>
  <inkml:trace contextRef="#ctx0" brushRef="#br0" timeOffset="1899">181 2585 7917,'-8'-10'136,"-4"4"0,-3 4 324,-3 2 0,9 2 0,3 6 40,4 10 1,2 7 0,0 14-1,0 5-275,0 9 0,2 18 0,2 5 0,3 9-152,3 9 1,-4 1 0,-1-45-1,0 1 1,2 46-404,-3-2 1,4 4 0,-2-8 0,-2-6-257,-2-7 0,-2-16 1,0-12-1,0-11-1644,0-8 2230,0-9 0,0-5 0,-8-25 0,-2-11 0</inkml:trace>
  <inkml:trace contextRef="#ctx0" brushRef="#br0" timeOffset="2316">111 2934 7869,'-12'0'33,"0"0"-66,-1 0 832,5 0 0,2-8-417,12-3 1,6 1 0,9 0 0,2 1-75,-1-1 0,5 4 1,2-4-1,4 1-50,2-1 1,6-2 0,-1-3 0,-1 1-57,-2 3 0,4-1 1,0-6-1,-3 1-75,-1 0 1,-2 5 0,-2 0-1,-4-1 33,-5-3 1,-5 1 0,-3 1 167,-5 2 1,-3 10 16,-8 2 1,-2 8 0,-2 12 0,-4 3-181,-1 6 0,3 4 0,-4 4 0,0 2-106,1 1 1,3 9-1,-4-2 1,2 3-125,5 2 1,-5 7 0,2 1 0,2 2-269,2 4 0,2-6 0,0-2 0,0-3-582,0-3 0,0-2 1,0-3-1,0-6 44,0-4 0,0-4 0,0-2 1,0-4-311,0-2 1181,0-9 0,0 7 0,0-4 0</inkml:trace>
  <inkml:trace contextRef="#ctx0" brushRef="#br0" timeOffset="2583">285 4226 7930,'-19'8'-2,"-2"2"1,-1 2 1699,7-1-965,-3-7 0,24 4 0,0-8 1,8-2-371,3-4 1,8 2 0,4-5 0,4-1-198,2 0 0,0 0 0,0-3 1,2 1-272,4-1 1,-4 3-1,5 0 1,1 1-489,4-1 1,-5 4 0,1-4-1,-2 3-1971,-1 3 2564,1-6 0,-6 8 0,0-6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3.0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140 123 6740,'-2'-18'0,"-2"1"69,-2-1 0,-5 7 1,5-1-1,0 0 577,-2 3 1,4-5-194,-7 8 1,1 2-254,-2 10 1,-1-2 0,7 8 0,0 1 19,-2 3 0,6 1 1,-3 1-1,3 1-3,2 4 0,-6 5 1,0 7-1,2 0-59,2-1 1,2 1-1,0 0 1,0 0-138,0 0 1,2-2 0,2-4-1,4-5-173,2-5 1,-5-7 0,7-3 103,2-1 0,1-10 0,1-11 0,-3-9 17,-1-7 1,-2-4-1,3-2 1,-3-2 121,-2-3 0,-1 3 0,-3-4 0,2 4 120,-2 2 1,-2 2-1,-2 4 1,0 6 253,0 3 1,-2 5 0,-2 5-278,-2 10 1,-7 10-1,3 15 1,-2 10-41,1 10 1,5 5-1,-4 4 1,0 5-154,1 5 0,5 4 0,-2 1 0,2 3-349,-2 4 0,4-8 0,-3 2 0,3-8-578,2-14 0,-6-9 44,0-10 1,0-13 0,6-16 0,0-12 887,0-9 0,-8-6 0,-1-8 0</inkml:trace>
  <inkml:trace contextRef="#ctx0" brushRef="#br0" timeOffset="917">384 175 8239,'-15'12'362,"3"-1"1,5 1-1,7 6 1,0-1 235,0 0 1,0 1 0,0-1 0,0 1-142,0-1 0,0 1 0,1 1-320,5 4 1,-4-3 0,6 3-392,0-3 122,-6-11 1,7-3 0,-5-12-1,2-5-136,-2-5 0,-2-3 0,0-3 1,2-3 16,2-2 0,1-2 0,-3-6 0,4 0 134,2 0 0,-5 6 1,7 0-1,0 0 36,-3 2 0,7 1 0,-4 9 0,3-1 110,3 1 1,-1 7-1,1 4 1,-1 4 114,0 2 1,3 2-1,1 4 1,4 4-582,3 0 1,-5-1-1,4-5 437,-2 2 0,6 8 0,-3-5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1.3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53 175 7878,'-8'-17'1095,"6"9"-663,-3 8 0,3 10 1,2 13-1,0 6-218,0 4 1,0 2-1,0 2 1,0 2-96,0 1 0,0 7 0,0-6 0,0-1-373,0 3 1,0-6-1,0 2 1,0-6-876,0-4 1,0-8-561,0 2 1689,0-11 0,-8-4 0,-2-8 0</inkml:trace>
  <inkml:trace contextRef="#ctx0" brushRef="#br0" timeOffset="317">53 262 7900,'-8'10'-57,"5"-2"0,-7-6 653,2 4 159,2-4 0,14 3 1,4-8-1,3-5-295,3-2 0,-1 6 0,1-2 1,1 2-83,4-1 1,-3 3 0,3-4-47,-4 4 1,-7 2 0,-2 2-270,-3 4 0,-1 3 0,-6 9 0,-2-1-354,-3 1 0,-5-1 1,-8 1-1,-1 1-235,-4 4 1,3-3-1,-3 1 1,4-5-306,1-5 0,1-7 0,-1 2-1313,1-4 2144,7-10 0,-6-9 0,7-10 0</inkml:trace>
  <inkml:trace contextRef="#ctx0" brushRef="#br0" timeOffset="617">402 123 7988,'-5'11'0,"-3"-1"-20,-2-2 0,4 5 0,-3-1 702,1 4 1,2 1 0,6 0-448,0 1 1,2-1 0,2 1 0,4-1-309,1 1 0,1-7 0,4-1 0,-3-2-454,3-4 0,1-2 0,3-2-408,-1 0 1,1-8 934,-1-4 0,-7-11 0,-2-4 0</inkml:trace>
  <inkml:trace contextRef="#ctx0" brushRef="#br0" timeOffset="766">542 0 7859,'-2'20'47,"-4"3"0,4-2 0,-5 9 0,1 1 337,0 2 0,0 3 0,4 5 0,-2 6-169,-1 3 1,-1 3-1,6 1 1,0 4 122,0 6 1,2-4-339,4-1 0,-5-5 0,7-2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0.25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26 7797,'0'-12'1849,"0"1"1,0 9-1441,0 2 0,-2 8 1,-2 11-1,-2 4-217,2 6 0,3 6 0,1 4 0,0 4-255,0 1 0,0 1 1,0 4-1,0-3-520,0 3 1,0-7 0,0-1-1,0-6-1129,0-6 0,0 2 1712,0-8 0,0-7 0,0-8 0</inkml:trace>
  <inkml:trace contextRef="#ctx0" brushRef="#br0" timeOffset="482">210 463 10925,'0'-10'809,"0"4"1,0 12-785,0 6 1,0-3 0,0 3 0,0 2-204,0 1 1,0 3 0,0-1-131,0 0 0,6 1 0,2-3 23,1-3 1,-3-4 214,6-8 0,0-2 0,5-4 76,0-6 0,-5 3 1,-2-3-1,-1-1 136,1-3 1,2-1 0,5-1 134,1 1 0,-7 7 0,1 4 106,2 4 0,-5 2 1,3 0-552,2 0 0,1 8 0,3 2-907,-1-1 1,0 7 1074,1-5 0,-1-3 0,1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8.8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18 612 7882,'-10'-18'2940,"3"1"-2701,7 7 1,0 10-1,0 12 1,0 5 74,0 7 0,0-3 1,0 8-1,0 0-222,0-2 1,0 6 0,0-5 0,0 1-125,0 0 1,0-8 0,0 2 0,0-3-210,0-3 1,0-5 46,0 0 0,0-10 0,0-2 46,0-10 0,0-12 0,0-3 0,0-2-31,0-4 0,2-2 0,1-4 0,5 0 106,2 2 0,-4-3 0,3 8 0,1-1 95,0 2 0,-4 4 1,5 8-11,3-1 1,1 3 0,3 5 38,-1 10 1,-1 2 0,-3 11 0,-3 5-207,-2 3 1,0 5 0,-4-5 0,1 2-268,-1-2 0,-2 5 0,-4-3 0,-2-2-153,-1-1 1,-7-3 0,4-1 574,-2-5 0,-9 5 0,-8-6 0</inkml:trace>
  <inkml:trace contextRef="#ctx0" brushRef="#br0" timeOffset="350">542 36 7825,'-8'-10'119,"4"2"0,-5 6 759,1-4 0,0 4-6,2-3 0,2 3-513,-7 2 1,1 7 0,-2 7 0,5 7-120,-1 9 0,4 4 1,-6 7-1,1 6-205,-1 3 0,6 8 0,-2 3 1,4-1-360,2 0 1,0-2 0,0-6 0,2-1-341,4-4 1,-2-7 0,6-11 0,-1-7-532,1-9 1,-4 1 1194,5-8 0,1-16 0,6-9 0</inkml:trace>
  <inkml:trace contextRef="#ctx0" brushRef="#br0" timeOffset="550">228 298 7787,'-18'7'830,"12"-5"-314,12 4 1,8-6 0,19-4 0,6-4-761,3-1 0,5-5 0,5-7 0,1-2-1542,-1 1 1786,8-5 0,-6 8 0,7-7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6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35 241 14658,'0'19'165,"0"4"0,0 1 1,0 11-1,0 7-13,0 7 0,0 3 0,0 3 1,0 1-458,0 2 0,0-2 1,0-9-1,0-6 99,0-4 0,0-10 1,0-4 153,0-4 1,0-11 41,0-8 1,0-15 0,-2-14 0,-2-4 80,-1-2 1,-1-2 0,6-4 0,-2-4 70,-4 1 1,4-7-1,-4 5 1,4-3-42,2 3 1,0-5-1,0 7 1,0-1-41,0 4 0,8 4 0,2 4 1,1 4-32,1 6 0,0 5 0,5 7 0,1 5-144,-1 4 1,1-4-1,-1 0 1,0 4-136,1 6 0,-1-2 0,3 6 0,1 0-300,2 3 0,1-1 1,-7 2-606,1 1 0,-1 3 0,1-1-444,-1-3 1598,0 4 0,1-7 0,-1 9 0</inkml:trace>
  <inkml:trace contextRef="#ctx0" brushRef="#br0" timeOffset="368">419 241 7725,'-2'17'0,"-1"1"377,-3-1 1,-6 1 0,6-1 145,2 1 1,4-1 0,6 1 0,6-3-142,3-3 0,3-3 0,-1-5 0,1 2-114,-1-2 1,1-4-1,-1-6 1,1-6-90,-1-3 1,1-8-1,-1-3 1,1 1-104,-1 0 1,-7-6-1,-3 4 1,-1-2-68,0 0 0,0 7 0,-6-1 1,0 4 33,0 1 0,-2 3 1,-4 3-16,-6 6 1,-3 4 0,-2 4-1,-1 4-88,1 6 0,-1 5 0,3 4 1,1 5-7,2 1 0,1 2 0,-5 8 1,3 2-175,1 1 1,8 7 0,-2-4 0,4-1-284,2 1 1,2 0 0,4-5 0,4 1-202,-1-6 0,13 0 1,-5-9-1,3-3-338,-1-2 0,-1-9 1062,-1-4 0,8 3 0,2 1 0</inkml:trace>
  <inkml:trace contextRef="#ctx0" brushRef="#br0" timeOffset="733">943 276 7725,'0'-18'124,"0"1"1,0-1 292,0 1 1,0-1 0,0 1 482,0-1 1,0 7-2,0-1 0,-2 6-533,-3-5 1,-3 9 0,-6 2 0,3 9 53,-3 7 0,4 7 0,-1 4 0,-3 5-144,-1 4 1,3 5 0,0-2-1,-1 4-157,-3 1 1,6-3 0,5 4 0,1-1-190,-2 1 1,4-6 0,-4 0 0,6-6-582,6-4 1,-2-14 0,8 1 0,3-7-193,6-5 1,-1-2 0,5-4 0,-2-4 216,1-5 0,5-13 0,-6-5 0,0-4-568,2-2 1194,-5 1 0,13-9 0,-6-2 0</inkml:trace>
  <inkml:trace contextRef="#ctx0" brushRef="#br0" timeOffset="1333">1432 101 7756,'8'-17'0,"-6"-1"0,4 1 150,-4-1 0,-4 7 877,-4-1 1,-4 8 0,-7 0-575,-1 8 0,7 6 1,-1 7-1,-1 1-265,-3-1 0,-1 6 0,1 3 0,2-1-46,3 0 1,1 4-1,-3-4 1,3 1-105,2-1 0,0-2 0,4-5 1,-1-1-208,1 1 1,2-7 0,4 1 58,4 1 0,3-5 1,9-2-1,-1-4 131,1-2 0,5 0 1,0 0-1,0 0 197,3 0 1,-5 0 0,6 2 0,-2 2 75,-3 2 0,-3 5 1,-1-3-1,-1 2-66,1 3 0,-9 9 1,-3 1-1,-4 0-246,-2 2 1,-2-3 0,-4 7 0,-7 0-346,-9-2 0,1 4 1,-6-7-1,0-1-428,0 2 1,-3-11 0,-5 1 0,1-5-2006,-1-6 2796,0-2 0,-8-10 0,-2-2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9.6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105 961 7913,'-12'0'1484,"1"0"-1155,7 0 1,-4 10 0,8 7 0,2 10-96,4 6 1,-2 10 0,7 6-1,1 7-164,-2 8 1,3 4 0,-5 2 0,0-2-183,0-4 0,-3 2 1,-5-10-1,0-4-850,0-3 0,0-18 116,0-2 1,0-17 845,0-12 0,-15-16 0,-5-11 0</inkml:trace>
  <inkml:trace contextRef="#ctx0" brushRef="#br0" timeOffset="267">0 891 7862,'0'12'765,"0"-1"0,0-5 0,2 6-446,4 2 1,6-7 0,11 1 0,6-2 65,4 0 0,8 5 1,-1-5-1,-1 0-231,-2 2 1,-2-4 0,-2 5 0,-2 1 22,-2 0 1,-13 1 0,1 7 0,-3 1-201,-5 5 1,-1-5-1,-10 6 1,-4-2-571,-5 1 1,-5 7-1,-1-4 1,-3 0 149,-3-4 1,2-5-1,-6-5 1,-1-3-467,1-2 0,6-2 1,-2-6 908,3 0 0,-5-8 0,-2-2 0</inkml:trace>
  <inkml:trace contextRef="#ctx0" brushRef="#br0" timeOffset="501">576 1 7861,'-5'17'0,"-1"2"341,2 5 0,2 5 0,2 12 0,0 7 371,0 8 0,0 14 0,0 12 1,2 3-467,4 2 0,-2 7 0,5 1 0,-1-2-408,-4-4 1,4-6 0,0-15-1,-1-4-611,1-5 0,0-9 1,-4-7-1,2-10-1237,-3-6 2010,-1-12 0,6 1 0,2-6 0</inkml:trace>
  <inkml:trace contextRef="#ctx0" brushRef="#br0" timeOffset="1018">926 1031 8049,'-18'0'493,"9"-8"0,1-2-74,0 1 1,6-1 0,-6 4 275,1-5 0,3 1-214,-8-2 1,0 8-325,-5-1 1,7 10 0,3 7 0,1 4-119,0 1 1,0 8 0,6 2 0,0 2-143,0 1 1,0-3 0,0 4 0,2-4-79,4-2 0,-2-2 1,7-5-1,3-3 29,1-3 0,-3-4 0,0-8 0,1-2 72,3-4 0,-1-4 0,-1-7 1,-4-2 70,-3-5 0,5 5 0,-6-6 0,-2 1 53,-2 1 0,0 0 1,2 5-1,1 1 100,-1-1 0,-2 7 0,-4 1-5,-4 2 0,4 4 1,-5 10-1,1 8-79,0 7 0,-6 0 0,7 9 0,-1 1-242,-2 2 0,6 2 0,-4-2 1,4-2-340,2-2 0,0 0 1,0 4-1,0-4-538,0-6 1,6-3 1058,0-3 0,8-7 0,-5-2 0</inkml:trace>
  <inkml:trace contextRef="#ctx0" brushRef="#br0" timeOffset="1433">1223 891 7811,'-18'23'69,"1"1"0,1 1 0,3-4 0,3 5 503,2 1 1,-3 0 0,5 4 0,2-2-192,2 2 0,2 0 1,0-2-1,0-4-246,0 1 0,0-7 0,2 4-149,4-3 1,-2-5-558,7-3 0,-5-4 0,4-10 326,-3-4 1,5-4-1,-6-7 1,-2-1-114,-2 1 1,4-3 0,-1-1 0,-1-4 181,-2-2 1,4 3-1,0-5 1,0 0 243,1 2 0,-5-4 0,6 6 0,-2 0 171,0-1 1,2 3 0,-5 6 1085,3-1-931,8 1 0,-6 17 0,3 9 1,-5 13-78,-4 5 1,4 8-1,0 6 1,-2-1-225,-3 3 0,5-6 0,0 4 0,-2-5-432,-2-1 1,4-5-1,0-3 1,-3-2-494,-1-4 0,0-3 832,4-7 0,4-11 0,7-9 0</inkml:trace>
  <inkml:trace contextRef="#ctx0" brushRef="#br0" timeOffset="1667">1624 35 7810,'-23'53'560,"0"-1"1,5 3 0,9 3-1,1 8 86,4 7 0,2 7 0,2 7 0,0 1-406,0-1 0,0 6 1,2 0-1,2-3-630,2-7 1,1-7 0,-3-14-1,2-10-142,-2-9 1,0-8 0,0-6-226,2-6 0,-1-13 1,-5-10-815,0-10 1571,0-5 0,-7-11 0,-3-1 0</inkml:trace>
  <inkml:trace contextRef="#ctx0" brushRef="#br0" timeOffset="1966">1345 699 7810,'-2'23'127,"-4"1"0,-2-1 0,-3-6 0,5 1 371,4-1 0,2 7 1,0 1-1,0 0 138,0 0 0,2 1 0,4-3 0,5 4-310,5 0 1,3-2-1,3-7 1,3-1-137,2 1 0,2-3 1,6-1-1,-2-4-99,-4-3 1,4 5-1,-4-6 1,2-2-158,-2-2 1,2 0 0,-7 1-155,-3 3 0,-3 8 139,-7-3 1,-3 5 0,-8 1 28,0 1 1,-6-1 0,-2 1 0,1 1-372,-1 5 1,-4-11 0,4 5-3413,-1-3 3835,5 1 0,-12-7 0,7-1 0</inkml:trace>
  <inkml:trace contextRef="#ctx0" brushRef="#br0" timeOffset="2350">1974 961 7719,'-24'33'608,"3"-2"1,4-4 144,3-2 0,10 5 1,-2-5-1,4 0-381,2 0 0,0 4 1,0-3-1,0-1-152,0 0 0,2 4 0,4-6-335,6-1 0,-3-5-308,3-5 1,-6-4-1,4-10 34,-3-4 1,5-4 0,-6-7 0,0-3-94,1-3 0,-5 2 0,4-8 0,-2-2 255,2-2 0,-4 3 0,4 1 0,-2 0 175,1 2 0,-3-4 0,6 8 1,-2 1 186,0 3 1,1 2 0,-3-1 303,2 1 0,2 9 0,-4 8 66,2 10 0,-1 13 0,-3 6 0,2 4-187,2 2 0,2 0 0,-4 2 0,3 1-470,3 3 0,-4-2 1,6-8-1,-1-2-302,-1 2 1,4-6 0,-7-1-2023,3-5 2476,2-9 0,-3-2 0,-1-8 0</inkml:trace>
  <inkml:trace contextRef="#ctx0" brushRef="#br0" timeOffset="2617">2393 996 8504,'-35'35'760,"0"0"1,2 6-1,4-1 1,7-1-163,9-2 0,-1 6 0,8 5 0,3 7-231,1 3 0,2 6 0,2-4 0,1 2-159,3 4 0,14 4 1,-3 2-1,3-1-124,-1-3 0,-3-7 0,-3 1 0,-3 0-453,-2 0 1,-3-14-1,-5-1 1,0-8-413,0-4 0,-2-8 0,-3-6-186,-7-7 0,-4-6 1,1-10-251,3-4 1,-3-6 1216,3-11 0,-3-4 0,-3-8 0</inkml:trace>
  <inkml:trace contextRef="#ctx0" brushRef="#br0" timeOffset="2950">2725 1083 7816,'25'-17'35,"-6"-1"1,3 1 0,-7-1 236,-3 1 1,5-2 0,5-3-1,-5-1 14,-3 2 0,-11 1 0,5 5 72,0 3 0,-8 4 0,2 10 132,-6 4 0,-8 4 1,5 9-1,-1 2-52,0 3 1,-5 5 0,3-4 0,-2 2-21,1 4 0,5 2 1,-4 2-1,2 2-213,4 4 1,-3-2 0,1 7 0,2 1-116,2-3 0,-4 7 0,0-6 1,1 1-506,-3 1 0,4-9 0,-6 3 0,0-4-519,1-2 1,-3-6 0,-3-2 0,1-3-17,2-9 1,-5-5 0,-6-14 949,1-8 0,-5-7 0,0-16 0</inkml:trace>
  <inkml:trace contextRef="#ctx0" brushRef="#br0" timeOffset="3133">1851 629 7704,'-35'27'1511,"8"-1"0,4-11-1570,4-3 1,11-4-1,8-8 707,10 0 1,5-8 0,4-4 0,3-5-1077,1-7 1,6 3 0,-4-6 0,1 0-1971,-1 0 2398,-2-3 0,2-4 0,3-1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6.7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18 541 7922,'0'-36'-2,"-2"-3"1,-2-4 99,-2-2 0,0 7 0,6-3 0,0 6 800,0 6 0,0-2-443,0 8 0,6 9 0,2 14-99,2 10 0,-1 15 0,5 8 0,-4 8-156,-3 3 0,7 9 0,-4 5 0,1-2-146,1-2 0,-8-1 0,4-1 0,-3 1-384,1-1 1,2-5-1,-4-3 1,2-1-470,-2-4 0,-3-2 0,-1-4 0,0-4-2175,0-6 2974,-7-11 0,-11 3 0,-9-5 0</inkml:trace>
  <inkml:trace contextRef="#ctx0" brushRef="#br0" timeOffset="366">70 0 7855,'-15'2'517,"3"4"1,-2-2 237,9 7 1,-1-5-1,8 6 1,4-1-338,5-1 0,5 6 0,1-5 0,1 3-119,-1-2 1,8 1 0,4-7 0,4-2-58,2-2 1,2-2-1,4 0 1,4 0-118,-1 0 1,5 0 0,-9 0-1,-1 0-81,-2 0 0,2 0 0,-2 0 1,-6 0-47,-4 0 0,-4 8 0,-5 5 0,-3 7-12,-3 3 0,-4 8 0,-8 0 1,0 8 129,0 7 1,-6 5 0,-2 1 0,-2 1-65,-3-1 0,-3-6 1,1 1-1,1 0-274,3-3 1,1-7 0,-4-10 0,5-1-853,1-5 1,-4-2-813,6-1 1,1-11 368,5-7 1,0-7 1516,0-11 0,-8-7 0,-2-2 0</inkml:trace>
  <inkml:trace contextRef="#ctx0" brushRef="#br0" timeOffset="616">192 1153 7948,'-13'35'208,"-5"0"1,1-2 1384,3-4 0,7-10-1043,7-7 1,7-8 0,5 1 0,5-3-55,7-2 0,3-2 0,10-3 1,2-7-165,1-4 0,9-1 0,-3-1 0,5-1-360,1-4 1,6 1-1,1-7 1,-3-2-873,-2-2 1,-1-2 0,-3 0 0,-1-1 899,-3-5 0,-7 4 0,4-6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5.81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113 298 7801,'-15'-18'784,"3"1"0,4 5-280,8 0 1,0 10 0,0 4 0,0 16-215,0 15 0,0 9 0,0 11 0,2 1-177,4 4 1,-2 3 0,8 6 0,-1-1-404,-1 0 1,4 4 0,-7-12 0,1-1-428,0-3 0,4-5 0,-7-7 0,1-11-481,2-9 0,-6-11 1198,4-16 0,-12-13 0,-4-9 0</inkml:trace>
  <inkml:trace contextRef="#ctx0" brushRef="#br0" timeOffset="317">9 1 7990,'-8'0'896,"8"0"1,8 0 0,11 2 0,4 1-575,6 3 0,4 2 1,4-4-1,2 2-97,2-2 0,7 3 0,-1 1 1,3 0-123,3 0 1,-1 3-1,-1-3 1,-5 4-18,-5 7 0,-12-1 1,-6 7-1,-5 2-53,-7 8 0,3 2 0,-10 7 1,-4 1-81,-4 0 0,-10 1 0,3 9 0,-5 1-108,-1 2 0,-1 0 1,1-5-1,-1-3-235,1-3 0,1 1 0,3-7 1,3-2-233,2-2 1,3-8 0,5-2-2297,0-2 2918,0-2 0,-8-13 0,-2-2 0</inkml:trace>
  <inkml:trace contextRef="#ctx0" brushRef="#br0" timeOffset="566">183 1310 8481,'-8'33'0,"-1"-3"209,-1-7 0,2-4 0,8-1 1,2-3-72,4-3 1,4-4 0,9-8 0,3 0 308,1 0 0,8 0 1,-2 0-1,4-2-451,2-4 0,6 2 0,-1-8 0,1-1-371,2-3 1,0-1-1,3-1 1,-3 1-309,-1-1 0,-5 1 0,4-1 0,-6 3 683,-6 3 0,4-3 0,-6 5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4.86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35 121 7824,'-9'-17'615,"1"-1"33,8 1 0,0 11 0,0 10-218,0 11 0,0 17 1,2 2-1,2 13-270,1 9 0,1 3 0,-4 8 0,2 5-449,2 0 1,2 0 0,-4-2 0,1 1-65,-1 5 1,-2-12-1,0 0 1,2-9-1643,2-9 1995,0-3 0,-14-16 0,-2-2 0</inkml:trace>
  <inkml:trace contextRef="#ctx0" brushRef="#br0" timeOffset="350">0 34 7824,'0'-18'1017,"2"9"0,6 3 0,8 6-775,5 6 0,4-4 1,-3 5-1,3-1-119,2 0 1,2 6-1,6-4 1,-2-1 24,-4 1 1,4 6 0,-6-5-1,2 3-140,0 0 1,-7-1 0,1 7 0,-4 1 5,-1 4 1,-3-1 0,-3 5-1,-4 0 64,0 0 1,-6 0-1,3 4 1,-3-1-12,-2 1 1,0 2 0,0 2 0,-2-1-17,-3 1 0,3 6 0,-6 0 1,2-2-190,0-2 0,0 3 0,6 1 0,0-2-278,0-2 1,-5-2 0,-1-2 0,2-2-117,2-2 1,2-2 0,0 2 0,0-6-1353,0-3 1884,-8-3 0,-2 9 0,-7 1 0</inkml:trace>
  <inkml:trace contextRef="#ctx0" brushRef="#br0" timeOffset="567">105 1309 8494,'-11'15'0,"1"-1"590,2-2 1,2-7 0,8 5-96,4-2 0,6-2 0,11-6 0,6-2-193,4-4 1,8-4-1,1-7 1,3-3-247,4-3 0,7 2 0,2-6 0,0-1-590,2 1 0,-5 6 0,3-4 0,-6 3 534,-5 5 0,3-4 0,-5 11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3.94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53 7683,'0'-17'-422,"0"5"952,0 1-82,0 7-69,0-4 1,0 16 303,0 3 1,-2 5-308,-4 1 0,3-1 1,-7-3-1,2-1 156,4 2 1,-4 3 0,1 6 0,-1 7-51,0 3 0,-5 9 0,3 7 0,0 9-236,4 12 1,3 15-1,-1 14 1,1-48-1,0 1-170,1 0 0,0 1 1,1-1-1,2 1 0,0-1 1,2 0-1,0 1 0,2-1-309,-1 1 0,1-1 1,5 35-1,4-11 0,-5-18-1245,-1-15 1,4-14 374,-7-23 1,1-14 0,-4-19 0,2-4 1102,2-6 0,0-17 0,-6-1 0</inkml:trace>
  <inkml:trace contextRef="#ctx0" brushRef="#br0" timeOffset="367">51 472 7823,'-18'0'500,"1"0"-295,7 0 1,4-5 0,12-3-1,6-2-27,3-3 0,3-5 0,1-3 0,4-4-10,6-3 0,-1 5 1,1-4-1,2 0-46,2 0 0,-4 5 1,-2-1-1,0 4 28,0 1 1,1 6-1,3 3 1,-4 1 83,-2 4 0,4 16 0,-6 9 0,1 10 144,1 12 0,-6 7 0,5 9 0,-5 5-306,-2 3 0,1 13 0,-1 3 0,-1 5-346,-4-3 0,1-3 1,-7-1-1,0-5-85,2-4 1,-7-18 0,3-9-1,-6-10-489,-3-6 1,-9-14-1,2 1 848,-3-7 0,-3 5 0,1-4 0</inkml:trace>
  <inkml:trace contextRef="#ctx0" brushRef="#br0" timeOffset="602">155 1468 7807,'-7'27'146,"5"6"1,-4-4 0,6 2 294,6-2 1,5 2 0,13-7 0,7-3 209,8-2 0,-1-7 0,7-2 0,0-2-638,-1-5 0,5-3 0,7-3 0,0-5-471,-5-2 1,-1 0-1,-7-3 1,0 3-1676,-1 2 2133,-1 3 0,-14-3 0,-2-2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8.9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295 408 7694,'-17'0'245,"-1"-2"0,1 0 0,2 2 0,3 10 0,8 11 428,8 14 1,2 17-1,9 20 1,7 17-477,-10-36 0,1 3 1,4 13-1,1 4 1,2 13-1,0 4 1,-6-23-1,0 1 0,-1 1-139,1 6 1,1 1-1,-1 2 1,1 5 0,-1 2-1,2 1 1,0 4-1,1 1 1,0 0 0,-1-3-1,-1 1 1,-1-2-246,-2-5 1,0-1-1,-1-2 1,-2-6 0,0-1-1,-2-1 1,0 25-1,-3-2 1,0-4 0,-2-2 62,0-1 0,-2-3 1,-3-10-1,-2-2 1,0-3-1,-1-1 1,-2-6-1,0-1-81,0-5 1,-1-2 0,-9 39 0,1-9-1,-1-12-42,1-16 1,-1-6 0,3-13 0,1-8-226,3-7 0,1-11 0,-2-18-81,7-11 1,-3-15 0,0-15 552,-2-9 0,14-5 0,-2-8 0</inkml:trace>
  <inkml:trace contextRef="#ctx0" brushRef="#br0" timeOffset="406">68 338 7849,'-17'10'481,"-1"-5"0,3 5-97,3 2 0,6 1 0,14-1-115,10-6 1,7-4 0,10-2 0,2 0-75,3 0 1,5-2-1,7-4 1,1-6-42,-1-3 0,6-9 0,1-1 0,-1-2-144,2-4 1,-4-4 0,6-4 0,-3-1-80,-9 1 1,-1 8 0,-13 4 0,-4 1-43,-5 5 1,-6 13 361,-9 14 0,-5 21 0,-7 28 0,0 14-81,0 17 1,-3-34 0,-1 2 0,-1 9 0,0 3 0,-1 7 0,0 3-3,0 8 1,1 3 0,2 2-1,2 2 1,-1-23 0,1 2 0,0 0-1,1 1 1,2 1 0,0 0-357,1 3 0,1 0 0,0 0 0,3 2 0,0 1 0,1-2 0,-1-2 0,1-2 0,0 0 0,3 28 0,-1-2-57,0-12 1,0-4-1,-1-14 1,-1-4-1,0-7 1,0-3 0,5 41-562,-1-12 0,-8-13 1,2-13-1,-4-9 10,-2-7 1,0-4 0,0-4 795,0-4 0,0 4 0,0-6 0</inkml:trace>
  <inkml:trace contextRef="#ctx0" brushRef="#br0" timeOffset="648">645 4145 7689,'0'18'948,"2"-1"-732,3 0 1,13-7 0,11-6 0,6-10-161,6-11 1,11-10 0,12-14 0,6-6 28,6-3 0,1-10 1,-35 29-1,0 0 1,-1-1-1,1 0-384,3-1 1,-1 1-1,34-24 1,0-2-1,-12 6 299,-6 5 0,-2-3 0,-6 5 0</inkml:trace>
  <inkml:trace contextRef="#ctx0" brushRef="#br0" timeOffset="1267">1972 2049 7719,'-17'-9'428,"1"1"0,2 2 199,3 0 0,7-2 79,-2 3 1,4 7-1,2 3-224,0 17 1,6 11 0,2 8 0,1 5-122,5 5 1,-4 3 0,-1 2 0,1 2-344,0-1 1,-4-3 0,3-2-1,-1-1-248,-4-5 1,-2-11 0,-2-11-92,0-5 0,-6-11 1,-2-8-1,-1-12-112,-5-9 0,-3-8 0,-5-12 0,-1-6 156,2-3 0,3-3 0,5-1 0,3-6 287,2-10 0,2 0 0,6-7 0,0-1 24,0-3 0,8-11 1,4-1-1,3 6-3,3 9 1,5 14 0,0 23-1,1 14 159,1 12 1,-6 7 0,4 10-1,-1 6 47,1 9 0,-4 8 1,7 12-1,-3 2-153,0 2 0,1 7 0,-9-3 0,-1 2-537,-3-1 0,-7-1 0,2 1 1,-4-5-241,-2-4 1,-2-4-1,-4-2 1,-7-6 134,-9-5 0,3-7 1,-4-13 557,3 0 0,3-8 0,-1-1 0</inkml:trace>
  <inkml:trace contextRef="#ctx0" brushRef="#br0" timeOffset="1766">2234 1421 9065,'8'17'593,"-4"3"1,7 5-1,3 10-31,1 9 1,3 7 0,1 3 0,3 4-206,1 6 1,0-4-1,-7-1 1,-3-7-285,-1-5 0,-8-5 0,2-9 97,-4-4 0,-4-11-156,-4-12 0,2-4 0,-6-6 0,0-6-263,1-7 0,5-7 1,-2 3-1,4-4 17,2-2 0,-6-3 0,0-4 0,3-3 20,1-4 0,2-2 0,2-5 1,1 1 5,3-1 0,2 3 0,-2-2 1,6 1 189,3 1 0,4 3 0,3 9 1,1 3 132,-2 7 0,5 6 0,-3 5 0,0 6 94,2 4 1,-3 2 0,7 2-1,0 2-20,-2 2 0,4 8 0,-7-5 0,-3 3-56,-2 0 1,-1-1 0,-3 7 103,-3-1 1,-4-5-39,-8-1 1,-2-1 0,-4 4-154,-6-3 0,-3-1 1,-3 4-1,1-3-177,-1 3 0,7-1 1,-1 1-1,-2-2-224,-1 1 0,3 1 0,3-1 0,1-1-384,4 2 0,2 1 1,2 3-101,0-1 1,0 1 0,2-1 177,4 0 1,3-7 658,9-4 0,7-4 0,2-2 0</inkml:trace>
  <inkml:trace contextRef="#ctx0" brushRef="#br0" timeOffset="2066">3334 897 8101,'-27'0'655,"2"2"0,7 2 0,1 3-347,-1 3 0,1 9 1,-1 11-1,1 2 104,0 3 1,7 0-1,4 2 1,4 2-198,2 2 1,0 5 0,2-5-1,4-4-72,5-6 1,5 2 0,1-6 0,3 2-11,3 0 0,-1-7 0,5-1 1,-2-5-96,-4-5 0,4 1 0,-1 5-31,-3 1 1,-3-1 0,-5-1-1,-3-3-65,-2-1 1,-4 0-1,-10 5 1,-8 1-350,-7-1 0,-1 1 0,-7 1 0,-2 2-454,-2 3 0,-4 1 0,-1-2 0,-5 6 861,-2 4 0,-1 2 0,-7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22.08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32 0 7888,'0'18'140,"0"-5"0,0 3 0,0 5 316,0 4 1,0 14 0,2 15 0,4 14-113,5 12 1,-1 5 0,2 3-1,1-1-274,3 0 1,-1 4 0,-1-3 0,-2-9-306,1-5 0,-5-6 0,0-4 1,-3-10-1349,1-11 538,0-10 0,-6-31 1045,0-8 0,0-23 0,0-8 0</inkml:trace>
  <inkml:trace contextRef="#ctx0" brushRef="#br0" timeOffset="300">14 70 7885,'-1'17'410,"-5"1"1,4-1 0,-2-1-206,8-4 1,11-5 0,11-7-1,1 0 113,4 0 0,4 0 0,3-2 0,5-1-37,2-3 1,1 0-1,7 6 1,-1 0-44,1 0 0,-1 10 0,-2 5 0,-3 8 2,-6 5 0,-12 8 1,-6 13-1,-5 7-95,-7 8 0,-3 0 0,-8 4 0,0 4-344,0 0 0,-8 5 0,-3-3 0,-5-4-36,-1-4 1,-1-10 0,1 2-1,-1-3-422,1-3 1,-1-9-1,1-6 1,-1-8-688,1-4 0,1 4 1344,5-6 0,-13 1 0,5-7 0</inkml:trace>
  <inkml:trace contextRef="#ctx0" brushRef="#br0" timeOffset="500">207 1397 7837,'0'18'0,"0"-1"0,0 1 0,0-1 395,0 1 1,9-1-1,9 1 1,9-3-82,6-3 0,10 1 0,5-7 1,6-4-248,5-6 1,9-7-1,0-13 1,5-5-125,1-4 1,-4 4 0,-4 0-1,-2-2-514,2-2 1,6 0 570,-3 4 0,5-4 0,-12 6 0</inkml:trace>
  <inkml:trace contextRef="#ctx0" brushRef="#br0" timeOffset="1033">1953 804 7773,'-17'-2'126,"-1"-4"0,3 2 0,1-8 191,2-1 1,3-3 0,-5-1 0,4-1 23,3 1 1,-7 1-1,4 3 1,-1 3-155,-1 2 1,-2 0-1,-7 5 1,-2-3-19,1 2 0,3 10 1,2 5-1,-1 5 21,1 1 0,-1 8 0,1 5 0,-1 5-110,1 5 0,5-1 1,2 6-1,3-3-154,3-3 1,2-2-1,2-2 1,2-2-24,4-4 1,3-4-1,9-9 1,1-4-7,4-7 0,-1-5 0,5-5 0,-2-9 14,-3-7 0,3-1 1,-2-7-1,0 0 61,3 2 0,-7-6 1,4 6-1,-5-2 14,-7-1 1,5 9 0,-6-2 343,-1 3 1,-3 7-58,-12 7 0,-1 16 1,-7 21-1,2 6-126,-1 3 0,-3 9 0,1-4 1,1 1-271,2 1 0,9-8 1,-3 1-1,4-3-609,2-2 0,0-8 0,0-3-431,0-5 1,8-13-1,3-10 742,5-12 1,1-13 0,1-2 0,-1-6 420,1-3 0,-1-9 0,1 4 0</inkml:trace>
  <inkml:trace contextRef="#ctx0" brushRef="#br0" timeOffset="1400">2040 349 7773,'0'-33'108,"0"4"0,0 10 0,0 11 293,0 6 1,-5 14 0,-1 17 0,0 6-20,-2 6 1,6 3 0,-6 11-1,3 1-27,-1 2 1,0 10 0,4 2 0,-2 9-162,-2 7 0,0 1 0,6 0 0,0 1-92,0-1 1,0-15 0,0-10-1,0-13 135,0-15 0,0-6-210,0-11 0,2-15 0,2-10 1,4-11-290,2-10 0,-1-4 0,5-4 0,-2-2-80,1-2 0,1-7 1,-1 1-1,-1-1 249,2 1 0,1 3 0,3 5 1,-1-2 138,1 2 1,-7 4 0,1 8 0,0 8 164,-3 5 0,7 10 0,-7 2 139,1 12 0,-2 4 0,-8 15 0,0 2-155,0 2 0,6 2 0,0 0 0,-3-1-338,-1 1 0,-2 0 0,0-2 1,-2-2-390,-3-2 0,3-7 0,-6 1 1,2-3-350,0-3 0,-5 0 0,3-1 881,-2-4 0,6-5 0,-3-7 0</inkml:trace>
  <inkml:trace contextRef="#ctx0" brushRef="#br0" timeOffset="1750">2599 873 9078,'-17'6'0,"-1"0"1494,1-2 1,-1-2-518,1-2 1,7 2-622,4 4 1,-1-3-1,1 9-195,2 2 0,2 1 0,0 5 1,-2 1-41,-2 2 0,-1 6 0,3-3 1,-2 1-37,2 4 0,0 2 0,0 0 0,-2-2 23,2-2 1,3-2-1,1 4 1,0-4 148,0-1 1,0-3 0,0-6 0,1 3 97,5 3 1,2-4 0,6 5-1,-5-5-49,-1-1 0,6-1 0,-5 0 1,3 1-245,0-1 1,-8 1 0,1-1-1,-3 1-464,-2-1 0,-2 1 1,-3-1-1,-7-1-1122,-4-5 1,-1 3-1,-2-8 1524,-5-2 0,-3-2 0,-8-2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2.57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106 1324 7786,'-8'-18'297,"6"7"0,-4-1 0,4-2 0,2-1 0,0-3 753,0 1 1,0 0 0,0-1 265,0 1-780,-7 7 1,-3 4-346,-8 12 0,7 9 0,1 9 1,0-1-177,1 2 0,5-5 1,-2 5-1,4 0-235,2 4 0,0-2 0,0 1 0,0-3-413,0-4 0,8-1 0,3-3 0,5 0-269,1 1 0,7-8 0,1-5 0,2-3 902,4-2 0,2-7 0,2-3 0</inkml:trace>
  <inkml:trace contextRef="#ctx0" brushRef="#br0" timeOffset="400">472 1149 7798,'-17'0'318,"0"0"1,-1 6 445,1 0 1,-1 7-439,1-1 0,1 4 1,5 1-184,5 0 0,4-5 1,2 0-136,0 1 0,2-3 0,4 0 0,3-1 28,1 1 1,5-6-1,-3 2 1,6-6-62,5-6 1,-4-2 0,5-5-1,-5-1 52,-2-5 0,-1 1 0,-2-5 0,-3 2-14,3-3 0,-6 5 1,-3-4-1,-3 3-70,-2 3 1,0-1 0,-2 3-105,-3 3 0,-11 4 0,-7 8 0,-1 0-327,-1 0 1,6 2 0,-5 4-1,5 6-517,2 3 0,-1 3 1005,1-1 0,-1 8 0,1 3 0</inkml:trace>
  <inkml:trace contextRef="#ctx0" brushRef="#br0" timeOffset="1050">857 1009 7872,'-10'-7'305,"0"5"1,6-6 835,-1 0 0,-3 4-523,2-7 0,4 5 0,-6-4 196,1 2 1,-3 3-516,-8 5 0,1 0 1,-1 2-232,1 3 1,0 5 0,1 8-1,2 1-92,3 4 0,7-1 0,-4 5 0,2-2-123,0-4 1,1 5 0,7-3-73,3-2 1,5-3 0,10-7 0,1-5 75,2-4 1,2-4 0,-3-6 0,1-7-54,-2-7 1,-1-3 0,-3 2-1,1-4-26,-1 0 1,-5 1-1,-2 9 1,-3-1 73,-3 1 0,-4 0 1,-6 1-1,-5 4-119,-5 7 1,-1 3-1,-1 2 1,-1 0-844,-4 0 1,3 7-414,-3 5 1523,3 4 0,3 1 0,0 0 0</inkml:trace>
  <inkml:trace contextRef="#ctx0" brushRef="#br0" timeOffset="1416">1101 992 7796,'0'12'2130,"2"-3"-902,4-1 0,-4 6-666,4-3 0,-4 5 0,-2 1-303,0 1 1,0-1-1,2 1 10,3-1 1,-3-5 274,4-1-450,-4 1 1,-4-2 0,-2-6-231,-2-8 1,-1-6 0,3-7-1,-2-3-69,2-3 1,2 2 0,2-9 0,0-1 78,0-2 0,0 4 0,0 0 0,0 0 79,0 2 1,8 0 0,2 5 0,1-1-56,1 2 0,0 1 0,7 5 0,2 3-96,3 6 0,-1 4 0,-6 2 0,3 0-159,3 0 0,-4 2 1,5 4-1,-5 6-828,-1 3 0,-7 3 1,1-1 1184,1 1 0,-5-1 0,0 1 0</inkml:trace>
  <inkml:trace contextRef="#ctx0" brushRef="#br0" timeOffset="1850">1468 49 7739,'0'-18'2597,"0"1"-1796,0 7 0,0 6 0,2 14 1,2 11-240,2 11 0,7 0 0,-1 15 0,3 2-199,3 1 1,5 4 0,0 5 0,1 3-218,1 0 0,-6-2 1,5-8-1,-7-1-64,-5-5 0,1-3 0,-7-10 1,-2-4-150,-2-6-96,-2-11 0,-8-4 0,-3-10-92,-5-4 0,0 2 1,3-7-1,1-1-94,-1 2 1,-3-5 0,-1 3 0,-1-4-73,1-1 0,-1 5 0,1 1 1,-1-1 23,1 2 1,-1 3 0,1 7 482,-1 0 1,9 2-1,1 3 1,2 7 136,0 4 1,1 1 0,5 2-1,0 3-78,0 1 0,5 6 1,3-4-1,2 1-318,3-1 0,5-2 1,3-5-1,4-1-439,3 1 1,-5-9-1,6-3 1,0-4-309,-2-2 1,6 0 0,-6-2 919,1-4 0,5-11 0,-6-10 0</inkml:trace>
  <inkml:trace contextRef="#ctx0" brushRef="#br0" timeOffset="2199">2044 486 7739,'-17'0'137,"-1"7"0,1 3 0,-1 2 620,1-1 1,5-5 0,1 6-1,-1 1-30,2 3 0,1-1 0,5-1 1,-2-2 24,2 1 1,2 3-626,2 1 1,0 1 0,2-3-156,4-3 0,4 1 1,7-5-70,0 2 0,1-6 0,-1 2 26,1-5 1,-1-1-1,1 0 155,-1 0 0,1 0 1,-1 0-1,1-1 435,-1-5 1,-5 4 161,-1-4 0,-5-2-416,6 2 0,-10 3 1,-2 8-1,-12 5-892,-9 0 1,-1 5 0,-7-3 0,-2 3-985,-2 3 1,-2-3-1,0-1 1611,1-2 0,-9-1 0,-2 7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6.0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297 911 8128,'-17'-18'513,"-1"1"1,1 1-67,-1 5 0,7-3 0,-1 6 1,-2 0-67,-1 1 1,-4 1 0,-3 6 0,-1 0 72,2 0 0,7 2 1,2 6-1,-1 7-248,-3 6 0,6 10 0,3-1 0,1 3-207,0 1 1,0 1-1,6 0 1,2-2-127,4-4 0,6 2 0,11-7 1,6-3-739,4-1 1,2-5 0,0-3 0,0-8-681,0-8 1,2-6 1544,3-7 0,-3-16 0,6-4 0</inkml:trace>
  <inkml:trace contextRef="#ctx0" brushRef="#br0" timeOffset="350">489 753 7793,'-2'16'105,"-3"-4"1,-3 3 0,-6-5-1,4 3 426,3 5 1,-5-5-1,4 13 1,1-3-166,-1 0 1,0 8-1,4-2 1,-2 6 108,2 6 1,2-4-1,2 4 1,0-4-244,0-2 1,0-1 0,2-1 0,4-3-201,6-7 1,3-12 0,3-5 0,-1-4 9,1-2 0,-1-8 0,1-5 0,-1-8-134,1-9 1,-1-4-1,1-5 1,-3-2-86,-3 2 1,-3 0 0,-5 1-1,2-3-57,-2 2 1,-2 4 0,-2 4 0,-2 4-75,-4 2 0,-3 1 1,-9 9-1,1 3-174,-1 6 1,1 4 0,-1 2 0,1 0-81,-1 0 1,3 2-1,1 4 1,4 8-603,3 7 1164,1-2 0,-2 14 0,-2-5 0</inkml:trace>
  <inkml:trace contextRef="#ctx0" brushRef="#br0" timeOffset="1083">943 823 7770,'-17'0'253,"-1"0"1,1 0 0,-1 0 0,1 0 458,0 0 0,5 0 0,2 2 0,1 2-303,-1 2 1,4 6-1,-4-5 1,3 3-158,3 4 1,-4 1 0,2 3 0,2-1-103,2 1 1,2-1 0,0 0 0,2 1-70,4-1 0,4-1 0,7-4 0,3-7-157,3-3 1,-2-2 0,6-2 0,1-3-86,-1-7 1,-6-4-1,2-3 1,-3-2 93,-3-3 1,1-5 0,-3 4 0,-3 0 38,-6 0 0,-4 1 0,-2 5 0,-2-1-29,-4 3 0,-6-2 1,-11 13-1,-4 2-456,0 2 0,-6 2 0,3 2 0,-1 4-63,2 5 1,-2-1 0,8 2 0,4 1-207,5 3 782,-2 1 0,7 1 0,-9-1 0</inkml:trace>
  <inkml:trace contextRef="#ctx0" brushRef="#br0" timeOffset="1483">1205 806 8701,'-17'6'0,"-1"1"924,1 3 0,1-4 1,5 6-254,5 1 0,4 3 1,2 1-416,0 1 1,0-1-1,0 1 1,2-1-99,4 0 1,-2 1 0,7-1 41,3 1 0,-6-1 1,-1-1-1,-1-3 611,0-1-1805,0-8 835,-6 4 0,0-16 0,-2-6 0,-2-5 151,-2-4 0,-2-6 0,5 3 0,-3-1 15,2-4 0,2-2 0,2-4 0,0-2-38,0-1 0,2 1 0,2 6 0,3 2 1,3 0 0,-4 0 0,6 9-179,1-1 1,3 2 0,1 9-414,1 6 0,-1 6 0,1 4 0,-1 4-254,1 2 1,-1 7-1,0 6 1,-1-1 875,-4-3 0,3-1 0,-5-1 0</inkml:trace>
  <inkml:trace contextRef="#ctx0" brushRef="#br0" timeOffset="1917">1502 20 7767,'-6'-14'988,"1"9"1,-1 12-1,6 20 1,0 5-347,0 4 1,2 11 0,3 1 0,7 9-389,4 7 1,7 11 0,2 5 0,2 0-264,4-5 0,0-3 0,-1-6 0,-7-6 170,-4-7 1,-9-15 0,-2-3-137,-1-9 1,-7-15-207,0-5 1,-1-12 0,-11-5 0,0-5 18,3-1 0,-7-7 1,4-1-1,-3-2 12,-3-4 0,1 4 0,-1-2 0,1-2-224,0-2 0,-7 3 0,-1 3 0,0 2 64,0 4 1,1 1-1,7 5 1,-1 3 558,1 6 0,5 6 0,3 6 0,1 6 29,4 3 0,2 10 0,2 3 1,0 1-39,0 0 0,0-2 1,0 4-1,2-2-52,4 2 1,3-4-1,9 1 1,1-3-602,5-4 0,-3-1 0,6-5 0,0-3-566,0-6 1,1-5 0,3-1 0,-2 0-283,2 0 1261,-6-7 0,16-3 0,-4-7 0</inkml:trace>
  <inkml:trace contextRef="#ctx0" brushRef="#br0" timeOffset="2249">2061 439 7919,'-29'33'649,"0"-4"1,-6 4 0,12-2 0,1 6-21,3 4 0,3-2 1,5-8-1,5-4-467,4-2 0,2-2 0,2-7-48,4-4 1,-2-5 0,9-7-1,5 0-95,3 0 1,4-2-1,-3-3 1,1-7-267,-2-4 1,4-1 0,1-2 0,-1-1 448,0 3 1,-2-5 0,-5 11 0,-1-3 322,1 2 0,-1-1 199,1 7 0,-3 2 1,-7 10-607,-14 6 0,-5 11 0,-17 6 0,1 6-856,0 6 0,-8-3 1,-6 7-1,3-2 738,1-4 0,-6 5 0,-2 1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5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 7889,'-15'2'868,"3"7"-203,6 15 1,4 15 0,2 27 0,2 15-455,4 14 1,-2-40 0,2 1 0,2 2 0,1 0 0,0 2-1,0 0-270,-1 1 1,1 1 0,-1 0 0,0 0 0,-1-2 0,-1-2 0,0-5 0,0-1-461,7 41 0,-3-17 0,0-20-387,-2-7 0,-3-24 334,-5-19 0,0-12 1,0-13-1,-2-5 572,-3-5 0,3-12 0,-14-3 0,6-9 0</inkml:trace>
  <inkml:trace contextRef="#ctx0" brushRef="#br0" timeOffset="317">0 53 8698,'18'0'628,"-1"0"0,5 0 0,7 0 1,12 0-191,7 0 1,12-6-1,4 1 1,2 1-206,-2 2 1,2 2-1,-10 0 1,-3 2-84,-5 4 0,-11 3 1,0 9-1,-10-1-11,-7 1 0,-5 5 0,-11 2 1,2 2-12,-2 4 0,-4 8 0,-4 4 1,-2 0-56,2-1 1,-4 5 0,1-4 0,-1 1-92,0 5 0,2 1 1,6 4-1,0 3-259,0 1 0,0 0 0,0-5 1,0-3-226,0-3 1,0 7 0,0-8 0,0-3-193,0-4 1,0-10 0,0-2 0,-2-2-258,-3-3 951,3-11 0,-14 5 0,6-6 0</inkml:trace>
  <inkml:trace contextRef="#ctx0" brushRef="#br0" timeOffset="533">140 1590 7914,'-15'35'207,"9"0"1,-10-2 0,7-2 66,5-2 0,15-8 0,11 3 0,7-7 325,8-5 0,9-4 0,3-8 0,7-2-293,8-4 0,12-10 0,5-9 0,3-2-607,-3-4 0,-3-2 1,-8 0-1,1 2-212,5 2 1,-12 7-1,0-1 1,-10 2-1701,-7-3 2213,-4 5 0,-1-14 0,3 6 0</inkml:trace>
  <inkml:trace contextRef="#ctx0" brushRef="#br0" timeOffset="766">1677 18 8284,'-35'8'0,"0"6"686,0 7 0,6 6 0,2 10 0,4 6-334,7 9 0,-1 8 1,5 12-1,-4 4-108,-1 5 0,7-3 0,3-2 0,1-7-394,0-5 0,2-1 0,8-7 1,4 0-883,1-5 1,3-9 0,5-13 0,-1-5-92,-4-5 1,3-9 1122,-3-4 0,-4-5 0,-1-1 0</inkml:trace>
  <inkml:trace contextRef="#ctx0" brushRef="#br0" timeOffset="1303">1904 909 7791,'0'-25'-26,"0"3"1,0-5-1,0 0 87,0 0 0,0 4 1,-2-5-1,-2 1 87,-2 0 1,1 4-1,3-4 242,-4 1 1,2 5-192,-8 9 0,6 7 1,-5 10-1,-1 9-44,2 7 1,-5 5 0,5 5-1,-1-2-71,-1 2 0,6 4 0,-4 4 0,1 1-80,-1-1 0,6-2 0,-2-4 0,4-2-88,2-2 1,0-8-1,0 3 1,2-7-82,4-5 1,4-4 0,9-10 126,5-4 1,-5-6 0,4-11 0,-1-4 3,1 0 0,-4-6 1,3 4-1,-7-4 48,-3-2 1,-3 5 0,5 1-1,-4 0 236,-2 2 1,-3 2 304,-5 7 0,0 11-440,0 7 1,0 13-1,-2 11 1,-1-1-179,-3 2 1,0-4 0,6 8 0,0 1-329,0-3 1,0 0 0,0-6-239,0 3 1,0-1 0,2-8-309,4-3 0,3-4 937,9-8 0,-1-8 0,1-2 0</inkml:trace>
  <inkml:trace contextRef="#ctx0" brushRef="#br0" timeOffset="1633">2218 630 8072,'-11'11'448,"-1"1"1,-7-1-1,9 7 1,-2-1-154,1 1 1,5 1 0,-4 3 0,2 3 51,5 2 1,-1-4-1,0 4 1,-2-1 27,2-5 0,2-2-299,2-1 1,2-8 0,2-7 30,2-6 0,7-1 1,-3-8-1,2-3-82,-1-7 1,-5 3 0,4-6 0,0-1-109,-1-3 0,1 4 1,4 0-1,-5 2-255,-1-1 0,4 1 0,-5 4-114,3-5 0,0 5 1,3-4-33,-1 3 0,-6 10 1,4 7 28,-3 6 0,1 7 1,-4 8-1,4-1 71,1 1 1,-3-1 0,6 0 0,1 1 383,3-1 0,-4-5 0,-1-2 0,1-1 0,-2 1 0,5 2 0,-5 5 0</inkml:trace>
  <inkml:trace contextRef="#ctx0" brushRef="#br0" timeOffset="2099">2480 752 7746,'10'0'2903,"-2"0"-2454,-16 8 0,0 1 1,-3 11-1,5 3-114,4 6 1,-4 6 0,0 4 0,2 3-126,2 3 0,2 4 1,-2 7-1,-1 2-227,-3-2 1,-6 1 0,4-3 0,-1 0-163,-5-3 1,4-10-1,-1-3 1,-1-7-365,2-7 0,1-13 226,3-5 0,4-14 0,-4-7 1,4-8 91,2-5 1,8-7-1,4-5 1,1 1 214,-1 2 1,3 2-1,-3 0 1,3 0 84,3 0 1,-6 2 0,-1 2 0,3 4 245,1 2 1,3 0 0,-1 3 0,1-3-22,-1-2 1,3 6-1,3-5 1,6 1-86,4-4 0,0-4 0,-2-2 0,-2 0-180,2 0 1,-4 0 0,0-2 0,-1-1-143,-5-3 1,-2-2-1,-3 4 1,-4-1-40,-7 1 0,-3 10 0,-4 5 0,-3 7 74,-7 5 0,-4 5 0,-3 7 1,-2 3 205,-3 9 1,-1 8 0,4 14 0,-4 3 21,-3 4 0,7 4 0,-2 7 0,3 0-64,3 1 0,5-1 0,3-1 0,1-3-125,4-1 1,2-8-1,4 1 1,4-3-526,5-2 0,13-10 0,3-5 1,2-9-284,0-3 1,0-4-1,4-10 1,-2-5 840,-2-5 0,0-9 0,6-2 0</inkml:trace>
  <inkml:trace contextRef="#ctx0" brushRef="#br0" timeOffset="3167">1572 1939 7760,'10'-17'0,"-2"-2"166,-1-5 0,-5 11 0,4-5 425,-4 3 1,-2 5 0,-2 0-16,-4 2 0,-3 3 0,-9 7-84,1 3 0,-1 5 1,1 8-1,-1 1-160,1 4 0,-6-1 0,-1 7 0,3 2-196,2 2 1,1 2 0,1 0 0,1 0-29,4-1 1,-1 1 0,7-2 0,2-2-161,2-1 0,2-7 0,2 4 0,4-2-110,6-3 1,-3-9-1,1-1 1,0-1-222,-1-1 235,3 6 0,-2-7-113,-4 9 1,-6-8-1,-6-5 1,-6-1-285,-3 2 1,-9-2 0,1 6-1,0-3 134,-2-3 0,5-2 0,-3-2 0,3 0-51,3 0 1,5-2 0,3-4 0,1-5-354,4-5 0,4-3 815,6-4 0,11-5 0,10-6 0</inkml:trace>
  <inkml:trace contextRef="#ctx0" brushRef="#br0" timeOffset="3437">1834 2044 8069,'10'-8'1819,"0"6"-329,-5-3-1145,-3 3 0,-2 4 0,-9 3 0,-3 5-99,0 0 0,1 7 0,-7-1 1,-1 7-131,-4 4 1,3 0-1,-3 5 1,3-3-96,3 2 0,1 2 0,3 2 0,3-2-431,2-4 0,3 2 0,5-6-268,0 2 0,2-7 1,3-3-1,9-9-103,7-6 1,1-10 0,5-4 0,0-3 780,0-3 0,-6-7 0,12-2 0,-5-8 0</inkml:trace>
  <inkml:trace contextRef="#ctx0" brushRef="#br0" timeOffset="4082">2131 2062 8075,'-17'0'1344,"-1"0"1,6 0-1022,1 0 1,1 7-1,-3 5-129,1 4 1,6 1-1,-4 0 1,3 1-110,3-1 0,-4 7 0,2-1 1,2 0-185,2 2 0,2-5 1,0 3-117,0-3 0,2-5 0,4-3-21,6-6 0,3-6 0,3-6 0,-1-6 66,1-3 1,5-11 0,0-3 0,-1-4 111,-3-2 1,-2 2 0,1 2 0,-1 4 46,1 2 1,-3-4-1,-3 6 1,-6 1 342,-4 3 0,4 7-176,-1 0 0,-5 16 0,-7 4 0,-3 10-108,-4 5 0,5 8 0,-1-4 0,2 2-21,4 0 1,-3-2 0,1 5-1,2-5-225,2-2 0,2-2 0,0-5 0,0-1-589,0 1 1,8-9 342,3-3 0,5-6 0,-1-6 0,-1-7 124,-2-9 1,-1 1 0,5-6 0,-3 0 319,-1 0 0,-6-3 0,3-3 0,1 2 0,0 2 0,-6 0 0,4-6 0,-3-2 0,1-3 0,2-5 0,-4-7 0,2-1 0,-2 1 0,3-8 0,-1-2 0,0 1 34,2 9 1,-6 9 0,3 14 0,-1 6 509,2 4 0,-4 11 0,4 8 0,-6 11 146,-6 11 0,-2 5 0,-3 8 0,3 2-192,0 3 1,6-1 0,-6 8-1,3 1-143,-1 3 1,0 1 0,6 1 0,0-3-77,0-3 0,-6 9 0,0-6 0,2 1-482,3-3 1,6-11 0,1 0 0,0-8-873,2-4 1,-4-3 0,7-11 400,3-5 1,-1-6 0,1-6-1,-4-7 674,-2-9 0,5-5 0,-3-8 0</inkml:trace>
  <inkml:trace contextRef="#ctx0" brushRef="#br0" timeOffset="4450">2672 1852 7737,'-33'23'485,"4"1"1,-2 5-1,10-4 1,5 0 164,9 0 1,5-1 0,2-5 0,0 2-262,0 3 1,7-7 0,5-7 0,4 0-187,1-1 1,8-5-1,3 2 1,1-4-80,0-2 1,0 0 0,6-2 0,0-4 7,0-5 1,-2-7 0,-2-3 0,-4-4-144,-2-3 0,4-1 0,-6-4 0,-1 2-57,-3 2 1,-9 2-1,-2-2 1,-3 6 295,1 3 0,-2 3 1,-10 1 82,-5 4 1,-5 7 0,-3 12 0,-3 11-70,-1 9 0,-2 6 0,4 4 0,-3 2-227,3 1 1,3 9 0,5-2 0,3 3-119,2 2 0,3 1 0,5-3 1,2-3-783,3-6 1,11-6 0,11-4 0,4-6-888,6-6 0,10-5 1772,-1-14 0,12-16 0,4-3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2.3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51 296 7951,'-17'0'280,"-1"0"1,9 2 38,3 4 0,6-4 0,7 3 1,11-3-1,9-2 142,6 0 0,4-2 0,2-3 0,5-7-291,7-4 1,-1-1 0,14-2 0,4-5-18,6-5 1,-2-2-1,2 0 1,-8 2-46,-8-2 0,-6 6 1,-5 3-18,-7 9 1,-12 7-1,-11 14 158,-9 9 0,-6 10 1,-4 14-1,-4 8 259,-6 7 1,-3 8 0,-3 12 0,3 5-239,3 4 1,-3 3-1,5 1 1,-2 2-224,1 2 0,7-1 1,-2-11-1,4-5 7,2-4 1,0-3 0,2-3 0,2-7-4,2-13 1,5-7-1,-5-4 1,-2-2-512,-2-4 1,0-4 0,2-7-2602,2-1 1,1-7 456,-1-4 2604,4-12 0,0-4 0,-3-7 0</inkml:trace>
  <inkml:trace contextRef="#ctx0" brushRef="#br0" timeOffset="483">156 191 7658,'-18'0'0,"3"2"-332,3 4 0,-3-2 755,3 7 1,4 1 13,3 5 1,3 1 0,2-1 0,0 3 33,0 3 1,0-2 0,2 10 0,1 4-16,3 4 0,2 17 0,-4 3 0,4 9-177,1 7 1,-3 15 0,-1-39 0,0 2 0,0 4 0,0 1-234,-1 2 1,1 0 0,1 0-1,0 0 1,2 0 0,-1-1-1,0-1 1,0 0-341,-1 2 1,0-1 0,-2-6 0,1-2 0,7 46-1,-6-13-621,-4-14 1,-2-2 0,0-14 0,0-7 303,0-11 0,-8-14 1,-2-3-1,-1-7-26,-1-4 0,6-3 637,-5-5 0,-1-15 0,-6-5 0</inkml:trace>
  <inkml:trace contextRef="#ctx0" brushRef="#br0" timeOffset="683">34 1798 7785,'-8'33'29,"-2"-2"1,1-4 306,3-2 0,6 4 1,6-5-1,5-3 270,5-2 1,7-3 0,2-3 0,2-3-344,4-2 0,4-2 1,6-6-1,6-2-143,3-4 0,3-4 0,1-9 0,2-2-259,2-3 0,-5-5 1,-9 6-1,-1 0-763,-4-3 1,-2 7 901,-2-4 0,0-5 0,0 1 0</inkml:trace>
  <inkml:trace contextRef="#ctx0" brushRef="#br0" timeOffset="1150">1675 628 7697,'-2'-18'136,"-3"1"0,1 1 0,-6 3 309,2 1 0,0 8 1,5 0-83,-3 8 1,0 14 0,6 13 0,0 9 110,0 13 1,0 7 0,0 12 0,2 1-218,4 3 1,-2 6 0,7-5 0,1 3-732,-2 3 1,3 1 0,-5-3 0,0-7-518,-1-8 0,-1-16 0,-6-15-1077,0-9 2068,-8-15 0,-1-3 0,-9-8 0</inkml:trace>
  <inkml:trace contextRef="#ctx0" brushRef="#br0" timeOffset="1500">1448 1134 7693,'-17'18'285,"7"-1"0,4 2 0,4 3 101,2 1 0,8 2 0,6-3 0,7 3-172,8 2 1,-2-8 0,2 1 0,4-8-145,6-5 1,-2-1 0,6-6 0,-2 0-94,-1 0 0,3-10 0,-4-5 0,0-8-51,-6-5 1,0 1 0,-10-4 0,-2 2 91,-1-2 0,-3 6 0,-1 0 0,-5 1 95,-5 1 0,-6 6 0,-6 5 0,-5 0 11,-5 3 1,-7 1-1,-2 8 1,-3 0-6,-3 0 0,-7 8 0,-3 5 0,4 9 59,6 7 1,0-2 0,6 2 0,-1 0-98,1-2 1,8 4 0,7-6 0,2 3-483,4 3 1,4-4 0,8 0 0,8-4-345,5-7 0,12-1 0,0-9 1,8-2-195,3-2 0,1-4 939,2-4 0,3-11 0,-5-10 0</inkml:trace>
  <inkml:trace contextRef="#ctx0" brushRef="#br0" timeOffset="1850">2339 907 7693,'-17'10'176,"-7"0"0,1-5 1,2 5-312,1 0 1,3 5 0,-1-3 0,1 5 949,-1 7 0,7-5 0,1 4 1,2-1-490,4 1 0,-3-2 1,1 6-1,2-1-296,2-5 1,2-2-1,0-1 1,2-1-93,4 1 1,-2-3 0,7-1 0,3-4 36,1-3 0,3-1 0,-1-6 1,1 0-70,-1 0 0,1 0 1,1-2-1,2-2 235,3-1 0,-1-1 1,-6 6 472,1 0-485,-1 0 1,-7 8-1,-6 3 1,-10 5-459,-11 1 1,-3 3 0,-9 1 0,-2 2-191,-2-1 0,-2-3 0,0-2 0,0-1-37,0-4 0,6-5 0,2-7 0,2 0-553,4 0 1109,9-15 0,-4-5 0,7-15 0</inkml:trace>
  <inkml:trace contextRef="#ctx0" brushRef="#br0" timeOffset="2082">2531 226 7693,'-6'19'112,"-2"5"1,1 7 332,-1 8 1,0 7 0,4 14 0,-1 10 455,1 10 0,2 5 0,2 2 1,0 1-880,0-1 0,2-4 1,3-5-1,5-12-382,0-10 0,0-7 0,-7-14 1,5-2 264,2-4 1,-4-12 0,5-11-609,3-4 1,-4-2 0,-1-2 0,-1-6 702,-4-9 0,6-1 0,-1-7 0</inkml:trace>
  <inkml:trace contextRef="#ctx0" brushRef="#br0" timeOffset="2288">2164 785 9357,'27'-2'437,"8"-4"0,8 2 0,11-7 1,5-3-240,5-2 1,4-1-1,1 0 1,1 1-408,0 4 1,-4 5 0,-6 7 0,-9 0 208,-7 0 0,-11 23 0,-7 6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5.9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2062 7562,'-12'0'577,"2"-2"182,3-4 0,-5 2-402,6-8 0,-7 8 1,3-3 197,0-1 0,0 6 0,5-4-132,-7 4 0,-3 2 0,-3 2-379,1 4 0,5 4 0,2 7 0,1 1-103,-1-1 0,6 0 1,-2 1-1,4 1-429,2 5 0,0-5 0,0 4 0,0-1-512,0 1 1,8-4-1,4 5 1,5-5 999,6-2 0,5-7 0,6-2 0</inkml:trace>
  <inkml:trace contextRef="#ctx0" brushRef="#br0" timeOffset="368">384 2009 7648,'-17'6'0,"-1"2"178,1 1 1,1-3 0,3 6 0,1 1 404,-1 3 1,3 1 0,0 3 0,3 1-164,3 2 1,-4 7-1,2-7 1,2-2-82,2-1 0,4 3 1,4 0-268,6-1 0,3-5 0,3-5 0,1-7-38,4-3 0,-3-4 0,3-3 0,-4-7-71,-1-4 0,-1-7 0,1 0 0,-1 0-69,1-3 0,-9 7 0,-1-6 0,-2 1-8,0 1 0,0 0 1,-6 5-1,-2 1-105,-4 0 0,-4-1 1,-7 3-1,-1 1-349,1 2 0,-3 8 0,-1-3 0,-2 1-76,1 0 0,3 0 0,2 6 0,1 2 644,4 4 0,-11 4 0,4 7 0</inkml:trace>
  <inkml:trace contextRef="#ctx0" brushRef="#br0" timeOffset="718">769 1555 7623,'-18'12'209,"1"-1"0,5 1 1,2 7-1,1 5 644,-1 5 0,4 4 1,-4 4-1,1 1-346,-1 3 1,6 8 0,-2-3 0,4 7-394,2 5 0,0-4 1,-2 4-1,-1-5-292,-3-7 0,0-1 1,6-8-1,0-2-534,0-8 0,0-11 0,2-7-329,4-1 1,-2-4 0,5-10-802,-1-6 1842,6-3 0,-12-3 0,5 1 0</inkml:trace>
  <inkml:trace contextRef="#ctx0" brushRef="#br0" timeOffset="935">838 1642 7606,'-17'18'297,"0"-1"0,-1 3 1,3 1 340,3 2 1,2 8-1,6-1 1,-1 2-289,1 3 0,2 2 0,2 4 0,0 6-495,0 3 1,2-3 0,2-1 0,1 1-441,-1-3 0,-2 1 1,0-8-1,2-2-157,2-8 1,0-6 741,-6-3 0,7-1 0,3 1 0</inkml:trace>
  <inkml:trace contextRef="#ctx0" brushRef="#br0" timeOffset="1208">1135 2254 7586,'6'-12'-260,"0"0"0,6 1 214,-7-7 1,1 1-882,-6-1 927,0 1 0,0-1 0,0 1 0</inkml:trace>
  <inkml:trace contextRef="#ctx0" brushRef="#br0" timeOffset="1585">1135 2096 7800,'-17'0'1205,"5"0"-207,1 0 1,-1 0-30,-5 0 1,5 0-155,0 0 1,1 0-357,-7 0 1,6 0 0,1 0-76,-3 0 0,5 2-351,-3 4 0,6-2 0,-4 8-32,3 1 1,1 3 0,6 1 0,0 1-154,0-1 0,2 1 0,4-1 1,5 1-71,5-1 0,1-1 1,1-3-1,-1-3 18,1-2 0,1-3 0,2-5 0,3-1 44,-3-5 1,-4 2 0,-3-8 0,-2-1 63,1-3 0,-5-1 1,-2-3-1,-4-1 90,-2-2 1,0-1-1,0 7 1,-2-1-168,-4 1 0,-4 1 0,-7 3 0,-1 3-225,1 2 0,-1 1 0,1 3 0,-1-2-247,1 2 0,0 4 0,-1 6-914,1 5 1559,-1 5 0,1 9 0,-1 2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8.46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1432 1031 6607,'10'17'0,"-2"-5"0,-8-1 0,7-7 0,-3 4-724,8-8 897,-8 0 0,3-2 1,-7-4 123,0-5 0,0 1 1,0-2 120,0-1 0,6-3 0,0-1 16,-2-1 1,-2 7-1,-2-1 10,0-2 0,0-1 0,0-3 161,0 1 1,-8 7-387,-3 4 0,-5 5 1,-1 1-1,-1 1-31,1 5 1,-1 10 0,1 9 0,-1 2-54,1 4 1,-1 2 0,3 2 0,1 0-238,3 0 0,7-2 0,-2-2 1,6-4-590,6-2 1,3-3-1,9-11 1,1-5-109,5-4 1,-3-2-1,6-2 1,0-4 798,0-5 0,2-12 0,6-5 0</inkml:trace>
  <inkml:trace contextRef="#ctx0" brushRef="#br0" timeOffset="485">1694 961 7666,'-10'8'983,"-5"-5"-510,3 9 1,4-6-1,1 4-129,-1-3 0,6 7 0,-6-4 0,2 1-65,1 1 0,-1 0 0,4 5 1,-2 1-86,-2-1 1,0 0 0,6 1 0,0-1-162,0 1 0,2-1 1,2 1-1,4-3-190,2-3 1,1-4 0,7-8 0,-1 0-12,1 0 1,-1-8-1,2-6 1,3-5 39,1-4 0,0-6 1,-5 3-1,-3-1 144,-3-4 1,4 0 0,-7 0-1,1 2 267,-4-2 0,-4 6 0,-2 1 0,0 5 342,0 2 1,-2 7-387,-4 4 0,-4 12 0,-5 5 0,1 5-101,2 1 1,7 7 0,-5 1 0,2 0-56,4 0 1,2 1 0,2-5 0,0 2 69,0-1 0,0-3 1,2-2-251,4 1 1,4-8 0,7-5-613,1-3 0,-1-2 0,1-2 0,-1-3-335,1-7 0,-1-4 0,-1-1 0,-3-2 419,-1-5 1,-1 3-1,5-6 1,-2 0 624,-3-1 0,-7-1 0,19-6 0,-3 1 0</inkml:trace>
  <inkml:trace contextRef="#ctx0" brushRef="#br0" timeOffset="700">2270 0 7597,'-11'2'753,"1"6"-100,2 9 0,-3 5 0,5 13 0,2 7 47,2 7 0,-4 13 0,0 10 0,2 13-527,3 12 1,0-45-1,2 1 1,-1 1-1,0 1 1,0 0 0,0 0-486,0 0 1,0-1 0,0 45-1,0-10 1,0-13-454,0-18 0,1-11 27,5-12 1,-4-12 0,4-11 115,-4-16 1,-2-10 0,0-5 0,0-5 67,0-5 1,0 2 553,0-2 0,0-8 0,0-8 0</inkml:trace>
  <inkml:trace contextRef="#ctx0" brushRef="#br0" timeOffset="1033">2166 804 7597,'0'17'159,"0"1"0,0-7 0,0 1 0,0 1 58,0 3 1,2 0 0,3-3 0,7-3-68,4-2 1,1 3 0,2-3 0,3 0 44,1-1 0,2-1 0,-3-6 0,3 0-64,2 0 0,-6-2 1,5-3-1,-3-7-126,0-4 0,0 5 1,-5-1-1,-3-1-13,-3-3 0,2-1 0,-9-1 92,-1 1 1,-4 1 41,-5 4 1,-5 5 0,-8 7 0,1 0 244,-1 0 0,1 7 1,-1 5-1,1 4-170,0 1 1,-1 6 0,1 3 0,1 1-234,4 4 0,-1-4 0,7 2 0,2 0-275,2-2 0,2 4 0,2-7 0,4-5-576,6-5 1,3-1 0,5-7 0,1-2-1361,2-2 2243,0-10 0,3-9 0,1-11 0</inkml:trace>
  <inkml:trace contextRef="#ctx0" brushRef="#br0" timeOffset="1433">2882 70 7597,'-18'18'163,"3"1"0,3 4 527,6 6 1,-2 6-1,3 4 1,1 4-131,2 1 0,8 9 0,1 7 1,3 2-139,4 4 1,1-6-1,3-2 1,-1-3-263,1-3 1,-3-1-1,-1-7 1,-5-7-252,-1-6 0,4-15 1,-6 1-3,-3-1 0,-1-10 1,-2-6-369,0-10 1,0-6 0,0-1 0,0-1-70,0 1 1,0-2 0,-2-3 0,-3-1 131,-7 2 0,-2-1 0,-1 1 0,-1 0 177,-3 5 0,-2 0 0,3 9 0,-1-1 252,-5 0 0,5 4 1,-4 10-1,3 6 333,3 3 1,-1 5 0,1 3-1,0 6 178,-1 4 0,3 10 1,1 3-1,4 5-135,2 1 0,3-1 1,5-1-1,0-1-217,0-1 1,4-7 0,5-14-1,11-4-452,5-7 0,4-6 1,6-10-1,2-4-733,4-8 1,1-7-1,7-16 995,-3 0 0,9-8 0,7-2 0</inkml:trace>
  <inkml:trace contextRef="#ctx0" brushRef="#br0" timeOffset="3067">122 2201 7572,'-11'0'469,"-1"0"1,6-2 1558,-5-4-1341,-1 4 0,-4 2 1,5 14-1,5 7-148,4 8 1,-4 4-1,0 4 1,2 4-288,3 5 0,1 7 0,0 3 0,0 2-82,0-2 0,-6-3 0,0-7 1,2-7-200,2-8 1,2-5-201,0-9 1,0-15 0,0-8 0,0-9 124,0-9 0,2-3 1,2-8-1,4 0 64,1 0 0,-3-5 1,4-3-1,0 0-57,-1 1 0,-3-5 1,4 4-1,-1 1-75,1-1 1,-4 2 0,4 6 0,-1 0 48,1 0 0,-4 8 0,6 6-41,1 7 1,-3 6 0,2 8 0,-1 2-156,-1 4 1,5 4 0,-5 7 0,2 3-232,-1 3 1,1-2-1,5 7 1,-1-1 57,-4 0 0,3-6 0,-3 5 0,3-3 191,3 0 1,-7 0 0,1-7-1,0-3 122,-3-1 0,5-6 1,-6 4 284,1-3 1140,-5-1-661,4-6 0,-16-6 630,-3 1 1,1-1 630,-2 6-1310,8 8 1,-1-5-232,10 9 0,5-8 1,8 0-193,-1-8 1,1 0 0,-1-8 0,1-1-203,-1-3 1,6-1 0,-1-3 0,-5-1-124,-3-2 1,-5 0 0,5 5-1,-4 1 49,-3-1 1,-1 1 0,-8 1 44,-4 5 0,3 3 0,-11 10 1,-3 4 7,-5 5 1,-3 7 0,4 3 0,-3 4-20,3 2 1,2-3 0,1 3 0,3 0-18,3 0 1,-2 0-1,9 2 1,1-5-117,2-5 1,4-1-1,3-1 1,9-1-187,7-5 1,1-3 0,5-8-1,0 0 55,0 0 1,0-8-1,4-3 1,-1-5 98,1-1 0,-6-1 0,0-1 0,-2-3 294,1-1 0,-1 0 0,-8 5 0,-1 1 0,-2-1 0,-3-5-105,3 0 182,-4 0 0,-16 13 0,-2 6 0,-1 6 357,-1 4 1,6 7 0,-3-1 0,-1 3 117,0 3 1,4-1 0,-3 3-1,1 1-204,4 2 1,-4 8 0,2-1-1,2 3-151,3 1 0,1 9 1,0 4-1,0 3-68,0 3 0,0 1 1,0 2-1,0 0-20,0-5 1,0-6 0,0-12-1,1-4-104,5-6 0,-4-4-61,4-1 0,-4-10 1,-2-8-1,0-10-169,0-6 1,2-7-1,2-2 1,2-2 90,-2-4 0,-1-2 0,1-2 0,2 0 18,-2 0 0,0-8 0,0-3 0,4-5-66,1-1 1,-3-8-1,6-4 1,1-4 109,3-2 0,1 2 0,1 6 0,-1 9 336,1 11 0,-1 15 0,1 9 0,-3 12 298,-3 10 1,1 14 0,-7 11 0,-2 6-22,-2 5 1,-2 3 0,0 6 0,0-5-400,0-1 1,-6 0 0,-2-5 0,-1 1-283,-5-6 0,4-6 1,-1-9-387,-3-1 0,-1-7 0,-1-6-389,4-8 1,5-13 0,7-13 0,0-5 267,0-5 1,0 1 0,0-8 0,0-1 82,0-3 0,7-3 0,3-2 564,0-2 0,5-16 0,-5 2 0</inkml:trace>
  <inkml:trace contextRef="#ctx0" brushRef="#br0" timeOffset="3232">1048 1624 7572,'-6'20'344,"-2"1"1,1 6 119,-1 6 0,2 0 0,6 16 0,0 5 105,0 8 1,0 8-1,2 6 1,4 3-193,5 1 1,5 3 0,1-9 0,1-4-663,-1-4 1,-5-17 0,0-5 0,-1-9-1139,-1-6 0,5-13 1423,-3 1 0,4-19 0,1 0 0</inkml:trace>
  <inkml:trace contextRef="#ctx0" brushRef="#br0" timeOffset="3550">1327 2568 7643,'-2'-10'0,"-1"2"0,-3 0 0,-2 1 0,4-7 422,-2 2 0,0 1 1,6-7 1339,0 1 0,0 5-488,0 0 0,0 11-1016,0 1 1,0 7 0,0 13 0,0 1-342,0 2 1,-5 8 0,-1-3 0,2 1-122,2 0 0,2-6 1,0 4-1,0-2-1085,0-3 0,2-3 0,2-1 1289,2-1 0,7-7 0,-3-2 0</inkml:trace>
  <inkml:trace contextRef="#ctx0" brushRef="#br0" timeOffset="4069">1764 2393 8795,'-12'-10'1514,"1"4"0,5 4 0,-6 4-881,-1 4 0,3-2 0,-2 8 1,-1 1-282,-3 3 1,4 7 0,1 0 0,-3 1-278,-1 1 1,3-4-1,2 6 1,3-1-531,3-5 0,2 4 0,2-1-597,0-3 1,8-4 0,5-5-309,9-6 1,-3-4-1,4-4 1360,-3-4 0,5-4 0,2-7 0</inkml:trace>
  <inkml:trace contextRef="#ctx0" brushRef="#br0" timeOffset="4632">2061 2515 7505,'2'-11'340,"4"-1"1,-3 0 168,9-5 1,-8-1 112,2 1 0,-4 5-52,-2 1 0,-2 7-331,-4-2 1,-4 6 0,-7 6-133,-1 5 1,3 5-1,1 1 1,5 1-109,1-1 1,-4 3 0,6 1 0,2 2-267,2-1 0,2-9 0,0-1 0,0 1 0,2 1 0,4-2 21,6-7 0,3-3 0,3-4 1,1-3 63,5-7 1,-5-4 0,4-3 0,-3-2 122,-3-3 1,1 1 0,-3 4 0,-1-1 80,-3 3 0,-7-4 1,2 9-1,-2-2 562,2 3 0,-6 3-97,0 8 0,-2 2 1,-10 4-328,-1 5 1,5 5-1,0 1 1,2 1-122,0-1 0,1 1 1,5-1-1,0 1-561,0-1 0,0 1-302,0-1 0,7-1 0,5-5 96,4-5 0,1-6 0,-1-6 728,-5-5 0,12-13 0,-3-3 0</inkml:trace>
  <inkml:trace contextRef="#ctx0" brushRef="#br0" timeOffset="4883">2480 1520 7848,'-18'0'625,"7"2"0,-1 3 0,1 9-3,1 7 1,-4 16 0,7 16-1,-1 11-153,0 9 1,2 9-1,6 11 1,0 6-436,0-47 0,0-1 1,0 46-1,0-6 0,2-9-697,4-13 0,-2-6 1,6-15-47,-3-7 1,1-16-1,-4-21 141,2-8 0,0-6 0,-6-9 0,0-4 190,0-6 0,0 1 0,0-1 0,0-2 378,0-2 0,0 4 0,0 0 0,-8-8 0,-2-7 0</inkml:trace>
  <inkml:trace contextRef="#ctx0" brushRef="#br0" timeOffset="5083">2375 2183 7623,'-10'2'163,"5"4"0,-3 4 0,2 7 153,2 1 0,2-1 1,2 1-1,0 1-12,0 4 1,2-3-1,2 5 1,4-2-21,2 1 1,1-1-1,7-6 1,-1 1-34,1-1 1,-1-5-1,0-2 1,1-3-178,-1-3 0,3-2 0,1-2 0,2-2-474,-1-4 1,-3 3 0,-1-9 0,-3-2-267,-3-1 0,3-3 0,-3 3 0,2 1 666,-3 3 0,5-1 0,-7-6 0</inkml:trace>
  <inkml:trace contextRef="#ctx0" brushRef="#br0" timeOffset="5481">3004 2061 7587,'-35'18'0,"8"-7"0,4 1 0,3 1 273,3 3 1,1 1 0,4 1 0,5-1 583,-1 1 0,6-1 0,-2 1-443,8-1 0,0-1 0,8-3 0,1-1-382,3 2 0,-3-5 1,1 3-1,1 0 10,-1-3 0,-1 7 1,5-7-1,-1 3 74,1 0 0,-6-6 0,-1 5 176,3 3 1,-6-5-1,-3 3-198,-3 2 0,-4-5 0,-3 1-247,-7-2 0,-4 4 0,-1-5 0,-1 1-497,1 0 0,-8 3 1,-2-5-1,-3 0-1264,1 2 1914,0-6 0,-13 6 0,-3-8 0</inkml:trace>
  <inkml:trace contextRef="#ctx0" brushRef="#br0" timeOffset="5598">1502 2026 7588,'-18'0'1088,"1"0"1,9 0 0,10 0-1089,14 0 0,9-8 0,10-1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49.29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350 699 7526,'12'-8'-421,"-1"-2"0,1-1 1178,-2-1 1,-1 2-132,-3-1 0,-4 1-29,4 4 1,-6 4-229,-6-4 1,-4 4 0,-7 4-1,-1 2-13,1 2 1,-1 8 0,-1-3-1,-2 5-154,-3 1 0,-5 1 0,6 1 1,0 3-103,-3 1 0,7 2 0,-6-4 0,4 3-105,3-3 0,-3-2 1,11-1-1,0 1-110,4 5 1,5-11 0,2 5 6,5-3 1,6-7-1,9-2 1,5-4 74,1-2 1,0 0 0,4 0-1,-2 0 76,2 0 0,-4 0 0,0 0 1,-1 0 31,-5 0 0,-2 0-39,-1 0 0,-8 7 0,-7 5-7,-6 4 0,-9-1 0,-11-1 0,-5-3-451,1 3 0,-6 1 0,4 1 0,-4-2-211,-2-3 0,2-7 1,4 2-1,4-4-747,0-2 1,11 0 1379,-3 0 0,3-16 0,-3-3 0</inkml:trace>
  <inkml:trace contextRef="#ctx0" brushRef="#br0" timeOffset="333">629 734 7526,'18'0'-921,"-7"0"2435,1 0-598,-8 0 0,4 2-579,-8 3 0,0-1 1,-2 8-1,-2 4-32,-2 5 1,-2-2 0,4 6 0,-1-1-287,1-1 0,-4 8 1,2-4-1,0 2-111,-1 0 0,3-7 0,-6 1 0,2-3-588,4-3 1,-3 0-2379,1 1 3058,0-8 0,-2-10 0,-2-10 0</inkml:trace>
  <inkml:trace contextRef="#ctx0" brushRef="#br0" timeOffset="750">821 699 7526,'0'11'155,"0"1"1,0 2 401,0 1 0,0 3 0,0-1-40,0 1 1,-2 7-1,-1 2-277,-3 0 0,0-2 0,6-7 0,0-1-98,0 1 1,-2-1-1,-2 1 1,-2-1-88,2 1 0,3-7 0,-1-1 0,-2 0-382,-2-1 31,0-5 0,6 2 80,0-12 1,2-3 0,2-9 0,4-1 6,1-5 1,1 5 0,4-6-1,-3 1 174,3 1 1,1 0-1,3 5 1,-1 1 92,1-1 1,-7 1 0,1 2 0,2 1 322,1 2 0,-3 8 0,-1-1-167,3 3 1,0 9 0,-1 5-1,-3 4-233,-2 1 0,3 0 1,-5 1-1,-2-1-252,-2 1 0,4-1 0,0 1 0,-3-1-925,-1 1 1,-2-7-739,0 1 1934,0-8 0,0 4 0,0-8 0</inkml:trace>
  <inkml:trace contextRef="#ctx0" brushRef="#br0" timeOffset="1235">1310 821 6993,'18'0'-360,"-6"0"2374,-1 0-926,-7 0-799,4-8 0,-16 6 1,-4-3-76,-3 3 0,-3 2 1,1 0-1,-1 0-60,1 0 0,0 5 0,-1 3 1,1 0-4,-1 0 0,1 3 1,-1-3-1,3 2-86,3 3 0,-1-3 0,7 2-234,2 1 0,2-3 93,2 2 0,8-3 1,3 3-1,5-6 40,1-4 0,3-2 0,1 0 0,2-2 114,-1-4 1,-1 2 0,0-6 161,3 3 1,-1-5 0,-6 6-1,1 2-91,-1 2 0,-5 4 0,0 4 0,-1 6 310,-1 3 0,4 11 0,-9 3 0,-1 6-160,-2 5 1,-4-1 0,-2 8 0,-5 1-495,-7 3 0,3-5 0,-13-1 0,3-4-111,0-8 1,-1-6 0,5-10-1,-2-1-373,-3-5 0,1-5 0,6-14-218,-1-9 0,7-8 0,1-10 0,2-2-117,4-4 1,2 2 1013,2-7 0,0-9 0,0-7 0</inkml:trace>
  <inkml:trace contextRef="#ctx0" brushRef="#br0" timeOffset="1483">1625 0 7613,'0'18'466,"2"-1"1,2 1 0,3 1 727,3 4 1,-4 6 0,4 12 0,-1 8-477,1 7 0,-6 8 0,2 12 0,-4 5-542,-2 5 0,0 1 1,0-4-1,0-5-223,0-8 1,0-12 0,-2-4 0,-2-9-359,-2-10 0,-6-18-2928,7 1 2398,-9-12 0,12-6 1,-4-14-1,4-5-588,2-5 1523,0 1 0,-8-10 0,-1-4 0</inkml:trace>
  <inkml:trace contextRef="#ctx0" brushRef="#br0" timeOffset="1816">1712 821 7613,'10'17'376,"0"1"523,-5-1 1,5 1-1,7-3-505,1-3 0,-1 2 0,1-9 0,-1-1-121,1-2 1,-1-2 0,1 0 0,1 0-127,4 0 1,-3-7 0,3-5-1,-2-4-175,3-1 1,-5-6-1,4-3 1,-5-1 19,-6-4 1,1 4 0,-7 0 0,0 0 2,2-1 0,-7 7 0,3 0 228,-8 7 1,-5 6 0,-9 8-1,1 2 166,-1 4 1,1 12 0,-1 11 0,1 4-39,0 2 1,-1 0-1,3 0 1,1 1-153,2 5 0,8-4 0,-1 4 0,3-6-273,2-6 0,2 2 1,5-8-1,9-3-472,5-7 0,10-5 0,-2-8 0,2-2-740,-1-4 0,1-9 0,-6-11 1286,2-1 0,-6-2 0,5-6 0</inkml:trace>
  <inkml:trace contextRef="#ctx0" brushRef="#br0" timeOffset="2015">507 507 7652,'-58'7'430,"11"5"0,22 4 0,27-1-401,14-3 1,9-4 0,12-8-1,1 0-29,3 0 0,8-8 0,-5-2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00.8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550 612 7793,'-2'9'794,"-2"-1"-1222,-2 0 0,1-4-313,5 7 741,0-7 0,0 4 0,0-8 0</inkml:trace>
  <inkml:trace contextRef="#ctx0" brushRef="#br0" timeOffset="970">550 681 7671,'-10'-7'205,"1"5"804,3-4 1,-4-2-523,-7 2 1,5 0-1,0 6 1,-1 0-48,-3 0 0,-1 0 1,-1 2-1,-1 2-26,-4 2 1,1 8 0,-7-3-1,0 7-207,2 5 0,-6-4 1,4 7-1,-2-1-80,2 4 1,-2-2 0,7 0 0,3 1-90,2-1 0,3 0 0,4 2 0,7-6-143,3-3 0,4-3 1,3-1-1,7-3 19,4-1 0,3-8 0,4 2 0,8-4-4,8-2 0,-2 0 0,4 0 0,-2 0 59,1 0 1,-3 0-1,2 0 1,-6-2 211,-4-4 1,-8 4 50,3-4 0,-15 6 0,-9 6 98,-9 5 1,-13-1 0,-5 2-1,-4 1-377,-6 3 0,-3 1 1,1 1-1,-2-1-434,2 1 0,-4-1 0,3 1 0,3-3-503,6-3 0,6-2 1,7-7-506,1 3 0,9 0 1489,8-6 0,15-8 0,13-1 0</inkml:trace>
  <inkml:trace contextRef="#ctx0" brushRef="#br0" timeOffset="1252">760 804 7942,'-28'0'589,"5"0"1,12 2-1,5 3 1,4 7 347,2 4 0,0 1 0,0 0 0,0 1-685,0-1 1,6 7-1,-1 1 1,1 0-289,2 0 0,-6 4 1,4-3-1,-4-1-317,-2 0 0,0-2 1,0-5-3824,0-1 4176,0 1 0,-8-8 0,-2-3 0</inkml:trace>
  <inkml:trace contextRef="#ctx0" brushRef="#br0" timeOffset="1667">1056 734 7697,'-1'17'0,"-3"1"0,-2-1 0,-6 6 0,6 3 0,2-1 0,3 0 0,1 6 0,0-2 0,0 4 1262,0 2 1,0-6 0,0-2 0,-2-1-723,-4-5 0,4-2 0,-4-1-319,4-1-502,2-7 0,0-4 1,0-12 121,0-6 1,6-9 0,2-2-1,-1 1-87,1 3 0,4-6 1,-4-2-1,-1 0 103,1 3 0,4-1 0,-4 2 0,1 1 152,5 3 0,-4 1 0,-1 1 0,1 2 333,0 3 1,-5-2 0,7 8 92,2 3 0,-5 3 1,1 5-1,-2 9-109,-4 7 1,3 5 0,-1 5 0,0-2-351,2 2 1,-6 2-1,4 0 1,-2-2-295,1-2 1,-3-8 0,4 3 0,-4-5-1176,-2-2 1,0 1-62,0-1 1,2-7 1553,4-4 0,4-12 0,7-4 0</inkml:trace>
  <inkml:trace contextRef="#ctx0" brushRef="#br0" timeOffset="2117">1615 751 7905,'-11'0'688,"1"2"1,0 2-112,1 2 1,-1 2 0,-4-3 0,3 7-279,-3 4 0,-1 1 1,-1 1-1,2-1-129,3 0 0,-1 7 0,-3-1 0,1 0-131,2 3 0,9-7 1,-3 4-1,4-3-96,2-3 0,0 1 0,2-3-50,4-3 1,-3-4-1,9-8 1,2-2-40,1-4 1,8 2 0,1-10 0,-3-3 2,-2-5 1,-1-1 0,-1 6-1,1-3 105,-1-3 0,1 4 0,-3-5 0,-1 5 237,-2 1 0,-9 1 353,3 0 1,-6 11-294,-6 12 0,-1 5 0,-7 18 0,2 4 138,-1 6 1,-3 0 0,-1 9 0,-1 5-466,1 3 1,1 10-1,3-4 1,1 0-545,-1-4 1,3-5 0,0-8-1,1-11-969,-1-8 1042,6-15 0,-4-7 0,8-14 0,0-9-379,0-6 1,0-4 917,0-6 0,8-8 0,2-2 0</inkml:trace>
  <inkml:trace contextRef="#ctx0" brushRef="#br0" timeOffset="2367">2034 0 7661,'-17'18'358,"7"1"1,4 6-1,5 10 537,1 10 1,0 7 0,-2 8 0,-2 8 1,-2 6 1,-6 10 0,5-3 0,-3 3-828,-4-3 1,5-5 0,-1-12 0,0-8-80,0-7 0,7-7 0,-5-9-1324,0-4 1033,6-11 0,0-12 0,10-10 0,0-4-1146,-1-2 0,5-1 0,-6-7 1446,-2 1 0,5-9 0,1-1 0</inkml:trace>
  <inkml:trace contextRef="#ctx0" brushRef="#br0" timeOffset="2667">1982 891 7652,'0'12'273,"0"-1"318,0 3 0,2-4 0,4 1-401,5 3 0,5-5 1,1 1-1,1-2-89,-1-4 1,3 4-1,1-3 1,2-1-111,-1-2 0,5-8 1,0-1-1,0-5-7,-3-7 1,1 1 0,-2-7 0,-2 2-41,-1-1 0,-9 1 0,-1 6 0,-2-1 306,-4 1 0,-2-1-7,-2 1 1,-2 7 0,-4 4 0,-4 6-2,1 6 1,-5 0 0,6 9 0,0 5 38,1-1 0,-5 3 0,6-1 1,2 2-287,2-2 0,2 5 0,0-3 0,2-2-348,4-1 0,4-3 0,7 1 0,1-3-22,-1-3 1,1-4 0,-1-8 374,1 0 0,-1 0 0,1 0 0</inkml:trace>
  <inkml:trace contextRef="#ctx0" brushRef="#br0" timeOffset="2867">847 437 7731,'-52'0'487,"17"2"-393,11 4 0,26-2 0,18 5 0,5 1-435,6 0 1,2 1 340,2 7 0,0-1 0,0 1 0</inkml:trace>
  <inkml:trace contextRef="#ctx0" brushRef="#br0" timeOffset="3683">358 2183 7656,'-27'6'368,"3"2"1,5 4 216,2 7 1,1-2 0,4 9 0,7-3 24,3 0 1,0 8 0,-2-2 0,-2 4-415,2 2 1,2-6-1,2-1 1,0-3 36,0-4 0,2-1 264,4-3-520,-4-7 0,8-4 1,-7-14 42,3-10 0,2 1 0,-4-8 0,2 1 32,-2 1 1,3-10-1,1 0 1,0-6-50,0 0 0,3 1 0,-3-1 0,2-4-114,3-2 1,3 7 0,1-3 0,1 4 29,-1 2 1,1 2 0,-1 4 0,1 6 47,-1 3 1,1 11 0,-1 3 0,1 6-266,-1 6 0,2 3 0,1 9 0,1-1-472,1 1 1,-11 1 0,9 2-1,-3 5 770,-3 1 0,-1 2 0,5 6 0</inkml:trace>
  <inkml:trace contextRef="#ctx0" brushRef="#br0" timeOffset="4050">777 2288 7646,'-6'12'508,"0"-1"1,-7-7 0,3 4 260,0 0 0,3-4 0,9 5-437,3-1 1,-1-2 0,8-6 0,2 0-236,1 0 0,4-8 0,3-3 0,1-5-127,-2-1 1,5 3-1,-3-2 1,-2-3-18,-1 0 0,-3-1 0,-1 3 0,-3-1-77,-1 1 0,-6 1 0,3 3 1,-1 1 64,-4-1 0,-4 5 0,-6 2 0,-5 4 19,-5 2 1,-1 0 0,-1 2 0,-1 4 2,-5 5 1,5 11 0,-4 1 0,3-2-3,3-1 0,1 3 0,3 0 1,3 1-213,2 1 0,3-6 1,5 5-154,0-5 1,7-4-1,5-1 1,5-4-169,7-2 1,-3-3-1,8-5 1,2-2-518,2-3 1089,-6 3 0,6-22 0,-6 5 0</inkml:trace>
  <inkml:trace contextRef="#ctx0" brushRef="#br0" timeOffset="4684">1231 2131 7646,'-12'0'854,"1"0"1,-1 2-380,-5 4 0,1 3 1,5 9-1,3-1 27,0 1 1,4 7 0,-6 4 0,3 6-96,3 6 0,2 3 0,2 11 0,0 3-265,0 6 1,0 12-1,2 5 1,2 3-438,2-3 1,1-5-1,-3-12 1,2-6 120,-2-4 0,-4-11 0,-4-8 1,-4-12-399,-1-9 0,3-6 382,-6-8 1,8-8 0,-2-6 0,4-5 168,2-4 1,0-8-1,0 1 1,0-4 39,0-7-1,2 0 1,2-9 0,4-5-214,2 1 0,-4-6 0,5 0 1,3-4-84,1-8 1,5 4 0,1-2 0,2 10 372,-1 5 1,-1 17-1,0 7 420,3 9 1,-3 11 0,-7 18-230,-3 11 0,-7 1 0,2 10 1,-4 2 4,-2 2 1,0 2-1,0 0 1,-2 0-255,-4 0 0,4 0 0,-6-2 0,3-2-53,-1-2 0,0-7 0,4-1 0,-2-6 63,-2-3 1,0-6-157,6 6 0,0-11 1,0-1-1,2-7 23,4-3 0,-2-7 1,8 1-1,-1-5 7,-1-1 1,6-5-1,-5-2 1,5-4-88,1-2 0,3 0 0,1 0 0,2-2-44,-1-3 1,-3 1 0,-2-6 0,1 3 83,-1 3 0,-5 4 0,-2 6 762,-2 5 1,-5 15-1,-8 9-81,-7 9 1,-4 15-1,-1 5 1,-1 6-116,1 5 0,1-1 0,3 6 0,3 0-314,2-1 0,-3-5 0,5 2 0,2-2-596,2 1 0,8-9 0,2 2 1,3-6-355,9-5 0,-3-9 0,8-3 1,-1-2-525,-1-4 0,6-10 1348,-6-6 0,8-11 0,-3-4 0</inkml:trace>
  <inkml:trace contextRef="#ctx0" brushRef="#br0" timeOffset="5400">1877 2358 7646,'-17'0'668,"5"0"1,1 0 1206,-3 0 0,4 0-787,-1 0 1,5 0 215,-6 0-1224,1 0 1,-5 2 0,2 2-156,3 2 0,7 7 1,-4-1-93,0 3 0,6 3 1,-3-1-368,3 1 1,2-1 92,0 1 0,7-9 1,5-3 43,4-4 1,7-2-1,0-2 1,-1-4 109,-3-5 1,0-5 0,3-1 0,1-3 125,-2-3 1,-1 4 0,-3-5-1,1 5 196,-1 1 1,-7 7-1,-2 1 528,-1 2 1,-7 3-1,0 7-113,-9 3 1,-7 5 0,-1 9-1,-1 3-262,1 1 0,5 6 0,2-6 0,1 1-281,-1 1 1,6-6-1,-2 5-203,4-5 1,4-3 0,4-5 0,6-5-148,3-4 0,3-4 0,1-4 0,2-7-68,3-9 1,-1-3-1,-6-6 1,3 2 98,3-2 1,-5-4 0,1-4 0,-5-4 267,-1-1 1,-3-3-1,0-7 1,-3-4 11,-3-6 1,4-8-1,-2-6 1,-2-5 63,-2-1 0,0 3 0,1 1 0,3 10 478,-2 10 1,-2 27-1,-2 16 358,0 17 1,-8 10 0,-1 23-1,-3 5 18,0 5 1,7 4-1,-5 7 1,0 4-392,0 6 0,7 6 0,-5 4 0,2 1-195,0-1 0,0 0 0,6 0 0,2-1-343,4-5 0,-2-6 0,6-11 0,-1-5-628,1-5 0,-4-14-92,6-9 1,-3-10 0,5-16 165,-3-10 1,-7-1-1,2-8 1,-4 0-915,-2-1 1611,0 7 0,0-12 0,0 6 0</inkml:trace>
  <inkml:trace contextRef="#ctx0" brushRef="#br0" timeOffset="5767">2192 2183 7629,'-2'16'0,"-2"-3"0,-2-1 521,2 2 1,2 1-1,2 3 1,0-1-124,0 1 0,8-1 0,4-1 0,3-3-93,3-1 0,1-8 0,2 1 0,5-3-125,1-2 1,2 0 0,4 0 0,-2-2-55,-2-3 1,-2 1 0,4-8-1,-4-1-8,-1-3 0,3 1 0,-8 1 0,-3 2 19,-5-1 1,-3 3 0,1-2 97,-5-1 1,-6 5 0,-6 2 10,-5 4 1,-5 2-1,-1 0 1,-3 2-49,-3 4 1,4 4 0,-5 7-1,5 1-66,2-1 1,-1 6 0,1 3-1,-1-1-168,1 0 0,7 4 1,4-4-1,4 1-276,2-1 0,0 4 0,0-6 0,4-1-195,8-3 1,-1-3-1,13-5 1,-3-5-378,2-4 1,4-6-1,8-6 1,0-9-37,0-6 0,0-4 0,0-6 0,-2 0 920,-4 0 0,2 0 0,-7 0 0,7-15 0,-4-5 0</inkml:trace>
  <inkml:trace contextRef="#ctx0" brushRef="#br0" timeOffset="6166">2995 1485 7616,'-17'0'316,"-1"0"0,3 2 0,1 4 502,2 5 0,7 7 0,-5 3 0,0 6-124,0 6 0,5 0 0,-5 14 0,2 3-264,4 6 1,2 1 0,2 7-1,0 0-70,0-2 1,0 4 0,0-10 0,0-4-171,0-3 1,0-4 0,0 1 0,0-7-401,0-8 0,2-8 1,2-9-648,2-2 1,0-10 250,-6-2 1,0-2-1,0-10 199,0-2 0,0-1 1,0-3-1,0 1 193,0-1 1,-6 7 0,-2 1 0,-2 2 102,-3 4 1,3 2-1,-1 2 1,-3 0 587,-2 0 0,5 2 0,-1 4 0,-1 6 166,-3 3 1,4 9-1,1 1 1,-3 2-125,-1 4 0,3 8 0,2 2 0,3-2-429,3-3 0,4-1 0,4 0 0,5-2-381,7-4 0,5-5 1,14-13-1,2-5-567,4-4 1,3-4-1,9-6 1,-1-9-2118,0-10 2975,1-6 0,-1-2 0,1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21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209 2630 7681,'-30'-6'108,"1"0"1,6 0-1,-4 5 1,2-3-1,3-2 1,3 2 1041,1 2 0,9 0-810,3-4 0,6 4 1,6-5-1,5 1 38,5 0 1,9-8 0,4 1 0,8-7 32,10-3 0,1-8 0,16 0 0,2-6-194,2-4 1,12-7-1,5 1 1,-39 22-1,1 0-154,2-1 0,-1-1 0,1 1 0,1 0 0,2 0 0,1 0 0,0-1 1,1 1 29,2 0 1,-2 0 0,-7 3-1,-2 1 1,42-17 0,-11 8-22,-7 8 0,-7 4 0,-5 3 0,-11 5-504,-11 5 1,-8 4-1054,-9 2 603,-1 0 1,-9 8 267,-8 3 0,-8 5 0,-9-1 0,-1-1-590,1-3 1,-1-1 1203,1 2 0,-8 3 0,-2-5 0</inkml:trace>
  <inkml:trace contextRef="#ctx0" brushRef="#br0" timeOffset="917">436 1023 7635,'17'-8'0,"-5"1"0,-3-7 238,-1 2 1,4 7 841,-6-7-807,-1 8 0,-10-2 0,-3 10 1,-2 4 53,-3 2 1,-3-5-1,-1 7 1,-1 0-58,1-3 0,-1 7 0,3-4 0,1 1-176,2-1 1,3 3-1,-5-5 1,3 2-26,-3-1 0,6-5 0,0 4 0,3 0-368,-1-1 0,2-5 156,10 2 1,3-4-1,11-2 1,3-2 116,6-4 1,-2 2 0,3-5 0,-1-1 120,-2 0 1,4 6 0,-6-1-1,0 1 162,1-2 1,-3 4 0,-8-2-10,-3 8 0,-6 6 0,-12 9 1,-6 2-302,-3 3 0,-10 7 0,-6-2 0,-6 4-140,-4 2 0,-6 0 0,7-2 0,1-4-506,2-6 0,8-4 0,2-3-697,1-4 0,13-7 755,13-10 0,10-11 1,13-9 640,6-2 0,4-2 0,2-6 0</inkml:trace>
  <inkml:trace contextRef="#ctx0" brushRef="#br0" timeOffset="1268">855 1006 7499,'-10'2'805,"2"2"1,1 3-452,-5 3 1,2 2-1,-1 5 1,-3 3 61,-2 3 1,-1 4 0,0 8-1,1 0-155,4 0 0,-1 6 1,7-1-1,2-3-221,2-6 1,4 0 0,4-7 0,6-5 44,3-5 0,10-7 0,4-7 0,2-2-97,-1-3 1,3-7 0,-4-9 0,2-5-86,-2-1 0,-2-4 0,-8-8 0,1-1 50,-5 1 1,-9 4-1,0 4 1,-4 2-14,-2-2 1,-10 0 0,-5 1 0,-9 5-110,-3 0 1,-4 6-1,-8-5 1,1 5-262,5 1 0,-2-5 0,7 0 0,1 2-220,4 1 0,6-3 0,5 0 1,6 1 110,4 3 1,6 1-1,6-1 539,7-4 0,12 3 0,-2-5 0</inkml:trace>
  <inkml:trace contextRef="#ctx0" brushRef="#br0" timeOffset="1516">1588 10 7635,'-8'-9'1544,"-1"12"0,-7 19 0,3 13-851,1 7 1,0 13 0,-7 11-1,-2 8-381,-3 7 1,-5 12 0,16-44 0,1 1 0,-1 1 0,1 1-424,-1 0 0,1 1 1,-1 1-1,2 0 0,2-2 1,1-1-1,-8 39-248,5-17 1,-3-13 0,8-13 0,2-8-1777,2-8 714,2-6 1,2-15 347,4-4 0,-2-18 1073,8-6 0,-1-11 0,7 2 0</inkml:trace>
  <inkml:trace contextRef="#ctx0" brushRef="#br0" timeOffset="1916">1588 936 7644,'0'10'-227,"0"-1"1222,0-3 1,2-4-275,4 4 0,-4-2 145,4 2 0,-4-3 155,-2 9 1,-2-6-653,-4 6 0,2-3 0,-6 5 0,1-2-94,-1 1 0,0-3 1,-3 1-1,3 5-74,2 5 0,-3-1 0,5 3 0,2-4-64,2-1 0,2-1-142,0 1 0,14-8 0,3-5 0,4-5 86,5-5 0,-1-7 0,6-11 0,-4-7-6,-2-3 1,4-1 0,-5-1 0,-3 0-28,-2 0 1,-9 6-1,-4 0 1,-4-1-130,-2 3 1,-2 2 0,-6 10 0,-7 1-180,-7 2 1,-3 8 0,4 1 0,-3 6-950,3 9 1,-4 4-1,2 3 1209,1 4 0,3 4 0,1 8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34.955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286 1012 7999,'-8'-10'762,"4"2"239,-7 8 1,5-5-338,-6-1 0,6 0-389,-5 6 1,-1 0-1,-4 2 1,3 2-117,1 2 0,6 5 1,-5-3-1,-3 0-122,-1 0 0,3 5 0,0-3 0,1 1-150,1 1 0,-5 0-353,3 5 1,4 1 154,2-1 0,14-7 0,8-4 259,5-4 1,10-4 0,-2-2 0,4-4 62,2-2 0,6 5 0,-1-7 0,-1 0 157,-2 3 1,-8 1 0,-2 8 0,-1-2 162,-5-4 0,-9 6 1,-7 0-61,-3 10 0,-17 5 0,-8 3 0,-10 1-307,-8 4 0,2 3 1,-6 5-1,1-4-56,-1-2 1,4 0 0,-1-5 0,3-1-679,6-3 0,10-5-277,-1 1 0,17-6 0,10-12 0,13-6 1047,3-3 0,9-10 0,-1-3 0</inkml:trace>
  <inkml:trace contextRef="#ctx0" brushRef="#br0" timeOffset="567">705 1029 7832,'-17'6'58,"-1"0"0,1 8 1,-1-3-1,3 5 393,3 1 1,-2 7 0,9 1 0,1 2-146,2 4 1,0 4 0,-2 4 0,-2 1-170,2-1 0,2-2 0,2-2 0,0 0-113,0 0 1,0-8-1,0-4 1,0-3-32,0-3 1,0-5-528,0 0 439,0-9 0,0 3 0,2-12 0,2-5 68,2-5 1,2 3 0,-4-3 0,1-3 6,-1-1 1,4-5 0,-2 0 0,0-2-42,1-4 0,-3-2 1,6-4-1,0-2-52,-1-2 1,1-7 0,4 3 0,-3-1 83,3-1 0,1 8 1,3-2-1,-3 6 151,-3 6 0,4 6 1,-7 9-1,3 5 151,0 1 1,-9 4 0,3 12 0,-4 9 28,-2 11 0,0 5 0,-2 1 1,-4 3-325,-5 4 0,1-2 0,-3 6 0,-5-3-72,-3-3 0,-3-2 0,7-4 0,0-4-183,-1-6 0,1-5 0,-1-5 0,1-3-342,-1-2 0,7-2 0,1-8 204,2-4 0,4-6 1,8-9-1,4-4-340,2-3 1,7 5 754,6-6 0,8 0 0,-3-6 0</inkml:trace>
  <inkml:trace contextRef="#ctx0" brushRef="#br0" timeOffset="1067">1159 872 8440,'-12'0'1060,"1"2"-703,-3 4 0,-1-2 0,-3 7-187,1 3 1,-1 2 0,3 1 0,1 2-152,3 5 1,1-5 0,-2 6 0,6-1-168,4-1 1,2 0-1,0-5-52,0-1 1,2-5 0,4-2 84,6-3 0,5-3 0,5-10 0,1-5 9,-2-5 1,-1-1 0,-3-1 0,3 1 84,3-1 0,-4-5 1,5 0-1,-7-1 4,-5-1 1,3 6 0,-5-4 0,0 3 72,-5 3 1,-3 5 63,-2 0 1,-2 9-1,-3-1 1,-7 8-6,-4 7 1,-1 7 0,1 3 0,3 4-95,1 2 0,2-3 0,-1 5 0,5 2-104,4 2 1,2-4 0,0-2-1,0-2-179,0-3 0,2-1 0,4-2 0,5 1-43,5-5 1,1-9 0,1 0 0,1-4-54,5-2 0,-5-8 0,4-5 0,-3-7 358,-3-3 0,1-8 0,-1 4 0,1-2 0,-1-1 0,0-6 0,1-9 0</inkml:trace>
  <inkml:trace contextRef="#ctx0" brushRef="#br0" timeOffset="1317">1700 16 7844,'-7'-9'411,"-5"3"0,-2 6 278,3 6 0,-5 11 0,7 12 0,-3 6-222,0 6 0,1 11 1,-7 14-1,3 6-405,3 4 0,2 9 0,6 1 0,-1 5-127,1 0 1,0-11 0,0-11 0,-2-8 2,2-7 0,-3-9 0,1-7 0,0-7-1271,-2-7-145,6-5 979,-6-9 1,16-4-1,2-12 1,2-6-34,-1-3 1,-5-3 0,4 1 531,-3-1 0,7-7 0,-4-2 0</inkml:trace>
  <inkml:trace contextRef="#ctx0" brushRef="#br0" timeOffset="1717">1805 680 8044,'0'-17'0,"-2"1"133,-4 4 1,5 3 156,-5 3 0,-2 6 1,0 0-1,0 12 137,1 9 1,-5 6 0,4 8 0,0 2-335,1 4 1,-5 1 0,4 7 0,1-3-144,-1 3 0,-4-4 0,6-1 0,1-1-373,-3-4 0,6-4 0,-4-6 0,4-6-418,2-4 1,2-9-1,4-4-432,5-4 1273,5-10 0,1-2 0,1-7 0</inkml:trace>
  <inkml:trace contextRef="#ctx0" brushRef="#br0" timeOffset="2400">2102 732 8023,'-17'6'0,"-1"0"189,1-2 0,-1 0 0,1 2 241,-1 5 1,3-1 0,1 2-1,3 1-187,-3 3 1,-2 3 0,1 3 0,1 1-90,3-2 0,7 1 0,-2-1 0,2 2-204,-2-1 1,4-3-1,-1-4-162,6-3 1,1-4-1,8-8 1,3 0-1,7 0 1,-1-8 0,8-4 0,2-5-55,2-6 0,-4 1 0,0-5 0,1 0 79,-3 0 0,6 4 0,-6-5 0,0 1 106,-4 0 1,-3 6 0,-5-3-1,-1 5 74,-2 2 1,-9 5 0,1 2 273,-8 2 1,-5 10 0,-9 10 0,1 6-71,-1 5 1,1-2-1,-1 6 1,3 0-155,3 1 0,-1-1 0,5 2 0,0-4-74,0 0 0,3-5 0,5 3-58,0-4 0,7-9 0,5-4 0,3-4 57,3-2 1,5 0 0,2-2 0,1-6 21,-1-9 1,4-3-1,-4-7 1,0 0 14,1 0 0,-1-2 0,-4-4 0,3 2 40,-3 2 0,-4-1 0,-3-4 0,-2-1-28,1 0 1,-3-8 0,0-2 0,-3-1-81,-3-1 1,4 1 0,-2-9 0,0-1 28,1-2 0,-5 7 1,4 11-1,-4 5 199,-2 6 0,-2 13 4,-4 16 1,-3 16-1,-9 15 1,-1 7 10,-5 9 0,5 5 0,-6 5 1,2 3-272,-1 2 0,-1 2 0,6 6 0,-1 0 44,5 0 1,1-6 0,-3-2-1,-1 0-505,1 0 0,-1-16 0,1-3 0,-1-14 552,1-9 0,-1 1 0,1-11 0</inkml:trace>
  <inkml:trace contextRef="#ctx0" brushRef="#br0" timeOffset="2634">1438 366 7950,'-17'0'-110,"0"0"23,-1 0 0,16 0 0,8 0 1,9 2 173,9 4 0,3-5 0,8 5 0,0-4 3,0-2 0,5 0 1,1 0-1,-2 0-382,-2 0 0,-2 0 0,0 0 1,0 0 291,0 0 0,0-8 0,-1-1 0</inkml:trace>
  <inkml:trace contextRef="#ctx0" brushRef="#br0" timeOffset="2818">2050 505 8162,'-33'2'0,"2"4"321,2 6 1,15 3 0,2 3 0,8-1-873,4 1 1,0 1 0,0 3-166,0 1 0,0 0 716,0-5 0,8-1 0,2 0 0</inkml:trace>
  <inkml:trace contextRef="#ctx0" brushRef="#br1" timeOffset="3869">356 2427 9050,'0'11'-486,"0"1"1,-2-6 769,-4 5 1,2-5 0,-6 6 0,1 1 148,-1 3 1,4 3 0,-4 5 0,3 5-65,3 4 0,-4 11 0,0 7 0,0 7-210,1 4 0,-5 2 0,4 6 0,1-2-129,-1-4 1,-4-4 0,4-10 0,1-3-245,-1-6 0,0-12-15,2-6 0,4-13 0,-3-10 0,3-10 98,2-5 1,0-11-1,2-3 1,1-4 67,3-2 0,8-7 0,-4-3 1,1-1 36,1-1 0,-1 0 1,7-7-1,-1-2-56,1-2 0,-1-3 0,3 5 0,1-2-35,2 2 1,1 3-1,-7 9 1,1 11 260,-1 13 0,0 5 0,1 11 179,-1 6 0,-7 7 0,-2 15 1,-2 5 28,0 4 0,-1 8 0,-5 1 0,0 1-306,0 0 1,0 3 0,-2-5 0,-3-2-108,-7-2 0,-2-10 0,1-4 0,1-3-193,-1-3 1,-3-1 0,-1-5 0,-1-5-303,1-4 0,5-4 1,2-4-1,3-7-1171,3-9 1,2-5 1726,2-8 0,0-8 0,0-1 0</inkml:trace>
  <inkml:trace contextRef="#ctx0" brushRef="#br0" timeOffset="4133">775 1641 7944,'-6'17'0,"-2"1"377,-1-1 1,5 2 0,-2 7 0,4 7 257,2 5 1,8 13 0,1-1 0,3 11-317,0 6 1,-7-1-1,5 12 1,-2-2-317,-4-1 0,-2 1 0,-2-6 1,0-4-164,0-8 1,0-2-1,0-15 1,0-4-563,0-6 0,0 0-491,0-8 0,8-7 644,3-10 0,5-4 0,-1-4 1,-1-4 568,-3-6 0,1-3 0,6-3 0</inkml:trace>
  <inkml:trace contextRef="#ctx0" brushRef="#br1" timeOffset="4601">1142 2409 8841,'-6'-17'1241,"0"-1"-624,0 8 0,-2-3-414,-3 7 0,1 2 0,-2 8 0,1 4-61,1 1 0,-5 3 0,5 6 0,-2-1-41,1 1 0,1 5 1,-4 0-1,5 0-135,1 3 0,2-7 1,6 4-1,0-3-345,0-3 1,2 1-1,4-3 157,5-3 1,5-4 0,1-10 0,3-2 48,3-2 1,-2-10-1,7 1 1,-1-6 83,0-1 1,0-3-1,2 2 1,-6-1 100,-3-1 0,-3 6 0,1-5 0,-3 5 70,-3 2 0,2-1 113,-9 1 1,-1 9-1,-10 8-56,-5 10 0,1 7 1,-2 4-1,1 5-29,1 1 0,-4 0 0,9 2 0,1-4-173,2 1 0,2-1 0,0 4 0,0-6-275,0-3 1,2-3 0,2 0 0,3-1-168,3-4 0,-4-5 0,6-7-153,1 0 0,3 0 0,1-2 658,1-3 0,-1-5 0,1-8 0</inkml:trace>
  <inkml:trace contextRef="#ctx0" brushRef="#br0" timeOffset="5035">1578 2217 8050,'-35'17'-5,"2"1"1,4 1 3,6 5 1,5 1 0,7 6-1,5-2-89,4 2 1,2 2 0,0 2 0,0 0 134,0 0 0,-2-2 0,-2-2 0,-2-4 739,2-2 1,3-2-1,1-5-769,0-1 0,1-7-92,5-4 1,-2-4 0,8-4-65,1-4 0,-3-2 0,2-5 0,-1 1 50,-1-1 1,6-3-1,-7-1 1,3-3-48,0-3 1,-3 3 0,5-5 0,-2 2 56,1 0 1,1-6-1,-1 5 1,-1 1 130,2-2 0,-5 5 0,1-3 405,-2 4-158,5 1 1,-11 10-1,4 8 1,-4 12-129,-2 9 1,-6 1-1,-2 7 1,1 2-176,-1 2 0,2-4 1,4 0-1,-2 0-145,-2-2 0,1 4 0,5-7 0,0-3-377,0-2 0,0-1-24,0-1 0,2-7 1,3-6-41,7-8 0,-4-8 592,-2-11 0,3-4 0,1-8 0</inkml:trace>
  <inkml:trace contextRef="#ctx0" brushRef="#br0" timeOffset="5288">1962 1588 8065,'-13'20'0,"-5"3"1,-1 6 554,0 4 1,3 10 0,4 3-1,5 7-107,-1 5 1,6 6 0,-6 10 0,2 1-424,1-1 0,-1 4 0,6-3 0,-2-1-252,-4-2 0,4-10 0,-4-8 0,4-9-556,2-10 0,-6-12 43,1 0 1,-1-13 326,6-10 0,2-2 1,2-9-1,1-3 413,-1-2 0,-2-9 0,6-2 0,2-8 0</inkml:trace>
  <inkml:trace contextRef="#ctx0" brushRef="#br1" timeOffset="5602">1840 2234 12838,'0'18'1583,"0"-6"1,0-1 0,0 3-1412,0 1 0,0 3 0,0-1 0,2 1-201,4-1 0,-2 1 0,7-1 0,5 1-145,5-1 1,-1 0-1,3 1 1,-2-1-33,3 1 1,-5-1 0,4-1 0,-3-3 33,-3-1 1,-5-2-1,-1 3-10,3-1 1,-6-6-642,-2 5-295,-4-7-705,-2 4 709,-8-8 711,6 0 1,-4 0 0,10-2 2018,2-4-1017,7 4 0,-3-21 0,8 4 0</inkml:trace>
  <inkml:trace contextRef="#ctx0" brushRef="#br1" timeOffset="6001">2539 2304 12838,'-16'26'3038,"-1"1"1,-14 8 0,2 1-1536,-2 5 0,9 4 1,3 5-1,1-1-1069,5-3 0,1 3 0,0 5 0,7 1-489,3-5 0,2-9 0,0 0 1,0-7-189,0-4 1,0-5 0,0-8 9,0 1 0,2-9-1147,3-3 0,-1-4 0,8-2 790,2 0 1,-5-2-230,3-4 1,-6 4 224,5-3 0,-9 3 569,-2 2 0,-2 2 0,-7 3 1,-1 7 297,0 4 1,-1-3 0,-7 3 0,1 3 25,-1 1 0,-1 7 1,-3 0-1,-1 2-98,2 0 1,3-8 0,5 3 0,3-5 34,2-1-566,3-9 0,12-5 1,5-14-1,3-9 190,3-6 0,5-6 1,0-8-1,-1-4 385,-3-1 0,-1-5 0,-1-9 0,-1-8-51,-5-8 1,3-7-262,-8-12 1,0 41-1,1-1 1,-2-4-1,0-1 1</inkml:trace>
  <inkml:trace contextRef="#ctx0" brushRef="#br1" timeOffset="6117">2382 1955 12838,'0'-17'1886,"0"-1"0,-2 6 0,-4 1-2433,-6-3 1,-3 8 0,-3 6 1446,1 10 0,5 8 0,2 3 0,1 4-736,-1 2 0,6 2 1,-2 6-1,4 0-818,2 0 0,0 0 0,0 0 745,0 0 0,0 8 0,0 1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95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132 105 8079,'-23'52'33,"-1"1"0,9-7 0,9 1 1,4 0 163,2-3 0,6 7 0,2-5 0,0 3-97,-1-3 1,5 5 0,-4-5 0,-1 3-25,1-3 1,4 3-1,-6-8 1,-2-3-391,-2-1 0,3-2 0,1-2 0,-2-4-316,-2-5 0,-2-11-175,0-1 805,0-8 0,0 4 0,0-8 0</inkml:trace>
  <inkml:trace contextRef="#ctx0" brushRef="#br0" timeOffset="383">27 70 8034,'-17'0'-172,"7"0"1,10 0 0,12 0 0,3 0 245,3 0 0,1 0 0,2 0 0,3-2 1,-3-4 0,4 4 0,1-5 0,-1 1-20,0 0 0,-2-2 0,-5 4 0,-1-3 0,1-3 0,-1 6 1,1-2 94,-1 4 1,-5 4 0,-3 4 114,-1 6 1,-2 3-1,-6 5 1,0 3-104,0 6 0,0 6 0,0 4 1,2 3-84,4 3 0,-2 2 0,5 3 0,1-1-75,0-3 1,-4-5 0,5 4 0,1-1-243,-2 1 1,-1-12-1,-5 2 1,2-4-221,-2-4 0,-2 4 1,-2-8-1,0-1-114,0-3 0,0-7 1,-2-1 571,-4 3 0,-4 1 0,-7 3 0</inkml:trace>
  <inkml:trace contextRef="#ctx0" brushRef="#br0" timeOffset="565">219 1520 8078,'0'17'0,"0"1"134,0-1 1,4-1-1,8-5 1,13-5 175,12-4 0,15-12 0,14-9 0,8-12-378,8-8 1,-36 14 0,1 0 0,1 0-1,1-1 1,0-2 0,1-2 67,-1-1 0,1 0 0,3-1 0,0 0 0,5-3 0,-1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190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217 243 9193,'-17'0'-240,"-1"0"0,1 0 798,0 0 1,1 2-246,4 4 0,3 5 0,5 12 0,-2 8-50,2 8 1,2 8-1,4 11 1,2 6-141,2 4 1,5 8 0,-3-1 0,0-1-258,0-2 1,5-4 0,-3-2 0,0-8-649,-4-9 0,1-11 0,1-22 161,2-4 1,-6-14-1,3-16 1,-1-9-588,0-6 1193,0-2 1,-6-8 0,0-1-1</inkml:trace>
  <inkml:trace contextRef="#ctx0" brushRef="#br1" timeOffset="332">8 68 8108,'-8'-6'163,"8"0"0,8-5 0,11 5 1,3 0 213,1-2 0,6 6 0,-4-3 1,0 3-254,1 2 1,3-2 0,-4-2 0,0-2 9,0 2 1,-1 4 0,-7 6 0,-1 6 56,-5 3 0,3 5 0,-8 1 1,-2 4-113,-2 2 1,3 8-1,1 6 1,-2 0-106,-2 1 1,-2 3 0,0 9 0,0 3-117,0 1 1,0 0 0,0-6 0,0 1-26,0-1 1,0-1-1,0-5 1,0-5-194,0-4 1,0-2 0,0 0 0,-2-2-713,-4-4 1,4-4-356,-3-7 1427,3-1 0,2-7 0,0-3 0</inkml:trace>
  <inkml:trace contextRef="#ctx0" brushRef="#br1" timeOffset="549">148 1133 8108,'-16'12'193,"4"0"1,-1-1 0,7 7 0,2-1 142,2 1 1,4-3 0,6-1 0,7-3-179,7 3 0,7-6 0,-4 0 0,2-3-339,4 1 0,2 0 1,2-6-1,-2 0-242,-4 0 1,-2 0 0,-5 0 0,1 0-532,-2 0 0,-7 0 954,-2 0 0,-8 8 0,3 2 0,-7 7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1.922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158 206 11286,'-8'10'671,"-4"-4"0,-3-4-906,-3-2 1,7 2 0,-1 2 0,-2 5 452,-1 7 0,3 5 1,3 16-1,-1 6 80,0 9 1,6 16 0,-2 15-1,5 11-239,0-43 1,2 2 0,-1 4 0,0 1 0,0 5 0,0 0 0,0 1-1,0 0-101,0-1 1,0 0 0,-1-1-1,2-2 1,-1-1 0,1-1-1,1-3 1,0-1-106,1-3 0,0-2 1,5 37-1,-4-16 1,2-12-349,-2-10 1,-3-5 0,1-10 0,2-4-471,2-5 0,0-5 0,-6-2-1122,0 1 2062,8-1 0,1 1 1,9-1-1</inkml:trace>
  <inkml:trace contextRef="#ctx0" brushRef="#br1" timeOffset="384">140 241 8017,'0'-44'-186,"0"3"1,0 12 0,2 5 0,2 5 191,2 2 0,6 5 1,-5 2-1,1 1 470,0-1 1,5 6-1,-1-2 1,4 4-184,1 2 1,0-6 0,1 1 0,-1 3-100,1 6 1,-1 7 0,1 10 0,1 5 34,4 1 0,-3 4 0,3 10 1,-3 5-135,-3 5 0,-1 1 1,-3 0-1,-1 3-62,1 3 1,3-2-1,-1 6 1,-1 1-122,-2-1 1,-7-6-1,5 4 1,0 0 56,0 4 0,-5-9 1,5-3-1,-2-4-108,-4-3 1,4 6-1,-1-5 1,1 3-209,0-3 0,-2-1 1,-6-4-1,0 3-59,0 1 1,0 3-1,0-7 1,-2-2-73,-4-2 0,-2 0 0,-5 0 0,1-1 478,-2-3 0,-1 6 0,-3 6 0</inkml:trace>
  <inkml:trace contextRef="#ctx0" brushRef="#br0" timeOffset="567">158 2319 9007,'-18'0'-129,"10"0"358,8 0 1,8-7-1,10-5 1,1-5-401,4-7 0,-1 3 0,7-8 0,2-2-1136,2-2 1285,-6-2 0,14 0 0,-4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6/2/26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3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47" Type="http://schemas.openxmlformats.org/officeDocument/2006/relationships/image" Target="../media/image26.png"/><Relationship Id="rId50" Type="http://schemas.openxmlformats.org/officeDocument/2006/relationships/customXml" Target="../ink/ink25.xml"/><Relationship Id="rId55" Type="http://schemas.openxmlformats.org/officeDocument/2006/relationships/image" Target="../media/image30.png"/><Relationship Id="rId63" Type="http://schemas.openxmlformats.org/officeDocument/2006/relationships/image" Target="../media/image34.png"/><Relationship Id="rId7" Type="http://schemas.openxmlformats.org/officeDocument/2006/relationships/image" Target="../media/image6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17.png"/><Relationship Id="rId11" Type="http://schemas.openxmlformats.org/officeDocument/2006/relationships/image" Target="../media/image8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21.png"/><Relationship Id="rId40" Type="http://schemas.openxmlformats.org/officeDocument/2006/relationships/customXml" Target="../ink/ink20.xml"/><Relationship Id="rId45" Type="http://schemas.openxmlformats.org/officeDocument/2006/relationships/image" Target="../media/image25.png"/><Relationship Id="rId53" Type="http://schemas.openxmlformats.org/officeDocument/2006/relationships/image" Target="../media/image29.png"/><Relationship Id="rId58" Type="http://schemas.openxmlformats.org/officeDocument/2006/relationships/customXml" Target="../ink/ink29.xml"/><Relationship Id="rId5" Type="http://schemas.openxmlformats.org/officeDocument/2006/relationships/image" Target="../media/image5.png"/><Relationship Id="rId61" Type="http://schemas.openxmlformats.org/officeDocument/2006/relationships/image" Target="../media/image33.png"/><Relationship Id="rId19" Type="http://schemas.openxmlformats.org/officeDocument/2006/relationships/image" Target="../media/image12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6.png"/><Relationship Id="rId30" Type="http://schemas.openxmlformats.org/officeDocument/2006/relationships/customXml" Target="../ink/ink15.xml"/><Relationship Id="rId35" Type="http://schemas.openxmlformats.org/officeDocument/2006/relationships/image" Target="../media/image20.png"/><Relationship Id="rId43" Type="http://schemas.openxmlformats.org/officeDocument/2006/relationships/image" Target="../media/image24.png"/><Relationship Id="rId48" Type="http://schemas.openxmlformats.org/officeDocument/2006/relationships/customXml" Target="../ink/ink24.xml"/><Relationship Id="rId56" Type="http://schemas.openxmlformats.org/officeDocument/2006/relationships/customXml" Target="../ink/ink28.xml"/><Relationship Id="rId64" Type="http://schemas.openxmlformats.org/officeDocument/2006/relationships/customXml" Target="../ink/ink32.xml"/><Relationship Id="rId8" Type="http://schemas.openxmlformats.org/officeDocument/2006/relationships/customXml" Target="../ink/ink4.xml"/><Relationship Id="rId51" Type="http://schemas.openxmlformats.org/officeDocument/2006/relationships/image" Target="../media/image28.png"/><Relationship Id="rId3" Type="http://schemas.openxmlformats.org/officeDocument/2006/relationships/image" Target="../media/image4.png"/><Relationship Id="rId12" Type="http://schemas.openxmlformats.org/officeDocument/2006/relationships/customXml" Target="../ink/ink6.xml"/><Relationship Id="rId17" Type="http://schemas.openxmlformats.org/officeDocument/2006/relationships/image" Target="../media/image11.png"/><Relationship Id="rId25" Type="http://schemas.openxmlformats.org/officeDocument/2006/relationships/image" Target="../media/image15.png"/><Relationship Id="rId33" Type="http://schemas.openxmlformats.org/officeDocument/2006/relationships/image" Target="../media/image19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image" Target="../media/image32.png"/><Relationship Id="rId20" Type="http://schemas.openxmlformats.org/officeDocument/2006/relationships/customXml" Target="../ink/ink10.xml"/><Relationship Id="rId41" Type="http://schemas.openxmlformats.org/officeDocument/2006/relationships/image" Target="../media/image23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10.png"/><Relationship Id="rId23" Type="http://schemas.openxmlformats.org/officeDocument/2006/relationships/image" Target="../media/image14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7.png"/><Relationship Id="rId57" Type="http://schemas.openxmlformats.org/officeDocument/2006/relationships/image" Target="../media/image31.png"/><Relationship Id="rId10" Type="http://schemas.openxmlformats.org/officeDocument/2006/relationships/customXml" Target="../ink/ink5.xml"/><Relationship Id="rId31" Type="http://schemas.openxmlformats.org/officeDocument/2006/relationships/image" Target="../media/image18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5.png"/><Relationship Id="rId4" Type="http://schemas.openxmlformats.org/officeDocument/2006/relationships/customXml" Target="../ink/ink2.xml"/><Relationship Id="rId9" Type="http://schemas.openxmlformats.org/officeDocument/2006/relationships/image" Target="../media/image7.png"/><Relationship Id="rId13" Type="http://schemas.openxmlformats.org/officeDocument/2006/relationships/image" Target="../media/image9.png"/><Relationship Id="rId18" Type="http://schemas.openxmlformats.org/officeDocument/2006/relationships/customXml" Target="../ink/ink9.xml"/><Relationship Id="rId39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customXml" Target="../ink/ink41.xml"/><Relationship Id="rId26" Type="http://schemas.openxmlformats.org/officeDocument/2006/relationships/customXml" Target="../ink/ink45.xml"/><Relationship Id="rId39" Type="http://schemas.openxmlformats.org/officeDocument/2006/relationships/image" Target="../media/image56.png"/><Relationship Id="rId21" Type="http://schemas.openxmlformats.org/officeDocument/2006/relationships/image" Target="../media/image47.png"/><Relationship Id="rId34" Type="http://schemas.openxmlformats.org/officeDocument/2006/relationships/customXml" Target="../ink/ink49.xml"/><Relationship Id="rId42" Type="http://schemas.openxmlformats.org/officeDocument/2006/relationships/customXml" Target="../ink/ink53.xml"/><Relationship Id="rId47" Type="http://schemas.openxmlformats.org/officeDocument/2006/relationships/image" Target="../media/image60.png"/><Relationship Id="rId50" Type="http://schemas.openxmlformats.org/officeDocument/2006/relationships/customXml" Target="../ink/ink57.xml"/><Relationship Id="rId7" Type="http://schemas.openxmlformats.org/officeDocument/2006/relationships/image" Target="../media/image401.png"/><Relationship Id="rId2" Type="http://schemas.openxmlformats.org/officeDocument/2006/relationships/customXml" Target="../ink/ink33.xml"/><Relationship Id="rId16" Type="http://schemas.openxmlformats.org/officeDocument/2006/relationships/customXml" Target="../ink/ink40.xml"/><Relationship Id="rId29" Type="http://schemas.openxmlformats.org/officeDocument/2006/relationships/image" Target="../media/image51.png"/><Relationship Id="rId11" Type="http://schemas.openxmlformats.org/officeDocument/2006/relationships/image" Target="../media/image42.png"/><Relationship Id="rId24" Type="http://schemas.openxmlformats.org/officeDocument/2006/relationships/customXml" Target="../ink/ink44.xml"/><Relationship Id="rId32" Type="http://schemas.openxmlformats.org/officeDocument/2006/relationships/customXml" Target="../ink/ink48.xml"/><Relationship Id="rId37" Type="http://schemas.openxmlformats.org/officeDocument/2006/relationships/image" Target="../media/image55.png"/><Relationship Id="rId40" Type="http://schemas.openxmlformats.org/officeDocument/2006/relationships/customXml" Target="../ink/ink52.xml"/><Relationship Id="rId45" Type="http://schemas.openxmlformats.org/officeDocument/2006/relationships/image" Target="../media/image59.png"/><Relationship Id="rId53" Type="http://schemas.openxmlformats.org/officeDocument/2006/relationships/image" Target="../media/image63.png"/><Relationship Id="rId5" Type="http://schemas.openxmlformats.org/officeDocument/2006/relationships/image" Target="../media/image1211.png"/><Relationship Id="rId10" Type="http://schemas.openxmlformats.org/officeDocument/2006/relationships/customXml" Target="../ink/ink37.xml"/><Relationship Id="rId19" Type="http://schemas.openxmlformats.org/officeDocument/2006/relationships/image" Target="../media/image46.png"/><Relationship Id="rId31" Type="http://schemas.openxmlformats.org/officeDocument/2006/relationships/image" Target="../media/image52.png"/><Relationship Id="rId44" Type="http://schemas.openxmlformats.org/officeDocument/2006/relationships/customXml" Target="../ink/ink54.xml"/><Relationship Id="rId52" Type="http://schemas.openxmlformats.org/officeDocument/2006/relationships/customXml" Target="../ink/ink58.xml"/><Relationship Id="rId4" Type="http://schemas.openxmlformats.org/officeDocument/2006/relationships/customXml" Target="../ink/ink34.xml"/><Relationship Id="rId9" Type="http://schemas.openxmlformats.org/officeDocument/2006/relationships/image" Target="../media/image41.png"/><Relationship Id="rId14" Type="http://schemas.openxmlformats.org/officeDocument/2006/relationships/customXml" Target="../ink/ink39.xml"/><Relationship Id="rId22" Type="http://schemas.openxmlformats.org/officeDocument/2006/relationships/customXml" Target="../ink/ink43.xml"/><Relationship Id="rId27" Type="http://schemas.openxmlformats.org/officeDocument/2006/relationships/image" Target="../media/image50.png"/><Relationship Id="rId30" Type="http://schemas.openxmlformats.org/officeDocument/2006/relationships/customXml" Target="../ink/ink47.xml"/><Relationship Id="rId35" Type="http://schemas.openxmlformats.org/officeDocument/2006/relationships/image" Target="../media/image54.png"/><Relationship Id="rId43" Type="http://schemas.openxmlformats.org/officeDocument/2006/relationships/image" Target="../media/image58.png"/><Relationship Id="rId48" Type="http://schemas.openxmlformats.org/officeDocument/2006/relationships/customXml" Target="../ink/ink56.xml"/><Relationship Id="rId8" Type="http://schemas.openxmlformats.org/officeDocument/2006/relationships/customXml" Target="../ink/ink36.xml"/><Relationship Id="rId51" Type="http://schemas.openxmlformats.org/officeDocument/2006/relationships/image" Target="../media/image62.png"/><Relationship Id="rId3" Type="http://schemas.openxmlformats.org/officeDocument/2006/relationships/image" Target="../media/image1112.png"/><Relationship Id="rId12" Type="http://schemas.openxmlformats.org/officeDocument/2006/relationships/customXml" Target="../ink/ink38.xml"/><Relationship Id="rId17" Type="http://schemas.openxmlformats.org/officeDocument/2006/relationships/image" Target="../media/image45.png"/><Relationship Id="rId25" Type="http://schemas.openxmlformats.org/officeDocument/2006/relationships/image" Target="../media/image49.png"/><Relationship Id="rId33" Type="http://schemas.openxmlformats.org/officeDocument/2006/relationships/image" Target="../media/image53.png"/><Relationship Id="rId38" Type="http://schemas.openxmlformats.org/officeDocument/2006/relationships/customXml" Target="../ink/ink51.xml"/><Relationship Id="rId46" Type="http://schemas.openxmlformats.org/officeDocument/2006/relationships/customXml" Target="../ink/ink55.xml"/><Relationship Id="rId20" Type="http://schemas.openxmlformats.org/officeDocument/2006/relationships/customXml" Target="../ink/ink42.xml"/><Relationship Id="rId41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5.xml"/><Relationship Id="rId15" Type="http://schemas.openxmlformats.org/officeDocument/2006/relationships/image" Target="../media/image44.png"/><Relationship Id="rId23" Type="http://schemas.openxmlformats.org/officeDocument/2006/relationships/image" Target="../media/image48.png"/><Relationship Id="rId28" Type="http://schemas.openxmlformats.org/officeDocument/2006/relationships/customXml" Target="../ink/ink46.xml"/><Relationship Id="rId36" Type="http://schemas.openxmlformats.org/officeDocument/2006/relationships/customXml" Target="../ink/ink50.xml"/><Relationship Id="rId49" Type="http://schemas.openxmlformats.org/officeDocument/2006/relationships/image" Target="../media/image61.png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9.png"/><Relationship Id="rId18" Type="http://schemas.openxmlformats.org/officeDocument/2006/relationships/customXml" Target="../ink/ink67.xml"/><Relationship Id="rId26" Type="http://schemas.openxmlformats.org/officeDocument/2006/relationships/customXml" Target="../ink/ink71.xml"/><Relationship Id="rId39" Type="http://schemas.openxmlformats.org/officeDocument/2006/relationships/image" Target="../media/image82.png"/><Relationship Id="rId21" Type="http://schemas.openxmlformats.org/officeDocument/2006/relationships/image" Target="../media/image73.png"/><Relationship Id="rId34" Type="http://schemas.openxmlformats.org/officeDocument/2006/relationships/customXml" Target="../ink/ink75.xml"/><Relationship Id="rId42" Type="http://schemas.openxmlformats.org/officeDocument/2006/relationships/customXml" Target="../ink/ink79.xml"/><Relationship Id="rId47" Type="http://schemas.openxmlformats.org/officeDocument/2006/relationships/image" Target="../media/image86.png"/><Relationship Id="rId50" Type="http://schemas.openxmlformats.org/officeDocument/2006/relationships/customXml" Target="../ink/ink83.xml"/><Relationship Id="rId55" Type="http://schemas.openxmlformats.org/officeDocument/2006/relationships/image" Target="../media/image90.png"/><Relationship Id="rId7" Type="http://schemas.openxmlformats.org/officeDocument/2006/relationships/image" Target="../media/image66.png"/><Relationship Id="rId2" Type="http://schemas.openxmlformats.org/officeDocument/2006/relationships/customXml" Target="../ink/ink59.xml"/><Relationship Id="rId16" Type="http://schemas.openxmlformats.org/officeDocument/2006/relationships/customXml" Target="../ink/ink66.xml"/><Relationship Id="rId29" Type="http://schemas.openxmlformats.org/officeDocument/2006/relationships/image" Target="../media/image77.png"/><Relationship Id="rId11" Type="http://schemas.openxmlformats.org/officeDocument/2006/relationships/image" Target="../media/image68.png"/><Relationship Id="rId24" Type="http://schemas.openxmlformats.org/officeDocument/2006/relationships/customXml" Target="../ink/ink70.xml"/><Relationship Id="rId32" Type="http://schemas.openxmlformats.org/officeDocument/2006/relationships/customXml" Target="../ink/ink74.xml"/><Relationship Id="rId37" Type="http://schemas.openxmlformats.org/officeDocument/2006/relationships/image" Target="../media/image81.png"/><Relationship Id="rId40" Type="http://schemas.openxmlformats.org/officeDocument/2006/relationships/customXml" Target="../ink/ink78.xml"/><Relationship Id="rId45" Type="http://schemas.openxmlformats.org/officeDocument/2006/relationships/image" Target="../media/image85.png"/><Relationship Id="rId53" Type="http://schemas.openxmlformats.org/officeDocument/2006/relationships/image" Target="../media/image89.png"/><Relationship Id="rId5" Type="http://schemas.openxmlformats.org/officeDocument/2006/relationships/image" Target="../media/image65.png"/><Relationship Id="rId19" Type="http://schemas.openxmlformats.org/officeDocument/2006/relationships/image" Target="../media/image72.png"/><Relationship Id="rId4" Type="http://schemas.openxmlformats.org/officeDocument/2006/relationships/customXml" Target="../ink/ink60.xml"/><Relationship Id="rId9" Type="http://schemas.openxmlformats.org/officeDocument/2006/relationships/image" Target="../media/image67.png"/><Relationship Id="rId14" Type="http://schemas.openxmlformats.org/officeDocument/2006/relationships/customXml" Target="../ink/ink65.xml"/><Relationship Id="rId22" Type="http://schemas.openxmlformats.org/officeDocument/2006/relationships/customXml" Target="../ink/ink69.xml"/><Relationship Id="rId27" Type="http://schemas.openxmlformats.org/officeDocument/2006/relationships/image" Target="../media/image76.png"/><Relationship Id="rId30" Type="http://schemas.openxmlformats.org/officeDocument/2006/relationships/customXml" Target="../ink/ink73.xml"/><Relationship Id="rId35" Type="http://schemas.openxmlformats.org/officeDocument/2006/relationships/image" Target="../media/image80.png"/><Relationship Id="rId43" Type="http://schemas.openxmlformats.org/officeDocument/2006/relationships/image" Target="../media/image84.png"/><Relationship Id="rId48" Type="http://schemas.openxmlformats.org/officeDocument/2006/relationships/customXml" Target="../ink/ink82.xml"/><Relationship Id="rId56" Type="http://schemas.openxmlformats.org/officeDocument/2006/relationships/customXml" Target="../ink/ink86.xml"/><Relationship Id="rId8" Type="http://schemas.openxmlformats.org/officeDocument/2006/relationships/customXml" Target="../ink/ink62.xml"/><Relationship Id="rId51" Type="http://schemas.openxmlformats.org/officeDocument/2006/relationships/image" Target="../media/image88.png"/><Relationship Id="rId3" Type="http://schemas.openxmlformats.org/officeDocument/2006/relationships/image" Target="../media/image64.png"/><Relationship Id="rId12" Type="http://schemas.openxmlformats.org/officeDocument/2006/relationships/customXml" Target="../ink/ink64.xml"/><Relationship Id="rId17" Type="http://schemas.openxmlformats.org/officeDocument/2006/relationships/image" Target="../media/image71.png"/><Relationship Id="rId25" Type="http://schemas.openxmlformats.org/officeDocument/2006/relationships/image" Target="../media/image75.png"/><Relationship Id="rId33" Type="http://schemas.openxmlformats.org/officeDocument/2006/relationships/image" Target="../media/image79.png"/><Relationship Id="rId38" Type="http://schemas.openxmlformats.org/officeDocument/2006/relationships/customXml" Target="../ink/ink77.xml"/><Relationship Id="rId46" Type="http://schemas.openxmlformats.org/officeDocument/2006/relationships/customXml" Target="../ink/ink81.xml"/><Relationship Id="rId20" Type="http://schemas.openxmlformats.org/officeDocument/2006/relationships/customXml" Target="../ink/ink68.xml"/><Relationship Id="rId41" Type="http://schemas.openxmlformats.org/officeDocument/2006/relationships/image" Target="../media/image83.png"/><Relationship Id="rId54" Type="http://schemas.openxmlformats.org/officeDocument/2006/relationships/customXml" Target="../ink/ink85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61.xml"/><Relationship Id="rId15" Type="http://schemas.openxmlformats.org/officeDocument/2006/relationships/image" Target="../media/image70.png"/><Relationship Id="rId23" Type="http://schemas.openxmlformats.org/officeDocument/2006/relationships/image" Target="../media/image74.png"/><Relationship Id="rId28" Type="http://schemas.openxmlformats.org/officeDocument/2006/relationships/customXml" Target="../ink/ink72.xml"/><Relationship Id="rId36" Type="http://schemas.openxmlformats.org/officeDocument/2006/relationships/customXml" Target="../ink/ink76.xml"/><Relationship Id="rId49" Type="http://schemas.openxmlformats.org/officeDocument/2006/relationships/image" Target="../media/image87.png"/><Relationship Id="rId57" Type="http://schemas.openxmlformats.org/officeDocument/2006/relationships/image" Target="../media/image91.png"/><Relationship Id="rId10" Type="http://schemas.openxmlformats.org/officeDocument/2006/relationships/customXml" Target="../ink/ink63.xml"/><Relationship Id="rId31" Type="http://schemas.openxmlformats.org/officeDocument/2006/relationships/image" Target="../media/image78.png"/><Relationship Id="rId44" Type="http://schemas.openxmlformats.org/officeDocument/2006/relationships/customXml" Target="../ink/ink80.xml"/><Relationship Id="rId52" Type="http://schemas.openxmlformats.org/officeDocument/2006/relationships/customXml" Target="../ink/ink8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0.png"/><Relationship Id="rId21" Type="http://schemas.openxmlformats.org/officeDocument/2006/relationships/image" Target="../media/image102.png"/><Relationship Id="rId42" Type="http://schemas.openxmlformats.org/officeDocument/2006/relationships/customXml" Target="../ink/ink107.xml"/><Relationship Id="rId84" Type="http://schemas.openxmlformats.org/officeDocument/2006/relationships/customXml" Target="../ink/ink125.xml"/><Relationship Id="rId138" Type="http://schemas.openxmlformats.org/officeDocument/2006/relationships/customXml" Target="../ink/ink152.xml"/><Relationship Id="rId159" Type="http://schemas.openxmlformats.org/officeDocument/2006/relationships/customXml" Target="../ink/ink162.xml"/><Relationship Id="rId107" Type="http://schemas.openxmlformats.org/officeDocument/2006/relationships/image" Target="../media/image530.png"/><Relationship Id="rId11" Type="http://schemas.openxmlformats.org/officeDocument/2006/relationships/image" Target="../media/image511.png"/><Relationship Id="rId32" Type="http://schemas.openxmlformats.org/officeDocument/2006/relationships/customXml" Target="../ink/ink102.xml"/><Relationship Id="rId53" Type="http://schemas.openxmlformats.org/officeDocument/2006/relationships/image" Target="../media/image261.png"/><Relationship Id="rId74" Type="http://schemas.openxmlformats.org/officeDocument/2006/relationships/customXml" Target="../ink/ink120.xml"/><Relationship Id="rId128" Type="http://schemas.openxmlformats.org/officeDocument/2006/relationships/customXml" Target="../ink/ink147.xml"/><Relationship Id="rId149" Type="http://schemas.openxmlformats.org/officeDocument/2006/relationships/image" Target="../media/image740.png"/><Relationship Id="rId5" Type="http://schemas.openxmlformats.org/officeDocument/2006/relationships/image" Target="../media/image213.png"/><Relationship Id="rId95" Type="http://schemas.openxmlformats.org/officeDocument/2006/relationships/image" Target="../media/image470.png"/><Relationship Id="rId160" Type="http://schemas.openxmlformats.org/officeDocument/2006/relationships/image" Target="../media/image320.png"/><Relationship Id="rId22" Type="http://schemas.openxmlformats.org/officeDocument/2006/relationships/customXml" Target="../ink/ink97.xml"/><Relationship Id="rId43" Type="http://schemas.openxmlformats.org/officeDocument/2006/relationships/image" Target="../media/image210.png"/><Relationship Id="rId118" Type="http://schemas.openxmlformats.org/officeDocument/2006/relationships/customXml" Target="../ink/ink142.xml"/><Relationship Id="rId139" Type="http://schemas.openxmlformats.org/officeDocument/2006/relationships/image" Target="../media/image690.png"/><Relationship Id="rId85" Type="http://schemas.openxmlformats.org/officeDocument/2006/relationships/image" Target="../media/image420.png"/><Relationship Id="rId150" Type="http://schemas.openxmlformats.org/officeDocument/2006/relationships/customXml" Target="../ink/ink158.xml"/><Relationship Id="rId12" Type="http://schemas.openxmlformats.org/officeDocument/2006/relationships/customXml" Target="../ink/ink92.xml"/><Relationship Id="rId17" Type="http://schemas.openxmlformats.org/officeDocument/2006/relationships/image" Target="../media/image810.png"/><Relationship Id="rId33" Type="http://schemas.openxmlformats.org/officeDocument/2006/relationships/image" Target="../media/image160.png"/><Relationship Id="rId38" Type="http://schemas.openxmlformats.org/officeDocument/2006/relationships/customXml" Target="../ink/ink105.xml"/><Relationship Id="rId59" Type="http://schemas.openxmlformats.org/officeDocument/2006/relationships/image" Target="../media/image290.png"/><Relationship Id="rId103" Type="http://schemas.openxmlformats.org/officeDocument/2006/relationships/image" Target="../media/image512.png"/><Relationship Id="rId108" Type="http://schemas.openxmlformats.org/officeDocument/2006/relationships/customXml" Target="../ink/ink137.xml"/><Relationship Id="rId124" Type="http://schemas.openxmlformats.org/officeDocument/2006/relationships/customXml" Target="../ink/ink145.xml"/><Relationship Id="rId129" Type="http://schemas.openxmlformats.org/officeDocument/2006/relationships/image" Target="../media/image640.png"/><Relationship Id="rId54" Type="http://schemas.openxmlformats.org/officeDocument/2006/relationships/customXml" Target="../ink/ink113.xml"/><Relationship Id="rId70" Type="http://schemas.openxmlformats.org/officeDocument/2006/relationships/customXml" Target="../ink/ink118.xml"/><Relationship Id="rId75" Type="http://schemas.openxmlformats.org/officeDocument/2006/relationships/image" Target="../media/image370.png"/><Relationship Id="rId91" Type="http://schemas.openxmlformats.org/officeDocument/2006/relationships/image" Target="../media/image450.png"/><Relationship Id="rId96" Type="http://schemas.openxmlformats.org/officeDocument/2006/relationships/customXml" Target="../ink/ink131.xml"/><Relationship Id="rId140" Type="http://schemas.openxmlformats.org/officeDocument/2006/relationships/customXml" Target="../ink/ink153.xml"/><Relationship Id="rId145" Type="http://schemas.openxmlformats.org/officeDocument/2006/relationships/image" Target="../media/image720.png"/><Relationship Id="rId161" Type="http://schemas.openxmlformats.org/officeDocument/2006/relationships/customXml" Target="../ink/ink163.xml"/><Relationship Id="rId166" Type="http://schemas.openxmlformats.org/officeDocument/2006/relationships/image" Target="../media/image80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9.xml"/><Relationship Id="rId23" Type="http://schemas.openxmlformats.org/officeDocument/2006/relationships/image" Target="../media/image1111.png"/><Relationship Id="rId28" Type="http://schemas.openxmlformats.org/officeDocument/2006/relationships/customXml" Target="../ink/ink100.xml"/><Relationship Id="rId49" Type="http://schemas.openxmlformats.org/officeDocument/2006/relationships/image" Target="../media/image241.png"/><Relationship Id="rId114" Type="http://schemas.openxmlformats.org/officeDocument/2006/relationships/customXml" Target="../ink/ink140.xml"/><Relationship Id="rId119" Type="http://schemas.openxmlformats.org/officeDocument/2006/relationships/image" Target="../media/image590.png"/><Relationship Id="rId44" Type="http://schemas.openxmlformats.org/officeDocument/2006/relationships/customXml" Target="../ink/ink108.xml"/><Relationship Id="rId60" Type="http://schemas.openxmlformats.org/officeDocument/2006/relationships/customXml" Target="../ink/ink116.xml"/><Relationship Id="rId81" Type="http://schemas.openxmlformats.org/officeDocument/2006/relationships/image" Target="../media/image400.png"/><Relationship Id="rId86" Type="http://schemas.openxmlformats.org/officeDocument/2006/relationships/customXml" Target="../ink/ink126.xml"/><Relationship Id="rId130" Type="http://schemas.openxmlformats.org/officeDocument/2006/relationships/customXml" Target="../ink/ink148.xml"/><Relationship Id="rId135" Type="http://schemas.openxmlformats.org/officeDocument/2006/relationships/image" Target="../media/image670.png"/><Relationship Id="rId151" Type="http://schemas.openxmlformats.org/officeDocument/2006/relationships/image" Target="../media/image750.png"/><Relationship Id="rId156" Type="http://schemas.openxmlformats.org/officeDocument/2006/relationships/customXml" Target="../ink/ink161.xml"/><Relationship Id="rId13" Type="http://schemas.openxmlformats.org/officeDocument/2006/relationships/image" Target="../media/image611.png"/><Relationship Id="rId18" Type="http://schemas.openxmlformats.org/officeDocument/2006/relationships/customXml" Target="../ink/ink95.xml"/><Relationship Id="rId39" Type="http://schemas.openxmlformats.org/officeDocument/2006/relationships/image" Target="../media/image190.png"/><Relationship Id="rId109" Type="http://schemas.openxmlformats.org/officeDocument/2006/relationships/image" Target="../media/image540.png"/><Relationship Id="rId34" Type="http://schemas.openxmlformats.org/officeDocument/2006/relationships/customXml" Target="../ink/ink103.xml"/><Relationship Id="rId50" Type="http://schemas.openxmlformats.org/officeDocument/2006/relationships/customXml" Target="../ink/ink111.xml"/><Relationship Id="rId55" Type="http://schemas.openxmlformats.org/officeDocument/2006/relationships/image" Target="../media/image270.png"/><Relationship Id="rId76" Type="http://schemas.openxmlformats.org/officeDocument/2006/relationships/customXml" Target="../ink/ink121.xml"/><Relationship Id="rId97" Type="http://schemas.openxmlformats.org/officeDocument/2006/relationships/image" Target="../media/image480.png"/><Relationship Id="rId104" Type="http://schemas.openxmlformats.org/officeDocument/2006/relationships/customXml" Target="../ink/ink135.xml"/><Relationship Id="rId120" Type="http://schemas.openxmlformats.org/officeDocument/2006/relationships/customXml" Target="../ink/ink143.xml"/><Relationship Id="rId125" Type="http://schemas.openxmlformats.org/officeDocument/2006/relationships/image" Target="../media/image620.png"/><Relationship Id="rId141" Type="http://schemas.openxmlformats.org/officeDocument/2006/relationships/image" Target="../media/image700.png"/><Relationship Id="rId146" Type="http://schemas.openxmlformats.org/officeDocument/2006/relationships/customXml" Target="../ink/ink156.xml"/><Relationship Id="rId167" Type="http://schemas.openxmlformats.org/officeDocument/2006/relationships/customXml" Target="../ink/ink166.xml"/><Relationship Id="rId7" Type="http://schemas.openxmlformats.org/officeDocument/2006/relationships/image" Target="../media/image311.png"/><Relationship Id="rId71" Type="http://schemas.openxmlformats.org/officeDocument/2006/relationships/image" Target="../media/image350.png"/><Relationship Id="rId92" Type="http://schemas.openxmlformats.org/officeDocument/2006/relationships/customXml" Target="../ink/ink129.xml"/><Relationship Id="rId162" Type="http://schemas.openxmlformats.org/officeDocument/2006/relationships/image" Target="../media/image330.png"/><Relationship Id="rId2" Type="http://schemas.openxmlformats.org/officeDocument/2006/relationships/customXml" Target="../ink/ink87.xml"/><Relationship Id="rId29" Type="http://schemas.openxmlformats.org/officeDocument/2006/relationships/image" Target="../media/image140.png"/><Relationship Id="rId24" Type="http://schemas.openxmlformats.org/officeDocument/2006/relationships/customXml" Target="../ink/ink98.xml"/><Relationship Id="rId40" Type="http://schemas.openxmlformats.org/officeDocument/2006/relationships/customXml" Target="../ink/ink106.xml"/><Relationship Id="rId45" Type="http://schemas.openxmlformats.org/officeDocument/2006/relationships/image" Target="../media/image220.png"/><Relationship Id="rId87" Type="http://schemas.openxmlformats.org/officeDocument/2006/relationships/image" Target="../media/image430.png"/><Relationship Id="rId110" Type="http://schemas.openxmlformats.org/officeDocument/2006/relationships/customXml" Target="../ink/ink138.xml"/><Relationship Id="rId115" Type="http://schemas.openxmlformats.org/officeDocument/2006/relationships/image" Target="../media/image570.png"/><Relationship Id="rId131" Type="http://schemas.openxmlformats.org/officeDocument/2006/relationships/image" Target="../media/image650.png"/><Relationship Id="rId136" Type="http://schemas.openxmlformats.org/officeDocument/2006/relationships/customXml" Target="../ink/ink151.xml"/><Relationship Id="rId157" Type="http://schemas.openxmlformats.org/officeDocument/2006/relationships/image" Target="../media/image780.png"/><Relationship Id="rId61" Type="http://schemas.openxmlformats.org/officeDocument/2006/relationships/image" Target="../media/image300.png"/><Relationship Id="rId82" Type="http://schemas.openxmlformats.org/officeDocument/2006/relationships/customXml" Target="../ink/ink124.xml"/><Relationship Id="rId152" Type="http://schemas.openxmlformats.org/officeDocument/2006/relationships/customXml" Target="../ink/ink159.xml"/><Relationship Id="rId19" Type="http://schemas.openxmlformats.org/officeDocument/2006/relationships/image" Target="../media/image911.png"/><Relationship Id="rId14" Type="http://schemas.openxmlformats.org/officeDocument/2006/relationships/customXml" Target="../ink/ink93.xml"/><Relationship Id="rId30" Type="http://schemas.openxmlformats.org/officeDocument/2006/relationships/customXml" Target="../ink/ink101.xml"/><Relationship Id="rId35" Type="http://schemas.openxmlformats.org/officeDocument/2006/relationships/image" Target="../media/image170.png"/><Relationship Id="rId56" Type="http://schemas.openxmlformats.org/officeDocument/2006/relationships/customXml" Target="../ink/ink114.xml"/><Relationship Id="rId77" Type="http://schemas.openxmlformats.org/officeDocument/2006/relationships/image" Target="../media/image380.png"/><Relationship Id="rId100" Type="http://schemas.openxmlformats.org/officeDocument/2006/relationships/customXml" Target="../ink/ink133.xml"/><Relationship Id="rId105" Type="http://schemas.openxmlformats.org/officeDocument/2006/relationships/image" Target="../media/image520.png"/><Relationship Id="rId126" Type="http://schemas.openxmlformats.org/officeDocument/2006/relationships/customXml" Target="../ink/ink146.xml"/><Relationship Id="rId147" Type="http://schemas.openxmlformats.org/officeDocument/2006/relationships/image" Target="../media/image730.png"/><Relationship Id="rId168" Type="http://schemas.openxmlformats.org/officeDocument/2006/relationships/image" Target="../media/image811.png"/><Relationship Id="rId8" Type="http://schemas.openxmlformats.org/officeDocument/2006/relationships/customXml" Target="../ink/ink90.xml"/><Relationship Id="rId51" Type="http://schemas.openxmlformats.org/officeDocument/2006/relationships/image" Target="../media/image251.png"/><Relationship Id="rId72" Type="http://schemas.openxmlformats.org/officeDocument/2006/relationships/customXml" Target="../ink/ink119.xml"/><Relationship Id="rId93" Type="http://schemas.openxmlformats.org/officeDocument/2006/relationships/image" Target="../media/image460.png"/><Relationship Id="rId98" Type="http://schemas.openxmlformats.org/officeDocument/2006/relationships/customXml" Target="../ink/ink132.xml"/><Relationship Id="rId121" Type="http://schemas.openxmlformats.org/officeDocument/2006/relationships/image" Target="../media/image600.png"/><Relationship Id="rId142" Type="http://schemas.openxmlformats.org/officeDocument/2006/relationships/customXml" Target="../ink/ink154.xml"/><Relationship Id="rId163" Type="http://schemas.openxmlformats.org/officeDocument/2006/relationships/customXml" Target="../ink/ink164.xml"/><Relationship Id="rId3" Type="http://schemas.openxmlformats.org/officeDocument/2006/relationships/image" Target="../media/image127.png"/><Relationship Id="rId25" Type="http://schemas.openxmlformats.org/officeDocument/2006/relationships/image" Target="../media/image1210.png"/><Relationship Id="rId46" Type="http://schemas.openxmlformats.org/officeDocument/2006/relationships/customXml" Target="../ink/ink109.xml"/><Relationship Id="rId116" Type="http://schemas.openxmlformats.org/officeDocument/2006/relationships/customXml" Target="../ink/ink141.xml"/><Relationship Id="rId137" Type="http://schemas.openxmlformats.org/officeDocument/2006/relationships/image" Target="../media/image680.png"/><Relationship Id="rId158" Type="http://schemas.openxmlformats.org/officeDocument/2006/relationships/image" Target="../media/image94.png"/><Relationship Id="rId20" Type="http://schemas.openxmlformats.org/officeDocument/2006/relationships/customXml" Target="../ink/ink96.xml"/><Relationship Id="rId41" Type="http://schemas.openxmlformats.org/officeDocument/2006/relationships/image" Target="../media/image200.png"/><Relationship Id="rId62" Type="http://schemas.openxmlformats.org/officeDocument/2006/relationships/customXml" Target="../ink/ink117.xml"/><Relationship Id="rId83" Type="http://schemas.openxmlformats.org/officeDocument/2006/relationships/image" Target="../media/image412.png"/><Relationship Id="rId88" Type="http://schemas.openxmlformats.org/officeDocument/2006/relationships/customXml" Target="../ink/ink127.xml"/><Relationship Id="rId111" Type="http://schemas.openxmlformats.org/officeDocument/2006/relationships/image" Target="../media/image550.png"/><Relationship Id="rId132" Type="http://schemas.openxmlformats.org/officeDocument/2006/relationships/customXml" Target="../ink/ink149.xml"/><Relationship Id="rId153" Type="http://schemas.openxmlformats.org/officeDocument/2006/relationships/image" Target="../media/image760.png"/><Relationship Id="rId15" Type="http://schemas.openxmlformats.org/officeDocument/2006/relationships/image" Target="../media/image711.png"/><Relationship Id="rId36" Type="http://schemas.openxmlformats.org/officeDocument/2006/relationships/customXml" Target="../ink/ink104.xml"/><Relationship Id="rId57" Type="http://schemas.openxmlformats.org/officeDocument/2006/relationships/image" Target="../media/image280.png"/><Relationship Id="rId106" Type="http://schemas.openxmlformats.org/officeDocument/2006/relationships/customXml" Target="../ink/ink136.xml"/><Relationship Id="rId127" Type="http://schemas.openxmlformats.org/officeDocument/2006/relationships/image" Target="../media/image630.png"/><Relationship Id="rId10" Type="http://schemas.openxmlformats.org/officeDocument/2006/relationships/customXml" Target="../ink/ink91.xml"/><Relationship Id="rId31" Type="http://schemas.openxmlformats.org/officeDocument/2006/relationships/image" Target="../media/image150.png"/><Relationship Id="rId52" Type="http://schemas.openxmlformats.org/officeDocument/2006/relationships/customXml" Target="../ink/ink112.xml"/><Relationship Id="rId73" Type="http://schemas.openxmlformats.org/officeDocument/2006/relationships/image" Target="../media/image360.png"/><Relationship Id="rId78" Type="http://schemas.openxmlformats.org/officeDocument/2006/relationships/customXml" Target="../ink/ink122.xml"/><Relationship Id="rId94" Type="http://schemas.openxmlformats.org/officeDocument/2006/relationships/customXml" Target="../ink/ink130.xml"/><Relationship Id="rId99" Type="http://schemas.openxmlformats.org/officeDocument/2006/relationships/image" Target="../media/image490.png"/><Relationship Id="rId101" Type="http://schemas.openxmlformats.org/officeDocument/2006/relationships/image" Target="../media/image500.png"/><Relationship Id="rId122" Type="http://schemas.openxmlformats.org/officeDocument/2006/relationships/customXml" Target="../ink/ink144.xml"/><Relationship Id="rId143" Type="http://schemas.openxmlformats.org/officeDocument/2006/relationships/image" Target="../media/image712.png"/><Relationship Id="rId148" Type="http://schemas.openxmlformats.org/officeDocument/2006/relationships/customXml" Target="../ink/ink157.xml"/><Relationship Id="rId164" Type="http://schemas.openxmlformats.org/officeDocument/2006/relationships/image" Target="../media/image790.png"/><Relationship Id="rId4" Type="http://schemas.openxmlformats.org/officeDocument/2006/relationships/customXml" Target="../ink/ink88.xml"/><Relationship Id="rId9" Type="http://schemas.openxmlformats.org/officeDocument/2006/relationships/image" Target="../media/image411.png"/><Relationship Id="rId26" Type="http://schemas.openxmlformats.org/officeDocument/2006/relationships/customXml" Target="../ink/ink99.xml"/><Relationship Id="rId47" Type="http://schemas.openxmlformats.org/officeDocument/2006/relationships/image" Target="../media/image231.png"/><Relationship Id="rId89" Type="http://schemas.openxmlformats.org/officeDocument/2006/relationships/image" Target="../media/image440.png"/><Relationship Id="rId112" Type="http://schemas.openxmlformats.org/officeDocument/2006/relationships/customXml" Target="../ink/ink139.xml"/><Relationship Id="rId133" Type="http://schemas.openxmlformats.org/officeDocument/2006/relationships/image" Target="../media/image660.png"/><Relationship Id="rId154" Type="http://schemas.openxmlformats.org/officeDocument/2006/relationships/customXml" Target="../ink/ink160.xml"/><Relationship Id="rId16" Type="http://schemas.openxmlformats.org/officeDocument/2006/relationships/customXml" Target="../ink/ink94.xml"/><Relationship Id="rId37" Type="http://schemas.openxmlformats.org/officeDocument/2006/relationships/image" Target="../media/image180.png"/><Relationship Id="rId58" Type="http://schemas.openxmlformats.org/officeDocument/2006/relationships/customXml" Target="../ink/ink115.xml"/><Relationship Id="rId79" Type="http://schemas.openxmlformats.org/officeDocument/2006/relationships/image" Target="../media/image390.png"/><Relationship Id="rId102" Type="http://schemas.openxmlformats.org/officeDocument/2006/relationships/customXml" Target="../ink/ink134.xml"/><Relationship Id="rId123" Type="http://schemas.openxmlformats.org/officeDocument/2006/relationships/image" Target="../media/image612.png"/><Relationship Id="rId144" Type="http://schemas.openxmlformats.org/officeDocument/2006/relationships/customXml" Target="../ink/ink155.xml"/><Relationship Id="rId90" Type="http://schemas.openxmlformats.org/officeDocument/2006/relationships/customXml" Target="../ink/ink128.xml"/><Relationship Id="rId165" Type="http://schemas.openxmlformats.org/officeDocument/2006/relationships/customXml" Target="../ink/ink165.xml"/><Relationship Id="rId27" Type="http://schemas.openxmlformats.org/officeDocument/2006/relationships/image" Target="../media/image134.png"/><Relationship Id="rId48" Type="http://schemas.openxmlformats.org/officeDocument/2006/relationships/customXml" Target="../ink/ink110.xml"/><Relationship Id="rId69" Type="http://schemas.openxmlformats.org/officeDocument/2006/relationships/image" Target="../media/image340.png"/><Relationship Id="rId113" Type="http://schemas.openxmlformats.org/officeDocument/2006/relationships/image" Target="../media/image560.png"/><Relationship Id="rId134" Type="http://schemas.openxmlformats.org/officeDocument/2006/relationships/customXml" Target="../ink/ink150.xml"/><Relationship Id="rId80" Type="http://schemas.openxmlformats.org/officeDocument/2006/relationships/customXml" Target="../ink/ink123.xml"/><Relationship Id="rId155" Type="http://schemas.openxmlformats.org/officeDocument/2006/relationships/image" Target="../media/image770.png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175.xml"/><Relationship Id="rId26" Type="http://schemas.openxmlformats.org/officeDocument/2006/relationships/customXml" Target="../ink/ink179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183.xml"/><Relationship Id="rId42" Type="http://schemas.openxmlformats.org/officeDocument/2006/relationships/customXml" Target="../ink/ink187.xml"/><Relationship Id="rId47" Type="http://schemas.openxmlformats.org/officeDocument/2006/relationships/image" Target="../media/image230.png"/><Relationship Id="rId50" Type="http://schemas.openxmlformats.org/officeDocument/2006/relationships/customXml" Target="../ink/ink191.xml"/><Relationship Id="rId7" Type="http://schemas.openxmlformats.org/officeDocument/2006/relationships/image" Target="../media/image310.png"/><Relationship Id="rId2" Type="http://schemas.openxmlformats.org/officeDocument/2006/relationships/customXml" Target="../ink/ink167.xml"/><Relationship Id="rId16" Type="http://schemas.openxmlformats.org/officeDocument/2006/relationships/customXml" Target="../ink/ink174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178.xml"/><Relationship Id="rId32" Type="http://schemas.openxmlformats.org/officeDocument/2006/relationships/customXml" Target="../ink/ink182.xml"/><Relationship Id="rId37" Type="http://schemas.openxmlformats.org/officeDocument/2006/relationships/image" Target="../media/image181.png"/><Relationship Id="rId40" Type="http://schemas.openxmlformats.org/officeDocument/2006/relationships/customXml" Target="../ink/ink186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171.xml"/><Relationship Id="rId19" Type="http://schemas.openxmlformats.org/officeDocument/2006/relationships/image" Target="../media/image920.png"/><Relationship Id="rId31" Type="http://schemas.openxmlformats.org/officeDocument/2006/relationships/image" Target="../media/image151.png"/><Relationship Id="rId44" Type="http://schemas.openxmlformats.org/officeDocument/2006/relationships/customXml" Target="../ink/ink188.xml"/><Relationship Id="rId52" Type="http://schemas.openxmlformats.org/officeDocument/2006/relationships/customXml" Target="../ink/ink192.xml"/><Relationship Id="rId4" Type="http://schemas.openxmlformats.org/officeDocument/2006/relationships/customXml" Target="../ink/ink168.xml"/><Relationship Id="rId9" Type="http://schemas.openxmlformats.org/officeDocument/2006/relationships/image" Target="../media/image410.png"/><Relationship Id="rId14" Type="http://schemas.openxmlformats.org/officeDocument/2006/relationships/customXml" Target="../ink/ink173.xml"/><Relationship Id="rId22" Type="http://schemas.openxmlformats.org/officeDocument/2006/relationships/customXml" Target="../ink/ink177.xml"/><Relationship Id="rId27" Type="http://schemas.openxmlformats.org/officeDocument/2006/relationships/image" Target="../media/image131.png"/><Relationship Id="rId30" Type="http://schemas.openxmlformats.org/officeDocument/2006/relationships/customXml" Target="../ink/ink181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90.xml"/><Relationship Id="rId8" Type="http://schemas.openxmlformats.org/officeDocument/2006/relationships/customXml" Target="../ink/ink170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172.xml"/><Relationship Id="rId17" Type="http://schemas.openxmlformats.org/officeDocument/2006/relationships/image" Target="../media/image850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185.xml"/><Relationship Id="rId46" Type="http://schemas.openxmlformats.org/officeDocument/2006/relationships/customXml" Target="../ink/ink189.xml"/><Relationship Id="rId20" Type="http://schemas.openxmlformats.org/officeDocument/2006/relationships/customXml" Target="../ink/ink176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69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180.xml"/><Relationship Id="rId36" Type="http://schemas.openxmlformats.org/officeDocument/2006/relationships/customXml" Target="../ink/ink184.xml"/><Relationship Id="rId49" Type="http://schemas.openxmlformats.org/officeDocument/2006/relationships/image" Target="../media/image24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png"/><Relationship Id="rId5" Type="http://schemas.openxmlformats.org/officeDocument/2006/relationships/image" Target="../media/image98.jpeg"/><Relationship Id="rId4" Type="http://schemas.openxmlformats.org/officeDocument/2006/relationships/image" Target="../media/image9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1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98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93.xml"/><Relationship Id="rId21" Type="http://schemas.openxmlformats.org/officeDocument/2006/relationships/customXml" Target="../ink/ink202.xml"/><Relationship Id="rId7" Type="http://schemas.openxmlformats.org/officeDocument/2006/relationships/customXml" Target="../ink/ink195.xml"/><Relationship Id="rId12" Type="http://schemas.openxmlformats.org/officeDocument/2006/relationships/image" Target="../media/image910.png"/><Relationship Id="rId17" Type="http://schemas.openxmlformats.org/officeDocument/2006/relationships/customXml" Target="../ink/ink200.xml"/><Relationship Id="rId25" Type="http://schemas.openxmlformats.org/officeDocument/2006/relationships/customXml" Target="../ink/ink204.xml"/><Relationship Id="rId2" Type="http://schemas.openxmlformats.org/officeDocument/2006/relationships/image" Target="../media/image95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97.xml"/><Relationship Id="rId24" Type="http://schemas.openxmlformats.org/officeDocument/2006/relationships/image" Target="../media/image980.png"/><Relationship Id="rId5" Type="http://schemas.openxmlformats.org/officeDocument/2006/relationships/customXml" Target="../ink/ink194.xml"/><Relationship Id="rId15" Type="http://schemas.openxmlformats.org/officeDocument/2006/relationships/customXml" Target="../ink/ink199.xml"/><Relationship Id="rId23" Type="http://schemas.openxmlformats.org/officeDocument/2006/relationships/customXml" Target="../ink/ink203.xml"/><Relationship Id="rId28" Type="http://schemas.openxmlformats.org/officeDocument/2006/relationships/image" Target="../media/image1000.png"/><Relationship Id="rId10" Type="http://schemas.openxmlformats.org/officeDocument/2006/relationships/image" Target="../media/image900.png"/><Relationship Id="rId19" Type="http://schemas.openxmlformats.org/officeDocument/2006/relationships/customXml" Target="../ink/ink201.xml"/><Relationship Id="rId4" Type="http://schemas.openxmlformats.org/officeDocument/2006/relationships/image" Target="../media/image870.png"/><Relationship Id="rId9" Type="http://schemas.openxmlformats.org/officeDocument/2006/relationships/customXml" Target="../ink/ink196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20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tiff"/><Relationship Id="rId7" Type="http://schemas.openxmlformats.org/officeDocument/2006/relationships/image" Target="../media/image119.tiff"/><Relationship Id="rId2" Type="http://schemas.openxmlformats.org/officeDocument/2006/relationships/image" Target="../media/image114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8.tiff"/><Relationship Id="rId5" Type="http://schemas.openxmlformats.org/officeDocument/2006/relationships/image" Target="../media/image117.tiff"/><Relationship Id="rId4" Type="http://schemas.openxmlformats.org/officeDocument/2006/relationships/image" Target="../media/image116.tiff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6.png"/><Relationship Id="rId5" Type="http://schemas.openxmlformats.org/officeDocument/2006/relationships/image" Target="../media/image125.png"/><Relationship Id="rId4" Type="http://schemas.openxmlformats.org/officeDocument/2006/relationships/image" Target="../media/image12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0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png"/><Relationship Id="rId3" Type="http://schemas.openxmlformats.org/officeDocument/2006/relationships/image" Target="../media/image133.png"/><Relationship Id="rId7" Type="http://schemas.openxmlformats.org/officeDocument/2006/relationships/image" Target="../media/image138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8.png"/><Relationship Id="rId4" Type="http://schemas.openxmlformats.org/officeDocument/2006/relationships/image" Target="../media/image1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692209" y="398326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9C740-84B6-4D7A-E556-A418783A3B6E}"/>
              </a:ext>
            </a:extLst>
          </p:cNvPr>
          <p:cNvSpPr txBox="1"/>
          <p:nvPr/>
        </p:nvSpPr>
        <p:spPr>
          <a:xfrm>
            <a:off x="692209" y="1741516"/>
            <a:ext cx="890558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Discussion points: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BESE (understand Jeff’s email) – </a:t>
            </a:r>
            <a:r>
              <a:rPr lang="en-US" sz="1600" dirty="0">
                <a:solidFill>
                  <a:schemeClr val="accent1"/>
                </a:solidFill>
              </a:rPr>
              <a:t>including both BESE sets for now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Grid plantings - </a:t>
            </a:r>
            <a:r>
              <a:rPr lang="en-US" sz="1600" dirty="0">
                <a:solidFill>
                  <a:schemeClr val="accent1"/>
                </a:solidFill>
              </a:rPr>
              <a:t>somehow classify or code as grid; treating separately but as points for now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GPS records with </a:t>
            </a:r>
            <a:r>
              <a:rPr lang="en-US" sz="1600" dirty="0" err="1">
                <a:solidFill>
                  <a:srgbClr val="C00000"/>
                </a:solidFill>
              </a:rPr>
              <a:t>planting_geometry</a:t>
            </a:r>
            <a:r>
              <a:rPr lang="en-US" sz="1600" dirty="0">
                <a:solidFill>
                  <a:srgbClr val="C00000"/>
                </a:solidFill>
              </a:rPr>
              <a:t>=polygon only have two GPS points, treating spatially as lines.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Line plantings “DEL” extends onto land.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Make donor site and donor-</a:t>
            </a:r>
            <a:r>
              <a:rPr lang="en-US" sz="1600" dirty="0" err="1">
                <a:solidFill>
                  <a:srgbClr val="C00000"/>
                </a:solidFill>
              </a:rPr>
              <a:t>assoc</a:t>
            </a:r>
            <a:r>
              <a:rPr lang="en-US" sz="1600" dirty="0">
                <a:solidFill>
                  <a:srgbClr val="C00000"/>
                </a:solidFill>
              </a:rPr>
              <a:t> tables</a:t>
            </a:r>
            <a:endParaRPr lang="en-US" sz="1600" dirty="0">
              <a:solidFill>
                <a:schemeClr val="accent1"/>
              </a:solidFill>
            </a:endParaRP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Refer to Sankey outline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CC9823-47F7-8202-1DFE-396552632690}"/>
              </a:ext>
            </a:extLst>
          </p:cNvPr>
          <p:cNvCxnSpPr/>
          <p:nvPr/>
        </p:nvCxnSpPr>
        <p:spPr>
          <a:xfrm>
            <a:off x="748667" y="1454728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CE7C3B-7B32-4C71-AA74-C6F14E5B974E}"/>
              </a:ext>
            </a:extLst>
          </p:cNvPr>
          <p:cNvCxnSpPr/>
          <p:nvPr/>
        </p:nvCxnSpPr>
        <p:spPr>
          <a:xfrm>
            <a:off x="748667" y="3967943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177AA5C4-47A3-76BA-01D3-0A81CCA782A7}"/>
                  </a:ext>
                </a:extLst>
              </p14:cNvPr>
              <p14:cNvContentPartPr/>
              <p14:nvPr/>
            </p14:nvContentPartPr>
            <p14:xfrm>
              <a:off x="1193549" y="640440"/>
              <a:ext cx="257400" cy="3434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177AA5C4-47A3-76BA-01D3-0A81CCA782A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82749" y="629640"/>
                <a:ext cx="278640" cy="36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68673011-D174-AF93-9BBB-2BE16A0BCB7B}"/>
                  </a:ext>
                </a:extLst>
              </p14:cNvPr>
              <p14:cNvContentPartPr/>
              <p14:nvPr/>
            </p14:nvContentPartPr>
            <p14:xfrm>
              <a:off x="4513109" y="646920"/>
              <a:ext cx="616680" cy="4716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68673011-D174-AF93-9BBB-2BE16A0BCB7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502303" y="636128"/>
                <a:ext cx="637932" cy="4928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E7BF4D14-A4D1-93A8-76A3-D435EC839610}"/>
                  </a:ext>
                </a:extLst>
              </p14:cNvPr>
              <p14:cNvContentPartPr/>
              <p14:nvPr/>
            </p14:nvContentPartPr>
            <p14:xfrm>
              <a:off x="2891309" y="565200"/>
              <a:ext cx="1445760" cy="45288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E7BF4D14-A4D1-93A8-76A3-D435EC83961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880509" y="554409"/>
                <a:ext cx="1467000" cy="4741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5CCBF447-E85D-DE1B-00B9-CF455512E997}"/>
                  </a:ext>
                </a:extLst>
              </p14:cNvPr>
              <p14:cNvContentPartPr/>
              <p14:nvPr/>
            </p14:nvContentPartPr>
            <p14:xfrm>
              <a:off x="1652549" y="634320"/>
              <a:ext cx="949680" cy="32760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5CCBF447-E85D-DE1B-00B9-CF455512E99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641749" y="623532"/>
                <a:ext cx="970920" cy="34881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29F273C8-0E74-B099-B191-569A0DF86222}"/>
                  </a:ext>
                </a:extLst>
              </p14:cNvPr>
              <p14:cNvContentPartPr/>
              <p14:nvPr/>
            </p14:nvContentPartPr>
            <p14:xfrm>
              <a:off x="5644949" y="629280"/>
              <a:ext cx="321120" cy="46440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29F273C8-0E74-B099-B191-569A0DF8622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34149" y="618472"/>
                <a:ext cx="342360" cy="4856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EEC673ED-D6E7-DAC3-E593-4BCE97BBCD19}"/>
                  </a:ext>
                </a:extLst>
              </p14:cNvPr>
              <p14:cNvContentPartPr/>
              <p14:nvPr/>
            </p14:nvContentPartPr>
            <p14:xfrm>
              <a:off x="6323909" y="565200"/>
              <a:ext cx="1125720" cy="59148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EEC673ED-D6E7-DAC3-E593-4BCE97BBCD19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13109" y="554400"/>
                <a:ext cx="1146960" cy="61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2C178F59-5A89-0F0B-6EEC-94108E517F3A}"/>
                  </a:ext>
                </a:extLst>
              </p14:cNvPr>
              <p14:cNvContentPartPr/>
              <p14:nvPr/>
            </p14:nvContentPartPr>
            <p14:xfrm>
              <a:off x="7657349" y="949320"/>
              <a:ext cx="24840" cy="309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2C178F59-5A89-0F0B-6EEC-94108E517F3A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7646549" y="938644"/>
                <a:ext cx="46080" cy="519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00B74A52-E821-9E8D-F981-5DF7BB408468}"/>
                  </a:ext>
                </a:extLst>
              </p14:cNvPr>
              <p14:cNvContentPartPr/>
              <p14:nvPr/>
            </p14:nvContentPartPr>
            <p14:xfrm>
              <a:off x="1105709" y="1233720"/>
              <a:ext cx="408960" cy="38808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00B74A52-E821-9E8D-F981-5DF7BB408468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094909" y="1222920"/>
                <a:ext cx="430200" cy="40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4DD0322B-D460-C506-AD12-88DE6446A14B}"/>
                  </a:ext>
                </a:extLst>
              </p14:cNvPr>
              <p14:cNvContentPartPr/>
              <p14:nvPr/>
            </p14:nvContentPartPr>
            <p14:xfrm>
              <a:off x="1753349" y="1275480"/>
              <a:ext cx="585000" cy="30060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4DD0322B-D460-C506-AD12-88DE6446A14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742549" y="1264680"/>
                <a:ext cx="606240" cy="32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5A29B7A8-7B10-295A-AE84-C78B5142F01A}"/>
                  </a:ext>
                </a:extLst>
              </p14:cNvPr>
              <p14:cNvContentPartPr/>
              <p14:nvPr/>
            </p14:nvContentPartPr>
            <p14:xfrm>
              <a:off x="2652269" y="1203480"/>
              <a:ext cx="855720" cy="3290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5A29B7A8-7B10-295A-AE84-C78B5142F01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641469" y="1192668"/>
                <a:ext cx="876960" cy="3503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F5EF785E-12F3-F132-DE74-65DB075DC5F8}"/>
                  </a:ext>
                </a:extLst>
              </p14:cNvPr>
              <p14:cNvContentPartPr/>
              <p14:nvPr/>
            </p14:nvContentPartPr>
            <p14:xfrm>
              <a:off x="6386909" y="1137240"/>
              <a:ext cx="2188080" cy="42516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F5EF785E-12F3-F132-DE74-65DB075DC5F8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6376111" y="1126440"/>
                <a:ext cx="2209317" cy="44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3D783572-A73B-ED99-766A-18671BDF430E}"/>
                  </a:ext>
                </a:extLst>
              </p14:cNvPr>
              <p14:cNvContentPartPr/>
              <p14:nvPr/>
            </p14:nvContentPartPr>
            <p14:xfrm>
              <a:off x="3947549" y="1083960"/>
              <a:ext cx="2232000" cy="48312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3D783572-A73B-ED99-766A-18671BDF430E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936751" y="1073160"/>
                <a:ext cx="2253237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A4799A46-50E6-FF1F-5567-8B8B78D45669}"/>
                  </a:ext>
                </a:extLst>
              </p14:cNvPr>
              <p14:cNvContentPartPr/>
              <p14:nvPr/>
            </p14:nvContentPartPr>
            <p14:xfrm>
              <a:off x="1188149" y="1892520"/>
              <a:ext cx="388080" cy="43272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A4799A46-50E6-FF1F-5567-8B8B78D45669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177349" y="1881720"/>
                <a:ext cx="409320" cy="45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DFB55729-7F66-1BC7-216A-64873B858B14}"/>
                  </a:ext>
                </a:extLst>
              </p14:cNvPr>
              <p14:cNvContentPartPr/>
              <p14:nvPr/>
            </p14:nvContentPartPr>
            <p14:xfrm>
              <a:off x="1765949" y="1872720"/>
              <a:ext cx="1031760" cy="50904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DFB55729-7F66-1BC7-216A-64873B858B14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755153" y="1861912"/>
                <a:ext cx="1052993" cy="5302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FCF36621-4193-B5F3-4F0F-A694E6D4D1BB}"/>
                  </a:ext>
                </a:extLst>
              </p14:cNvPr>
              <p14:cNvContentPartPr/>
              <p14:nvPr/>
            </p14:nvContentPartPr>
            <p14:xfrm>
              <a:off x="3167789" y="2048760"/>
              <a:ext cx="38160" cy="882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FCF36621-4193-B5F3-4F0F-A694E6D4D1BB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156886" y="2037960"/>
                <a:ext cx="59602" cy="10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14F6AA6B-461D-8D21-F2CB-A3F8D51BCE37}"/>
                  </a:ext>
                </a:extLst>
              </p14:cNvPr>
              <p14:cNvContentPartPr/>
              <p14:nvPr/>
            </p14:nvContentPartPr>
            <p14:xfrm>
              <a:off x="3155189" y="1958040"/>
              <a:ext cx="82080" cy="27972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14F6AA6B-461D-8D21-F2CB-A3F8D51BCE37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144389" y="1947254"/>
                <a:ext cx="103320" cy="3009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CFCF7316-1EF3-71A3-A932-84A0924BF735}"/>
                  </a:ext>
                </a:extLst>
              </p14:cNvPr>
              <p14:cNvContentPartPr/>
              <p14:nvPr/>
            </p14:nvContentPartPr>
            <p14:xfrm>
              <a:off x="3036389" y="2061360"/>
              <a:ext cx="351720" cy="6264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CFCF7316-1EF3-71A3-A932-84A0924BF73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025589" y="2050498"/>
                <a:ext cx="372960" cy="840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01D914F6-F616-1A89-671F-BF70191132DF}"/>
                  </a:ext>
                </a:extLst>
              </p14:cNvPr>
              <p14:cNvContentPartPr/>
              <p14:nvPr/>
            </p14:nvContentPartPr>
            <p14:xfrm>
              <a:off x="3299909" y="2080440"/>
              <a:ext cx="170280" cy="12600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01D914F6-F616-1A89-671F-BF70191132DF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3289109" y="2069640"/>
                <a:ext cx="191520" cy="14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BD673292-87F9-2573-88E8-2CF80054C6BD}"/>
                  </a:ext>
                </a:extLst>
              </p14:cNvPr>
              <p14:cNvContentPartPr/>
              <p14:nvPr/>
            </p14:nvContentPartPr>
            <p14:xfrm>
              <a:off x="3714629" y="1941840"/>
              <a:ext cx="358200" cy="283320"/>
            </p14:xfrm>
          </p:contentPart>
        </mc:Choice>
        <mc:Fallback xmlns=""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BD673292-87F9-2573-88E8-2CF80054C6BD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703818" y="1931040"/>
                <a:ext cx="379461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B995B687-A087-867C-2618-C5706F279D99}"/>
                  </a:ext>
                </a:extLst>
              </p14:cNvPr>
              <p14:cNvContentPartPr/>
              <p14:nvPr/>
            </p14:nvContentPartPr>
            <p14:xfrm>
              <a:off x="3966269" y="1923120"/>
              <a:ext cx="306360" cy="339840"/>
            </p14:xfrm>
          </p:contentPart>
        </mc:Choice>
        <mc:Fallback xmlns=""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B995B687-A087-867C-2618-C5706F279D99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955469" y="1912331"/>
                <a:ext cx="327600" cy="36105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DC477494-728B-F54A-7C1A-1EE09783BBCA}"/>
                  </a:ext>
                </a:extLst>
              </p14:cNvPr>
              <p14:cNvContentPartPr/>
              <p14:nvPr/>
            </p14:nvContentPartPr>
            <p14:xfrm>
              <a:off x="5638469" y="2306520"/>
              <a:ext cx="1358280" cy="43452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DC477494-728B-F54A-7C1A-1EE09783BBCA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5627669" y="2295711"/>
                <a:ext cx="1379520" cy="4557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A93D5B5F-D9BF-CD16-D120-18263D854ED1}"/>
                  </a:ext>
                </a:extLst>
              </p14:cNvPr>
              <p14:cNvContentPartPr/>
              <p14:nvPr/>
            </p14:nvContentPartPr>
            <p14:xfrm>
              <a:off x="5048429" y="2532960"/>
              <a:ext cx="156240" cy="20160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A93D5B5F-D9BF-CD16-D120-18263D854ED1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5037629" y="2522160"/>
                <a:ext cx="177480" cy="22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D5FDEC82-74C1-D98F-C048-52BEB9696EFB}"/>
                  </a:ext>
                </a:extLst>
              </p14:cNvPr>
              <p14:cNvContentPartPr/>
              <p14:nvPr/>
            </p14:nvContentPartPr>
            <p14:xfrm>
              <a:off x="3067349" y="2354040"/>
              <a:ext cx="1653480" cy="55944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D5FDEC82-74C1-D98F-C048-52BEB9696EFB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3056551" y="2343233"/>
                <a:ext cx="1674715" cy="5806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793434A3-F9AC-E6F6-6A70-F744D97BC2AF}"/>
                  </a:ext>
                </a:extLst>
              </p14:cNvPr>
              <p14:cNvContentPartPr/>
              <p14:nvPr/>
            </p14:nvContentPartPr>
            <p14:xfrm>
              <a:off x="1231349" y="2419920"/>
              <a:ext cx="1496880" cy="42444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793434A3-F9AC-E6F6-6A70-F744D97BC2A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220546" y="2409120"/>
                <a:ext cx="1518125" cy="44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C8867167-38E0-3126-651B-281E3C01D1F9}"/>
                  </a:ext>
                </a:extLst>
              </p14:cNvPr>
              <p14:cNvContentPartPr/>
              <p14:nvPr/>
            </p14:nvContentPartPr>
            <p14:xfrm>
              <a:off x="7449269" y="2306520"/>
              <a:ext cx="597600" cy="46584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C8867167-38E0-3126-651B-281E3C01D1F9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438469" y="2295712"/>
                <a:ext cx="618840" cy="4870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2AEC2FBB-DA1E-82A3-167B-0AC9688BB7D8}"/>
                  </a:ext>
                </a:extLst>
              </p14:cNvPr>
              <p14:cNvContentPartPr/>
              <p14:nvPr/>
            </p14:nvContentPartPr>
            <p14:xfrm>
              <a:off x="10178069" y="2397960"/>
              <a:ext cx="585000" cy="54396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2AEC2FBB-DA1E-82A3-167B-0AC9688BB7D8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10167269" y="2387160"/>
                <a:ext cx="606240" cy="56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86581388-3743-819B-C7FC-1EF1FFD7D450}"/>
                  </a:ext>
                </a:extLst>
              </p14:cNvPr>
              <p14:cNvContentPartPr/>
              <p14:nvPr/>
            </p14:nvContentPartPr>
            <p14:xfrm>
              <a:off x="8336669" y="2295360"/>
              <a:ext cx="1433160" cy="63252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86581388-3743-819B-C7FC-1EF1FFD7D45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8325869" y="2284560"/>
                <a:ext cx="1454400" cy="65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A795A658-FD09-1070-5441-1C571FF90340}"/>
                  </a:ext>
                </a:extLst>
              </p14:cNvPr>
              <p14:cNvContentPartPr/>
              <p14:nvPr/>
            </p14:nvContentPartPr>
            <p14:xfrm>
              <a:off x="1231349" y="2991960"/>
              <a:ext cx="388800" cy="408960"/>
            </p14:xfrm>
          </p:contentPart>
        </mc:Choice>
        <mc:Fallback xmlns=""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A795A658-FD09-1070-5441-1C571FF90340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220539" y="2981169"/>
                <a:ext cx="410060" cy="4301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528E1CE3-0728-1860-D43A-DA874D56AB75}"/>
                  </a:ext>
                </a:extLst>
              </p14:cNvPr>
              <p14:cNvContentPartPr/>
              <p14:nvPr/>
            </p14:nvContentPartPr>
            <p14:xfrm>
              <a:off x="1841189" y="3001680"/>
              <a:ext cx="610200" cy="33012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528E1CE3-0728-1860-D43A-DA874D56AB75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1830389" y="2990868"/>
                <a:ext cx="631440" cy="35138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CF10998B-D8A2-A9EF-A58A-9AA84282A2F9}"/>
                  </a:ext>
                </a:extLst>
              </p14:cNvPr>
              <p14:cNvContentPartPr/>
              <p14:nvPr/>
            </p14:nvContentPartPr>
            <p14:xfrm>
              <a:off x="5353709" y="2868120"/>
              <a:ext cx="2259360" cy="56088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CF10998B-D8A2-A9EF-A58A-9AA84282A2F9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5342911" y="2857313"/>
                <a:ext cx="2280597" cy="5821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A702B7C0-565B-B309-47C1-0B082DD7E857}"/>
                  </a:ext>
                </a:extLst>
              </p14:cNvPr>
              <p14:cNvContentPartPr/>
              <p14:nvPr/>
            </p14:nvContentPartPr>
            <p14:xfrm>
              <a:off x="4443989" y="2910240"/>
              <a:ext cx="572400" cy="346320"/>
            </p14:xfrm>
          </p:contentPart>
        </mc:Choice>
        <mc:Fallback xmlns=""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A702B7C0-565B-B309-47C1-0B082DD7E857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4433189" y="2899440"/>
                <a:ext cx="593640" cy="36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9DA05755-08AD-D929-6FA0-00B51AB0290A}"/>
                  </a:ext>
                </a:extLst>
              </p14:cNvPr>
              <p14:cNvContentPartPr/>
              <p14:nvPr/>
            </p14:nvContentPartPr>
            <p14:xfrm>
              <a:off x="2809589" y="2901960"/>
              <a:ext cx="1251360" cy="36648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9DA05755-08AD-D929-6FA0-00B51AB0290A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2798789" y="2891160"/>
                <a:ext cx="1272600" cy="387720"/>
              </a:xfrm>
              <a:prstGeom prst="rect">
                <a:avLst/>
              </a:prstGeom>
            </p:spPr>
          </p:pic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1DCB009-B2E8-6B02-0883-D2343377C5F7}"/>
              </a:ext>
            </a:extLst>
          </p:cNvPr>
          <p:cNvCxnSpPr/>
          <p:nvPr/>
        </p:nvCxnSpPr>
        <p:spPr>
          <a:xfrm>
            <a:off x="573932" y="836579"/>
            <a:ext cx="899808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1871AF-B70B-59EF-FA7A-B221090CE401}"/>
              </a:ext>
            </a:extLst>
          </p:cNvPr>
          <p:cNvCxnSpPr/>
          <p:nvPr/>
        </p:nvCxnSpPr>
        <p:spPr>
          <a:xfrm>
            <a:off x="573932" y="1397541"/>
            <a:ext cx="899808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6653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4A5B59-8F2C-1B5A-39B8-99C93DCEE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897" y="77821"/>
            <a:ext cx="92776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123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B0268-F9FB-AF2A-8C71-173E1513A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4994006-6A44-A169-2456-160DCB237C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637"/>
          <a:stretch>
            <a:fillRect/>
          </a:stretch>
        </p:blipFill>
        <p:spPr>
          <a:xfrm>
            <a:off x="0" y="0"/>
            <a:ext cx="6342434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F8426A0-E49E-1138-20EC-D0BA380060CD}"/>
              </a:ext>
            </a:extLst>
          </p:cNvPr>
          <p:cNvSpPr/>
          <p:nvPr/>
        </p:nvSpPr>
        <p:spPr>
          <a:xfrm>
            <a:off x="6819090" y="1099225"/>
            <a:ext cx="136187" cy="27529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969FA4-EA39-C279-9D94-EBC1578B3C66}"/>
              </a:ext>
            </a:extLst>
          </p:cNvPr>
          <p:cNvSpPr/>
          <p:nvPr/>
        </p:nvSpPr>
        <p:spPr>
          <a:xfrm>
            <a:off x="6819089" y="4033736"/>
            <a:ext cx="136187" cy="4020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DEFB59-D190-3B2B-55D8-2893B1669917}"/>
              </a:ext>
            </a:extLst>
          </p:cNvPr>
          <p:cNvSpPr txBox="1"/>
          <p:nvPr/>
        </p:nvSpPr>
        <p:spPr>
          <a:xfrm>
            <a:off x="6955276" y="2075578"/>
            <a:ext cx="16731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 location codes</a:t>
            </a:r>
          </a:p>
          <a:p>
            <a:r>
              <a:rPr lang="en-US" sz="1000" dirty="0"/>
              <a:t>With  known coordinates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46A0F8-C3AF-0EDB-F8D4-19F02A1A6DB5}"/>
              </a:ext>
            </a:extLst>
          </p:cNvPr>
          <p:cNvSpPr txBox="1"/>
          <p:nvPr/>
        </p:nvSpPr>
        <p:spPr>
          <a:xfrm>
            <a:off x="6955276" y="3997946"/>
            <a:ext cx="15077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 location codes</a:t>
            </a:r>
          </a:p>
          <a:p>
            <a:r>
              <a:rPr lang="en-US" sz="1000" dirty="0"/>
              <a:t>unknown coordinates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40C092-55A9-27A3-75DD-75D8ADCCA058}"/>
              </a:ext>
            </a:extLst>
          </p:cNvPr>
          <p:cNvSpPr txBox="1"/>
          <p:nvPr/>
        </p:nvSpPr>
        <p:spPr>
          <a:xfrm>
            <a:off x="2256817" y="2095034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BAEB87-20AC-A22D-70C4-7B754A122240}"/>
              </a:ext>
            </a:extLst>
          </p:cNvPr>
          <p:cNvSpPr txBox="1"/>
          <p:nvPr/>
        </p:nvSpPr>
        <p:spPr>
          <a:xfrm>
            <a:off x="667965" y="3182779"/>
            <a:ext cx="1092741" cy="246221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000" dirty="0">
                <a:effectLst>
                  <a:glow rad="63500">
                    <a:schemeClr val="bg1">
                      <a:alpha val="54000"/>
                    </a:schemeClr>
                  </a:glo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Planting </a:t>
            </a:r>
            <a:r>
              <a:rPr lang="en-US" sz="1000" dirty="0" err="1">
                <a:effectLst>
                  <a:glow rad="63500">
                    <a:schemeClr val="bg1">
                      <a:alpha val="54000"/>
                    </a:schemeClr>
                  </a:glo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gps</a:t>
            </a:r>
            <a:r>
              <a:rPr lang="en-US" sz="1000" dirty="0">
                <a:effectLst>
                  <a:glow rad="63500">
                    <a:schemeClr val="bg1">
                      <a:alpha val="54000"/>
                    </a:schemeClr>
                  </a:glo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recs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9CE988-5AFE-5A19-CD5F-6D28FFA66A0F}"/>
              </a:ext>
            </a:extLst>
          </p:cNvPr>
          <p:cNvSpPr txBox="1"/>
          <p:nvPr/>
        </p:nvSpPr>
        <p:spPr>
          <a:xfrm>
            <a:off x="2166025" y="4591800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AEF0B5-BD97-6BDA-5D25-5677C29B3F49}"/>
              </a:ext>
            </a:extLst>
          </p:cNvPr>
          <p:cNvSpPr txBox="1"/>
          <p:nvPr/>
        </p:nvSpPr>
        <p:spPr>
          <a:xfrm>
            <a:off x="2166025" y="5841801"/>
            <a:ext cx="4247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48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75011-D077-BBF6-2DE0-41D8989B0F52}"/>
              </a:ext>
            </a:extLst>
          </p:cNvPr>
          <p:cNvSpPr txBox="1"/>
          <p:nvPr/>
        </p:nvSpPr>
        <p:spPr>
          <a:xfrm>
            <a:off x="667965" y="3433864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  <a:effectLst>
                  <a:glow rad="63500">
                    <a:schemeClr val="bg1">
                      <a:alpha val="64000"/>
                    </a:schemeClr>
                  </a:glow>
                </a:effectLst>
              </a:rPr>
              <a:t>288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0F4D1D-57DF-6BE7-9E83-188172B6B6C8}"/>
              </a:ext>
            </a:extLst>
          </p:cNvPr>
          <p:cNvSpPr txBox="1"/>
          <p:nvPr/>
        </p:nvSpPr>
        <p:spPr>
          <a:xfrm>
            <a:off x="3702996" y="3720947"/>
            <a:ext cx="389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1C2B01-AC12-764B-79EF-A7F257C71872}"/>
              </a:ext>
            </a:extLst>
          </p:cNvPr>
          <p:cNvSpPr txBox="1"/>
          <p:nvPr/>
        </p:nvSpPr>
        <p:spPr>
          <a:xfrm>
            <a:off x="3702996" y="4476516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971DE4-4CBD-EDE4-3ACD-C3124D509FC7}"/>
              </a:ext>
            </a:extLst>
          </p:cNvPr>
          <p:cNvSpPr txBox="1"/>
          <p:nvPr/>
        </p:nvSpPr>
        <p:spPr>
          <a:xfrm>
            <a:off x="2188723" y="6625225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F15C5C-AFCA-0BF5-6390-4DFB21D63651}"/>
              </a:ext>
            </a:extLst>
          </p:cNvPr>
          <p:cNvSpPr txBox="1"/>
          <p:nvPr/>
        </p:nvSpPr>
        <p:spPr>
          <a:xfrm>
            <a:off x="9961124" y="5356455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933EC5-69EF-7FC7-59B8-85038D3ADA01}"/>
              </a:ext>
            </a:extLst>
          </p:cNvPr>
          <p:cNvSpPr txBox="1"/>
          <p:nvPr/>
        </p:nvSpPr>
        <p:spPr>
          <a:xfrm>
            <a:off x="11096017" y="5356456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B115F8-9203-A430-CF7F-1A8381EF855E}"/>
              </a:ext>
            </a:extLst>
          </p:cNvPr>
          <p:cNvSpPr txBox="1"/>
          <p:nvPr/>
        </p:nvSpPr>
        <p:spPr>
          <a:xfrm>
            <a:off x="11248417" y="5508856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23B364-AC14-8AD7-03A8-B3B4D4B0E489}"/>
              </a:ext>
            </a:extLst>
          </p:cNvPr>
          <p:cNvSpPr txBox="1"/>
          <p:nvPr/>
        </p:nvSpPr>
        <p:spPr>
          <a:xfrm>
            <a:off x="3777573" y="237203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149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2C398EC-3790-1A26-0CF3-C81C936DFD9B}"/>
              </a:ext>
            </a:extLst>
          </p:cNvPr>
          <p:cNvSpPr txBox="1"/>
          <p:nvPr/>
        </p:nvSpPr>
        <p:spPr>
          <a:xfrm>
            <a:off x="3719207" y="5093585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7016975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B35271-9B14-F7F7-BAE4-48D90FADB80F}"/>
              </a:ext>
            </a:extLst>
          </p:cNvPr>
          <p:cNvSpPr txBox="1"/>
          <p:nvPr/>
        </p:nvSpPr>
        <p:spPr>
          <a:xfrm>
            <a:off x="879380" y="663073"/>
            <a:ext cx="5472782" cy="3524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Extract </a:t>
            </a:r>
            <a:r>
              <a:rPr lang="en-US" dirty="0" err="1"/>
              <a:t>planting_locations</a:t>
            </a:r>
            <a:endParaRPr lang="en-US" dirty="0"/>
          </a:p>
          <a:p>
            <a:endParaRPr lang="en-US" dirty="0"/>
          </a:p>
          <a:p>
            <a:r>
              <a:rPr lang="en-US" sz="1100" dirty="0"/>
              <a:t>from </a:t>
            </a:r>
            <a:r>
              <a:rPr lang="en-US" sz="1100" dirty="0" err="1"/>
              <a:t>gps</a:t>
            </a:r>
            <a:r>
              <a:rPr lang="en-US" sz="1100" dirty="0"/>
              <a:t> points table…</a:t>
            </a:r>
          </a:p>
          <a:p>
            <a:endParaRPr lang="en-US" sz="1100" dirty="0"/>
          </a:p>
          <a:p>
            <a:r>
              <a:rPr lang="en-US" sz="1100" dirty="0" err="1"/>
              <a:t>group_by</a:t>
            </a:r>
            <a:r>
              <a:rPr lang="en-US" sz="1100" dirty="0"/>
              <a:t> </a:t>
            </a:r>
            <a:r>
              <a:rPr lang="en-US" sz="1100" dirty="0" err="1"/>
              <a:t>planting_location_code</a:t>
            </a:r>
            <a:endParaRPr lang="en-US" sz="1100" dirty="0"/>
          </a:p>
          <a:p>
            <a:r>
              <a:rPr lang="en-US" sz="1100" dirty="0"/>
              <a:t>summarize</a:t>
            </a:r>
          </a:p>
          <a:p>
            <a:pPr lvl="1"/>
            <a:r>
              <a:rPr lang="en-US" sz="1100" dirty="0"/>
              <a:t>reduce </a:t>
            </a:r>
            <a:r>
              <a:rPr lang="en-US" sz="1100" dirty="0" err="1"/>
              <a:t>site_location</a:t>
            </a:r>
            <a:r>
              <a:rPr lang="en-US" sz="1100" dirty="0"/>
              <a:t> (to be restoration area)</a:t>
            </a:r>
          </a:p>
          <a:p>
            <a:pPr lvl="1"/>
            <a:r>
              <a:rPr lang="en-US" sz="1100" dirty="0" err="1"/>
              <a:t>historical_presence_source</a:t>
            </a:r>
            <a:endParaRPr lang="en-US" sz="1100" dirty="0"/>
          </a:p>
          <a:p>
            <a:pPr lvl="1"/>
            <a:r>
              <a:rPr lang="en-US" sz="1100" dirty="0" err="1"/>
              <a:t>water_body</a:t>
            </a:r>
            <a:endParaRPr lang="en-US" sz="1100" dirty="0"/>
          </a:p>
          <a:p>
            <a:pPr lvl="1"/>
            <a:r>
              <a:rPr lang="en-US" sz="1100" dirty="0" err="1"/>
              <a:t>svmp_region</a:t>
            </a:r>
            <a:endParaRPr lang="en-US" sz="1100" dirty="0"/>
          </a:p>
          <a:p>
            <a:pPr lvl="1"/>
            <a:r>
              <a:rPr lang="en-US" sz="1100" dirty="0"/>
              <a:t>latitude</a:t>
            </a:r>
          </a:p>
          <a:p>
            <a:pPr lvl="1"/>
            <a:r>
              <a:rPr lang="en-US" sz="1100" dirty="0"/>
              <a:t>longitude</a:t>
            </a:r>
          </a:p>
          <a:p>
            <a:pPr lvl="1"/>
            <a:r>
              <a:rPr lang="en-US" sz="1100" dirty="0"/>
              <a:t>datum</a:t>
            </a:r>
          </a:p>
          <a:p>
            <a:pPr lvl="1"/>
            <a:r>
              <a:rPr lang="en-US" sz="1100" dirty="0" err="1"/>
              <a:t>elevation_m_MLLW</a:t>
            </a:r>
            <a:endParaRPr lang="en-US" sz="1100" dirty="0"/>
          </a:p>
          <a:p>
            <a:r>
              <a:rPr lang="en-US" sz="1100" dirty="0"/>
              <a:t>d </a:t>
            </a:r>
          </a:p>
          <a:p>
            <a:endParaRPr lang="en-US" sz="1100" dirty="0"/>
          </a:p>
          <a:p>
            <a:r>
              <a:rPr lang="en-US" sz="1100" dirty="0"/>
              <a:t>Before summarizing by plc, assess the total set of coords associated with each plc</a:t>
            </a:r>
          </a:p>
          <a:p>
            <a:endParaRPr lang="en-US" sz="1100"/>
          </a:p>
          <a:p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B1F21C-8BFF-276D-9A4A-84E8D9D68B22}"/>
              </a:ext>
            </a:extLst>
          </p:cNvPr>
          <p:cNvSpPr txBox="1"/>
          <p:nvPr/>
        </p:nvSpPr>
        <p:spPr>
          <a:xfrm>
            <a:off x="6103134" y="301557"/>
            <a:ext cx="6017530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First need to re-</a:t>
            </a:r>
            <a:r>
              <a:rPr lang="en-US" sz="1600" dirty="0" err="1">
                <a:solidFill>
                  <a:srgbClr val="C00000"/>
                </a:solidFill>
              </a:rPr>
              <a:t>evalutate</a:t>
            </a:r>
            <a:r>
              <a:rPr lang="en-US" sz="1600" dirty="0">
                <a:solidFill>
                  <a:srgbClr val="C00000"/>
                </a:solidFill>
              </a:rPr>
              <a:t> approach to spatial entities (plantings,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, restoration area)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Is there any value to have spatial coords at the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level?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Alternatively, coords could be attributes of each planting; or both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and planting.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Base on code-assisted accounting: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plantingID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create_lyrs.r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204 plantings with coords present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23 plantings with coords absent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create_locations.r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118 good planting locations (with coords)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12 planting locations missing coords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42 planting locations with multiple sets of coords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Need an approach to locations</a:t>
            </a:r>
          </a:p>
          <a:p>
            <a:r>
              <a:rPr lang="en-US" dirty="0">
                <a:solidFill>
                  <a:srgbClr val="FF0000"/>
                </a:solidFill>
              </a:rPr>
              <a:t> and an approach to minimize plantings without coords.</a:t>
            </a:r>
            <a:endParaRPr 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2409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58">
            <a:extLst>
              <a:ext uri="{FF2B5EF4-FFF2-40B4-BE49-F238E27FC236}">
                <a16:creationId xmlns:a16="http://schemas.microsoft.com/office/drawing/2014/main" id="{4C469FAC-C07F-037F-EC31-D26B79491074}"/>
              </a:ext>
            </a:extLst>
          </p:cNvPr>
          <p:cNvSpPr/>
          <p:nvPr/>
        </p:nvSpPr>
        <p:spPr>
          <a:xfrm>
            <a:off x="4882393" y="3330429"/>
            <a:ext cx="2827090" cy="2298584"/>
          </a:xfrm>
          <a:custGeom>
            <a:avLst/>
            <a:gdLst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27090" h="2298584">
                <a:moveTo>
                  <a:pt x="0" y="2298584"/>
                </a:moveTo>
                <a:cubicBezTo>
                  <a:pt x="829811" y="2272019"/>
                  <a:pt x="1609288" y="1834393"/>
                  <a:pt x="1963024" y="1493241"/>
                </a:cubicBezTo>
                <a:cubicBezTo>
                  <a:pt x="2358705" y="1084977"/>
                  <a:pt x="2160864" y="60121"/>
                  <a:pt x="2827090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 66">
            <a:extLst>
              <a:ext uri="{FF2B5EF4-FFF2-40B4-BE49-F238E27FC236}">
                <a16:creationId xmlns:a16="http://schemas.microsoft.com/office/drawing/2014/main" id="{891E5C1F-C693-FC21-C6D2-BE1974D8F3F0}"/>
              </a:ext>
            </a:extLst>
          </p:cNvPr>
          <p:cNvSpPr/>
          <p:nvPr/>
        </p:nvSpPr>
        <p:spPr>
          <a:xfrm>
            <a:off x="7431438" y="2281806"/>
            <a:ext cx="413207" cy="2944535"/>
          </a:xfrm>
          <a:custGeom>
            <a:avLst/>
            <a:gdLst>
              <a:gd name="csX0" fmla="*/ 0 w 125835"/>
              <a:gd name="csY0" fmla="*/ 2944535 h 2944535"/>
              <a:gd name="csX1" fmla="*/ 125835 w 125835"/>
              <a:gd name="csY1" fmla="*/ 0 h 2944535"/>
              <a:gd name="csX0" fmla="*/ 0 w 235350"/>
              <a:gd name="csY0" fmla="*/ 2944535 h 2944535"/>
              <a:gd name="csX1" fmla="*/ 125835 w 235350"/>
              <a:gd name="csY1" fmla="*/ 0 h 2944535"/>
              <a:gd name="csX0" fmla="*/ 40140 w 187756"/>
              <a:gd name="csY0" fmla="*/ 2944535 h 2944535"/>
              <a:gd name="csX1" fmla="*/ 165975 w 187756"/>
              <a:gd name="csY1" fmla="*/ 0 h 2944535"/>
              <a:gd name="csX0" fmla="*/ 0 w 355284"/>
              <a:gd name="csY0" fmla="*/ 2944535 h 2944535"/>
              <a:gd name="csX1" fmla="*/ 125835 w 355284"/>
              <a:gd name="csY1" fmla="*/ 0 h 2944535"/>
              <a:gd name="csX0" fmla="*/ 101876 w 413207"/>
              <a:gd name="csY0" fmla="*/ 2944535 h 2944535"/>
              <a:gd name="csX1" fmla="*/ 227711 w 413207"/>
              <a:gd name="csY1" fmla="*/ 0 h 294453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13207" h="2944535">
                <a:moveTo>
                  <a:pt x="101876" y="2944535"/>
                </a:moveTo>
                <a:cubicBezTo>
                  <a:pt x="1058221" y="2927757"/>
                  <a:pt x="-569243" y="192947"/>
                  <a:pt x="22771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ED1F09-6351-E795-E318-A20C479DCB53}"/>
              </a:ext>
            </a:extLst>
          </p:cNvPr>
          <p:cNvSpPr/>
          <p:nvPr/>
        </p:nvSpPr>
        <p:spPr>
          <a:xfrm>
            <a:off x="4757640" y="2498673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7DAA61-636A-167A-BF10-D9C62AAE5ABF}"/>
              </a:ext>
            </a:extLst>
          </p:cNvPr>
          <p:cNvSpPr/>
          <p:nvPr/>
        </p:nvSpPr>
        <p:spPr>
          <a:xfrm>
            <a:off x="4760884" y="306293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97202F-5269-B3A1-9550-91B91B620E13}"/>
              </a:ext>
            </a:extLst>
          </p:cNvPr>
          <p:cNvSpPr/>
          <p:nvPr/>
        </p:nvSpPr>
        <p:spPr>
          <a:xfrm>
            <a:off x="8973761" y="2935026"/>
            <a:ext cx="68097" cy="1877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EF021BE-C797-2D88-A2DC-EC1C57124C11}"/>
              </a:ext>
            </a:extLst>
          </p:cNvPr>
          <p:cNvSpPr/>
          <p:nvPr/>
        </p:nvSpPr>
        <p:spPr>
          <a:xfrm>
            <a:off x="8912156" y="1069605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3EF6BB-30C4-4646-80EE-00023B834A24}"/>
              </a:ext>
            </a:extLst>
          </p:cNvPr>
          <p:cNvSpPr/>
          <p:nvPr/>
        </p:nvSpPr>
        <p:spPr>
          <a:xfrm>
            <a:off x="8993220" y="3245429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2E4861-F20C-839A-F738-717D7645DDBB}"/>
              </a:ext>
            </a:extLst>
          </p:cNvPr>
          <p:cNvSpPr/>
          <p:nvPr/>
        </p:nvSpPr>
        <p:spPr>
          <a:xfrm>
            <a:off x="2151434" y="850988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6ABCC7-A3DA-BEAD-7F8E-92BDC6A20361}"/>
              </a:ext>
            </a:extLst>
          </p:cNvPr>
          <p:cNvSpPr txBox="1"/>
          <p:nvPr/>
        </p:nvSpPr>
        <p:spPr>
          <a:xfrm>
            <a:off x="4838704" y="255900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ln_plantings_1pt</a:t>
            </a:r>
          </a:p>
          <a:p>
            <a:r>
              <a:rPr lang="en-US" sz="1000" dirty="0"/>
              <a:t>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02C181-C779-4DB3-48EB-D9B5D2EB5829}"/>
              </a:ext>
            </a:extLst>
          </p:cNvPr>
          <p:cNvSpPr txBox="1"/>
          <p:nvPr/>
        </p:nvSpPr>
        <p:spPr>
          <a:xfrm>
            <a:off x="4863020" y="308985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ln_cln_plantings_2pt</a:t>
            </a:r>
          </a:p>
          <a:p>
            <a:r>
              <a:rPr lang="en-US" sz="10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F81F00-E7A6-4243-97DA-17CAA6DD8143}"/>
              </a:ext>
            </a:extLst>
          </p:cNvPr>
          <p:cNvSpPr txBox="1"/>
          <p:nvPr/>
        </p:nvSpPr>
        <p:spPr>
          <a:xfrm>
            <a:off x="2333831" y="1032627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DF2E68-DBC4-D65D-C845-DCC42B8E4DB8}"/>
              </a:ext>
            </a:extLst>
          </p:cNvPr>
          <p:cNvSpPr/>
          <p:nvPr/>
        </p:nvSpPr>
        <p:spPr>
          <a:xfrm>
            <a:off x="3275797" y="852483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5B4845-0DBF-B970-33CE-C0B63C4338E5}"/>
              </a:ext>
            </a:extLst>
          </p:cNvPr>
          <p:cNvSpPr/>
          <p:nvPr/>
        </p:nvSpPr>
        <p:spPr>
          <a:xfrm>
            <a:off x="3275797" y="1488688"/>
            <a:ext cx="81064" cy="1916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034E2F-6BF4-32C2-75D8-B3B11F2AFCD7}"/>
              </a:ext>
            </a:extLst>
          </p:cNvPr>
          <p:cNvSpPr txBox="1"/>
          <p:nvPr/>
        </p:nvSpPr>
        <p:spPr>
          <a:xfrm>
            <a:off x="3299303" y="860548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pt_plantings_cln</a:t>
            </a:r>
            <a:endParaRPr lang="en-US" sz="1000" dirty="0"/>
          </a:p>
          <a:p>
            <a:r>
              <a:rPr lang="en-US" sz="1000" dirty="0"/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711E85-6069-1C4A-9783-72909BEE2CE9}"/>
              </a:ext>
            </a:extLst>
          </p:cNvPr>
          <p:cNvSpPr txBox="1"/>
          <p:nvPr/>
        </p:nvSpPr>
        <p:spPr>
          <a:xfrm>
            <a:off x="3356861" y="1384438"/>
            <a:ext cx="14753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19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194844-EC75-D7C1-2B11-5F77BA635529}"/>
              </a:ext>
            </a:extLst>
          </p:cNvPr>
          <p:cNvSpPr/>
          <p:nvPr/>
        </p:nvSpPr>
        <p:spPr>
          <a:xfrm>
            <a:off x="2151434" y="254728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807046-6FF6-7FEB-80A8-A288A37AEAC8}"/>
              </a:ext>
            </a:extLst>
          </p:cNvPr>
          <p:cNvSpPr txBox="1"/>
          <p:nvPr/>
        </p:nvSpPr>
        <p:spPr>
          <a:xfrm>
            <a:off x="2262494" y="265428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ln_plantings</a:t>
            </a:r>
            <a:endParaRPr lang="en-US" sz="1000" dirty="0"/>
          </a:p>
          <a:p>
            <a:r>
              <a:rPr lang="en-US" sz="1000" dirty="0"/>
              <a:t>35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CDAE73-7217-34BB-5F69-27329849BDB2}"/>
              </a:ext>
            </a:extLst>
          </p:cNvPr>
          <p:cNvSpPr/>
          <p:nvPr/>
        </p:nvSpPr>
        <p:spPr>
          <a:xfrm>
            <a:off x="1131653" y="815120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C53919-C338-F790-806D-00971349364F}"/>
              </a:ext>
            </a:extLst>
          </p:cNvPr>
          <p:cNvSpPr txBox="1"/>
          <p:nvPr/>
        </p:nvSpPr>
        <p:spPr>
          <a:xfrm>
            <a:off x="1172185" y="1109264"/>
            <a:ext cx="8917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pt_recs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05546D8-0762-BE98-4083-21600FE46AF5}"/>
              </a:ext>
            </a:extLst>
          </p:cNvPr>
          <p:cNvSpPr/>
          <p:nvPr/>
        </p:nvSpPr>
        <p:spPr>
          <a:xfrm>
            <a:off x="1125168" y="252687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E87337-20FD-C8F0-87F2-A6980D388AE5}"/>
              </a:ext>
            </a:extLst>
          </p:cNvPr>
          <p:cNvSpPr txBox="1"/>
          <p:nvPr/>
        </p:nvSpPr>
        <p:spPr>
          <a:xfrm>
            <a:off x="1172185" y="2693574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ln_recs</a:t>
            </a:r>
            <a:endParaRPr lang="en-US" sz="1000" dirty="0"/>
          </a:p>
          <a:p>
            <a:r>
              <a:rPr lang="en-US" sz="1000" dirty="0"/>
              <a:t>60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0ABF959-5BC4-471A-54AD-ACA7AF7AF094}"/>
              </a:ext>
            </a:extLst>
          </p:cNvPr>
          <p:cNvSpPr/>
          <p:nvPr/>
        </p:nvSpPr>
        <p:spPr>
          <a:xfrm>
            <a:off x="5552061" y="820297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03D427-46CE-A87E-7479-DB97639C94FE}"/>
              </a:ext>
            </a:extLst>
          </p:cNvPr>
          <p:cNvSpPr txBox="1"/>
          <p:nvPr/>
        </p:nvSpPr>
        <p:spPr>
          <a:xfrm>
            <a:off x="5592593" y="832572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planting_pt</a:t>
            </a:r>
            <a:endParaRPr lang="en-US" sz="1000" dirty="0"/>
          </a:p>
          <a:p>
            <a:r>
              <a:rPr lang="en-US" sz="1000" dirty="0"/>
              <a:t>159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2BF2F3-4CF6-0944-53D2-C766BDB236C6}"/>
              </a:ext>
            </a:extLst>
          </p:cNvPr>
          <p:cNvSpPr/>
          <p:nvPr/>
        </p:nvSpPr>
        <p:spPr>
          <a:xfrm>
            <a:off x="1076530" y="4129908"/>
            <a:ext cx="81064" cy="38783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B3344F-1E47-7B91-09A1-81AD7247D778}"/>
              </a:ext>
            </a:extLst>
          </p:cNvPr>
          <p:cNvSpPr txBox="1"/>
          <p:nvPr/>
        </p:nvSpPr>
        <p:spPr>
          <a:xfrm>
            <a:off x="1117062" y="41072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py_recs</a:t>
            </a:r>
            <a:endParaRPr lang="en-US" sz="1000" dirty="0"/>
          </a:p>
          <a:p>
            <a:r>
              <a:rPr lang="en-US" sz="1000" dirty="0"/>
              <a:t>48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D8231A-1A62-26D7-A849-A406F6B93420}"/>
              </a:ext>
            </a:extLst>
          </p:cNvPr>
          <p:cNvSpPr/>
          <p:nvPr/>
        </p:nvSpPr>
        <p:spPr>
          <a:xfrm>
            <a:off x="1076520" y="5460687"/>
            <a:ext cx="82296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BBC36A-8DB4-451A-9CF8-88561C17841B}"/>
              </a:ext>
            </a:extLst>
          </p:cNvPr>
          <p:cNvSpPr txBox="1"/>
          <p:nvPr/>
        </p:nvSpPr>
        <p:spPr>
          <a:xfrm>
            <a:off x="1106516" y="5340516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grid_recs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494EC8-87B3-112F-7B4C-9687216B1468}"/>
              </a:ext>
            </a:extLst>
          </p:cNvPr>
          <p:cNvSpPr/>
          <p:nvPr/>
        </p:nvSpPr>
        <p:spPr>
          <a:xfrm>
            <a:off x="2096311" y="420836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C3F10B-430C-4A9B-C1BE-DAF99A70EFA9}"/>
              </a:ext>
            </a:extLst>
          </p:cNvPr>
          <p:cNvSpPr txBox="1"/>
          <p:nvPr/>
        </p:nvSpPr>
        <p:spPr>
          <a:xfrm>
            <a:off x="2207371" y="412854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E6CC8-5D07-6368-DA13-F6A7E149010F}"/>
              </a:ext>
            </a:extLst>
          </p:cNvPr>
          <p:cNvSpPr/>
          <p:nvPr/>
        </p:nvSpPr>
        <p:spPr>
          <a:xfrm>
            <a:off x="2085765" y="5467317"/>
            <a:ext cx="70527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A276EE-5199-3DD7-365D-649D9CDA7F46}"/>
              </a:ext>
            </a:extLst>
          </p:cNvPr>
          <p:cNvSpPr txBox="1"/>
          <p:nvPr/>
        </p:nvSpPr>
        <p:spPr>
          <a:xfrm>
            <a:off x="2196824" y="5347146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7D16656C-E0AF-B118-BCA5-7D46074F14E8}"/>
              </a:ext>
            </a:extLst>
          </p:cNvPr>
          <p:cNvSpPr/>
          <p:nvPr/>
        </p:nvSpPr>
        <p:spPr>
          <a:xfrm>
            <a:off x="4937603" y="1170214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F082C8-39FD-7C61-B8FE-3590E4A25BB9}"/>
              </a:ext>
            </a:extLst>
          </p:cNvPr>
          <p:cNvSpPr/>
          <p:nvPr/>
        </p:nvSpPr>
        <p:spPr>
          <a:xfrm>
            <a:off x="262649" y="841954"/>
            <a:ext cx="87549" cy="38783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38D1C5A-DC0D-09E2-625D-8934D2198D3C}"/>
              </a:ext>
            </a:extLst>
          </p:cNvPr>
          <p:cNvSpPr txBox="1"/>
          <p:nvPr/>
        </p:nvSpPr>
        <p:spPr>
          <a:xfrm>
            <a:off x="355066" y="1468141"/>
            <a:ext cx="7214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gps_recs</a:t>
            </a:r>
            <a:endParaRPr lang="en-US" sz="1000" dirty="0"/>
          </a:p>
          <a:p>
            <a:r>
              <a:rPr lang="en-US" sz="1000" dirty="0"/>
              <a:t>288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DA6A340-2509-0F04-8EC5-1C1D48219A69}"/>
              </a:ext>
            </a:extLst>
          </p:cNvPr>
          <p:cNvSpPr/>
          <p:nvPr/>
        </p:nvSpPr>
        <p:spPr>
          <a:xfrm>
            <a:off x="3330101" y="529590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2B0DB32-DBDA-81A6-A337-D943C88AA080}"/>
              </a:ext>
            </a:extLst>
          </p:cNvPr>
          <p:cNvSpPr/>
          <p:nvPr/>
        </p:nvSpPr>
        <p:spPr>
          <a:xfrm>
            <a:off x="3340228" y="5547201"/>
            <a:ext cx="49854" cy="6053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A2693D-4F80-B26D-B85F-2BEDECBC2740}"/>
              </a:ext>
            </a:extLst>
          </p:cNvPr>
          <p:cNvSpPr txBox="1"/>
          <p:nvPr/>
        </p:nvSpPr>
        <p:spPr>
          <a:xfrm>
            <a:off x="3400628" y="5147091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grid_plantings_cln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B93C9D5-1E81-E818-2949-2530223BC0EB}"/>
              </a:ext>
            </a:extLst>
          </p:cNvPr>
          <p:cNvSpPr txBox="1"/>
          <p:nvPr/>
        </p:nvSpPr>
        <p:spPr>
          <a:xfrm>
            <a:off x="3365155" y="5495958"/>
            <a:ext cx="15856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4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70E7CFD-7483-0DD7-79C5-A362416B9CA7}"/>
              </a:ext>
            </a:extLst>
          </p:cNvPr>
          <p:cNvSpPr/>
          <p:nvPr/>
        </p:nvSpPr>
        <p:spPr>
          <a:xfrm>
            <a:off x="4719128" y="3920828"/>
            <a:ext cx="81064" cy="18452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C2E54EB-245A-DC25-4BB6-C3C0454CF3A1}"/>
              </a:ext>
            </a:extLst>
          </p:cNvPr>
          <p:cNvSpPr/>
          <p:nvPr/>
        </p:nvSpPr>
        <p:spPr>
          <a:xfrm>
            <a:off x="4719128" y="4340810"/>
            <a:ext cx="87549" cy="7676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0A2254F-AD7B-2E8A-A1E2-139507A26D1A}"/>
              </a:ext>
            </a:extLst>
          </p:cNvPr>
          <p:cNvSpPr/>
          <p:nvPr/>
        </p:nvSpPr>
        <p:spPr>
          <a:xfrm>
            <a:off x="4719128" y="4653035"/>
            <a:ext cx="87549" cy="7860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ED36589-D173-4EA4-61A8-C34BE0ACB4B9}"/>
              </a:ext>
            </a:extLst>
          </p:cNvPr>
          <p:cNvSpPr txBox="1"/>
          <p:nvPr/>
        </p:nvSpPr>
        <p:spPr>
          <a:xfrm>
            <a:off x="4779257" y="3792163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py_plantings_cln_4pt</a:t>
            </a:r>
          </a:p>
          <a:p>
            <a:r>
              <a:rPr lang="en-US" sz="10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9290E5F-569F-61A5-6E7A-C4368AA99F54}"/>
              </a:ext>
            </a:extLst>
          </p:cNvPr>
          <p:cNvSpPr txBox="1"/>
          <p:nvPr/>
        </p:nvSpPr>
        <p:spPr>
          <a:xfrm>
            <a:off x="4779257" y="4198077"/>
            <a:ext cx="14314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py_plantings_cln_3pt</a:t>
            </a:r>
          </a:p>
          <a:p>
            <a:r>
              <a:rPr lang="en-US" sz="10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25D6CF1-3692-5F01-A863-1F90B0E95B38}"/>
              </a:ext>
            </a:extLst>
          </p:cNvPr>
          <p:cNvSpPr txBox="1"/>
          <p:nvPr/>
        </p:nvSpPr>
        <p:spPr>
          <a:xfrm>
            <a:off x="4779257" y="4531586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py_plantings_cln_2pt</a:t>
            </a:r>
          </a:p>
          <a:p>
            <a:r>
              <a:rPr lang="en-US" sz="1000" dirty="0"/>
              <a:t>2</a:t>
            </a:r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B9361667-2091-4FE8-BADA-38DFD9EF324F}"/>
              </a:ext>
            </a:extLst>
          </p:cNvPr>
          <p:cNvSpPr/>
          <p:nvPr/>
        </p:nvSpPr>
        <p:spPr>
          <a:xfrm>
            <a:off x="6151933" y="3344951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0FADCC8-FDAB-E84B-411A-8B6311D9D4E5}"/>
              </a:ext>
            </a:extLst>
          </p:cNvPr>
          <p:cNvSpPr/>
          <p:nvPr/>
        </p:nvSpPr>
        <p:spPr>
          <a:xfrm>
            <a:off x="6766398" y="308690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0E8C92-55CC-CBBB-5D85-3B438ADFBC18}"/>
              </a:ext>
            </a:extLst>
          </p:cNvPr>
          <p:cNvSpPr txBox="1"/>
          <p:nvPr/>
        </p:nvSpPr>
        <p:spPr>
          <a:xfrm>
            <a:off x="6868534" y="311382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planting_ln</a:t>
            </a:r>
            <a:endParaRPr lang="en-US" sz="1000" dirty="0">
              <a:effectLst>
                <a:glow rad="50800">
                  <a:schemeClr val="bg1">
                    <a:alpha val="78000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27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846F38-ADDD-FC79-D2D1-5792DE64D04C}"/>
              </a:ext>
            </a:extLst>
          </p:cNvPr>
          <p:cNvSpPr txBox="1"/>
          <p:nvPr/>
        </p:nvSpPr>
        <p:spPr>
          <a:xfrm>
            <a:off x="6919412" y="3896130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planting_py</a:t>
            </a:r>
            <a:endParaRPr lang="en-US" sz="1000" dirty="0">
              <a:effectLst>
                <a:glow rad="88900">
                  <a:schemeClr val="bg1">
                    <a:alpha val="75378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EEE0A7-E838-7A8E-4208-4764CC1864A6}"/>
              </a:ext>
            </a:extLst>
          </p:cNvPr>
          <p:cNvSpPr/>
          <p:nvPr/>
        </p:nvSpPr>
        <p:spPr>
          <a:xfrm>
            <a:off x="6813319" y="389948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845D2CD3-1BD2-E08B-13B3-C8808A1F1B7E}"/>
              </a:ext>
            </a:extLst>
          </p:cNvPr>
          <p:cNvSpPr/>
          <p:nvPr/>
        </p:nvSpPr>
        <p:spPr>
          <a:xfrm>
            <a:off x="6122504" y="3915713"/>
            <a:ext cx="636105" cy="70722"/>
          </a:xfrm>
          <a:custGeom>
            <a:avLst/>
            <a:gdLst>
              <a:gd name="csX0" fmla="*/ 0 w 636105"/>
              <a:gd name="csY0" fmla="*/ 0 h 69574"/>
              <a:gd name="csX1" fmla="*/ 636105 w 636105"/>
              <a:gd name="csY1" fmla="*/ 69574 h 69574"/>
              <a:gd name="csX0" fmla="*/ 0 w 636105"/>
              <a:gd name="csY0" fmla="*/ 0 h 70793"/>
              <a:gd name="csX1" fmla="*/ 636105 w 636105"/>
              <a:gd name="csY1" fmla="*/ 69574 h 70793"/>
              <a:gd name="csX0" fmla="*/ 0 w 636105"/>
              <a:gd name="csY0" fmla="*/ 304 h 70722"/>
              <a:gd name="csX1" fmla="*/ 636105 w 636105"/>
              <a:gd name="csY1" fmla="*/ 69878 h 7072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6105" h="70722">
                <a:moveTo>
                  <a:pt x="0" y="304"/>
                </a:moveTo>
                <a:cubicBezTo>
                  <a:pt x="224561" y="-5733"/>
                  <a:pt x="411544" y="80089"/>
                  <a:pt x="636105" y="69878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5CC45558-C687-C147-B236-08CCF3BD9772}"/>
              </a:ext>
            </a:extLst>
          </p:cNvPr>
          <p:cNvSpPr/>
          <p:nvPr/>
        </p:nvSpPr>
        <p:spPr>
          <a:xfrm>
            <a:off x="6091825" y="4116889"/>
            <a:ext cx="647178" cy="204620"/>
          </a:xfrm>
          <a:custGeom>
            <a:avLst/>
            <a:gdLst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620"/>
              <a:gd name="csX1" fmla="*/ 647178 w 647178"/>
              <a:gd name="csY1" fmla="*/ 0 h 20462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7178" h="204620">
                <a:moveTo>
                  <a:pt x="0" y="204591"/>
                </a:moveTo>
                <a:cubicBezTo>
                  <a:pt x="215726" y="207375"/>
                  <a:pt x="431452" y="13918"/>
                  <a:pt x="647178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F16117C-E93E-553D-5465-6872273B16C0}"/>
              </a:ext>
            </a:extLst>
          </p:cNvPr>
          <p:cNvCxnSpPr>
            <a:stCxn id="12" idx="3"/>
          </p:cNvCxnSpPr>
          <p:nvPr/>
        </p:nvCxnSpPr>
        <p:spPr>
          <a:xfrm flipV="1">
            <a:off x="6185981" y="3207174"/>
            <a:ext cx="530156" cy="8274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150FF30-BBA1-C4F4-7E2D-91785648075A}"/>
              </a:ext>
            </a:extLst>
          </p:cNvPr>
          <p:cNvCxnSpPr>
            <a:stCxn id="16" idx="3"/>
          </p:cNvCxnSpPr>
          <p:nvPr/>
        </p:nvCxnSpPr>
        <p:spPr>
          <a:xfrm flipV="1">
            <a:off x="4486078" y="1032627"/>
            <a:ext cx="1015729" cy="27976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2D9679E1-4BAC-BA48-C59A-257390CDC79F}"/>
              </a:ext>
            </a:extLst>
          </p:cNvPr>
          <p:cNvSpPr/>
          <p:nvPr/>
        </p:nvSpPr>
        <p:spPr>
          <a:xfrm>
            <a:off x="6758609" y="516763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32C94E-F937-B57F-7394-72097CD9FD72}"/>
              </a:ext>
            </a:extLst>
          </p:cNvPr>
          <p:cNvSpPr txBox="1"/>
          <p:nvPr/>
        </p:nvSpPr>
        <p:spPr>
          <a:xfrm>
            <a:off x="6771263" y="5067207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planting_gr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6508DE1-7F13-D615-9196-8199CD7F7CC7}"/>
              </a:ext>
            </a:extLst>
          </p:cNvPr>
          <p:cNvCxnSpPr/>
          <p:nvPr/>
        </p:nvCxnSpPr>
        <p:spPr>
          <a:xfrm>
            <a:off x="4570379" y="5295903"/>
            <a:ext cx="20055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3EC0EC5-9D61-CF99-DD83-A92179FEF23D}"/>
              </a:ext>
            </a:extLst>
          </p:cNvPr>
          <p:cNvSpPr txBox="1"/>
          <p:nvPr/>
        </p:nvSpPr>
        <p:spPr>
          <a:xfrm>
            <a:off x="7935985" y="5424173"/>
            <a:ext cx="37663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within a planting occasion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across planting locations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Test / Large-scale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/>
              <a:t>Planting_method</a:t>
            </a:r>
            <a:endParaRPr lang="en-US" sz="12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6A0260-4A8B-3F99-2C18-0B712A54B012}"/>
              </a:ext>
            </a:extLst>
          </p:cNvPr>
          <p:cNvSpPr txBox="1"/>
          <p:nvPr/>
        </p:nvSpPr>
        <p:spPr>
          <a:xfrm>
            <a:off x="8984299" y="145310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6AB1D7-E866-5271-7E44-C49EFC182B53}"/>
              </a:ext>
            </a:extLst>
          </p:cNvPr>
          <p:cNvSpPr txBox="1"/>
          <p:nvPr/>
        </p:nvSpPr>
        <p:spPr>
          <a:xfrm>
            <a:off x="9074284" y="3207174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0841662-720A-5FE5-9844-B2D7F7BF1419}"/>
              </a:ext>
            </a:extLst>
          </p:cNvPr>
          <p:cNvSpPr/>
          <p:nvPr/>
        </p:nvSpPr>
        <p:spPr>
          <a:xfrm>
            <a:off x="7779687" y="1059223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2CC6CF-F0F5-3E85-F792-24F455C8A8B9}"/>
              </a:ext>
            </a:extLst>
          </p:cNvPr>
          <p:cNvSpPr/>
          <p:nvPr/>
        </p:nvSpPr>
        <p:spPr>
          <a:xfrm>
            <a:off x="7779686" y="3008578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C65503B-189C-429D-108A-617AB44A93CE}"/>
              </a:ext>
            </a:extLst>
          </p:cNvPr>
          <p:cNvSpPr txBox="1"/>
          <p:nvPr/>
        </p:nvSpPr>
        <p:spPr>
          <a:xfrm>
            <a:off x="7860751" y="137696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coordinates</a:t>
            </a:r>
          </a:p>
          <a:p>
            <a:r>
              <a:rPr lang="en-US" sz="1000" dirty="0"/>
              <a:t>204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12BE36-ADE2-E38B-5909-E8790792C55C}"/>
              </a:ext>
            </a:extLst>
          </p:cNvPr>
          <p:cNvSpPr txBox="1"/>
          <p:nvPr/>
        </p:nvSpPr>
        <p:spPr>
          <a:xfrm>
            <a:off x="7860751" y="2970323"/>
            <a:ext cx="116975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unknown coords</a:t>
            </a:r>
          </a:p>
          <a:p>
            <a:r>
              <a:rPr lang="en-US" sz="1000" dirty="0"/>
              <a:t>23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19B5D77-A214-239D-BEFB-BE8928806529}"/>
              </a:ext>
            </a:extLst>
          </p:cNvPr>
          <p:cNvSpPr txBox="1"/>
          <p:nvPr/>
        </p:nvSpPr>
        <p:spPr>
          <a:xfrm>
            <a:off x="9064542" y="266911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5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6FBC816-53A8-AA48-4750-A91E06EA1753}"/>
              </a:ext>
            </a:extLst>
          </p:cNvPr>
          <p:cNvSpPr/>
          <p:nvPr/>
        </p:nvSpPr>
        <p:spPr>
          <a:xfrm>
            <a:off x="10691485" y="1105192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6EF30A8-BE1F-9158-9A95-34FB0ADDCD04}"/>
              </a:ext>
            </a:extLst>
          </p:cNvPr>
          <p:cNvSpPr txBox="1"/>
          <p:nvPr/>
        </p:nvSpPr>
        <p:spPr>
          <a:xfrm>
            <a:off x="10763628" y="148868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165</a:t>
            </a:r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7E51EC16-1C5E-02A9-78C8-712716F591FD}"/>
              </a:ext>
            </a:extLst>
          </p:cNvPr>
          <p:cNvSpPr/>
          <p:nvPr/>
        </p:nvSpPr>
        <p:spPr>
          <a:xfrm>
            <a:off x="9844391" y="2286000"/>
            <a:ext cx="768486" cy="379379"/>
          </a:xfrm>
          <a:custGeom>
            <a:avLst/>
            <a:gdLst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68486" h="379379">
                <a:moveTo>
                  <a:pt x="0" y="379379"/>
                </a:moveTo>
                <a:cubicBezTo>
                  <a:pt x="236707" y="359923"/>
                  <a:pt x="502596" y="9728"/>
                  <a:pt x="768486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310AE6D-8ADF-9D00-09C7-486B12564722}"/>
              </a:ext>
            </a:extLst>
          </p:cNvPr>
          <p:cNvSpPr/>
          <p:nvPr/>
        </p:nvSpPr>
        <p:spPr>
          <a:xfrm>
            <a:off x="10642838" y="3029491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0485799-8A5A-DC67-A24F-51A7C5F2E323}"/>
              </a:ext>
            </a:extLst>
          </p:cNvPr>
          <p:cNvSpPr txBox="1"/>
          <p:nvPr/>
        </p:nvSpPr>
        <p:spPr>
          <a:xfrm>
            <a:off x="10723902" y="2991236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055B6D82-9674-EF47-D6B5-835E2F7AA9CE}"/>
              </a:ext>
            </a:extLst>
          </p:cNvPr>
          <p:cNvSpPr/>
          <p:nvPr/>
        </p:nvSpPr>
        <p:spPr>
          <a:xfrm>
            <a:off x="3900881" y="1627464"/>
            <a:ext cx="3791824" cy="1459685"/>
          </a:xfrm>
          <a:custGeom>
            <a:avLst/>
            <a:gdLst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91824" h="1459685">
                <a:moveTo>
                  <a:pt x="0" y="0"/>
                </a:moveTo>
                <a:cubicBezTo>
                  <a:pt x="1230385" y="92279"/>
                  <a:pt x="2670496" y="1417740"/>
                  <a:pt x="3791824" y="1459685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 64">
            <a:extLst>
              <a:ext uri="{FF2B5EF4-FFF2-40B4-BE49-F238E27FC236}">
                <a16:creationId xmlns:a16="http://schemas.microsoft.com/office/drawing/2014/main" id="{FC9531D5-C169-16E6-F354-D8B05CE744A5}"/>
              </a:ext>
            </a:extLst>
          </p:cNvPr>
          <p:cNvSpPr/>
          <p:nvPr/>
        </p:nvSpPr>
        <p:spPr>
          <a:xfrm>
            <a:off x="6023295" y="1140903"/>
            <a:ext cx="1686188" cy="352337"/>
          </a:xfrm>
          <a:custGeom>
            <a:avLst/>
            <a:gdLst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86188" h="352337">
                <a:moveTo>
                  <a:pt x="0" y="0"/>
                </a:moveTo>
                <a:cubicBezTo>
                  <a:pt x="578841" y="16778"/>
                  <a:pt x="1115736" y="343947"/>
                  <a:pt x="1686188" y="352337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 65">
            <a:extLst>
              <a:ext uri="{FF2B5EF4-FFF2-40B4-BE49-F238E27FC236}">
                <a16:creationId xmlns:a16="http://schemas.microsoft.com/office/drawing/2014/main" id="{97748B36-302E-BB5B-5014-EF4C8350C1BC}"/>
              </a:ext>
            </a:extLst>
          </p:cNvPr>
          <p:cNvSpPr/>
          <p:nvPr/>
        </p:nvSpPr>
        <p:spPr>
          <a:xfrm>
            <a:off x="6954473" y="1853967"/>
            <a:ext cx="721454" cy="1266738"/>
          </a:xfrm>
          <a:custGeom>
            <a:avLst/>
            <a:gdLst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21454" h="1266738">
                <a:moveTo>
                  <a:pt x="0" y="1266738"/>
                </a:moveTo>
                <a:cubicBezTo>
                  <a:pt x="324375" y="1247164"/>
                  <a:pt x="254466" y="19574"/>
                  <a:pt x="721454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5068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872E4C-457F-A6C4-D212-195D8EF99E6F}"/>
              </a:ext>
            </a:extLst>
          </p:cNvPr>
          <p:cNvSpPr txBox="1"/>
          <p:nvPr/>
        </p:nvSpPr>
        <p:spPr>
          <a:xfrm>
            <a:off x="680936" y="418289"/>
            <a:ext cx="10505873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Working toward list of unique </a:t>
            </a:r>
            <a:r>
              <a:rPr lang="en-US" dirty="0" err="1"/>
              <a:t>planting_location_codes</a:t>
            </a:r>
            <a:r>
              <a:rPr lang="en-US" dirty="0"/>
              <a:t> with spatial/nonspatial breakdown.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With sf, create line and polygon plantings, with the </a:t>
            </a:r>
            <a:r>
              <a:rPr lang="en-US" dirty="0" err="1"/>
              <a:t>planting_location_code</a:t>
            </a:r>
            <a:r>
              <a:rPr lang="en-US" dirty="0"/>
              <a:t> attribute.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there multiple line or polygon plantings at same </a:t>
            </a:r>
            <a:r>
              <a:rPr lang="en-US" dirty="0" err="1"/>
              <a:t>planting_location_code</a:t>
            </a:r>
            <a:r>
              <a:rPr lang="en-US" dirty="0"/>
              <a:t>? (if so work out method to assign point coordinates to the </a:t>
            </a:r>
            <a:r>
              <a:rPr lang="en-US" dirty="0" err="1"/>
              <a:t>planting_location_code</a:t>
            </a:r>
            <a:r>
              <a:rPr lang="en-US" dirty="0"/>
              <a:t>, perhaps a centroid across all plantings at that </a:t>
            </a:r>
            <a:r>
              <a:rPr lang="en-US" dirty="0" err="1"/>
              <a:t>planting_location_code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create line &amp; polygon planting features: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Summarize by </a:t>
            </a:r>
            <a:r>
              <a:rPr lang="en-US" sz="1400" dirty="0" err="1"/>
              <a:t>plantingID</a:t>
            </a:r>
            <a:r>
              <a:rPr lang="en-US" sz="1400" dirty="0"/>
              <a:t> to get attribute ‘</a:t>
            </a:r>
            <a:r>
              <a:rPr lang="en-US" sz="1400" dirty="0" err="1"/>
              <a:t>coords_present</a:t>
            </a:r>
            <a:r>
              <a:rPr lang="en-US" sz="1400" dirty="0"/>
              <a:t>’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Join back onto </a:t>
            </a:r>
            <a:r>
              <a:rPr lang="en-US" sz="1400" dirty="0" err="1"/>
              <a:t>gps_points</a:t>
            </a:r>
            <a:r>
              <a:rPr lang="en-US" sz="1400" dirty="0"/>
              <a:t> – remove records associated with </a:t>
            </a:r>
            <a:r>
              <a:rPr lang="en-US" sz="1400" dirty="0" err="1"/>
              <a:t>plantingIDs</a:t>
            </a:r>
            <a:r>
              <a:rPr lang="en-US" sz="1400" dirty="0"/>
              <a:t> with </a:t>
            </a:r>
            <a:r>
              <a:rPr lang="en-US" sz="1400" dirty="0" err="1"/>
              <a:t>coords_present</a:t>
            </a:r>
            <a:r>
              <a:rPr lang="en-US" sz="1400" dirty="0"/>
              <a:t>=FALSE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Make sf object. Project. 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Group and make lines and polygons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B875C9-6FF0-341C-D10E-2D1DF71EBF1B}"/>
              </a:ext>
            </a:extLst>
          </p:cNvPr>
          <p:cNvSpPr txBox="1"/>
          <p:nvPr/>
        </p:nvSpPr>
        <p:spPr>
          <a:xfrm>
            <a:off x="680936" y="5875506"/>
            <a:ext cx="9961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Goal is to work around </a:t>
            </a:r>
            <a:r>
              <a:rPr lang="en-US" dirty="0" err="1"/>
              <a:t>planting_location_codes</a:t>
            </a:r>
            <a:r>
              <a:rPr lang="en-US" dirty="0"/>
              <a:t> with multiple sets of coords from different plantings</a:t>
            </a:r>
          </a:p>
        </p:txBody>
      </p:sp>
    </p:spTree>
    <p:extLst>
      <p:ext uri="{BB962C8B-B14F-4D97-AF65-F5344CB8AC3E}">
        <p14:creationId xmlns:p14="http://schemas.microsoft.com/office/powerpoint/2010/main" val="18553357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B4F951-E7BB-30A2-2A06-2FE998041E91}"/>
              </a:ext>
            </a:extLst>
          </p:cNvPr>
          <p:cNvSpPr txBox="1"/>
          <p:nvPr/>
        </p:nvSpPr>
        <p:spPr>
          <a:xfrm>
            <a:off x="918388" y="730778"/>
            <a:ext cx="6716684" cy="1815882"/>
          </a:xfrm>
          <a:prstGeom prst="rect">
            <a:avLst/>
          </a:prstGeom>
          <a:solidFill>
            <a:srgbClr val="0063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E600"/>
                </a:solidFill>
              </a:rPr>
              <a:t>ok, so sequence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populate new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field that applies ‘mix’ to all mixes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plantingID</a:t>
            </a:r>
            <a:r>
              <a:rPr lang="en-US" sz="1400" dirty="0">
                <a:solidFill>
                  <a:srgbClr val="00E600"/>
                </a:solidFill>
              </a:rPr>
              <a:t> that catches the MRE replicate cases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donor_site_association</a:t>
            </a:r>
            <a:r>
              <a:rPr lang="en-US" sz="1400" dirty="0">
                <a:solidFill>
                  <a:srgbClr val="00E600"/>
                </a:solidFill>
              </a:rPr>
              <a:t> table (that parses all mixes)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donor_site_extraction_pt</a:t>
            </a:r>
            <a:r>
              <a:rPr lang="en-US" sz="1400" dirty="0">
                <a:solidFill>
                  <a:srgbClr val="00E60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E600"/>
              </a:solidFill>
            </a:endParaRPr>
          </a:p>
          <a:p>
            <a:r>
              <a:rPr lang="en-US" sz="1400" dirty="0">
                <a:solidFill>
                  <a:srgbClr val="00E600"/>
                </a:solidFill>
              </a:rPr>
              <a:t>Then continue with building out tables and compile Sankey data</a:t>
            </a:r>
          </a:p>
        </p:txBody>
      </p:sp>
    </p:spTree>
    <p:extLst>
      <p:ext uri="{BB962C8B-B14F-4D97-AF65-F5344CB8AC3E}">
        <p14:creationId xmlns:p14="http://schemas.microsoft.com/office/powerpoint/2010/main" val="5935824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8B62AC-469A-D6E4-E63F-B0A8CA2DACEC}"/>
              </a:ext>
            </a:extLst>
          </p:cNvPr>
          <p:cNvSpPr txBox="1"/>
          <p:nvPr/>
        </p:nvSpPr>
        <p:spPr>
          <a:xfrm>
            <a:off x="3880338" y="175847"/>
            <a:ext cx="4431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Logic to construct </a:t>
            </a:r>
            <a:r>
              <a:rPr lang="en-US" sz="2400" dirty="0" err="1"/>
              <a:t>plantingID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8B1972-D339-CB02-2AD9-70344AB74E7C}"/>
              </a:ext>
            </a:extLst>
          </p:cNvPr>
          <p:cNvSpPr/>
          <p:nvPr/>
        </p:nvSpPr>
        <p:spPr>
          <a:xfrm>
            <a:off x="2090057" y="1909187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group number</a:t>
            </a:r>
          </a:p>
          <a:p>
            <a:pPr algn="ctr"/>
            <a:r>
              <a:rPr lang="en-US" sz="1200" dirty="0"/>
              <a:t>(</a:t>
            </a:r>
            <a:r>
              <a:rPr lang="en-US" sz="1200" dirty="0" err="1"/>
              <a:t>activity_filter</a:t>
            </a:r>
            <a:r>
              <a:rPr lang="en-US" sz="1200" dirty="0"/>
              <a:t>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1A83BF-5FC8-FCDE-B333-FE8460D1F904}"/>
              </a:ext>
            </a:extLst>
          </p:cNvPr>
          <p:cNvSpPr/>
          <p:nvPr/>
        </p:nvSpPr>
        <p:spPr>
          <a:xfrm>
            <a:off x="2090057" y="2795116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donor_site_code</a:t>
            </a:r>
            <a:endParaRPr lang="en-US" sz="1200" dirty="0"/>
          </a:p>
          <a:p>
            <a:pPr algn="ctr"/>
            <a:r>
              <a:rPr lang="en-US" sz="1200" dirty="0"/>
              <a:t>(from file; clean up Mixed)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1E63916-84A3-D121-9636-4881514E37B3}"/>
              </a:ext>
            </a:extLst>
          </p:cNvPr>
          <p:cNvSpPr/>
          <p:nvPr/>
        </p:nvSpPr>
        <p:spPr>
          <a:xfrm>
            <a:off x="6281894" y="2795116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Basic plantings table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A5AE45-61B6-2336-26C2-84130B53392B}"/>
              </a:ext>
            </a:extLst>
          </p:cNvPr>
          <p:cNvCxnSpPr>
            <a:endCxn id="4" idx="0"/>
          </p:cNvCxnSpPr>
          <p:nvPr/>
        </p:nvCxnSpPr>
        <p:spPr>
          <a:xfrm>
            <a:off x="3059723" y="2391507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56A6CD-0414-4212-902E-6D8947BEA57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029389" y="3036276"/>
            <a:ext cx="22525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DC6AFF-BED6-429B-4ACD-D5F648D1D34F}"/>
              </a:ext>
            </a:extLst>
          </p:cNvPr>
          <p:cNvSpPr txBox="1"/>
          <p:nvPr/>
        </p:nvSpPr>
        <p:spPr>
          <a:xfrm>
            <a:off x="4521758" y="279511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Summarize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8B0E5D-B23B-EA35-5537-F3E584EAB558}"/>
              </a:ext>
            </a:extLst>
          </p:cNvPr>
          <p:cNvSpPr/>
          <p:nvPr/>
        </p:nvSpPr>
        <p:spPr>
          <a:xfrm>
            <a:off x="6281894" y="3681045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initial </a:t>
            </a:r>
            <a:r>
              <a:rPr lang="en-US" sz="1200" dirty="0" err="1"/>
              <a:t>plantingID</a:t>
            </a:r>
            <a:endParaRPr lang="en-US" sz="1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FB7D9F-5927-F540-011F-97370D51F3DD}"/>
              </a:ext>
            </a:extLst>
          </p:cNvPr>
          <p:cNvSpPr/>
          <p:nvPr/>
        </p:nvSpPr>
        <p:spPr>
          <a:xfrm>
            <a:off x="6281894" y="4566974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plantingID_init</a:t>
            </a:r>
            <a:r>
              <a:rPr lang="en-US" sz="1200" dirty="0"/>
              <a:t> counts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831592-B361-5EE8-D37D-3D0C858E086A}"/>
              </a:ext>
            </a:extLst>
          </p:cNvPr>
          <p:cNvSpPr/>
          <p:nvPr/>
        </p:nvSpPr>
        <p:spPr>
          <a:xfrm>
            <a:off x="6281894" y="5362468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</a:t>
            </a:r>
            <a:endParaRPr lang="en-US" sz="1200" dirty="0"/>
          </a:p>
          <a:p>
            <a:pPr algn="ctr"/>
            <a:r>
              <a:rPr lang="en-US" sz="1200" dirty="0"/>
              <a:t>(add replicate suffixes)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C02EB6D-1D43-0BA1-EDFB-FAF5728FB7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7251560" y="3277436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8EAD8-F553-86F3-46D7-F03EA3BFB0A5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7251560" y="4163365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941F95-6AD4-C696-5F41-0F9F7E08EF4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7251560" y="5049294"/>
            <a:ext cx="0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490CA82-85F7-E266-718D-0AE760D20637}"/>
              </a:ext>
            </a:extLst>
          </p:cNvPr>
          <p:cNvSpPr txBox="1"/>
          <p:nvPr/>
        </p:nvSpPr>
        <p:spPr>
          <a:xfrm>
            <a:off x="1683099" y="1377407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Planting GPS points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C6B92-1449-985B-7DE0-546EFD4CD62B}"/>
              </a:ext>
            </a:extLst>
          </p:cNvPr>
          <p:cNvSpPr txBox="1"/>
          <p:nvPr/>
        </p:nvSpPr>
        <p:spPr>
          <a:xfrm>
            <a:off x="5874936" y="2184624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plantings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CC1F-1B9D-1454-0E54-1767D975C368}"/>
              </a:ext>
            </a:extLst>
          </p:cNvPr>
          <p:cNvSpPr/>
          <p:nvPr/>
        </p:nvSpPr>
        <p:spPr>
          <a:xfrm>
            <a:off x="1994601" y="5359121"/>
            <a:ext cx="2130243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r>
              <a:rPr lang="en-US" sz="1200" dirty="0"/>
              <a:t> </a:t>
            </a:r>
          </a:p>
          <a:p>
            <a:pPr algn="ctr"/>
            <a:r>
              <a:rPr lang="en-US" sz="1000" dirty="0"/>
              <a:t>(w/</a:t>
            </a:r>
            <a:r>
              <a:rPr lang="en-US" sz="1000" dirty="0" err="1"/>
              <a:t>donor_site_code</a:t>
            </a:r>
            <a:r>
              <a:rPr lang="en-US" sz="1000" dirty="0"/>
              <a:t> &amp; </a:t>
            </a:r>
            <a:r>
              <a:rPr lang="en-US" sz="1000" dirty="0" err="1"/>
              <a:t>plantingID</a:t>
            </a:r>
            <a:r>
              <a:rPr lang="en-US" sz="1000" dirty="0"/>
              <a:t>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41DCA5-39D3-C1F1-4BC7-925FF72273F4}"/>
              </a:ext>
            </a:extLst>
          </p:cNvPr>
          <p:cNvCxnSpPr>
            <a:stCxn id="13" idx="1"/>
            <a:endCxn id="22" idx="3"/>
          </p:cNvCxnSpPr>
          <p:nvPr/>
        </p:nvCxnSpPr>
        <p:spPr>
          <a:xfrm flipH="1" flipV="1">
            <a:off x="4124844" y="5600281"/>
            <a:ext cx="2157050" cy="3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B907F3-568F-7DDB-CC86-995250446144}"/>
              </a:ext>
            </a:extLst>
          </p:cNvPr>
          <p:cNvCxnSpPr>
            <a:stCxn id="4" idx="2"/>
            <a:endCxn id="22" idx="0"/>
          </p:cNvCxnSpPr>
          <p:nvPr/>
        </p:nvCxnSpPr>
        <p:spPr>
          <a:xfrm>
            <a:off x="3059723" y="3277436"/>
            <a:ext cx="0" cy="2081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F048C67-0DB8-E425-4E9C-0A3FEB6DE87D}"/>
              </a:ext>
            </a:extLst>
          </p:cNvPr>
          <p:cNvSpPr txBox="1"/>
          <p:nvPr/>
        </p:nvSpPr>
        <p:spPr>
          <a:xfrm>
            <a:off x="4521758" y="537977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Left-join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310870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3101747-862E-4F85-120C-BA6E604F6393}"/>
              </a:ext>
            </a:extLst>
          </p:cNvPr>
          <p:cNvGrpSpPr/>
          <p:nvPr/>
        </p:nvGrpSpPr>
        <p:grpSpPr>
          <a:xfrm>
            <a:off x="916074" y="1604489"/>
            <a:ext cx="830577" cy="850553"/>
            <a:chOff x="1009946" y="2029766"/>
            <a:chExt cx="830577" cy="850553"/>
          </a:xfrm>
        </p:grpSpPr>
        <p:pic>
          <p:nvPicPr>
            <p:cNvPr id="4" name="Picture 3" descr="Enhance your Excel spreadsheets with tables, images and ...">
              <a:extLst>
                <a:ext uri="{FF2B5EF4-FFF2-40B4-BE49-F238E27FC236}">
                  <a16:creationId xmlns:a16="http://schemas.microsoft.com/office/drawing/2014/main" id="{D12E1E05-4744-C028-3A6F-3B9BD64EA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8BC884-3196-29ED-E165-26704C084078}"/>
                </a:ext>
              </a:extLst>
            </p:cNvPr>
            <p:cNvSpPr txBox="1"/>
            <p:nvPr/>
          </p:nvSpPr>
          <p:spPr>
            <a:xfrm>
              <a:off x="1009946" y="2603320"/>
              <a:ext cx="8305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snapshot</a:t>
              </a:r>
            </a:p>
          </p:txBody>
        </p:sp>
      </p:grpSp>
      <p:pic>
        <p:nvPicPr>
          <p:cNvPr id="7" name="Picture 6" descr="code file Icon - Free PNG &amp; SVG 2035030 - Noun Project">
            <a:extLst>
              <a:ext uri="{FF2B5EF4-FFF2-40B4-BE49-F238E27FC236}">
                <a16:creationId xmlns:a16="http://schemas.microsoft.com/office/drawing/2014/main" id="{EEEE1603-DB40-7511-6449-881EB9B22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453" y="1676263"/>
            <a:ext cx="501780" cy="501780"/>
          </a:xfrm>
          <a:prstGeom prst="rect">
            <a:avLst/>
          </a:prstGeom>
        </p:spPr>
      </p:pic>
      <p:pic>
        <p:nvPicPr>
          <p:cNvPr id="8" name="Picture 7" descr="code file Icon - Free PNG &amp; SVG 2035030 - Noun Project">
            <a:extLst>
              <a:ext uri="{FF2B5EF4-FFF2-40B4-BE49-F238E27FC236}">
                <a16:creationId xmlns:a16="http://schemas.microsoft.com/office/drawing/2014/main" id="{6A0AFBB5-2D8D-60C1-5F39-C3E32D61F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926" y="1277723"/>
            <a:ext cx="501780" cy="501780"/>
          </a:xfrm>
          <a:prstGeom prst="rect">
            <a:avLst/>
          </a:prstGeom>
        </p:spPr>
      </p:pic>
      <p:pic>
        <p:nvPicPr>
          <p:cNvPr id="9" name="Picture 8" descr="code file Icon - Free PNG &amp; SVG 2035030 - Noun Project">
            <a:extLst>
              <a:ext uri="{FF2B5EF4-FFF2-40B4-BE49-F238E27FC236}">
                <a16:creationId xmlns:a16="http://schemas.microsoft.com/office/drawing/2014/main" id="{0D674816-2260-DD99-F511-493CB739D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23" y="6013073"/>
            <a:ext cx="501780" cy="501780"/>
          </a:xfrm>
          <a:prstGeom prst="rect">
            <a:avLst/>
          </a:prstGeom>
        </p:spPr>
      </p:pic>
      <p:pic>
        <p:nvPicPr>
          <p:cNvPr id="10" name="Picture 9" descr="code file Icon - Free PNG &amp; SVG 2035030 - Noun Project">
            <a:extLst>
              <a:ext uri="{FF2B5EF4-FFF2-40B4-BE49-F238E27FC236}">
                <a16:creationId xmlns:a16="http://schemas.microsoft.com/office/drawing/2014/main" id="{220B7CA8-A3CE-72D1-58F6-8EA457122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6834" y="3239619"/>
            <a:ext cx="501780" cy="501780"/>
          </a:xfrm>
          <a:prstGeom prst="rect">
            <a:avLst/>
          </a:prstGeom>
        </p:spPr>
      </p:pic>
      <p:pic>
        <p:nvPicPr>
          <p:cNvPr id="11" name="Picture 10" descr="code file Icon - Free PNG &amp; SVG 2035030 - Noun Project">
            <a:extLst>
              <a:ext uri="{FF2B5EF4-FFF2-40B4-BE49-F238E27FC236}">
                <a16:creationId xmlns:a16="http://schemas.microsoft.com/office/drawing/2014/main" id="{FE7EC4B1-B1ED-64EC-FA7B-BBEBB2265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3521" y="1277722"/>
            <a:ext cx="501780" cy="50178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F8192A6-DF25-A932-8284-700F6C27829D}"/>
              </a:ext>
            </a:extLst>
          </p:cNvPr>
          <p:cNvGrpSpPr/>
          <p:nvPr/>
        </p:nvGrpSpPr>
        <p:grpSpPr>
          <a:xfrm>
            <a:off x="2962388" y="1392563"/>
            <a:ext cx="1326383" cy="1062479"/>
            <a:chOff x="2905329" y="1224828"/>
            <a:chExt cx="1326383" cy="1062479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34718F-EE89-7D7B-9964-B49EFD85EBAC}"/>
                </a:ext>
              </a:extLst>
            </p:cNvPr>
            <p:cNvSpPr/>
            <p:nvPr/>
          </p:nvSpPr>
          <p:spPr>
            <a:xfrm>
              <a:off x="2905329" y="1224828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0E64E10-69DE-2EC1-8837-50C3EB7E95F7}"/>
                </a:ext>
              </a:extLst>
            </p:cNvPr>
            <p:cNvSpPr/>
            <p:nvPr/>
          </p:nvSpPr>
          <p:spPr>
            <a:xfrm>
              <a:off x="2905329" y="1614855"/>
              <a:ext cx="1326383" cy="282425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effectLst>
                    <a:glow rad="63500">
                      <a:schemeClr val="accent2">
                        <a:satMod val="175000"/>
                        <a:alpha val="40000"/>
                      </a:schemeClr>
                    </a:glow>
                  </a:effectLst>
                </a:rPr>
                <a:t>plantings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6734159-12AB-2D7E-C2D0-B116396D5C59}"/>
                </a:ext>
              </a:extLst>
            </p:cNvPr>
            <p:cNvSpPr/>
            <p:nvPr/>
          </p:nvSpPr>
          <p:spPr>
            <a:xfrm>
              <a:off x="2905329" y="2004882"/>
              <a:ext cx="1326383" cy="282425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donor_sites</a:t>
              </a:r>
              <a:endParaRPr lang="en-US" sz="1200" dirty="0"/>
            </a:p>
          </p:txBody>
        </p: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C74E12-4778-02BB-930D-7AC2F062A62C}"/>
              </a:ext>
            </a:extLst>
          </p:cNvPr>
          <p:cNvSpPr/>
          <p:nvPr/>
        </p:nvSpPr>
        <p:spPr>
          <a:xfrm>
            <a:off x="218129" y="60217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872229-A51C-FE7C-162C-9C43FC1AF0ED}"/>
              </a:ext>
            </a:extLst>
          </p:cNvPr>
          <p:cNvSpPr/>
          <p:nvPr/>
        </p:nvSpPr>
        <p:spPr>
          <a:xfrm>
            <a:off x="370529" y="61741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635CF4-2D28-464D-CE5E-918F8175A72B}"/>
              </a:ext>
            </a:extLst>
          </p:cNvPr>
          <p:cNvSpPr/>
          <p:nvPr/>
        </p:nvSpPr>
        <p:spPr>
          <a:xfrm>
            <a:off x="522929" y="63265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F2F411E-C8E8-71EB-4C33-714F5E0E5968}"/>
              </a:ext>
            </a:extLst>
          </p:cNvPr>
          <p:cNvSpPr/>
          <p:nvPr/>
        </p:nvSpPr>
        <p:spPr>
          <a:xfrm>
            <a:off x="5550043" y="138740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B71DC7-7118-B4B1-7219-DAA6A06FCA96}"/>
              </a:ext>
            </a:extLst>
          </p:cNvPr>
          <p:cNvGrpSpPr/>
          <p:nvPr/>
        </p:nvGrpSpPr>
        <p:grpSpPr>
          <a:xfrm>
            <a:off x="452591" y="342735"/>
            <a:ext cx="693336" cy="850553"/>
            <a:chOff x="1095271" y="2029766"/>
            <a:chExt cx="693336" cy="850553"/>
          </a:xfrm>
        </p:grpSpPr>
        <p:pic>
          <p:nvPicPr>
            <p:cNvPr id="30" name="Picture 29" descr="Enhance your Excel spreadsheets with tables, images and ...">
              <a:extLst>
                <a:ext uri="{FF2B5EF4-FFF2-40B4-BE49-F238E27FC236}">
                  <a16:creationId xmlns:a16="http://schemas.microsoft.com/office/drawing/2014/main" id="{8E93E1A1-8879-B0A3-8A76-3BE824826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8691F4-1E33-F858-7E63-5915C6478A44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53F0D7-4B6D-F8F9-4989-BB4ADCCDCBAB}"/>
              </a:ext>
            </a:extLst>
          </p:cNvPr>
          <p:cNvGrpSpPr/>
          <p:nvPr/>
        </p:nvGrpSpPr>
        <p:grpSpPr>
          <a:xfrm>
            <a:off x="8253643" y="1131771"/>
            <a:ext cx="1468957" cy="793682"/>
            <a:chOff x="8056880" y="864763"/>
            <a:chExt cx="1468957" cy="793682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6359055-ACD2-0D0E-D881-441F5D0CDEEA}"/>
                </a:ext>
              </a:extLst>
            </p:cNvPr>
            <p:cNvSpPr/>
            <p:nvPr/>
          </p:nvSpPr>
          <p:spPr>
            <a:xfrm>
              <a:off x="8062539" y="864763"/>
              <a:ext cx="1326383" cy="282425"/>
            </a:xfrm>
            <a:prstGeom prst="round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subprojects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7A74A4C-774A-7613-65A2-C6BDFD02D843}"/>
                </a:ext>
              </a:extLst>
            </p:cNvPr>
            <p:cNvSpPr/>
            <p:nvPr/>
          </p:nvSpPr>
          <p:spPr>
            <a:xfrm>
              <a:off x="8056880" y="1376020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3567D02-CF26-90EC-E2E0-800184435850}"/>
                </a:ext>
              </a:extLst>
            </p:cNvPr>
            <p:cNvSpPr/>
            <p:nvPr/>
          </p:nvSpPr>
          <p:spPr>
            <a:xfrm>
              <a:off x="9385160" y="1080198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A44C3F92-5268-73FC-3294-A35097F97F85}"/>
              </a:ext>
            </a:extLst>
          </p:cNvPr>
          <p:cNvSpPr/>
          <p:nvPr/>
        </p:nvSpPr>
        <p:spPr>
          <a:xfrm>
            <a:off x="8091105" y="1033882"/>
            <a:ext cx="45719" cy="1031133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6D3D5C-BC88-1359-D0EA-68CB7F35103B}"/>
              </a:ext>
            </a:extLst>
          </p:cNvPr>
          <p:cNvCxnSpPr>
            <a:endCxn id="7" idx="1"/>
          </p:cNvCxnSpPr>
          <p:nvPr/>
        </p:nvCxnSpPr>
        <p:spPr>
          <a:xfrm>
            <a:off x="1746651" y="1925453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979E4A-A556-7951-FC73-FFD729B2C866}"/>
              </a:ext>
            </a:extLst>
          </p:cNvPr>
          <p:cNvCxnSpPr/>
          <p:nvPr/>
        </p:nvCxnSpPr>
        <p:spPr>
          <a:xfrm>
            <a:off x="4461454" y="1541449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60E2780-5C2A-215A-CB0F-6F48694F3FDC}"/>
              </a:ext>
            </a:extLst>
          </p:cNvPr>
          <p:cNvCxnSpPr/>
          <p:nvPr/>
        </p:nvCxnSpPr>
        <p:spPr>
          <a:xfrm>
            <a:off x="2523501" y="192380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0E3C48-F418-3575-0267-9DFEE9037BBC}"/>
              </a:ext>
            </a:extLst>
          </p:cNvPr>
          <p:cNvCxnSpPr/>
          <p:nvPr/>
        </p:nvCxnSpPr>
        <p:spPr>
          <a:xfrm>
            <a:off x="5238662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F73981-4942-DD03-6315-9E84CFB61C73}"/>
              </a:ext>
            </a:extLst>
          </p:cNvPr>
          <p:cNvCxnSpPr/>
          <p:nvPr/>
        </p:nvCxnSpPr>
        <p:spPr>
          <a:xfrm>
            <a:off x="6972189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55998B-6C70-CC25-B677-0959D968F8E0}"/>
              </a:ext>
            </a:extLst>
          </p:cNvPr>
          <p:cNvCxnSpPr/>
          <p:nvPr/>
        </p:nvCxnSpPr>
        <p:spPr>
          <a:xfrm>
            <a:off x="7753898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65779E-CE9A-7D3C-36BB-AD39A251597D}"/>
              </a:ext>
            </a:extLst>
          </p:cNvPr>
          <p:cNvCxnSpPr>
            <a:cxnSpLocks/>
          </p:cNvCxnSpPr>
          <p:nvPr/>
        </p:nvCxnSpPr>
        <p:spPr>
          <a:xfrm>
            <a:off x="9886123" y="1503558"/>
            <a:ext cx="5551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Left Bracket 37">
            <a:extLst>
              <a:ext uri="{FF2B5EF4-FFF2-40B4-BE49-F238E27FC236}">
                <a16:creationId xmlns:a16="http://schemas.microsoft.com/office/drawing/2014/main" id="{2702D7DB-8A6F-AA0E-B40F-761CDA98AA69}"/>
              </a:ext>
            </a:extLst>
          </p:cNvPr>
          <p:cNvSpPr/>
          <p:nvPr/>
        </p:nvSpPr>
        <p:spPr>
          <a:xfrm>
            <a:off x="2836035" y="1333060"/>
            <a:ext cx="45719" cy="1121982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11ED742-5BCE-B499-11B4-3CFEC5A34681}"/>
              </a:ext>
            </a:extLst>
          </p:cNvPr>
          <p:cNvCxnSpPr>
            <a:cxnSpLocks/>
          </p:cNvCxnSpPr>
          <p:nvPr/>
        </p:nvCxnSpPr>
        <p:spPr>
          <a:xfrm>
            <a:off x="10740201" y="2102583"/>
            <a:ext cx="0" cy="5401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7EBBDA1-4C4F-7984-A300-92E72F8124C1}"/>
              </a:ext>
            </a:extLst>
          </p:cNvPr>
          <p:cNvCxnSpPr>
            <a:cxnSpLocks/>
          </p:cNvCxnSpPr>
          <p:nvPr/>
        </p:nvCxnSpPr>
        <p:spPr>
          <a:xfrm>
            <a:off x="1464913" y="52463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CD739E-F32E-544D-D337-ADB194B43956}"/>
              </a:ext>
            </a:extLst>
          </p:cNvPr>
          <p:cNvCxnSpPr>
            <a:cxnSpLocks/>
          </p:cNvCxnSpPr>
          <p:nvPr/>
        </p:nvCxnSpPr>
        <p:spPr>
          <a:xfrm>
            <a:off x="1617313" y="53987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36741FD-476B-759D-2FED-E2777850F5E0}"/>
              </a:ext>
            </a:extLst>
          </p:cNvPr>
          <p:cNvCxnSpPr>
            <a:cxnSpLocks/>
          </p:cNvCxnSpPr>
          <p:nvPr/>
        </p:nvCxnSpPr>
        <p:spPr>
          <a:xfrm>
            <a:off x="1769713" y="55511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BC7DB07-711E-548C-97F6-40CD0974EAE2}"/>
              </a:ext>
            </a:extLst>
          </p:cNvPr>
          <p:cNvCxnSpPr>
            <a:cxnSpLocks/>
          </p:cNvCxnSpPr>
          <p:nvPr/>
        </p:nvCxnSpPr>
        <p:spPr>
          <a:xfrm>
            <a:off x="1922113" y="57035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842635-F08A-4173-D150-9FCCC35FD56B}"/>
              </a:ext>
            </a:extLst>
          </p:cNvPr>
          <p:cNvCxnSpPr>
            <a:cxnSpLocks/>
          </p:cNvCxnSpPr>
          <p:nvPr/>
        </p:nvCxnSpPr>
        <p:spPr>
          <a:xfrm>
            <a:off x="2074513" y="58559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00664B8-0EE8-FA63-99BA-03DB2A4D6386}"/>
              </a:ext>
            </a:extLst>
          </p:cNvPr>
          <p:cNvSpPr txBox="1"/>
          <p:nvPr/>
        </p:nvSpPr>
        <p:spPr>
          <a:xfrm>
            <a:off x="1997060" y="2102583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4B022A-A675-765D-523A-2C535A6FCD79}"/>
              </a:ext>
            </a:extLst>
          </p:cNvPr>
          <p:cNvSpPr txBox="1"/>
          <p:nvPr/>
        </p:nvSpPr>
        <p:spPr>
          <a:xfrm>
            <a:off x="370529" y="51227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3B2412-6332-B141-7E81-CB168B8FEBB1}"/>
              </a:ext>
            </a:extLst>
          </p:cNvPr>
          <p:cNvSpPr txBox="1"/>
          <p:nvPr/>
        </p:nvSpPr>
        <p:spPr>
          <a:xfrm>
            <a:off x="522929" y="52751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93AC2A-3C9D-6416-3F6E-B313A3739727}"/>
              </a:ext>
            </a:extLst>
          </p:cNvPr>
          <p:cNvSpPr txBox="1"/>
          <p:nvPr/>
        </p:nvSpPr>
        <p:spPr>
          <a:xfrm>
            <a:off x="675329" y="54275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8CDBD78-4062-0F59-983A-FA16B7513AFB}"/>
              </a:ext>
            </a:extLst>
          </p:cNvPr>
          <p:cNvGrpSpPr/>
          <p:nvPr/>
        </p:nvGrpSpPr>
        <p:grpSpPr>
          <a:xfrm>
            <a:off x="7096256" y="1277722"/>
            <a:ext cx="747756" cy="839368"/>
            <a:chOff x="7096256" y="1277722"/>
            <a:chExt cx="747756" cy="839368"/>
          </a:xfrm>
        </p:grpSpPr>
        <p:pic>
          <p:nvPicPr>
            <p:cNvPr id="12" name="Picture 11" descr="code file Icon - Free PNG &amp; SVG 2035030 - Noun Project">
              <a:extLst>
                <a:ext uri="{FF2B5EF4-FFF2-40B4-BE49-F238E27FC236}">
                  <a16:creationId xmlns:a16="http://schemas.microsoft.com/office/drawing/2014/main" id="{D67AB13A-9A37-59A0-4906-F61984A7F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15763" y="1277722"/>
              <a:ext cx="501780" cy="50178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EAF76B7-9DFB-C3FB-1D2F-EC330DA364E0}"/>
                </a:ext>
              </a:extLst>
            </p:cNvPr>
            <p:cNvSpPr txBox="1"/>
            <p:nvPr/>
          </p:nvSpPr>
          <p:spPr>
            <a:xfrm>
              <a:off x="7096256" y="1686203"/>
              <a:ext cx="7477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extract</a:t>
              </a:r>
            </a:p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projects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4568410C-5FEA-5669-2B4A-4877D5B5BC08}"/>
              </a:ext>
            </a:extLst>
          </p:cNvPr>
          <p:cNvSpPr txBox="1"/>
          <p:nvPr/>
        </p:nvSpPr>
        <p:spPr>
          <a:xfrm>
            <a:off x="4699821" y="168547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clean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29AD650-A266-0613-1AEA-7DE2AFA90F23}"/>
              </a:ext>
            </a:extLst>
          </p:cNvPr>
          <p:cNvGrpSpPr/>
          <p:nvPr/>
        </p:nvGrpSpPr>
        <p:grpSpPr>
          <a:xfrm>
            <a:off x="10088228" y="2828241"/>
            <a:ext cx="1473441" cy="1304939"/>
            <a:chOff x="9946917" y="2401835"/>
            <a:chExt cx="1473441" cy="130493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A1FF177-C3C9-2367-A8A4-1E0AB33582E6}"/>
                </a:ext>
              </a:extLst>
            </p:cNvPr>
            <p:cNvSpPr/>
            <p:nvPr/>
          </p:nvSpPr>
          <p:spPr>
            <a:xfrm>
              <a:off x="9946917" y="3424349"/>
              <a:ext cx="1326383" cy="282425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plantings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0E273E75-D0F8-8F52-3263-750ED1C52F6A}"/>
                </a:ext>
              </a:extLst>
            </p:cNvPr>
            <p:cNvGrpSpPr/>
            <p:nvPr/>
          </p:nvGrpSpPr>
          <p:grpSpPr>
            <a:xfrm>
              <a:off x="9961449" y="2401835"/>
              <a:ext cx="1458909" cy="793682"/>
              <a:chOff x="8056880" y="864763"/>
              <a:chExt cx="1458909" cy="793682"/>
            </a:xfrm>
          </p:grpSpPr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873C52E-2678-84E5-5798-B00A5099C16B}"/>
                  </a:ext>
                </a:extLst>
              </p:cNvPr>
              <p:cNvSpPr/>
              <p:nvPr/>
            </p:nvSpPr>
            <p:spPr>
              <a:xfrm>
                <a:off x="8062539" y="864763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subprojects</a:t>
                </a:r>
              </a:p>
            </p:txBody>
          </p:sp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12C9712A-09C2-0CE0-D373-390A95A56510}"/>
                  </a:ext>
                </a:extLst>
              </p:cNvPr>
              <p:cNvSpPr/>
              <p:nvPr/>
            </p:nvSpPr>
            <p:spPr>
              <a:xfrm>
                <a:off x="8056880" y="1376020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p_gps_pts</a:t>
                </a:r>
                <a:endParaRPr lang="en-US" sz="1200" dirty="0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3DBC4B05-F365-8323-BE06-9B181347C59D}"/>
                  </a:ext>
                </a:extLst>
              </p:cNvPr>
              <p:cNvSpPr/>
              <p:nvPr/>
            </p:nvSpPr>
            <p:spPr>
              <a:xfrm>
                <a:off x="9375112" y="1080198"/>
                <a:ext cx="140677" cy="391886"/>
              </a:xfrm>
              <a:custGeom>
                <a:avLst/>
                <a:gdLst>
                  <a:gd name="csX0" fmla="*/ 20097 w 140677"/>
                  <a:gd name="csY0" fmla="*/ 0 h 391886"/>
                  <a:gd name="csX1" fmla="*/ 140677 w 140677"/>
                  <a:gd name="csY1" fmla="*/ 0 h 391886"/>
                  <a:gd name="csX2" fmla="*/ 140677 w 140677"/>
                  <a:gd name="csY2" fmla="*/ 391886 h 391886"/>
                  <a:gd name="csX3" fmla="*/ 0 w 140677"/>
                  <a:gd name="csY3" fmla="*/ 391886 h 3918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0677" h="391886">
                    <a:moveTo>
                      <a:pt x="20097" y="0"/>
                    </a:moveTo>
                    <a:lnTo>
                      <a:pt x="140677" y="0"/>
                    </a:lnTo>
                    <a:lnTo>
                      <a:pt x="140677" y="391886"/>
                    </a:lnTo>
                    <a:lnTo>
                      <a:pt x="0" y="391886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6E9F643B-C2AE-08FC-6C6F-1105EBBAF0D2}"/>
                </a:ext>
              </a:extLst>
            </p:cNvPr>
            <p:cNvSpPr/>
            <p:nvPr/>
          </p:nvSpPr>
          <p:spPr>
            <a:xfrm>
              <a:off x="11267736" y="3113990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CD20B05F-4A71-DF8E-887A-95605EF55C4B}"/>
              </a:ext>
            </a:extLst>
          </p:cNvPr>
          <p:cNvSpPr txBox="1"/>
          <p:nvPr/>
        </p:nvSpPr>
        <p:spPr>
          <a:xfrm>
            <a:off x="10366323" y="1676263"/>
            <a:ext cx="7477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extract</a:t>
            </a:r>
          </a:p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plantings</a:t>
            </a:r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45FA35C-81B7-C844-50E1-D16F3CCEBCA6}"/>
              </a:ext>
            </a:extLst>
          </p:cNvPr>
          <p:cNvSpPr/>
          <p:nvPr/>
        </p:nvSpPr>
        <p:spPr>
          <a:xfrm>
            <a:off x="540940" y="1205802"/>
            <a:ext cx="383508" cy="693335"/>
          </a:xfrm>
          <a:custGeom>
            <a:avLst/>
            <a:gdLst>
              <a:gd name="csX0" fmla="*/ 177306 w 378273"/>
              <a:gd name="csY0" fmla="*/ 0 h 653142"/>
              <a:gd name="csX1" fmla="*/ 6484 w 378273"/>
              <a:gd name="csY1" fmla="*/ 442127 h 653142"/>
              <a:gd name="csX2" fmla="*/ 378273 w 378273"/>
              <a:gd name="csY2" fmla="*/ 653142 h 653142"/>
              <a:gd name="csX0" fmla="*/ 97168 w 388570"/>
              <a:gd name="csY0" fmla="*/ 0 h 693335"/>
              <a:gd name="csX1" fmla="*/ 16781 w 388570"/>
              <a:gd name="csY1" fmla="*/ 482320 h 693335"/>
              <a:gd name="csX2" fmla="*/ 388570 w 388570"/>
              <a:gd name="csY2" fmla="*/ 693335 h 693335"/>
              <a:gd name="csX0" fmla="*/ 92106 w 383508"/>
              <a:gd name="csY0" fmla="*/ 0 h 693335"/>
              <a:gd name="csX1" fmla="*/ 11719 w 383508"/>
              <a:gd name="csY1" fmla="*/ 482320 h 693335"/>
              <a:gd name="csX2" fmla="*/ 383508 w 383508"/>
              <a:gd name="csY2" fmla="*/ 693335 h 6933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3508" h="693335">
                <a:moveTo>
                  <a:pt x="92106" y="0"/>
                </a:moveTo>
                <a:cubicBezTo>
                  <a:pt x="20093" y="186731"/>
                  <a:pt x="-21775" y="373463"/>
                  <a:pt x="11719" y="482320"/>
                </a:cubicBezTo>
                <a:cubicBezTo>
                  <a:pt x="45213" y="591177"/>
                  <a:pt x="214360" y="642256"/>
                  <a:pt x="383508" y="693335"/>
                </a:cubicBezTo>
              </a:path>
            </a:pathLst>
          </a:custGeom>
          <a:noFill/>
          <a:ln w="190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7602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1096347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Two “Mixed” donor site cases.  Is the mix of donor plants from the other collocated plantings? </a:t>
            </a:r>
            <a:r>
              <a:rPr lang="en-US" dirty="0">
                <a:solidFill>
                  <a:srgbClr val="C00000"/>
                </a:solidFill>
              </a:rPr>
              <a:t>YES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3 cases of single polygon planting with different methods at corners. </a:t>
            </a:r>
            <a:r>
              <a:rPr lang="en-US" dirty="0">
                <a:solidFill>
                  <a:srgbClr val="C00000"/>
                </a:solidFill>
              </a:rPr>
              <a:t>Grid planting.  Treat as separate plantings – just the corners as points but with </a:t>
            </a:r>
            <a:r>
              <a:rPr lang="en-US" dirty="0" err="1">
                <a:solidFill>
                  <a:srgbClr val="C00000"/>
                </a:solidFill>
              </a:rPr>
              <a:t>planting_geometry</a:t>
            </a:r>
            <a:r>
              <a:rPr lang="en-US" dirty="0">
                <a:solidFill>
                  <a:srgbClr val="C00000"/>
                </a:solidFill>
              </a:rPr>
              <a:t>=“grid” (edited in snapshot). This treatment should be subject to revision based on monitoring data granularity.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How to handle MRE replicates.  </a:t>
            </a:r>
            <a:r>
              <a:rPr lang="en-US" dirty="0">
                <a:solidFill>
                  <a:srgbClr val="C00000"/>
                </a:solidFill>
              </a:rPr>
              <a:t>Yes treat as replicates – add to key. </a:t>
            </a:r>
            <a:r>
              <a:rPr lang="en-US" dirty="0">
                <a:solidFill>
                  <a:srgbClr val="FFC000"/>
                </a:solidFill>
              </a:rPr>
              <a:t>Done, and discovered total three sets of replicates.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521D8F-90DE-8415-F79B-B9BD39953AD4}"/>
              </a:ext>
            </a:extLst>
          </p:cNvPr>
          <p:cNvSpPr txBox="1"/>
          <p:nvPr/>
        </p:nvSpPr>
        <p:spPr>
          <a:xfrm>
            <a:off x="2037572" y="5888017"/>
            <a:ext cx="674253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JG email: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sum the number of large scale and test transplant activity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So, the simpler version of calling BESE a single test transplant effort works here.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CC2A3-CA40-E93A-E9FC-B5E255D2C694}"/>
              </a:ext>
            </a:extLst>
          </p:cNvPr>
          <p:cNvSpPr txBox="1"/>
          <p:nvPr/>
        </p:nvSpPr>
        <p:spPr>
          <a:xfrm>
            <a:off x="1427583" y="3053907"/>
            <a:ext cx="9050695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of ‘collocated’ and retain/drop.  </a:t>
            </a:r>
            <a:r>
              <a:rPr lang="en-US" dirty="0">
                <a:solidFill>
                  <a:srgbClr val="C00000"/>
                </a:solidFill>
              </a:rPr>
              <a:t>Collocated confirmed.  Ignore retain/drop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Treating BESE as a single planting – </a:t>
            </a:r>
            <a:r>
              <a:rPr lang="en-US" dirty="0">
                <a:solidFill>
                  <a:srgbClr val="C00000"/>
                </a:solidFill>
              </a:rPr>
              <a:t>or 3 AG BG C; Dumas donor source successful. Dupont Wharf failed.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Plantings at same GPS coords but different dates: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Spread through season:  ‘repeat’ plantings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Consecutive days: ‘collocated’ plantings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0" y="638212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68" y="236029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8" y="3124379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727182" y="342900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47300-D724-8AA9-EAB7-F7B0FD83CFED}"/>
              </a:ext>
            </a:extLst>
          </p:cNvPr>
          <p:cNvSpPr txBox="1"/>
          <p:nvPr/>
        </p:nvSpPr>
        <p:spPr>
          <a:xfrm>
            <a:off x="569568" y="4571109"/>
            <a:ext cx="10702489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location codes to the one BESE group that had NA</a:t>
            </a:r>
          </a:p>
          <a:p>
            <a:r>
              <a:rPr lang="en-US" sz="1400" dirty="0"/>
              <a:t>changed </a:t>
            </a:r>
            <a:r>
              <a:rPr lang="en-US" sz="1400" dirty="0" err="1"/>
              <a:t>activity_filter</a:t>
            </a:r>
            <a:r>
              <a:rPr lang="en-US" sz="1400" dirty="0"/>
              <a:t> values for each of the two BESE groups so that each row of </a:t>
            </a:r>
            <a:r>
              <a:rPr lang="en-US" sz="1400" dirty="0" err="1"/>
              <a:t>p_gps_pts</a:t>
            </a:r>
            <a:r>
              <a:rPr lang="en-US" sz="1400" dirty="0"/>
              <a:t> is a distinct planting (no instances of “--”)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166A4F-AA36-D2E3-E308-25080AB421D5}"/>
              </a:ext>
            </a:extLst>
          </p:cNvPr>
          <p:cNvSpPr txBox="1"/>
          <p:nvPr/>
        </p:nvSpPr>
        <p:spPr>
          <a:xfrm>
            <a:off x="569568" y="5348201"/>
            <a:ext cx="10702489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geometry (col G)  as ‘point’ for two </a:t>
            </a:r>
            <a:r>
              <a:rPr lang="en-US" sz="1400" dirty="0" err="1"/>
              <a:t>planting_gps_pt</a:t>
            </a:r>
            <a:r>
              <a:rPr lang="en-US" sz="1400" dirty="0"/>
              <a:t> records: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shallow - test –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deep - test - 2021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B94C35-F446-6819-0A0D-58F830F55BEF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E5ACBE-1591-FF44-B4A2-8A7498966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96990"/>
              </p:ext>
            </p:extLst>
          </p:nvPr>
        </p:nvGraphicFramePr>
        <p:xfrm>
          <a:off x="797609" y="828527"/>
          <a:ext cx="4660900" cy="22726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60900">
                  <a:extLst>
                    <a:ext uri="{9D8B030D-6E8A-4147-A177-3AD203B41FA5}">
                      <a16:colId xmlns:a16="http://schemas.microsoft.com/office/drawing/2014/main" val="41547098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North - SE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423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88194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97004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18137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2756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10979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00631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29693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7281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9863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1848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South - NW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4970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3ADEC9A-5FF3-D75B-E079-CF3D871E39F0}"/>
              </a:ext>
            </a:extLst>
          </p:cNvPr>
          <p:cNvSpPr txBox="1"/>
          <p:nvPr/>
        </p:nvSpPr>
        <p:spPr>
          <a:xfrm>
            <a:off x="6189785" y="1316334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Planting_geometry</a:t>
            </a:r>
            <a:r>
              <a:rPr lang="en-US" dirty="0"/>
              <a:t> in snapshot changed from ‘polygon’ to ‘grid’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2E5AA8-F90F-EAD8-C313-F42B2725B57D}"/>
              </a:ext>
            </a:extLst>
          </p:cNvPr>
          <p:cNvSpPr txBox="1"/>
          <p:nvPr/>
        </p:nvSpPr>
        <p:spPr>
          <a:xfrm>
            <a:off x="6316745" y="4111450"/>
            <a:ext cx="5118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3 sets of polygon GPS points to ‘grid’</a:t>
            </a:r>
          </a:p>
          <a:p>
            <a:r>
              <a:rPr lang="en-US" dirty="0"/>
              <a:t>Changed activity filter </a:t>
            </a:r>
            <a:r>
              <a:rPr lang="en-US"/>
              <a:t>so separate plantings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2FC0D-0EAE-B979-C1BC-543A7FD99F2D}"/>
              </a:ext>
            </a:extLst>
          </p:cNvPr>
          <p:cNvSpPr txBox="1"/>
          <p:nvPr/>
        </p:nvSpPr>
        <p:spPr>
          <a:xfrm>
            <a:off x="926961" y="4298391"/>
            <a:ext cx="6094324" cy="272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40"/>
              </a:lnSpc>
              <a:buNone/>
            </a:pPr>
            <a:r>
              <a:rPr lang="en-US" sz="1400" b="0" i="0" dirty="0">
                <a:effectLst/>
                <a:latin typeface="Lucida Console" panose="020B0609040504020204" pitchFamily="49" charset="0"/>
              </a:rPr>
              <a:t>JSP_north_P1__2017-05-26__multiple__DPW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F8C15D-A137-1AA1-5F6F-B41F31613801}"/>
              </a:ext>
            </a:extLst>
          </p:cNvPr>
          <p:cNvSpPr txBox="1"/>
          <p:nvPr/>
        </p:nvSpPr>
        <p:spPr>
          <a:xfrm>
            <a:off x="2242602" y="5031650"/>
            <a:ext cx="8642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Changed column name of second </a:t>
            </a:r>
            <a:r>
              <a:rPr lang="en-US" dirty="0" err="1"/>
              <a:t>planting_geometry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 </a:t>
            </a:r>
            <a:r>
              <a:rPr lang="en-US" dirty="0" err="1"/>
              <a:t>planting_geometry</a:t>
            </a:r>
            <a:r>
              <a:rPr lang="en-US" dirty="0"/>
              <a:t> from polygon to line for the 2 AND_South_L2 records and the 2 AND_South_L3 records </a:t>
            </a:r>
          </a:p>
        </p:txBody>
      </p:sp>
    </p:spTree>
    <p:extLst>
      <p:ext uri="{BB962C8B-B14F-4D97-AF65-F5344CB8AC3E}">
        <p14:creationId xmlns:p14="http://schemas.microsoft.com/office/powerpoint/2010/main" val="31343024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 – </a:t>
            </a:r>
            <a:r>
              <a:rPr lang="en-US" sz="1400" dirty="0">
                <a:solidFill>
                  <a:srgbClr val="C00000"/>
                </a:solidFill>
              </a:rPr>
              <a:t>with BESE and MRE exceptions and grid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 + </a:t>
            </a:r>
            <a:r>
              <a:rPr lang="en-US" sz="1600" dirty="0" err="1"/>
              <a:t>donor_site_code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14:cNvPr>
              <p14:cNvContentPartPr/>
              <p14:nvPr/>
            </p14:nvContentPartPr>
            <p14:xfrm>
              <a:off x="2503183" y="3639781"/>
              <a:ext cx="600480" cy="807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92383" y="3629341"/>
                <a:ext cx="621720" cy="82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14:cNvPr>
              <p14:cNvContentPartPr/>
              <p14:nvPr/>
            </p14:nvContentPartPr>
            <p14:xfrm>
              <a:off x="3392383" y="3863341"/>
              <a:ext cx="327240" cy="3448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1583" y="3852901"/>
                <a:ext cx="348480" cy="36612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6304E78-2300-EC04-338C-690B74AB73A2}"/>
              </a:ext>
            </a:extLst>
          </p:cNvPr>
          <p:cNvSpPr txBox="1"/>
          <p:nvPr/>
        </p:nvSpPr>
        <p:spPr>
          <a:xfrm>
            <a:off x="6027439" y="2531589"/>
            <a:ext cx="8063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Solo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AF5F65-C6DD-6571-FA4C-959E090BB02C}"/>
              </a:ext>
            </a:extLst>
          </p:cNvPr>
          <p:cNvSpPr txBox="1"/>
          <p:nvPr/>
        </p:nvSpPr>
        <p:spPr>
          <a:xfrm>
            <a:off x="6011220" y="3095164"/>
            <a:ext cx="9532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Collocated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3BB5AB-3018-20BD-18A9-3A03CED7B722}"/>
              </a:ext>
            </a:extLst>
          </p:cNvPr>
          <p:cNvSpPr txBox="1"/>
          <p:nvPr/>
        </p:nvSpPr>
        <p:spPr>
          <a:xfrm>
            <a:off x="6120504" y="3664285"/>
            <a:ext cx="1024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Replicates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14:cNvPr>
              <p14:cNvContentPartPr/>
              <p14:nvPr/>
            </p14:nvContentPartPr>
            <p14:xfrm>
              <a:off x="3272863" y="700381"/>
              <a:ext cx="1716840" cy="1735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262423" y="689581"/>
                <a:ext cx="1738080" cy="175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14:cNvPr>
              <p14:cNvContentPartPr/>
              <p14:nvPr/>
            </p14:nvContentPartPr>
            <p14:xfrm>
              <a:off x="6309463" y="336421"/>
              <a:ext cx="1087920" cy="5248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299023" y="325621"/>
                <a:ext cx="11091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14:cNvPr>
              <p14:cNvContentPartPr/>
              <p14:nvPr/>
            </p14:nvContentPartPr>
            <p14:xfrm>
              <a:off x="5221903" y="401221"/>
              <a:ext cx="792360" cy="324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211463" y="390781"/>
                <a:ext cx="81360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14:cNvPr>
              <p14:cNvContentPartPr/>
              <p14:nvPr/>
            </p14:nvContentPartPr>
            <p14:xfrm>
              <a:off x="5240623" y="889021"/>
              <a:ext cx="899640" cy="4208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230179" y="878221"/>
                <a:ext cx="920889" cy="44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14:cNvPr>
              <p14:cNvContentPartPr/>
              <p14:nvPr/>
            </p14:nvContentPartPr>
            <p14:xfrm>
              <a:off x="6466783" y="882541"/>
              <a:ext cx="1044000" cy="4064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455983" y="872092"/>
                <a:ext cx="1065240" cy="4276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14:cNvPr>
              <p14:cNvContentPartPr/>
              <p14:nvPr/>
            </p14:nvContentPartPr>
            <p14:xfrm>
              <a:off x="8723983" y="235261"/>
              <a:ext cx="779760" cy="137052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713188" y="224464"/>
                <a:ext cx="800990" cy="13917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14:cNvPr>
              <p14:cNvContentPartPr/>
              <p14:nvPr/>
            </p14:nvContentPartPr>
            <p14:xfrm>
              <a:off x="8850343" y="1530181"/>
              <a:ext cx="798120" cy="52488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39543" y="1519741"/>
                <a:ext cx="8193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14:cNvPr>
              <p14:cNvContentPartPr/>
              <p14:nvPr/>
            </p14:nvContentPartPr>
            <p14:xfrm>
              <a:off x="9900103" y="152101"/>
              <a:ext cx="1307520" cy="120240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889663" y="141304"/>
                <a:ext cx="1328760" cy="12236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14:cNvPr>
              <p14:cNvContentPartPr/>
              <p14:nvPr/>
            </p14:nvContentPartPr>
            <p14:xfrm>
              <a:off x="11389423" y="199621"/>
              <a:ext cx="277200" cy="42840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1378969" y="188830"/>
                <a:ext cx="298468" cy="449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14:cNvPr>
              <p14:cNvContentPartPr/>
              <p14:nvPr/>
            </p14:nvContentPartPr>
            <p14:xfrm>
              <a:off x="11219863" y="763741"/>
              <a:ext cx="572400" cy="143892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1209063" y="753298"/>
                <a:ext cx="597240" cy="14601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14:cNvPr>
              <p14:cNvContentPartPr/>
              <p14:nvPr/>
            </p14:nvContentPartPr>
            <p14:xfrm>
              <a:off x="8862223" y="2083501"/>
              <a:ext cx="973440" cy="39672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847823" y="2069088"/>
                <a:ext cx="1001880" cy="4251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14:cNvPr>
              <p14:cNvContentPartPr/>
              <p14:nvPr/>
            </p14:nvContentPartPr>
            <p14:xfrm>
              <a:off x="9868063" y="1567981"/>
              <a:ext cx="1566000" cy="792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854023" y="1553581"/>
                <a:ext cx="1594440" cy="82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14:cNvPr>
              <p14:cNvContentPartPr/>
              <p14:nvPr/>
            </p14:nvContentPartPr>
            <p14:xfrm>
              <a:off x="7624183" y="4585861"/>
              <a:ext cx="1559160" cy="54648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613741" y="4575061"/>
                <a:ext cx="1580405" cy="56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14:cNvPr>
              <p14:cNvContentPartPr/>
              <p14:nvPr/>
            </p14:nvContentPartPr>
            <p14:xfrm>
              <a:off x="7128463" y="3227581"/>
              <a:ext cx="985320" cy="36504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117663" y="3217141"/>
                <a:ext cx="100656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14:cNvPr>
              <p14:cNvContentPartPr/>
              <p14:nvPr/>
            </p14:nvContentPartPr>
            <p14:xfrm>
              <a:off x="6139903" y="4340701"/>
              <a:ext cx="641520" cy="45324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129103" y="4329892"/>
                <a:ext cx="662760" cy="4744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14:cNvPr>
              <p14:cNvContentPartPr/>
              <p14:nvPr/>
            </p14:nvContentPartPr>
            <p14:xfrm>
              <a:off x="6039103" y="4717981"/>
              <a:ext cx="849240" cy="45216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028663" y="4707181"/>
                <a:ext cx="87048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14:cNvPr>
              <p14:cNvContentPartPr/>
              <p14:nvPr/>
            </p14:nvContentPartPr>
            <p14:xfrm>
              <a:off x="6171223" y="5088781"/>
              <a:ext cx="660600" cy="30780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160783" y="5077981"/>
                <a:ext cx="68184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14:cNvPr>
              <p14:cNvContentPartPr/>
              <p14:nvPr/>
            </p14:nvContentPartPr>
            <p14:xfrm>
              <a:off x="6045583" y="5579821"/>
              <a:ext cx="151200" cy="150480"/>
            </p14:xfrm>
          </p:contentPart>
        </mc:Choice>
        <mc:Fallback xmlns=""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034783" y="5569381"/>
                <a:ext cx="17244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14:cNvPr>
              <p14:cNvContentPartPr/>
              <p14:nvPr/>
            </p14:nvContentPartPr>
            <p14:xfrm>
              <a:off x="6296863" y="5409541"/>
              <a:ext cx="741240" cy="42768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286418" y="5398750"/>
                <a:ext cx="762490" cy="4489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14:cNvPr>
              <p14:cNvContentPartPr/>
              <p14:nvPr/>
            </p14:nvContentPartPr>
            <p14:xfrm>
              <a:off x="6095983" y="5799061"/>
              <a:ext cx="905400" cy="29520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085187" y="5788621"/>
                <a:ext cx="926632" cy="31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14:cNvPr>
              <p14:cNvContentPartPr/>
              <p14:nvPr/>
            </p14:nvContentPartPr>
            <p14:xfrm>
              <a:off x="8189383" y="5170501"/>
              <a:ext cx="182520" cy="8136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178943" y="5159701"/>
                <a:ext cx="20376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14:cNvPr>
              <p14:cNvContentPartPr/>
              <p14:nvPr/>
            </p14:nvContentPartPr>
            <p14:xfrm>
              <a:off x="7592143" y="5264821"/>
              <a:ext cx="2351880" cy="62208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1703" y="5254021"/>
                <a:ext cx="2373120" cy="64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14:cNvPr>
              <p14:cNvContentPartPr/>
              <p14:nvPr/>
            </p14:nvContentPartPr>
            <p14:xfrm>
              <a:off x="7755583" y="5786461"/>
              <a:ext cx="943560" cy="558720"/>
            </p14:xfrm>
          </p:contentPart>
        </mc:Choice>
        <mc:Fallback xmlns=""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745143" y="5776014"/>
                <a:ext cx="964800" cy="5799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14:cNvPr>
              <p14:cNvContentPartPr/>
              <p14:nvPr/>
            </p14:nvContentPartPr>
            <p14:xfrm>
              <a:off x="8912623" y="5918581"/>
              <a:ext cx="1100520" cy="252000"/>
            </p14:xfrm>
          </p:contentPart>
        </mc:Choice>
        <mc:Fallback xmlns=""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901823" y="5908141"/>
                <a:ext cx="112176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14:cNvPr>
              <p14:cNvContentPartPr/>
              <p14:nvPr/>
            </p14:nvContentPartPr>
            <p14:xfrm>
              <a:off x="619663" y="4387501"/>
              <a:ext cx="459360" cy="7387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9223" y="4376701"/>
                <a:ext cx="480600" cy="75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14:cNvPr>
              <p14:cNvContentPartPr/>
              <p14:nvPr/>
            </p14:nvContentPartPr>
            <p14:xfrm>
              <a:off x="613543" y="3415501"/>
              <a:ext cx="270360" cy="714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57" y="3405061"/>
                <a:ext cx="291572" cy="73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14:cNvPr>
              <p14:cNvContentPartPr/>
              <p14:nvPr/>
            </p14:nvContentPartPr>
            <p14:xfrm>
              <a:off x="567463" y="1618381"/>
              <a:ext cx="342000" cy="1540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6663" y="1607581"/>
                <a:ext cx="363240" cy="156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14:cNvPr>
              <p14:cNvContentPartPr/>
              <p14:nvPr/>
            </p14:nvContentPartPr>
            <p14:xfrm>
              <a:off x="1141663" y="4724101"/>
              <a:ext cx="302040" cy="36144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30863" y="4713301"/>
                <a:ext cx="323280" cy="38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14:cNvPr>
              <p14:cNvContentPartPr/>
              <p14:nvPr/>
            </p14:nvContentPartPr>
            <p14:xfrm>
              <a:off x="1040863" y="3762181"/>
              <a:ext cx="195120" cy="2833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30423" y="3751381"/>
                <a:ext cx="216360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14:cNvPr>
              <p14:cNvContentPartPr/>
              <p14:nvPr/>
            </p14:nvContentPartPr>
            <p14:xfrm>
              <a:off x="996943" y="2853901"/>
              <a:ext cx="208080" cy="23580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86485" y="2843461"/>
                <a:ext cx="229357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14:cNvPr>
              <p14:cNvContentPartPr/>
              <p14:nvPr/>
            </p14:nvContentPartPr>
            <p14:xfrm>
              <a:off x="902623" y="2045701"/>
              <a:ext cx="258120" cy="3427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2183" y="2035261"/>
                <a:ext cx="279360" cy="36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14:cNvPr>
              <p14:cNvContentPartPr/>
              <p14:nvPr/>
            </p14:nvContentPartPr>
            <p14:xfrm>
              <a:off x="695263" y="5549221"/>
              <a:ext cx="566280" cy="32868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4463" y="5538421"/>
                <a:ext cx="587520" cy="34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14:cNvPr>
              <p14:cNvContentPartPr/>
              <p14:nvPr/>
            </p14:nvContentPartPr>
            <p14:xfrm>
              <a:off x="2292223" y="5157901"/>
              <a:ext cx="1047240" cy="8805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281427" y="5147461"/>
                <a:ext cx="1068473" cy="90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14:cNvPr>
              <p14:cNvContentPartPr/>
              <p14:nvPr/>
            </p14:nvContentPartPr>
            <p14:xfrm>
              <a:off x="2267023" y="4271581"/>
              <a:ext cx="371160" cy="47808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256223" y="4260781"/>
                <a:ext cx="392400" cy="49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14:cNvPr>
              <p14:cNvContentPartPr/>
              <p14:nvPr/>
            </p14:nvContentPartPr>
            <p14:xfrm>
              <a:off x="2213743" y="3466621"/>
              <a:ext cx="324000" cy="5288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203291" y="3456174"/>
                <a:ext cx="345264" cy="5500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14:cNvPr>
              <p14:cNvContentPartPr/>
              <p14:nvPr/>
            </p14:nvContentPartPr>
            <p14:xfrm>
              <a:off x="2254423" y="2605861"/>
              <a:ext cx="321120" cy="496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243623" y="2595421"/>
                <a:ext cx="342360" cy="51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14:cNvPr>
              <p14:cNvContentPartPr/>
              <p14:nvPr/>
            </p14:nvContentPartPr>
            <p14:xfrm>
              <a:off x="2186023" y="1737541"/>
              <a:ext cx="326160" cy="6282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175235" y="1727101"/>
                <a:ext cx="347377" cy="64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14:cNvPr>
              <p14:cNvContentPartPr/>
              <p14:nvPr/>
            </p14:nvContentPartPr>
            <p14:xfrm>
              <a:off x="3638263" y="1899181"/>
              <a:ext cx="1243800" cy="154800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627463" y="1888384"/>
                <a:ext cx="1265040" cy="15692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14:cNvPr>
              <p14:cNvContentPartPr/>
              <p14:nvPr/>
            </p14:nvContentPartPr>
            <p14:xfrm>
              <a:off x="3902863" y="3812581"/>
              <a:ext cx="936000" cy="62892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892419" y="3801781"/>
                <a:ext cx="957248" cy="65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14:cNvPr>
              <p14:cNvContentPartPr/>
              <p14:nvPr/>
            </p14:nvContentPartPr>
            <p14:xfrm>
              <a:off x="4266103" y="1638541"/>
              <a:ext cx="776880" cy="55224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255658" y="1627741"/>
                <a:ext cx="798130" cy="57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14:cNvPr>
              <p14:cNvContentPartPr/>
              <p14:nvPr/>
            </p14:nvContentPartPr>
            <p14:xfrm>
              <a:off x="4297783" y="3491101"/>
              <a:ext cx="813240" cy="48528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286988" y="3480661"/>
                <a:ext cx="834471" cy="50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14:cNvPr>
              <p14:cNvContentPartPr/>
              <p14:nvPr/>
            </p14:nvContentPartPr>
            <p14:xfrm>
              <a:off x="5856943" y="3252781"/>
              <a:ext cx="1138320" cy="9057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846143" y="3242341"/>
                <a:ext cx="1159560" cy="9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14:cNvPr>
              <p14:cNvContentPartPr/>
              <p14:nvPr/>
            </p14:nvContentPartPr>
            <p14:xfrm>
              <a:off x="5794663" y="2090341"/>
              <a:ext cx="1081080" cy="8046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784223" y="2079896"/>
                <a:ext cx="1102320" cy="8258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14:cNvPr>
              <p14:cNvContentPartPr/>
              <p14:nvPr/>
            </p14:nvContentPartPr>
            <p14:xfrm>
              <a:off x="7655143" y="2687221"/>
              <a:ext cx="428040" cy="32112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644343" y="2676421"/>
                <a:ext cx="44928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14:cNvPr>
              <p14:cNvContentPartPr/>
              <p14:nvPr/>
            </p14:nvContentPartPr>
            <p14:xfrm>
              <a:off x="7680343" y="2555101"/>
              <a:ext cx="1106640" cy="114768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69547" y="2544298"/>
                <a:ext cx="1127873" cy="1168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14:cNvPr>
              <p14:cNvContentPartPr/>
              <p14:nvPr/>
            </p14:nvContentPartPr>
            <p14:xfrm>
              <a:off x="7579543" y="2133901"/>
              <a:ext cx="798840" cy="54036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569103" y="2123101"/>
                <a:ext cx="820080" cy="56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14:cNvPr>
              <p14:cNvContentPartPr/>
              <p14:nvPr/>
            </p14:nvContentPartPr>
            <p14:xfrm>
              <a:off x="9418783" y="2297341"/>
              <a:ext cx="1141200" cy="116964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408343" y="2286541"/>
                <a:ext cx="1162440" cy="119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14:cNvPr>
              <p14:cNvContentPartPr/>
              <p14:nvPr/>
            </p14:nvContentPartPr>
            <p14:xfrm>
              <a:off x="7598983" y="1671301"/>
              <a:ext cx="647280" cy="946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8543" y="1660861"/>
                <a:ext cx="668520" cy="9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14:cNvPr>
              <p14:cNvContentPartPr/>
              <p14:nvPr/>
            </p14:nvContentPartPr>
            <p14:xfrm>
              <a:off x="11041663" y="1819981"/>
              <a:ext cx="945720" cy="121824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1031219" y="1809538"/>
                <a:ext cx="966968" cy="12430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14:cNvPr>
              <p14:cNvContentPartPr/>
              <p14:nvPr/>
            </p14:nvContentPartPr>
            <p14:xfrm>
              <a:off x="9122863" y="3177541"/>
              <a:ext cx="425160" cy="578520"/>
            </p14:xfrm>
          </p:contentPart>
        </mc:Choice>
        <mc:Fallback xmlns=""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112063" y="3166748"/>
                <a:ext cx="446400" cy="5997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14:cNvPr>
              <p14:cNvContentPartPr/>
              <p14:nvPr/>
            </p14:nvContentPartPr>
            <p14:xfrm>
              <a:off x="9123583" y="2392381"/>
              <a:ext cx="185400" cy="483840"/>
            </p14:xfrm>
          </p:contentPart>
        </mc:Choice>
        <mc:Fallback xmlns=""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112783" y="2381581"/>
                <a:ext cx="206640" cy="50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14:cNvPr>
              <p14:cNvContentPartPr/>
              <p14:nvPr/>
            </p14:nvContentPartPr>
            <p14:xfrm>
              <a:off x="10760863" y="2128861"/>
              <a:ext cx="245520" cy="83520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746463" y="2118421"/>
                <a:ext cx="270360" cy="86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276215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796FDD3-C7D3-68F8-466C-2D112CBA8B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142657"/>
              </p:ext>
            </p:extLst>
          </p:nvPr>
        </p:nvGraphicFramePr>
        <p:xfrm>
          <a:off x="503981" y="295625"/>
          <a:ext cx="4573117" cy="597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5458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2018135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669524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Source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Target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Value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360795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56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833156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53567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3234068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 err="1"/>
                        <a:t>Point_gps_recs</a:t>
                      </a:r>
                      <a:endParaRPr lang="en-US" sz="1100" dirty="0"/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03544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1968733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75341906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4335699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885451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38316408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0110279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4038985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910008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632572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6570894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4274718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5151324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1931327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388199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81444859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933681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4290753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2094574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Line spatial test 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56295704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6814439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1903012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6352565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6233119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22277339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E75D83F-9E23-FC8E-498C-37EC655C90A9}"/>
              </a:ext>
            </a:extLst>
          </p:cNvPr>
          <p:cNvSpPr txBox="1"/>
          <p:nvPr/>
        </p:nvSpPr>
        <p:spPr>
          <a:xfrm>
            <a:off x="9897626" y="433177"/>
            <a:ext cx="1728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Sankey data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93BA27-B151-99C8-EDEF-AED9F5CC2B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346540"/>
              </p:ext>
            </p:extLst>
          </p:nvPr>
        </p:nvGraphicFramePr>
        <p:xfrm>
          <a:off x="6221158" y="1027611"/>
          <a:ext cx="489533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3413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1593669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  <a:gridCol w="1301932">
                  <a:extLst>
                    <a:ext uri="{9D8B030D-6E8A-4147-A177-3AD203B41FA5}">
                      <a16:colId xmlns:a16="http://schemas.microsoft.com/office/drawing/2014/main" val="2952959664"/>
                    </a:ext>
                  </a:extLst>
                </a:gridCol>
              </a:tblGrid>
              <a:tr h="125808">
                <a:tc>
                  <a:txBody>
                    <a:bodyPr/>
                    <a:lstStyle/>
                    <a:p>
                      <a:r>
                        <a:rPr lang="en-US" sz="1100" dirty="0"/>
                        <a:t>geometry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 / non-spatial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 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765437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0344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6691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860816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75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6778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56636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315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0898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F5571-E5B9-C98B-CADF-E9CCBD939F10}"/>
              </a:ext>
            </a:extLst>
          </p:cNvPr>
          <p:cNvSpPr txBox="1"/>
          <p:nvPr/>
        </p:nvSpPr>
        <p:spPr>
          <a:xfrm>
            <a:off x="1376625" y="160774"/>
            <a:ext cx="8259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Clarifying BESE plantings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4B5B3E-67B0-284D-AF71-1DCE4F27D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434304"/>
              </p:ext>
            </p:extLst>
          </p:nvPr>
        </p:nvGraphicFramePr>
        <p:xfrm>
          <a:off x="5074417" y="900536"/>
          <a:ext cx="6792686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931">
                  <a:extLst>
                    <a:ext uri="{9D8B030D-6E8A-4147-A177-3AD203B41FA5}">
                      <a16:colId xmlns:a16="http://schemas.microsoft.com/office/drawing/2014/main" val="1571365253"/>
                    </a:ext>
                  </a:extLst>
                </a:gridCol>
                <a:gridCol w="1443135">
                  <a:extLst>
                    <a:ext uri="{9D8B030D-6E8A-4147-A177-3AD203B41FA5}">
                      <a16:colId xmlns:a16="http://schemas.microsoft.com/office/drawing/2014/main" val="3176150717"/>
                    </a:ext>
                  </a:extLst>
                </a:gridCol>
                <a:gridCol w="3968620">
                  <a:extLst>
                    <a:ext uri="{9D8B030D-6E8A-4147-A177-3AD203B41FA5}">
                      <a16:colId xmlns:a16="http://schemas.microsoft.com/office/drawing/2014/main" val="17124760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Donor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Planting_date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153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Dupont Wharf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5/25/2017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Biodegradable ecosystem engineering elements (BESE) for Marjolijn </a:t>
                      </a:r>
                      <a:r>
                        <a:rPr lang="en-US" sz="1200" dirty="0" err="1"/>
                        <a:t>Christianen</a:t>
                      </a:r>
                      <a:r>
                        <a:rPr lang="en-US" sz="1200" dirty="0"/>
                        <a:t>, Wageningen University &amp; Research, Netherlands. Overall area was 1 m2. Actual was 0.1 m2 (10 x 10 cm area in center of BESE. 3 planting units with 4 shoots each. DuPont Wharf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208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Dumas Bay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4/29/2017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BESE setup version 1 - setup was incorrect. Rather than removing all the eelgrass, it was left in place and new BESEs set just westward. 3 planting units with 4 shoots each. Dumas Bay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037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508DF13-6642-CFE7-AFA0-0FB0CE862869}"/>
              </a:ext>
            </a:extLst>
          </p:cNvPr>
          <p:cNvSpPr txBox="1"/>
          <p:nvPr/>
        </p:nvSpPr>
        <p:spPr>
          <a:xfrm>
            <a:off x="5325627" y="3439828"/>
            <a:ext cx="64711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Monitoring data in Matrix spreadsheet only for plantings on 5/25/2017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1600" dirty="0"/>
              <a:t>Notes from last meeting:  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Dumas Bay successful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Dupont Wharf failed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158B42-AAD1-E7E2-2A75-A05B009D1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94"/>
          <a:stretch>
            <a:fillRect/>
          </a:stretch>
        </p:blipFill>
        <p:spPr>
          <a:xfrm>
            <a:off x="66621" y="631220"/>
            <a:ext cx="4750596" cy="61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737129-3696-4CCC-A0DE-FFAC6CA3349D}"/>
              </a:ext>
            </a:extLst>
          </p:cNvPr>
          <p:cNvSpPr txBox="1"/>
          <p:nvPr/>
        </p:nvSpPr>
        <p:spPr>
          <a:xfrm>
            <a:off x="5144755" y="4795143"/>
            <a:ext cx="66520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Q1</a:t>
            </a:r>
            <a:r>
              <a:rPr lang="en-US" sz="1600" dirty="0"/>
              <a:t>: If Dumas Bay plantings successful, the monitoring data should presumably track the 4/29 plantings, not 5/25. Is that right?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C00000"/>
                </a:solidFill>
              </a:rPr>
              <a:t>Q2</a:t>
            </a:r>
            <a:r>
              <a:rPr lang="en-US" sz="1600" dirty="0"/>
              <a:t>: The 4/29 “setup was incorrect” plantings were </a:t>
            </a:r>
            <a:r>
              <a:rPr lang="en-US" sz="1600" dirty="0" err="1"/>
              <a:t>superceded</a:t>
            </a:r>
            <a:r>
              <a:rPr lang="en-US" sz="1600" dirty="0"/>
              <a:t> by “just westward” plantings.  Can we associate same GPS coords with the westward plantings?  If Dumas plantings were successful, this refers to the westward plantings – is that right?</a:t>
            </a:r>
          </a:p>
        </p:txBody>
      </p:sp>
    </p:spTree>
    <p:extLst>
      <p:ext uri="{BB962C8B-B14F-4D97-AF65-F5344CB8AC3E}">
        <p14:creationId xmlns:p14="http://schemas.microsoft.com/office/powerpoint/2010/main" val="25250212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A54837-28AA-E28E-65F9-F9B0F931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354" y="324396"/>
            <a:ext cx="6192114" cy="6430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55169-28E4-3A0B-FED3-005B554FD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469" y="4209534"/>
            <a:ext cx="2272119" cy="22185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1F8D14-3F8F-AE2B-5B09-ABE9243E9AB9}"/>
              </a:ext>
            </a:extLst>
          </p:cNvPr>
          <p:cNvSpPr txBox="1"/>
          <p:nvPr/>
        </p:nvSpPr>
        <p:spPr>
          <a:xfrm>
            <a:off x="6923315" y="82406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JSP_north_P1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D99108-2299-8E8B-29CB-BB55535A1882}"/>
              </a:ext>
            </a:extLst>
          </p:cNvPr>
          <p:cNvSpPr txBox="1"/>
          <p:nvPr/>
        </p:nvSpPr>
        <p:spPr>
          <a:xfrm>
            <a:off x="8581292" y="3531996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JSP_mid_P1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8D0A05-EA3E-775B-C2E4-E1B44CD37A07}"/>
              </a:ext>
            </a:extLst>
          </p:cNvPr>
          <p:cNvSpPr txBox="1"/>
          <p:nvPr/>
        </p:nvSpPr>
        <p:spPr>
          <a:xfrm>
            <a:off x="9056914" y="477929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JSP_south_P1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7D201D-BAF5-4673-199C-0B097D00E83E}"/>
              </a:ext>
            </a:extLst>
          </p:cNvPr>
          <p:cNvCxnSpPr>
            <a:cxnSpLocks/>
          </p:cNvCxnSpPr>
          <p:nvPr/>
        </p:nvCxnSpPr>
        <p:spPr>
          <a:xfrm flipH="1" flipV="1">
            <a:off x="7084088" y="5056296"/>
            <a:ext cx="1748413" cy="94274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7720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13521</TotalTime>
  <Words>3262</Words>
  <Application>Microsoft Macintosh PowerPoint</Application>
  <PresentationFormat>Widescreen</PresentationFormat>
  <Paragraphs>706</Paragraphs>
  <Slides>45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5" baseType="lpstr">
      <vt:lpstr>Aptos</vt:lpstr>
      <vt:lpstr>Aptos Display</vt:lpstr>
      <vt:lpstr>Aptos Narrow</vt:lpstr>
      <vt:lpstr>Arial</vt:lpstr>
      <vt:lpstr>Calibri</vt:lpstr>
      <vt:lpstr>Courier New</vt:lpstr>
      <vt:lpstr>Lucida Console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Pete Dowty</dc:creator>
  <cp:keywords/>
  <dc:description/>
  <cp:lastModifiedBy>Pete Dowty</cp:lastModifiedBy>
  <cp:revision>33</cp:revision>
  <dcterms:created xsi:type="dcterms:W3CDTF">2026-02-18T17:07:24Z</dcterms:created>
  <dcterms:modified xsi:type="dcterms:W3CDTF">2026-06-03T05:07:29Z</dcterms:modified>
  <cp:category/>
</cp:coreProperties>
</file>