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09" r:id="rId12"/>
    <p:sldId id="302" r:id="rId13"/>
    <p:sldId id="320" r:id="rId14"/>
    <p:sldId id="308" r:id="rId15"/>
    <p:sldId id="305" r:id="rId16"/>
    <p:sldId id="327" r:id="rId17"/>
    <p:sldId id="328" r:id="rId18"/>
    <p:sldId id="317" r:id="rId19"/>
    <p:sldId id="306" r:id="rId20"/>
    <p:sldId id="321" r:id="rId21"/>
    <p:sldId id="323" r:id="rId22"/>
    <p:sldId id="325" r:id="rId23"/>
    <p:sldId id="324" r:id="rId24"/>
    <p:sldId id="326" r:id="rId25"/>
    <p:sldId id="329" r:id="rId26"/>
    <p:sldId id="330" r:id="rId27"/>
    <p:sldId id="319" r:id="rId28"/>
    <p:sldId id="316" r:id="rId29"/>
    <p:sldId id="291" r:id="rId30"/>
    <p:sldId id="294" r:id="rId31"/>
    <p:sldId id="287" r:id="rId32"/>
    <p:sldId id="315" r:id="rId33"/>
    <p:sldId id="281" r:id="rId34"/>
    <p:sldId id="292" r:id="rId35"/>
    <p:sldId id="283" r:id="rId36"/>
    <p:sldId id="322" r:id="rId37"/>
    <p:sldId id="318" r:id="rId38"/>
    <p:sldId id="284" r:id="rId39"/>
    <p:sldId id="295" r:id="rId40"/>
    <p:sldId id="297" r:id="rId41"/>
    <p:sldId id="288" r:id="rId42"/>
    <p:sldId id="289" r:id="rId43"/>
    <p:sldId id="273" r:id="rId44"/>
    <p:sldId id="271" r:id="rId45"/>
    <p:sldId id="272" r:id="rId46"/>
    <p:sldId id="276" r:id="rId47"/>
    <p:sldId id="277" r:id="rId48"/>
    <p:sldId id="274" r:id="rId49"/>
    <p:sldId id="278" r:id="rId50"/>
    <p:sldId id="280" r:id="rId51"/>
    <p:sldId id="286" r:id="rId52"/>
    <p:sldId id="282" r:id="rId53"/>
    <p:sldId id="285" r:id="rId54"/>
    <p:sldId id="275" r:id="rId55"/>
    <p:sldId id="270" r:id="rId56"/>
    <p:sldId id="265" r:id="rId57"/>
    <p:sldId id="268" r:id="rId58"/>
    <p:sldId id="269" r:id="rId59"/>
    <p:sldId id="267" r:id="rId60"/>
    <p:sldId id="266" r:id="rId61"/>
    <p:sldId id="257" r:id="rId62"/>
    <p:sldId id="258" r:id="rId63"/>
    <p:sldId id="259" r:id="rId64"/>
    <p:sldId id="260" r:id="rId65"/>
    <p:sldId id="261" r:id="rId66"/>
    <p:sldId id="262" r:id="rId67"/>
    <p:sldId id="263" r:id="rId68"/>
    <p:sldId id="264" r:id="rId6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FFFFFF"/>
    <a:srgbClr val="BC9BA0"/>
    <a:srgbClr val="FB7700"/>
    <a:srgbClr val="FF8585"/>
    <a:srgbClr val="CDCDCD"/>
    <a:srgbClr val="7F7F7F"/>
    <a:srgbClr val="00E600"/>
    <a:srgbClr val="006300"/>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786C6D-AB95-9740-AEFC-2D45BBDF4D29}" v="4" dt="2026-07-19T14:27:21.50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00" autoAdjust="0"/>
    <p:restoredTop sz="96182" autoAdjust="0"/>
  </p:normalViewPr>
  <p:slideViewPr>
    <p:cSldViewPr snapToGrid="0">
      <p:cViewPr varScale="1">
        <p:scale>
          <a:sx n="146" d="100"/>
          <a:sy n="146" d="100"/>
        </p:scale>
        <p:origin x="192" y="296"/>
      </p:cViewPr>
      <p:guideLst>
        <p:guide orient="horz" pos="1872"/>
        <p:guide pos="3840"/>
      </p:guideLst>
    </p:cSldViewPr>
  </p:slideViewPr>
  <p:notesTextViewPr>
    <p:cViewPr>
      <p:scale>
        <a:sx n="1" d="1"/>
        <a:sy n="1" d="1"/>
      </p:scale>
      <p:origin x="0" y="0"/>
    </p:cViewPr>
  </p:notesTextViewPr>
  <p:sorterViewPr>
    <p:cViewPr>
      <p:scale>
        <a:sx n="40" d="100"/>
        <a:sy n="4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7-18T00:42:23.569" v="21221" actId="114"/>
      <pc:docMkLst>
        <pc:docMk/>
      </pc:docMkLst>
      <pc:sldChg chg="modSp mod">
        <pc:chgData name="DOWTY, PETER (DNR)" userId="01cf875a-4e15-4928-8f93-7a0dfa1efb6b" providerId="ADAL" clId="{E9054DD1-CDF4-4BE2-A4C5-BD4B0395A89E}" dt="2026-07-09T15:41:20.037" v="18188" actId="20577"/>
        <pc:sldMkLst>
          <pc:docMk/>
          <pc:sldMk cId="2532653130" sldId="281"/>
        </pc:sldMkLst>
        <pc:spChg chg="mod">
          <ac:chgData name="DOWTY, PETER (DNR)" userId="01cf875a-4e15-4928-8f93-7a0dfa1efb6b" providerId="ADAL" clId="{E9054DD1-CDF4-4BE2-A4C5-BD4B0395A89E}" dt="2026-07-01T15:47:15.723" v="15537" actId="20577"/>
          <ac:spMkLst>
            <pc:docMk/>
            <pc:sldMk cId="2532653130" sldId="281"/>
            <ac:spMk id="2" creationId="{014AB92D-C488-47FE-A288-92026B22C4E5}"/>
          </ac:spMkLst>
        </pc:spChg>
        <pc:spChg chg="mod">
          <ac:chgData name="DOWTY, PETER (DNR)" userId="01cf875a-4e15-4928-8f93-7a0dfa1efb6b" providerId="ADAL" clId="{E9054DD1-CDF4-4BE2-A4C5-BD4B0395A89E}" dt="2026-07-01T15:47:02.942" v="15521" actId="20577"/>
          <ac:spMkLst>
            <pc:docMk/>
            <pc:sldMk cId="2532653130" sldId="281"/>
            <ac:spMk id="3" creationId="{EEA27C9D-5B69-5734-34E6-88921F4B88C8}"/>
          </ac:spMkLst>
        </pc:spChg>
        <pc:spChg chg="mod">
          <ac:chgData name="DOWTY, PETER (DNR)" userId="01cf875a-4e15-4928-8f93-7a0dfa1efb6b" providerId="ADAL" clId="{E9054DD1-CDF4-4BE2-A4C5-BD4B0395A89E}" dt="2026-07-01T15:49:04.827" v="15552" actId="20577"/>
          <ac:spMkLst>
            <pc:docMk/>
            <pc:sldMk cId="2532653130" sldId="281"/>
            <ac:spMk id="4" creationId="{4D847300-D724-8AA9-EAB7-F7B0FD83CFED}"/>
          </ac:spMkLst>
        </pc:spChg>
        <pc:spChg chg="mod">
          <ac:chgData name="DOWTY, PETER (DNR)" userId="01cf875a-4e15-4928-8f93-7a0dfa1efb6b" providerId="ADAL" clId="{E9054DD1-CDF4-4BE2-A4C5-BD4B0395A89E}" dt="2026-07-09T15:41:20.037" v="18188" actId="20577"/>
          <ac:spMkLst>
            <pc:docMk/>
            <pc:sldMk cId="2532653130" sldId="281"/>
            <ac:spMk id="5" creationId="{4694BD01-9DA4-3A05-F9D2-22178F5A3542}"/>
          </ac:spMkLst>
        </pc:spChg>
        <pc:spChg chg="mod">
          <ac:chgData name="DOWTY, PETER (DNR)" userId="01cf875a-4e15-4928-8f93-7a0dfa1efb6b" providerId="ADAL" clId="{E9054DD1-CDF4-4BE2-A4C5-BD4B0395A89E}" dt="2026-07-01T15:49:09.682" v="15567" actId="20577"/>
          <ac:spMkLst>
            <pc:docMk/>
            <pc:sldMk cId="2532653130" sldId="281"/>
            <ac:spMk id="6" creationId="{71166A4F-AA36-D2E3-E308-25080AB421D5}"/>
          </ac:spMkLst>
        </pc:spChg>
      </pc:sldChg>
      <pc:sldChg chg="addSp delSp modSp mod">
        <pc:chgData name="DOWTY, PETER (DNR)" userId="01cf875a-4e15-4928-8f93-7a0dfa1efb6b" providerId="ADAL" clId="{E9054DD1-CDF4-4BE2-A4C5-BD4B0395A89E}" dt="2026-07-02T15:55:47.791" v="16157" actId="208"/>
        <pc:sldMkLst>
          <pc:docMk/>
          <pc:sldMk cId="1689912192" sldId="283"/>
        </pc:sldMkLst>
        <pc:spChg chg="add mod">
          <ac:chgData name="DOWTY, PETER (DNR)" userId="01cf875a-4e15-4928-8f93-7a0dfa1efb6b" providerId="ADAL" clId="{E9054DD1-CDF4-4BE2-A4C5-BD4B0395A89E}" dt="2026-07-02T14:40:15.967" v="15887" actId="208"/>
          <ac:spMkLst>
            <pc:docMk/>
            <pc:sldMk cId="1689912192" sldId="283"/>
            <ac:spMk id="2" creationId="{CCF8376D-20BB-2787-AB3C-54B6845F2A95}"/>
          </ac:spMkLst>
        </pc:spChg>
        <pc:spChg chg="add mod">
          <ac:chgData name="DOWTY, PETER (DNR)" userId="01cf875a-4e15-4928-8f93-7a0dfa1efb6b" providerId="ADAL" clId="{E9054DD1-CDF4-4BE2-A4C5-BD4B0395A89E}" dt="2026-07-02T14:41:55.909" v="15960" actId="114"/>
          <ac:spMkLst>
            <pc:docMk/>
            <pc:sldMk cId="1689912192" sldId="283"/>
            <ac:spMk id="5" creationId="{8CB592E9-FFDA-BC83-C014-EB434E7FD409}"/>
          </ac:spMkLst>
        </pc:spChg>
        <pc:spChg chg="add mod">
          <ac:chgData name="DOWTY, PETER (DNR)" userId="01cf875a-4e15-4928-8f93-7a0dfa1efb6b" providerId="ADAL" clId="{E9054DD1-CDF4-4BE2-A4C5-BD4B0395A89E}" dt="2026-07-02T15:55:47.791" v="16157" actId="208"/>
          <ac:spMkLst>
            <pc:docMk/>
            <pc:sldMk cId="1689912192" sldId="283"/>
            <ac:spMk id="6" creationId="{1439ED40-2A10-E60E-2045-7A5CE3FE21BF}"/>
          </ac:spMkLst>
        </pc:spChg>
        <pc:graphicFrameChg chg="add mod modGraphic">
          <ac:chgData name="DOWTY, PETER (DNR)" userId="01cf875a-4e15-4928-8f93-7a0dfa1efb6b" providerId="ADAL" clId="{E9054DD1-CDF4-4BE2-A4C5-BD4B0395A89E}" dt="2026-07-02T14:41:19.119" v="15916" actId="20577"/>
          <ac:graphicFrameMkLst>
            <pc:docMk/>
            <pc:sldMk cId="1689912192" sldId="283"/>
            <ac:graphicFrameMk id="3" creationId="{49ACDD01-6811-413B-4588-BD124AA1123F}"/>
          </ac:graphicFrameMkLst>
        </pc:graphicFrameChg>
      </pc:sldChg>
      <pc:sldChg chg="addSp delSp modSp mod">
        <pc:chgData name="DOWTY, PETER (DNR)" userId="01cf875a-4e15-4928-8f93-7a0dfa1efb6b" providerId="ADAL" clId="{E9054DD1-CDF4-4BE2-A4C5-BD4B0395A89E}" dt="2026-07-09T15:45:40.287" v="18363" actId="208"/>
        <pc:sldMkLst>
          <pc:docMk/>
          <pc:sldMk cId="3134302452" sldId="292"/>
        </pc:sldMkLst>
        <pc:spChg chg="mod">
          <ac:chgData name="DOWTY, PETER (DNR)" userId="01cf875a-4e15-4928-8f93-7a0dfa1efb6b" providerId="ADAL" clId="{E9054DD1-CDF4-4BE2-A4C5-BD4B0395A89E}" dt="2026-07-09T15:41:33.316" v="18208" actId="20577"/>
          <ac:spMkLst>
            <pc:docMk/>
            <pc:sldMk cId="3134302452" sldId="292"/>
            <ac:spMk id="2" creationId="{26B94C35-F446-6819-0A0D-58F830F55BEF}"/>
          </ac:spMkLst>
        </pc:spChg>
        <pc:spChg chg="add mod">
          <ac:chgData name="DOWTY, PETER (DNR)" userId="01cf875a-4e15-4928-8f93-7a0dfa1efb6b" providerId="ADAL" clId="{E9054DD1-CDF4-4BE2-A4C5-BD4B0395A89E}" dt="2026-07-09T15:41:46.123" v="18209" actId="1076"/>
          <ac:spMkLst>
            <pc:docMk/>
            <pc:sldMk cId="3134302452" sldId="292"/>
            <ac:spMk id="3" creationId="{B8B9858E-8B30-1F1F-0EF3-A7D1F879DE7A}"/>
          </ac:spMkLst>
        </pc:spChg>
        <pc:spChg chg="mod">
          <ac:chgData name="DOWTY, PETER (DNR)" userId="01cf875a-4e15-4928-8f93-7a0dfa1efb6b" providerId="ADAL" clId="{E9054DD1-CDF4-4BE2-A4C5-BD4B0395A89E}" dt="2026-07-09T15:41:46.123" v="18209" actId="1076"/>
          <ac:spMkLst>
            <pc:docMk/>
            <pc:sldMk cId="3134302452" sldId="292"/>
            <ac:spMk id="5" creationId="{F3ADEC9A-5FF3-D75B-E079-CF3D871E39F0}"/>
          </ac:spMkLst>
        </pc:spChg>
        <pc:spChg chg="add mod">
          <ac:chgData name="DOWTY, PETER (DNR)" userId="01cf875a-4e15-4928-8f93-7a0dfa1efb6b" providerId="ADAL" clId="{E9054DD1-CDF4-4BE2-A4C5-BD4B0395A89E}" dt="2026-07-09T15:45:40.287" v="18363" actId="208"/>
          <ac:spMkLst>
            <pc:docMk/>
            <pc:sldMk cId="3134302452" sldId="292"/>
            <ac:spMk id="6" creationId="{2BA01840-9107-E835-0AA0-07BEBDAADE76}"/>
          </ac:spMkLst>
        </pc:spChg>
        <pc:spChg chg="mod">
          <ac:chgData name="DOWTY, PETER (DNR)" userId="01cf875a-4e15-4928-8f93-7a0dfa1efb6b" providerId="ADAL" clId="{E9054DD1-CDF4-4BE2-A4C5-BD4B0395A89E}" dt="2026-07-09T15:41:52.137" v="18210" actId="1076"/>
          <ac:spMkLst>
            <pc:docMk/>
            <pc:sldMk cId="3134302452" sldId="292"/>
            <ac:spMk id="8" creationId="{E3F8C15D-A137-1AA1-5F6F-B41F31613801}"/>
          </ac:spMkLst>
        </pc:spChg>
        <pc:graphicFrameChg chg="mod">
          <ac:chgData name="DOWTY, PETER (DNR)" userId="01cf875a-4e15-4928-8f93-7a0dfa1efb6b" providerId="ADAL" clId="{E9054DD1-CDF4-4BE2-A4C5-BD4B0395A89E}" dt="2026-07-09T15:41:46.123" v="18209" actId="1076"/>
          <ac:graphicFrameMkLst>
            <pc:docMk/>
            <pc:sldMk cId="3134302452" sldId="292"/>
            <ac:graphicFrameMk id="4" creationId="{B9E5ACBE-1591-FF44-B4A2-8A74989665AF}"/>
          </ac:graphicFrameMkLst>
        </pc:graphicFrameChg>
      </pc:sldChg>
      <pc:sldChg chg="addSp delSp modSp new mod">
        <pc:chgData name="DOWTY, PETER (DNR)" userId="01cf875a-4e15-4928-8f93-7a0dfa1efb6b" providerId="ADAL" clId="{E9054DD1-CDF4-4BE2-A4C5-BD4B0395A89E}" dt="2026-07-18T00:42:23.569" v="21221" actId="114"/>
        <pc:sldMkLst>
          <pc:docMk/>
          <pc:sldMk cId="2110894095" sldId="304"/>
        </pc:sldMkLst>
        <pc:spChg chg="add mod">
          <ac:chgData name="DOWTY, PETER (DNR)" userId="01cf875a-4e15-4928-8f93-7a0dfa1efb6b" providerId="ADAL" clId="{E9054DD1-CDF4-4BE2-A4C5-BD4B0395A89E}" dt="2026-07-16T18:43:59.745" v="21189" actId="692"/>
          <ac:spMkLst>
            <pc:docMk/>
            <pc:sldMk cId="2110894095" sldId="304"/>
            <ac:spMk id="2" creationId="{6E70B15B-5A04-7DDA-153D-CC02A3E0C64D}"/>
          </ac:spMkLst>
        </pc:spChg>
        <pc:spChg chg="mod">
          <ac:chgData name="DOWTY, PETER (DNR)" userId="01cf875a-4e15-4928-8f93-7a0dfa1efb6b" providerId="ADAL" clId="{E9054DD1-CDF4-4BE2-A4C5-BD4B0395A89E}" dt="2026-07-06T18:22:58.345" v="17460" actId="14100"/>
          <ac:spMkLst>
            <pc:docMk/>
            <pc:sldMk cId="2110894095" sldId="304"/>
            <ac:spMk id="5" creationId="{B4549503-DBBF-AB98-796C-BC52F201C067}"/>
          </ac:spMkLst>
        </pc:spChg>
        <pc:spChg chg="mod">
          <ac:chgData name="DOWTY, PETER (DNR)" userId="01cf875a-4e15-4928-8f93-7a0dfa1efb6b" providerId="ADAL" clId="{E9054DD1-CDF4-4BE2-A4C5-BD4B0395A89E}" dt="2026-07-15T20:59:35.284" v="21119" actId="1076"/>
          <ac:spMkLst>
            <pc:docMk/>
            <pc:sldMk cId="2110894095" sldId="304"/>
            <ac:spMk id="10" creationId="{988E3680-0C8B-5FA2-80EF-4E66112407A7}"/>
          </ac:spMkLst>
        </pc:spChg>
        <pc:spChg chg="mod">
          <ac:chgData name="DOWTY, PETER (DNR)" userId="01cf875a-4e15-4928-8f93-7a0dfa1efb6b" providerId="ADAL" clId="{E9054DD1-CDF4-4BE2-A4C5-BD4B0395A89E}" dt="2026-07-16T18:35:01.032" v="21187" actId="14861"/>
          <ac:spMkLst>
            <pc:docMk/>
            <pc:sldMk cId="2110894095" sldId="304"/>
            <ac:spMk id="18" creationId="{93206ECF-11F2-BD8C-69FC-060A6AA0F6D5}"/>
          </ac:spMkLst>
        </pc:spChg>
        <pc:spChg chg="add mod">
          <ac:chgData name="DOWTY, PETER (DNR)" userId="01cf875a-4e15-4928-8f93-7a0dfa1efb6b" providerId="ADAL" clId="{E9054DD1-CDF4-4BE2-A4C5-BD4B0395A89E}" dt="2026-07-18T00:33:29.172" v="21191" actId="1076"/>
          <ac:spMkLst>
            <pc:docMk/>
            <pc:sldMk cId="2110894095" sldId="304"/>
            <ac:spMk id="22" creationId="{88DC68B4-BF1D-0EE6-8C25-0368BE981085}"/>
          </ac:spMkLst>
        </pc:spChg>
        <pc:spChg chg="add mod">
          <ac:chgData name="DOWTY, PETER (DNR)" userId="01cf875a-4e15-4928-8f93-7a0dfa1efb6b" providerId="ADAL" clId="{E9054DD1-CDF4-4BE2-A4C5-BD4B0395A89E}" dt="2026-07-16T18:43:41.703" v="21188" actId="1582"/>
          <ac:spMkLst>
            <pc:docMk/>
            <pc:sldMk cId="2110894095" sldId="304"/>
            <ac:spMk id="23" creationId="{0444A720-0743-A403-29F0-D186B9756847}"/>
          </ac:spMkLst>
        </pc:spChg>
        <pc:spChg chg="mod">
          <ac:chgData name="DOWTY, PETER (DNR)" userId="01cf875a-4e15-4928-8f93-7a0dfa1efb6b" providerId="ADAL" clId="{E9054DD1-CDF4-4BE2-A4C5-BD4B0395A89E}" dt="2026-07-18T00:33:50.821" v="21194" actId="206"/>
          <ac:spMkLst>
            <pc:docMk/>
            <pc:sldMk cId="2110894095" sldId="304"/>
            <ac:spMk id="30" creationId="{FE4F82EB-1018-C6CF-B177-123EE9B65213}"/>
          </ac:spMkLst>
        </pc:spChg>
        <pc:spChg chg="add mod">
          <ac:chgData name="DOWTY, PETER (DNR)" userId="01cf875a-4e15-4928-8f93-7a0dfa1efb6b" providerId="ADAL" clId="{E9054DD1-CDF4-4BE2-A4C5-BD4B0395A89E}" dt="2026-07-06T18:12:43.579" v="17437" actId="1076"/>
          <ac:spMkLst>
            <pc:docMk/>
            <pc:sldMk cId="2110894095" sldId="304"/>
            <ac:spMk id="32" creationId="{043890F3-2FF5-3EE9-BEFE-029EBAE5476F}"/>
          </ac:spMkLst>
        </pc:spChg>
        <pc:spChg chg="add mod">
          <ac:chgData name="DOWTY, PETER (DNR)" userId="01cf875a-4e15-4928-8f93-7a0dfa1efb6b" providerId="ADAL" clId="{E9054DD1-CDF4-4BE2-A4C5-BD4B0395A89E}" dt="2026-07-01T13:43:28.197" v="15126" actId="404"/>
          <ac:spMkLst>
            <pc:docMk/>
            <pc:sldMk cId="2110894095" sldId="304"/>
            <ac:spMk id="38" creationId="{50175EB2-9FBE-7FBA-E6FA-88ED70757978}"/>
          </ac:spMkLst>
        </pc:spChg>
        <pc:spChg chg="add mod">
          <ac:chgData name="DOWTY, PETER (DNR)" userId="01cf875a-4e15-4928-8f93-7a0dfa1efb6b" providerId="ADAL" clId="{E9054DD1-CDF4-4BE2-A4C5-BD4B0395A89E}" dt="2026-07-01T14:24:34.635" v="15402" actId="20577"/>
          <ac:spMkLst>
            <pc:docMk/>
            <pc:sldMk cId="2110894095" sldId="304"/>
            <ac:spMk id="39" creationId="{34ACC4D5-9E72-0DAC-9681-B6ABD71BC02B}"/>
          </ac:spMkLst>
        </pc:spChg>
        <pc:spChg chg="add mod">
          <ac:chgData name="DOWTY, PETER (DNR)" userId="01cf875a-4e15-4928-8f93-7a0dfa1efb6b" providerId="ADAL" clId="{E9054DD1-CDF4-4BE2-A4C5-BD4B0395A89E}" dt="2026-07-01T14:02:20.877" v="15262" actId="1076"/>
          <ac:spMkLst>
            <pc:docMk/>
            <pc:sldMk cId="2110894095" sldId="304"/>
            <ac:spMk id="41" creationId="{601C28DC-7560-8771-161A-36CD251E943B}"/>
          </ac:spMkLst>
        </pc:spChg>
        <pc:spChg chg="add mod">
          <ac:chgData name="DOWTY, PETER (DNR)" userId="01cf875a-4e15-4928-8f93-7a0dfa1efb6b" providerId="ADAL" clId="{E9054DD1-CDF4-4BE2-A4C5-BD4B0395A89E}" dt="2026-07-10T14:58:55.728" v="18660" actId="20577"/>
          <ac:spMkLst>
            <pc:docMk/>
            <pc:sldMk cId="2110894095" sldId="304"/>
            <ac:spMk id="43" creationId="{D6889D99-37D1-BFB2-809A-41214F78FAE0}"/>
          </ac:spMkLst>
        </pc:spChg>
        <pc:spChg chg="add mod">
          <ac:chgData name="DOWTY, PETER (DNR)" userId="01cf875a-4e15-4928-8f93-7a0dfa1efb6b" providerId="ADAL" clId="{E9054DD1-CDF4-4BE2-A4C5-BD4B0395A89E}" dt="2026-07-01T14:03:23.408" v="15281" actId="14100"/>
          <ac:spMkLst>
            <pc:docMk/>
            <pc:sldMk cId="2110894095" sldId="304"/>
            <ac:spMk id="44" creationId="{6268258F-81FA-9AA1-054F-0FD315FE1092}"/>
          </ac:spMkLst>
        </pc:spChg>
        <pc:spChg chg="add mod">
          <ac:chgData name="DOWTY, PETER (DNR)" userId="01cf875a-4e15-4928-8f93-7a0dfa1efb6b" providerId="ADAL" clId="{E9054DD1-CDF4-4BE2-A4C5-BD4B0395A89E}" dt="2026-07-16T18:43:59.745" v="21189" actId="692"/>
          <ac:spMkLst>
            <pc:docMk/>
            <pc:sldMk cId="2110894095" sldId="304"/>
            <ac:spMk id="46" creationId="{3B1D2915-3037-DF3A-60E7-90C803308208}"/>
          </ac:spMkLst>
        </pc:spChg>
        <pc:spChg chg="add mod">
          <ac:chgData name="DOWTY, PETER (DNR)" userId="01cf875a-4e15-4928-8f93-7a0dfa1efb6b" providerId="ADAL" clId="{E9054DD1-CDF4-4BE2-A4C5-BD4B0395A89E}" dt="2026-07-16T18:33:23.912" v="21171" actId="692"/>
          <ac:spMkLst>
            <pc:docMk/>
            <pc:sldMk cId="2110894095" sldId="304"/>
            <ac:spMk id="49" creationId="{5F12D468-650B-9C62-B96E-CF05D21F9C2B}"/>
          </ac:spMkLst>
        </pc:spChg>
        <pc:spChg chg="add mod ord">
          <ac:chgData name="DOWTY, PETER (DNR)" userId="01cf875a-4e15-4928-8f93-7a0dfa1efb6b" providerId="ADAL" clId="{E9054DD1-CDF4-4BE2-A4C5-BD4B0395A89E}" dt="2026-07-16T18:33:32.418" v="21172" actId="692"/>
          <ac:spMkLst>
            <pc:docMk/>
            <pc:sldMk cId="2110894095" sldId="304"/>
            <ac:spMk id="51" creationId="{F676C0DB-C202-23B4-2B43-EC134E02B1B9}"/>
          </ac:spMkLst>
        </pc:spChg>
        <pc:spChg chg="add mod">
          <ac:chgData name="DOWTY, PETER (DNR)" userId="01cf875a-4e15-4928-8f93-7a0dfa1efb6b" providerId="ADAL" clId="{E9054DD1-CDF4-4BE2-A4C5-BD4B0395A89E}" dt="2026-07-18T00:42:23.569" v="21221" actId="114"/>
          <ac:spMkLst>
            <pc:docMk/>
            <pc:sldMk cId="2110894095" sldId="304"/>
            <ac:spMk id="52" creationId="{EA3DAA84-2857-6AEB-189A-1FE922530C4F}"/>
          </ac:spMkLst>
        </pc:spChg>
        <pc:grpChg chg="mod">
          <ac:chgData name="DOWTY, PETER (DNR)" userId="01cf875a-4e15-4928-8f93-7a0dfa1efb6b" providerId="ADAL" clId="{E9054DD1-CDF4-4BE2-A4C5-BD4B0395A89E}" dt="2026-07-15T20:59:28.041" v="21117" actId="14100"/>
          <ac:grpSpMkLst>
            <pc:docMk/>
            <pc:sldMk cId="2110894095" sldId="304"/>
            <ac:grpSpMk id="17" creationId="{E193D287-7A2C-4435-D7D6-FD0A99E1C201}"/>
          </ac:grpSpMkLst>
        </pc:grpChg>
        <pc:grpChg chg="add del mod">
          <ac:chgData name="DOWTY, PETER (DNR)" userId="01cf875a-4e15-4928-8f93-7a0dfa1efb6b" providerId="ADAL" clId="{E9054DD1-CDF4-4BE2-A4C5-BD4B0395A89E}" dt="2026-07-18T00:11:13.862" v="21190" actId="165"/>
          <ac:grpSpMkLst>
            <pc:docMk/>
            <pc:sldMk cId="2110894095" sldId="304"/>
            <ac:grpSpMk id="48" creationId="{1D4B5672-831D-3B6F-EAA4-4C53C59697FB}"/>
          </ac:grpSpMkLst>
        </pc:grpChg>
        <pc:picChg chg="mod">
          <ac:chgData name="DOWTY, PETER (DNR)" userId="01cf875a-4e15-4928-8f93-7a0dfa1efb6b" providerId="ADAL" clId="{E9054DD1-CDF4-4BE2-A4C5-BD4B0395A89E}" dt="2026-07-15T20:47:22.060" v="21100" actId="1076"/>
          <ac:picMkLst>
            <pc:docMk/>
            <pc:sldMk cId="2110894095" sldId="304"/>
            <ac:picMk id="6" creationId="{B7C82D8D-5066-1592-E185-16107D664398}"/>
          </ac:picMkLst>
        </pc:picChg>
        <pc:picChg chg="add mod topLvl modCrop">
          <ac:chgData name="DOWTY, PETER (DNR)" userId="01cf875a-4e15-4928-8f93-7a0dfa1efb6b" providerId="ADAL" clId="{E9054DD1-CDF4-4BE2-A4C5-BD4B0395A89E}" dt="2026-07-18T00:11:13.862" v="21190" actId="165"/>
          <ac:picMkLst>
            <pc:docMk/>
            <pc:sldMk cId="2110894095" sldId="304"/>
            <ac:picMk id="26" creationId="{D2FD90F0-5669-F9F1-3855-97B9A28A91D2}"/>
          </ac:picMkLst>
        </pc:picChg>
        <pc:picChg chg="add mod topLvl">
          <ac:chgData name="DOWTY, PETER (DNR)" userId="01cf875a-4e15-4928-8f93-7a0dfa1efb6b" providerId="ADAL" clId="{E9054DD1-CDF4-4BE2-A4C5-BD4B0395A89E}" dt="2026-07-18T00:11:13.862" v="21190" actId="165"/>
          <ac:picMkLst>
            <pc:docMk/>
            <pc:sldMk cId="2110894095" sldId="304"/>
            <ac:picMk id="37" creationId="{85574A68-DD5B-DE77-7EC1-58F74E71E9D9}"/>
          </ac:picMkLst>
        </pc:picChg>
        <pc:picChg chg="add mod topLvl">
          <ac:chgData name="DOWTY, PETER (DNR)" userId="01cf875a-4e15-4928-8f93-7a0dfa1efb6b" providerId="ADAL" clId="{E9054DD1-CDF4-4BE2-A4C5-BD4B0395A89E}" dt="2026-07-18T00:11:13.862" v="21190" actId="165"/>
          <ac:picMkLst>
            <pc:docMk/>
            <pc:sldMk cId="2110894095" sldId="304"/>
            <ac:picMk id="42" creationId="{8E90EB6A-4380-6801-67F2-1B3007487914}"/>
          </ac:picMkLst>
        </pc:picChg>
        <pc:picChg chg="add mod topLvl">
          <ac:chgData name="DOWTY, PETER (DNR)" userId="01cf875a-4e15-4928-8f93-7a0dfa1efb6b" providerId="ADAL" clId="{E9054DD1-CDF4-4BE2-A4C5-BD4B0395A89E}" dt="2026-07-18T00:11:13.862" v="21190" actId="165"/>
          <ac:picMkLst>
            <pc:docMk/>
            <pc:sldMk cId="2110894095" sldId="304"/>
            <ac:picMk id="47" creationId="{04349307-160E-4855-7AC4-420FC580DD99}"/>
          </ac:picMkLst>
        </pc:picChg>
      </pc:sldChg>
      <pc:sldChg chg="addSp modSp mod">
        <pc:chgData name="DOWTY, PETER (DNR)" userId="01cf875a-4e15-4928-8f93-7a0dfa1efb6b" providerId="ADAL" clId="{E9054DD1-CDF4-4BE2-A4C5-BD4B0395A89E}" dt="2026-07-14T18:48:17.046" v="19905" actId="14100"/>
        <pc:sldMkLst>
          <pc:docMk/>
          <pc:sldMk cId="4159988265" sldId="305"/>
        </pc:sldMkLst>
        <pc:spChg chg="mod">
          <ac:chgData name="DOWTY, PETER (DNR)" userId="01cf875a-4e15-4928-8f93-7a0dfa1efb6b" providerId="ADAL" clId="{E9054DD1-CDF4-4BE2-A4C5-BD4B0395A89E}" dt="2026-07-14T18:31:10.207" v="19841" actId="1076"/>
          <ac:spMkLst>
            <pc:docMk/>
            <pc:sldMk cId="4159988265" sldId="305"/>
            <ac:spMk id="12" creationId="{93C45B0B-353C-0F8F-7856-80F852E7F70F}"/>
          </ac:spMkLst>
        </pc:spChg>
        <pc:spChg chg="mod">
          <ac:chgData name="DOWTY, PETER (DNR)" userId="01cf875a-4e15-4928-8f93-7a0dfa1efb6b" providerId="ADAL" clId="{E9054DD1-CDF4-4BE2-A4C5-BD4B0395A89E}" dt="2026-07-14T18:48:17.046" v="19905" actId="14100"/>
          <ac:spMkLst>
            <pc:docMk/>
            <pc:sldMk cId="4159988265" sldId="305"/>
            <ac:spMk id="31" creationId="{C1579EA5-C65F-50D5-12CD-89C6C777B55D}"/>
          </ac:spMkLst>
        </pc:spChg>
        <pc:picChg chg="mod">
          <ac:chgData name="DOWTY, PETER (DNR)" userId="01cf875a-4e15-4928-8f93-7a0dfa1efb6b" providerId="ADAL" clId="{E9054DD1-CDF4-4BE2-A4C5-BD4B0395A89E}" dt="2026-07-08T13:43:28.456" v="17461" actId="1076"/>
          <ac:picMkLst>
            <pc:docMk/>
            <pc:sldMk cId="4159988265" sldId="305"/>
            <ac:picMk id="32" creationId="{44A6A421-F46D-F22F-F7E2-8B4889E272EB}"/>
          </ac:picMkLst>
        </pc:picChg>
      </pc:sldChg>
      <pc:sldChg chg="addSp delSp modSp mod">
        <pc:chgData name="DOWTY, PETER (DNR)" userId="01cf875a-4e15-4928-8f93-7a0dfa1efb6b" providerId="ADAL" clId="{E9054DD1-CDF4-4BE2-A4C5-BD4B0395A89E}" dt="2026-07-18T00:39:13.946" v="21196" actId="20577"/>
        <pc:sldMkLst>
          <pc:docMk/>
          <pc:sldMk cId="2602005344" sldId="306"/>
        </pc:sldMkLst>
        <pc:spChg chg="add mod">
          <ac:chgData name="DOWTY, PETER (DNR)" userId="01cf875a-4e15-4928-8f93-7a0dfa1efb6b" providerId="ADAL" clId="{E9054DD1-CDF4-4BE2-A4C5-BD4B0395A89E}" dt="2026-07-18T00:39:13.946" v="21196" actId="20577"/>
          <ac:spMkLst>
            <pc:docMk/>
            <pc:sldMk cId="2602005344" sldId="306"/>
            <ac:spMk id="2" creationId="{C50BA159-FE68-C72B-F7CF-110239B6D952}"/>
          </ac:spMkLst>
        </pc:spChg>
      </pc:sldChg>
      <pc:sldChg chg="addSp delSp modSp new mod ord">
        <pc:chgData name="DOWTY, PETER (DNR)" userId="01cf875a-4e15-4928-8f93-7a0dfa1efb6b" providerId="ADAL" clId="{E9054DD1-CDF4-4BE2-A4C5-BD4B0395A89E}" dt="2026-07-13T21:51:41.878" v="19497" actId="1076"/>
        <pc:sldMkLst>
          <pc:docMk/>
          <pc:sldMk cId="2867469800" sldId="308"/>
        </pc:sldMkLst>
        <pc:spChg chg="add mod">
          <ac:chgData name="DOWTY, PETER (DNR)" userId="01cf875a-4e15-4928-8f93-7a0dfa1efb6b" providerId="ADAL" clId="{E9054DD1-CDF4-4BE2-A4C5-BD4B0395A89E}" dt="2026-07-08T17:41:16.835" v="17853" actId="207"/>
          <ac:spMkLst>
            <pc:docMk/>
            <pc:sldMk cId="2867469800" sldId="308"/>
            <ac:spMk id="8" creationId="{9A52C0AB-D9FA-E600-6424-10C96A8681C1}"/>
          </ac:spMkLst>
        </pc:spChg>
        <pc:picChg chg="add mod">
          <ac:chgData name="DOWTY, PETER (DNR)" userId="01cf875a-4e15-4928-8f93-7a0dfa1efb6b" providerId="ADAL" clId="{E9054DD1-CDF4-4BE2-A4C5-BD4B0395A89E}" dt="2026-07-13T21:51:41.878" v="19497" actId="1076"/>
          <ac:picMkLst>
            <pc:docMk/>
            <pc:sldMk cId="2867469800" sldId="308"/>
            <ac:picMk id="3" creationId="{25AC8D09-9800-E593-F48B-25EC7FF3352D}"/>
          </ac:picMkLst>
        </pc:picChg>
      </pc:sldChg>
      <pc:sldChg chg="addSp delSp modSp mod">
        <pc:chgData name="DOWTY, PETER (DNR)" userId="01cf875a-4e15-4928-8f93-7a0dfa1efb6b" providerId="ADAL" clId="{E9054DD1-CDF4-4BE2-A4C5-BD4B0395A89E}" dt="2026-07-08T17:57:21.508" v="17926" actId="1076"/>
        <pc:sldMkLst>
          <pc:docMk/>
          <pc:sldMk cId="4122703943" sldId="309"/>
        </pc:sldMkLst>
        <pc:spChg chg="add mod">
          <ac:chgData name="DOWTY, PETER (DNR)" userId="01cf875a-4e15-4928-8f93-7a0dfa1efb6b" providerId="ADAL" clId="{E9054DD1-CDF4-4BE2-A4C5-BD4B0395A89E}" dt="2026-07-06T16:40:52.288" v="16958" actId="1076"/>
          <ac:spMkLst>
            <pc:docMk/>
            <pc:sldMk cId="4122703943" sldId="309"/>
            <ac:spMk id="3" creationId="{1C3B4460-775F-4A7D-931A-0E55936CF9F5}"/>
          </ac:spMkLst>
        </pc:spChg>
        <pc:spChg chg="add mod">
          <ac:chgData name="DOWTY, PETER (DNR)" userId="01cf875a-4e15-4928-8f93-7a0dfa1efb6b" providerId="ADAL" clId="{E9054DD1-CDF4-4BE2-A4C5-BD4B0395A89E}" dt="2026-07-08T17:56:19.146" v="17921" actId="1076"/>
          <ac:spMkLst>
            <pc:docMk/>
            <pc:sldMk cId="4122703943" sldId="309"/>
            <ac:spMk id="4" creationId="{F0CB2988-1FD2-C7C9-7E81-9B9612392ED2}"/>
          </ac:spMkLst>
        </pc:spChg>
        <pc:spChg chg="add mod">
          <ac:chgData name="DOWTY, PETER (DNR)" userId="01cf875a-4e15-4928-8f93-7a0dfa1efb6b" providerId="ADAL" clId="{E9054DD1-CDF4-4BE2-A4C5-BD4B0395A89E}" dt="2026-07-06T16:41:09.782" v="16961" actId="1076"/>
          <ac:spMkLst>
            <pc:docMk/>
            <pc:sldMk cId="4122703943" sldId="309"/>
            <ac:spMk id="5" creationId="{066D9B2E-AE2A-5BE8-C8FD-068AED99B631}"/>
          </ac:spMkLst>
        </pc:spChg>
        <pc:spChg chg="add mod">
          <ac:chgData name="DOWTY, PETER (DNR)" userId="01cf875a-4e15-4928-8f93-7a0dfa1efb6b" providerId="ADAL" clId="{E9054DD1-CDF4-4BE2-A4C5-BD4B0395A89E}" dt="2026-07-08T17:57:21.508" v="17926" actId="1076"/>
          <ac:spMkLst>
            <pc:docMk/>
            <pc:sldMk cId="4122703943" sldId="309"/>
            <ac:spMk id="16" creationId="{6B45245D-712C-04AD-B439-B491E69C9EDB}"/>
          </ac:spMkLst>
        </pc:spChg>
        <pc:spChg chg="add mod">
          <ac:chgData name="DOWTY, PETER (DNR)" userId="01cf875a-4e15-4928-8f93-7a0dfa1efb6b" providerId="ADAL" clId="{E9054DD1-CDF4-4BE2-A4C5-BD4B0395A89E}" dt="2026-07-06T16:42:29.890" v="16990" actId="1076"/>
          <ac:spMkLst>
            <pc:docMk/>
            <pc:sldMk cId="4122703943" sldId="309"/>
            <ac:spMk id="17" creationId="{EF9197D4-A805-A720-88F7-38D30A81F549}"/>
          </ac:spMkLst>
        </pc:spChg>
        <pc:spChg chg="add mod">
          <ac:chgData name="DOWTY, PETER (DNR)" userId="01cf875a-4e15-4928-8f93-7a0dfa1efb6b" providerId="ADAL" clId="{E9054DD1-CDF4-4BE2-A4C5-BD4B0395A89E}" dt="2026-07-06T16:41:38.491" v="16987" actId="1076"/>
          <ac:spMkLst>
            <pc:docMk/>
            <pc:sldMk cId="4122703943" sldId="309"/>
            <ac:spMk id="20" creationId="{C4E873BA-25A3-68E2-410D-6D2919FFA618}"/>
          </ac:spMkLst>
        </pc:spChg>
        <pc:picChg chg="add mod">
          <ac:chgData name="DOWTY, PETER (DNR)" userId="01cf875a-4e15-4928-8f93-7a0dfa1efb6b" providerId="ADAL" clId="{E9054DD1-CDF4-4BE2-A4C5-BD4B0395A89E}" dt="2026-07-08T17:57:12.194" v="17923" actId="14100"/>
          <ac:picMkLst>
            <pc:docMk/>
            <pc:sldMk cId="4122703943" sldId="309"/>
            <ac:picMk id="15" creationId="{B9EDE697-EC23-D763-47E8-663A703A8326}"/>
          </ac:picMkLst>
        </pc:picChg>
        <pc:cxnChg chg="add mod">
          <ac:chgData name="DOWTY, PETER (DNR)" userId="01cf875a-4e15-4928-8f93-7a0dfa1efb6b" providerId="ADAL" clId="{E9054DD1-CDF4-4BE2-A4C5-BD4B0395A89E}" dt="2026-07-06T16:41:03.671" v="16960" actId="208"/>
          <ac:cxnSpMkLst>
            <pc:docMk/>
            <pc:sldMk cId="4122703943" sldId="309"/>
            <ac:cxnSpMk id="19" creationId="{F44A555E-E03A-7915-4EDC-859AD0AE0F09}"/>
          </ac:cxnSpMkLst>
        </pc:cxnChg>
        <pc:cxnChg chg="add mod">
          <ac:chgData name="DOWTY, PETER (DNR)" userId="01cf875a-4e15-4928-8f93-7a0dfa1efb6b" providerId="ADAL" clId="{E9054DD1-CDF4-4BE2-A4C5-BD4B0395A89E}" dt="2026-07-06T16:41:46.884" v="16989" actId="208"/>
          <ac:cxnSpMkLst>
            <pc:docMk/>
            <pc:sldMk cId="4122703943" sldId="309"/>
            <ac:cxnSpMk id="22" creationId="{EF19D16C-237E-B536-81AC-5CD394D980FB}"/>
          </ac:cxnSpMkLst>
        </pc:cxnChg>
      </pc:sldChg>
      <pc:sldChg chg="addSp modSp mod">
        <pc:chgData name="DOWTY, PETER (DNR)" userId="01cf875a-4e15-4928-8f93-7a0dfa1efb6b" providerId="ADAL" clId="{E9054DD1-CDF4-4BE2-A4C5-BD4B0395A89E}" dt="2026-07-13T14:32:39.387" v="19193" actId="20577"/>
        <pc:sldMkLst>
          <pc:docMk/>
          <pc:sldMk cId="82484586" sldId="313"/>
        </pc:sldMkLst>
        <pc:spChg chg="add mod">
          <ac:chgData name="DOWTY, PETER (DNR)" userId="01cf875a-4e15-4928-8f93-7a0dfa1efb6b" providerId="ADAL" clId="{E9054DD1-CDF4-4BE2-A4C5-BD4B0395A89E}" dt="2026-07-13T14:32:39.387" v="19193" actId="20577"/>
          <ac:spMkLst>
            <pc:docMk/>
            <pc:sldMk cId="82484586" sldId="313"/>
            <ac:spMk id="2" creationId="{6702C91B-830F-E4FC-80D8-C4C0B37FAA36}"/>
          </ac:spMkLst>
        </pc:spChg>
      </pc:sldChg>
      <pc:sldChg chg="addSp modSp mod">
        <pc:chgData name="DOWTY, PETER (DNR)" userId="01cf875a-4e15-4928-8f93-7a0dfa1efb6b" providerId="ADAL" clId="{E9054DD1-CDF4-4BE2-A4C5-BD4B0395A89E}" dt="2026-07-06T15:30:20.978" v="16212" actId="20577"/>
        <pc:sldMkLst>
          <pc:docMk/>
          <pc:sldMk cId="998013409" sldId="314"/>
        </pc:sldMkLst>
        <pc:spChg chg="add mod">
          <ac:chgData name="DOWTY, PETER (DNR)" userId="01cf875a-4e15-4928-8f93-7a0dfa1efb6b" providerId="ADAL" clId="{E9054DD1-CDF4-4BE2-A4C5-BD4B0395A89E}" dt="2026-07-06T15:30:20.978" v="16212" actId="20577"/>
          <ac:spMkLst>
            <pc:docMk/>
            <pc:sldMk cId="998013409" sldId="314"/>
            <ac:spMk id="2" creationId="{F2DAF7F2-A66B-DADE-6ABC-8B628683C918}"/>
          </ac:spMkLst>
        </pc:spChg>
        <pc:spChg chg="mod">
          <ac:chgData name="DOWTY, PETER (DNR)" userId="01cf875a-4e15-4928-8f93-7a0dfa1efb6b" providerId="ADAL" clId="{E9054DD1-CDF4-4BE2-A4C5-BD4B0395A89E}" dt="2026-07-06T15:29:47.740" v="16158" actId="1076"/>
          <ac:spMkLst>
            <pc:docMk/>
            <pc:sldMk cId="998013409" sldId="314"/>
            <ac:spMk id="3" creationId="{0D63B6A4-E5D3-0A68-A9DA-5269C8611359}"/>
          </ac:spMkLst>
        </pc:spChg>
      </pc:sldChg>
      <pc:sldChg chg="new setBg">
        <pc:chgData name="DOWTY, PETER (DNR)" userId="01cf875a-4e15-4928-8f93-7a0dfa1efb6b" providerId="ADAL" clId="{E9054DD1-CDF4-4BE2-A4C5-BD4B0395A89E}" dt="2026-06-30T21:48:02.638" v="14910"/>
        <pc:sldMkLst>
          <pc:docMk/>
          <pc:sldMk cId="1139356581" sldId="315"/>
        </pc:sldMkLst>
      </pc:sldChg>
      <pc:sldChg chg="new setBg">
        <pc:chgData name="DOWTY, PETER (DNR)" userId="01cf875a-4e15-4928-8f93-7a0dfa1efb6b" providerId="ADAL" clId="{E9054DD1-CDF4-4BE2-A4C5-BD4B0395A89E}" dt="2026-07-01T14:20:35.652" v="15365"/>
        <pc:sldMkLst>
          <pc:docMk/>
          <pc:sldMk cId="717612022" sldId="316"/>
        </pc:sldMkLst>
      </pc:sldChg>
      <pc:sldChg chg="addSp modSp new mod">
        <pc:chgData name="DOWTY, PETER (DNR)" userId="01cf875a-4e15-4928-8f93-7a0dfa1efb6b" providerId="ADAL" clId="{E9054DD1-CDF4-4BE2-A4C5-BD4B0395A89E}" dt="2026-07-06T16:48:27.584" v="17035" actId="20577"/>
        <pc:sldMkLst>
          <pc:docMk/>
          <pc:sldMk cId="2362947084" sldId="317"/>
        </pc:sldMkLst>
        <pc:spChg chg="add mod">
          <ac:chgData name="DOWTY, PETER (DNR)" userId="01cf875a-4e15-4928-8f93-7a0dfa1efb6b" providerId="ADAL" clId="{E9054DD1-CDF4-4BE2-A4C5-BD4B0395A89E}" dt="2026-07-06T16:48:27.584" v="17035" actId="20577"/>
          <ac:spMkLst>
            <pc:docMk/>
            <pc:sldMk cId="2362947084" sldId="317"/>
            <ac:spMk id="2" creationId="{E9ACDB6C-E349-08C4-35D5-DF3477863356}"/>
          </ac:spMkLst>
        </pc:spChg>
      </pc:sldChg>
      <pc:sldChg chg="new setBg">
        <pc:chgData name="DOWTY, PETER (DNR)" userId="01cf875a-4e15-4928-8f93-7a0dfa1efb6b" providerId="ADAL" clId="{E9054DD1-CDF4-4BE2-A4C5-BD4B0395A89E}" dt="2026-07-01T16:38:31.020" v="15842"/>
        <pc:sldMkLst>
          <pc:docMk/>
          <pc:sldMk cId="813655202" sldId="318"/>
        </pc:sldMkLst>
      </pc:sldChg>
      <pc:sldChg chg="addSp new mod ord">
        <pc:chgData name="DOWTY, PETER (DNR)" userId="01cf875a-4e15-4928-8f93-7a0dfa1efb6b" providerId="ADAL" clId="{E9054DD1-CDF4-4BE2-A4C5-BD4B0395A89E}" dt="2026-07-15T16:10:22.712" v="20939"/>
        <pc:sldMkLst>
          <pc:docMk/>
          <pc:sldMk cId="4106245613" sldId="319"/>
        </pc:sldMkLst>
        <pc:picChg chg="add">
          <ac:chgData name="DOWTY, PETER (DNR)" userId="01cf875a-4e15-4928-8f93-7a0dfa1efb6b" providerId="ADAL" clId="{E9054DD1-CDF4-4BE2-A4C5-BD4B0395A89E}" dt="2026-07-06T16:47:22.890" v="16992" actId="22"/>
          <ac:picMkLst>
            <pc:docMk/>
            <pc:sldMk cId="4106245613" sldId="319"/>
            <ac:picMk id="3" creationId="{FF837BF4-CBA7-08DE-D65C-B9483F1AB3C0}"/>
          </ac:picMkLst>
        </pc:picChg>
      </pc:sldChg>
      <pc:sldChg chg="addSp delSp modSp new mod">
        <pc:chgData name="DOWTY, PETER (DNR)" userId="01cf875a-4e15-4928-8f93-7a0dfa1efb6b" providerId="ADAL" clId="{E9054DD1-CDF4-4BE2-A4C5-BD4B0395A89E}" dt="2026-07-10T15:44:23.947" v="18709" actId="1076"/>
        <pc:sldMkLst>
          <pc:docMk/>
          <pc:sldMk cId="838302798" sldId="320"/>
        </pc:sldMkLst>
        <pc:spChg chg="add mod">
          <ac:chgData name="DOWTY, PETER (DNR)" userId="01cf875a-4e15-4928-8f93-7a0dfa1efb6b" providerId="ADAL" clId="{E9054DD1-CDF4-4BE2-A4C5-BD4B0395A89E}" dt="2026-07-10T15:44:23.947" v="18709" actId="1076"/>
          <ac:spMkLst>
            <pc:docMk/>
            <pc:sldMk cId="838302798" sldId="320"/>
            <ac:spMk id="2" creationId="{AF042EAC-9DAB-B183-96F5-A5C07330F904}"/>
          </ac:spMkLst>
        </pc:spChg>
        <pc:spChg chg="mod">
          <ac:chgData name="DOWTY, PETER (DNR)" userId="01cf875a-4e15-4928-8f93-7a0dfa1efb6b" providerId="ADAL" clId="{E9054DD1-CDF4-4BE2-A4C5-BD4B0395A89E}" dt="2026-07-08T17:36:48.502" v="17772"/>
          <ac:spMkLst>
            <pc:docMk/>
            <pc:sldMk cId="838302798" sldId="320"/>
            <ac:spMk id="7" creationId="{657ABFCD-4CDB-0CEC-2CEC-8D3A1954888A}"/>
          </ac:spMkLst>
        </pc:spChg>
        <pc:spChg chg="add mod">
          <ac:chgData name="DOWTY, PETER (DNR)" userId="01cf875a-4e15-4928-8f93-7a0dfa1efb6b" providerId="ADAL" clId="{E9054DD1-CDF4-4BE2-A4C5-BD4B0395A89E}" dt="2026-07-08T17:37:59.880" v="17781" actId="1076"/>
          <ac:spMkLst>
            <pc:docMk/>
            <pc:sldMk cId="838302798" sldId="320"/>
            <ac:spMk id="8" creationId="{CD94B28A-B451-90B8-4E52-48DEA3B784D6}"/>
          </ac:spMkLst>
        </pc:spChg>
        <pc:spChg chg="add mod">
          <ac:chgData name="DOWTY, PETER (DNR)" userId="01cf875a-4e15-4928-8f93-7a0dfa1efb6b" providerId="ADAL" clId="{E9054DD1-CDF4-4BE2-A4C5-BD4B0395A89E}" dt="2026-07-10T15:44:20.545" v="18708" actId="1076"/>
          <ac:spMkLst>
            <pc:docMk/>
            <pc:sldMk cId="838302798" sldId="320"/>
            <ac:spMk id="9" creationId="{F113ED1F-CFE4-8C96-6CD0-C1D19C63C844}"/>
          </ac:spMkLst>
        </pc:spChg>
        <pc:spChg chg="add mod">
          <ac:chgData name="DOWTY, PETER (DNR)" userId="01cf875a-4e15-4928-8f93-7a0dfa1efb6b" providerId="ADAL" clId="{E9054DD1-CDF4-4BE2-A4C5-BD4B0395A89E}" dt="2026-07-10T15:44:15.933" v="18707" actId="20577"/>
          <ac:spMkLst>
            <pc:docMk/>
            <pc:sldMk cId="838302798" sldId="320"/>
            <ac:spMk id="11" creationId="{1692025A-5A58-DC79-FAC3-4CB203A3A602}"/>
          </ac:spMkLst>
        </pc:spChg>
        <pc:grpChg chg="add mod">
          <ac:chgData name="DOWTY, PETER (DNR)" userId="01cf875a-4e15-4928-8f93-7a0dfa1efb6b" providerId="ADAL" clId="{E9054DD1-CDF4-4BE2-A4C5-BD4B0395A89E}" dt="2026-07-08T17:38:02.589" v="17782" actId="1076"/>
          <ac:grpSpMkLst>
            <pc:docMk/>
            <pc:sldMk cId="838302798" sldId="320"/>
            <ac:grpSpMk id="5" creationId="{56E16673-F28C-0B69-1AF6-6F353353535B}"/>
          </ac:grpSpMkLst>
        </pc:grpChg>
        <pc:picChg chg="mod">
          <ac:chgData name="DOWTY, PETER (DNR)" userId="01cf875a-4e15-4928-8f93-7a0dfa1efb6b" providerId="ADAL" clId="{E9054DD1-CDF4-4BE2-A4C5-BD4B0395A89E}" dt="2026-07-08T17:36:48.502" v="17772"/>
          <ac:picMkLst>
            <pc:docMk/>
            <pc:sldMk cId="838302798" sldId="320"/>
            <ac:picMk id="6" creationId="{020ABBAB-61DF-B4F2-5F89-CE4002624B63}"/>
          </ac:picMkLst>
        </pc:picChg>
        <pc:picChg chg="add mod ord">
          <ac:chgData name="DOWTY, PETER (DNR)" userId="01cf875a-4e15-4928-8f93-7a0dfa1efb6b" providerId="ADAL" clId="{E9054DD1-CDF4-4BE2-A4C5-BD4B0395A89E}" dt="2026-07-10T15:44:02.589" v="18704" actId="167"/>
          <ac:picMkLst>
            <pc:docMk/>
            <pc:sldMk cId="838302798" sldId="320"/>
            <ac:picMk id="13" creationId="{CFD3B72E-A0CF-C12E-CCB3-DDE47599ECDD}"/>
          </ac:picMkLst>
        </pc:picChg>
      </pc:sldChg>
      <pc:sldChg chg="addSp modSp new mod">
        <pc:chgData name="DOWTY, PETER (DNR)" userId="01cf875a-4e15-4928-8f93-7a0dfa1efb6b" providerId="ADAL" clId="{E9054DD1-CDF4-4BE2-A4C5-BD4B0395A89E}" dt="2026-07-15T16:08:05.348" v="20931" actId="20577"/>
        <pc:sldMkLst>
          <pc:docMk/>
          <pc:sldMk cId="1390265288" sldId="321"/>
        </pc:sldMkLst>
        <pc:spChg chg="add mod">
          <ac:chgData name="DOWTY, PETER (DNR)" userId="01cf875a-4e15-4928-8f93-7a0dfa1efb6b" providerId="ADAL" clId="{E9054DD1-CDF4-4BE2-A4C5-BD4B0395A89E}" dt="2026-07-09T14:58:45.063" v="17975" actId="14100"/>
          <ac:spMkLst>
            <pc:docMk/>
            <pc:sldMk cId="1390265288" sldId="321"/>
            <ac:spMk id="3" creationId="{971192B7-CF13-2F5D-EFDC-87D45C8D1C0A}"/>
          </ac:spMkLst>
        </pc:spChg>
        <pc:spChg chg="add mod">
          <ac:chgData name="DOWTY, PETER (DNR)" userId="01cf875a-4e15-4928-8f93-7a0dfa1efb6b" providerId="ADAL" clId="{E9054DD1-CDF4-4BE2-A4C5-BD4B0395A89E}" dt="2026-07-15T16:08:05.348" v="20931" actId="20577"/>
          <ac:spMkLst>
            <pc:docMk/>
            <pc:sldMk cId="1390265288" sldId="321"/>
            <ac:spMk id="4" creationId="{ACFB62B7-D310-1D0C-72B3-EB5DF9D5AFB9}"/>
          </ac:spMkLst>
        </pc:spChg>
      </pc:sldChg>
      <pc:sldChg chg="addSp delSp modSp new mod">
        <pc:chgData name="DOWTY, PETER (DNR)" userId="01cf875a-4e15-4928-8f93-7a0dfa1efb6b" providerId="ADAL" clId="{E9054DD1-CDF4-4BE2-A4C5-BD4B0395A89E}" dt="2026-07-10T16:35:39.811" v="18715" actId="478"/>
        <pc:sldMkLst>
          <pc:docMk/>
          <pc:sldMk cId="2340436106" sldId="322"/>
        </pc:sldMkLst>
      </pc:sldChg>
      <pc:sldChg chg="addSp modSp new mod">
        <pc:chgData name="DOWTY, PETER (DNR)" userId="01cf875a-4e15-4928-8f93-7a0dfa1efb6b" providerId="ADAL" clId="{E9054DD1-CDF4-4BE2-A4C5-BD4B0395A89E}" dt="2026-07-09T19:44:04.818" v="18507" actId="14100"/>
        <pc:sldMkLst>
          <pc:docMk/>
          <pc:sldMk cId="539647335" sldId="323"/>
        </pc:sldMkLst>
        <pc:spChg chg="add mod ord">
          <ac:chgData name="DOWTY, PETER (DNR)" userId="01cf875a-4e15-4928-8f93-7a0dfa1efb6b" providerId="ADAL" clId="{E9054DD1-CDF4-4BE2-A4C5-BD4B0395A89E}" dt="2026-07-09T19:44:04.818" v="18507" actId="14100"/>
          <ac:spMkLst>
            <pc:docMk/>
            <pc:sldMk cId="539647335" sldId="323"/>
            <ac:spMk id="6" creationId="{295143A7-8A2A-DE68-3421-76F51E65CDEB}"/>
          </ac:spMkLst>
        </pc:spChg>
        <pc:spChg chg="add mod">
          <ac:chgData name="DOWTY, PETER (DNR)" userId="01cf875a-4e15-4928-8f93-7a0dfa1efb6b" providerId="ADAL" clId="{E9054DD1-CDF4-4BE2-A4C5-BD4B0395A89E}" dt="2026-07-09T19:34:58.026" v="18381" actId="14100"/>
          <ac:spMkLst>
            <pc:docMk/>
            <pc:sldMk cId="539647335" sldId="323"/>
            <ac:spMk id="8" creationId="{4768F5E5-1590-90B4-01D1-77E82BEA3647}"/>
          </ac:spMkLst>
        </pc:spChg>
        <pc:spChg chg="add mod">
          <ac:chgData name="DOWTY, PETER (DNR)" userId="01cf875a-4e15-4928-8f93-7a0dfa1efb6b" providerId="ADAL" clId="{E9054DD1-CDF4-4BE2-A4C5-BD4B0395A89E}" dt="2026-07-09T19:35:20.627" v="18383" actId="1076"/>
          <ac:spMkLst>
            <pc:docMk/>
            <pc:sldMk cId="539647335" sldId="323"/>
            <ac:spMk id="10" creationId="{085171CA-47E9-6D0E-92BC-529FF6CE6542}"/>
          </ac:spMkLst>
        </pc:spChg>
        <pc:spChg chg="add mod">
          <ac:chgData name="DOWTY, PETER (DNR)" userId="01cf875a-4e15-4928-8f93-7a0dfa1efb6b" providerId="ADAL" clId="{E9054DD1-CDF4-4BE2-A4C5-BD4B0395A89E}" dt="2026-07-09T19:38:47.437" v="18444" actId="20577"/>
          <ac:spMkLst>
            <pc:docMk/>
            <pc:sldMk cId="539647335" sldId="323"/>
            <ac:spMk id="11" creationId="{85A0B97A-DAEE-FA2E-8F56-22265803EA35}"/>
          </ac:spMkLst>
        </pc:spChg>
        <pc:spChg chg="add mod">
          <ac:chgData name="DOWTY, PETER (DNR)" userId="01cf875a-4e15-4928-8f93-7a0dfa1efb6b" providerId="ADAL" clId="{E9054DD1-CDF4-4BE2-A4C5-BD4B0395A89E}" dt="2026-07-09T19:39:16.419" v="18491" actId="20577"/>
          <ac:spMkLst>
            <pc:docMk/>
            <pc:sldMk cId="539647335" sldId="323"/>
            <ac:spMk id="13" creationId="{E22D7146-84AF-5919-E0F8-60F71516ABB0}"/>
          </ac:spMkLst>
        </pc:spChg>
        <pc:picChg chg="add mod modCrop">
          <ac:chgData name="DOWTY, PETER (DNR)" userId="01cf875a-4e15-4928-8f93-7a0dfa1efb6b" providerId="ADAL" clId="{E9054DD1-CDF4-4BE2-A4C5-BD4B0395A89E}" dt="2026-07-09T19:42:48.559" v="18496" actId="732"/>
          <ac:picMkLst>
            <pc:docMk/>
            <pc:sldMk cId="539647335" sldId="323"/>
            <ac:picMk id="3" creationId="{DCD556F8-9A31-49EB-B405-F6E4CDC9CA5C}"/>
          </ac:picMkLst>
        </pc:picChg>
        <pc:picChg chg="add mod">
          <ac:chgData name="DOWTY, PETER (DNR)" userId="01cf875a-4e15-4928-8f93-7a0dfa1efb6b" providerId="ADAL" clId="{E9054DD1-CDF4-4BE2-A4C5-BD4B0395A89E}" dt="2026-07-09T19:33:39.927" v="18373" actId="1076"/>
          <ac:picMkLst>
            <pc:docMk/>
            <pc:sldMk cId="539647335" sldId="323"/>
            <ac:picMk id="5" creationId="{B31C69A6-527C-FDE2-69AD-B29B8684856F}"/>
          </ac:picMkLst>
        </pc:picChg>
        <pc:picChg chg="add mod">
          <ac:chgData name="DOWTY, PETER (DNR)" userId="01cf875a-4e15-4928-8f93-7a0dfa1efb6b" providerId="ADAL" clId="{E9054DD1-CDF4-4BE2-A4C5-BD4B0395A89E}" dt="2026-07-09T19:43:34.293" v="18504" actId="14100"/>
          <ac:picMkLst>
            <pc:docMk/>
            <pc:sldMk cId="539647335" sldId="323"/>
            <ac:picMk id="15" creationId="{9BF1CE5D-EBFF-996F-B753-0220779748A6}"/>
          </ac:picMkLst>
        </pc:picChg>
      </pc:sldChg>
      <pc:sldChg chg="addSp delSp modSp add mod">
        <pc:chgData name="DOWTY, PETER (DNR)" userId="01cf875a-4e15-4928-8f93-7a0dfa1efb6b" providerId="ADAL" clId="{E9054DD1-CDF4-4BE2-A4C5-BD4B0395A89E}" dt="2026-07-09T20:11:05.989" v="18610"/>
        <pc:sldMkLst>
          <pc:docMk/>
          <pc:sldMk cId="2218220328" sldId="324"/>
        </pc:sldMkLst>
        <pc:spChg chg="mod">
          <ac:chgData name="DOWTY, PETER (DNR)" userId="01cf875a-4e15-4928-8f93-7a0dfa1efb6b" providerId="ADAL" clId="{E9054DD1-CDF4-4BE2-A4C5-BD4B0395A89E}" dt="2026-07-09T20:07:30.837" v="18567" actId="1076"/>
          <ac:spMkLst>
            <pc:docMk/>
            <pc:sldMk cId="2218220328" sldId="324"/>
            <ac:spMk id="6" creationId="{896BCA9C-7E37-0306-EAE2-FFBBB9E0C88B}"/>
          </ac:spMkLst>
        </pc:spChg>
        <pc:spChg chg="mod ord">
          <ac:chgData name="DOWTY, PETER (DNR)" userId="01cf875a-4e15-4928-8f93-7a0dfa1efb6b" providerId="ADAL" clId="{E9054DD1-CDF4-4BE2-A4C5-BD4B0395A89E}" dt="2026-07-09T20:08:01.876" v="18569" actId="14100"/>
          <ac:spMkLst>
            <pc:docMk/>
            <pc:sldMk cId="2218220328" sldId="324"/>
            <ac:spMk id="10" creationId="{73232765-423F-7717-6FBD-6D62AC61303F}"/>
          </ac:spMkLst>
        </pc:spChg>
        <pc:spChg chg="add mod">
          <ac:chgData name="DOWTY, PETER (DNR)" userId="01cf875a-4e15-4928-8f93-7a0dfa1efb6b" providerId="ADAL" clId="{E9054DD1-CDF4-4BE2-A4C5-BD4B0395A89E}" dt="2026-07-09T20:08:52.007" v="18594" actId="20577"/>
          <ac:spMkLst>
            <pc:docMk/>
            <pc:sldMk cId="2218220328" sldId="324"/>
            <ac:spMk id="18" creationId="{691040F9-1F25-B50B-416C-7E518F3E2521}"/>
          </ac:spMkLst>
        </pc:spChg>
        <pc:spChg chg="add mod">
          <ac:chgData name="DOWTY, PETER (DNR)" userId="01cf875a-4e15-4928-8f93-7a0dfa1efb6b" providerId="ADAL" clId="{E9054DD1-CDF4-4BE2-A4C5-BD4B0395A89E}" dt="2026-07-09T20:10:36.705" v="18605"/>
          <ac:spMkLst>
            <pc:docMk/>
            <pc:sldMk cId="2218220328" sldId="324"/>
            <ac:spMk id="21" creationId="{736C29A1-2D15-D2D4-19A6-D05E8E535839}"/>
          </ac:spMkLst>
        </pc:spChg>
        <pc:spChg chg="add mod">
          <ac:chgData name="DOWTY, PETER (DNR)" userId="01cf875a-4e15-4928-8f93-7a0dfa1efb6b" providerId="ADAL" clId="{E9054DD1-CDF4-4BE2-A4C5-BD4B0395A89E}" dt="2026-07-09T20:11:05.989" v="18610"/>
          <ac:spMkLst>
            <pc:docMk/>
            <pc:sldMk cId="2218220328" sldId="324"/>
            <ac:spMk id="22" creationId="{022BF48D-EB1C-0B4C-89EE-DFA6445D6B54}"/>
          </ac:spMkLst>
        </pc:spChg>
        <pc:picChg chg="add mod">
          <ac:chgData name="DOWTY, PETER (DNR)" userId="01cf875a-4e15-4928-8f93-7a0dfa1efb6b" providerId="ADAL" clId="{E9054DD1-CDF4-4BE2-A4C5-BD4B0395A89E}" dt="2026-07-09T20:05:13.317" v="18551" actId="1076"/>
          <ac:picMkLst>
            <pc:docMk/>
            <pc:sldMk cId="2218220328" sldId="324"/>
            <ac:picMk id="12" creationId="{217BD3A7-5F08-B37D-B9AF-190F8AC599BC}"/>
          </ac:picMkLst>
        </pc:picChg>
        <pc:picChg chg="add mod modCrop">
          <ac:chgData name="DOWTY, PETER (DNR)" userId="01cf875a-4e15-4928-8f93-7a0dfa1efb6b" providerId="ADAL" clId="{E9054DD1-CDF4-4BE2-A4C5-BD4B0395A89E}" dt="2026-07-09T20:06:15.439" v="18555" actId="732"/>
          <ac:picMkLst>
            <pc:docMk/>
            <pc:sldMk cId="2218220328" sldId="324"/>
            <ac:picMk id="16" creationId="{50982B78-C053-9C28-CEBC-1FD917158922}"/>
          </ac:picMkLst>
        </pc:picChg>
      </pc:sldChg>
      <pc:sldChg chg="addSp delSp modSp add mod ord">
        <pc:chgData name="DOWTY, PETER (DNR)" userId="01cf875a-4e15-4928-8f93-7a0dfa1efb6b" providerId="ADAL" clId="{E9054DD1-CDF4-4BE2-A4C5-BD4B0395A89E}" dt="2026-07-10T15:47:22.249" v="18712" actId="1036"/>
        <pc:sldMkLst>
          <pc:docMk/>
          <pc:sldMk cId="3566013658" sldId="325"/>
        </pc:sldMkLst>
        <pc:spChg chg="mod">
          <ac:chgData name="DOWTY, PETER (DNR)" userId="01cf875a-4e15-4928-8f93-7a0dfa1efb6b" providerId="ADAL" clId="{E9054DD1-CDF4-4BE2-A4C5-BD4B0395A89E}" dt="2026-07-10T15:47:22.249" v="18712" actId="1036"/>
          <ac:spMkLst>
            <pc:docMk/>
            <pc:sldMk cId="3566013658" sldId="325"/>
            <ac:spMk id="6" creationId="{1C30C2A5-1433-3985-BCF5-89F66939B668}"/>
          </ac:spMkLst>
        </pc:spChg>
        <pc:cxnChg chg="add mod">
          <ac:chgData name="DOWTY, PETER (DNR)" userId="01cf875a-4e15-4928-8f93-7a0dfa1efb6b" providerId="ADAL" clId="{E9054DD1-CDF4-4BE2-A4C5-BD4B0395A89E}" dt="2026-07-09T20:07:21.550" v="18566"/>
          <ac:cxnSpMkLst>
            <pc:docMk/>
            <pc:sldMk cId="3566013658" sldId="325"/>
            <ac:cxnSpMk id="4" creationId="{470CAECB-6DFD-98D8-F19D-B23D7E142B02}"/>
          </ac:cxnSpMkLst>
        </pc:cxnChg>
      </pc:sldChg>
      <pc:sldChg chg="addSp modSp new mod">
        <pc:chgData name="DOWTY, PETER (DNR)" userId="01cf875a-4e15-4928-8f93-7a0dfa1efb6b" providerId="ADAL" clId="{E9054DD1-CDF4-4BE2-A4C5-BD4B0395A89E}" dt="2026-07-10T15:48:20.026" v="18714" actId="22"/>
        <pc:sldMkLst>
          <pc:docMk/>
          <pc:sldMk cId="3658463853" sldId="326"/>
        </pc:sldMkLst>
        <pc:spChg chg="add mod">
          <ac:chgData name="DOWTY, PETER (DNR)" userId="01cf875a-4e15-4928-8f93-7a0dfa1efb6b" providerId="ADAL" clId="{E9054DD1-CDF4-4BE2-A4C5-BD4B0395A89E}" dt="2026-07-10T15:48:09.537" v="18713" actId="1076"/>
          <ac:spMkLst>
            <pc:docMk/>
            <pc:sldMk cId="3658463853" sldId="326"/>
            <ac:spMk id="8" creationId="{74B23B2C-ABE0-4A5C-7D03-8FD1194671A5}"/>
          </ac:spMkLst>
        </pc:spChg>
        <pc:spChg chg="add">
          <ac:chgData name="DOWTY, PETER (DNR)" userId="01cf875a-4e15-4928-8f93-7a0dfa1efb6b" providerId="ADAL" clId="{E9054DD1-CDF4-4BE2-A4C5-BD4B0395A89E}" dt="2026-07-10T15:48:20.026" v="18714" actId="22"/>
          <ac:spMkLst>
            <pc:docMk/>
            <pc:sldMk cId="3658463853" sldId="326"/>
            <ac:spMk id="9" creationId="{4286B381-3037-1E34-30C5-904439EF40C8}"/>
          </ac:spMkLst>
        </pc:spChg>
        <pc:spChg chg="add mod">
          <ac:chgData name="DOWTY, PETER (DNR)" userId="01cf875a-4e15-4928-8f93-7a0dfa1efb6b" providerId="ADAL" clId="{E9054DD1-CDF4-4BE2-A4C5-BD4B0395A89E}" dt="2026-07-10T15:48:09.537" v="18713" actId="1076"/>
          <ac:spMkLst>
            <pc:docMk/>
            <pc:sldMk cId="3658463853" sldId="326"/>
            <ac:spMk id="10" creationId="{8B79321C-C784-E931-F68A-3050B5C0DEA8}"/>
          </ac:spMkLst>
        </pc:spChg>
        <pc:spChg chg="add">
          <ac:chgData name="DOWTY, PETER (DNR)" userId="01cf875a-4e15-4928-8f93-7a0dfa1efb6b" providerId="ADAL" clId="{E9054DD1-CDF4-4BE2-A4C5-BD4B0395A89E}" dt="2026-07-10T15:48:20.026" v="18714" actId="22"/>
          <ac:spMkLst>
            <pc:docMk/>
            <pc:sldMk cId="3658463853" sldId="326"/>
            <ac:spMk id="14" creationId="{2DDBC539-542F-0C5B-7E85-16B2DE771528}"/>
          </ac:spMkLst>
        </pc:spChg>
        <pc:grpChg chg="add mod">
          <ac:chgData name="DOWTY, PETER (DNR)" userId="01cf875a-4e15-4928-8f93-7a0dfa1efb6b" providerId="ADAL" clId="{E9054DD1-CDF4-4BE2-A4C5-BD4B0395A89E}" dt="2026-07-10T15:48:09.537" v="18713" actId="1076"/>
          <ac:grpSpMkLst>
            <pc:docMk/>
            <pc:sldMk cId="3658463853" sldId="326"/>
            <ac:grpSpMk id="6" creationId="{F88E621F-76FA-B774-65C0-255C37BA90EA}"/>
          </ac:grpSpMkLst>
        </pc:grpChg>
        <pc:picChg chg="add mod">
          <ac:chgData name="DOWTY, PETER (DNR)" userId="01cf875a-4e15-4928-8f93-7a0dfa1efb6b" providerId="ADAL" clId="{E9054DD1-CDF4-4BE2-A4C5-BD4B0395A89E}" dt="2026-07-09T20:13:48.309" v="18616" actId="164"/>
          <ac:picMkLst>
            <pc:docMk/>
            <pc:sldMk cId="3658463853" sldId="326"/>
            <ac:picMk id="3" creationId="{BB0A0B45-C03D-EE3E-3CF2-803E48062F21}"/>
          </ac:picMkLst>
        </pc:picChg>
        <pc:picChg chg="add">
          <ac:chgData name="DOWTY, PETER (DNR)" userId="01cf875a-4e15-4928-8f93-7a0dfa1efb6b" providerId="ADAL" clId="{E9054DD1-CDF4-4BE2-A4C5-BD4B0395A89E}" dt="2026-07-10T15:48:20.026" v="18714" actId="22"/>
          <ac:picMkLst>
            <pc:docMk/>
            <pc:sldMk cId="3658463853" sldId="326"/>
            <ac:picMk id="4" creationId="{EF9E8502-F4C0-1502-A03F-DA9239A70A76}"/>
          </ac:picMkLst>
        </pc:picChg>
        <pc:picChg chg="add mod">
          <ac:chgData name="DOWTY, PETER (DNR)" userId="01cf875a-4e15-4928-8f93-7a0dfa1efb6b" providerId="ADAL" clId="{E9054DD1-CDF4-4BE2-A4C5-BD4B0395A89E}" dt="2026-07-09T20:13:48.309" v="18616" actId="164"/>
          <ac:picMkLst>
            <pc:docMk/>
            <pc:sldMk cId="3658463853" sldId="326"/>
            <ac:picMk id="5" creationId="{0570A9F0-0571-252F-BEDA-100ED494380F}"/>
          </ac:picMkLst>
        </pc:picChg>
        <pc:picChg chg="add">
          <ac:chgData name="DOWTY, PETER (DNR)" userId="01cf875a-4e15-4928-8f93-7a0dfa1efb6b" providerId="ADAL" clId="{E9054DD1-CDF4-4BE2-A4C5-BD4B0395A89E}" dt="2026-07-10T15:48:20.026" v="18714" actId="22"/>
          <ac:picMkLst>
            <pc:docMk/>
            <pc:sldMk cId="3658463853" sldId="326"/>
            <ac:picMk id="12" creationId="{FDCA291A-8844-38FD-DE94-A7092DAB6584}"/>
          </ac:picMkLst>
        </pc:picChg>
      </pc:sldChg>
      <pc:sldChg chg="addSp delSp modSp new mod">
        <pc:chgData name="DOWTY, PETER (DNR)" userId="01cf875a-4e15-4928-8f93-7a0dfa1efb6b" providerId="ADAL" clId="{E9054DD1-CDF4-4BE2-A4C5-BD4B0395A89E}" dt="2026-07-15T15:47:03.368" v="20725" actId="21"/>
        <pc:sldMkLst>
          <pc:docMk/>
          <pc:sldMk cId="842818155" sldId="327"/>
        </pc:sldMkLst>
        <pc:spChg chg="add mod">
          <ac:chgData name="DOWTY, PETER (DNR)" userId="01cf875a-4e15-4928-8f93-7a0dfa1efb6b" providerId="ADAL" clId="{E9054DD1-CDF4-4BE2-A4C5-BD4B0395A89E}" dt="2026-07-15T15:04:50.107" v="20466" actId="1076"/>
          <ac:spMkLst>
            <pc:docMk/>
            <pc:sldMk cId="842818155" sldId="327"/>
            <ac:spMk id="2" creationId="{3CFD1A11-0FCB-C803-1291-AABF588568A5}"/>
          </ac:spMkLst>
        </pc:spChg>
        <pc:spChg chg="add mod">
          <ac:chgData name="DOWTY, PETER (DNR)" userId="01cf875a-4e15-4928-8f93-7a0dfa1efb6b" providerId="ADAL" clId="{E9054DD1-CDF4-4BE2-A4C5-BD4B0395A89E}" dt="2026-07-15T15:04:50.107" v="20466" actId="1076"/>
          <ac:spMkLst>
            <pc:docMk/>
            <pc:sldMk cId="842818155" sldId="327"/>
            <ac:spMk id="4" creationId="{8BD75B74-85F0-03F8-95F7-B3850948CF27}"/>
          </ac:spMkLst>
        </pc:spChg>
        <pc:spChg chg="add mod">
          <ac:chgData name="DOWTY, PETER (DNR)" userId="01cf875a-4e15-4928-8f93-7a0dfa1efb6b" providerId="ADAL" clId="{E9054DD1-CDF4-4BE2-A4C5-BD4B0395A89E}" dt="2026-07-14T18:55:12.763" v="20036" actId="1076"/>
          <ac:spMkLst>
            <pc:docMk/>
            <pc:sldMk cId="842818155" sldId="327"/>
            <ac:spMk id="5" creationId="{8582BA12-D70F-9F65-0617-7C5E72429A9B}"/>
          </ac:spMkLst>
        </pc:spChg>
        <pc:spChg chg="add mod">
          <ac:chgData name="DOWTY, PETER (DNR)" userId="01cf875a-4e15-4928-8f93-7a0dfa1efb6b" providerId="ADAL" clId="{E9054DD1-CDF4-4BE2-A4C5-BD4B0395A89E}" dt="2026-07-14T20:19:36.081" v="20128" actId="1076"/>
          <ac:spMkLst>
            <pc:docMk/>
            <pc:sldMk cId="842818155" sldId="327"/>
            <ac:spMk id="6" creationId="{E5B31858-3C2A-5C9C-6C61-79D546AD6903}"/>
          </ac:spMkLst>
        </pc:spChg>
        <pc:spChg chg="add mod">
          <ac:chgData name="DOWTY, PETER (DNR)" userId="01cf875a-4e15-4928-8f93-7a0dfa1efb6b" providerId="ADAL" clId="{E9054DD1-CDF4-4BE2-A4C5-BD4B0395A89E}" dt="2026-07-15T15:04:54.032" v="20467" actId="1076"/>
          <ac:spMkLst>
            <pc:docMk/>
            <pc:sldMk cId="842818155" sldId="327"/>
            <ac:spMk id="7" creationId="{F719ED6A-7A89-20C2-D17D-D47CAA4A7572}"/>
          </ac:spMkLst>
        </pc:spChg>
        <pc:spChg chg="add mod">
          <ac:chgData name="DOWTY, PETER (DNR)" userId="01cf875a-4e15-4928-8f93-7a0dfa1efb6b" providerId="ADAL" clId="{E9054DD1-CDF4-4BE2-A4C5-BD4B0395A89E}" dt="2026-07-15T15:04:50.107" v="20466" actId="1076"/>
          <ac:spMkLst>
            <pc:docMk/>
            <pc:sldMk cId="842818155" sldId="327"/>
            <ac:spMk id="8" creationId="{EC0B6EB0-1DD4-891A-3A27-0ACED3EFB36F}"/>
          </ac:spMkLst>
        </pc:spChg>
        <pc:spChg chg="add mod">
          <ac:chgData name="DOWTY, PETER (DNR)" userId="01cf875a-4e15-4928-8f93-7a0dfa1efb6b" providerId="ADAL" clId="{E9054DD1-CDF4-4BE2-A4C5-BD4B0395A89E}" dt="2026-07-15T15:04:50.107" v="20466" actId="1076"/>
          <ac:spMkLst>
            <pc:docMk/>
            <pc:sldMk cId="842818155" sldId="327"/>
            <ac:spMk id="9" creationId="{A5262951-75D3-54D7-F16C-587B0D96528E}"/>
          </ac:spMkLst>
        </pc:spChg>
        <pc:spChg chg="add mod">
          <ac:chgData name="DOWTY, PETER (DNR)" userId="01cf875a-4e15-4928-8f93-7a0dfa1efb6b" providerId="ADAL" clId="{E9054DD1-CDF4-4BE2-A4C5-BD4B0395A89E}" dt="2026-07-15T15:04:50.107" v="20466" actId="1076"/>
          <ac:spMkLst>
            <pc:docMk/>
            <pc:sldMk cId="842818155" sldId="327"/>
            <ac:spMk id="10" creationId="{1F2A6037-C995-6885-FA1C-2BAEDB2F01BC}"/>
          </ac:spMkLst>
        </pc:spChg>
        <pc:spChg chg="add mod">
          <ac:chgData name="DOWTY, PETER (DNR)" userId="01cf875a-4e15-4928-8f93-7a0dfa1efb6b" providerId="ADAL" clId="{E9054DD1-CDF4-4BE2-A4C5-BD4B0395A89E}" dt="2026-07-14T20:21:49.229" v="20146" actId="1076"/>
          <ac:spMkLst>
            <pc:docMk/>
            <pc:sldMk cId="842818155" sldId="327"/>
            <ac:spMk id="12" creationId="{3A2CDCA2-3217-592A-D749-6E5EE324418F}"/>
          </ac:spMkLst>
        </pc:spChg>
        <pc:spChg chg="add mod">
          <ac:chgData name="DOWTY, PETER (DNR)" userId="01cf875a-4e15-4928-8f93-7a0dfa1efb6b" providerId="ADAL" clId="{E9054DD1-CDF4-4BE2-A4C5-BD4B0395A89E}" dt="2026-07-15T15:04:50.107" v="20466" actId="1076"/>
          <ac:spMkLst>
            <pc:docMk/>
            <pc:sldMk cId="842818155" sldId="327"/>
            <ac:spMk id="13" creationId="{975B7751-5828-852C-204C-7E2ADC0B493E}"/>
          </ac:spMkLst>
        </pc:spChg>
        <pc:spChg chg="add mod">
          <ac:chgData name="DOWTY, PETER (DNR)" userId="01cf875a-4e15-4928-8f93-7a0dfa1efb6b" providerId="ADAL" clId="{E9054DD1-CDF4-4BE2-A4C5-BD4B0395A89E}" dt="2026-07-14T20:13:09.628" v="20039" actId="1076"/>
          <ac:spMkLst>
            <pc:docMk/>
            <pc:sldMk cId="842818155" sldId="327"/>
            <ac:spMk id="14" creationId="{32926D3B-1C4D-ABBC-F032-A0DE80DFF93F}"/>
          </ac:spMkLst>
        </pc:spChg>
        <pc:spChg chg="add mod">
          <ac:chgData name="DOWTY, PETER (DNR)" userId="01cf875a-4e15-4928-8f93-7a0dfa1efb6b" providerId="ADAL" clId="{E9054DD1-CDF4-4BE2-A4C5-BD4B0395A89E}" dt="2026-07-14T20:13:09.628" v="20039" actId="1076"/>
          <ac:spMkLst>
            <pc:docMk/>
            <pc:sldMk cId="842818155" sldId="327"/>
            <ac:spMk id="16" creationId="{32392389-590E-1669-81A2-2B7DE98EC688}"/>
          </ac:spMkLst>
        </pc:spChg>
        <pc:spChg chg="add mod">
          <ac:chgData name="DOWTY, PETER (DNR)" userId="01cf875a-4e15-4928-8f93-7a0dfa1efb6b" providerId="ADAL" clId="{E9054DD1-CDF4-4BE2-A4C5-BD4B0395A89E}" dt="2026-07-14T20:20:29.173" v="20133" actId="1076"/>
          <ac:spMkLst>
            <pc:docMk/>
            <pc:sldMk cId="842818155" sldId="327"/>
            <ac:spMk id="17" creationId="{F90A4F6E-5CE3-6859-9415-2C7D1AC78138}"/>
          </ac:spMkLst>
        </pc:spChg>
        <pc:spChg chg="add mod">
          <ac:chgData name="DOWTY, PETER (DNR)" userId="01cf875a-4e15-4928-8f93-7a0dfa1efb6b" providerId="ADAL" clId="{E9054DD1-CDF4-4BE2-A4C5-BD4B0395A89E}" dt="2026-07-14T20:13:09.628" v="20039" actId="1076"/>
          <ac:spMkLst>
            <pc:docMk/>
            <pc:sldMk cId="842818155" sldId="327"/>
            <ac:spMk id="18" creationId="{EC487AC0-6484-B1D7-9621-E0ED8FA09D73}"/>
          </ac:spMkLst>
        </pc:spChg>
        <pc:spChg chg="add mod">
          <ac:chgData name="DOWTY, PETER (DNR)" userId="01cf875a-4e15-4928-8f93-7a0dfa1efb6b" providerId="ADAL" clId="{E9054DD1-CDF4-4BE2-A4C5-BD4B0395A89E}" dt="2026-07-14T20:13:09.628" v="20039" actId="1076"/>
          <ac:spMkLst>
            <pc:docMk/>
            <pc:sldMk cId="842818155" sldId="327"/>
            <ac:spMk id="20" creationId="{5B2AB0E8-6883-F230-29C3-2C4B7CB5F834}"/>
          </ac:spMkLst>
        </pc:spChg>
        <pc:spChg chg="add mod">
          <ac:chgData name="DOWTY, PETER (DNR)" userId="01cf875a-4e15-4928-8f93-7a0dfa1efb6b" providerId="ADAL" clId="{E9054DD1-CDF4-4BE2-A4C5-BD4B0395A89E}" dt="2026-07-14T20:20:29.173" v="20133" actId="1076"/>
          <ac:spMkLst>
            <pc:docMk/>
            <pc:sldMk cId="842818155" sldId="327"/>
            <ac:spMk id="21" creationId="{C4F6F454-EAF4-C564-088B-E9A22B86F933}"/>
          </ac:spMkLst>
        </pc:spChg>
        <pc:spChg chg="add mod">
          <ac:chgData name="DOWTY, PETER (DNR)" userId="01cf875a-4e15-4928-8f93-7a0dfa1efb6b" providerId="ADAL" clId="{E9054DD1-CDF4-4BE2-A4C5-BD4B0395A89E}" dt="2026-07-14T20:13:09.628" v="20039" actId="1076"/>
          <ac:spMkLst>
            <pc:docMk/>
            <pc:sldMk cId="842818155" sldId="327"/>
            <ac:spMk id="22" creationId="{DF370DF8-8DF2-28B5-4916-DFF161762419}"/>
          </ac:spMkLst>
        </pc:spChg>
        <pc:spChg chg="add mod">
          <ac:chgData name="DOWTY, PETER (DNR)" userId="01cf875a-4e15-4928-8f93-7a0dfa1efb6b" providerId="ADAL" clId="{E9054DD1-CDF4-4BE2-A4C5-BD4B0395A89E}" dt="2026-07-14T20:13:09.628" v="20039" actId="1076"/>
          <ac:spMkLst>
            <pc:docMk/>
            <pc:sldMk cId="842818155" sldId="327"/>
            <ac:spMk id="24" creationId="{ED2D8EA7-870D-DD4A-E80C-ADA65F6024E7}"/>
          </ac:spMkLst>
        </pc:spChg>
        <pc:spChg chg="add mod">
          <ac:chgData name="DOWTY, PETER (DNR)" userId="01cf875a-4e15-4928-8f93-7a0dfa1efb6b" providerId="ADAL" clId="{E9054DD1-CDF4-4BE2-A4C5-BD4B0395A89E}" dt="2026-07-15T15:04:50.107" v="20466" actId="1076"/>
          <ac:spMkLst>
            <pc:docMk/>
            <pc:sldMk cId="842818155" sldId="327"/>
            <ac:spMk id="25" creationId="{87886108-BBF5-EE5F-B143-40479455CAEF}"/>
          </ac:spMkLst>
        </pc:spChg>
        <pc:spChg chg="add mod">
          <ac:chgData name="DOWTY, PETER (DNR)" userId="01cf875a-4e15-4928-8f93-7a0dfa1efb6b" providerId="ADAL" clId="{E9054DD1-CDF4-4BE2-A4C5-BD4B0395A89E}" dt="2026-07-15T15:04:50.107" v="20466" actId="1076"/>
          <ac:spMkLst>
            <pc:docMk/>
            <pc:sldMk cId="842818155" sldId="327"/>
            <ac:spMk id="27" creationId="{38F30D4D-5801-B88A-E432-26ABB4A52312}"/>
          </ac:spMkLst>
        </pc:spChg>
        <pc:spChg chg="add mod">
          <ac:chgData name="DOWTY, PETER (DNR)" userId="01cf875a-4e15-4928-8f93-7a0dfa1efb6b" providerId="ADAL" clId="{E9054DD1-CDF4-4BE2-A4C5-BD4B0395A89E}" dt="2026-07-14T20:20:29.173" v="20133" actId="1076"/>
          <ac:spMkLst>
            <pc:docMk/>
            <pc:sldMk cId="842818155" sldId="327"/>
            <ac:spMk id="29" creationId="{005BCFCA-7A98-66E3-C0D6-128E224C6F79}"/>
          </ac:spMkLst>
        </pc:spChg>
        <pc:spChg chg="add mod">
          <ac:chgData name="DOWTY, PETER (DNR)" userId="01cf875a-4e15-4928-8f93-7a0dfa1efb6b" providerId="ADAL" clId="{E9054DD1-CDF4-4BE2-A4C5-BD4B0395A89E}" dt="2026-07-14T20:20:29.173" v="20133" actId="1076"/>
          <ac:spMkLst>
            <pc:docMk/>
            <pc:sldMk cId="842818155" sldId="327"/>
            <ac:spMk id="31" creationId="{6EAC998C-2B25-6D9E-A00D-B5995554F86A}"/>
          </ac:spMkLst>
        </pc:spChg>
        <pc:spChg chg="add mod">
          <ac:chgData name="DOWTY, PETER (DNR)" userId="01cf875a-4e15-4928-8f93-7a0dfa1efb6b" providerId="ADAL" clId="{E9054DD1-CDF4-4BE2-A4C5-BD4B0395A89E}" dt="2026-07-14T20:17:52.054" v="20115" actId="1076"/>
          <ac:spMkLst>
            <pc:docMk/>
            <pc:sldMk cId="842818155" sldId="327"/>
            <ac:spMk id="33" creationId="{4AF7FF26-9719-5BA2-E52E-6A10A196EB34}"/>
          </ac:spMkLst>
        </pc:spChg>
        <pc:spChg chg="add mod">
          <ac:chgData name="DOWTY, PETER (DNR)" userId="01cf875a-4e15-4928-8f93-7a0dfa1efb6b" providerId="ADAL" clId="{E9054DD1-CDF4-4BE2-A4C5-BD4B0395A89E}" dt="2026-07-15T15:04:50.107" v="20466" actId="1076"/>
          <ac:spMkLst>
            <pc:docMk/>
            <pc:sldMk cId="842818155" sldId="327"/>
            <ac:spMk id="35" creationId="{28D35148-35CC-D5FF-4B68-8EB5C31C47D8}"/>
          </ac:spMkLst>
        </pc:spChg>
        <pc:spChg chg="add mod">
          <ac:chgData name="DOWTY, PETER (DNR)" userId="01cf875a-4e15-4928-8f93-7a0dfa1efb6b" providerId="ADAL" clId="{E9054DD1-CDF4-4BE2-A4C5-BD4B0395A89E}" dt="2026-07-15T15:04:50.107" v="20466" actId="1076"/>
          <ac:spMkLst>
            <pc:docMk/>
            <pc:sldMk cId="842818155" sldId="327"/>
            <ac:spMk id="37" creationId="{AA82B502-7036-3CAF-64DA-63F0760A9FDB}"/>
          </ac:spMkLst>
        </pc:spChg>
        <pc:spChg chg="add mod">
          <ac:chgData name="DOWTY, PETER (DNR)" userId="01cf875a-4e15-4928-8f93-7a0dfa1efb6b" providerId="ADAL" clId="{E9054DD1-CDF4-4BE2-A4C5-BD4B0395A89E}" dt="2026-07-14T20:20:29.173" v="20133" actId="1076"/>
          <ac:spMkLst>
            <pc:docMk/>
            <pc:sldMk cId="842818155" sldId="327"/>
            <ac:spMk id="39" creationId="{FEFFF34C-BE3B-4DFC-78B8-6C49F07B67F2}"/>
          </ac:spMkLst>
        </pc:spChg>
        <pc:cxnChg chg="add mod">
          <ac:chgData name="DOWTY, PETER (DNR)" userId="01cf875a-4e15-4928-8f93-7a0dfa1efb6b" providerId="ADAL" clId="{E9054DD1-CDF4-4BE2-A4C5-BD4B0395A89E}" dt="2026-07-14T20:21:15.083" v="20136" actId="208"/>
          <ac:cxnSpMkLst>
            <pc:docMk/>
            <pc:sldMk cId="842818155" sldId="327"/>
            <ac:cxnSpMk id="41" creationId="{82722E46-3633-0B87-7688-215747FB0D30}"/>
          </ac:cxnSpMkLst>
        </pc:cxnChg>
        <pc:cxnChg chg="add mod">
          <ac:chgData name="DOWTY, PETER (DNR)" userId="01cf875a-4e15-4928-8f93-7a0dfa1efb6b" providerId="ADAL" clId="{E9054DD1-CDF4-4BE2-A4C5-BD4B0395A89E}" dt="2026-07-14T20:21:25.976" v="20139" actId="14100"/>
          <ac:cxnSpMkLst>
            <pc:docMk/>
            <pc:sldMk cId="842818155" sldId="327"/>
            <ac:cxnSpMk id="42" creationId="{C1081D90-16A3-066F-89F5-A624BCBA6F02}"/>
          </ac:cxnSpMkLst>
        </pc:cxnChg>
        <pc:cxnChg chg="add mod">
          <ac:chgData name="DOWTY, PETER (DNR)" userId="01cf875a-4e15-4928-8f93-7a0dfa1efb6b" providerId="ADAL" clId="{E9054DD1-CDF4-4BE2-A4C5-BD4B0395A89E}" dt="2026-07-14T20:21:33.286" v="20142" actId="14100"/>
          <ac:cxnSpMkLst>
            <pc:docMk/>
            <pc:sldMk cId="842818155" sldId="327"/>
            <ac:cxnSpMk id="44" creationId="{E1FC46CB-1903-BF8A-E272-647A74F40500}"/>
          </ac:cxnSpMkLst>
        </pc:cxnChg>
        <pc:cxnChg chg="add mod">
          <ac:chgData name="DOWTY, PETER (DNR)" userId="01cf875a-4e15-4928-8f93-7a0dfa1efb6b" providerId="ADAL" clId="{E9054DD1-CDF4-4BE2-A4C5-BD4B0395A89E}" dt="2026-07-14T20:21:44.126" v="20145" actId="14100"/>
          <ac:cxnSpMkLst>
            <pc:docMk/>
            <pc:sldMk cId="842818155" sldId="327"/>
            <ac:cxnSpMk id="46" creationId="{BBEB7C83-9B4C-908E-F5C6-A7DFB1E35BB5}"/>
          </ac:cxnSpMkLst>
        </pc:cxnChg>
        <pc:cxnChg chg="add mod">
          <ac:chgData name="DOWTY, PETER (DNR)" userId="01cf875a-4e15-4928-8f93-7a0dfa1efb6b" providerId="ADAL" clId="{E9054DD1-CDF4-4BE2-A4C5-BD4B0395A89E}" dt="2026-07-14T20:21:59.284" v="20149" actId="14100"/>
          <ac:cxnSpMkLst>
            <pc:docMk/>
            <pc:sldMk cId="842818155" sldId="327"/>
            <ac:cxnSpMk id="48" creationId="{0CD9C812-DF80-9F30-46FD-C013EB70B1AF}"/>
          </ac:cxnSpMkLst>
        </pc:cxnChg>
        <pc:cxnChg chg="add mod">
          <ac:chgData name="DOWTY, PETER (DNR)" userId="01cf875a-4e15-4928-8f93-7a0dfa1efb6b" providerId="ADAL" clId="{E9054DD1-CDF4-4BE2-A4C5-BD4B0395A89E}" dt="2026-07-14T20:22:05.896" v="20152" actId="14100"/>
          <ac:cxnSpMkLst>
            <pc:docMk/>
            <pc:sldMk cId="842818155" sldId="327"/>
            <ac:cxnSpMk id="50" creationId="{AFC0053F-3980-BAAE-E527-E44765DEEDF6}"/>
          </ac:cxnSpMkLst>
        </pc:cxnChg>
      </pc:sldChg>
      <pc:sldChg chg="new">
        <pc:chgData name="DOWTY, PETER (DNR)" userId="01cf875a-4e15-4928-8f93-7a0dfa1efb6b" providerId="ADAL" clId="{E9054DD1-CDF4-4BE2-A4C5-BD4B0395A89E}" dt="2026-07-14T17:07:41.117" v="19697" actId="680"/>
        <pc:sldMkLst>
          <pc:docMk/>
          <pc:sldMk cId="3882133243" sldId="328"/>
        </pc:sldMkLst>
      </pc:sldChg>
      <pc:sldChg chg="addSp delSp modSp new mod">
        <pc:chgData name="DOWTY, PETER (DNR)" userId="01cf875a-4e15-4928-8f93-7a0dfa1efb6b" providerId="ADAL" clId="{E9054DD1-CDF4-4BE2-A4C5-BD4B0395A89E}" dt="2026-07-15T16:25:45.734" v="21074" actId="1076"/>
        <pc:sldMkLst>
          <pc:docMk/>
          <pc:sldMk cId="706807164" sldId="329"/>
        </pc:sldMkLst>
        <pc:spChg chg="add mod">
          <ac:chgData name="DOWTY, PETER (DNR)" userId="01cf875a-4e15-4928-8f93-7a0dfa1efb6b" providerId="ADAL" clId="{E9054DD1-CDF4-4BE2-A4C5-BD4B0395A89E}" dt="2026-07-14T23:56:55.542" v="20215" actId="1076"/>
          <ac:spMkLst>
            <pc:docMk/>
            <pc:sldMk cId="706807164" sldId="329"/>
            <ac:spMk id="2" creationId="{84C73802-B080-0FBF-353D-5E56B5DD43AC}"/>
          </ac:spMkLst>
        </pc:spChg>
        <pc:spChg chg="add mod">
          <ac:chgData name="DOWTY, PETER (DNR)" userId="01cf875a-4e15-4928-8f93-7a0dfa1efb6b" providerId="ADAL" clId="{E9054DD1-CDF4-4BE2-A4C5-BD4B0395A89E}" dt="2026-07-15T16:25:45.734" v="21074" actId="1076"/>
          <ac:spMkLst>
            <pc:docMk/>
            <pc:sldMk cId="706807164" sldId="329"/>
            <ac:spMk id="3" creationId="{EE2B35F7-B0FD-9449-D8FB-7A3A85E6FA90}"/>
          </ac:spMkLst>
        </pc:spChg>
        <pc:spChg chg="add mod">
          <ac:chgData name="DOWTY, PETER (DNR)" userId="01cf875a-4e15-4928-8f93-7a0dfa1efb6b" providerId="ADAL" clId="{E9054DD1-CDF4-4BE2-A4C5-BD4B0395A89E}" dt="2026-07-14T23:56:52.268" v="20214" actId="1076"/>
          <ac:spMkLst>
            <pc:docMk/>
            <pc:sldMk cId="706807164" sldId="329"/>
            <ac:spMk id="4" creationId="{6581EAAB-F382-E4EA-A424-5EE276404A14}"/>
          </ac:spMkLst>
        </pc:spChg>
        <pc:spChg chg="add mod">
          <ac:chgData name="DOWTY, PETER (DNR)" userId="01cf875a-4e15-4928-8f93-7a0dfa1efb6b" providerId="ADAL" clId="{E9054DD1-CDF4-4BE2-A4C5-BD4B0395A89E}" dt="2026-07-14T23:58:11.137" v="20228" actId="208"/>
          <ac:spMkLst>
            <pc:docMk/>
            <pc:sldMk cId="706807164" sldId="329"/>
            <ac:spMk id="9" creationId="{7757D6B0-BBBC-E29A-89F7-1A4D8D243D9B}"/>
          </ac:spMkLst>
        </pc:spChg>
        <pc:spChg chg="add mod">
          <ac:chgData name="DOWTY, PETER (DNR)" userId="01cf875a-4e15-4928-8f93-7a0dfa1efb6b" providerId="ADAL" clId="{E9054DD1-CDF4-4BE2-A4C5-BD4B0395A89E}" dt="2026-07-14T23:58:39.972" v="20248" actId="1076"/>
          <ac:spMkLst>
            <pc:docMk/>
            <pc:sldMk cId="706807164" sldId="329"/>
            <ac:spMk id="10" creationId="{452E4C49-53BC-6DA4-B396-1AE81EFA0AF4}"/>
          </ac:spMkLst>
        </pc:spChg>
        <pc:spChg chg="add mod">
          <ac:chgData name="DOWTY, PETER (DNR)" userId="01cf875a-4e15-4928-8f93-7a0dfa1efb6b" providerId="ADAL" clId="{E9054DD1-CDF4-4BE2-A4C5-BD4B0395A89E}" dt="2026-07-14T23:59:00.856" v="20256" actId="14100"/>
          <ac:spMkLst>
            <pc:docMk/>
            <pc:sldMk cId="706807164" sldId="329"/>
            <ac:spMk id="12" creationId="{AE270AF1-D12B-B4F1-1B61-F4CDF30A6D30}"/>
          </ac:spMkLst>
        </pc:spChg>
        <pc:spChg chg="add mod">
          <ac:chgData name="DOWTY, PETER (DNR)" userId="01cf875a-4e15-4928-8f93-7a0dfa1efb6b" providerId="ADAL" clId="{E9054DD1-CDF4-4BE2-A4C5-BD4B0395A89E}" dt="2026-07-15T00:00:01.094" v="20287" actId="1076"/>
          <ac:spMkLst>
            <pc:docMk/>
            <pc:sldMk cId="706807164" sldId="329"/>
            <ac:spMk id="14" creationId="{5DD9AE69-8C1D-6DB4-E4C6-C537180F2703}"/>
          </ac:spMkLst>
        </pc:spChg>
        <pc:spChg chg="add mod">
          <ac:chgData name="DOWTY, PETER (DNR)" userId="01cf875a-4e15-4928-8f93-7a0dfa1efb6b" providerId="ADAL" clId="{E9054DD1-CDF4-4BE2-A4C5-BD4B0395A89E}" dt="2026-07-15T00:01:14.731" v="20292" actId="208"/>
          <ac:spMkLst>
            <pc:docMk/>
            <pc:sldMk cId="706807164" sldId="329"/>
            <ac:spMk id="17" creationId="{43B54AA1-DD4A-1C18-3E1D-1A2A65383BBC}"/>
          </ac:spMkLst>
        </pc:spChg>
        <pc:spChg chg="add mod">
          <ac:chgData name="DOWTY, PETER (DNR)" userId="01cf875a-4e15-4928-8f93-7a0dfa1efb6b" providerId="ADAL" clId="{E9054DD1-CDF4-4BE2-A4C5-BD4B0395A89E}" dt="2026-07-15T00:01:20.992" v="20294" actId="1076"/>
          <ac:spMkLst>
            <pc:docMk/>
            <pc:sldMk cId="706807164" sldId="329"/>
            <ac:spMk id="19" creationId="{B2ACA2C6-B3E5-73FB-A972-9AD3A6205500}"/>
          </ac:spMkLst>
        </pc:spChg>
        <pc:spChg chg="add mod">
          <ac:chgData name="DOWTY, PETER (DNR)" userId="01cf875a-4e15-4928-8f93-7a0dfa1efb6b" providerId="ADAL" clId="{E9054DD1-CDF4-4BE2-A4C5-BD4B0395A89E}" dt="2026-07-15T00:01:52.968" v="20341" actId="20577"/>
          <ac:spMkLst>
            <pc:docMk/>
            <pc:sldMk cId="706807164" sldId="329"/>
            <ac:spMk id="21" creationId="{220B5028-1297-670A-69B8-DB3549547B65}"/>
          </ac:spMkLst>
        </pc:spChg>
        <pc:spChg chg="add mod">
          <ac:chgData name="DOWTY, PETER (DNR)" userId="01cf875a-4e15-4928-8f93-7a0dfa1efb6b" providerId="ADAL" clId="{E9054DD1-CDF4-4BE2-A4C5-BD4B0395A89E}" dt="2026-07-15T00:01:48.945" v="20330" actId="20577"/>
          <ac:spMkLst>
            <pc:docMk/>
            <pc:sldMk cId="706807164" sldId="329"/>
            <ac:spMk id="23" creationId="{E5994538-B0F6-DBBD-5AC9-CA9F1FFEF14F}"/>
          </ac:spMkLst>
        </pc:spChg>
        <pc:picChg chg="add mod">
          <ac:chgData name="DOWTY, PETER (DNR)" userId="01cf875a-4e15-4928-8f93-7a0dfa1efb6b" providerId="ADAL" clId="{E9054DD1-CDF4-4BE2-A4C5-BD4B0395A89E}" dt="2026-07-14T23:57:56.697" v="20225" actId="1076"/>
          <ac:picMkLst>
            <pc:docMk/>
            <pc:sldMk cId="706807164" sldId="329"/>
            <ac:picMk id="8" creationId="{0233E335-C450-397E-1EF8-257E0D5578BA}"/>
          </ac:picMkLst>
        </pc:picChg>
        <pc:cxnChg chg="add mod">
          <ac:chgData name="DOWTY, PETER (DNR)" userId="01cf875a-4e15-4928-8f93-7a0dfa1efb6b" providerId="ADAL" clId="{E9054DD1-CDF4-4BE2-A4C5-BD4B0395A89E}" dt="2026-07-15T00:00:23.253" v="20289" actId="208"/>
          <ac:cxnSpMkLst>
            <pc:docMk/>
            <pc:sldMk cId="706807164" sldId="329"/>
            <ac:cxnSpMk id="16" creationId="{8DF0528C-1446-E67C-54FB-E7E72D6E529A}"/>
          </ac:cxnSpMkLst>
        </pc:cxnChg>
      </pc:sldChg>
      <pc:sldChg chg="addSp modSp new mod">
        <pc:chgData name="DOWTY, PETER (DNR)" userId="01cf875a-4e15-4928-8f93-7a0dfa1efb6b" providerId="ADAL" clId="{E9054DD1-CDF4-4BE2-A4C5-BD4B0395A89E}" dt="2026-07-15T16:27:27.291" v="21076" actId="1076"/>
        <pc:sldMkLst>
          <pc:docMk/>
          <pc:sldMk cId="2863400652" sldId="330"/>
        </pc:sldMkLst>
        <pc:spChg chg="add mod">
          <ac:chgData name="DOWTY, PETER (DNR)" userId="01cf875a-4e15-4928-8f93-7a0dfa1efb6b" providerId="ADAL" clId="{E9054DD1-CDF4-4BE2-A4C5-BD4B0395A89E}" dt="2026-07-15T00:08:20.138" v="20368" actId="20577"/>
          <ac:spMkLst>
            <pc:docMk/>
            <pc:sldMk cId="2863400652" sldId="330"/>
            <ac:spMk id="7" creationId="{9B7FE3BB-59BC-FA06-5268-2B17B5A167D3}"/>
          </ac:spMkLst>
        </pc:spChg>
        <pc:picChg chg="add mod">
          <ac:chgData name="DOWTY, PETER (DNR)" userId="01cf875a-4e15-4928-8f93-7a0dfa1efb6b" providerId="ADAL" clId="{E9054DD1-CDF4-4BE2-A4C5-BD4B0395A89E}" dt="2026-07-15T16:27:20.279" v="21075" actId="1076"/>
          <ac:picMkLst>
            <pc:docMk/>
            <pc:sldMk cId="2863400652" sldId="330"/>
            <ac:picMk id="3" creationId="{0AACDEF8-ED42-753D-498A-8EEB889BD38A}"/>
          </ac:picMkLst>
        </pc:picChg>
      </pc:sldChg>
    </pc:docChg>
  </pc:docChgLst>
  <pc:docChgLst>
    <pc:chgData name="DOWTY, PETER (DNR)" userId="01cf875a-4e15-4928-8f93-7a0dfa1efb6b" providerId="ADAL" clId="{DC861EC1-FB29-4C02-B83C-8A44B3A41BE2}"/>
    <pc:docChg chg="modSld">
      <pc:chgData name="DOWTY, PETER (DNR)" userId="01cf875a-4e15-4928-8f93-7a0dfa1efb6b" providerId="ADAL" clId="{DC861EC1-FB29-4C02-B83C-8A44B3A41BE2}" dt="2026-06-23T02:31:37.016" v="0"/>
      <pc:docMkLst>
        <pc:docMk/>
      </pc:docMkLst>
      <pc:sldChg chg="addSp mod">
        <pc:chgData name="DOWTY, PETER (DNR)" userId="01cf875a-4e15-4928-8f93-7a0dfa1efb6b" providerId="ADAL" clId="{DC861EC1-FB29-4C02-B83C-8A44B3A41BE2}" dt="2026-06-23T02:31:37.016" v="0"/>
        <pc:sldMkLst>
          <pc:docMk/>
          <pc:sldMk cId="4105985679" sldId="311"/>
        </pc:sldMkLst>
        <pc:inkChg chg="add">
          <ac:chgData name="DOWTY, PETER (DNR)" userId="01cf875a-4e15-4928-8f93-7a0dfa1efb6b" providerId="ADAL" clId="{DC861EC1-FB29-4C02-B83C-8A44B3A41BE2}" dt="2026-06-23T02:31:37.016" v="0"/>
          <ac:inkMkLst>
            <pc:docMk/>
            <pc:sldMk cId="4105985679" sldId="311"/>
            <ac:inkMk id="14" creationId="{6686C5A7-E2E3-55A1-34F3-0D9BEECAC181}"/>
          </ac:inkMkLst>
        </pc:inkChg>
      </pc:sldChg>
    </pc:docChg>
  </pc:docChgLst>
  <pc:docChgLst>
    <pc:chgData name="Pete Dowty" userId="91aba14b6835b0ae" providerId="LiveId" clId="{DC861EC1-FB29-4C02-B83C-8A44B3A41BE2}"/>
    <pc:docChg chg="custSel modSld">
      <pc:chgData name="Pete Dowty" userId="91aba14b6835b0ae" providerId="LiveId" clId="{DC861EC1-FB29-4C02-B83C-8A44B3A41BE2}" dt="2026-07-19T15:49:02.947" v="101"/>
      <pc:docMkLst>
        <pc:docMk/>
      </pc:docMkLst>
      <pc:sldChg chg="addSp delSp mod">
        <pc:chgData name="Pete Dowty" userId="91aba14b6835b0ae" providerId="LiveId" clId="{DC861EC1-FB29-4C02-B83C-8A44B3A41BE2}" dt="2026-07-19T15:49:02.947" v="101"/>
        <pc:sldMkLst>
          <pc:docMk/>
          <pc:sldMk cId="1390265288" sldId="321"/>
        </pc:sldMkLst>
        <pc:inkChg chg="add del">
          <ac:chgData name="Pete Dowty" userId="91aba14b6835b0ae" providerId="LiveId" clId="{DC861EC1-FB29-4C02-B83C-8A44B3A41BE2}" dt="2026-07-19T15:19:24.558" v="1"/>
          <ac:inkMkLst>
            <pc:docMk/>
            <pc:sldMk cId="1390265288" sldId="321"/>
            <ac:inkMk id="2" creationId="{40A5E49F-9DA6-A426-6F9B-C50B4FE64E66}"/>
          </ac:inkMkLst>
        </pc:inkChg>
        <pc:inkChg chg="add del">
          <ac:chgData name="Pete Dowty" userId="91aba14b6835b0ae" providerId="LiveId" clId="{DC861EC1-FB29-4C02-B83C-8A44B3A41BE2}" dt="2026-07-19T15:48:48.839" v="75"/>
          <ac:inkMkLst>
            <pc:docMk/>
            <pc:sldMk cId="1390265288" sldId="321"/>
            <ac:inkMk id="2" creationId="{F3106D68-ECAF-4711-EC75-7C6B302873D6}"/>
          </ac:inkMkLst>
        </pc:inkChg>
        <pc:inkChg chg="add del">
          <ac:chgData name="Pete Dowty" userId="91aba14b6835b0ae" providerId="LiveId" clId="{DC861EC1-FB29-4C02-B83C-8A44B3A41BE2}" dt="2026-07-19T15:19:36.432" v="11"/>
          <ac:inkMkLst>
            <pc:docMk/>
            <pc:sldMk cId="1390265288" sldId="321"/>
            <ac:inkMk id="5" creationId="{1DE834A9-3518-5909-981D-F98CC29A2534}"/>
          </ac:inkMkLst>
        </pc:inkChg>
        <pc:inkChg chg="add del">
          <ac:chgData name="Pete Dowty" userId="91aba14b6835b0ae" providerId="LiveId" clId="{DC861EC1-FB29-4C02-B83C-8A44B3A41BE2}" dt="2026-07-19T15:48:48.839" v="75"/>
          <ac:inkMkLst>
            <pc:docMk/>
            <pc:sldMk cId="1390265288" sldId="321"/>
            <ac:inkMk id="5" creationId="{81A16FA4-B971-6697-CF6E-55F6A4F44272}"/>
          </ac:inkMkLst>
        </pc:inkChg>
        <pc:inkChg chg="add del">
          <ac:chgData name="Pete Dowty" userId="91aba14b6835b0ae" providerId="LiveId" clId="{DC861EC1-FB29-4C02-B83C-8A44B3A41BE2}" dt="2026-07-19T15:19:36.432" v="11"/>
          <ac:inkMkLst>
            <pc:docMk/>
            <pc:sldMk cId="1390265288" sldId="321"/>
            <ac:inkMk id="6" creationId="{673726D1-4C00-C1FC-A146-3398A7CFFBC5}"/>
          </ac:inkMkLst>
        </pc:inkChg>
        <pc:inkChg chg="add del">
          <ac:chgData name="Pete Dowty" userId="91aba14b6835b0ae" providerId="LiveId" clId="{DC861EC1-FB29-4C02-B83C-8A44B3A41BE2}" dt="2026-07-19T15:48:48.839" v="75"/>
          <ac:inkMkLst>
            <pc:docMk/>
            <pc:sldMk cId="1390265288" sldId="321"/>
            <ac:inkMk id="6" creationId="{88B85C12-49D0-598D-50F5-FFAA0DF4A8C4}"/>
          </ac:inkMkLst>
        </pc:inkChg>
        <pc:inkChg chg="add del">
          <ac:chgData name="Pete Dowty" userId="91aba14b6835b0ae" providerId="LiveId" clId="{DC861EC1-FB29-4C02-B83C-8A44B3A41BE2}" dt="2026-07-19T15:19:36.432" v="11"/>
          <ac:inkMkLst>
            <pc:docMk/>
            <pc:sldMk cId="1390265288" sldId="321"/>
            <ac:inkMk id="7" creationId="{11D58980-331C-5321-4A44-AB64E0B14DF9}"/>
          </ac:inkMkLst>
        </pc:inkChg>
        <pc:inkChg chg="add reco">
          <ac:chgData name="Pete Dowty" userId="91aba14b6835b0ae" providerId="LiveId" clId="{DC861EC1-FB29-4C02-B83C-8A44B3A41BE2}" dt="2026-07-19T15:48:48.839" v="75"/>
          <ac:inkMkLst>
            <pc:docMk/>
            <pc:sldMk cId="1390265288" sldId="321"/>
            <ac:inkMk id="7" creationId="{D7CC3774-E259-8287-4DA0-8915D42C0071}"/>
          </ac:inkMkLst>
        </pc:inkChg>
        <pc:inkChg chg="add del">
          <ac:chgData name="Pete Dowty" userId="91aba14b6835b0ae" providerId="LiveId" clId="{DC861EC1-FB29-4C02-B83C-8A44B3A41BE2}" dt="2026-07-19T15:19:36.432" v="11"/>
          <ac:inkMkLst>
            <pc:docMk/>
            <pc:sldMk cId="1390265288" sldId="321"/>
            <ac:inkMk id="8" creationId="{37AA8249-ABCE-454F-CAC1-7695A09B28F8}"/>
          </ac:inkMkLst>
        </pc:inkChg>
        <pc:inkChg chg="add del">
          <ac:chgData name="Pete Dowty" userId="91aba14b6835b0ae" providerId="LiveId" clId="{DC861EC1-FB29-4C02-B83C-8A44B3A41BE2}" dt="2026-07-19T15:48:55.997" v="88"/>
          <ac:inkMkLst>
            <pc:docMk/>
            <pc:sldMk cId="1390265288" sldId="321"/>
            <ac:inkMk id="8" creationId="{474AFE72-E836-0624-E371-7E7C876CAE9D}"/>
          </ac:inkMkLst>
        </pc:inkChg>
        <pc:inkChg chg="add del">
          <ac:chgData name="Pete Dowty" userId="91aba14b6835b0ae" providerId="LiveId" clId="{DC861EC1-FB29-4C02-B83C-8A44B3A41BE2}" dt="2026-07-19T15:48:55.997" v="88"/>
          <ac:inkMkLst>
            <pc:docMk/>
            <pc:sldMk cId="1390265288" sldId="321"/>
            <ac:inkMk id="9" creationId="{F3C94816-855B-6C97-9997-E92B1F96B50C}"/>
          </ac:inkMkLst>
        </pc:inkChg>
        <pc:inkChg chg="add del">
          <ac:chgData name="Pete Dowty" userId="91aba14b6835b0ae" providerId="LiveId" clId="{DC861EC1-FB29-4C02-B83C-8A44B3A41BE2}" dt="2026-07-19T15:19:36.432" v="11"/>
          <ac:inkMkLst>
            <pc:docMk/>
            <pc:sldMk cId="1390265288" sldId="321"/>
            <ac:inkMk id="9" creationId="{FBA69AA3-2C54-84E5-C0F9-10B4ADA4ABFC}"/>
          </ac:inkMkLst>
        </pc:inkChg>
        <pc:inkChg chg="add del">
          <ac:chgData name="Pete Dowty" userId="91aba14b6835b0ae" providerId="LiveId" clId="{DC861EC1-FB29-4C02-B83C-8A44B3A41BE2}" dt="2026-07-19T15:19:36.432" v="11"/>
          <ac:inkMkLst>
            <pc:docMk/>
            <pc:sldMk cId="1390265288" sldId="321"/>
            <ac:inkMk id="10" creationId="{8C3FBCAD-CB31-F8B5-D725-BA083DD18754}"/>
          </ac:inkMkLst>
        </pc:inkChg>
        <pc:inkChg chg="add del">
          <ac:chgData name="Pete Dowty" userId="91aba14b6835b0ae" providerId="LiveId" clId="{DC861EC1-FB29-4C02-B83C-8A44B3A41BE2}" dt="2026-07-19T15:48:55.997" v="88"/>
          <ac:inkMkLst>
            <pc:docMk/>
            <pc:sldMk cId="1390265288" sldId="321"/>
            <ac:inkMk id="10" creationId="{D07A729B-ECC0-C194-F5CB-108A768D7E13}"/>
          </ac:inkMkLst>
        </pc:inkChg>
        <pc:inkChg chg="add">
          <ac:chgData name="Pete Dowty" userId="91aba14b6835b0ae" providerId="LiveId" clId="{DC861EC1-FB29-4C02-B83C-8A44B3A41BE2}" dt="2026-07-19T15:48:52.051" v="79"/>
          <ac:inkMkLst>
            <pc:docMk/>
            <pc:sldMk cId="1390265288" sldId="321"/>
            <ac:inkMk id="11" creationId="{4A8F6EFB-D47A-C8C1-044F-EEEDD02723DB}"/>
          </ac:inkMkLst>
        </pc:inkChg>
        <pc:inkChg chg="add del">
          <ac:chgData name="Pete Dowty" userId="91aba14b6835b0ae" providerId="LiveId" clId="{DC861EC1-FB29-4C02-B83C-8A44B3A41BE2}" dt="2026-07-19T15:19:36.432" v="11"/>
          <ac:inkMkLst>
            <pc:docMk/>
            <pc:sldMk cId="1390265288" sldId="321"/>
            <ac:inkMk id="11" creationId="{7A3B27C5-CCAE-205C-656F-4A9E818FBE46}"/>
          </ac:inkMkLst>
        </pc:inkChg>
        <pc:inkChg chg="add del">
          <ac:chgData name="Pete Dowty" userId="91aba14b6835b0ae" providerId="LiveId" clId="{DC861EC1-FB29-4C02-B83C-8A44B3A41BE2}" dt="2026-07-19T15:19:36.432" v="11"/>
          <ac:inkMkLst>
            <pc:docMk/>
            <pc:sldMk cId="1390265288" sldId="321"/>
            <ac:inkMk id="12" creationId="{0B5F9A14-5189-C408-E203-E640B85E67AC}"/>
          </ac:inkMkLst>
        </pc:inkChg>
        <pc:inkChg chg="add">
          <ac:chgData name="Pete Dowty" userId="91aba14b6835b0ae" providerId="LiveId" clId="{DC861EC1-FB29-4C02-B83C-8A44B3A41BE2}" dt="2026-07-19T15:48:52.402" v="80"/>
          <ac:inkMkLst>
            <pc:docMk/>
            <pc:sldMk cId="1390265288" sldId="321"/>
            <ac:inkMk id="12" creationId="{9244F49A-703A-45EF-4E17-9BCD00221704}"/>
          </ac:inkMkLst>
        </pc:inkChg>
        <pc:inkChg chg="add del">
          <ac:chgData name="Pete Dowty" userId="91aba14b6835b0ae" providerId="LiveId" clId="{DC861EC1-FB29-4C02-B83C-8A44B3A41BE2}" dt="2026-07-19T15:48:55.997" v="88"/>
          <ac:inkMkLst>
            <pc:docMk/>
            <pc:sldMk cId="1390265288" sldId="321"/>
            <ac:inkMk id="13" creationId="{2B4B2A02-7D27-0725-7160-E05E74B3E4DD}"/>
          </ac:inkMkLst>
        </pc:inkChg>
        <pc:inkChg chg="add del">
          <ac:chgData name="Pete Dowty" userId="91aba14b6835b0ae" providerId="LiveId" clId="{DC861EC1-FB29-4C02-B83C-8A44B3A41BE2}" dt="2026-07-19T15:19:36.432" v="11"/>
          <ac:inkMkLst>
            <pc:docMk/>
            <pc:sldMk cId="1390265288" sldId="321"/>
            <ac:inkMk id="13" creationId="{EE8C8D29-D246-E4DB-20E1-C09F55956C1F}"/>
          </ac:inkMkLst>
        </pc:inkChg>
        <pc:inkChg chg="add reco">
          <ac:chgData name="Pete Dowty" userId="91aba14b6835b0ae" providerId="LiveId" clId="{DC861EC1-FB29-4C02-B83C-8A44B3A41BE2}" dt="2026-07-19T15:19:36.432" v="11"/>
          <ac:inkMkLst>
            <pc:docMk/>
            <pc:sldMk cId="1390265288" sldId="321"/>
            <ac:inkMk id="14" creationId="{698EFE2D-073F-B87E-57DD-F720CB3BC68D}"/>
          </ac:inkMkLst>
        </pc:inkChg>
        <pc:inkChg chg="add">
          <ac:chgData name="Pete Dowty" userId="91aba14b6835b0ae" providerId="LiveId" clId="{DC861EC1-FB29-4C02-B83C-8A44B3A41BE2}" dt="2026-07-19T15:48:53.266" v="82"/>
          <ac:inkMkLst>
            <pc:docMk/>
            <pc:sldMk cId="1390265288" sldId="321"/>
            <ac:inkMk id="15" creationId="{5A266DC5-8B24-077C-1B37-8DC83A02D37D}"/>
          </ac:inkMkLst>
        </pc:inkChg>
        <pc:inkChg chg="add del">
          <ac:chgData name="Pete Dowty" userId="91aba14b6835b0ae" providerId="LiveId" clId="{DC861EC1-FB29-4C02-B83C-8A44B3A41BE2}" dt="2026-07-19T15:19:42.372" v="25"/>
          <ac:inkMkLst>
            <pc:docMk/>
            <pc:sldMk cId="1390265288" sldId="321"/>
            <ac:inkMk id="15" creationId="{7C7623F0-E4B3-8494-0B39-70A76B524FE2}"/>
          </ac:inkMkLst>
        </pc:inkChg>
        <pc:inkChg chg="add">
          <ac:chgData name="Pete Dowty" userId="91aba14b6835b0ae" providerId="LiveId" clId="{DC861EC1-FB29-4C02-B83C-8A44B3A41BE2}" dt="2026-07-19T15:48:53.430" v="83"/>
          <ac:inkMkLst>
            <pc:docMk/>
            <pc:sldMk cId="1390265288" sldId="321"/>
            <ac:inkMk id="16" creationId="{2897DEDB-C11B-6E3B-A5C5-F62C798F9070}"/>
          </ac:inkMkLst>
        </pc:inkChg>
        <pc:inkChg chg="add del">
          <ac:chgData name="Pete Dowty" userId="91aba14b6835b0ae" providerId="LiveId" clId="{DC861EC1-FB29-4C02-B83C-8A44B3A41BE2}" dt="2026-07-19T15:19:42.372" v="25"/>
          <ac:inkMkLst>
            <pc:docMk/>
            <pc:sldMk cId="1390265288" sldId="321"/>
            <ac:inkMk id="16" creationId="{D6B7D175-6BE1-423B-1C5E-A20C355ACC5E}"/>
          </ac:inkMkLst>
        </pc:inkChg>
        <pc:inkChg chg="add del">
          <ac:chgData name="Pete Dowty" userId="91aba14b6835b0ae" providerId="LiveId" clId="{DC861EC1-FB29-4C02-B83C-8A44B3A41BE2}" dt="2026-07-19T15:19:42.372" v="25"/>
          <ac:inkMkLst>
            <pc:docMk/>
            <pc:sldMk cId="1390265288" sldId="321"/>
            <ac:inkMk id="17" creationId="{49CA32E1-6132-4A7F-4A7D-3E45780BA605}"/>
          </ac:inkMkLst>
        </pc:inkChg>
        <pc:inkChg chg="add del">
          <ac:chgData name="Pete Dowty" userId="91aba14b6835b0ae" providerId="LiveId" clId="{DC861EC1-FB29-4C02-B83C-8A44B3A41BE2}" dt="2026-07-19T15:48:55.997" v="88"/>
          <ac:inkMkLst>
            <pc:docMk/>
            <pc:sldMk cId="1390265288" sldId="321"/>
            <ac:inkMk id="17" creationId="{F49C7EB6-1A1A-BF37-D733-559BBCB334F8}"/>
          </ac:inkMkLst>
        </pc:inkChg>
        <pc:inkChg chg="add del">
          <ac:chgData name="Pete Dowty" userId="91aba14b6835b0ae" providerId="LiveId" clId="{DC861EC1-FB29-4C02-B83C-8A44B3A41BE2}" dt="2026-07-19T15:48:55.997" v="88"/>
          <ac:inkMkLst>
            <pc:docMk/>
            <pc:sldMk cId="1390265288" sldId="321"/>
            <ac:inkMk id="18" creationId="{2ED709ED-9579-048C-CEC4-C2CEEEC43744}"/>
          </ac:inkMkLst>
        </pc:inkChg>
        <pc:inkChg chg="add">
          <ac:chgData name="Pete Dowty" userId="91aba14b6835b0ae" providerId="LiveId" clId="{DC861EC1-FB29-4C02-B83C-8A44B3A41BE2}" dt="2026-07-19T15:19:38.119" v="15"/>
          <ac:inkMkLst>
            <pc:docMk/>
            <pc:sldMk cId="1390265288" sldId="321"/>
            <ac:inkMk id="18" creationId="{6F2CC4EF-9239-11B7-E0CB-4A94121686B5}"/>
          </ac:inkMkLst>
        </pc:inkChg>
        <pc:inkChg chg="add">
          <ac:chgData name="Pete Dowty" userId="91aba14b6835b0ae" providerId="LiveId" clId="{DC861EC1-FB29-4C02-B83C-8A44B3A41BE2}" dt="2026-07-19T15:48:54.717" v="86"/>
          <ac:inkMkLst>
            <pc:docMk/>
            <pc:sldMk cId="1390265288" sldId="321"/>
            <ac:inkMk id="19" creationId="{74D6060D-A457-2A59-1AB5-F77C5875AA89}"/>
          </ac:inkMkLst>
        </pc:inkChg>
        <pc:inkChg chg="add del">
          <ac:chgData name="Pete Dowty" userId="91aba14b6835b0ae" providerId="LiveId" clId="{DC861EC1-FB29-4C02-B83C-8A44B3A41BE2}" dt="2026-07-19T15:19:42.372" v="25"/>
          <ac:inkMkLst>
            <pc:docMk/>
            <pc:sldMk cId="1390265288" sldId="321"/>
            <ac:inkMk id="19" creationId="{8E226BFD-1885-0CBC-AA9D-472C926FEFE8}"/>
          </ac:inkMkLst>
        </pc:inkChg>
        <pc:inkChg chg="add del">
          <ac:chgData name="Pete Dowty" userId="91aba14b6835b0ae" providerId="LiveId" clId="{DC861EC1-FB29-4C02-B83C-8A44B3A41BE2}" dt="2026-07-19T15:48:55.997" v="88"/>
          <ac:inkMkLst>
            <pc:docMk/>
            <pc:sldMk cId="1390265288" sldId="321"/>
            <ac:inkMk id="20" creationId="{93C70B90-DA63-40DB-301B-6ACEB8CA4DEA}"/>
          </ac:inkMkLst>
        </pc:inkChg>
        <pc:inkChg chg="add del">
          <ac:chgData name="Pete Dowty" userId="91aba14b6835b0ae" providerId="LiveId" clId="{DC861EC1-FB29-4C02-B83C-8A44B3A41BE2}" dt="2026-07-19T15:19:42.372" v="25"/>
          <ac:inkMkLst>
            <pc:docMk/>
            <pc:sldMk cId="1390265288" sldId="321"/>
            <ac:inkMk id="20" creationId="{AD0FCD3E-DF12-6B6B-EE60-9F3D7CF7C352}"/>
          </ac:inkMkLst>
        </pc:inkChg>
        <pc:inkChg chg="add reco">
          <ac:chgData name="Pete Dowty" userId="91aba14b6835b0ae" providerId="LiveId" clId="{DC861EC1-FB29-4C02-B83C-8A44B3A41BE2}" dt="2026-07-19T15:48:55.997" v="88"/>
          <ac:inkMkLst>
            <pc:docMk/>
            <pc:sldMk cId="1390265288" sldId="321"/>
            <ac:inkMk id="21" creationId="{4A15FC9D-49DB-2797-9CA6-6E2D79F79043}"/>
          </ac:inkMkLst>
        </pc:inkChg>
        <pc:inkChg chg="add">
          <ac:chgData name="Pete Dowty" userId="91aba14b6835b0ae" providerId="LiveId" clId="{DC861EC1-FB29-4C02-B83C-8A44B3A41BE2}" dt="2026-07-19T15:19:39.302" v="18"/>
          <ac:inkMkLst>
            <pc:docMk/>
            <pc:sldMk cId="1390265288" sldId="321"/>
            <ac:inkMk id="21" creationId="{8B2F423D-73BD-CF81-E5C0-677430E583AA}"/>
          </ac:inkMkLst>
        </pc:inkChg>
        <pc:inkChg chg="add reco">
          <ac:chgData name="Pete Dowty" userId="91aba14b6835b0ae" providerId="LiveId" clId="{DC861EC1-FB29-4C02-B83C-8A44B3A41BE2}" dt="2026-07-19T15:48:55.997" v="88"/>
          <ac:inkMkLst>
            <pc:docMk/>
            <pc:sldMk cId="1390265288" sldId="321"/>
            <ac:inkMk id="22" creationId="{E51BC153-A93E-F1A8-5A5E-2F400B298A1C}"/>
          </ac:inkMkLst>
        </pc:inkChg>
        <pc:inkChg chg="add del">
          <ac:chgData name="Pete Dowty" userId="91aba14b6835b0ae" providerId="LiveId" clId="{DC861EC1-FB29-4C02-B83C-8A44B3A41BE2}" dt="2026-07-19T15:19:42.372" v="25"/>
          <ac:inkMkLst>
            <pc:docMk/>
            <pc:sldMk cId="1390265288" sldId="321"/>
            <ac:inkMk id="22" creationId="{F23F042B-E2DC-2F56-887B-61260599D813}"/>
          </ac:inkMkLst>
        </pc:inkChg>
        <pc:inkChg chg="add del">
          <ac:chgData name="Pete Dowty" userId="91aba14b6835b0ae" providerId="LiveId" clId="{DC861EC1-FB29-4C02-B83C-8A44B3A41BE2}" dt="2026-07-19T15:19:42.372" v="25"/>
          <ac:inkMkLst>
            <pc:docMk/>
            <pc:sldMk cId="1390265288" sldId="321"/>
            <ac:inkMk id="23" creationId="{027BBA27-E9E5-7A6D-2B0F-CD69DFAC824B}"/>
          </ac:inkMkLst>
        </pc:inkChg>
        <pc:inkChg chg="add reco">
          <ac:chgData name="Pete Dowty" userId="91aba14b6835b0ae" providerId="LiveId" clId="{DC861EC1-FB29-4C02-B83C-8A44B3A41BE2}" dt="2026-07-19T15:48:55.997" v="88"/>
          <ac:inkMkLst>
            <pc:docMk/>
            <pc:sldMk cId="1390265288" sldId="321"/>
            <ac:inkMk id="23" creationId="{459771AD-CF96-84E8-B944-AC19024EF8BB}"/>
          </ac:inkMkLst>
        </pc:inkChg>
        <pc:inkChg chg="add">
          <ac:chgData name="Pete Dowty" userId="91aba14b6835b0ae" providerId="LiveId" clId="{DC861EC1-FB29-4C02-B83C-8A44B3A41BE2}" dt="2026-07-19T15:19:40.925" v="21"/>
          <ac:inkMkLst>
            <pc:docMk/>
            <pc:sldMk cId="1390265288" sldId="321"/>
            <ac:inkMk id="24" creationId="{3B5E18F9-2575-EF73-A542-B62C0A9EDF73}"/>
          </ac:inkMkLst>
        </pc:inkChg>
        <pc:inkChg chg="add del">
          <ac:chgData name="Pete Dowty" userId="91aba14b6835b0ae" providerId="LiveId" clId="{DC861EC1-FB29-4C02-B83C-8A44B3A41BE2}" dt="2026-07-19T15:49:02.947" v="101"/>
          <ac:inkMkLst>
            <pc:docMk/>
            <pc:sldMk cId="1390265288" sldId="321"/>
            <ac:inkMk id="24" creationId="{A6630944-1C91-F031-C07D-CFBA847EB516}"/>
          </ac:inkMkLst>
        </pc:inkChg>
        <pc:inkChg chg="add">
          <ac:chgData name="Pete Dowty" userId="91aba14b6835b0ae" providerId="LiveId" clId="{DC861EC1-FB29-4C02-B83C-8A44B3A41BE2}" dt="2026-07-19T15:48:57.778" v="90"/>
          <ac:inkMkLst>
            <pc:docMk/>
            <pc:sldMk cId="1390265288" sldId="321"/>
            <ac:inkMk id="25" creationId="{AD20C0B8-8255-5384-9581-C5C9AA6FF8F6}"/>
          </ac:inkMkLst>
        </pc:inkChg>
        <pc:inkChg chg="add del">
          <ac:chgData name="Pete Dowty" userId="91aba14b6835b0ae" providerId="LiveId" clId="{DC861EC1-FB29-4C02-B83C-8A44B3A41BE2}" dt="2026-07-19T15:19:42.372" v="25"/>
          <ac:inkMkLst>
            <pc:docMk/>
            <pc:sldMk cId="1390265288" sldId="321"/>
            <ac:inkMk id="25" creationId="{B51B37F1-3971-267D-0749-1DCFBF1AD072}"/>
          </ac:inkMkLst>
        </pc:inkChg>
        <pc:inkChg chg="add">
          <ac:chgData name="Pete Dowty" userId="91aba14b6835b0ae" providerId="LiveId" clId="{DC861EC1-FB29-4C02-B83C-8A44B3A41BE2}" dt="2026-07-19T15:19:41.418" v="23"/>
          <ac:inkMkLst>
            <pc:docMk/>
            <pc:sldMk cId="1390265288" sldId="321"/>
            <ac:inkMk id="26" creationId="{4132C31C-45AC-55A7-51E2-ADBD3AED8469}"/>
          </ac:inkMkLst>
        </pc:inkChg>
        <pc:inkChg chg="add">
          <ac:chgData name="Pete Dowty" userId="91aba14b6835b0ae" providerId="LiveId" clId="{DC861EC1-FB29-4C02-B83C-8A44B3A41BE2}" dt="2026-07-19T15:48:57.995" v="91"/>
          <ac:inkMkLst>
            <pc:docMk/>
            <pc:sldMk cId="1390265288" sldId="321"/>
            <ac:inkMk id="26" creationId="{6FFB9C2C-BBA4-6342-EEBA-9D121E51BFAA}"/>
          </ac:inkMkLst>
        </pc:inkChg>
        <pc:inkChg chg="add del">
          <ac:chgData name="Pete Dowty" userId="91aba14b6835b0ae" providerId="LiveId" clId="{DC861EC1-FB29-4C02-B83C-8A44B3A41BE2}" dt="2026-07-19T15:19:42.372" v="25"/>
          <ac:inkMkLst>
            <pc:docMk/>
            <pc:sldMk cId="1390265288" sldId="321"/>
            <ac:inkMk id="27" creationId="{6D9E7958-2F27-9DB1-3AA4-75474215EFB0}"/>
          </ac:inkMkLst>
        </pc:inkChg>
        <pc:inkChg chg="add del">
          <ac:chgData name="Pete Dowty" userId="91aba14b6835b0ae" providerId="LiveId" clId="{DC861EC1-FB29-4C02-B83C-8A44B3A41BE2}" dt="2026-07-19T15:49:02.947" v="101"/>
          <ac:inkMkLst>
            <pc:docMk/>
            <pc:sldMk cId="1390265288" sldId="321"/>
            <ac:inkMk id="27" creationId="{B6AAA6FC-5D3D-8B3E-387D-CB9B0F3398A0}"/>
          </ac:inkMkLst>
        </pc:inkChg>
        <pc:inkChg chg="add reco">
          <ac:chgData name="Pete Dowty" userId="91aba14b6835b0ae" providerId="LiveId" clId="{DC861EC1-FB29-4C02-B83C-8A44B3A41BE2}" dt="2026-07-19T15:19:42.372" v="25"/>
          <ac:inkMkLst>
            <pc:docMk/>
            <pc:sldMk cId="1390265288" sldId="321"/>
            <ac:inkMk id="29" creationId="{5470F3A5-8BC4-D989-DCF6-547C1F3C0BAA}"/>
          </ac:inkMkLst>
        </pc:inkChg>
        <pc:inkChg chg="add">
          <ac:chgData name="Pete Dowty" userId="91aba14b6835b0ae" providerId="LiveId" clId="{DC861EC1-FB29-4C02-B83C-8A44B3A41BE2}" dt="2026-07-19T15:19:42.949" v="26"/>
          <ac:inkMkLst>
            <pc:docMk/>
            <pc:sldMk cId="1390265288" sldId="321"/>
            <ac:inkMk id="30" creationId="{72C34010-32CD-065C-14A5-F151EAA5C505}"/>
          </ac:inkMkLst>
        </pc:inkChg>
        <pc:inkChg chg="add">
          <ac:chgData name="Pete Dowty" userId="91aba14b6835b0ae" providerId="LiveId" clId="{DC861EC1-FB29-4C02-B83C-8A44B3A41BE2}" dt="2026-07-19T15:48:59.029" v="93"/>
          <ac:inkMkLst>
            <pc:docMk/>
            <pc:sldMk cId="1390265288" sldId="321"/>
            <ac:inkMk id="30" creationId="{C84B937E-192F-29CD-BDBB-B24485F84848}"/>
          </ac:inkMkLst>
        </pc:inkChg>
        <pc:inkChg chg="add del">
          <ac:chgData name="Pete Dowty" userId="91aba14b6835b0ae" providerId="LiveId" clId="{DC861EC1-FB29-4C02-B83C-8A44B3A41BE2}" dt="2026-07-19T15:19:50.248" v="40"/>
          <ac:inkMkLst>
            <pc:docMk/>
            <pc:sldMk cId="1390265288" sldId="321"/>
            <ac:inkMk id="31" creationId="{63D0F4C7-1E41-4E88-207A-1C147345056D}"/>
          </ac:inkMkLst>
        </pc:inkChg>
        <pc:inkChg chg="add del">
          <ac:chgData name="Pete Dowty" userId="91aba14b6835b0ae" providerId="LiveId" clId="{DC861EC1-FB29-4C02-B83C-8A44B3A41BE2}" dt="2026-07-19T15:49:02.947" v="101"/>
          <ac:inkMkLst>
            <pc:docMk/>
            <pc:sldMk cId="1390265288" sldId="321"/>
            <ac:inkMk id="31" creationId="{B5EB60EB-AE23-B13B-9C3C-0A40F09871EB}"/>
          </ac:inkMkLst>
        </pc:inkChg>
        <pc:inkChg chg="add del">
          <ac:chgData name="Pete Dowty" userId="91aba14b6835b0ae" providerId="LiveId" clId="{DC861EC1-FB29-4C02-B83C-8A44B3A41BE2}" dt="2026-07-19T15:19:50.248" v="40"/>
          <ac:inkMkLst>
            <pc:docMk/>
            <pc:sldMk cId="1390265288" sldId="321"/>
            <ac:inkMk id="32" creationId="{2006419E-91D4-C4DB-437A-CA27CF9D6083}"/>
          </ac:inkMkLst>
        </pc:inkChg>
        <pc:inkChg chg="add">
          <ac:chgData name="Pete Dowty" userId="91aba14b6835b0ae" providerId="LiveId" clId="{DC861EC1-FB29-4C02-B83C-8A44B3A41BE2}" dt="2026-07-19T15:48:59.795" v="95"/>
          <ac:inkMkLst>
            <pc:docMk/>
            <pc:sldMk cId="1390265288" sldId="321"/>
            <ac:inkMk id="32" creationId="{B47AADC3-DF2C-799C-44AC-B90F78E7DBCD}"/>
          </ac:inkMkLst>
        </pc:inkChg>
        <pc:inkChg chg="add del">
          <ac:chgData name="Pete Dowty" userId="91aba14b6835b0ae" providerId="LiveId" clId="{DC861EC1-FB29-4C02-B83C-8A44B3A41BE2}" dt="2026-07-19T15:19:50.248" v="40"/>
          <ac:inkMkLst>
            <pc:docMk/>
            <pc:sldMk cId="1390265288" sldId="321"/>
            <ac:inkMk id="33" creationId="{00B6DE77-DAC5-1B1D-E4D7-AAE46B37B02B}"/>
          </ac:inkMkLst>
        </pc:inkChg>
        <pc:inkChg chg="add del">
          <ac:chgData name="Pete Dowty" userId="91aba14b6835b0ae" providerId="LiveId" clId="{DC861EC1-FB29-4C02-B83C-8A44B3A41BE2}" dt="2026-07-19T15:49:02.947" v="101"/>
          <ac:inkMkLst>
            <pc:docMk/>
            <pc:sldMk cId="1390265288" sldId="321"/>
            <ac:inkMk id="33" creationId="{5BF3DA5A-1B55-825A-AC40-4B67EF947A3D}"/>
          </ac:inkMkLst>
        </pc:inkChg>
        <pc:inkChg chg="add del">
          <ac:chgData name="Pete Dowty" userId="91aba14b6835b0ae" providerId="LiveId" clId="{DC861EC1-FB29-4C02-B83C-8A44B3A41BE2}" dt="2026-07-19T15:49:02.947" v="101"/>
          <ac:inkMkLst>
            <pc:docMk/>
            <pc:sldMk cId="1390265288" sldId="321"/>
            <ac:inkMk id="34" creationId="{7F8CCE80-9815-295D-245F-DDAFCE4B5DD4}"/>
          </ac:inkMkLst>
        </pc:inkChg>
        <pc:inkChg chg="add del">
          <ac:chgData name="Pete Dowty" userId="91aba14b6835b0ae" providerId="LiveId" clId="{DC861EC1-FB29-4C02-B83C-8A44B3A41BE2}" dt="2026-07-19T15:19:50.248" v="40"/>
          <ac:inkMkLst>
            <pc:docMk/>
            <pc:sldMk cId="1390265288" sldId="321"/>
            <ac:inkMk id="34" creationId="{C1F07C0E-EC46-98CD-AA23-D82E043DD87D}"/>
          </ac:inkMkLst>
        </pc:inkChg>
        <pc:inkChg chg="add">
          <ac:chgData name="Pete Dowty" userId="91aba14b6835b0ae" providerId="LiveId" clId="{DC861EC1-FB29-4C02-B83C-8A44B3A41BE2}" dt="2026-07-19T15:49:00.862" v="98"/>
          <ac:inkMkLst>
            <pc:docMk/>
            <pc:sldMk cId="1390265288" sldId="321"/>
            <ac:inkMk id="35" creationId="{48132F85-D900-4FB7-EAC8-3F0738EB39BB}"/>
          </ac:inkMkLst>
        </pc:inkChg>
        <pc:inkChg chg="add">
          <ac:chgData name="Pete Dowty" userId="91aba14b6835b0ae" providerId="LiveId" clId="{DC861EC1-FB29-4C02-B83C-8A44B3A41BE2}" dt="2026-07-19T15:19:45.886" v="31"/>
          <ac:inkMkLst>
            <pc:docMk/>
            <pc:sldMk cId="1390265288" sldId="321"/>
            <ac:inkMk id="35" creationId="{EE0AD81B-FF8C-B2D9-D844-654A07A2DFAD}"/>
          </ac:inkMkLst>
        </pc:inkChg>
        <pc:inkChg chg="add del">
          <ac:chgData name="Pete Dowty" userId="91aba14b6835b0ae" providerId="LiveId" clId="{DC861EC1-FB29-4C02-B83C-8A44B3A41BE2}" dt="2026-07-19T15:49:02.947" v="101"/>
          <ac:inkMkLst>
            <pc:docMk/>
            <pc:sldMk cId="1390265288" sldId="321"/>
            <ac:inkMk id="36" creationId="{2CE42477-B69C-AF6D-5261-F91A7DA388C7}"/>
          </ac:inkMkLst>
        </pc:inkChg>
        <pc:inkChg chg="add">
          <ac:chgData name="Pete Dowty" userId="91aba14b6835b0ae" providerId="LiveId" clId="{DC861EC1-FB29-4C02-B83C-8A44B3A41BE2}" dt="2026-07-19T15:19:46.236" v="32"/>
          <ac:inkMkLst>
            <pc:docMk/>
            <pc:sldMk cId="1390265288" sldId="321"/>
            <ac:inkMk id="36" creationId="{A096555E-E814-7E1F-8440-959BBD70B67D}"/>
          </ac:inkMkLst>
        </pc:inkChg>
        <pc:inkChg chg="add del">
          <ac:chgData name="Pete Dowty" userId="91aba14b6835b0ae" providerId="LiveId" clId="{DC861EC1-FB29-4C02-B83C-8A44B3A41BE2}" dt="2026-07-19T15:49:02.947" v="101"/>
          <ac:inkMkLst>
            <pc:docMk/>
            <pc:sldMk cId="1390265288" sldId="321"/>
            <ac:inkMk id="37" creationId="{8B39156C-13EC-33AD-B5DE-5AE753F88F72}"/>
          </ac:inkMkLst>
        </pc:inkChg>
        <pc:inkChg chg="add">
          <ac:chgData name="Pete Dowty" userId="91aba14b6835b0ae" providerId="LiveId" clId="{DC861EC1-FB29-4C02-B83C-8A44B3A41BE2}" dt="2026-07-19T15:19:46.585" v="33"/>
          <ac:inkMkLst>
            <pc:docMk/>
            <pc:sldMk cId="1390265288" sldId="321"/>
            <ac:inkMk id="37" creationId="{96534D14-B1AE-019D-EED8-24A6D8123C00}"/>
          </ac:inkMkLst>
        </pc:inkChg>
        <pc:inkChg chg="add reco">
          <ac:chgData name="Pete Dowty" userId="91aba14b6835b0ae" providerId="LiveId" clId="{DC861EC1-FB29-4C02-B83C-8A44B3A41BE2}" dt="2026-07-19T15:49:02.947" v="101"/>
          <ac:inkMkLst>
            <pc:docMk/>
            <pc:sldMk cId="1390265288" sldId="321"/>
            <ac:inkMk id="38" creationId="{55B532F0-572D-40C3-1F58-8D1A39B0A011}"/>
          </ac:inkMkLst>
        </pc:inkChg>
        <pc:inkChg chg="add">
          <ac:chgData name="Pete Dowty" userId="91aba14b6835b0ae" providerId="LiveId" clId="{DC861EC1-FB29-4C02-B83C-8A44B3A41BE2}" dt="2026-07-19T15:19:47.420" v="34"/>
          <ac:inkMkLst>
            <pc:docMk/>
            <pc:sldMk cId="1390265288" sldId="321"/>
            <ac:inkMk id="38" creationId="{CCB6CA49-3B68-5E7C-DA6E-0E65E40893B4}"/>
          </ac:inkMkLst>
        </pc:inkChg>
        <pc:inkChg chg="add reco">
          <ac:chgData name="Pete Dowty" userId="91aba14b6835b0ae" providerId="LiveId" clId="{DC861EC1-FB29-4C02-B83C-8A44B3A41BE2}" dt="2026-07-19T15:49:02.947" v="101"/>
          <ac:inkMkLst>
            <pc:docMk/>
            <pc:sldMk cId="1390265288" sldId="321"/>
            <ac:inkMk id="39" creationId="{1E15E2D5-AE57-F60A-A584-C8B69DD9115B}"/>
          </ac:inkMkLst>
        </pc:inkChg>
        <pc:inkChg chg="add">
          <ac:chgData name="Pete Dowty" userId="91aba14b6835b0ae" providerId="LiveId" clId="{DC861EC1-FB29-4C02-B83C-8A44B3A41BE2}" dt="2026-07-19T15:19:47.771" v="35"/>
          <ac:inkMkLst>
            <pc:docMk/>
            <pc:sldMk cId="1390265288" sldId="321"/>
            <ac:inkMk id="39" creationId="{D41ECE2A-B4B6-7912-4904-AA57C29AD1FE}"/>
          </ac:inkMkLst>
        </pc:inkChg>
        <pc:inkChg chg="add reco">
          <ac:chgData name="Pete Dowty" userId="91aba14b6835b0ae" providerId="LiveId" clId="{DC861EC1-FB29-4C02-B83C-8A44B3A41BE2}" dt="2026-07-19T15:49:02.947" v="101"/>
          <ac:inkMkLst>
            <pc:docMk/>
            <pc:sldMk cId="1390265288" sldId="321"/>
            <ac:inkMk id="40" creationId="{497FA22D-28AF-B617-856D-EE55A70966CB}"/>
          </ac:inkMkLst>
        </pc:inkChg>
        <pc:inkChg chg="add del">
          <ac:chgData name="Pete Dowty" userId="91aba14b6835b0ae" providerId="LiveId" clId="{DC861EC1-FB29-4C02-B83C-8A44B3A41BE2}" dt="2026-07-19T15:19:50.248" v="40"/>
          <ac:inkMkLst>
            <pc:docMk/>
            <pc:sldMk cId="1390265288" sldId="321"/>
            <ac:inkMk id="40" creationId="{4E72EDB8-42A0-10DD-07D5-6854C2267030}"/>
          </ac:inkMkLst>
        </pc:inkChg>
        <pc:inkChg chg="add del">
          <ac:chgData name="Pete Dowty" userId="91aba14b6835b0ae" providerId="LiveId" clId="{DC861EC1-FB29-4C02-B83C-8A44B3A41BE2}" dt="2026-07-19T15:19:50.248" v="40"/>
          <ac:inkMkLst>
            <pc:docMk/>
            <pc:sldMk cId="1390265288" sldId="321"/>
            <ac:inkMk id="41" creationId="{FD81508E-AEDF-5649-0493-A96DB94A71DF}"/>
          </ac:inkMkLst>
        </pc:inkChg>
        <pc:inkChg chg="add del">
          <ac:chgData name="Pete Dowty" userId="91aba14b6835b0ae" providerId="LiveId" clId="{DC861EC1-FB29-4C02-B83C-8A44B3A41BE2}" dt="2026-07-19T15:19:50.248" v="40"/>
          <ac:inkMkLst>
            <pc:docMk/>
            <pc:sldMk cId="1390265288" sldId="321"/>
            <ac:inkMk id="42" creationId="{7A3DB1DC-3EB0-C86E-5738-459E054FD454}"/>
          </ac:inkMkLst>
        </pc:inkChg>
        <pc:inkChg chg="add del">
          <ac:chgData name="Pete Dowty" userId="91aba14b6835b0ae" providerId="LiveId" clId="{DC861EC1-FB29-4C02-B83C-8A44B3A41BE2}" dt="2026-07-19T15:19:50.248" v="40"/>
          <ac:inkMkLst>
            <pc:docMk/>
            <pc:sldMk cId="1390265288" sldId="321"/>
            <ac:inkMk id="43" creationId="{90D2E07C-FFAA-842B-9E80-73B0F398943F}"/>
          </ac:inkMkLst>
        </pc:inkChg>
        <pc:inkChg chg="add reco">
          <ac:chgData name="Pete Dowty" userId="91aba14b6835b0ae" providerId="LiveId" clId="{DC861EC1-FB29-4C02-B83C-8A44B3A41BE2}" dt="2026-07-19T15:19:50.248" v="40"/>
          <ac:inkMkLst>
            <pc:docMk/>
            <pc:sldMk cId="1390265288" sldId="321"/>
            <ac:inkMk id="45" creationId="{B5B29837-71B5-6D4C-F0D2-6E946673F229}"/>
          </ac:inkMkLst>
        </pc:inkChg>
        <pc:inkChg chg="add reco">
          <ac:chgData name="Pete Dowty" userId="91aba14b6835b0ae" providerId="LiveId" clId="{DC861EC1-FB29-4C02-B83C-8A44B3A41BE2}" dt="2026-07-19T15:19:50.248" v="40"/>
          <ac:inkMkLst>
            <pc:docMk/>
            <pc:sldMk cId="1390265288" sldId="321"/>
            <ac:inkMk id="46" creationId="{E8904CC8-2CB8-041C-C721-B7CFD598543E}"/>
          </ac:inkMkLst>
        </pc:inkChg>
        <pc:inkChg chg="add">
          <ac:chgData name="Pete Dowty" userId="91aba14b6835b0ae" providerId="LiveId" clId="{DC861EC1-FB29-4C02-B83C-8A44B3A41BE2}" dt="2026-07-19T15:20:13.168" v="41"/>
          <ac:inkMkLst>
            <pc:docMk/>
            <pc:sldMk cId="1390265288" sldId="321"/>
            <ac:inkMk id="47" creationId="{B7455F2F-CF20-EBF0-DB71-296C6F40CB7F}"/>
          </ac:inkMkLst>
        </pc:inkChg>
        <pc:inkChg chg="add">
          <ac:chgData name="Pete Dowty" userId="91aba14b6835b0ae" providerId="LiveId" clId="{DC861EC1-FB29-4C02-B83C-8A44B3A41BE2}" dt="2026-07-19T15:20:16.215" v="42"/>
          <ac:inkMkLst>
            <pc:docMk/>
            <pc:sldMk cId="1390265288" sldId="321"/>
            <ac:inkMk id="48" creationId="{58CDAB93-90E3-9A19-4EDD-6109BD84FB58}"/>
          </ac:inkMkLst>
        </pc:inkChg>
        <pc:inkChg chg="add del">
          <ac:chgData name="Pete Dowty" userId="91aba14b6835b0ae" providerId="LiveId" clId="{DC861EC1-FB29-4C02-B83C-8A44B3A41BE2}" dt="2026-07-19T15:20:23.023" v="58"/>
          <ac:inkMkLst>
            <pc:docMk/>
            <pc:sldMk cId="1390265288" sldId="321"/>
            <ac:inkMk id="49" creationId="{0BAC3D56-8D99-DDEC-7686-DC8C0D34ADDA}"/>
          </ac:inkMkLst>
        </pc:inkChg>
        <pc:inkChg chg="add del">
          <ac:chgData name="Pete Dowty" userId="91aba14b6835b0ae" providerId="LiveId" clId="{DC861EC1-FB29-4C02-B83C-8A44B3A41BE2}" dt="2026-07-19T15:20:23.023" v="58"/>
          <ac:inkMkLst>
            <pc:docMk/>
            <pc:sldMk cId="1390265288" sldId="321"/>
            <ac:inkMk id="50" creationId="{6D471C34-16BC-C848-D762-F25D05B58E88}"/>
          </ac:inkMkLst>
        </pc:inkChg>
        <pc:inkChg chg="add del">
          <ac:chgData name="Pete Dowty" userId="91aba14b6835b0ae" providerId="LiveId" clId="{DC861EC1-FB29-4C02-B83C-8A44B3A41BE2}" dt="2026-07-19T15:20:23.023" v="58"/>
          <ac:inkMkLst>
            <pc:docMk/>
            <pc:sldMk cId="1390265288" sldId="321"/>
            <ac:inkMk id="51" creationId="{60AC62B3-B659-7519-9232-8A3A5BFBB26E}"/>
          </ac:inkMkLst>
        </pc:inkChg>
        <pc:inkChg chg="add">
          <ac:chgData name="Pete Dowty" userId="91aba14b6835b0ae" providerId="LiveId" clId="{DC861EC1-FB29-4C02-B83C-8A44B3A41BE2}" dt="2026-07-19T15:20:18.086" v="46"/>
          <ac:inkMkLst>
            <pc:docMk/>
            <pc:sldMk cId="1390265288" sldId="321"/>
            <ac:inkMk id="52" creationId="{85059430-F734-6481-CBA6-9A72DD681317}"/>
          </ac:inkMkLst>
        </pc:inkChg>
        <pc:inkChg chg="add">
          <ac:chgData name="Pete Dowty" userId="91aba14b6835b0ae" providerId="LiveId" clId="{DC861EC1-FB29-4C02-B83C-8A44B3A41BE2}" dt="2026-07-19T15:20:18.433" v="47"/>
          <ac:inkMkLst>
            <pc:docMk/>
            <pc:sldMk cId="1390265288" sldId="321"/>
            <ac:inkMk id="53" creationId="{C33DF2C2-42FA-D863-7BB6-46E37351F37B}"/>
          </ac:inkMkLst>
        </pc:inkChg>
        <pc:inkChg chg="add del">
          <ac:chgData name="Pete Dowty" userId="91aba14b6835b0ae" providerId="LiveId" clId="{DC861EC1-FB29-4C02-B83C-8A44B3A41BE2}" dt="2026-07-19T15:20:23.023" v="58"/>
          <ac:inkMkLst>
            <pc:docMk/>
            <pc:sldMk cId="1390265288" sldId="321"/>
            <ac:inkMk id="54" creationId="{300047E0-85D4-F4B0-CF8D-8ED5F088B0BD}"/>
          </ac:inkMkLst>
        </pc:inkChg>
        <pc:inkChg chg="add">
          <ac:chgData name="Pete Dowty" userId="91aba14b6835b0ae" providerId="LiveId" clId="{DC861EC1-FB29-4C02-B83C-8A44B3A41BE2}" dt="2026-07-19T15:20:18.932" v="49"/>
          <ac:inkMkLst>
            <pc:docMk/>
            <pc:sldMk cId="1390265288" sldId="321"/>
            <ac:inkMk id="55" creationId="{EA5DE09E-2541-8DB9-2466-68999D20AF83}"/>
          </ac:inkMkLst>
        </pc:inkChg>
        <pc:inkChg chg="add">
          <ac:chgData name="Pete Dowty" userId="91aba14b6835b0ae" providerId="LiveId" clId="{DC861EC1-FB29-4C02-B83C-8A44B3A41BE2}" dt="2026-07-19T15:20:19.649" v="50"/>
          <ac:inkMkLst>
            <pc:docMk/>
            <pc:sldMk cId="1390265288" sldId="321"/>
            <ac:inkMk id="56" creationId="{4749F0C2-8496-F498-F9ED-C548ABD8E0AD}"/>
          </ac:inkMkLst>
        </pc:inkChg>
        <pc:inkChg chg="add">
          <ac:chgData name="Pete Dowty" userId="91aba14b6835b0ae" providerId="LiveId" clId="{DC861EC1-FB29-4C02-B83C-8A44B3A41BE2}" dt="2026-07-19T15:20:20.003" v="51"/>
          <ac:inkMkLst>
            <pc:docMk/>
            <pc:sldMk cId="1390265288" sldId="321"/>
            <ac:inkMk id="57" creationId="{F33F1AA6-E36B-3181-6C48-A5250E12237A}"/>
          </ac:inkMkLst>
        </pc:inkChg>
        <pc:inkChg chg="add del">
          <ac:chgData name="Pete Dowty" userId="91aba14b6835b0ae" providerId="LiveId" clId="{DC861EC1-FB29-4C02-B83C-8A44B3A41BE2}" dt="2026-07-19T15:20:23.023" v="58"/>
          <ac:inkMkLst>
            <pc:docMk/>
            <pc:sldMk cId="1390265288" sldId="321"/>
            <ac:inkMk id="58" creationId="{91C5037C-0855-7F2C-AA7D-A3A7B3191F73}"/>
          </ac:inkMkLst>
        </pc:inkChg>
        <pc:inkChg chg="add">
          <ac:chgData name="Pete Dowty" userId="91aba14b6835b0ae" providerId="LiveId" clId="{DC861EC1-FB29-4C02-B83C-8A44B3A41BE2}" dt="2026-07-19T15:20:20.849" v="53"/>
          <ac:inkMkLst>
            <pc:docMk/>
            <pc:sldMk cId="1390265288" sldId="321"/>
            <ac:inkMk id="59" creationId="{23323DF1-5FF7-AAF8-65D1-BB7B8695B6DB}"/>
          </ac:inkMkLst>
        </pc:inkChg>
        <pc:inkChg chg="add del">
          <ac:chgData name="Pete Dowty" userId="91aba14b6835b0ae" providerId="LiveId" clId="{DC861EC1-FB29-4C02-B83C-8A44B3A41BE2}" dt="2026-07-19T15:20:23.023" v="58"/>
          <ac:inkMkLst>
            <pc:docMk/>
            <pc:sldMk cId="1390265288" sldId="321"/>
            <ac:inkMk id="60" creationId="{76EA8FA7-3A7B-DBBC-8488-1FFEC21BB87B}"/>
          </ac:inkMkLst>
        </pc:inkChg>
        <pc:inkChg chg="add del">
          <ac:chgData name="Pete Dowty" userId="91aba14b6835b0ae" providerId="LiveId" clId="{DC861EC1-FB29-4C02-B83C-8A44B3A41BE2}" dt="2026-07-19T15:20:23.023" v="58"/>
          <ac:inkMkLst>
            <pc:docMk/>
            <pc:sldMk cId="1390265288" sldId="321"/>
            <ac:inkMk id="61" creationId="{853DDB87-37F4-4DEE-F38B-85DCF71E943D}"/>
          </ac:inkMkLst>
        </pc:inkChg>
        <pc:inkChg chg="add del">
          <ac:chgData name="Pete Dowty" userId="91aba14b6835b0ae" providerId="LiveId" clId="{DC861EC1-FB29-4C02-B83C-8A44B3A41BE2}" dt="2026-07-19T15:20:23.023" v="58"/>
          <ac:inkMkLst>
            <pc:docMk/>
            <pc:sldMk cId="1390265288" sldId="321"/>
            <ac:inkMk id="62" creationId="{C92F1291-F353-429E-B677-16B64F32B4A2}"/>
          </ac:inkMkLst>
        </pc:inkChg>
        <pc:inkChg chg="add del">
          <ac:chgData name="Pete Dowty" userId="91aba14b6835b0ae" providerId="LiveId" clId="{DC861EC1-FB29-4C02-B83C-8A44B3A41BE2}" dt="2026-07-19T15:20:23.023" v="58"/>
          <ac:inkMkLst>
            <pc:docMk/>
            <pc:sldMk cId="1390265288" sldId="321"/>
            <ac:inkMk id="63" creationId="{E5D4DFC1-341E-412A-7DA2-C9006916E9AC}"/>
          </ac:inkMkLst>
        </pc:inkChg>
        <pc:inkChg chg="add reco">
          <ac:chgData name="Pete Dowty" userId="91aba14b6835b0ae" providerId="LiveId" clId="{DC861EC1-FB29-4C02-B83C-8A44B3A41BE2}" dt="2026-07-19T15:20:23.023" v="58"/>
          <ac:inkMkLst>
            <pc:docMk/>
            <pc:sldMk cId="1390265288" sldId="321"/>
            <ac:inkMk id="64" creationId="{5D41176F-6C2F-69FB-1D51-11608E3EABBD}"/>
          </ac:inkMkLst>
        </pc:inkChg>
        <pc:inkChg chg="add del">
          <ac:chgData name="Pete Dowty" userId="91aba14b6835b0ae" providerId="LiveId" clId="{DC861EC1-FB29-4C02-B83C-8A44B3A41BE2}" dt="2026-07-19T15:20:30.095" v="71"/>
          <ac:inkMkLst>
            <pc:docMk/>
            <pc:sldMk cId="1390265288" sldId="321"/>
            <ac:inkMk id="65" creationId="{FF35BB36-C01C-F885-C79E-1FA1013FCDC5}"/>
          </ac:inkMkLst>
        </pc:inkChg>
        <pc:inkChg chg="add">
          <ac:chgData name="Pete Dowty" userId="91aba14b6835b0ae" providerId="LiveId" clId="{DC861EC1-FB29-4C02-B83C-8A44B3A41BE2}" dt="2026-07-19T15:20:24.845" v="60"/>
          <ac:inkMkLst>
            <pc:docMk/>
            <pc:sldMk cId="1390265288" sldId="321"/>
            <ac:inkMk id="66" creationId="{C8D452E8-720A-DCC7-B87D-0310F0962D97}"/>
          </ac:inkMkLst>
        </pc:inkChg>
        <pc:inkChg chg="add del">
          <ac:chgData name="Pete Dowty" userId="91aba14b6835b0ae" providerId="LiveId" clId="{DC861EC1-FB29-4C02-B83C-8A44B3A41BE2}" dt="2026-07-19T15:20:30.095" v="71"/>
          <ac:inkMkLst>
            <pc:docMk/>
            <pc:sldMk cId="1390265288" sldId="321"/>
            <ac:inkMk id="67" creationId="{45F94971-E9F2-1FB6-B057-12431F832BD5}"/>
          </ac:inkMkLst>
        </pc:inkChg>
        <pc:inkChg chg="add del">
          <ac:chgData name="Pete Dowty" userId="91aba14b6835b0ae" providerId="LiveId" clId="{DC861EC1-FB29-4C02-B83C-8A44B3A41BE2}" dt="2026-07-19T15:20:30.095" v="71"/>
          <ac:inkMkLst>
            <pc:docMk/>
            <pc:sldMk cId="1390265288" sldId="321"/>
            <ac:inkMk id="68" creationId="{975C7F9E-CCC3-6921-C610-24B0716FA25F}"/>
          </ac:inkMkLst>
        </pc:inkChg>
        <pc:inkChg chg="add del">
          <ac:chgData name="Pete Dowty" userId="91aba14b6835b0ae" providerId="LiveId" clId="{DC861EC1-FB29-4C02-B83C-8A44B3A41BE2}" dt="2026-07-19T15:20:30.095" v="71"/>
          <ac:inkMkLst>
            <pc:docMk/>
            <pc:sldMk cId="1390265288" sldId="321"/>
            <ac:inkMk id="69" creationId="{15F750DF-79AE-8362-D846-03944F0357F6}"/>
          </ac:inkMkLst>
        </pc:inkChg>
        <pc:inkChg chg="add del">
          <ac:chgData name="Pete Dowty" userId="91aba14b6835b0ae" providerId="LiveId" clId="{DC861EC1-FB29-4C02-B83C-8A44B3A41BE2}" dt="2026-07-19T15:20:30.095" v="71"/>
          <ac:inkMkLst>
            <pc:docMk/>
            <pc:sldMk cId="1390265288" sldId="321"/>
            <ac:inkMk id="70" creationId="{B987B416-508D-8375-5D7F-565BE51712AD}"/>
          </ac:inkMkLst>
        </pc:inkChg>
        <pc:inkChg chg="add">
          <ac:chgData name="Pete Dowty" userId="91aba14b6835b0ae" providerId="LiveId" clId="{DC861EC1-FB29-4C02-B83C-8A44B3A41BE2}" dt="2026-07-19T15:20:27.012" v="65"/>
          <ac:inkMkLst>
            <pc:docMk/>
            <pc:sldMk cId="1390265288" sldId="321"/>
            <ac:inkMk id="71" creationId="{E886F9F1-9393-C5E4-201A-5A6782BE72BE}"/>
          </ac:inkMkLst>
        </pc:inkChg>
        <pc:inkChg chg="add del">
          <ac:chgData name="Pete Dowty" userId="91aba14b6835b0ae" providerId="LiveId" clId="{DC861EC1-FB29-4C02-B83C-8A44B3A41BE2}" dt="2026-07-19T15:20:30.095" v="71"/>
          <ac:inkMkLst>
            <pc:docMk/>
            <pc:sldMk cId="1390265288" sldId="321"/>
            <ac:inkMk id="72" creationId="{98274D2A-8471-FD80-465E-FD060A167072}"/>
          </ac:inkMkLst>
        </pc:inkChg>
        <pc:inkChg chg="add del">
          <ac:chgData name="Pete Dowty" userId="91aba14b6835b0ae" providerId="LiveId" clId="{DC861EC1-FB29-4C02-B83C-8A44B3A41BE2}" dt="2026-07-19T15:20:30.095" v="71"/>
          <ac:inkMkLst>
            <pc:docMk/>
            <pc:sldMk cId="1390265288" sldId="321"/>
            <ac:inkMk id="73" creationId="{D0DE3F77-B5B1-AE29-5190-1F44BA5FDB81}"/>
          </ac:inkMkLst>
        </pc:inkChg>
        <pc:inkChg chg="add del">
          <ac:chgData name="Pete Dowty" userId="91aba14b6835b0ae" providerId="LiveId" clId="{DC861EC1-FB29-4C02-B83C-8A44B3A41BE2}" dt="2026-07-19T15:20:30.095" v="71"/>
          <ac:inkMkLst>
            <pc:docMk/>
            <pc:sldMk cId="1390265288" sldId="321"/>
            <ac:inkMk id="74" creationId="{B027FEEB-1243-27E6-CE45-87E88081E59B}"/>
          </ac:inkMkLst>
        </pc:inkChg>
        <pc:inkChg chg="add">
          <ac:chgData name="Pete Dowty" userId="91aba14b6835b0ae" providerId="LiveId" clId="{DC861EC1-FB29-4C02-B83C-8A44B3A41BE2}" dt="2026-07-19T15:20:28.430" v="69"/>
          <ac:inkMkLst>
            <pc:docMk/>
            <pc:sldMk cId="1390265288" sldId="321"/>
            <ac:inkMk id="75" creationId="{0E722110-A075-E0FA-F509-F2DCF00577B4}"/>
          </ac:inkMkLst>
        </pc:inkChg>
        <pc:inkChg chg="add del">
          <ac:chgData name="Pete Dowty" userId="91aba14b6835b0ae" providerId="LiveId" clId="{DC861EC1-FB29-4C02-B83C-8A44B3A41BE2}" dt="2026-07-19T15:20:30.095" v="71"/>
          <ac:inkMkLst>
            <pc:docMk/>
            <pc:sldMk cId="1390265288" sldId="321"/>
            <ac:inkMk id="76" creationId="{E27B2BBF-A3E7-D866-575C-FB7C3E7DBF62}"/>
          </ac:inkMkLst>
        </pc:inkChg>
        <pc:inkChg chg="add reco">
          <ac:chgData name="Pete Dowty" userId="91aba14b6835b0ae" providerId="LiveId" clId="{DC861EC1-FB29-4C02-B83C-8A44B3A41BE2}" dt="2026-07-19T15:20:30.095" v="71"/>
          <ac:inkMkLst>
            <pc:docMk/>
            <pc:sldMk cId="1390265288" sldId="321"/>
            <ac:inkMk id="77" creationId="{B008A209-8317-5EAB-3B0B-DA840546E442}"/>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7-19T14:28:26.671" v="5193" actId="20577"/>
      <pc:docMkLst>
        <pc:docMk/>
      </pc:docMkLst>
      <pc:sldChg chg="delSp modSp mod">
        <pc:chgData name="Pete Dowty" userId="91aba14b6835b0ae" providerId="LiveId" clId="{660F8803-2738-5EFD-95AE-06E7480F19FB}" dt="2026-07-03T13:45:17.055" v="5095" actId="20577"/>
        <pc:sldMkLst>
          <pc:docMk/>
          <pc:sldMk cId="4075092185" sldId="256"/>
        </pc:sldMkLst>
        <pc:spChg chg="mod">
          <ac:chgData name="Pete Dowty" userId="91aba14b6835b0ae" providerId="LiveId" clId="{660F8803-2738-5EFD-95AE-06E7480F19FB}" dt="2026-07-03T13:45:17.055" v="5095" actId="20577"/>
          <ac:spMkLst>
            <pc:docMk/>
            <pc:sldMk cId="4075092185" sldId="256"/>
            <ac:spMk id="2" creationId="{09D9C740-84B6-4D7A-E556-A418783A3B6E}"/>
          </ac:spMkLst>
        </pc:spChg>
      </pc:sldChg>
      <pc:sldChg chg="modSp mod">
        <pc:chgData name="Pete Dowty" userId="91aba14b6835b0ae" providerId="LiveId" clId="{660F8803-2738-5EFD-95AE-06E7480F19FB}" dt="2026-06-28T14:41:54.056" v="4813" actId="20577"/>
        <pc:sldMkLst>
          <pc:docMk/>
          <pc:sldMk cId="2532653130" sldId="281"/>
        </pc:sldMkLst>
        <pc:spChg chg="mod">
          <ac:chgData name="Pete Dowty" userId="91aba14b6835b0ae" providerId="LiveId" clId="{660F8803-2738-5EFD-95AE-06E7480F19FB}" dt="2026-06-28T14:41:54.056" v="4813" actId="20577"/>
          <ac:spMkLst>
            <pc:docMk/>
            <pc:sldMk cId="2532653130" sldId="281"/>
            <ac:spMk id="2" creationId="{014AB92D-C488-47FE-A288-92026B22C4E5}"/>
          </ac:spMkLst>
        </pc:spChg>
      </pc:sldChg>
      <pc:sldChg chg="addSp delSp modSp mod">
        <pc:chgData name="Pete Dowty" userId="91aba14b6835b0ae" providerId="LiveId" clId="{660F8803-2738-5EFD-95AE-06E7480F19FB}" dt="2026-06-28T15:17:46.999" v="4862" actId="1076"/>
        <pc:sldMkLst>
          <pc:docMk/>
          <pc:sldMk cId="1689912192" sldId="283"/>
        </pc:sldMkLst>
        <pc:spChg chg="add mod">
          <ac:chgData name="Pete Dowty" userId="91aba14b6835b0ae" providerId="LiveId" clId="{660F8803-2738-5EFD-95AE-06E7480F19FB}" dt="2026-06-28T14:47:00.863" v="4841" actId="14100"/>
          <ac:spMkLst>
            <pc:docMk/>
            <pc:sldMk cId="1689912192" sldId="283"/>
            <ac:spMk id="4" creationId="{05CB2474-56C0-1415-9CAC-69FF04EDFF4A}"/>
          </ac:spMkLst>
        </pc:spChg>
      </pc:sldChg>
      <pc:sldChg chg="addSp modSp new mod">
        <pc:chgData name="Pete Dowty" userId="91aba14b6835b0ae" providerId="LiveId" clId="{660F8803-2738-5EFD-95AE-06E7480F19FB}" dt="2026-07-03T15:24:01.057" v="5099" actId="1076"/>
        <pc:sldMkLst>
          <pc:docMk/>
          <pc:sldMk cId="4159988265" sldId="305"/>
        </pc:sldMkLst>
        <pc:picChg chg="add mod">
          <ac:chgData name="Pete Dowty" userId="91aba14b6835b0ae" providerId="LiveId" clId="{660F8803-2738-5EFD-95AE-06E7480F19FB}" dt="2026-07-03T15:24:01.057" v="5099" actId="1076"/>
          <ac:picMkLst>
            <pc:docMk/>
            <pc:sldMk cId="4159988265" sldId="305"/>
            <ac:picMk id="32" creationId="{44A6A421-F46D-F22F-F7E2-8B4889E272EB}"/>
          </ac:picMkLst>
        </pc:picChg>
      </pc:sldChg>
      <pc:sldChg chg="addSp modSp new mod">
        <pc:chgData name="Pete Dowty" userId="91aba14b6835b0ae" providerId="LiveId" clId="{660F8803-2738-5EFD-95AE-06E7480F19FB}" dt="2026-07-03T13:36:37.930" v="5089" actId="20577"/>
        <pc:sldMkLst>
          <pc:docMk/>
          <pc:sldMk cId="2602005344" sldId="306"/>
        </pc:sldMkLst>
        <pc:spChg chg="mod">
          <ac:chgData name="Pete Dowty" userId="91aba14b6835b0ae" providerId="LiveId" clId="{660F8803-2738-5EFD-95AE-06E7480F19FB}" dt="2026-07-03T13:36:37.930" v="5089" actId="20577"/>
          <ac:spMkLst>
            <pc:docMk/>
            <pc:sldMk cId="2602005344" sldId="306"/>
            <ac:spMk id="2" creationId="{C50BA159-FE68-C72B-F7CF-110239B6D952}"/>
          </ac:spMkLst>
        </pc:spChg>
      </pc:sldChg>
      <pc:sldChg chg="addSp delSp modSp mod">
        <pc:chgData name="Pete Dowty" userId="91aba14b6835b0ae" providerId="LiveId" clId="{660F8803-2738-5EFD-95AE-06E7480F19FB}" dt="2026-06-28T14:39:15.140" v="4792" actId="14100"/>
        <pc:sldMkLst>
          <pc:docMk/>
          <pc:sldMk cId="2867469800" sldId="308"/>
        </pc:sldMkLst>
      </pc:sldChg>
      <pc:sldChg chg="addSp modSp new mod">
        <pc:chgData name="Pete Dowty" userId="91aba14b6835b0ae" providerId="LiveId" clId="{660F8803-2738-5EFD-95AE-06E7480F19FB}" dt="2026-06-19T16:52:49.741" v="3048" actId="20577"/>
        <pc:sldMkLst>
          <pc:docMk/>
          <pc:sldMk cId="4122703943" sldId="309"/>
        </pc:sldMkLst>
      </pc:sldChg>
      <pc:sldChg chg="addSp delSp modSp new mod ord">
        <pc:chgData name="Pete Dowty" userId="91aba14b6835b0ae" providerId="LiveId" clId="{660F8803-2738-5EFD-95AE-06E7480F19FB}" dt="2026-06-21T14:04:29.939" v="3733" actId="208"/>
        <pc:sldMkLst>
          <pc:docMk/>
          <pc:sldMk cId="4105985679" sldId="311"/>
        </pc:sldMkLst>
        <pc:spChg chg="add mod">
          <ac:chgData name="Pete Dowty" userId="91aba14b6835b0ae" providerId="LiveId" clId="{660F8803-2738-5EFD-95AE-06E7480F19FB}" dt="2026-06-21T14:04:29.939" v="3733" actId="208"/>
          <ac:spMkLst>
            <pc:docMk/>
            <pc:sldMk cId="4105985679" sldId="311"/>
            <ac:spMk id="2" creationId="{D8376C5D-3801-7D55-3BF8-443E83269B1E}"/>
          </ac:spMkLst>
        </pc:spChg>
        <pc:spChg chg="add mod">
          <ac:chgData name="Pete Dowty" userId="91aba14b6835b0ae" providerId="LiveId" clId="{660F8803-2738-5EFD-95AE-06E7480F19FB}" dt="2026-06-21T04:44:33.173" v="3352" actId="1076"/>
          <ac:spMkLst>
            <pc:docMk/>
            <pc:sldMk cId="4105985679" sldId="311"/>
            <ac:spMk id="3" creationId="{3951A741-31BF-60FA-A0C0-BCD26BCFF84A}"/>
          </ac:spMkLst>
        </pc:spChg>
        <pc:spChg chg="add mod">
          <ac:chgData name="Pete Dowty" userId="91aba14b6835b0ae" providerId="LiveId" clId="{660F8803-2738-5EFD-95AE-06E7480F19FB}" dt="2026-06-21T14:04:29.939" v="3733" actId="208"/>
          <ac:spMkLst>
            <pc:docMk/>
            <pc:sldMk cId="4105985679" sldId="311"/>
            <ac:spMk id="4" creationId="{372BA0CE-7341-17C2-9DC9-26C3BDED9E28}"/>
          </ac:spMkLst>
        </pc:spChg>
        <pc:spChg chg="add mod">
          <ac:chgData name="Pete Dowty" userId="91aba14b6835b0ae" providerId="LiveId" clId="{660F8803-2738-5EFD-95AE-06E7480F19FB}" dt="2026-06-21T04:44:29.396" v="3351" actId="1076"/>
          <ac:spMkLst>
            <pc:docMk/>
            <pc:sldMk cId="4105985679" sldId="311"/>
            <ac:spMk id="5" creationId="{E163C22F-957F-A179-7918-D2218A52FBFC}"/>
          </ac:spMkLst>
        </pc:spChg>
        <pc:spChg chg="add mod">
          <ac:chgData name="Pete Dowty" userId="91aba14b6835b0ae" providerId="LiveId" clId="{660F8803-2738-5EFD-95AE-06E7480F19FB}" dt="2026-06-21T14:04:29.939" v="3733" actId="208"/>
          <ac:spMkLst>
            <pc:docMk/>
            <pc:sldMk cId="4105985679" sldId="311"/>
            <ac:spMk id="6" creationId="{81C51E30-7947-1034-5D93-4993962A4BB9}"/>
          </ac:spMkLst>
        </pc:spChg>
        <pc:spChg chg="add mod">
          <ac:chgData name="Pete Dowty" userId="91aba14b6835b0ae" providerId="LiveId" clId="{660F8803-2738-5EFD-95AE-06E7480F19FB}" dt="2026-06-21T04:44:25.822" v="3350" actId="1076"/>
          <ac:spMkLst>
            <pc:docMk/>
            <pc:sldMk cId="4105985679" sldId="311"/>
            <ac:spMk id="7" creationId="{27C0E837-5B1A-B61D-3969-1D5C9A6D8DAE}"/>
          </ac:spMkLst>
        </pc:spChg>
        <pc:spChg chg="add mod">
          <ac:chgData name="Pete Dowty" userId="91aba14b6835b0ae" providerId="LiveId" clId="{660F8803-2738-5EFD-95AE-06E7480F19FB}" dt="2026-06-21T04:50:57.589" v="3398" actId="207"/>
          <ac:spMkLst>
            <pc:docMk/>
            <pc:sldMk cId="4105985679" sldId="311"/>
            <ac:spMk id="8" creationId="{4FADDADE-C6FB-E5F2-0B3D-7DBB7EA31B39}"/>
          </ac:spMkLst>
        </pc:spChg>
        <pc:spChg chg="add mod">
          <ac:chgData name="Pete Dowty" userId="91aba14b6835b0ae" providerId="LiveId" clId="{660F8803-2738-5EFD-95AE-06E7480F19FB}" dt="2026-06-21T04:51:13.383" v="3406" actId="207"/>
          <ac:spMkLst>
            <pc:docMk/>
            <pc:sldMk cId="4105985679" sldId="311"/>
            <ac:spMk id="9" creationId="{603AC6C6-3245-C02E-6372-E7CCDE1A5824}"/>
          </ac:spMkLst>
        </pc:spChg>
        <pc:spChg chg="add mod">
          <ac:chgData name="Pete Dowty" userId="91aba14b6835b0ae" providerId="LiveId" clId="{660F8803-2738-5EFD-95AE-06E7480F19FB}" dt="2026-06-21T04:52:35.145" v="3414" actId="20577"/>
          <ac:spMkLst>
            <pc:docMk/>
            <pc:sldMk cId="4105985679" sldId="311"/>
            <ac:spMk id="10" creationId="{67C4C3F0-5756-3EB5-6106-46B1F23F85D8}"/>
          </ac:spMkLst>
        </pc:spChg>
        <pc:spChg chg="add mod">
          <ac:chgData name="Pete Dowty" userId="91aba14b6835b0ae" providerId="LiveId" clId="{660F8803-2738-5EFD-95AE-06E7480F19FB}" dt="2026-06-21T04:54:39.360" v="3419"/>
          <ac:spMkLst>
            <pc:docMk/>
            <pc:sldMk cId="4105985679" sldId="311"/>
            <ac:spMk id="11" creationId="{963D2E58-C438-1697-4C3A-2C221566FEF2}"/>
          </ac:spMkLst>
        </pc:spChg>
        <pc:spChg chg="add mod">
          <ac:chgData name="Pete Dowty" userId="91aba14b6835b0ae" providerId="LiveId" clId="{660F8803-2738-5EFD-95AE-06E7480F19FB}" dt="2026-06-21T13:39:16.050" v="3588" actId="1076"/>
          <ac:spMkLst>
            <pc:docMk/>
            <pc:sldMk cId="4105985679" sldId="311"/>
            <ac:spMk id="13" creationId="{233AB3C2-3DE1-6208-BAE2-680C46A84B6F}"/>
          </ac:spMkLst>
        </pc:spChg>
        <pc:spChg chg="add mod">
          <ac:chgData name="Pete Dowty" userId="91aba14b6835b0ae" providerId="LiveId" clId="{660F8803-2738-5EFD-95AE-06E7480F19FB}" dt="2026-06-21T13:41:04.498" v="3664" actId="179"/>
          <ac:spMkLst>
            <pc:docMk/>
            <pc:sldMk cId="4105985679" sldId="311"/>
            <ac:spMk id="21" creationId="{4D6629B2-E208-4479-437C-8ACBA7AC643C}"/>
          </ac:spMkLst>
        </pc:spChg>
        <pc:spChg chg="add mod">
          <ac:chgData name="Pete Dowty" userId="91aba14b6835b0ae" providerId="LiveId" clId="{660F8803-2738-5EFD-95AE-06E7480F19FB}" dt="2026-06-21T13:59:56.102" v="3732" actId="1076"/>
          <ac:spMkLst>
            <pc:docMk/>
            <pc:sldMk cId="4105985679" sldId="311"/>
            <ac:spMk id="26" creationId="{202F8DFC-C890-BC28-2682-4E117914FCB0}"/>
          </ac:spMkLst>
        </pc:spChg>
        <pc:picChg chg="add mod">
          <ac:chgData name="Pete Dowty" userId="91aba14b6835b0ae" providerId="LiveId" clId="{660F8803-2738-5EFD-95AE-06E7480F19FB}" dt="2026-06-21T13:38:55.388" v="3584" actId="1076"/>
          <ac:picMkLst>
            <pc:docMk/>
            <pc:sldMk cId="4105985679" sldId="311"/>
            <ac:picMk id="12" creationId="{3F5404A7-56F1-393B-BD0E-358FE7C9E937}"/>
          </ac:picMkLst>
        </pc:picChg>
        <pc:picChg chg="add mod">
          <ac:chgData name="Pete Dowty" userId="91aba14b6835b0ae" providerId="LiveId" clId="{660F8803-2738-5EFD-95AE-06E7480F19FB}" dt="2026-06-21T13:54:02.338" v="3671" actId="1076"/>
          <ac:picMkLst>
            <pc:docMk/>
            <pc:sldMk cId="4105985679" sldId="311"/>
            <ac:picMk id="25" creationId="{66B75841-952B-192F-8498-5F6967CD8426}"/>
          </ac:picMkLst>
        </pc:picChg>
      </pc:sldChg>
      <pc:sldChg chg="addSp modSp new mod">
        <pc:chgData name="Pete Dowty" userId="91aba14b6835b0ae" providerId="LiveId" clId="{660F8803-2738-5EFD-95AE-06E7480F19FB}" dt="2026-06-22T03:55:32.968" v="4388" actId="14100"/>
        <pc:sldMkLst>
          <pc:docMk/>
          <pc:sldMk cId="1430110170" sldId="312"/>
        </pc:sldMkLst>
        <pc:spChg chg="add mod">
          <ac:chgData name="Pete Dowty" userId="91aba14b6835b0ae" providerId="LiveId" clId="{660F8803-2738-5EFD-95AE-06E7480F19FB}" dt="2026-06-22T03:47:38.916" v="3917" actId="1076"/>
          <ac:spMkLst>
            <pc:docMk/>
            <pc:sldMk cId="1430110170" sldId="312"/>
            <ac:spMk id="3" creationId="{71DA827D-D70A-4327-2E9E-0CC6A523140F}"/>
          </ac:spMkLst>
        </pc:spChg>
        <pc:spChg chg="add mod">
          <ac:chgData name="Pete Dowty" userId="91aba14b6835b0ae" providerId="LiveId" clId="{660F8803-2738-5EFD-95AE-06E7480F19FB}" dt="2026-06-22T03:55:21.333" v="4386" actId="313"/>
          <ac:spMkLst>
            <pc:docMk/>
            <pc:sldMk cId="1430110170" sldId="312"/>
            <ac:spMk id="4" creationId="{A2271209-82A8-86AD-AF45-BDDD9820A14F}"/>
          </ac:spMkLst>
        </pc:spChg>
        <pc:picChg chg="add mod">
          <ac:chgData name="Pete Dowty" userId="91aba14b6835b0ae" providerId="LiveId" clId="{660F8803-2738-5EFD-95AE-06E7480F19FB}" dt="2026-06-22T03:55:32.968" v="4388" actId="14100"/>
          <ac:picMkLst>
            <pc:docMk/>
            <pc:sldMk cId="1430110170" sldId="312"/>
            <ac:picMk id="2" creationId="{EF582326-9A41-40CD-7562-EF9D05EB5365}"/>
          </ac:picMkLst>
        </pc:picChg>
      </pc:sldChg>
      <pc:sldChg chg="addSp delSp modSp new mod">
        <pc:chgData name="Pete Dowty" userId="91aba14b6835b0ae" providerId="LiveId" clId="{660F8803-2738-5EFD-95AE-06E7480F19FB}" dt="2026-06-28T04:26:18.162" v="4529"/>
        <pc:sldMkLst>
          <pc:docMk/>
          <pc:sldMk cId="82484586" sldId="313"/>
        </pc:sldMkLst>
      </pc:sldChg>
      <pc:sldChg chg="addSp delSp modSp new mod">
        <pc:chgData name="Pete Dowty" userId="91aba14b6835b0ae" providerId="LiveId" clId="{660F8803-2738-5EFD-95AE-06E7480F19FB}" dt="2026-06-28T15:17:31.231" v="4858" actId="21"/>
        <pc:sldMkLst>
          <pc:docMk/>
          <pc:sldMk cId="998013409" sldId="314"/>
        </pc:sldMkLst>
        <pc:spChg chg="add mod">
          <ac:chgData name="Pete Dowty" userId="91aba14b6835b0ae" providerId="LiveId" clId="{660F8803-2738-5EFD-95AE-06E7480F19FB}" dt="2026-06-28T13:05:43.391" v="4549" actId="255"/>
          <ac:spMkLst>
            <pc:docMk/>
            <pc:sldMk cId="998013409" sldId="314"/>
            <ac:spMk id="3" creationId="{0D63B6A4-E5D3-0A68-A9DA-5269C8611359}"/>
          </ac:spMkLst>
        </pc:spChg>
      </pc:sldChg>
      <pc:sldChg chg="modSp mod">
        <pc:chgData name="Pete Dowty" userId="91aba14b6835b0ae" providerId="LiveId" clId="{660F8803-2738-5EFD-95AE-06E7480F19FB}" dt="2026-07-19T14:28:26.671" v="5193" actId="20577"/>
        <pc:sldMkLst>
          <pc:docMk/>
          <pc:sldMk cId="1390265288" sldId="321"/>
        </pc:sldMkLst>
        <pc:spChg chg="mod">
          <ac:chgData name="Pete Dowty" userId="91aba14b6835b0ae" providerId="LiveId" clId="{660F8803-2738-5EFD-95AE-06E7480F19FB}" dt="2026-07-19T14:28:26.671" v="5193" actId="20577"/>
          <ac:spMkLst>
            <pc:docMk/>
            <pc:sldMk cId="1390265288" sldId="321"/>
            <ac:spMk id="4" creationId="{ACFB62B7-D310-1D0C-72B3-EB5DF9D5AFB9}"/>
          </ac:spMkLst>
        </pc:spChg>
      </pc:sldChg>
      <pc:sldChg chg="addSp delSp modSp mod">
        <pc:chgData name="Pete Dowty" userId="91aba14b6835b0ae" providerId="LiveId" clId="{660F8803-2738-5EFD-95AE-06E7480F19FB}" dt="2026-07-19T14:27:21.506" v="5148"/>
        <pc:sldMkLst>
          <pc:docMk/>
          <pc:sldMk cId="2863400652" sldId="330"/>
        </pc:sldMkLst>
        <pc:spChg chg="add mod">
          <ac:chgData name="Pete Dowty" userId="91aba14b6835b0ae" providerId="LiveId" clId="{660F8803-2738-5EFD-95AE-06E7480F19FB}" dt="2026-07-19T14:26:44.417" v="5143" actId="207"/>
          <ac:spMkLst>
            <pc:docMk/>
            <pc:sldMk cId="2863400652" sldId="330"/>
            <ac:spMk id="2" creationId="{71183430-16FA-53E2-02EA-677AC5AD0FEA}"/>
          </ac:spMkLst>
        </pc:spChg>
        <pc:spChg chg="add mod">
          <ac:chgData name="Pete Dowty" userId="91aba14b6835b0ae" providerId="LiveId" clId="{660F8803-2738-5EFD-95AE-06E7480F19FB}" dt="2026-07-19T14:27:21.506" v="5148"/>
          <ac:spMkLst>
            <pc:docMk/>
            <pc:sldMk cId="2863400652" sldId="330"/>
            <ac:spMk id="4" creationId="{7731CF46-8193-96DC-215C-16C373F46B8A}"/>
          </ac:spMkLst>
        </pc:spChg>
        <pc:spChg chg="del mod">
          <ac:chgData name="Pete Dowty" userId="91aba14b6835b0ae" providerId="LiveId" clId="{660F8803-2738-5EFD-95AE-06E7480F19FB}" dt="2026-07-19T14:26:20.691" v="5112" actId="478"/>
          <ac:spMkLst>
            <pc:docMk/>
            <pc:sldMk cId="2863400652" sldId="330"/>
            <ac:spMk id="9" creationId="{83E6CD3F-FB7E-D781-2D2A-5E0FCC86BCBB}"/>
          </ac:spMkLst>
        </pc:spChg>
        <pc:spChg chg="del">
          <ac:chgData name="Pete Dowty" userId="91aba14b6835b0ae" providerId="LiveId" clId="{660F8803-2738-5EFD-95AE-06E7480F19FB}" dt="2026-07-19T14:25:44.025" v="5101" actId="478"/>
          <ac:spMkLst>
            <pc:docMk/>
            <pc:sldMk cId="2863400652" sldId="330"/>
            <ac:spMk id="11" creationId="{9B5DA725-7B44-3D6E-4998-3E2B7A66951B}"/>
          </ac:spMkLst>
        </pc:spChg>
        <pc:picChg chg="mod">
          <ac:chgData name="Pete Dowty" userId="91aba14b6835b0ae" providerId="LiveId" clId="{660F8803-2738-5EFD-95AE-06E7480F19FB}" dt="2026-07-19T14:25:51.796" v="5103" actId="14100"/>
          <ac:picMkLst>
            <pc:docMk/>
            <pc:sldMk cId="2863400652" sldId="330"/>
            <ac:picMk id="3" creationId="{0AACDEF8-ED42-753D-498A-8EEB889BD38A}"/>
          </ac:picMkLst>
        </pc:picChg>
        <pc:picChg chg="del">
          <ac:chgData name="Pete Dowty" userId="91aba14b6835b0ae" providerId="LiveId" clId="{660F8803-2738-5EFD-95AE-06E7480F19FB}" dt="2026-07-19T14:25:40.475" v="5100" actId="478"/>
          <ac:picMkLst>
            <pc:docMk/>
            <pc:sldMk cId="2863400652" sldId="330"/>
            <ac:picMk id="5" creationId="{D7BB9D7C-7208-9F66-D1F6-3911805F20E9}"/>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2.231"/>
    </inkml:context>
    <inkml:brush xml:id="br0">
      <inkml:brushProperty name="width" value="0.06" units="cm"/>
      <inkml:brushProperty name="height" value="0.06" units="cm"/>
      <inkml:brushProperty name="color" value="#E71224"/>
    </inkml:brush>
  </inkml:definitions>
  <inkml:trace contextRef="#ctx0" brushRef="#br0">175 682 5947,'9'-8'1288,"7"6"0,-12-7-250,8 3 253,-9 4 115,5-14-968,-8 14 1,-2-5-200,-4 7 0,-3 7 0,-9 5-160,1 3 1,-1 9-1,-1-1 1,-2 0-113,-3 3 1,1-7-1,6 6 1,1-2-20,4 1 1,-1-1 0,7-6-1,2 1 4,2-1 0,2-5 0,2-2 1,4-2 50,6-5 1,5-1 0,4-2 0,5 0 93,1 0 1,-4 0 0,4 0 0,-2 0 129,-3 0 0,-3 0 0,-1 2-87,-1 4 1,-1-2 0,-5 8-216,-5 1 1,-6-3-1,-6 2 1,-5 1-12,-5 3 0,-3 1 0,-3 1 0,-1-1-830,2 1 1,-5-1 0,3-1 915,2-5 0,1 5 0,3-7 0</inkml:trace>
  <inkml:trace contextRef="#ctx0" brushRef="#br0" timeOffset="484">542 822 6623,'17'0'1119,"-7"0"-83,5 0 1,-13 2 519,4 3-1290,4-3 0,-1 6-147,9-8 1,-7 0 0,-1-2-221,-2-4 0,6 2 0,-5-7 0,3-1-235,0 2 1,-7-5 0,5 3-1,-2-3-44,-4-3 0,-2 1 361,-2-1 1,-2 9-1,-4 3 182,-6 4 1,-3 10 0,-3 3-1,1 5 81,-1 1 0,1 3 1,1 1-1,3 2-121,1-1 1,8-1 0,-4 0-1,3 3-293,-1-3 1,0 4 0,8-1 0,4-5-353,5-5 0,5-1 1,1-7-1,3-2-1350,3-2 1872,-4-2 0,14 0 0,-5 0 0</inkml:trace>
  <inkml:trace contextRef="#ctx0" brushRef="#br0" timeOffset="1034">943 909 7569,'10'-8'-49,"5"6"0,-11-6 617,8 8 1,-8 2-1,2 6-168,-4 10 1,-2-1 0,0 6 0,0-1-184,0 1 1,5 4 0,1 8 0,-2-2-163,-2-4 1,-2 4-1,0-4 1,0 4-22,0 2 0,0-8 0,0-3 0,0-5-143,0-1 0,0-1-367,0 0 1,-2-7 166,-4-4 0,4-12 0,-3-5 1,3-5-17,2-1 1,0-9-1,0-3 1,0-4-38,0-2 0,-6-7 1,0-5-1,2-3 362,2-3 0,2 1 0,0-1 0,2 1-43,4 0 0,-2 1 0,7 5 0,3 7 259,2 8 1,1 7-1,0 11 1,1 3 480,-1 2 0,1 5 0,-1 10 0,-1 9-302,-5 5 0,3 4 0,-8-1 0,-2 5-384,-2 4 1,-2-4 0,0-2 0,-2 0-283,-4 0 1,-2-3-1,-5 3 1,1-2-269,-2-4 0,-1-7 0,-1-2 1,3-1 538,1-1 0,0-2 0,-5-8 0</inkml:trace>
  <inkml:trace contextRef="#ctx0" brushRef="#br0" timeOffset="1585">1572 822 7026,'-6'-18'24,"0"1"0,-5 5 0,3 2 327,-2 3 1,4-1 0,-5 4-177,-3-2 0,-1-2 0,-3 4-61,1-1 1,5-1 0,0 6-1,1 2 85,1 4 0,-4-3 0,7 7 1,-1 0-62,0 0 0,0 1 1,5 7-1,-3-1-65,2 1 1,2-7 0,2 1 0,2 1-67,4 3 1,-2-4 0,7-3-233,3-1 0,1-2 1,3-6 104,-1 0 0,1 0 0,-3-2 0,-1-4 50,-3-5 1,-1-5 0,4-1 0,-5-1-45,-1 1 0,-2-1 1,-4 1 268,4-1 1,-4 1 785,3-1-675,-3 9 0,-2 3 0,0 12-214,0 5 0,0 5 0,0 1-294,0 1 1,0-1 0,2-1 0,2-3-338,2-1 0,6-6 1,-5 3-1,1 1-266,0 0 1,0-6 844,-2 2 0,3-5 0,9-1 0</inkml:trace>
  <inkml:trace contextRef="#ctx0" brushRef="#br0" timeOffset="1936">1712 734 7614,'9'8'618,"-3"4"0,-4-3 0,-2 3-163,0 2 0,0 1 1,0 3-1,0-1-219,0 1 1,0 1 0,0 2 0,0 3-148,0-3 1,6-2 0,0-1 0,-2-1 55,-2 1 1,-1-1 97,5 1-363,-4-9 1,6-9 0,-8-11 0,0-5-7,0-1 0,0-8 0,0-5 1,0-1-137,0 2 0,0-4 1,0 4-1,0-2 24,0 2 1,6-2-1,2 8 1,-1 1 192,1 3 1,6-4 0,-3-1-26,5 3 0,1 9 0,1 5 1,-1 1-210,1 0 0,-1 0 1,1 8-1,-1 2-148,1 2 0,-1 7 0,1-1 0,-1 4-51,0 1 1,-5-1 477,0-5 0,-1 12 0,7-3 0</inkml:trace>
  <inkml:trace contextRef="#ctx0" brushRef="#br0" timeOffset="2419">2305 699 7608,'18'0'-1553,"-1"0"2592,-7 0 1,-2-2-470,-8-3 1,-2 3-343,-4-4 1,2-2-1,-7 2-43,-3 2 1,-2 2 0,-1 2-34,-1 0 0,3 2 1,1 2-1,3 4-33,-3 2 1,4-1 0,1 5 0,1-2-123,4 1 0,-4 3 1,3 1-209,1 1 0,4-3 0,4-1 0,3-4-78,3-3 1,2-1-1,5-6 1,1 0 58,-1 0 0,2-8 0,3-3 0,1-3 101,-2 2 0,-1-9 1,-5 4-1,-1-3 96,-2 1 1,-9 1 0,3 1 0,-2 1 441,2 5-67,-4-5 1,4 14-105,-12-4 1,-2 12 0,-5 6-140,1 3 1,8 3 0,-2-1 0,4 1-117,2-1 0,0 7 1,0-1-177,0-2 0,6-1 0,2-5 1,0-1-327,-1-3 0,7-7-183,-2 2 1,3-4 701,3-2 0,-1-8 0,1-1 0</inkml:trace>
  <inkml:trace contextRef="#ctx0" brushRef="#br0" timeOffset="2667">2794 1 7621,'18'35'344,"-8"-6"0,-5 0 1,-5 4 387,-5 6 1,1 5 0,-6 9 0,0-1-375,1 1 1,5-1-1,-4 0 1,2 3-500,0 3 0,0-6 1,6 3-1,0-9-192,0-3 1,0-8 0,0-8-1304,0-2 987,0-2 0,0-21 1,0-7-1,-1-9-493,-5-3 1142,4-9 0,-22-1 0,5-8 0</inkml:trace>
  <inkml:trace contextRef="#ctx0" brushRef="#br0" timeOffset="2851">2550 333 7588,'12'2'101,"-1"3"1,-1-1 0,3 6 680,-1-2 1,0 3-1,5-3 1,1 0-557,-1 0 0,3 3 0,1-3 0,4 0-432,2 0 0,2 3 0,4-3 1,-2 2-93,-1 3 1,-3-5 0,2 0 0,-4-2-962,0-1 0,-5 7 1259,3-6 0,-4 0 0,-1-6 0</inkml:trace>
  <inkml:trace contextRef="#ctx0" brushRef="#br0" timeOffset="3169">3039 577 7583,'0'27'-437,"6"-1"1,0-9-1,-1 0 948,3 1 0,-4-6 0,8-3 0,1-1-34,3-4 0,7-2 0,0-2 0,1 0-342,1 0 0,-6-2 0,5-4 1,-5-6-164,-2-3 0,1-3 0,-1 1 0,-1 0-353,-5-1 0,-1 1 1,-6-1-1,2 1 46,-2-1 0,-2 1 0,-4-1 398,-4 1 1,2 7 0,-8 4 0,-1 4 372,-3 2 1,-1 2 0,-1 4 0,1 6 109,-1 3 1,3 5 0,1 1-1,3 4-267,-3 2 0,6 3 1,3 4-1,3 1-98,2 0 1,0 6-1,2 0 1,5-2-497,11-3 0,1-1 0,10-2 0,4-5-2620,6-11 2935,-2 0 0,21-15 0,-4 6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0.449"/>
    </inkml:context>
    <inkml:brush xml:id="br0">
      <inkml:brushProperty name="width" value="0.06" units="cm"/>
      <inkml:brushProperty name="height" value="0.06" units="cm"/>
      <inkml:brushProperty name="color" value="#E71224"/>
    </inkml:brush>
  </inkml:definitions>
  <inkml:trace contextRef="#ctx0" brushRef="#br0">315 88 7570,'-6'17'369,"0"1"1,-6-1 0,5 1 0,-1-1-89,0 0 1,2 1-1,6-1 10,0 1 0,0-1 0,2-1 0,2-3-10,2-1 1,5 0 0,-3 7-107,2 4 0,-4 3 1,3 3-1,-1-6-67,-4-4 1,-2-1 0,-2-1 0,0 1-113,0-1 0,0 1 0,0-1 0,-2 1-161,-4-1 1,4-5-1,-5-2-718,-1-3 404,-2-1 0,-7-6 0,1-2 283,5-4 0,-3 2 0,6-5 0,-2-1 47,-3 0 1,-3 6-1,-1-1 126,-1 3 0,1 2 0,-1 0 135,1 0 1,0 0-1,1 2 1,2 3 306,3 7 0,1 4 0,-3-1 0,3-1-150,2-3 1,2 1 0,6 5-1,0 1-263,0-1 1,0-5 0,2 0 0,4-1-303,6-1 0,3 4 0,5-9 1,1-1-492,2-2 1,8-2-1,-2 0 1,2 0 786,-1 0 0,10-7 0,-3-3 0</inkml:trace>
  <inkml:trace contextRef="#ctx0" brushRef="#br0" timeOffset="473">734 489 7647,'-18'0'205,"1"0"0,5 0 1,1 0 139,-3 0 0,-2 0 0,-1 0-75,-1 0 1,1 6-1,0 2-92,-1 2 1,1 1-1,-1 7-80,1-1 0,7 1 0,2-1-317,0 1 1,7-1 0,-5 1 83,4-1 1,10-7 0,3-4 0,5-5-117,1-1 1,1-1-1,-1-5 1,1-6-38,-1-3 0,6-3 0,1 1 0,-3-1 211,-2 1 0,-3-1 1,-3 1-1,-3-1 251,-2 1 1,0 5 139,-3 1 1,-5 7 0,2 0 95,-5 8 0,-11 5 0,4 11 1,-1 1-215,-1 2 1,6 3 0,-4-5 0,3 2-222,3-1 0,2-3 0,2 0-614,0 5 0,0-5 241,0 4 1,8-11 397,3-6 0,5-4 0,1-2 0</inkml:trace>
  <inkml:trace contextRef="#ctx0" brushRef="#br0" timeOffset="750">1031 0 7845,'0'18'990,"-6"1"1,0 3-846,2 1 1,2 2 0,2-4-1,2 5-5,4 1 1,-2 2 0,6 6 0,-1 0-159,1 0 1,0 0-1,1 2 1,-5-1-273,-4-1 0,4 2 0,0-14 1,-2-1-185,-3-3 0,-2 3 1,-5-3 70,-6-3 0,-3-11 0,-3 3 0,1-2 403,-1 0 0,-7 0 0,-2-6 0</inkml:trace>
  <inkml:trace contextRef="#ctx0" brushRef="#br0" timeOffset="966">751 367 6597,'18'10'609,"-1"3"50,1-7 0,-7 0 0,1-6-366,1 0 1,3 0 0,1 0-1,3-2-255,3-4 1,-2 4 0,7-3 0,-1 3-236,0 2 0,0 0 1,4-2-1,-2-2-184,2-2 0,0 0 0,0 4 0,-3-2 381,-3-2 0,6-7 0,-4 3 0</inkml:trace>
  <inkml:trace contextRef="#ctx0" brushRef="#br0" timeOffset="1400">1485 350 7576,'6'17'771,"-1"1"-394,1-1 0,-8-1-38,-4-5 0,3-3 1,-7-6-4,2 4 0,-6-4 0,3 5-109,-5 1 1,5-4-1,-1 6 1,0-1-30,3 1 1,-7-4 0,6 6 0,-1 1-49,-1 3 1,1 1 0,-5 1-384,4-1 1,5 1 0,5-3-1,-2-1-46,-2-3 0,2-7 0,10 2-41,6-4 1,3-2 0,4-2 0,3-4 8,1-5 0,0-5 0,-5-1 1,-1-1 157,1 1 1,-1 1 0,1 3-1,-3 1 330,-3-2 1,1 5 761,-7-3 0,0 10-501,-6 2 0,2 8 0,2 9 0,2 1-265,-2-1 0,3 7 0,1-1 0,0-2-112,0-1 0,5-3 0,-1 2 0,3 1 157,3-3 1,5-1-219,0-10 0,8-4 0,-3 5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7.067"/>
    </inkml:context>
    <inkml:brush xml:id="br0">
      <inkml:brushProperty name="width" value="0.06" units="cm"/>
      <inkml:brushProperty name="height" value="0.06" units="cm"/>
      <inkml:brushProperty name="color" value="#E71224"/>
    </inkml:brush>
  </inkml:definitions>
  <inkml:trace contextRef="#ctx0" brushRef="#br0">138 158 6556,'10'0'3122,"-1"0"-1904,-3 0 123,-4 0-999,6 0 0,-8 2 0,0 4 0,0 5-116,0 5 0,-2 7 0,-2 4 1,-2 4-245,2 6 1,-4 4-1,3 0 1,-1 5-319,-2 5 1,4-1 0,-5-1-1,1-7-177,4-5 1,-4 0-1,2-12 1,0-1-3295,-1-5 3807,5-5 0,-6-14 0,8 0 0</inkml:trace>
  <inkml:trace contextRef="#ctx0" brushRef="#br0" timeOffset="315">33 263 7824,'-17'-8'1570,"7"4"-1249,4-8 1,6 3-1,6-5 1,6 2-155,3-1 0,10-3 0,4-1 0,4-1-16,2 1 1,0 5 0,0 1 0,0-1-19,0 2 1,0 3-1,0 7 1,-2 0-57,-4 0 0,0 2 1,-10 3-1,-5 7-55,-4 4 1,-4 3 0,-6 2 0,0 4-42,0 3 0,-2-5 1,-4 4-1,-6-2-53,-3-3 0,-3 3 0,1-2 0,-1-3-301,1-7 0,-1 1 1,1-6-262,-1 1 1,1-5 0,-1 2 633,1-4 0,0-18 0,-1-3 0</inkml:trace>
  <inkml:trace contextRef="#ctx0" brushRef="#br0" timeOffset="650">679 123 7739,'0'25'221,"0"-5"0,0 5 1,0-2 211,0 0 1,0 1 0,0-7 0,0 1-235,0-1 1,0 6 0,0 1 0,0-3-1,0-2 1,0-1-1,0-1 248,0 1-153,0-8 1,0-5-331,0-10 0,-2-7 0,-2-9 0,-1-3-116,1 3 1,2-4 0,2-1-1,0-1 1,0-4 1,2 4 0,2 0 0,3 2 104,3 3 0,-4 3 1,4 1-1,-1 3-37,1 3 1,-4-1 0,5 5-50,3-2 1,2 6-1,1-1 1,0 5-286,1 5 0,-1-1 0,1 8 0,-1 1-96,1 3 0,-7 1 0,1 1 513,2-1 0,1 1 0,3-1 0</inkml:trace>
  <inkml:trace contextRef="#ctx0" brushRef="#br0" timeOffset="1049">1098 175 7724,'12'0'-746,"0"0"0,-7 0 2611,7 0-1251,-8 0 0,2 0 0,-12 0-140,-6 0 1,-3 8-223,-3 4 1,1 1 0,1 1 0,3-2 24,1 1 0,2 3 0,-1 1 1,5 1-224,4-1 1,2-5-1,0-1-155,0 3 1,2 0 0,4-3-1,5-5 8,5-4 0,1-2 0,3-2 0,1-2-35,2-2 1,3-13 0,-5 1-1,2-1-38,-1 0 1,-9-1 0,-3-1 0,-2-2-130,-4 1 0,-2 3 0,-2 1 16,0 1 0,-8 5 0,-4 3 1,-5 1-228,-7 4 0,5 2 0,-4 2 1,1 2 505,-1 4 0,-4 3 0,-8 9 0</inkml:trace>
  <inkml:trace contextRef="#ctx0" brushRef="#br0" timeOffset="1435">1552 106 6690,'0'9'4047,"0"-1"-3584,0-8 0,0 2 0,-1 2-159,-5 2 0,2 5 0,-6-3 0,0 0-90,1 0 1,5 5 0,-4-1 0,2 3-178,0 3 1,1-1 0,5 3 0,0 1-95,0 2 1,0 1 0,0-7 0,2 0-307,3 1 0,-1-3 0,8-1 0,1-4-233,3-2 1,1-3 0,1-5 0,1 0-143,5 0 0,-3-5 1,6-5-1,-2-4 738,-3-5 0,-3-10 0,-1 2 0</inkml:trace>
  <inkml:trace contextRef="#ctx0" brushRef="#br0" timeOffset="1783">1727 245 7680,'0'18'11,"0"-7"1,2-1 363,4-2 0,-4 5-191,4-1 0,-4-2 1,0-1-129,3-1 0,-1-2 1,8-6-50,1 0 1,-3 0 0,2 0 0,1 0-141,3 0 0,1-8 0,1-3 0,-1-5-69,1-1 1,-3-1-1,-1 1 1,-3-1 145,3 1 1,-6-1 0,0 1 0,-3-1 50,1 1 1,0 5-1,-8 3 146,-4 1 0,-3 2 0,-9 6 1,1 2 132,-1 4 1,1-2-1,-1 7 1,1 3 81,-1 1 0,7 3 0,-1 1 0,0 3-116,3 1 1,-5 0 0,8-5 0,2 1-222,2 4 0,2-3 0,0 3 0,2-4-62,4-1 0,4-1 0,7-1 0,3-4-1075,3-7 0,-2-3 0,9-2 1118,1 0 0,2 0 0,2 0 0</inkml:trace>
  <inkml:trace contextRef="#ctx0" brushRef="#br0" timeOffset="2232">2461 1 7628,'-8'17'349,"-2"1"0,-7-1-4,-1 1 0,1-1 0,-1-1 0,1-3-306,-1-1 0,1-2 0,-1 3 0,3-1 19,3 1 0,-1-3-312,7 2 119,0-1 0,14-1 1,3-4-1,5-4-5,1-2 0,1 0 1,-1 0-1,1-2 125,-1-4 1,1 4 0,-1-4 87,1 4 0,-1-4 0,1 1 173,-1 1 0,-5 2 1,-1 2 91,3 0 0,-6 2 1,-2 4-190,-5 5 0,-2-1 0,-5 2 0,-6 1-85,-3 3 0,-3 1 0,1 1 0,-3-3-246,-3-3 1,4 3 0,-5-3 0,5 2-286,1-3 0,1 3 1,-1-8-1,3-1-1865,3 3 2332,-3-6 0,13 6 0,-6-8 0</inkml:trace>
  <inkml:trace contextRef="#ctx0" brushRef="#br0" timeOffset="2582">2775 18 7628,'10'8'-1062,"3"-4"1555,-7 7 0,0-5 0,-8 4 0,-4 0-192,-6-1 1,3 1 0,-3 4 0,-1-3-146,-3 3 1,-1-4-1,-1-1 1,3 1 38,3 0 1,-4 1-263,5 7 10,3-1 1,0-5 0,10-2 96,4-3 1,-2-1-1,8-6 1,1 0-8,3 0 0,1 0 0,1 0 0,-1 0 38,0 0 1,1 0 0,-1 0-1,1 0 96,-1 0 0,1 8-77,-1 4 0,-9 3 1,-8 3-51,-10-1 0,-5 6 0,-5 1 1,-3-3-259,-6-2 1,0-1 0,-2-1 0,-2 1-946,2-1 0,0 1 1163,-4-1 0,-8 1 0,-1-1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7.415"/>
    </inkml:context>
    <inkml:brush xml:id="br0">
      <inkml:brushProperty name="width" value="0.06" units="cm"/>
      <inkml:brushProperty name="height" value="0.06" units="cm"/>
      <inkml:brushProperty name="color" value="#E71224"/>
    </inkml:brush>
  </inkml:definitions>
  <inkml:trace contextRef="#ctx0" brushRef="#br0">350 647 7636,'12'2'50,"-1"3"0,-9-3 563,-2 4 1,-2-4-1,-9-4-335,-3-4 0,-1 4 0,-3-3 0,1 3-124,-1 2 1,5 0 0,-3 0 0,-3 0-2,-1 0 1,1 0-1,2 0 1,-1 2 81,1 3 0,-3-1 0,-1 10 1,-2 3-64,1 5 0,5 3 0,3-2 0,4 4-112,3 1 1,1 3 0,6-8-1,2-2 23,4-1 1,3-3 0,9-1 0,1-5-11,5-5 1,3-4 0,8-4 0,0-4-528,-1-5 0,-1-7 1,-1-3-1,-3-2 186,2 1 1,-4-3 0,0 0 0,-4 0 176,-7-1 1,1 3 579,-5 6 1,-6 9-100,-6 8 1,-2 8 0,-8 11 0,0 2-72,1 3 0,-1 7 1,-4-2-1,5 6-108,1 5 0,-4-3 0,5 4 0,-3-4-322,-4-2 0,-1 6 1,-3-1-1,-1-1-178,-4-2 1,3-8 0,-5-2 0,2-1-49,-1-5 1,1-9 0,6-7 0,-1-3-381,1-2 1,5-7 0,2-7-1,3-5 275,3-5 1,2-7 441,2 2 0,0-12 0,0-3 0</inkml:trace>
  <inkml:trace contextRef="#ctx0" brushRef="#br0" timeOffset="351">525 612 7629,'27'2'-672,"-4"2"1,-5 3 1292,-7 3 0,3-4 0,-6 6 0,-1 1-176,1 3 0,4 1 0,-6 1 0,0-1 26,1 1 0,-5-1 0,4 2 0,-4 3-290,-2 1 0,6 0 1,0-5-1,-2-1-24,-3 1 0,-1-1 0,0 1-380,0-1 134,-7-7 0,3-2 0,-6-10-195,2-4 0,3-4 1,5-7-1,0-1 38,0 1 1,0-7-1,0-1 1,0 0-73,0 0 0,0-4 0,1 3 0,3 1 152,2 0 0,6 2 0,-4 5 0,1 1 256,5-1 0,-4 3 0,1 1 1,3 4-63,1 3 1,3 1 0,-1 6 0,1 2-234,-1 4 0,3 1 0,1 7 0,2-2-455,-1 1 1,-1 3 0,0 1 659,3 1 0,-1-1 0,-6 1 0</inkml:trace>
  <inkml:trace contextRef="#ctx0" brushRef="#br0" timeOffset="783">1188 664 7392,'10'0'363,"-2"-2"-87,-8-4 0,-2 4 1,-4-3-74,-5 3 1,1 2-1,-2 0-35,-1 0 0,-3 0 0,-1 0 0,-1 0-123,1 0 1,-1 0 0,1 2 0,-1 2-41,1 1 1,-1 9 0,1-2 38,-1 3 1,9 3 0,3-1-1,4 1-72,2-1 1,0-5-1,2-3 1,4 1-206,5 0 0,5-6 1,1 1-1,3-3 91,3-2 1,-4-2 0,7-1 0,-3-5-50,0-2 0,6-2 0,-5-5 0,-5 0 194,-5-1 1,-1 1 0,-5-1 595,2 1-233,-6-1 1,1 8-85,-10 5 1,-3 5-1,-6 5-100,3 7 1,7-2 0,-2 1 0,4 5-48,2 5 0,0-1 0,0 3 0,0-4-4,0-1 1,8-1 0,1 1 0,3-3 16,0-3 1,-1 2-1,7-7 1,-1 1-102,1 0-47,-1-2 0,8-14 0,3-2 0</inkml:trace>
  <inkml:trace contextRef="#ctx0" brushRef="#br0" timeOffset="1167">1503 752 7629,'0'17'-3,"0"0"298,0 1 1,-6-1 0,0 1 0,0-1 116,-1 1 1,5 7 0,-4 4-1,4 4-160,2 2 1,0 2-1,0 4 1,0 3-42,0 1 0,0 3 1,0-7-1,0-4-151,0-6 1,0-4-1,0-5-622,0 1 1,0-10 324,0-13 0,0-7 0,0-11 0,0 1 33,0-1 0,0-1 0,0-2 1,0-5-65,0-1 0,2-2 1,2-6-1,2-2 60,-3-3 0,5 3 0,0-4 1,0 4-76,-1 2 0,7 0 1,-4 2-1,1 4 760,1 6 0,0 5 29,5 7 0,-1 7 0,-5 15 433,-5 13 1,-2 1 0,0 6 0,2 4-722,-2 4 0,-2-4 0,-2-6 0,0 2-195,0 2 0,-2-6 0,-2-4 1,-2-3-594,2-3 0,-6-1-292,-1-5 1,1-5 0,0-14 29,3-9 0,-1-6 1,4-10 831,-2-2 0,-8 4 0,5-12 0</inkml:trace>
  <inkml:trace contextRef="#ctx0" brushRef="#br0" timeOffset="1584">1782 1 7595,'20'42'0,"-9"-5"697,-7-6 1,-4 0 0,2 8 0,2 4-17,2 1 1,7-3 0,-1 6 0,2 3-273,-3 6 1,5-1-1,-5 3 1,3-6-185,-2-5 1,1 3-1,-5-7 1,0-2 30,0-6 0,3-12 0,-3 0-238,2-3-810,-6-11 0,3-9 0,-7-11 1,0-5 126,0-1 1,2-3 0,2-1 0,2-2 306,-2 1 0,0 3 0,0 2 0,1-1 180,-1 1 1,6-1 0,2 1 433,3-1 1,3 7-1,-1 1 326,1 2 1,-7 2-1,1 8 1,-1 4-22,-1 6 1,4 3-1,-6 5 1,1 1-172,5 2 1,-4 8 0,-1-2-1,1 4-343,0 2 1,-5-6 0,5-1 0,0-3-440,0-4 1,-5-1 0,5-3-694,-2 0 1,3-9-1,-3-6 312,2-6 1,-6-9-1,4-1 773,-1-7 0,3-6 0,8-8 0</inkml:trace>
  <inkml:trace contextRef="#ctx0" brushRef="#br0" timeOffset="1950">2778 559 7592,'9'0'1412,"-3"0"0,-12 0-1275,-5 0 0,1 2 1,-2 2-1,-1 2 11,-3-2 0,-1 6 0,-1-1 0,1 3 34,-1 0 0,1-3 0,0 5 0,-1-2 26,1 1 1,-1 3-1,3 1 79,3 1 0,4-7-289,8 1 0,2-6 0,4 3 0,8-1-37,7-4 1,-2-2 0,7 0 0,-3 2 79,0 2 0,6-1 0,-5-5 0,-1 0 173,2 0 0,-6 6 0,5 2 209,-5 2 1,-9-4-1,-4 5 1,-4 3-160,-2 1 0,-8 3 1,-6-1-1,-7 1-172,-8-1 1,2 5 0,-2-3 0,-3-4-725,-1 1 1,-1-2 0,1-3 0,2-3-2744,1 0 3375,1-6 0,-6 5 0,0-7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5.214"/>
    </inkml:context>
    <inkml:brush xml:id="br0">
      <inkml:brushProperty name="width" value="0.06" units="cm"/>
      <inkml:brushProperty name="height" value="0.06" units="cm"/>
      <inkml:brushProperty name="color" value="#E71224"/>
    </inkml:brush>
  </inkml:definitions>
  <inkml:trace contextRef="#ctx0" brushRef="#br0">0 350 7641,'18'0'0,"-1"0"86,1 0 1,-7 0 0,1 0 276,2 0 1,-7-2 0,1-2 1107,0-2-1197,-6 0 0,6 14 0,-8 3 0,0 5-46,0 1 1,0 3-1,0 1 1,0 4-30,0 3 1,0 1 0,0 6-1,0-2 0,0-4 1,-2 4 0,-2-6 0,-2 0 76,2-4 1,2-3-465,2-3 0,0-9-672,0-8 0,8-8 0,4-11 0,3-3 312,3-1 0,-1-8 0,1 2 0,-1-4 254,0-2 1,1 0-1,-1 0 1,1 0 308,-1 0 1,-1 8-1,-3 4 1,-3 4 798,-2 1-392,5 8 0,-11 6 0,4 14 0,-4 8-19,-2 1 1,0 8-1,-2 2 1,-2 2-191,-1-2 0,-1 4 0,6-5 1,0 1-113,0 0 1,-2-8 0,-2 2-1,-2-3-367,2-3 1,2-5-206,2 0 0,2-8 210,4 1 0,-4-10 1,6-7-1,-2-6 81,-1-5 1,9 4 0,-4-7 0,1 1 14,1-4 0,-6 2 0,5-2 0,3 0 95,1 2 1,-3-1 0,0 7-12,1-2 1,3 0-1,1 7 359,1 4 0,-8 7 1,-3 10-102,1 7 0,-6 4 0,4 1 1,-4 2 320,-2 5 1,6-5 0,-1 6 0,-1-1-655,-2-1 1,4 0 0,0-5 0,0-1-821,1 1 1,-5-1 0,6-1 975,0-5 0,2 5 0,7-7 0</inkml:trace>
  <inkml:trace contextRef="#ctx0" brushRef="#br0" timeOffset="417">943 419 8004,'-11'0'2101,"-1"0"-1958,8 0 1,-9 2-71,7 4 1,-6-2 0,4 6 29,-1-3 1,3 7 0,-4-2-19,3 3 0,-1 3 0,4-1 1,-2 1 13,2-1 0,2-5 0,2-1 0,2 1-422,4-2 1,4 3 0,7-7-100,1-2 0,-1-2 1,1-4-1,1-2 91,4-2 1,-3-7 0,3 1 280,-4-3 0,-3-3 0,-3 3 0,-3 1 1183,-2 2 195,-2 8-1118,-6-3 1,0 14 0,-2 3 0,-2 2-232,-2-1 0,0 1 0,6 6-829,0-1 0,0 0-1414,0 1 2264,0-8 0,8-3 0,2-7 0</inkml:trace>
  <inkml:trace contextRef="#ctx0" brushRef="#br0" timeOffset="668">1205 0 7640,'-2'35'342,"-3"0"0,-5 0 153,0 0 1,1 0 0,5 0 0,-2 2-204,2 3 1,2-3 0,4 6 0,2-2-82,2-1 0,1 3 0,-3-4 0,2 0-93,-2-6 0,0 0 1,0-10-1,2-2-2494,-3-1 1773,-1-3 0,4-9 0,0-8 0,-2-10-1100,-2-5 1703,-2-3 0,0-7 0,0-2 0</inkml:trace>
  <inkml:trace contextRef="#ctx0" brushRef="#br0" timeOffset="1018">1415 157 7620,'12'6'-1445,"-3"2"1310,-1 2 0,-2 1 1,-8 7 134,-4-1 0,2 1 0,-7-1 0,-3 1 1017,-1-1 0,-3 1 1,1-1-1,-1 1-615,1-1 1,-1-1 0,1-3 0,1-1-777,5 1 0,-5-3 0,4 0 0,-3-1-367,-3 1 0,7-6 706,-1 2 0,2-2 429,-1 2 39,3-5 0,16 7 0,3-8-148,5 0 0,-4 6 0,-1 2 0,3 2 83,1 3 1,5-3 0,1 1-1,4 1-297,3-2 1,-5 3 0,4-5 0,0 0-218,0 0 1,0 3 0,3-5 0,-5-2-300,0-2 0,-6-2 1,5 0-1098,-5 0 1,-3-2 1541,-5-4 0,5-4 0,-6-7 0</inkml:trace>
  <inkml:trace contextRef="#ctx0" brushRef="#br0" timeOffset="1368">1747 315 7620,'-12'17'0,"1"1"0,-3-1 0,4-1 0,1-3 0,1-1 235,4 1 1,2 3 0,4 1-1,4-1 381,5-5 1,5 5-1,3-6 1,3 1-519,1 1 1,6-8 0,-4 2 0,2-4-251,4-2 0,-5-2 0,-1-2 0,-2-4-75,1-2 1,-3-1 0,-8-9 0,-3-1 35,-2-2 0,-2-1 0,-6 7 0,0-1 165,0 1 1,0 0 0,-2 1 0,-4 4 61,-6 7 0,-5-3 0,-4 2 1,-3 2-12,3 2 1,1 2 0,3 0 0,1 2 139,5 4 1,-5 4-1,7 7 1,-3 1 133,0-1 1,8 2-1,-1 3 1,3 3-543,2 2 0,2-4 0,3 7 1,9 1-515,7 2 757,-1-6 0,21 6 0,-5-6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2.948"/>
    </inkml:context>
    <inkml:brush xml:id="br0">
      <inkml:brushProperty name="width" value="0.06" units="cm"/>
      <inkml:brushProperty name="height" value="0.06" units="cm"/>
      <inkml:brushProperty name="color" value="#E71224"/>
    </inkml:brush>
  </inkml:definitions>
  <inkml:trace contextRef="#ctx0" brushRef="#br0">141 628 7611,'9'-8'-665,"5"4"0,-6-6 665,1 3 0,-3 1 0,4 4-24,-2-4 1,3 2 0,-3-6 213,2 3 1,-6-1 142,1 2 0,-3 2 203,-2-7 1,0 5-69,0-6 1,-7 8-211,-5-2 1,2-1-1,-1 1-52,-3 2 0,-1 2 1,-3 2-107,1 0 1,5 0 0,0 2 26,-1 4 1,-3 3 0,-1 9 0,1 1 12,5 5 1,-3-5 0,6 4-1,0-1-52,1 1 1,1-4 0,6 5 0,0-5-240,0-2 1,2-5 0,4-2-18,5-2 1,5-3 0,1-5-1,3-2-37,3-3 1,-4-5 0,5-8 0,-3 1-7,2 0 1,-3-7-1,1 1 1,-5 0 129,-5-3 1,-1 7-1,2-4 479,-7 3-120,-3 11 1,-4 3 0,-1 12-1,-5 5-90,-2 5 1,4 3-1,-3 3 1,1 1-177,4-2 0,0-1 0,0-3 0,-2 1-467,2-1 1,2-5 0,2-1-873,0 3 0,2-6 1327,4-3 0,4-3 0,7-2 0</inkml:trace>
  <inkml:trace contextRef="#ctx0" brushRef="#br0" timeOffset="499">455 471 7611,'12'0'-981,"-1"0"1188,3 0 0,-4 0 0,1 0 568,3 0 0,-6 1-433,-3 5 0,-3 4 0,-2 7 54,0 1 1,0-1 0,0 1 0,2-1-43,4 1 0,-4-1 0,4 1 0,-4-1-192,-2 1 1,0 1 0,-2 0 0,-2 1-189,-2-5 1,-2-3-1,4 2-938,-1-3 606,-1-7 1,6-4-1,0-12-52,0-3 0,6-4 0,1-3 0,1-1 112,0 2 0,6-5 1,-5 3-1,3 2 46,0 1 1,-3 3 0,5 1 0,-3 3 648,3 1 1,-4 8 0,1-4-136,3 1 0,-4 5 1,-1-2-1,-1 8 273,-4 7 1,4 1 0,-2 4-1,-3 3-276,-1 0 1,-2 7-1,0-3 1,2-2-316,4-1 0,-4-3 0,4 1 1,-4-1-445,-2 0 1,0-5 0,0 0-981,0 1 1,2-7-285,4-6 1764,-4 0 0,13-15 0,-5 5 0</inkml:trace>
  <inkml:trace contextRef="#ctx0" brushRef="#br0" timeOffset="1037">1136 104 7611,'18'-18'0,"-3"1"0,-1-1 0,-3 1 0,-7 5 0,4 3 0,0 1 0,-6 4-144,3 10 0,-3 3 0,-2 9 0,0-1 355,0 1 1,0 7 0,0 2-1,0 2 946,0 0 0,6 1 0,2 4 1,2 3-708,3 4 0,-3-4 1,0 4-1,-1-2 45,1 1 1,-4-3-1,4 4 1,-3-6-302,-3-6 1,4 2 0,-2-8 0,-2-1 282,-2-3-1333,-2-9 0,0-4 0,0-12 83,0-6 0,0-3 0,-2-5 0,-2-1 229,-2-2 0,-6-1 0,7 7 1,-1-1 223,-2 1 0,0-1 1,-5 3-1,1 1 310,-2 3 0,5 7 1,-1-4-1,0 2 278,1 0 0,-3 1 23,-6 5 0,3 7 0,1 5 0,5 3 108,1 3 0,-4-1 0,6 1 0,3 1-129,1 5 1,-4-5 0,0 4 0,2-1-92,2 1 1,2-4-1,0 5 1,0-5-108,0-2 1,6 1 0,2-3 0,1-1-193,5-2 0,-4-8 0,3 1 0,5-5-644,3-5 1,4-5 0,-3-8-1,3-1 764,2-4 0,2-5 0,6-6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3.164"/>
    </inkml:context>
    <inkml:brush xml:id="br0">
      <inkml:brushProperty name="width" value="0.06" units="cm"/>
      <inkml:brushProperty name="height" value="0.06" units="cm"/>
      <inkml:brushProperty name="color" value="#E71224"/>
    </inkml:brush>
  </inkml:definitions>
  <inkml:trace contextRef="#ctx0" brushRef="#br0">105 53 7671,'2'-12'-1209,"2"1"531,2-3 678,0 6 0,-4 1 0,3 7 0,-3 0 0,6 0 0,-8 0 0,2 0 306,4 0 709,-4 0-318,6 0 1,-8 2 598,0 3-500,0-3 242,0 6-515,0-8 1,0 2 550,0 4-735,0-4 1,-6 8-29,0-5 0,0-1 284,6 8-411,-8-8 1,6 5-26,-3-3-151,3-4 0,-4 8 341,0-4-104,0-4 1,6 7-62,0-3 0,0-2 0,0 8 82,0 1 1,0 9-1,0 3 1,0 2 13,0 4 0,-2 10 0,-2 5 0,-1 7-97,1 5 1,-4 4-1,0 8 1,0 0-135,1 0 0,-5-8 0,6-2 0,0-4-46,-1-3 1,5-5-1,-4-15 1,4-4-139,2-5 1,-2-5 133,-4-2-152,4-7 82,-6-2 0,8-10 45,0-4 1,0 2 4,0-7 1,0-1-155,0-6 0,0 1 0,2 0-506,4-1 1,-4 6-1,4 1-268,-4-3 0,0 1 0,2-1-490,2 2 0,1 1 1439,-1-7 0,4 9 0,7 1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6.212"/>
    </inkml:context>
    <inkml:brush xml:id="br0">
      <inkml:brushProperty name="width" value="0.06" units="cm"/>
      <inkml:brushProperty name="height" value="0.06" units="cm"/>
      <inkml:brushProperty name="color" value="#E71224"/>
    </inkml:brush>
  </inkml:definitions>
  <inkml:trace contextRef="#ctx0" brushRef="#br0">158 296 8441,'-10'-8'2278,"2"6"-1570,8-6 0,-1 8-345,-5 0 1,4 8 0,-6 6 0,2 5-145,0 4 0,-1 10 0,3 0 1,-2 8-152,2 4 0,-4 1 0,1 7 0,-1 1-159,0 4 1,-4-5 0,7 1 0,-1-7-670,-2-5 0,4-7 0,-6-8-1871,3-1 2125,1-11 1,6-15-1,0-11 1,2-7 505,4-5 0,3-4 0,9-8 0</inkml:trace>
  <inkml:trace contextRef="#ctx0" brushRef="#br0" timeOffset="484">420 209 7643,'17'0'91,"-5"1"228,0 5 1,-3-2 0,3 8 35,-6 1 0,-4 3 0,-2 1 0,0 1-40,0-1 1,0 7 0,-2 1 0,-2 2-130,-2 4 0,-7-4 0,3 2 0,-2 2-63,1 2 0,-1 2 1,-6 0-1,-1 0-161,-4 0 1,3-6-1,-3 0 1,2 0-106,-3-1 1,5-3-1,-4-10 1,3-1-43,3-2 0,-1-9 1,1 3-32,-1-4 0,7-10 0,1-3 0,2-5 25,5-1 1,1-1 0,2 1 161,0-1 0,0 1 0,2 1 1,1 3 85,3 1 0,8 8 0,-3-2 434,5 5 0,1 1 1,1 0-84,-1 0 0,1 7 0,-1 5 0,1 3-199,-1 3 1,1-1-1,-3 3 1,-1 1-109,-3 2 0,1 7 0,4-5 0,-3 2-437,-1 4 1,-2-6-1,1-1-721,-5-5 0,2-2-400,-2 1 1,-1-10-97,-5-8 1553,0 0 0,0-16 0,0 6 0</inkml:trace>
  <inkml:trace contextRef="#ctx0" brushRef="#br0" timeOffset="737">682 418 7721,'-8'12'0,"-4"-3"642,-3-1 1,5 6 1259,4-3-2068,4-3 0,10 0 1,4-8-447,3 0 0,3 0 0,-1 0 612,1 0 0,-1 0 0,1 0 0</inkml:trace>
  <inkml:trace contextRef="#ctx0" brushRef="#br0" timeOffset="934">734 907 7654,'-17'12'1113,"-1"-1"0,7-7-551,-1 2 0,10-4-770,2-2 0,6-2 0,8-4 0,-3-5-171,3-5 1,1 1-1,3 1 1,-1 2 378,1-1 0,-1-10 0,1-5 0</inkml:trace>
  <inkml:trace contextRef="#ctx0" brushRef="#br0" timeOffset="1869">1590 575 7674,'10'-17'-130,"-4"-1"0,1 1 1,1-1 59,2 1 0,-4 0 0,3-1 1,1 3 594,0 3 0,-6 2 1,3 6-135,1-2 0,-6 3 1,4 8-1,-4 7-91,-2 4 0,0 9 0,0 4 0,0 6 81,0 6 1,-6-5 0,-2 7 0,0 0-287,1 3 0,-5-1 0,4 0 0,1-3-79,-1-3 0,0-2 0,4-4 0,-2-4-1167,2-6 651,2-3 0,2-14 0,2-10 197,4-12 1,4-13 0,7-2 0,1-6 54,-1-4 0,1-5 0,-1 3 1,1 1 109,-1-1 1,1 2-1,-3 6 1,-1 2 332,-3 4 1,1 4 0,6 9-198,-1 5 1,-7 7-1,-3 13 608,1 9 1,-6 13 0,4 2 0,-4 6-144,-2 0 0,0-1 0,-2 1 0,-2 2-386,-2-2 1,0-2 0,5-2 0,-3 0-318,-2-1 1,0-6-1,6-5-1420,0-4 0,0-11 946,0-8 1,6-8 0,2-11 713,1-4 0,3-5 0,5-6 0</inkml:trace>
  <inkml:trace contextRef="#ctx0" brushRef="#br0" timeOffset="2218">2096 540 6892,'0'20'4,"0"3"1,-1-4-1,-5 5 1,-6-3 706,-3 2 0,3-3 0,0 5 0,-1 0-280,-3 4 1,5-1 0,1-1 0,2 0-296,4 0 0,2-6 0,2 3 0,2-5-211,4-1 1,4-3 0,9-3 0,2-6-19,3-5 0,1-2 0,-4-5 0,5-6 5,1-3 1,-6-9-1,4-1 1,-1-2 135,-1-4 0,-2-2 0,-7-4 0,-5 0 126,-1 2 0,4-4 0,-6 12 0,-4 0-74,-6 4 1,0-1 0,-8 5 0,-3 5-80,-7 5 0,1 3 0,-8 6 1,0 0-305,2 0 1,-4 8 0,7 3 0,3 5-83,2 1 0,1-1 0,3-3 0,3-1-313,6 2 1,4 1 0,2 3 63,0-1 1,2-7 613,4-4 0,11 3 0,11 1 0</inkml:trace>
  <inkml:trace contextRef="#ctx0" brushRef="#br0" timeOffset="2521">2620 174 7674,'22'-35'0,"-3"2"224,-3 4 0,-5-2 629,1 7-231,-4 9 0,-10 9 0,-4 12 1,-4 5-48,1 5 0,-7 9 0,6 4 0,-1 4-141,-1 2 0,2 0 0,-3 2 0,1 4-248,-1 5 0,-1-1 1,0 1-1,5 3-131,1 1 0,-4 3 0,5-1 1,-1 1-116,0-1 1,2-2-1,6-1 1,0-4-449,0-3 0,2-9 1,4-11-1,6-9-99,3-7 1,3-4-1,-1-2 1,0-4 40,1-8 0,-1-1 0,1-16 0,-1 0-125,1 1 0,-1-4 0,-1 2 691,-5-3 0,5-2 0,-6 1 0</inkml:trace>
  <inkml:trace contextRef="#ctx0" brushRef="#br0" timeOffset="2717">2324 523 7674,'-2'12'456,"-4"-1"1,6-7 0,0 2 0,9-4-37,7-2 0,3 0 1,5-2-1,5-4-272,4-6 0,2 3 0,0-3 0,0-1-425,-1-3 1,7-1 0,0-1 0,-4 3-1639,-6 3 1915,-6-4 0,0 14 0,3-5 0</inkml:trace>
  <inkml:trace contextRef="#ctx0" brushRef="#br0" timeOffset="3434">472 1938 7678,'12'17'275,"0"0"1,-9 1 0,3-1 323,-4 1 1,-2-1 0,0 3 0,0 1-314,0 2 0,0 6 0,0-5 0,-2-1-187,-4 2 0,5-5 0,-7 5 0,2-2-4,0 0 1,0-5 0,4-8-180,-3-3 1,3-3-23,-4-10 0,4-5 0,2-12 0,2-7-28,4-3 0,-3-7 0,9-3 1,0-2 31,-3-3 1,7-8-1,-4-3 1,3 3 60,3 2 1,-1 3-1,1 3 1,-1 5 44,0 6 1,1 2 0,-1 18-1,1 7-76,-1 6 1,-5 4 0,0 2 0,-1 4-237,-1 6 0,4 5 0,-7 4 0,3 3-199,4-3 1,-7 4 0,1-1-1,-2-1-801,0 2 1308,7 2 0,-11 8 0,6 0 0</inkml:trace>
  <inkml:trace contextRef="#ctx0" brushRef="#br0" timeOffset="3787">857 2007 7678,'0'18'32,"0"-1"790,0 1-497,0-1 0,1-7 0,5-4 218,6-4 1,3-4 0,3-2-388,-1-2 1,7-8-1,-1 1 1,-2-7-139,-1-3 0,-1-2 1,2 4-1,3-5-46,-3-1 0,-2 4 1,-1-4-1,-1 0-149,1-1 1,-8 5 0,-5-4-1,-1 2 86,2 3 0,-4 9 1,2 3-1,-8 2 72,-8 4 1,-5 3 0,-4 2-1,-5 5 50,-1 6 0,4 9 1,-4 5-1,2 1 123,3 4 0,-3 2 1,2 0-1,1-2-2,3-2 1,7 0 0,3 4 0,1-2-59,4-2 0,2-8 0,4 3 0,4-7-421,5-5 0,11 1 0,3-7 0,0-2-219,0-2 1,6-4-1,-3-4 1,1-3 166,0-1 0,-2-6 0,4 5 0,-4-5-947,-2-1 1326,-1-1 0,-7-7 0,1-2 0</inkml:trace>
  <inkml:trace contextRef="#ctx0" brushRef="#br0" timeOffset="4320">1258 2060 7678,'8'17'-689,"0"-5"1,5 0 717,-1 1 1,-8-3 0,4 0 140,-1-3 1,-3-1-94,8-6 0,0-2 0,3-4-29,-3-5 1,1 1-1,-5-2 1,0-1 30,0-3 1,5-1 0,-3-1 0,1 1 73,1-1 0,-2 1 1,1-1-1,-3 1-23,0 0 1,-6-1 0,6 3-1,-2 1 38,-1 2 0,1 1-43,-6-7 1,-8 3-1,-3 3 17,-5 6 1,-1 12 0,-1 4 0,1 3 6,-1 5 0,1-5 0,-1 13 0,3-3-31,3 0 0,-3 8 1,5-4-1,-2 2-58,1 1 0,7-7 1,-2 6-1,4 0-51,2-2 0,0-2 1,2-7-1,4-3-168,6-3 1,-3-4-1,3-8 1,1 0 34,3 0 1,7-8 0,1-5 0,-3-7 65,-2-3 1,-1-6 0,-1 4 0,1-3 38,-1-3 1,-1 6 0,-3 2 0,-3 3 365,-2 3 0,-2 5-147,-6 1 0,0 16 1,-2 7-1,-4 13 620,-6 8 0,-3 10 0,-3 6 0,1 7-522,-1 8 0,-1 4 1,-1 2-1,1-2-104,4-4 1,1 2 0,-2-8 0,5-4-243,5-5 1,4-9-585,2-11 0,0-15 0,2-20-612,4-15 0,-2-10 0,7-4 0,3-2-1339,1-4 2583,3 4 0,-1-21 0,1 4 0</inkml:trace>
  <inkml:trace contextRef="#ctx0" brushRef="#br0" timeOffset="4634">1782 1798 7678,'10'0'2114,"-2"8"-1849,-8 3 1,-6 5-1,0 1 1,0 1 205,-2-1 1,6 3 0,-5 1 0,1 4-164,0 2 0,0-3 0,6 3 1,0 0-174,0 0 0,0-6 1,2 3-27,4-5 0,4-3 0,7-5-307,1-5 0,-1-12 0,1-5 0,-3-5 15,-3-1 0,3-7 1,-5-1-1,2-2 50,-1-4 1,-1 6-1,2-1 1,-5 3 70,1 0 1,-6-6-1,6 5 1,-2 3-404,-1 2 0,1 1 1,-6 1-1,2-1-1373,4 1 1,-4-1 1837,4 1 0,3 7 0,1 2 0</inkml:trace>
  <inkml:trace contextRef="#ctx0" brushRef="#br0" timeOffset="4850">2131 1833 7678,'12'9'-517,"0"-3"1,-1-2 639,-1 2 1,6-4-1,-7 6 641,1-1 0,6-3-86,-5 8 1,-3-6-1,-2 5-3,-4 3 0,-2 2 1,0 1-437,0 0 0,0 1 0,0-1 0,-2 1-206,-4-1 0,2 1 0,-6-1-60,3 1 0,-5-1-1025,6 1 1052,-7-9 0,11 7 0,-6-6 0</inkml:trace>
  <inkml:trace contextRef="#ctx0" brushRef="#br0" timeOffset="5469">2411 1868 7634,'0'17'286,"0"1"327,0-1 0,0-5 208,0-1 1,2 1-365,4 5 0,-4-5 0,5-2-147,1-2 1,-6 5-1,4-1 23,-4 3 0,-2-3 0,0 0-14,0 1 1,0-3-1138,0 2 499,0-9 0,2 3 0,2-12 42,1-5 1,3-7 0,-4-3 0,2-2-30,-2 1 1,4 3 0,-1 1 0,1 1 198,0 0 0,3-1 1,-3 1 183,2-1 0,2 3 1,3 1 159,-3 2 1,3 8 0,-5 1-48,0 6 0,-1 1 1,-5 8-1,4 2 14,2 1 0,1 3 0,7-1-146,-1 1 1,-5-3 0,0-1 0,1-5-207,3-1 1,1-2-1,1-6 1,-1 0-76,1 0 1,-1-2-1,0-4 45,1-5 1,-3-5 0,-1-1 0,-4-1-26,-3 1 0,-1-1 0,-6 1 200,0-1 0,-2 3 0,-3 3 128,-7 6 0,-4 4 0,-1 4 0,-1 4 15,1 6 1,0 3 0,-1 5 0,1 1-55,-1 2 1,6 1 0,3-5 0,1 2-301,4 3 1,2-1 0,2-6 0,0 1-284,0-1 1,2-1-1,6-5 1,7-3-909,7 0 1405,1-6 0,2-2 0,2-10 0</inkml:trace>
  <inkml:trace contextRef="#ctx0" brushRef="#br0" timeOffset="5884">3249 1309 8758,'-23'11'0,"0"1"632,1 2 1,9-5-1,3 3 1,2 4-228,4 5 0,2-2 0,2 7 0,2-1 121,4 4 1,4 4 0,9 4 0,3 2-243,1 1 0,6 3 0,-6-4 0,1 3-258,1 3 1,-6-6-1,4 2 1,-3-4 188,-3-3 0,-5-4 0,-2-3-1341,-3-2 660,-1-10 1,-6-9 0,0-12 0,-2-5-94,-4-5 0,3-1 1,-9-1-1,-2 1 211,-1-1 0,3 1 1,1 0-1,-3-1 83,-2 1 1,-1 5 0,0 2-1,-1 2 183,1 5 0,-1 1 1,1 2 52,-1 0 1,7 7 0,1 5-1,0 4 488,0 1 1,7 6 0,-3 3-1,4 1 39,2 4 0,2-4 0,4 2 0,5 0-383,5-2 0,1-1 0,1-9 0,1-1-431,4-5 1,-3-3 0,3-8-1,-4 0-35,-1 0 1,-6-8-1,-1-3 351,3-5 0,1-9 0,3-2 0</inkml:trace>
  <inkml:trace contextRef="#ctx0" brushRef="#br0" timeOffset="6049">2324 1641 7629,'-35'17'247,"4"1"166,7-1 1,13-7-1,20-4 1,11-6-220,5-6 1,4 2-195,6-8 0,8-7 0,1-8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24.377"/>
    </inkml:context>
    <inkml:brush xml:id="br0">
      <inkml:brushProperty name="width" value="0.06" units="cm"/>
      <inkml:brushProperty name="height" value="0.06" units="cm"/>
      <inkml:brushProperty name="color" value="#E71224"/>
    </inkml:brush>
  </inkml:definitions>
  <inkml:trace contextRef="#ctx0" brushRef="#br0">88 1608 7682,'11'-2'-1029,"1"-4"3020,-8-4-1089,4 0-363,-8 3 1,0 9-1,0 3 1,0 7 107,0 4 0,0 9 0,-2 4 1,-2 4-351,-2 2 1,-2 0-1,4 2 1,-3 3-143,-3 7 0,6 1 0,-4 1 0,3-3-358,-1 3 0,-6 0 1,4-3-1,1-7-412,-1-8 0,-4-6 0,6-7-490,2-1 0,2-9 0,2-8-211,0-10 0,2-7 1316,4-7 0,4-3 0,7-8 0</inkml:trace>
  <inkml:trace contextRef="#ctx0" brushRef="#br0" timeOffset="467">385 1660 7682,'17'0'388,"-7"0"1,3 2-1,-7 4 52,-2 5 0,-2 5 1,-2 1-1,-2 1 35,-4-1 1,2 3-1,-7 1 1,-3 2-268,-1-1 1,-5 5 0,-1 0 0,-4 2-62,-2 0 0,-1-2 1,-3 2-1,4-3-34,2-1 1,-4-6-1,4 5 1,-1-5-585,1-2 0,2-7-1049,5-4 1101,1-4 1,9-2 453,8 0 0,8-6 0,9 0 0,1 2 428,-1 2 1,1 2 0,-1 0 0,1 0-32,-1 0 1,6 0 0,1 2 0,-3 2-264,-1 2 1,-3 2 0,0-4 0,-1 3 22,-4 3 1,3-4-1,-3 6-583,3 1 1,-5-3 0,-4 2-464,-4 1 1,-2-3-1945,0 2 749,0-9 2049,0 5 0,-8-8 0,-2 0 0</inkml:trace>
  <inkml:trace contextRef="#ctx0" brushRef="#br0" timeOffset="719">699 1712 7661,'-17'0'983,"1"2"1,2 2-294,3 2 1,7 2 0,-2-2-322,4 5 0,2-1 0,2 0-391,4-3 1,2 1 0,5-4 0,-1 2-540,2-2 1,-5-2-1,3-2 1,0 2-1275,-3 3 1835,7-3 0,-7 14 0,9-6 0</inkml:trace>
  <inkml:trace contextRef="#ctx0" brushRef="#br0" timeOffset="884">542 2289 7661,'0'17'-107,"0"1"1,0-1 1123,0 0 1,2-7-621,4-4 0,3-6 0,9-6 0,-1-5-693,1-5 0,1-3 1,2-3-1,3-1 296,-3 2 0,6-7 0,0 1 0</inkml:trace>
  <inkml:trace contextRef="#ctx0" brushRef="#br0" timeOffset="1868">1782 1904 7709,'21'0'262,"-3"0"1,-13 2-1,1 4 211,-4 6 0,-2 3 0,-2 3 1,-4 1-90,-5 4 1,-3 5 0,1 7 0,1 1 274,-2 5 1,-1-4-1,-1 6 1,3-2-417,1-1 1,2 1-1,-3-8 1,1-2 167,-1-2 0,5-7-473,2 1 0,4-14 1,2-9-1,0-9-269,0-7 0,2-9 0,4-4 0,6-4-166,3-2 1,3-8-1,-1-1 1,0-3 217,1 1 1,-1 7 0,1-4 0,1 2 150,5 1 0,-5 1 0,6 10 0,-2 5 135,1 5 1,-1 3 0,-6 5-1,1 5-283,-1 4 1,1 4 0,-1 4-158,1 5 0,-1 5 0,-1 1 1,-3 1 62,-1-1 1,-6 1 0,4-1-1,-3 1 127,-3-1 1,-2 1 0,-2-1 0,0 1 63,0-1 1,0 1 250,0-1 0,0 0 0,-2-1 387,-4-4 0,4-3 1,-3-3 94,3 6 1,2-3-1,0 3 139,0 2 0,2-5 0,3 1-419,7-2 0,-2-2 0,1-6 1,5 0-131,5 0 1,-1 0-1,5-2 1,-2-6 27,0-9 0,7-3 0,-5-7 1,0 0 1,0 0 1,-3 3-1,-9-3 1,-1 0-296,1 0 1,-5 5 0,-2-1-459,-4 4 1,-10 9-1,-5 4 1,-7 4 789,-3 2 1,-2 8 0,3 4-1,-3 5 128,-2 6 0,6-1 1,-3 5-1,5 0-191,1 0 0,1-3 0,1 3 0,5-2-485,5-4 0,4 5 1,2-3-1,0-2-110,0-1 1,8-3-1,5-1 1,7-5 64,3-5 0,6-4 0,-4-2 0,1 0-1955,-1 0 2337,6-8 0,-12-9 0,7-10 0</inkml:trace>
  <inkml:trace contextRef="#ctx0" brushRef="#br0" timeOffset="2318">2742 2062 7698,'18'0'-765,"-7"-2"0,1-2 1179,2-2 1,-5-2 0,3 2-26,2-5 1,-7 1-1,-1-2 149,-4-1 0,-2 3-348,0-2 1,-2 7-1,-4-5 1,-5 2 25,-5 4 1,-3 4-1,-3 6 1,-3 6 77,-2 3 0,4 9 1,-6 1-1,0 2-47,1 4 1,-3 2 0,8 0-1,2 0-122,1 2 1,3-10-1,1 10 1,5-2-249,5 0 0,4-6 0,4-5 0,4-7-165,5-3 1,7-8 0,3-1 0,4-6-64,3-9 1,1-9-1,4-5 1,-2 1-51,-2 0 0,-6 0 0,4 3 621,-2-1 464,-1 8 0,-15 22 0,-5 17 0,-8 9-103,-7 7 0,-7 13 1,-3 11-1,-2 4-272,1 2 1,-3 1 0,2 3 0,0 4-138,-3 1 0,13-13 1,-5-2-1,5-11-2495,3-13 0,2-1 373,8-16 0,2-15 1950,4-14 0,4-15 0,7-6 0</inkml:trace>
  <inkml:trace contextRef="#ctx0" brushRef="#br0" timeOffset="2633">3127 2114 7661,'-18'12'0,"1"-3"958,-1-1 0,1 6 0,1-3-425,5 5 1,-3-5 0,6 1 0,0 2-193,1 1 1,1 5 0,6 1-194,0 2 1,0 1 0,0-7 0,2-1-37,4-5 1,3 5-1,9-7 1,1 1-207,4-4 1,-3-4-1,5-2 1,-2-2 16,1-4 1,1-6 0,-4-9 0,4-4-361,3-2 1,-7 0 0,2-4 0,-1 1-92,1-1 1,-10 0-1,5 0 1,-3 2-313,1-2 1,-4 6 0,-3 0 839,-1-1 0,6 7 0,-5-6 0</inkml:trace>
  <inkml:trace contextRef="#ctx0" brushRef="#br0" timeOffset="2850">3685 1992 7660,'-2'17'-1364,"-3"1"1364,-7-1 0,4 1 0,2-1 1361,5 1 0,1-1 0,0 0 0,0 1-756,0-1 1,0 3 0,0 1 0,0 2-684,0-1 1,0-9-1,0-1 1,0 2-435,0 1 0,0-3-1415,0-1 1927,0-7 0,0-4 0,0-9 0</inkml:trace>
  <inkml:trace contextRef="#ctx0" brushRef="#br0" timeOffset="3434">3878 1939 9116,'-8'24'0,"-4"-1"806,-3-2 0,-3 1 1,3 1-1,3 4-515,6 0 1,4 6-1,2-4 1,0 2 19,0-2 0,0 3 1,2-7-1,2 0-268,2 0 1,2-2 0,-3-7-325,7-4 0,-2-5 0,1-9 60,3-3 1,-4-5-1,1-9 1,1-5-28,-2-5 0,5 2 1,-5-2-1,2 0 208,-1 2 0,1-6 0,3 5 0,-1 1 118,-2 4 0,-7 4 0,7 1 1,0 1 135,-3-1 0,5 7 0,-6 1 0,1 2 40,5 4 1,-4 2 0,1 4 130,3 4 1,-4 4 0,1 7 0,1 1-64,-2-1 1,5 6-1,-5 1 1,2-1-257,-1 2 0,-5-5 1,6 3-1,-1-4 81,-1-1 0,6-7 1,-7 1-1,3 0-641,0-3 0,-7-1 0,7-8-136,2 0 0,1 0 1,3-2-1,-3-4 263,-3-5 1,3-11 0,-3-1 0,1 2 156,-1 1 0,4-3 0,-7 0 0,1 1 68,-4 3 1,2 2 0,-3-1 250,-1 1 0,-10 1 0,-5 4 1,-7 7 255,-5 3 1,2 2 0,-6 2 0,-1 5 130,1 11 1,6-1-1,-4 9 1,1-1-93,1 4 1,2 4-1,7 2 1,4 2-407,3 3 1,1 3 0,6 6 0,0-5-298,0-1 0,8-2 1,5-8-1,7-4-221,3-6 0,2-11 0,-3-6 0,3-6-1328,2-6 1,-4-6 1847,6-11 0,0-12 0,6-10 0</inkml:trace>
  <inkml:trace contextRef="#ctx0" brushRef="#br0" timeOffset="3868">5152 1346 7625,'-17'11'240,"-1"-1"0,1 0 775,0-1 0,1-3 1,2 6-1,5 3-133,1 7 0,-4 11 0,7 9 0,1 3-430,2 3 1,-4 11 0,-2 5 0,0 4-257,1 1 1,-7-1 0,4-2 0,1-4-323,3-1 1,2 3-1,0-8 1,-2-8-424,2-11 1,2-10 0,0-11 205,-3-4 0,3-7 1,-4-10-175,4-7 1,2-4-1,0-1 1,0-2 181,0-5 0,0 5 0,0-4 0,0 1 167,0-1 1,0 9 0,0-3 0,0 1 163,0 1 1,-6 3-1,-2 3 485,-1 1 0,3 2 1,-4 8 141,2 4 0,3 3 0,5 9 0,-2-1-209,-4 1 1,4 7 0,-4 4 0,4 2-188,2-2 0,0 4 1,2-4-1,2 2-383,2-1 0,1-3 0,-1-8 0,4 1-124,0-5 0,5-9 0,-3 0-1146,3-4 1,3-10 0,-3-6 0,-1-5 1425,-2-4 0,-1-16 0,7 2 0</inkml:trace>
  <inkml:trace contextRef="#ctx0" brushRef="#br0" timeOffset="4051">3843 1712 7674,'-62'10'730,"-3"4"0,13-9 1,9 1 566,10 2 1,10-4-1135,11 8 1,7-9-1,10 3-869,7-4 0,4-2 0,1 0-360,1 0 1,-1 0 1065,1 0 0,-1-8 0,0-1 0</inkml:trace>
  <inkml:trace contextRef="#ctx0" brushRef="#br0" timeOffset="4934">1171 1 7741,'11'0'723,"1"0"1,-8 2 767,2 4-604,-12-4 1,2 5-113,-8-7 1,8 2-261,-1 4 0,3 10 0,4 7 0,1 0-27,3 2 0,8 10 0,-3 12 0,5 5-164,1 6 1,7 5 0,1 8 0,2 3-161,4 2 1,-4 5-1,2-5 1,2-4-195,2-6 1,-3 0 0,-3-10 0,-2-6-309,-4-7 0,-1-12 1,-5-4-626,-3-1 131,3-3 1,-13-15 380,4-8 1,-10-8 0,-3-10 0,-1 1-483,0-1 1,-6 1-1,3-2 1,-5-3 932,-1-1 0,-8-8 0,-3 4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46.715"/>
    </inkml:context>
    <inkml:brush xml:id="br0">
      <inkml:brushProperty name="width" value="0.06" units="cm"/>
      <inkml:brushProperty name="height" value="0.06" units="cm"/>
      <inkml:brushProperty name="color" value="#00A0D7"/>
    </inkml:brush>
  </inkml:definitions>
  <inkml:trace contextRef="#ctx0" brushRef="#br0">263 592 6759,'-12'0'1758,"1"0"-1470,7 0 0,-6 0-33,4 0 0,2 0 114,-7 0 1,5 2-204,-6 4 0,6-4 0,-3 6 0,-1-3-50,0 1 1,4 8-1,-5-4 1,-1 1-98,2 1 1,-5 5-1,3 7 1,-1-1 31,1 2 1,-3 2 0,5 8 0,0 0-56,4 0 1,-1-4 0,1 0 0,2 2-8,2-2 0,4-8 0,4-1 0,5-7-128,5-3 0,1-8 0,1 0 0,-1-8 93,1-8 1,5-11 0,0-4 0,-1-2 18,-3 0 1,-2-1 0,-1-5-1,-2-1 71,-3-5 1,-7 10 0,2-2 0,-4 6 251,-2 5 1,0 3 5,0 1 0,-2 9 1,-2 5-179,-2 8 1,-5 7-1,3 13 1,0 5-43,0 4 0,1 2 1,3 0-1,-2 1-93,2 5 0,2-4 1,2 4-1,0-4-219,0-2 1,2-2 0,2-2 0,2-4-666,-2-2 0,-1-2-1444,3-5 1001,4-8 1338,0-3 0,-3-22 0,-7-5 0</inkml:trace>
  <inkml:trace contextRef="#ctx0" brushRef="#br0" timeOffset="715">542 732 7493,'18'0'664,"-9"0"0,-3 0 0,-10 2-522,-1 4 0,-1-3 0,6 9-7,0 2 0,0 1 0,0 3 0,0-1-82,0 1 0,0-7 0,0 1 0,0 1-119,0 3 0,0 1 0,0 1-303,0-1 0,6-5 191,-1 0 0,3-8 0,-4-1 155,2-6 1,5-7 0,-3-8-1,0-1 12,0-4 1,3 1-1,-3-5 1,0 2 68,0 4 0,-1 1 0,-3 3 0,4-1 262,2 1 0,-6-1 1,3 3 136,1 3 0,-4 6-254,8 12 1,-6 12-1,3 11 1,-1 4 27,-4 2 0,4 2 0,-1 1 0,3 5-44,4 2 1,-5-5 0,1 5-1,0-4-449,0-8 1,-5 0 0,5-10 0,-2-2-480,-4-1 0,0-10-1490,1-5 2231,-3-3 0,6-17 0,-8-5 0</inkml:trace>
  <inkml:trace contextRef="#ctx0" brushRef="#br0" timeOffset="1233">1311 51 7872,'25'-18'1054,"-8"1"-270,-7 7 0,-10 4 0,0 12-507,0 6 1,0 11 0,2 6 0,4 6 48,5 6 1,-1 0 0,2 9 0,1 4-248,3 1 0,-1 1 0,-1 0 0,-4 2-194,-2-1 0,3-5 0,-5-5 0,-2-7-172,-2-3 0,-2-8 0,0-1-11,0-3 1,-2-10 211,-4-9 1,2-4-53,-7-2 1,5 0-56,-6 0 0,2-8 1,-3-3 119,1-5 1,0 1 0,-5 1 67,0 2 1,-1 9 0,1-3 0,-1 4 254,1 2 0,1 2 1,3 4-1,1 7 209,-2 8 1,-1 7 0,-1 8-1,5 3-188,5 2 0,4 8 1,2-3-1,2 5-204,4 1 1,3-7-1,11-7 1,5-7-262,10-7 1,0-13 0,8-5-1,-3-8-368,1-9 1,8-9 0,-5-15 0,1-2-2704,-4-3 3265,-5 3 0,7-21 0,2 3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3.979"/>
    </inkml:context>
    <inkml:brush xml:id="br0">
      <inkml:brushProperty name="width" value="0.06" units="cm"/>
      <inkml:brushProperty name="height" value="0.06" units="cm"/>
      <inkml:brushProperty name="color" value="#00A0D7"/>
    </inkml:brush>
  </inkml:definitions>
  <inkml:trace contextRef="#ctx0" brushRef="#br0">328 42 7669,'0'-12'773,"-2"2"1,-1 1 61,-3-1 0,0 14 0,6 4 0,0 11-542,0 10 1,0 12 0,0 5 0,2 7-345,4 5 0,3 6 0,9 12 0,-1 3-380,1 1 1,5 3 0,2-9 0,0-6-349,1-8 1,-5-9 0,-9-9 418,-6-7 0,-6-13 0,-6-5 0,-6-9 309,-3-6 1,-3-2 0,1-2-1,-1-4-106,1-6 1,-1-3 0,1-3 136,-1 1 1,1-6-1,-3-1 1,-1 3 184,-2 2 0,-8 7 0,4 2 0,-1 2 200,5 5 0,-2 1 0,2 4 0,1 3 343,3 7 1,1 11 0,1 6 0,1 6-304,5 6 0,-3 4 0,8 5 1,4-1-347,6-3 0,2-1 0,12 1 0,7-7-593,6-8 1,6-5 0,2-9 0,1-2-2098,-1-3 2631,-2-4 0,6-8 0,1 0 0</inkml:trace>
  <inkml:trace contextRef="#ctx0" brushRef="#br0" timeOffset="467">870 775 7878,'-27'-15'1115,"3"3"1,11 4 640,1 8-1611,8 0 1,-9 8-99,7 4 0,-6 3 1,4 3-1,1-1 15,-1 1 0,-4-7 0,4 1 1,1 1-245,-1 3 1,-4 1-1,6 1-202,3-1 1,-5 1-1,2-1-6,2 1 1,4-7 0,6-1 0,6-2 71,3-4 1,3-2 0,-1-4-1,2-4 257,5-6 1,-5-5 0,6-5 0,-1-3 297,-1-2 1,6 4-1,-6-4 1,-1 1 175,-3 5 1,-1-4-1,-1 2 1315,0 1-1309,-7 3 1,-2 11 0,-8 8-1,0 12-449,0 9 0,0 4 1,0 6-1,0-2-566,0 2 1,0 2 0,0 2 0,0 0 83,0 0 1,0-2 0,0-2 0,0-4-1622,0-1 2133,0-3 0,-8-6 0,-2 1 0</inkml:trace>
  <inkml:trace contextRef="#ctx0" brushRef="#br0" timeOffset="734">1184 24 7733,'-17'0'279,"-1"4"1,3 8 752,3 11 1,4 10 0,10 10 0,4 9-568,6 10 1,3 8 0,5 6 0,-1 3-720,-2 1 1,3 5 0,-12-5 0,-1-3-285,1-7 1,-2-8 0,-6-11-1,0-5-201,0-5 1,-8-12-1,-3-5 1,-5-7-245,-1-5 0,-3-7 983,-3-10 0,3-13 0,-5-9 0</inkml:trace>
  <inkml:trace contextRef="#ctx0" brushRef="#br0" timeOffset="1283">940 461 7636,'-18'0'0,"1"0"820,-1 0 1,10 6 0,8-1-370,10-1 1,15 4-1,8 0 1,8 0-424,4-1 0,1 7 0,7-4 0,-1 1-104,0 1 0,-5-6 0,0 4 0,1-3-77,3-3 1,-7-2-1,-5-2 1,-6 0-437,-4 0 1,-8 0 547,3 0 0,-13-2 1038,-5-4-635,-4 4 1,-10-5-1,-3 9 1,-3 3-88,3 7 1,-9 4-1,5 3 1,-3 4-211,-3 6 1,-1 4-1,5 2 1,1 0-114,5 0 1,-5 0-1,7 0 1,-1 0-30,4 0 0,4 0 0,2 0 0,0-2 22,0-4 1,8-2-1,4-6 1,3 1-27,3-7 0,5 1 0,0-10 0,-2-3 14,-1-1 1,3-15 0,2-7 0,1-5 48,-1-6 1,4-8 0,-4-3 0,0-3-20,1-4 1,-3 5-1,-6-1 1,1 1 238,-1-1 0,-1 6 0,-3-2 0,-3 6 1643,-2 6-1474,-2 4 1,-6 17 0,-2 8-278,-4 10 0,4 7 1,-4 5-1,2 3-430,-2 2 0,5 2 0,-5 6 0,4 0-461,2 0 0,0-2 1,0-2-1,0-4 797,0-1 0,0 5 0,0-4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2.917"/>
    </inkml:context>
    <inkml:brush xml:id="br0">
      <inkml:brushProperty name="width" value="0.06" units="cm"/>
      <inkml:brushProperty name="height" value="0.06" units="cm"/>
      <inkml:brushProperty name="color" value="#00A0D7"/>
    </inkml:brush>
  </inkml:definitions>
  <inkml:trace contextRef="#ctx0" brushRef="#br0">154 419 9875,'-10'8'422,"5"4"0,3-1 1,2 5-1,0 5 123,0 5 1,2-1 0,3 8 0,7 4-508,4 0 1,1-1-1,1-1 1,-1 0-612,0 0 1,-1-8 0,-2-3 0,-3-5-991,3-1 1,-4-9 1562,1-3 0,1-4 0,5-2 0</inkml:trace>
  <inkml:trace contextRef="#ctx0" brushRef="#br0" timeOffset="346">538 245 7819,'6'-12'0,"0"1"561,-2-3 0,-10 6 1,-6 2-1,-3 4-162,-3 2 1,7 2 0,-1 4 0,1 6-189,1 3 0,-6 5 1,7 3-1,-1 6-508,4 4 1,4-4 0,2 0 0,0 4-18,0 6 0,0-8 1,0 4-1,2-4 52,4-4 0,-2 4 1,7-7-1,3-3 92,2-2 1,1-3-1,0-4 1,1-5 500,-1 1 1,1-4 71,-1 8 1,-5-3 0,-2 5 0,-3-2-274,-3 1 0,-2-3 0,-2 1 0,-2 1-772,-4-2 1,3 5 641,-9-3 0,-7 4 0,-9 1 0</inkml:trace>
  <inkml:trace contextRef="#ctx0" brushRef="#br0" timeOffset="512">49 18 7893,'-17'0'322,"1"-2"287,5-4 1,7 4 0,14-4-1,9 4-396,6 2 0,12 0 1,10 0-214,3 0 0,2 0 0,1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0.747"/>
    </inkml:context>
    <inkml:brush xml:id="br0">
      <inkml:brushProperty name="width" value="0.06" units="cm"/>
      <inkml:brushProperty name="height" value="0.06" units="cm"/>
      <inkml:brushProperty name="color" value="#00A0D7"/>
    </inkml:brush>
  </inkml:definitions>
  <inkml:trace contextRef="#ctx0" brushRef="#br0">1 777 10465,'0'11'438,"0"1"0,0 1-232,0 3 0,0 3 0,0 5 0,0 5-141,0 4 0,0 4 1,0 3-1,0 7-114,0 3 0,6-3 1,1-2-1,1-5-198,0-7 0,6 0 0,-3-11 66,5-7 0,1-9 0,1-16 0,-1-11 62,1-10 1,-1-2-1,0-14 1,1 1 106,-1 1 0,-1-9 0,-4 5 0,-5 3-31,1 1 0,-6 4 1,4 8-1,-4 4 16,-2 6 1,0 9-1,-2 5 95,-4 1 1,4 10-1,-4 9 1,2 5 462,-1 1 0,3 9 1,-4 1-1,4 4-358,2 4 1,0-6 0,2 8 0,2-6-168,2 0 0,7 0 1,-1 0-1,3-4-112,3-2 0,-1-7 1,1-8-1,-1-3-14,1-3 1,-1-2 0,1-4 0,1-4 145,4-5 1,-3-13-1,5-5 1,-2-6-48,0-5 1,1 3 0,-7-6-1,1 2-104,-1 1 0,1-1 1,-3 8-1,-3 4-309,-6 5 1,-3 3 0,1 0-157,2-3 0,-2 9 0,-8 7-94,-2 0 1,-1 6 683,1-3 0,4 3 0,-6 2 0</inkml:trace>
  <inkml:trace contextRef="#ctx0" brushRef="#br0" timeOffset="582">874 60 7939,'10'-7'649,"-2"-3"0,-8-7-142,0-1 0,0 10 0,0 10 0,0 14-229,0 11 1,0 8-1,0 6 1,0 9-38,0 12 1,0 4-1,0 16 1,0 3-232,0 6 0,-6 8 1,2-46-1,0 1 0,0-1 1,0-1-233,-4 45 0,1-14 0,3-11 0,-4-10-120,-2-10 0,4-13 272,-5-4 0,7-17 0,-2-18-49,4-10 0,2-7 0,0-7 0,2-5-155,4-4 1,-2-4 0,6-4 0,-1-5 37,1-5 1,2-1 0,3 0 0,-1-1 29,-3 1 0,1 7 1,3 5-1,-1 5 551,-2 5 0,-6 7 0,3 14 482,-1 9 0,4 9 1,-5 16-1,1 8-550,0 6 0,6 12 0,-5-1 0,3 8-628,0 4 1,-1-5 0,7 1 0,-3-2-308,-3 2 0,3-3 0,-5 1 1,0-7-907,-4-9 1,-5-16 1563,-1-7 0,0-11 0,0 2 0</inkml:trace>
  <inkml:trace contextRef="#ctx0" brushRef="#br0" timeOffset="951">1276 934 8028,'-18'2'255,"1"3"0,5-1 0,2 8-104,3 2 0,1-5 1,6 3-1,4 0-71,7-3 1,1 5 0,13-8 0,0-2-154,5-3 0,1-1 1,0-1-1,-2-5-37,2-6 0,-6 0 0,-2-3 0,-3-4 5,-3-1 1,1-5 0,-1 0 0,-1-3 139,-5-3 1,-3 6 0,-8 2 0,0 2 27,0-3 0,-8 11 0,-3-3 369,-5 6 1,-7 7 0,0 8-1,1 9-76,3 7 0,1 7 0,1 6 0,-1 3-258,1 4 1,5-2-1,3 5 1,1 1-351,4 0 0,2-6 0,4 1 1,2-5-239,2-6 1,13 0-1,-1-9 1,1-7-844,0-3 1,5-4 1332,-1-6 0,0-16 0,-5-3 0</inkml:trace>
  <inkml:trace contextRef="#ctx0" brushRef="#br0" timeOffset="1299">1747 724 7858,'0'18'745,"-2"-1"1,-2 1-192,-1-1 1,-7 6-1,6 1 1,2-1-523,2 2 1,2-4-1,0 7 1,0-1-118,0 0 1,6-6 0,2 3 0,0-5-292,-1-2 1,7-7 168,-2-4 0,-5-6 1,1-6 134,0-6 0,-6-11 0,4-6 1,-2-4 124,1-2 1,-3-2 0,6-2 0,-2-3 84,0-3 0,7 4 0,-3-1 0,2 3 183,-1 6 1,-7 8 0,4-1 0,0 5 74,3 6 1,-1 3 0,2 0-326,1 6 1,3 12 0,1 6 0,1 3 8,-1 3 1,1 1 0,-3 3 0,1 3-1965,1 2 1884,-11-6 0,17 12 0,-13-5 0</inkml:trace>
  <inkml:trace contextRef="#ctx0" brushRef="#br0" timeOffset="1649">2219 829 7800,'-18'0'244,"1"0"1,1 2 505,5 4 1,3-2 0,10 7 0,4 3-651,5 1 1,13 3-1,5-3 1,4-1-175,2-2 1,0-9-1,0 3 1,1-4-152,5-2 0,-10-2 0,2-4 0,-6-5 60,-5-5 0,3-3 1,-4-3-1,-5-3 131,-8-2 1,-1 6-1,-1-3 1,-4 5 137,-6 2 0,-6 1 1,-7 4-1,-2 7 218,-5 3 0,3 4 0,-6 3 0,0 9 61,-1 7 0,7 7 1,-2 6-1,1 1-215,-1 0 0,6 2 1,-3 2-1,9 2-470,3-2 1,2 3-1,6-1 1,4-2-248,8-2 1,1-10-1,16-6 1,4-7 548,6-8 0,-2-4 0,6-2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9:00.477"/>
    </inkml:context>
    <inkml:brush xml:id="br0">
      <inkml:brushProperty name="width" value="0.06" units="cm"/>
      <inkml:brushProperty name="height" value="0.06" units="cm"/>
      <inkml:brushProperty name="color" value="#00A0D7"/>
    </inkml:brush>
  </inkml:definitions>
  <inkml:trace contextRef="#ctx0" brushRef="#br0">70 847 8810,'-17'8'686,"1"3"157,5 5 0,-3 3 0,8 6 0,2 10-401,2 10 0,2 15 1,0 12-1,2 13-548,4 12 1,-2-42 0,2 1 0,2 1 0,1 0 0,1 0 0,0-1-246,1-3 1,1-1 0,7 35 0,5-19 0,-7-16-1716,-5-15 1,1-13 2065,-7-19 0,0-14 0,-6-18 0</inkml:trace>
  <inkml:trace contextRef="#ctx0" brushRef="#br0" timeOffset="384">524 1284 10012,'-11'7'222,"-1"5"0,2 9 0,-1 3 0,5-3-167,4-2 0,-4 5 0,0 1 0,2 2-3,2 4 1,2-4-1,2 0 1,4-1-64,6-5 0,-2-9 0,1-7 0,5-3-119,5-2 0,-2-4 1,5-7-1,-5-12 44,-1-9 1,-1-2 0,1-3 0,-1-4 93,0-6 1,-5 3-1,-2-1 1,-2 0 77,-5 1 0,-3 7 0,-5 0 0,-7 8-83,-4 4 1,-3 3 0,-2 11 0,-3 5-321,3 4 1,4 10 0,3 3 0,4 5-1000,3 1 1,-5 9 1315,6 3 0,-7 4 0,3 2 0</inkml:trace>
  <inkml:trace contextRef="#ctx0" brushRef="#br0" timeOffset="884">1467 1406 7673,'0'-12'145,"0"0"1,0-1 417,0-3 1,-5-1 0,-3-1-1,0 1-129,0 0 0,0-3 1,5-1-1,-3-3-301,2 3 0,2 2 0,2 1-14,0 1-116,0 7 0,-2 4 1,-2 12-72,-2 6 0,-7 9 0,1 4 1,-3 4 28,-3 8 1,-5 0 0,-2 10 0,-1 1-149,1 3 1,-4 1 0,6 0 0,1 1-449,3-1 1,9-7 0,4-4 0,5-6 634,1-6 0,15-4 0,4-8 0</inkml:trace>
  <inkml:trace contextRef="#ctx0" brushRef="#br0" timeOffset="1555">1834 1249 7581,'-15'-2'1089,"1"-2"-618,2-2 0,1 0 0,-7 6 220,1 0 1,5 0-1,0 0-471,-1 0 1,3 8-1,1 4 1,-1 3-243,0 3 0,6 5 0,-4 2 1,3 2-164,-1 4 1,-2-4 0,4 3 0,-2-1-262,2-2 1,4 4 0,4-8 0,4-3-10,2-7 1,1 1 0,7-8 0,1-5 127,5-4 0,-5-9 0,6-9 0,-1-5 241,-1-1 0,6-2 0,-6-6 0,-1 0-36,-3 0 1,-2 0 0,-1 0 0,-2 1 844,-3-1 1,-5 7 0,4 5 2064,-3 4-2588,-1 9 1,-12 12 0,1 13 0,1 9-224,2 3 0,-4 2 1,0 6-1,2 0-345,2 0 1,2 0 0,0 0 0,0-2-133,0-4 0,0-4 0,2-8 1,2 1 51,2-1 0,8-7 0,-3-4 0,5-8 290,1-10 0,3-9 0,1-18 1,4-5 63,2-7 0,2 1 1,6-12-1,2-2 238,4-4 0,-4 2 1,6-14-1,-1-1 5,5-7 1,-22 38 0,0-1-1,2-1 1,-1 0 0,-1-5 0,0-1 28,-1-2 1,-1 0-1,-4 2 1,-3 1 0,-5 4-1,-1 1 1,4-37 180,-9 19 0,-5 35 0,-7 22 1,-9 21 666,-5 21 1,-10 11 0,2 17-1,-4 7-693,-2 11 0,14-29 0,1 2 0,-1 2 0,1 2 0,0 4 0,-1 1-287,0 3 1,0 0 0,2-1 0,1 1 0,-2 3 0,1 2 0,3-3 0,1 0-524,2-1 1,3 0 0,3 0 0,2-2-1,2-1 1,2-1 476,2-4 0,2-1 0,9 43 0,7-14 0,-1-5 0,-5-4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9.794"/>
    </inkml:context>
    <inkml:brush xml:id="br0">
      <inkml:brushProperty name="width" value="0.06" units="cm"/>
      <inkml:brushProperty name="height" value="0.06" units="cm"/>
      <inkml:brushProperty name="color" value="#00A0D7"/>
    </inkml:brush>
  </inkml:definitions>
  <inkml:trace contextRef="#ctx0" brushRef="#br0">158 123 6889,'-18'0'-43,"1"0"0,-1 0 0,-1 0 1255,-4 0 1,3 0-907,-3 0 0,11 8 0,7 4-336,3 3 0,9 3 0,5-1 0,4-1-45,1-5 0,6 5 0,2-7 0,3 1-17,3-4 1,2-4 0,2-2 0,0-2-48,-1-4 1,-4-4-1,-3-9 1,-2-2 88,-4-3 1,-3-1 0,-7 4 0,-5-2 105,-4 1 0,-4-3 1,-4 2-1,-7 3-60,-9 7 1,-5 5 0,-8 8 0,0 0-215,1 0 1,1 2-1,3 4 1,7 5-137,4 5 0,1 1 1,3 1-1,3-1 354,6 1 0,4 7 0,2 2 0</inkml:trace>
  <inkml:trace contextRef="#ctx0" brushRef="#br0" timeOffset="283">664 176 7715,'12'0'878,"0"0"1,-9 2-288,3 3 1,-4 5-374,-2 8 1,-6-1-648,1 0 0,-3-5 196,2 0 0,-4-8 52,-7 1 1,7-5 0,2-5 0,2-7 74,1-4 0,-1-1 1,6 0-1,0-1 255,0 1 0,0-1 1,0 1-59,0-1 1,8 1-1,3-1 1,5 3-211,1 3 0,8-1 0,3 5 0,1 0 119,0 0 0,8-5 0,7 3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7.228"/>
    </inkml:context>
    <inkml:brush xml:id="br0">
      <inkml:brushProperty name="width" value="0.06" units="cm"/>
      <inkml:brushProperty name="height" value="0.06" units="cm"/>
      <inkml:brushProperty name="color" value="#00A0D7"/>
    </inkml:brush>
  </inkml:definitions>
  <inkml:trace contextRef="#ctx0" brushRef="#br0">350 280 7094,'0'-18'0,"0"1"0,0 0 0,0-1 0,0 1 0,0 5-494,0 0 0,-2 8 440,-4-1 1,3 3 250,-9 2 0,6 2 44,-6 3 0,1 5 0,-5 8 77,5-1 0,-5 1 1,4-1 4,-3 0 1,-1 1 0,3-1 0,1 1-77,-1-1 0,-3 1 0,1 1 0,1 3-66,2 1 0,1 6 0,-7-4 0,1 4-20,-1 8 0,3 0 0,3 10 0,6-1-72,4-1 1,2 5 0,0-5 0,2 1-106,4 1 0,6-10 1,11-2-1,4-10-132,0-6 1,8-9 0,-2-6 0,6-8-104,0-8 1,-2-11 0,-2-8 0,0-8 76,0-7 1,-8-5 0,-4-1-1,-4 0 70,-1-1 1,-8 1 0,-5-1-1,-3 1 34,-2 0 0,-9 5 0,-9 2 0,-9 3-42,-6 3 1,-4 10-1,-2 5 1,-3 5-43,-3 2 1,6 7-1,-2 4 1,5 6 83,1 6 1,6 11-1,3 14 1,5 8-187,5 8 0,11 3 1,-1 3 255,4-1 0,10 8 0,1 2 0</inkml:trace>
  <inkml:trace contextRef="#ctx0" brushRef="#br0" timeOffset="550">787 717 7893,'-8'17'-117,"4"-7"1,-6-3 0,1-1 212,-1 0 0,6 8 0,-4-3 1,3 5 92,-1 1 0,0 3 1,6 1-1,0 4-12,0 2 1,0 3-1,0 5 1,0-1-230,0 1 1,0-6 0,2-1-167,4-3 1,3-4 0,9-11 48,-1-10 0,1-16 0,-1-13 1,1-4 20,-1-2 0,1-7 0,-1-5 1,1-1 172,-1 1 1,-1 2 0,-3 7 0,-1-3 135,1 2 1,1 10-1,-2 6 1,-5 5 249,1 7 1,-6 5-92,4 12 1,2 11-1,-3 10 1,-1 4-239,-2 4 1,4-4 0,0 10 0,-2-4-173,-2-2 1,0 0 0,2 0-1,1-2-106,-1-4 0,-2-2 1,0-6-1110,4 2 1305,-4 1 0,13-7 0,-5 1 0</inkml:trace>
  <inkml:trace contextRef="#ctx0" brushRef="#br0" timeOffset="766">1363 1 7949,'-17'11'193,"-1"1"0,3 7 0,3 10 0,6 6 354,4 6 1,2 6-1,0 11 1,2 6-598,4 4 0,11 2 1,11-1-1,1 3-241,0 4 1,-2-12 0,2 0 0,-4-8-233,1-3 0,-13-9 0,3-5 523,-7-8 0,5 2 0,-4-6 0</inkml:trace>
  <inkml:trace contextRef="#ctx0" brushRef="#br0" timeOffset="1283">1992 507 8051,'-18'2'260,"1"4"1,5 3 0,3 9 0,-1 1 69,0 5 0,6 1 0,-2 6 0,4 0-334,2 6 0,8-8 1,4 6-1,1-4-599,-1-4 0,4 4 0,-5-8 603,5-1 0,1-3 0,1-1 0</inkml:trace>
  <inkml:trace contextRef="#ctx0" brushRef="#br0" timeOffset="1800">2201 577 7889,'0'17'54,"0"1"0,0-1 1,0 1-1,0-1 176,0 1 0,2-1 0,2 1 0,4-1-521,2 0 0,1-5 0,7 0 54,-1 1 0,1-5 0,-1-2 139,1-4 1,-7-4 0,-1-4 0,0-6 29,-1-3 0,-5-3 1,2-1-1,-2-2 76,2-3 0,-4 1 0,4 4 1,-3-1 274,3 3 1,-4-4 399,4 9 0,4 4-325,1 2 0,-1 18 0,2 7 0,1 7-48,3 5 0,1 2 0,3 2 0,3-2-346,6-4 1,-2 2 0,2-8 0,2-2-289,2-1 0,6-11 1,-2-3-1,-4-6 31,0-6 0,-8-5 1,0-11-1,-3-3-40,-5-2 0,3-2 0,-14-6 0,-3 2 103,-1 4 1,4-4 0,0 4 0,-2-2 345,-2 2 1,-8 3 0,-2 9 0,-1 1 158,-5 5 1,-2-3-95,-1 8 1,5 8 0,3 10 0,1 4 36,4 1 1,2 6-1,2 2 1,2 3-213,4 3 1,-2 0-1,7 0 1,5-2-340,5 2 1,1 2 0,9 0 332,5-4 0,-1 4 0,8-6 0</inkml:trace>
  <inkml:trace contextRef="#ctx0" brushRef="#br0" timeOffset="2000">1957 105 7807,'-43'0'0,"6"0"419,6 0 1,20 0 0,5 2 0,17 2-490,17 2 0,8 0 0,19-6 70,3 0 0,4-8 0,8-2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7/19/26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7/19/26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7/19/26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7/19/26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7/19/26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7/19/26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7/19/26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7/19/26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7/19/26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7/19/26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7/19/26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7/19/26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3" Type="http://schemas.openxmlformats.org/officeDocument/2006/relationships/image" Target="../media/image31.png"/><Relationship Id="rId18" Type="http://schemas.openxmlformats.org/officeDocument/2006/relationships/customXml" Target="../ink/ink10.xml"/><Relationship Id="rId26" Type="http://schemas.openxmlformats.org/officeDocument/2006/relationships/customXml" Target="../ink/ink14.xml"/><Relationship Id="rId3" Type="http://schemas.openxmlformats.org/officeDocument/2006/relationships/image" Target="../media/image26.png"/><Relationship Id="rId21" Type="http://schemas.openxmlformats.org/officeDocument/2006/relationships/image" Target="../media/image35.png"/><Relationship Id="rId7" Type="http://schemas.openxmlformats.org/officeDocument/2006/relationships/image" Target="../media/image28.png"/><Relationship Id="rId12" Type="http://schemas.openxmlformats.org/officeDocument/2006/relationships/customXml" Target="../ink/ink7.xml"/><Relationship Id="rId17" Type="http://schemas.openxmlformats.org/officeDocument/2006/relationships/image" Target="../media/image33.png"/><Relationship Id="rId25" Type="http://schemas.openxmlformats.org/officeDocument/2006/relationships/image" Target="../media/image37.png"/><Relationship Id="rId33" Type="http://schemas.openxmlformats.org/officeDocument/2006/relationships/image" Target="../media/image41.png"/><Relationship Id="rId2" Type="http://schemas.openxmlformats.org/officeDocument/2006/relationships/customXml" Target="../ink/ink2.xml"/><Relationship Id="rId16" Type="http://schemas.openxmlformats.org/officeDocument/2006/relationships/customXml" Target="../ink/ink9.xml"/><Relationship Id="rId20" Type="http://schemas.openxmlformats.org/officeDocument/2006/relationships/customXml" Target="../ink/ink11.xml"/><Relationship Id="rId29" Type="http://schemas.openxmlformats.org/officeDocument/2006/relationships/image" Target="../media/image39.png"/><Relationship Id="rId1" Type="http://schemas.openxmlformats.org/officeDocument/2006/relationships/slideLayout" Target="../slideLayouts/slideLayout7.xml"/><Relationship Id="rId6" Type="http://schemas.openxmlformats.org/officeDocument/2006/relationships/customXml" Target="../ink/ink4.xml"/><Relationship Id="rId11" Type="http://schemas.openxmlformats.org/officeDocument/2006/relationships/image" Target="../media/image30.png"/><Relationship Id="rId24" Type="http://schemas.openxmlformats.org/officeDocument/2006/relationships/customXml" Target="../ink/ink13.xml"/><Relationship Id="rId32" Type="http://schemas.openxmlformats.org/officeDocument/2006/relationships/customXml" Target="../ink/ink17.xml"/><Relationship Id="rId5" Type="http://schemas.openxmlformats.org/officeDocument/2006/relationships/image" Target="../media/image27.png"/><Relationship Id="rId15" Type="http://schemas.openxmlformats.org/officeDocument/2006/relationships/image" Target="../media/image32.png"/><Relationship Id="rId23" Type="http://schemas.openxmlformats.org/officeDocument/2006/relationships/image" Target="../media/image36.png"/><Relationship Id="rId28" Type="http://schemas.openxmlformats.org/officeDocument/2006/relationships/customXml" Target="../ink/ink15.xml"/><Relationship Id="rId10" Type="http://schemas.openxmlformats.org/officeDocument/2006/relationships/customXml" Target="../ink/ink6.xml"/><Relationship Id="rId19" Type="http://schemas.openxmlformats.org/officeDocument/2006/relationships/image" Target="../media/image34.png"/><Relationship Id="rId31" Type="http://schemas.openxmlformats.org/officeDocument/2006/relationships/image" Target="../media/image40.png"/><Relationship Id="rId4" Type="http://schemas.openxmlformats.org/officeDocument/2006/relationships/customXml" Target="../ink/ink3.xml"/><Relationship Id="rId9" Type="http://schemas.openxmlformats.org/officeDocument/2006/relationships/image" Target="../media/image29.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38.png"/><Relationship Id="rId30" Type="http://schemas.openxmlformats.org/officeDocument/2006/relationships/customXml" Target="../ink/ink16.xml"/><Relationship Id="rId8" Type="http://schemas.openxmlformats.org/officeDocument/2006/relationships/customXml" Target="../ink/ink5.xml"/></Relationships>
</file>

<file path=ppt/slides/_rels/slide2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7.xml"/><Relationship Id="rId4" Type="http://schemas.openxmlformats.org/officeDocument/2006/relationships/image" Target="../media/image44.png"/></Relationships>
</file>

<file path=ppt/slides/_rels/slide2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7.xml"/><Relationship Id="rId4" Type="http://schemas.openxmlformats.org/officeDocument/2006/relationships/image" Target="../media/image44.png"/></Relationships>
</file>

<file path=ppt/slides/_rels/slide2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2.png"/><Relationship Id="rId1" Type="http://schemas.openxmlformats.org/officeDocument/2006/relationships/slideLayout" Target="../slideLayouts/slideLayout7.xml"/><Relationship Id="rId5" Type="http://schemas.openxmlformats.org/officeDocument/2006/relationships/image" Target="../media/image46.png"/><Relationship Id="rId4" Type="http://schemas.openxmlformats.org/officeDocument/2006/relationships/image" Target="../media/image45.png"/></Relationships>
</file>

<file path=ppt/slides/_rels/slide2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7.xml"/><Relationship Id="rId5" Type="http://schemas.openxmlformats.org/officeDocument/2006/relationships/image" Target="../media/image44.png"/><Relationship Id="rId4" Type="http://schemas.openxmlformats.org/officeDocument/2006/relationships/image" Target="../media/image42.png"/></Relationships>
</file>

<file path=ppt/slides/_rels/slide2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3" Type="http://schemas.openxmlformats.org/officeDocument/2006/relationships/image" Target="../media/image431.png"/><Relationship Id="rId18" Type="http://schemas.openxmlformats.org/officeDocument/2006/relationships/customXml" Target="../ink/ink26.xml"/><Relationship Id="rId26" Type="http://schemas.openxmlformats.org/officeDocument/2006/relationships/customXml" Target="../ink/ink30.xml"/><Relationship Id="rId39" Type="http://schemas.openxmlformats.org/officeDocument/2006/relationships/image" Target="../media/image56.png"/><Relationship Id="rId21" Type="http://schemas.openxmlformats.org/officeDocument/2006/relationships/image" Target="../media/image471.png"/><Relationship Id="rId34" Type="http://schemas.openxmlformats.org/officeDocument/2006/relationships/customXml" Target="../ink/ink34.xml"/><Relationship Id="rId42" Type="http://schemas.openxmlformats.org/officeDocument/2006/relationships/customXml" Target="../ink/ink38.xml"/><Relationship Id="rId47" Type="http://schemas.openxmlformats.org/officeDocument/2006/relationships/image" Target="../media/image60.png"/><Relationship Id="rId50" Type="http://schemas.openxmlformats.org/officeDocument/2006/relationships/customXml" Target="../ink/ink42.xml"/><Relationship Id="rId7" Type="http://schemas.openxmlformats.org/officeDocument/2006/relationships/image" Target="../media/image401.png"/><Relationship Id="rId2" Type="http://schemas.openxmlformats.org/officeDocument/2006/relationships/customXml" Target="../ink/ink18.xml"/><Relationship Id="rId16" Type="http://schemas.openxmlformats.org/officeDocument/2006/relationships/customXml" Target="../ink/ink25.xml"/><Relationship Id="rId29" Type="http://schemas.openxmlformats.org/officeDocument/2006/relationships/image" Target="../media/image513.png"/><Relationship Id="rId11" Type="http://schemas.openxmlformats.org/officeDocument/2006/relationships/image" Target="../media/image421.png"/><Relationship Id="rId24" Type="http://schemas.openxmlformats.org/officeDocument/2006/relationships/customXml" Target="../ink/ink29.xml"/><Relationship Id="rId32" Type="http://schemas.openxmlformats.org/officeDocument/2006/relationships/customXml" Target="../ink/ink33.xml"/><Relationship Id="rId37" Type="http://schemas.openxmlformats.org/officeDocument/2006/relationships/image" Target="../media/image55.png"/><Relationship Id="rId40" Type="http://schemas.openxmlformats.org/officeDocument/2006/relationships/customXml" Target="../ink/ink37.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22.xml"/><Relationship Id="rId19" Type="http://schemas.openxmlformats.org/officeDocument/2006/relationships/image" Target="../media/image461.png"/><Relationship Id="rId31" Type="http://schemas.openxmlformats.org/officeDocument/2006/relationships/image" Target="../media/image521.png"/><Relationship Id="rId44" Type="http://schemas.openxmlformats.org/officeDocument/2006/relationships/customXml" Target="../ink/ink39.xml"/><Relationship Id="rId52" Type="http://schemas.openxmlformats.org/officeDocument/2006/relationships/customXml" Target="../ink/ink43.xml"/><Relationship Id="rId4" Type="http://schemas.openxmlformats.org/officeDocument/2006/relationships/customXml" Target="../ink/ink19.xml"/><Relationship Id="rId9" Type="http://schemas.openxmlformats.org/officeDocument/2006/relationships/image" Target="../media/image413.png"/><Relationship Id="rId14" Type="http://schemas.openxmlformats.org/officeDocument/2006/relationships/customXml" Target="../ink/ink24.xml"/><Relationship Id="rId22" Type="http://schemas.openxmlformats.org/officeDocument/2006/relationships/customXml" Target="../ink/ink28.xml"/><Relationship Id="rId27" Type="http://schemas.openxmlformats.org/officeDocument/2006/relationships/image" Target="../media/image501.png"/><Relationship Id="rId30" Type="http://schemas.openxmlformats.org/officeDocument/2006/relationships/customXml" Target="../ink/ink32.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41.xml"/><Relationship Id="rId8" Type="http://schemas.openxmlformats.org/officeDocument/2006/relationships/customXml" Target="../ink/ink21.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23.xml"/><Relationship Id="rId17" Type="http://schemas.openxmlformats.org/officeDocument/2006/relationships/image" Target="../media/image451.png"/><Relationship Id="rId25" Type="http://schemas.openxmlformats.org/officeDocument/2006/relationships/image" Target="../media/image491.png"/><Relationship Id="rId33" Type="http://schemas.openxmlformats.org/officeDocument/2006/relationships/image" Target="../media/image531.png"/><Relationship Id="rId38" Type="http://schemas.openxmlformats.org/officeDocument/2006/relationships/customXml" Target="../ink/ink36.xml"/><Relationship Id="rId46" Type="http://schemas.openxmlformats.org/officeDocument/2006/relationships/customXml" Target="../ink/ink40.xml"/><Relationship Id="rId20" Type="http://schemas.openxmlformats.org/officeDocument/2006/relationships/customXml" Target="../ink/ink27.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20.xml"/><Relationship Id="rId15" Type="http://schemas.openxmlformats.org/officeDocument/2006/relationships/image" Target="../media/image441.png"/><Relationship Id="rId23" Type="http://schemas.openxmlformats.org/officeDocument/2006/relationships/image" Target="../media/image481.png"/><Relationship Id="rId28" Type="http://schemas.openxmlformats.org/officeDocument/2006/relationships/customXml" Target="../ink/ink31.xml"/><Relationship Id="rId36" Type="http://schemas.openxmlformats.org/officeDocument/2006/relationships/customXml" Target="../ink/ink35.xml"/><Relationship Id="rId49" Type="http://schemas.openxmlformats.org/officeDocument/2006/relationships/image" Target="../media/image61.png"/></Relationships>
</file>

<file path=ppt/slides/_rels/slide39.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52.xml"/><Relationship Id="rId26" Type="http://schemas.openxmlformats.org/officeDocument/2006/relationships/customXml" Target="../ink/ink56.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60.xml"/><Relationship Id="rId42" Type="http://schemas.openxmlformats.org/officeDocument/2006/relationships/customXml" Target="../ink/ink64.xml"/><Relationship Id="rId47" Type="http://schemas.openxmlformats.org/officeDocument/2006/relationships/image" Target="../media/image86.png"/><Relationship Id="rId50" Type="http://schemas.openxmlformats.org/officeDocument/2006/relationships/customXml" Target="../ink/ink68.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44.xml"/><Relationship Id="rId16" Type="http://schemas.openxmlformats.org/officeDocument/2006/relationships/customXml" Target="../ink/ink51.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55.xml"/><Relationship Id="rId32" Type="http://schemas.openxmlformats.org/officeDocument/2006/relationships/customXml" Target="../ink/ink59.xml"/><Relationship Id="rId37" Type="http://schemas.openxmlformats.org/officeDocument/2006/relationships/image" Target="../media/image81.png"/><Relationship Id="rId40" Type="http://schemas.openxmlformats.org/officeDocument/2006/relationships/customXml" Target="../ink/ink63.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45.xml"/><Relationship Id="rId9" Type="http://schemas.openxmlformats.org/officeDocument/2006/relationships/image" Target="../media/image67.png"/><Relationship Id="rId14" Type="http://schemas.openxmlformats.org/officeDocument/2006/relationships/customXml" Target="../ink/ink50.xml"/><Relationship Id="rId22" Type="http://schemas.openxmlformats.org/officeDocument/2006/relationships/customXml" Target="../ink/ink54.xml"/><Relationship Id="rId27" Type="http://schemas.openxmlformats.org/officeDocument/2006/relationships/image" Target="../media/image76.png"/><Relationship Id="rId30" Type="http://schemas.openxmlformats.org/officeDocument/2006/relationships/customXml" Target="../ink/ink58.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67.xml"/><Relationship Id="rId56" Type="http://schemas.openxmlformats.org/officeDocument/2006/relationships/customXml" Target="../ink/ink71.xml"/><Relationship Id="rId8" Type="http://schemas.openxmlformats.org/officeDocument/2006/relationships/customXml" Target="../ink/ink47.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49.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62.xml"/><Relationship Id="rId46" Type="http://schemas.openxmlformats.org/officeDocument/2006/relationships/customXml" Target="../ink/ink66.xml"/><Relationship Id="rId20" Type="http://schemas.openxmlformats.org/officeDocument/2006/relationships/customXml" Target="../ink/ink53.xml"/><Relationship Id="rId41" Type="http://schemas.openxmlformats.org/officeDocument/2006/relationships/image" Target="../media/image83.png"/><Relationship Id="rId54" Type="http://schemas.openxmlformats.org/officeDocument/2006/relationships/customXml" Target="../ink/ink70.xml"/><Relationship Id="rId1" Type="http://schemas.openxmlformats.org/officeDocument/2006/relationships/slideLayout" Target="../slideLayouts/slideLayout7.xml"/><Relationship Id="rId6" Type="http://schemas.openxmlformats.org/officeDocument/2006/relationships/customXml" Target="../ink/ink46.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57.xml"/><Relationship Id="rId36" Type="http://schemas.openxmlformats.org/officeDocument/2006/relationships/customXml" Target="../ink/ink61.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48.xml"/><Relationship Id="rId31" Type="http://schemas.openxmlformats.org/officeDocument/2006/relationships/image" Target="../media/image78.png"/><Relationship Id="rId44" Type="http://schemas.openxmlformats.org/officeDocument/2006/relationships/customXml" Target="../ink/ink65.xml"/><Relationship Id="rId52" Type="http://schemas.openxmlformats.org/officeDocument/2006/relationships/customXml" Target="../ink/ink6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4.jp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92.xml"/><Relationship Id="rId84" Type="http://schemas.openxmlformats.org/officeDocument/2006/relationships/customXml" Target="../ink/ink110.xml"/><Relationship Id="rId138" Type="http://schemas.openxmlformats.org/officeDocument/2006/relationships/customXml" Target="../ink/ink137.xml"/><Relationship Id="rId159" Type="http://schemas.openxmlformats.org/officeDocument/2006/relationships/customXml" Target="../ink/ink147.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87.xml"/><Relationship Id="rId53" Type="http://schemas.openxmlformats.org/officeDocument/2006/relationships/image" Target="../media/image261.png"/><Relationship Id="rId74" Type="http://schemas.openxmlformats.org/officeDocument/2006/relationships/customXml" Target="../ink/ink105.xml"/><Relationship Id="rId128" Type="http://schemas.openxmlformats.org/officeDocument/2006/relationships/customXml" Target="../ink/ink132.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82.xml"/><Relationship Id="rId43" Type="http://schemas.openxmlformats.org/officeDocument/2006/relationships/image" Target="../media/image210.png"/><Relationship Id="rId118" Type="http://schemas.openxmlformats.org/officeDocument/2006/relationships/customXml" Target="../ink/ink127.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43.xml"/><Relationship Id="rId12" Type="http://schemas.openxmlformats.org/officeDocument/2006/relationships/customXml" Target="../ink/ink77.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90.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22.xml"/><Relationship Id="rId124" Type="http://schemas.openxmlformats.org/officeDocument/2006/relationships/customXml" Target="../ink/ink130.xml"/><Relationship Id="rId129" Type="http://schemas.openxmlformats.org/officeDocument/2006/relationships/image" Target="../media/image640.png"/><Relationship Id="rId54" Type="http://schemas.openxmlformats.org/officeDocument/2006/relationships/customXml" Target="../ink/ink98.xml"/><Relationship Id="rId70" Type="http://schemas.openxmlformats.org/officeDocument/2006/relationships/customXml" Target="../ink/ink103.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16.xml"/><Relationship Id="rId140" Type="http://schemas.openxmlformats.org/officeDocument/2006/relationships/customXml" Target="../ink/ink138.xml"/><Relationship Id="rId145" Type="http://schemas.openxmlformats.org/officeDocument/2006/relationships/image" Target="../media/image720.png"/><Relationship Id="rId161" Type="http://schemas.openxmlformats.org/officeDocument/2006/relationships/customXml" Target="../ink/ink148.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74.xml"/><Relationship Id="rId23" Type="http://schemas.openxmlformats.org/officeDocument/2006/relationships/image" Target="../media/image1111.png"/><Relationship Id="rId28" Type="http://schemas.openxmlformats.org/officeDocument/2006/relationships/customXml" Target="../ink/ink85.xml"/><Relationship Id="rId49" Type="http://schemas.openxmlformats.org/officeDocument/2006/relationships/image" Target="../media/image241.png"/><Relationship Id="rId114" Type="http://schemas.openxmlformats.org/officeDocument/2006/relationships/customXml" Target="../ink/ink125.xml"/><Relationship Id="rId119" Type="http://schemas.openxmlformats.org/officeDocument/2006/relationships/image" Target="../media/image590.png"/><Relationship Id="rId44" Type="http://schemas.openxmlformats.org/officeDocument/2006/relationships/customXml" Target="../ink/ink93.xml"/><Relationship Id="rId60" Type="http://schemas.openxmlformats.org/officeDocument/2006/relationships/customXml" Target="../ink/ink101.xml"/><Relationship Id="rId81" Type="http://schemas.openxmlformats.org/officeDocument/2006/relationships/image" Target="../media/image400.png"/><Relationship Id="rId86" Type="http://schemas.openxmlformats.org/officeDocument/2006/relationships/customXml" Target="../ink/ink111.xml"/><Relationship Id="rId130" Type="http://schemas.openxmlformats.org/officeDocument/2006/relationships/customXml" Target="../ink/ink133.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46.xml"/><Relationship Id="rId13" Type="http://schemas.openxmlformats.org/officeDocument/2006/relationships/image" Target="../media/image611.png"/><Relationship Id="rId18" Type="http://schemas.openxmlformats.org/officeDocument/2006/relationships/customXml" Target="../ink/ink80.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88.xml"/><Relationship Id="rId50" Type="http://schemas.openxmlformats.org/officeDocument/2006/relationships/customXml" Target="../ink/ink96.xml"/><Relationship Id="rId55" Type="http://schemas.openxmlformats.org/officeDocument/2006/relationships/image" Target="../media/image270.png"/><Relationship Id="rId76" Type="http://schemas.openxmlformats.org/officeDocument/2006/relationships/customXml" Target="../ink/ink106.xml"/><Relationship Id="rId97" Type="http://schemas.openxmlformats.org/officeDocument/2006/relationships/image" Target="../media/image480.png"/><Relationship Id="rId104" Type="http://schemas.openxmlformats.org/officeDocument/2006/relationships/customXml" Target="../ink/ink120.xml"/><Relationship Id="rId120" Type="http://schemas.openxmlformats.org/officeDocument/2006/relationships/customXml" Target="../ink/ink128.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41.xml"/><Relationship Id="rId167" Type="http://schemas.openxmlformats.org/officeDocument/2006/relationships/customXml" Target="../ink/ink151.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114.xml"/><Relationship Id="rId162" Type="http://schemas.openxmlformats.org/officeDocument/2006/relationships/image" Target="../media/image330.png"/><Relationship Id="rId2" Type="http://schemas.openxmlformats.org/officeDocument/2006/relationships/customXml" Target="../ink/ink72.xml"/><Relationship Id="rId29" Type="http://schemas.openxmlformats.org/officeDocument/2006/relationships/image" Target="../media/image140.png"/><Relationship Id="rId24" Type="http://schemas.openxmlformats.org/officeDocument/2006/relationships/customXml" Target="../ink/ink83.xml"/><Relationship Id="rId40" Type="http://schemas.openxmlformats.org/officeDocument/2006/relationships/customXml" Target="../ink/ink91.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23.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36.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109.xml"/><Relationship Id="rId152" Type="http://schemas.openxmlformats.org/officeDocument/2006/relationships/customXml" Target="../ink/ink144.xml"/><Relationship Id="rId19" Type="http://schemas.openxmlformats.org/officeDocument/2006/relationships/image" Target="../media/image911.png"/><Relationship Id="rId14" Type="http://schemas.openxmlformats.org/officeDocument/2006/relationships/customXml" Target="../ink/ink78.xml"/><Relationship Id="rId30" Type="http://schemas.openxmlformats.org/officeDocument/2006/relationships/customXml" Target="../ink/ink86.xml"/><Relationship Id="rId35" Type="http://schemas.openxmlformats.org/officeDocument/2006/relationships/image" Target="../media/image170.png"/><Relationship Id="rId56" Type="http://schemas.openxmlformats.org/officeDocument/2006/relationships/customXml" Target="../ink/ink99.xml"/><Relationship Id="rId77" Type="http://schemas.openxmlformats.org/officeDocument/2006/relationships/image" Target="../media/image380.png"/><Relationship Id="rId100" Type="http://schemas.openxmlformats.org/officeDocument/2006/relationships/customXml" Target="../ink/ink118.xml"/><Relationship Id="rId105" Type="http://schemas.openxmlformats.org/officeDocument/2006/relationships/image" Target="../media/image520.png"/><Relationship Id="rId126" Type="http://schemas.openxmlformats.org/officeDocument/2006/relationships/customXml" Target="../ink/ink131.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75.xml"/><Relationship Id="rId51" Type="http://schemas.openxmlformats.org/officeDocument/2006/relationships/image" Target="../media/image251.png"/><Relationship Id="rId72" Type="http://schemas.openxmlformats.org/officeDocument/2006/relationships/customXml" Target="../ink/ink104.xml"/><Relationship Id="rId93" Type="http://schemas.openxmlformats.org/officeDocument/2006/relationships/image" Target="../media/image460.png"/><Relationship Id="rId98" Type="http://schemas.openxmlformats.org/officeDocument/2006/relationships/customXml" Target="../ink/ink117.xml"/><Relationship Id="rId121" Type="http://schemas.openxmlformats.org/officeDocument/2006/relationships/image" Target="../media/image600.png"/><Relationship Id="rId142" Type="http://schemas.openxmlformats.org/officeDocument/2006/relationships/customXml" Target="../ink/ink139.xml"/><Relationship Id="rId163" Type="http://schemas.openxmlformats.org/officeDocument/2006/relationships/customXml" Target="../ink/ink149.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94.xml"/><Relationship Id="rId116" Type="http://schemas.openxmlformats.org/officeDocument/2006/relationships/customXml" Target="../ink/ink126.xml"/><Relationship Id="rId137" Type="http://schemas.openxmlformats.org/officeDocument/2006/relationships/image" Target="../media/image680.png"/><Relationship Id="rId158" Type="http://schemas.openxmlformats.org/officeDocument/2006/relationships/image" Target="../media/image94.png"/><Relationship Id="rId20" Type="http://schemas.openxmlformats.org/officeDocument/2006/relationships/customXml" Target="../ink/ink81.xml"/><Relationship Id="rId41" Type="http://schemas.openxmlformats.org/officeDocument/2006/relationships/image" Target="../media/image200.png"/><Relationship Id="rId62" Type="http://schemas.openxmlformats.org/officeDocument/2006/relationships/customXml" Target="../ink/ink102.xml"/><Relationship Id="rId83" Type="http://schemas.openxmlformats.org/officeDocument/2006/relationships/image" Target="../media/image412.png"/><Relationship Id="rId88" Type="http://schemas.openxmlformats.org/officeDocument/2006/relationships/customXml" Target="../ink/ink112.xml"/><Relationship Id="rId111" Type="http://schemas.openxmlformats.org/officeDocument/2006/relationships/image" Target="../media/image550.png"/><Relationship Id="rId132" Type="http://schemas.openxmlformats.org/officeDocument/2006/relationships/customXml" Target="../ink/ink134.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89.xml"/><Relationship Id="rId57" Type="http://schemas.openxmlformats.org/officeDocument/2006/relationships/image" Target="../media/image280.png"/><Relationship Id="rId106" Type="http://schemas.openxmlformats.org/officeDocument/2006/relationships/customXml" Target="../ink/ink121.xml"/><Relationship Id="rId127" Type="http://schemas.openxmlformats.org/officeDocument/2006/relationships/image" Target="../media/image630.png"/><Relationship Id="rId10" Type="http://schemas.openxmlformats.org/officeDocument/2006/relationships/customXml" Target="../ink/ink76.xml"/><Relationship Id="rId31" Type="http://schemas.openxmlformats.org/officeDocument/2006/relationships/image" Target="../media/image150.png"/><Relationship Id="rId52" Type="http://schemas.openxmlformats.org/officeDocument/2006/relationships/customXml" Target="../ink/ink97.xml"/><Relationship Id="rId73" Type="http://schemas.openxmlformats.org/officeDocument/2006/relationships/image" Target="../media/image360.png"/><Relationship Id="rId78" Type="http://schemas.openxmlformats.org/officeDocument/2006/relationships/customXml" Target="../ink/ink107.xml"/><Relationship Id="rId94" Type="http://schemas.openxmlformats.org/officeDocument/2006/relationships/customXml" Target="../ink/ink115.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29.xml"/><Relationship Id="rId143" Type="http://schemas.openxmlformats.org/officeDocument/2006/relationships/image" Target="../media/image712.png"/><Relationship Id="rId148" Type="http://schemas.openxmlformats.org/officeDocument/2006/relationships/customXml" Target="../ink/ink142.xml"/><Relationship Id="rId164" Type="http://schemas.openxmlformats.org/officeDocument/2006/relationships/image" Target="../media/image790.png"/><Relationship Id="rId4" Type="http://schemas.openxmlformats.org/officeDocument/2006/relationships/customXml" Target="../ink/ink73.xml"/><Relationship Id="rId9" Type="http://schemas.openxmlformats.org/officeDocument/2006/relationships/image" Target="../media/image411.png"/><Relationship Id="rId26" Type="http://schemas.openxmlformats.org/officeDocument/2006/relationships/customXml" Target="../ink/ink84.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24.xml"/><Relationship Id="rId133" Type="http://schemas.openxmlformats.org/officeDocument/2006/relationships/image" Target="../media/image660.png"/><Relationship Id="rId154" Type="http://schemas.openxmlformats.org/officeDocument/2006/relationships/customXml" Target="../ink/ink145.xml"/><Relationship Id="rId16" Type="http://schemas.openxmlformats.org/officeDocument/2006/relationships/customXml" Target="../ink/ink79.xml"/><Relationship Id="rId37" Type="http://schemas.openxmlformats.org/officeDocument/2006/relationships/image" Target="../media/image180.png"/><Relationship Id="rId58" Type="http://schemas.openxmlformats.org/officeDocument/2006/relationships/customXml" Target="../ink/ink100.xml"/><Relationship Id="rId79" Type="http://schemas.openxmlformats.org/officeDocument/2006/relationships/image" Target="../media/image390.png"/><Relationship Id="rId102" Type="http://schemas.openxmlformats.org/officeDocument/2006/relationships/customXml" Target="../ink/ink119.xml"/><Relationship Id="rId123" Type="http://schemas.openxmlformats.org/officeDocument/2006/relationships/image" Target="../media/image612.png"/><Relationship Id="rId144" Type="http://schemas.openxmlformats.org/officeDocument/2006/relationships/customXml" Target="../ink/ink140.xml"/><Relationship Id="rId90" Type="http://schemas.openxmlformats.org/officeDocument/2006/relationships/customXml" Target="../ink/ink113.xml"/><Relationship Id="rId165" Type="http://schemas.openxmlformats.org/officeDocument/2006/relationships/customXml" Target="../ink/ink150.xml"/><Relationship Id="rId27" Type="http://schemas.openxmlformats.org/officeDocument/2006/relationships/image" Target="../media/image134.png"/><Relationship Id="rId48" Type="http://schemas.openxmlformats.org/officeDocument/2006/relationships/customXml" Target="../ink/ink95.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35.xml"/><Relationship Id="rId80" Type="http://schemas.openxmlformats.org/officeDocument/2006/relationships/customXml" Target="../ink/ink108.xml"/><Relationship Id="rId155" Type="http://schemas.openxmlformats.org/officeDocument/2006/relationships/image" Target="../media/image770.png"/></Relationships>
</file>

<file path=ppt/slides/_rels/slide44.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60.xml"/><Relationship Id="rId26" Type="http://schemas.openxmlformats.org/officeDocument/2006/relationships/customXml" Target="../ink/ink164.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68.xml"/><Relationship Id="rId42" Type="http://schemas.openxmlformats.org/officeDocument/2006/relationships/customXml" Target="../ink/ink172.xml"/><Relationship Id="rId47" Type="http://schemas.openxmlformats.org/officeDocument/2006/relationships/image" Target="../media/image230.png"/><Relationship Id="rId50" Type="http://schemas.openxmlformats.org/officeDocument/2006/relationships/customXml" Target="../ink/ink176.xml"/><Relationship Id="rId7" Type="http://schemas.openxmlformats.org/officeDocument/2006/relationships/image" Target="../media/image310.png"/><Relationship Id="rId2" Type="http://schemas.openxmlformats.org/officeDocument/2006/relationships/customXml" Target="../ink/ink152.xml"/><Relationship Id="rId16" Type="http://schemas.openxmlformats.org/officeDocument/2006/relationships/customXml" Target="../ink/ink159.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63.xml"/><Relationship Id="rId32" Type="http://schemas.openxmlformats.org/officeDocument/2006/relationships/customXml" Target="../ink/ink167.xml"/><Relationship Id="rId37" Type="http://schemas.openxmlformats.org/officeDocument/2006/relationships/image" Target="../media/image181.png"/><Relationship Id="rId40" Type="http://schemas.openxmlformats.org/officeDocument/2006/relationships/customXml" Target="../ink/ink171.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56.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73.xml"/><Relationship Id="rId52" Type="http://schemas.openxmlformats.org/officeDocument/2006/relationships/customXml" Target="../ink/ink177.xml"/><Relationship Id="rId4" Type="http://schemas.openxmlformats.org/officeDocument/2006/relationships/customXml" Target="../ink/ink153.xml"/><Relationship Id="rId9" Type="http://schemas.openxmlformats.org/officeDocument/2006/relationships/image" Target="../media/image410.png"/><Relationship Id="rId14" Type="http://schemas.openxmlformats.org/officeDocument/2006/relationships/customXml" Target="../ink/ink158.xml"/><Relationship Id="rId22" Type="http://schemas.openxmlformats.org/officeDocument/2006/relationships/customXml" Target="../ink/ink162.xml"/><Relationship Id="rId27" Type="http://schemas.openxmlformats.org/officeDocument/2006/relationships/image" Target="../media/image131.png"/><Relationship Id="rId30" Type="http://schemas.openxmlformats.org/officeDocument/2006/relationships/customXml" Target="../ink/ink166.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75.xml"/><Relationship Id="rId8" Type="http://schemas.openxmlformats.org/officeDocument/2006/relationships/customXml" Target="../ink/ink155.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57.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70.xml"/><Relationship Id="rId46" Type="http://schemas.openxmlformats.org/officeDocument/2006/relationships/customXml" Target="../ink/ink174.xml"/><Relationship Id="rId20" Type="http://schemas.openxmlformats.org/officeDocument/2006/relationships/customXml" Target="../ink/ink161.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54.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65.xml"/><Relationship Id="rId36" Type="http://schemas.openxmlformats.org/officeDocument/2006/relationships/customXml" Target="../ink/ink169.xml"/><Relationship Id="rId49" Type="http://schemas.openxmlformats.org/officeDocument/2006/relationships/image" Target="../media/image240.png"/></Relationships>
</file>

<file path=ppt/slides/_rels/slide45.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7.xml"/><Relationship Id="rId6" Type="http://schemas.openxmlformats.org/officeDocument/2006/relationships/image" Target="../media/image98.png"/><Relationship Id="rId5" Type="http://schemas.openxmlformats.org/officeDocument/2006/relationships/image" Target="../media/image97.jpeg"/><Relationship Id="rId4" Type="http://schemas.openxmlformats.org/officeDocument/2006/relationships/image" Target="../media/image17.png"/></Relationships>
</file>

<file path=ppt/slides/_rels/slide46.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7.xml"/><Relationship Id="rId5" Type="http://schemas.openxmlformats.org/officeDocument/2006/relationships/image" Target="../media/image103.png"/><Relationship Id="rId4" Type="http://schemas.openxmlformats.org/officeDocument/2006/relationships/image" Target="../media/image101.png"/></Relationships>
</file>

<file path=ppt/slides/_rels/slide49.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4" Type="http://schemas.openxmlformats.org/officeDocument/2006/relationships/image" Target="../media/image110.png"/></Relationships>
</file>

<file path=ppt/slides/_rels/slide54.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83.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78.xml"/><Relationship Id="rId21" Type="http://schemas.openxmlformats.org/officeDocument/2006/relationships/customXml" Target="../ink/ink187.xml"/><Relationship Id="rId7" Type="http://schemas.openxmlformats.org/officeDocument/2006/relationships/customXml" Target="../ink/ink180.xml"/><Relationship Id="rId12" Type="http://schemas.openxmlformats.org/officeDocument/2006/relationships/image" Target="../media/image910.png"/><Relationship Id="rId17" Type="http://schemas.openxmlformats.org/officeDocument/2006/relationships/customXml" Target="../ink/ink185.xml"/><Relationship Id="rId25" Type="http://schemas.openxmlformats.org/officeDocument/2006/relationships/customXml" Target="../ink/ink189.xml"/><Relationship Id="rId2" Type="http://schemas.openxmlformats.org/officeDocument/2006/relationships/image" Target="../media/image95.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82.xml"/><Relationship Id="rId24" Type="http://schemas.openxmlformats.org/officeDocument/2006/relationships/image" Target="../media/image980.png"/><Relationship Id="rId5" Type="http://schemas.openxmlformats.org/officeDocument/2006/relationships/customXml" Target="../ink/ink179.xml"/><Relationship Id="rId15" Type="http://schemas.openxmlformats.org/officeDocument/2006/relationships/customXml" Target="../ink/ink184.xml"/><Relationship Id="rId23" Type="http://schemas.openxmlformats.org/officeDocument/2006/relationships/customXml" Target="../ink/ink188.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86.xml"/><Relationship Id="rId4" Type="http://schemas.openxmlformats.org/officeDocument/2006/relationships/image" Target="../media/image870.png"/><Relationship Id="rId9" Type="http://schemas.openxmlformats.org/officeDocument/2006/relationships/customXml" Target="../ink/ink181.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9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14.tiff"/><Relationship Id="rId7" Type="http://schemas.openxmlformats.org/officeDocument/2006/relationships/image" Target="../media/image118.tiff"/><Relationship Id="rId2" Type="http://schemas.openxmlformats.org/officeDocument/2006/relationships/image" Target="../media/image113.tiff"/><Relationship Id="rId1" Type="http://schemas.openxmlformats.org/officeDocument/2006/relationships/slideLayout" Target="../slideLayouts/slideLayout7.xml"/><Relationship Id="rId6" Type="http://schemas.openxmlformats.org/officeDocument/2006/relationships/image" Target="../media/image117.tiff"/><Relationship Id="rId5" Type="http://schemas.openxmlformats.org/officeDocument/2006/relationships/image" Target="../media/image116.tiff"/><Relationship Id="rId4" Type="http://schemas.openxmlformats.org/officeDocument/2006/relationships/image" Target="../media/image115.tiff"/></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png"/><Relationship Id="rId1" Type="http://schemas.openxmlformats.org/officeDocument/2006/relationships/slideLayout" Target="../slideLayouts/slideLayout7.xml"/><Relationship Id="rId6" Type="http://schemas.openxmlformats.org/officeDocument/2006/relationships/image" Target="../media/image125.png"/><Relationship Id="rId5" Type="http://schemas.openxmlformats.org/officeDocument/2006/relationships/image" Target="../media/image122.png"/><Relationship Id="rId4" Type="http://schemas.openxmlformats.org/officeDocument/2006/relationships/image" Target="../media/image121.png"/></Relationships>
</file>

<file path=ppt/slides/_rels/slide62.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image" Target="../media/image126.png"/><Relationship Id="rId1" Type="http://schemas.openxmlformats.org/officeDocument/2006/relationships/slideLayout" Target="../slideLayouts/slideLayout7.xml"/><Relationship Id="rId4" Type="http://schemas.openxmlformats.org/officeDocument/2006/relationships/image" Target="../media/image129.png"/></Relationships>
</file>

<file path=ppt/slides/_rels/slide63.xml.rels><?xml version="1.0" encoding="UTF-8" standalone="yes"?>
<Relationships xmlns="http://schemas.openxmlformats.org/package/2006/relationships"><Relationship Id="rId8" Type="http://schemas.openxmlformats.org/officeDocument/2006/relationships/image" Target="../media/image138.png"/><Relationship Id="rId3" Type="http://schemas.openxmlformats.org/officeDocument/2006/relationships/image" Target="../media/image132.png"/><Relationship Id="rId7" Type="http://schemas.openxmlformats.org/officeDocument/2006/relationships/image" Target="../media/image137.png"/><Relationship Id="rId2" Type="http://schemas.openxmlformats.org/officeDocument/2006/relationships/image" Target="../media/image130.png"/><Relationship Id="rId1" Type="http://schemas.openxmlformats.org/officeDocument/2006/relationships/slideLayout" Target="../slideLayouts/slideLayout7.xml"/><Relationship Id="rId6" Type="http://schemas.openxmlformats.org/officeDocument/2006/relationships/image" Target="../media/image136.png"/><Relationship Id="rId5" Type="http://schemas.openxmlformats.org/officeDocument/2006/relationships/image" Target="../media/image135.png"/><Relationship Id="rId4" Type="http://schemas.openxmlformats.org/officeDocument/2006/relationships/image" Target="../media/image13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2.png"/><Relationship Id="rId1" Type="http://schemas.openxmlformats.org/officeDocument/2006/relationships/slideLayout" Target="../slideLayouts/slideLayout7.xml"/><Relationship Id="rId4" Type="http://schemas.openxmlformats.org/officeDocument/2006/relationships/image" Target="../media/image142.png"/></Relationships>
</file>

<file path=ppt/slides/_rels/slide6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5" Type="http://schemas.openxmlformats.org/officeDocument/2006/relationships/image" Target="../media/image147.png"/><Relationship Id="rId4" Type="http://schemas.openxmlformats.org/officeDocument/2006/relationships/image" Target="../media/image14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2C91B-830F-E4FC-80D8-C4C0B37FAA36}"/>
              </a:ext>
            </a:extLst>
          </p:cNvPr>
          <p:cNvSpPr txBox="1"/>
          <p:nvPr/>
        </p:nvSpPr>
        <p:spPr>
          <a:xfrm>
            <a:off x="1452880" y="640080"/>
            <a:ext cx="6990080" cy="646331"/>
          </a:xfrm>
          <a:prstGeom prst="rect">
            <a:avLst/>
          </a:prstGeom>
          <a:noFill/>
        </p:spPr>
        <p:txBody>
          <a:bodyPr wrap="square" rtlCol="0">
            <a:spAutoFit/>
          </a:bodyPr>
          <a:lstStyle/>
          <a:p>
            <a:r>
              <a:rPr lang="en-US" dirty="0"/>
              <a:t>Monitoring table</a:t>
            </a:r>
          </a:p>
          <a:p>
            <a:endParaRPr lang="en-US" dirty="0"/>
          </a:p>
        </p:txBody>
      </p:sp>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Freeform: Shape 50">
            <a:extLst>
              <a:ext uri="{FF2B5EF4-FFF2-40B4-BE49-F238E27FC236}">
                <a16:creationId xmlns:a16="http://schemas.microsoft.com/office/drawing/2014/main" id="{F676C0DB-C202-23B4-2B43-EC134E02B1B9}"/>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2FD90F0-5669-F9F1-3855-97B9A28A91D2}"/>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85574A68-DD5B-DE77-7EC1-58F74E71E9D9}"/>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8E90EB6A-4380-6801-67F2-1B3007487914}"/>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04349307-160E-4855-7AC4-420FC580DD99}"/>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5F12D468-650B-9C62-B96E-CF05D21F9C2B}"/>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EA3DAA84-2857-6AEB-189A-1FE922530C4F}"/>
              </a:ext>
            </a:extLst>
          </p:cNvPr>
          <p:cNvSpPr txBox="1"/>
          <p:nvPr/>
        </p:nvSpPr>
        <p:spPr>
          <a:xfrm>
            <a:off x="6383591" y="3446074"/>
            <a:ext cx="883850" cy="6463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(2003: 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1312753" y="281771"/>
            <a:ext cx="7278986" cy="769441"/>
          </a:xfrm>
          <a:prstGeom prst="rect">
            <a:avLst/>
          </a:prstGeom>
          <a:noFill/>
        </p:spPr>
        <p:txBody>
          <a:bodyPr wrap="square" rtlCol="0">
            <a:spAutoFit/>
          </a:bodyPr>
          <a:lstStyle/>
          <a:p>
            <a:r>
              <a:rPr lang="en-US" sz="2400" dirty="0"/>
              <a:t>Plantings</a:t>
            </a:r>
          </a:p>
          <a:p>
            <a:r>
              <a:rPr lang="en-US" sz="2000" dirty="0">
                <a:solidFill>
                  <a:srgbClr val="C00000"/>
                </a:solidFill>
              </a:rPr>
              <a:t>Automated construction of unique </a:t>
            </a:r>
            <a:r>
              <a:rPr lang="en-US" sz="2000" dirty="0" err="1">
                <a:solidFill>
                  <a:srgbClr val="C00000"/>
                </a:solidFill>
              </a:rPr>
              <a:t>plantingID</a:t>
            </a:r>
            <a:endParaRPr lang="en-US" sz="2000" dirty="0">
              <a:solidFill>
                <a:srgbClr val="C00000"/>
              </a:solidFill>
            </a:endParaRPr>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203066" y="4525402"/>
            <a:ext cx="7584543" cy="2083570"/>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6032244" y="4248403"/>
            <a:ext cx="3926186" cy="276999"/>
          </a:xfrm>
          <a:prstGeom prst="rect">
            <a:avLst/>
          </a:prstGeom>
          <a:noFill/>
        </p:spPr>
        <p:txBody>
          <a:bodyPr wrap="square" rtlCol="0">
            <a:spAutoFit/>
          </a:bodyPr>
          <a:lstStyle/>
          <a:p>
            <a:pPr algn="ctr"/>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FD3B72E-A0CF-C12E-CCB3-DDE47599EC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2859" y="-32570"/>
            <a:ext cx="6673204" cy="6858000"/>
          </a:xfrm>
          <a:prstGeom prst="rect">
            <a:avLst/>
          </a:prstGeom>
        </p:spPr>
      </p:pic>
      <p:grpSp>
        <p:nvGrpSpPr>
          <p:cNvPr id="5" name="Group 4">
            <a:extLst>
              <a:ext uri="{FF2B5EF4-FFF2-40B4-BE49-F238E27FC236}">
                <a16:creationId xmlns:a16="http://schemas.microsoft.com/office/drawing/2014/main" id="{56E16673-F28C-0B69-1AF6-6F353353535B}"/>
              </a:ext>
            </a:extLst>
          </p:cNvPr>
          <p:cNvGrpSpPr/>
          <p:nvPr/>
        </p:nvGrpSpPr>
        <p:grpSpPr>
          <a:xfrm>
            <a:off x="2646650" y="2574828"/>
            <a:ext cx="851243" cy="862614"/>
            <a:chOff x="956986" y="763233"/>
            <a:chExt cx="622998" cy="603780"/>
          </a:xfrm>
        </p:grpSpPr>
        <p:pic>
          <p:nvPicPr>
            <p:cNvPr id="6" name="Picture 5" descr="Enhance your Excel spreadsheets with tables, images and ...">
              <a:extLst>
                <a:ext uri="{FF2B5EF4-FFF2-40B4-BE49-F238E27FC236}">
                  <a16:creationId xmlns:a16="http://schemas.microsoft.com/office/drawing/2014/main" id="{020ABBAB-61DF-B4F2-5F89-CE4002624B63}"/>
                </a:ext>
              </a:extLst>
            </p:cNvPr>
            <p:cNvPicPr>
              <a:picLocks noChangeAspect="1"/>
            </p:cNvPicPr>
            <p:nvPr/>
          </p:nvPicPr>
          <p:blipFill>
            <a:blip r:embed="rId3"/>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657ABFCD-4CDB-0CEC-2CEC-8D3A1954888A}"/>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8" name="Left Bracket 7">
            <a:extLst>
              <a:ext uri="{FF2B5EF4-FFF2-40B4-BE49-F238E27FC236}">
                <a16:creationId xmlns:a16="http://schemas.microsoft.com/office/drawing/2014/main" id="{CD94B28A-B451-90B8-4E52-48DEA3B784D6}"/>
              </a:ext>
            </a:extLst>
          </p:cNvPr>
          <p:cNvSpPr/>
          <p:nvPr/>
        </p:nvSpPr>
        <p:spPr>
          <a:xfrm>
            <a:off x="4430716" y="246707"/>
            <a:ext cx="108642" cy="636458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AF042EAC-9DAB-B183-96F5-A5C07330F904}"/>
              </a:ext>
            </a:extLst>
          </p:cNvPr>
          <p:cNvSpPr txBox="1"/>
          <p:nvPr/>
        </p:nvSpPr>
        <p:spPr>
          <a:xfrm>
            <a:off x="6797243" y="6180385"/>
            <a:ext cx="959667" cy="276999"/>
          </a:xfrm>
          <a:prstGeom prst="rect">
            <a:avLst/>
          </a:prstGeom>
          <a:noFill/>
        </p:spPr>
        <p:txBody>
          <a:bodyPr wrap="square" rtlCol="0">
            <a:spAutoFit/>
          </a:bodyPr>
          <a:lstStyle/>
          <a:p>
            <a:r>
              <a:rPr lang="en-US" sz="1200" dirty="0">
                <a:solidFill>
                  <a:srgbClr val="C00000"/>
                </a:solidFill>
              </a:rPr>
              <a:t>[299, 38]</a:t>
            </a:r>
          </a:p>
        </p:txBody>
      </p:sp>
      <p:sp>
        <p:nvSpPr>
          <p:cNvPr id="9" name="TextBox 8">
            <a:extLst>
              <a:ext uri="{FF2B5EF4-FFF2-40B4-BE49-F238E27FC236}">
                <a16:creationId xmlns:a16="http://schemas.microsoft.com/office/drawing/2014/main" id="{F113ED1F-CFE4-8C96-6CD0-C1D19C63C844}"/>
              </a:ext>
            </a:extLst>
          </p:cNvPr>
          <p:cNvSpPr txBox="1"/>
          <p:nvPr/>
        </p:nvSpPr>
        <p:spPr>
          <a:xfrm>
            <a:off x="7731659" y="2113870"/>
            <a:ext cx="712207" cy="276999"/>
          </a:xfrm>
          <a:prstGeom prst="rect">
            <a:avLst/>
          </a:prstGeom>
          <a:noFill/>
        </p:spPr>
        <p:txBody>
          <a:bodyPr wrap="square" rtlCol="0">
            <a:spAutoFit/>
          </a:bodyPr>
          <a:lstStyle/>
          <a:p>
            <a:r>
              <a:rPr lang="en-US" sz="1200" dirty="0">
                <a:solidFill>
                  <a:srgbClr val="C00000"/>
                </a:solidFill>
              </a:rPr>
              <a:t>[24, 10]</a:t>
            </a:r>
          </a:p>
        </p:txBody>
      </p:sp>
      <p:sp>
        <p:nvSpPr>
          <p:cNvPr id="11" name="TextBox 10">
            <a:extLst>
              <a:ext uri="{FF2B5EF4-FFF2-40B4-BE49-F238E27FC236}">
                <a16:creationId xmlns:a16="http://schemas.microsoft.com/office/drawing/2014/main" id="{1692025A-5A58-DC79-FAC3-4CB203A3A602}"/>
              </a:ext>
            </a:extLst>
          </p:cNvPr>
          <p:cNvSpPr txBox="1"/>
          <p:nvPr/>
        </p:nvSpPr>
        <p:spPr>
          <a:xfrm>
            <a:off x="9776234" y="3437442"/>
            <a:ext cx="879695" cy="276999"/>
          </a:xfrm>
          <a:prstGeom prst="rect">
            <a:avLst/>
          </a:prstGeom>
          <a:noFill/>
        </p:spPr>
        <p:txBody>
          <a:bodyPr wrap="square" rtlCol="0">
            <a:spAutoFit/>
          </a:bodyPr>
          <a:lstStyle/>
          <a:p>
            <a:r>
              <a:rPr lang="en-US" sz="1200" dirty="0">
                <a:solidFill>
                  <a:srgbClr val="C00000"/>
                </a:solidFill>
              </a:rPr>
              <a:t>[629, 18]</a:t>
            </a:r>
          </a:p>
        </p:txBody>
      </p:sp>
    </p:spTree>
    <p:extLst>
      <p:ext uri="{BB962C8B-B14F-4D97-AF65-F5344CB8AC3E}">
        <p14:creationId xmlns:p14="http://schemas.microsoft.com/office/powerpoint/2010/main" val="838302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A52C0AB-D9FA-E600-6424-10C96A8681C1}"/>
              </a:ext>
            </a:extLst>
          </p:cNvPr>
          <p:cNvSpPr txBox="1"/>
          <p:nvPr/>
        </p:nvSpPr>
        <p:spPr>
          <a:xfrm>
            <a:off x="86107" y="742384"/>
            <a:ext cx="1647729" cy="1354217"/>
          </a:xfrm>
          <a:prstGeom prst="rect">
            <a:avLst/>
          </a:prstGeom>
          <a:noFill/>
        </p:spPr>
        <p:txBody>
          <a:bodyPr wrap="square" rtlCol="0">
            <a:spAutoFit/>
          </a:bodyPr>
          <a:lstStyle/>
          <a:p>
            <a:r>
              <a:rPr lang="en-US" dirty="0"/>
              <a:t>Relational</a:t>
            </a:r>
          </a:p>
          <a:p>
            <a:r>
              <a:rPr lang="en-US" dirty="0"/>
              <a:t>Database</a:t>
            </a:r>
          </a:p>
          <a:p>
            <a:endParaRPr lang="en-US" dirty="0"/>
          </a:p>
          <a:p>
            <a:r>
              <a:rPr lang="en-US" sz="1400" dirty="0">
                <a:solidFill>
                  <a:schemeClr val="tx1">
                    <a:lumMod val="50000"/>
                    <a:lumOff val="50000"/>
                  </a:schemeClr>
                </a:solidFill>
              </a:rPr>
              <a:t>Entity-relationship (ER) Diagram</a:t>
            </a:r>
          </a:p>
        </p:txBody>
      </p:sp>
      <p:pic>
        <p:nvPicPr>
          <p:cNvPr id="3" name="Picture 2">
            <a:extLst>
              <a:ext uri="{FF2B5EF4-FFF2-40B4-BE49-F238E27FC236}">
                <a16:creationId xmlns:a16="http://schemas.microsoft.com/office/drawing/2014/main" id="{25AC8D09-9800-E593-F48B-25EC7FF335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19943" y="0"/>
            <a:ext cx="10372057"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770908" y="687338"/>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560235" cy="553998"/>
          </a:xfrm>
          <a:prstGeom prst="rect">
            <a:avLst/>
          </a:prstGeom>
          <a:noFill/>
        </p:spPr>
        <p:txBody>
          <a:bodyPr wrap="square" rtlCol="0">
            <a:spAutoFit/>
          </a:bodyPr>
          <a:lstStyle/>
          <a:p>
            <a:pPr algn="ctr"/>
            <a:r>
              <a:rPr lang="en-US" dirty="0"/>
              <a:t>Planting Relationships</a:t>
            </a:r>
          </a:p>
          <a:p>
            <a:pPr algn="ctr"/>
            <a:r>
              <a:rPr lang="en-US" sz="1200" dirty="0">
                <a:solidFill>
                  <a:schemeClr val="tx1">
                    <a:lumMod val="50000"/>
                    <a:lumOff val="50000"/>
                  </a:schemeClr>
                </a:solidFill>
              </a:rPr>
              <a:t>Not captured in attributes / counts not determined</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203389" y="160168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CFD1A11-0FCB-C803-1291-AABF588568A5}"/>
              </a:ext>
            </a:extLst>
          </p:cNvPr>
          <p:cNvSpPr/>
          <p:nvPr/>
        </p:nvSpPr>
        <p:spPr>
          <a:xfrm>
            <a:off x="419187" y="595471"/>
            <a:ext cx="199176" cy="5486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BD75B74-85F0-03F8-95F7-B3850948CF27}"/>
              </a:ext>
            </a:extLst>
          </p:cNvPr>
          <p:cNvSpPr txBox="1"/>
          <p:nvPr/>
        </p:nvSpPr>
        <p:spPr>
          <a:xfrm>
            <a:off x="683501" y="1541077"/>
            <a:ext cx="942704" cy="369332"/>
          </a:xfrm>
          <a:prstGeom prst="rect">
            <a:avLst/>
          </a:prstGeom>
          <a:noFill/>
          <a:ln>
            <a:noFill/>
          </a:ln>
        </p:spPr>
        <p:txBody>
          <a:bodyPr wrap="square" lIns="0" rtlCol="0">
            <a:spAutoFit/>
          </a:bodyPr>
          <a:lstStyle/>
          <a:p>
            <a:r>
              <a:rPr lang="en-US" sz="800" dirty="0"/>
              <a:t>Monitoring records</a:t>
            </a:r>
          </a:p>
          <a:p>
            <a:r>
              <a:rPr lang="en-US" sz="1000" dirty="0">
                <a:solidFill>
                  <a:srgbClr val="C00000"/>
                </a:solidFill>
              </a:rPr>
              <a:t>629</a:t>
            </a:r>
          </a:p>
        </p:txBody>
      </p:sp>
      <p:sp>
        <p:nvSpPr>
          <p:cNvPr id="6" name="Rectangle 5">
            <a:extLst>
              <a:ext uri="{FF2B5EF4-FFF2-40B4-BE49-F238E27FC236}">
                <a16:creationId xmlns:a16="http://schemas.microsoft.com/office/drawing/2014/main" id="{E5B31858-3C2A-5C9C-6C61-79D546AD6903}"/>
              </a:ext>
            </a:extLst>
          </p:cNvPr>
          <p:cNvSpPr/>
          <p:nvPr/>
        </p:nvSpPr>
        <p:spPr>
          <a:xfrm>
            <a:off x="1806954" y="554021"/>
            <a:ext cx="199176" cy="5458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C0B6EB0-1DD4-891A-3A27-0ACED3EFB36F}"/>
              </a:ext>
            </a:extLst>
          </p:cNvPr>
          <p:cNvSpPr txBox="1"/>
          <p:nvPr/>
        </p:nvSpPr>
        <p:spPr>
          <a:xfrm>
            <a:off x="2078618" y="1686928"/>
            <a:ext cx="1154419" cy="492443"/>
          </a:xfrm>
          <a:prstGeom prst="rect">
            <a:avLst/>
          </a:prstGeom>
          <a:noFill/>
          <a:ln>
            <a:noFill/>
          </a:ln>
        </p:spPr>
        <p:txBody>
          <a:bodyPr wrap="square" lIns="0" rtlCol="0">
            <a:spAutoFit/>
          </a:bodyPr>
          <a:lstStyle/>
          <a:p>
            <a:r>
              <a:rPr lang="en-US" sz="800" dirty="0"/>
              <a:t>Monitoring records</a:t>
            </a:r>
          </a:p>
          <a:p>
            <a:r>
              <a:rPr lang="en-US" sz="800" dirty="0"/>
              <a:t>Matched with a planting</a:t>
            </a:r>
          </a:p>
          <a:p>
            <a:r>
              <a:rPr lang="en-US" sz="1000" dirty="0">
                <a:solidFill>
                  <a:srgbClr val="C00000"/>
                </a:solidFill>
              </a:rPr>
              <a:t>626</a:t>
            </a:r>
          </a:p>
        </p:txBody>
      </p:sp>
      <p:sp>
        <p:nvSpPr>
          <p:cNvPr id="10" name="Rectangle 9">
            <a:extLst>
              <a:ext uri="{FF2B5EF4-FFF2-40B4-BE49-F238E27FC236}">
                <a16:creationId xmlns:a16="http://schemas.microsoft.com/office/drawing/2014/main" id="{1F2A6037-C995-6885-FA1C-2BAEDB2F01BC}"/>
              </a:ext>
            </a:extLst>
          </p:cNvPr>
          <p:cNvSpPr/>
          <p:nvPr/>
        </p:nvSpPr>
        <p:spPr>
          <a:xfrm>
            <a:off x="1804566" y="6205315"/>
            <a:ext cx="199176" cy="274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A2CDCA2-3217-592A-D749-6E5EE324418F}"/>
              </a:ext>
            </a:extLst>
          </p:cNvPr>
          <p:cNvSpPr txBox="1"/>
          <p:nvPr/>
        </p:nvSpPr>
        <p:spPr>
          <a:xfrm>
            <a:off x="2034720" y="6181256"/>
            <a:ext cx="1154419" cy="615553"/>
          </a:xfrm>
          <a:prstGeom prst="rect">
            <a:avLst/>
          </a:prstGeom>
          <a:noFill/>
          <a:ln>
            <a:noFill/>
          </a:ln>
        </p:spPr>
        <p:txBody>
          <a:bodyPr wrap="square" lIns="0" rtlCol="0">
            <a:spAutoFit/>
          </a:bodyPr>
          <a:lstStyle/>
          <a:p>
            <a:r>
              <a:rPr lang="en-US" sz="800" dirty="0"/>
              <a:t>Monitoring records</a:t>
            </a:r>
          </a:p>
          <a:p>
            <a:r>
              <a:rPr lang="en-US" sz="800" dirty="0"/>
              <a:t>NOT Matched with a planting</a:t>
            </a:r>
          </a:p>
          <a:p>
            <a:r>
              <a:rPr lang="en-US" sz="1000" dirty="0">
                <a:solidFill>
                  <a:srgbClr val="C00000"/>
                </a:solidFill>
              </a:rPr>
              <a:t>3</a:t>
            </a:r>
          </a:p>
        </p:txBody>
      </p:sp>
      <p:sp>
        <p:nvSpPr>
          <p:cNvPr id="14" name="Rectangle 13">
            <a:extLst>
              <a:ext uri="{FF2B5EF4-FFF2-40B4-BE49-F238E27FC236}">
                <a16:creationId xmlns:a16="http://schemas.microsoft.com/office/drawing/2014/main" id="{32926D3B-1C4D-ABBC-F032-A0DE80DFF93F}"/>
              </a:ext>
            </a:extLst>
          </p:cNvPr>
          <p:cNvSpPr/>
          <p:nvPr/>
        </p:nvSpPr>
        <p:spPr>
          <a:xfrm>
            <a:off x="9134120" y="1134582"/>
            <a:ext cx="199176" cy="19842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2392389-590E-1669-81A2-2B7DE98EC688}"/>
              </a:ext>
            </a:extLst>
          </p:cNvPr>
          <p:cNvSpPr txBox="1"/>
          <p:nvPr/>
        </p:nvSpPr>
        <p:spPr>
          <a:xfrm>
            <a:off x="9418851" y="1588210"/>
            <a:ext cx="562069" cy="369332"/>
          </a:xfrm>
          <a:prstGeom prst="rect">
            <a:avLst/>
          </a:prstGeom>
          <a:noFill/>
          <a:ln>
            <a:noFill/>
          </a:ln>
        </p:spPr>
        <p:txBody>
          <a:bodyPr wrap="square" lIns="0" rtlCol="0">
            <a:spAutoFit/>
          </a:bodyPr>
          <a:lstStyle/>
          <a:p>
            <a:r>
              <a:rPr lang="en-US" sz="800" dirty="0"/>
              <a:t>Plantings</a:t>
            </a:r>
          </a:p>
          <a:p>
            <a:r>
              <a:rPr lang="en-US" sz="1000" dirty="0">
                <a:solidFill>
                  <a:srgbClr val="C00000"/>
                </a:solidFill>
              </a:rPr>
              <a:t>227</a:t>
            </a:r>
          </a:p>
        </p:txBody>
      </p:sp>
      <p:sp>
        <p:nvSpPr>
          <p:cNvPr id="18" name="Rectangle 17">
            <a:extLst>
              <a:ext uri="{FF2B5EF4-FFF2-40B4-BE49-F238E27FC236}">
                <a16:creationId xmlns:a16="http://schemas.microsoft.com/office/drawing/2014/main" id="{EC487AC0-6484-B1D7-9621-E0ED8FA09D73}"/>
              </a:ext>
            </a:extLst>
          </p:cNvPr>
          <p:cNvSpPr/>
          <p:nvPr/>
        </p:nvSpPr>
        <p:spPr>
          <a:xfrm>
            <a:off x="10118190" y="2780502"/>
            <a:ext cx="199176" cy="39319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B2AB0E8-6883-F230-29C3-2C4B7CB5F834}"/>
              </a:ext>
            </a:extLst>
          </p:cNvPr>
          <p:cNvSpPr/>
          <p:nvPr/>
        </p:nvSpPr>
        <p:spPr>
          <a:xfrm>
            <a:off x="10131841" y="987458"/>
            <a:ext cx="199176" cy="159105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F370DF8-8DF2-28B5-4916-DFF161762419}"/>
              </a:ext>
            </a:extLst>
          </p:cNvPr>
          <p:cNvSpPr txBox="1"/>
          <p:nvPr/>
        </p:nvSpPr>
        <p:spPr>
          <a:xfrm>
            <a:off x="10415922" y="2730876"/>
            <a:ext cx="1029289" cy="492443"/>
          </a:xfrm>
          <a:prstGeom prst="rect">
            <a:avLst/>
          </a:prstGeom>
          <a:noFill/>
          <a:ln>
            <a:noFill/>
          </a:ln>
        </p:spPr>
        <p:txBody>
          <a:bodyPr wrap="square" lIns="0" rtlCol="0">
            <a:spAutoFit/>
          </a:bodyPr>
          <a:lstStyle/>
          <a:p>
            <a:r>
              <a:rPr lang="en-US" sz="800" dirty="0"/>
              <a:t>Plantings </a:t>
            </a:r>
          </a:p>
          <a:p>
            <a:r>
              <a:rPr lang="en-US" sz="800" dirty="0"/>
              <a:t>No Monitoring data</a:t>
            </a:r>
          </a:p>
          <a:p>
            <a:r>
              <a:rPr lang="en-US" sz="1000" dirty="0">
                <a:solidFill>
                  <a:srgbClr val="C00000"/>
                </a:solidFill>
              </a:rPr>
              <a:t>45</a:t>
            </a:r>
          </a:p>
        </p:txBody>
      </p:sp>
      <p:sp>
        <p:nvSpPr>
          <p:cNvPr id="24" name="TextBox 23">
            <a:extLst>
              <a:ext uri="{FF2B5EF4-FFF2-40B4-BE49-F238E27FC236}">
                <a16:creationId xmlns:a16="http://schemas.microsoft.com/office/drawing/2014/main" id="{ED2D8EA7-870D-DD4A-E80C-ADA65F6024E7}"/>
              </a:ext>
            </a:extLst>
          </p:cNvPr>
          <p:cNvSpPr txBox="1"/>
          <p:nvPr/>
        </p:nvSpPr>
        <p:spPr>
          <a:xfrm>
            <a:off x="10415922" y="1134582"/>
            <a:ext cx="1029289" cy="492443"/>
          </a:xfrm>
          <a:prstGeom prst="rect">
            <a:avLst/>
          </a:prstGeom>
          <a:noFill/>
          <a:ln>
            <a:noFill/>
          </a:ln>
        </p:spPr>
        <p:txBody>
          <a:bodyPr wrap="square" lIns="0" rtlCol="0">
            <a:spAutoFit/>
          </a:bodyPr>
          <a:lstStyle/>
          <a:p>
            <a:r>
              <a:rPr lang="en-US" sz="800" dirty="0"/>
              <a:t>Plantings </a:t>
            </a:r>
          </a:p>
          <a:p>
            <a:r>
              <a:rPr lang="en-US" sz="800" dirty="0"/>
              <a:t>With Monitoring data</a:t>
            </a:r>
          </a:p>
          <a:p>
            <a:r>
              <a:rPr lang="en-US" sz="1000" dirty="0">
                <a:solidFill>
                  <a:srgbClr val="C00000"/>
                </a:solidFill>
              </a:rPr>
              <a:t>182</a:t>
            </a:r>
          </a:p>
        </p:txBody>
      </p:sp>
      <p:sp>
        <p:nvSpPr>
          <p:cNvPr id="5" name="TextBox 4">
            <a:extLst>
              <a:ext uri="{FF2B5EF4-FFF2-40B4-BE49-F238E27FC236}">
                <a16:creationId xmlns:a16="http://schemas.microsoft.com/office/drawing/2014/main" id="{8582BA12-D70F-9F65-0617-7C5E72429A9B}"/>
              </a:ext>
            </a:extLst>
          </p:cNvPr>
          <p:cNvSpPr txBox="1"/>
          <p:nvPr/>
        </p:nvSpPr>
        <p:spPr>
          <a:xfrm>
            <a:off x="5564752" y="5438310"/>
            <a:ext cx="3854936" cy="1354217"/>
          </a:xfrm>
          <a:prstGeom prst="rect">
            <a:avLst/>
          </a:prstGeom>
          <a:noFill/>
        </p:spPr>
        <p:txBody>
          <a:bodyPr wrap="square" rtlCol="0">
            <a:spAutoFit/>
          </a:bodyPr>
          <a:lstStyle/>
          <a:p>
            <a:r>
              <a:rPr lang="en-US" sz="1000" dirty="0">
                <a:solidFill>
                  <a:srgbClr val="C00000"/>
                </a:solidFill>
                <a:effectLst>
                  <a:glow rad="127000">
                    <a:schemeClr val="bg1"/>
                  </a:glow>
                </a:effectLst>
              </a:rPr>
              <a:t>Planting attributes in Monitoring table matching Planting table</a:t>
            </a:r>
          </a:p>
          <a:p>
            <a:pPr marL="227013"/>
            <a:r>
              <a:rPr lang="en-US" sz="900" dirty="0" err="1">
                <a:solidFill>
                  <a:srgbClr val="C00000"/>
                </a:solidFill>
                <a:effectLst>
                  <a:glow rad="127000">
                    <a:schemeClr val="bg1"/>
                  </a:glow>
                </a:effectLst>
              </a:rPr>
              <a:t>Planting_data</a:t>
            </a:r>
            <a:r>
              <a:rPr lang="en-US" sz="900" dirty="0">
                <a:solidFill>
                  <a:srgbClr val="C00000"/>
                </a:solidFill>
                <a:effectLst>
                  <a:glow rad="127000">
                    <a:schemeClr val="bg1"/>
                  </a:glow>
                </a:effectLst>
              </a:rPr>
              <a:t>:  96% matching</a:t>
            </a:r>
          </a:p>
          <a:p>
            <a:pPr marL="227013"/>
            <a:r>
              <a:rPr lang="en-US" sz="900" dirty="0" err="1">
                <a:solidFill>
                  <a:srgbClr val="C00000"/>
                </a:solidFill>
                <a:effectLst>
                  <a:glow rad="127000">
                    <a:schemeClr val="bg1"/>
                  </a:glow>
                </a:effectLst>
              </a:rPr>
              <a:t>Planting_area</a:t>
            </a:r>
            <a:r>
              <a:rPr lang="en-US" sz="900" dirty="0">
                <a:solidFill>
                  <a:srgbClr val="C00000"/>
                </a:solidFill>
                <a:effectLst>
                  <a:glow rad="127000">
                    <a:schemeClr val="bg1"/>
                  </a:glow>
                </a:effectLst>
              </a:rPr>
              <a:t>:  49% matching</a:t>
            </a:r>
          </a:p>
          <a:p>
            <a:pPr marL="227013"/>
            <a:r>
              <a:rPr lang="en-US" sz="900" dirty="0" err="1">
                <a:solidFill>
                  <a:srgbClr val="C00000"/>
                </a:solidFill>
                <a:effectLst>
                  <a:glow rad="127000">
                    <a:schemeClr val="bg1"/>
                  </a:glow>
                </a:effectLst>
              </a:rPr>
              <a:t>Number_shoots</a:t>
            </a:r>
            <a:r>
              <a:rPr lang="en-US" sz="900" dirty="0">
                <a:solidFill>
                  <a:srgbClr val="C00000"/>
                </a:solidFill>
                <a:effectLst>
                  <a:glow rad="127000">
                    <a:schemeClr val="bg1"/>
                  </a:glow>
                </a:effectLst>
              </a:rPr>
              <a:t>:  92% matching</a:t>
            </a:r>
          </a:p>
          <a:p>
            <a:pPr marL="227013"/>
            <a:r>
              <a:rPr lang="en-US" sz="900" dirty="0">
                <a:solidFill>
                  <a:srgbClr val="C00000"/>
                </a:solidFill>
                <a:effectLst>
                  <a:glow rad="127000">
                    <a:schemeClr val="bg1"/>
                  </a:glow>
                </a:effectLst>
              </a:rPr>
              <a:t>Planting method:  96% matching</a:t>
            </a:r>
          </a:p>
          <a:p>
            <a:pPr marL="227013"/>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Recalculate </a:t>
            </a:r>
            <a:r>
              <a:rPr lang="en-US" sz="900" dirty="0" err="1">
                <a:solidFill>
                  <a:srgbClr val="C00000"/>
                </a:solidFill>
                <a:effectLst>
                  <a:glow rad="127000">
                    <a:schemeClr val="bg1"/>
                  </a:glow>
                </a:effectLst>
              </a:rPr>
              <a:t>days_since_planting</a:t>
            </a:r>
            <a:r>
              <a:rPr lang="en-US" sz="900" dirty="0">
                <a:solidFill>
                  <a:srgbClr val="C00000"/>
                </a:solidFill>
                <a:effectLst>
                  <a:glow rad="127000">
                    <a:schemeClr val="bg1"/>
                  </a:glow>
                </a:effectLst>
              </a:rPr>
              <a:t> using </a:t>
            </a:r>
            <a:r>
              <a:rPr lang="en-US" sz="900" dirty="0" err="1">
                <a:solidFill>
                  <a:srgbClr val="C00000"/>
                </a:solidFill>
                <a:effectLst>
                  <a:glow rad="127000">
                    <a:schemeClr val="bg1"/>
                  </a:glow>
                </a:effectLst>
              </a:rPr>
              <a:t>planting_date</a:t>
            </a:r>
            <a:r>
              <a:rPr lang="en-US" sz="900" dirty="0">
                <a:solidFill>
                  <a:srgbClr val="C00000"/>
                </a:solidFill>
                <a:effectLst>
                  <a:glow rad="127000">
                    <a:schemeClr val="bg1"/>
                  </a:glow>
                </a:effectLst>
              </a:rPr>
              <a:t> from plantings table</a:t>
            </a:r>
          </a:p>
          <a:p>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15 monitoring records missing </a:t>
            </a:r>
            <a:r>
              <a:rPr lang="en-US" sz="900" dirty="0" err="1">
                <a:solidFill>
                  <a:srgbClr val="C00000"/>
                </a:solidFill>
                <a:effectLst>
                  <a:glow rad="127000">
                    <a:schemeClr val="bg1"/>
                  </a:glow>
                </a:effectLst>
              </a:rPr>
              <a:t>monitoring_date</a:t>
            </a:r>
            <a:endParaRPr lang="en-US" sz="1000" dirty="0">
              <a:solidFill>
                <a:srgbClr val="C00000"/>
              </a:solidFill>
              <a:effectLst>
                <a:glow rad="127000">
                  <a:schemeClr val="bg1"/>
                </a:glow>
              </a:effectLst>
            </a:endParaRPr>
          </a:p>
        </p:txBody>
      </p:sp>
      <p:sp>
        <p:nvSpPr>
          <p:cNvPr id="9" name="Rectangle 8">
            <a:extLst>
              <a:ext uri="{FF2B5EF4-FFF2-40B4-BE49-F238E27FC236}">
                <a16:creationId xmlns:a16="http://schemas.microsoft.com/office/drawing/2014/main" id="{A5262951-75D3-54D7-F16C-587B0D96528E}"/>
              </a:ext>
            </a:extLst>
          </p:cNvPr>
          <p:cNvSpPr/>
          <p:nvPr/>
        </p:nvSpPr>
        <p:spPr>
          <a:xfrm>
            <a:off x="3429450" y="514536"/>
            <a:ext cx="199176" cy="40142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75B7751-5828-852C-204C-7E2ADC0B493E}"/>
              </a:ext>
            </a:extLst>
          </p:cNvPr>
          <p:cNvSpPr/>
          <p:nvPr/>
        </p:nvSpPr>
        <p:spPr>
          <a:xfrm>
            <a:off x="3430190" y="4670866"/>
            <a:ext cx="197697" cy="10234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90A4F6E-5CE3-6859-9415-2C7D1AC78138}"/>
              </a:ext>
            </a:extLst>
          </p:cNvPr>
          <p:cNvSpPr/>
          <p:nvPr/>
        </p:nvSpPr>
        <p:spPr>
          <a:xfrm>
            <a:off x="3430190" y="5911468"/>
            <a:ext cx="197697" cy="182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C4F6F454-EAF4-C564-088B-E9A22B86F933}"/>
              </a:ext>
            </a:extLst>
          </p:cNvPr>
          <p:cNvSpPr/>
          <p:nvPr/>
        </p:nvSpPr>
        <p:spPr>
          <a:xfrm>
            <a:off x="3430190" y="6196373"/>
            <a:ext cx="197697" cy="1645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7886108-BBF5-EE5F-B143-40479455CAEF}"/>
              </a:ext>
            </a:extLst>
          </p:cNvPr>
          <p:cNvSpPr txBox="1"/>
          <p:nvPr/>
        </p:nvSpPr>
        <p:spPr>
          <a:xfrm>
            <a:off x="3724498" y="1099184"/>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“present”</a:t>
            </a:r>
          </a:p>
          <a:p>
            <a:r>
              <a:rPr lang="en-US" sz="1000" dirty="0">
                <a:solidFill>
                  <a:srgbClr val="C00000"/>
                </a:solidFill>
              </a:rPr>
              <a:t>460</a:t>
            </a:r>
          </a:p>
        </p:txBody>
      </p:sp>
      <p:sp>
        <p:nvSpPr>
          <p:cNvPr id="27" name="TextBox 26">
            <a:extLst>
              <a:ext uri="{FF2B5EF4-FFF2-40B4-BE49-F238E27FC236}">
                <a16:creationId xmlns:a16="http://schemas.microsoft.com/office/drawing/2014/main" id="{38F30D4D-5801-B88A-E432-26ABB4A52312}"/>
              </a:ext>
            </a:extLst>
          </p:cNvPr>
          <p:cNvSpPr txBox="1"/>
          <p:nvPr/>
        </p:nvSpPr>
        <p:spPr>
          <a:xfrm>
            <a:off x="3749250" y="4690143"/>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“absent”</a:t>
            </a:r>
          </a:p>
          <a:p>
            <a:r>
              <a:rPr lang="en-US" sz="1000" dirty="0">
                <a:solidFill>
                  <a:srgbClr val="C00000"/>
                </a:solidFill>
              </a:rPr>
              <a:t>145</a:t>
            </a:r>
          </a:p>
        </p:txBody>
      </p:sp>
      <p:sp>
        <p:nvSpPr>
          <p:cNvPr id="29" name="TextBox 28">
            <a:extLst>
              <a:ext uri="{FF2B5EF4-FFF2-40B4-BE49-F238E27FC236}">
                <a16:creationId xmlns:a16="http://schemas.microsoft.com/office/drawing/2014/main" id="{005BCFCA-7A98-66E3-C0D6-128E224C6F79}"/>
              </a:ext>
            </a:extLst>
          </p:cNvPr>
          <p:cNvSpPr txBox="1"/>
          <p:nvPr/>
        </p:nvSpPr>
        <p:spPr>
          <a:xfrm>
            <a:off x="3783665" y="5726802"/>
            <a:ext cx="1154419" cy="369332"/>
          </a:xfrm>
          <a:prstGeom prst="rect">
            <a:avLst/>
          </a:prstGeom>
          <a:noFill/>
          <a:ln>
            <a:noFill/>
          </a:ln>
        </p:spPr>
        <p:txBody>
          <a:bodyPr wrap="square" lIns="0" rtlCol="0">
            <a:spAutoFit/>
          </a:bodyPr>
          <a:lstStyle/>
          <a:p>
            <a:r>
              <a:rPr lang="en-US" sz="800" dirty="0"/>
              <a:t>“unknown”</a:t>
            </a:r>
          </a:p>
          <a:p>
            <a:r>
              <a:rPr lang="en-US" sz="1000" dirty="0">
                <a:solidFill>
                  <a:srgbClr val="C00000"/>
                </a:solidFill>
              </a:rPr>
              <a:t>2</a:t>
            </a:r>
          </a:p>
        </p:txBody>
      </p:sp>
      <p:sp>
        <p:nvSpPr>
          <p:cNvPr id="31" name="TextBox 30">
            <a:extLst>
              <a:ext uri="{FF2B5EF4-FFF2-40B4-BE49-F238E27FC236}">
                <a16:creationId xmlns:a16="http://schemas.microsoft.com/office/drawing/2014/main" id="{6EAC998C-2B25-6D9E-A00D-B5995554F86A}"/>
              </a:ext>
            </a:extLst>
          </p:cNvPr>
          <p:cNvSpPr txBox="1"/>
          <p:nvPr/>
        </p:nvSpPr>
        <p:spPr>
          <a:xfrm>
            <a:off x="3783665" y="6128392"/>
            <a:ext cx="1154419" cy="369332"/>
          </a:xfrm>
          <a:prstGeom prst="rect">
            <a:avLst/>
          </a:prstGeom>
          <a:noFill/>
          <a:ln>
            <a:noFill/>
          </a:ln>
        </p:spPr>
        <p:txBody>
          <a:bodyPr wrap="square" lIns="0" rtlCol="0">
            <a:spAutoFit/>
          </a:bodyPr>
          <a:lstStyle/>
          <a:p>
            <a:r>
              <a:rPr lang="en-US" sz="800" dirty="0"/>
              <a:t>NA</a:t>
            </a:r>
          </a:p>
          <a:p>
            <a:r>
              <a:rPr lang="en-US" sz="1000" dirty="0">
                <a:solidFill>
                  <a:srgbClr val="C00000"/>
                </a:solidFill>
              </a:rPr>
              <a:t>19</a:t>
            </a:r>
          </a:p>
        </p:txBody>
      </p:sp>
      <p:sp>
        <p:nvSpPr>
          <p:cNvPr id="33" name="Rectangle 32">
            <a:extLst>
              <a:ext uri="{FF2B5EF4-FFF2-40B4-BE49-F238E27FC236}">
                <a16:creationId xmlns:a16="http://schemas.microsoft.com/office/drawing/2014/main" id="{4AF7FF26-9719-5BA2-E52E-6A10A196EB34}"/>
              </a:ext>
            </a:extLst>
          </p:cNvPr>
          <p:cNvSpPr/>
          <p:nvPr/>
        </p:nvSpPr>
        <p:spPr>
          <a:xfrm>
            <a:off x="4590278" y="463455"/>
            <a:ext cx="199176" cy="1645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28D35148-35CC-D5FF-4B68-8EB5C31C47D8}"/>
              </a:ext>
            </a:extLst>
          </p:cNvPr>
          <p:cNvSpPr/>
          <p:nvPr/>
        </p:nvSpPr>
        <p:spPr>
          <a:xfrm>
            <a:off x="4590278" y="2227356"/>
            <a:ext cx="199176" cy="23774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AA82B502-7036-3CAF-64DA-63F0760A9FDB}"/>
              </a:ext>
            </a:extLst>
          </p:cNvPr>
          <p:cNvSpPr txBox="1"/>
          <p:nvPr/>
        </p:nvSpPr>
        <p:spPr>
          <a:xfrm>
            <a:off x="4875009" y="901510"/>
            <a:ext cx="1154419" cy="492443"/>
          </a:xfrm>
          <a:prstGeom prst="rect">
            <a:avLst/>
          </a:prstGeom>
          <a:noFill/>
          <a:ln>
            <a:noFill/>
          </a:ln>
        </p:spPr>
        <p:txBody>
          <a:bodyPr wrap="square" lIns="0" rtlCol="0">
            <a:spAutoFit/>
          </a:bodyPr>
          <a:lstStyle/>
          <a:p>
            <a:r>
              <a:rPr lang="en-US" sz="800" dirty="0"/>
              <a:t>Presence </a:t>
            </a:r>
          </a:p>
          <a:p>
            <a:r>
              <a:rPr lang="en-US" sz="800" dirty="0"/>
              <a:t>only</a:t>
            </a:r>
          </a:p>
          <a:p>
            <a:r>
              <a:rPr lang="en-US" sz="1000" dirty="0">
                <a:solidFill>
                  <a:srgbClr val="C00000"/>
                </a:solidFill>
              </a:rPr>
              <a:t>192</a:t>
            </a:r>
          </a:p>
        </p:txBody>
      </p:sp>
      <p:sp>
        <p:nvSpPr>
          <p:cNvPr id="39" name="TextBox 38">
            <a:extLst>
              <a:ext uri="{FF2B5EF4-FFF2-40B4-BE49-F238E27FC236}">
                <a16:creationId xmlns:a16="http://schemas.microsoft.com/office/drawing/2014/main" id="{FEFFF34C-BE3B-4DFC-78B8-6C49F07B67F2}"/>
              </a:ext>
            </a:extLst>
          </p:cNvPr>
          <p:cNvSpPr txBox="1"/>
          <p:nvPr/>
        </p:nvSpPr>
        <p:spPr>
          <a:xfrm>
            <a:off x="4903669" y="2751577"/>
            <a:ext cx="1154419" cy="369332"/>
          </a:xfrm>
          <a:prstGeom prst="rect">
            <a:avLst/>
          </a:prstGeom>
          <a:noFill/>
          <a:ln>
            <a:noFill/>
          </a:ln>
        </p:spPr>
        <p:txBody>
          <a:bodyPr wrap="square" lIns="0" rtlCol="0">
            <a:spAutoFit/>
          </a:bodyPr>
          <a:lstStyle/>
          <a:p>
            <a:r>
              <a:rPr lang="en-US" sz="800" dirty="0"/>
              <a:t>Measurements</a:t>
            </a:r>
          </a:p>
          <a:p>
            <a:r>
              <a:rPr lang="en-US" sz="1000" dirty="0">
                <a:solidFill>
                  <a:srgbClr val="C00000"/>
                </a:solidFill>
              </a:rPr>
              <a:t>268</a:t>
            </a:r>
          </a:p>
        </p:txBody>
      </p:sp>
      <p:cxnSp>
        <p:nvCxnSpPr>
          <p:cNvPr id="41" name="Straight Connector 40">
            <a:extLst>
              <a:ext uri="{FF2B5EF4-FFF2-40B4-BE49-F238E27FC236}">
                <a16:creationId xmlns:a16="http://schemas.microsoft.com/office/drawing/2014/main" id="{82722E46-3633-0B87-7688-215747FB0D30}"/>
              </a:ext>
            </a:extLst>
          </p:cNvPr>
          <p:cNvCxnSpPr/>
          <p:nvPr/>
        </p:nvCxnSpPr>
        <p:spPr>
          <a:xfrm flipV="1">
            <a:off x="803162" y="554021"/>
            <a:ext cx="823043" cy="41450"/>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C1081D90-16A3-066F-89F5-A624BCBA6F02}"/>
              </a:ext>
            </a:extLst>
          </p:cNvPr>
          <p:cNvCxnSpPr>
            <a:cxnSpLocks/>
          </p:cNvCxnSpPr>
          <p:nvPr/>
        </p:nvCxnSpPr>
        <p:spPr>
          <a:xfrm>
            <a:off x="757469" y="6088880"/>
            <a:ext cx="868736" cy="186812"/>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1FC46CB-1903-BF8A-E272-647A74F40500}"/>
              </a:ext>
            </a:extLst>
          </p:cNvPr>
          <p:cNvCxnSpPr>
            <a:cxnSpLocks/>
          </p:cNvCxnSpPr>
          <p:nvPr/>
        </p:nvCxnSpPr>
        <p:spPr>
          <a:xfrm flipV="1">
            <a:off x="2186879" y="514536"/>
            <a:ext cx="1046158" cy="80935"/>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BBEB7C83-9B4C-908E-F5C6-A7DFB1E35BB5}"/>
              </a:ext>
            </a:extLst>
          </p:cNvPr>
          <p:cNvCxnSpPr>
            <a:cxnSpLocks/>
          </p:cNvCxnSpPr>
          <p:nvPr/>
        </p:nvCxnSpPr>
        <p:spPr>
          <a:xfrm>
            <a:off x="2072294" y="6001547"/>
            <a:ext cx="1229269" cy="359418"/>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CD9C812-DF80-9F30-46FD-C013EB70B1AF}"/>
              </a:ext>
            </a:extLst>
          </p:cNvPr>
          <p:cNvCxnSpPr>
            <a:cxnSpLocks/>
          </p:cNvCxnSpPr>
          <p:nvPr/>
        </p:nvCxnSpPr>
        <p:spPr>
          <a:xfrm flipV="1">
            <a:off x="3749250" y="463455"/>
            <a:ext cx="731832" cy="51081"/>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FC0053F-3980-BAAE-E527-E44765DEEDF6}"/>
              </a:ext>
            </a:extLst>
          </p:cNvPr>
          <p:cNvCxnSpPr>
            <a:cxnSpLocks/>
          </p:cNvCxnSpPr>
          <p:nvPr/>
        </p:nvCxnSpPr>
        <p:spPr>
          <a:xfrm>
            <a:off x="3673187" y="4528752"/>
            <a:ext cx="802876" cy="76044"/>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719ED6A-7A89-20C2-D17D-D47CAA4A7572}"/>
              </a:ext>
            </a:extLst>
          </p:cNvPr>
          <p:cNvSpPr txBox="1"/>
          <p:nvPr/>
        </p:nvSpPr>
        <p:spPr>
          <a:xfrm>
            <a:off x="683501" y="-7637"/>
            <a:ext cx="1587731" cy="369332"/>
          </a:xfrm>
          <a:prstGeom prst="rect">
            <a:avLst/>
          </a:prstGeom>
          <a:noFill/>
        </p:spPr>
        <p:txBody>
          <a:bodyPr wrap="square" rtlCol="0">
            <a:spAutoFit/>
          </a:bodyPr>
          <a:lstStyle/>
          <a:p>
            <a:pPr algn="ctr"/>
            <a:r>
              <a:rPr lang="en-US" dirty="0"/>
              <a:t>Monitoring</a:t>
            </a:r>
          </a:p>
        </p:txBody>
      </p:sp>
    </p:spTree>
    <p:extLst>
      <p:ext uri="{BB962C8B-B14F-4D97-AF65-F5344CB8AC3E}">
        <p14:creationId xmlns:p14="http://schemas.microsoft.com/office/powerpoint/2010/main" val="8428181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21332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632234" y="443619"/>
            <a:ext cx="10674036" cy="5824671"/>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dirty="0"/>
              <a:t>How to more appropriately represent the methods study ‘grid’ plantings?</a:t>
            </a:r>
          </a:p>
          <a:p>
            <a:pPr marL="342900" indent="-342900">
              <a:spcAft>
                <a:spcPts val="300"/>
              </a:spcAft>
              <a:buAutoNum type="arabicPeriod"/>
            </a:pPr>
            <a:r>
              <a:rPr lang="en-US" dirty="0"/>
              <a:t>Two sets of BESE plantings are now included and none were removed from the Matrix Planting sheet.</a:t>
            </a:r>
          </a:p>
          <a:p>
            <a:pPr marL="342900" indent="-342900">
              <a:spcAft>
                <a:spcPts val="300"/>
              </a:spcAft>
              <a:buAutoNum type="arabicPeriod"/>
            </a:pPr>
            <a:r>
              <a:rPr lang="en-US" dirty="0"/>
              <a:t>Now bringing in ‘Name’ from Matrix </a:t>
            </a:r>
            <a:r>
              <a:rPr lang="en-US" sz="1600" dirty="0">
                <a:solidFill>
                  <a:schemeClr val="tx1">
                    <a:lumMod val="50000"/>
                    <a:lumOff val="50000"/>
                  </a:schemeClr>
                </a:solidFill>
              </a:rPr>
              <a:t>(requires an input table for naming when multiple </a:t>
            </a:r>
            <a:r>
              <a:rPr lang="en-US" sz="1600" dirty="0" err="1">
                <a:solidFill>
                  <a:schemeClr val="tx1">
                    <a:lumMod val="50000"/>
                    <a:lumOff val="50000"/>
                  </a:schemeClr>
                </a:solidFill>
              </a:rPr>
              <a:t>gps</a:t>
            </a:r>
            <a:r>
              <a:rPr lang="en-US" sz="1600" dirty="0">
                <a:solidFill>
                  <a:schemeClr val="tx1">
                    <a:lumMod val="50000"/>
                    <a:lumOff val="50000"/>
                  </a:schemeClr>
                </a:solidFill>
              </a:rPr>
              <a:t>-pt-names)</a:t>
            </a:r>
          </a:p>
          <a:p>
            <a:pPr marL="342900" indent="-342900">
              <a:spcAft>
                <a:spcPts val="300"/>
              </a:spcAft>
              <a:buAutoNum type="arabicPeriod"/>
            </a:pPr>
            <a:r>
              <a:rPr lang="en-US" dirty="0"/>
              <a:t>Simplify two notes columns in Monitoring table?</a:t>
            </a:r>
          </a:p>
          <a:p>
            <a:pPr marL="342900" indent="-342900">
              <a:spcAft>
                <a:spcPts val="300"/>
              </a:spcAft>
              <a:buAutoNum type="arabicPeriod"/>
            </a:pPr>
            <a:r>
              <a:rPr lang="en-US" dirty="0"/>
              <a:t>Does the ‘</a:t>
            </a:r>
            <a:r>
              <a:rPr lang="en-US" dirty="0" err="1"/>
              <a:t>monitoring_collection_points</a:t>
            </a:r>
            <a:r>
              <a:rPr lang="en-US" dirty="0"/>
              <a:t>’ layer make sense?</a:t>
            </a:r>
          </a:p>
          <a:p>
            <a:pPr marL="342900" indent="-342900">
              <a:spcAft>
                <a:spcPts val="300"/>
              </a:spcAft>
              <a:buAutoNum type="arabicPeriod"/>
            </a:pPr>
            <a:endParaRPr lang="en-US" dirty="0"/>
          </a:p>
          <a:p>
            <a:pPr>
              <a:spcAft>
                <a:spcPts val="300"/>
              </a:spcAft>
            </a:pPr>
            <a:endParaRPr lang="en-US" dirty="0"/>
          </a:p>
          <a:p>
            <a:pPr>
              <a:spcAft>
                <a:spcPts val="600"/>
              </a:spcAft>
            </a:pPr>
            <a:r>
              <a:rPr lang="en-US" dirty="0"/>
              <a:t>Identified data gaps</a:t>
            </a:r>
          </a:p>
          <a:p>
            <a:pPr>
              <a:spcAft>
                <a:spcPts val="300"/>
              </a:spcAft>
            </a:pPr>
            <a:r>
              <a:rPr lang="en-US" dirty="0"/>
              <a:t>Planting table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13 planting locations have no coordinates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11 planting locations with multiple elevations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Line plantings “DEL” extends onto land.</a:t>
            </a:r>
          </a:p>
          <a:p>
            <a:pPr>
              <a:spcAft>
                <a:spcPts val="300"/>
              </a:spcAft>
            </a:pPr>
            <a:endParaRPr lang="en-US" dirty="0"/>
          </a:p>
          <a:p>
            <a:pPr>
              <a:spcAft>
                <a:spcPts val="300"/>
              </a:spcAft>
            </a:pPr>
            <a:r>
              <a:rPr lang="en-US" dirty="0"/>
              <a:t>Monitoring</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Three monitoring records not linked to plantings (no matching name)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15 records missing monitoring date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21 records no monitoring data </a:t>
            </a:r>
            <a:r>
              <a:rPr lang="en-US" sz="1200" dirty="0">
                <a:solidFill>
                  <a:schemeClr val="tx1">
                    <a:lumMod val="50000"/>
                    <a:lumOff val="50000"/>
                  </a:schemeClr>
                </a:solidFill>
              </a:rPr>
              <a:t>(19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=NA;   2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=“unknown”)</a:t>
            </a:r>
            <a:endParaRPr lang="en-US" sz="1600" dirty="0">
              <a:solidFill>
                <a:schemeClr val="tx1">
                  <a:lumMod val="50000"/>
                  <a:lumOff val="50000"/>
                </a:schemeClr>
              </a:solidFill>
            </a:endParaRPr>
          </a:p>
        </p:txBody>
      </p:sp>
    </p:spTree>
    <p:extLst>
      <p:ext uri="{BB962C8B-B14F-4D97-AF65-F5344CB8AC3E}">
        <p14:creationId xmlns:p14="http://schemas.microsoft.com/office/powerpoint/2010/main" val="2602005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71192B7-CF13-2F5D-EFDC-87D45C8D1C0A}"/>
              </a:ext>
            </a:extLst>
          </p:cNvPr>
          <p:cNvSpPr txBox="1"/>
          <p:nvPr/>
        </p:nvSpPr>
        <p:spPr>
          <a:xfrm>
            <a:off x="1050201" y="966787"/>
            <a:ext cx="4381877"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 (local install only for R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
        <p:nvSpPr>
          <p:cNvPr id="4" name="TextBox 3">
            <a:extLst>
              <a:ext uri="{FF2B5EF4-FFF2-40B4-BE49-F238E27FC236}">
                <a16:creationId xmlns:a16="http://schemas.microsoft.com/office/drawing/2014/main" id="{ACFB62B7-D310-1D0C-72B3-EB5DF9D5AFB9}"/>
              </a:ext>
            </a:extLst>
          </p:cNvPr>
          <p:cNvSpPr txBox="1"/>
          <p:nvPr/>
        </p:nvSpPr>
        <p:spPr>
          <a:xfrm>
            <a:off x="6771992" y="1448554"/>
            <a:ext cx="4553893" cy="2031325"/>
          </a:xfrm>
          <a:prstGeom prst="rect">
            <a:avLst/>
          </a:prstGeom>
          <a:noFill/>
        </p:spPr>
        <p:txBody>
          <a:bodyPr wrap="square" rtlCol="0">
            <a:spAutoFit/>
          </a:bodyPr>
          <a:lstStyle/>
          <a:p>
            <a:r>
              <a:rPr lang="en-US" dirty="0"/>
              <a:t>Functions:</a:t>
            </a:r>
          </a:p>
          <a:p>
            <a:pPr marL="288925" indent="-171450">
              <a:buFont typeface="Arial" panose="020B0604020202020204" pitchFamily="34" charset="0"/>
              <a:buChar char="•"/>
            </a:pPr>
            <a:r>
              <a:rPr lang="en-US" dirty="0"/>
              <a:t>Enter data</a:t>
            </a:r>
          </a:p>
          <a:p>
            <a:pPr marL="288925" indent="-171450">
              <a:buFont typeface="Arial" panose="020B0604020202020204" pitchFamily="34" charset="0"/>
              <a:buChar char="•"/>
            </a:pPr>
            <a:r>
              <a:rPr lang="en-US" dirty="0"/>
              <a:t>Process data (?) &amp; </a:t>
            </a:r>
            <a:r>
              <a:rPr lang="en-US"/>
              <a:t>make graphs</a:t>
            </a:r>
            <a:endParaRPr lang="en-US" dirty="0"/>
          </a:p>
          <a:p>
            <a:pPr marL="288925" indent="-171450">
              <a:buFont typeface="Arial" panose="020B0604020202020204" pitchFamily="34" charset="0"/>
              <a:buChar char="•"/>
            </a:pPr>
            <a:r>
              <a:rPr lang="en-US" dirty="0"/>
              <a:t>Publish for review</a:t>
            </a:r>
          </a:p>
          <a:p>
            <a:pPr marL="288925" indent="-171450">
              <a:buFont typeface="Arial" panose="020B0604020202020204" pitchFamily="34" charset="0"/>
              <a:buChar char="•"/>
            </a:pPr>
            <a:r>
              <a:rPr lang="en-US" dirty="0"/>
              <a:t>Promote to prod</a:t>
            </a:r>
          </a:p>
          <a:p>
            <a:endParaRPr lang="en-US" dirty="0"/>
          </a:p>
          <a:p>
            <a:r>
              <a:rPr lang="en-US" dirty="0"/>
              <a:t>Separate dev and prod?</a:t>
            </a:r>
          </a:p>
        </p:txBody>
      </p:sp>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698EFE2D-073F-B87E-57DD-F720CB3BC68D}"/>
                  </a:ext>
                </a:extLst>
              </p14:cNvPr>
              <p14:cNvContentPartPr/>
              <p14:nvPr/>
            </p14:nvContentPartPr>
            <p14:xfrm>
              <a:off x="1072543" y="3724330"/>
              <a:ext cx="1251360" cy="502560"/>
            </p14:xfrm>
          </p:contentPart>
        </mc:Choice>
        <mc:Fallback xmlns="">
          <p:pic>
            <p:nvPicPr>
              <p:cNvPr id="14" name="Ink 13">
                <a:extLst>
                  <a:ext uri="{FF2B5EF4-FFF2-40B4-BE49-F238E27FC236}">
                    <a16:creationId xmlns:a16="http://schemas.microsoft.com/office/drawing/2014/main" id="{698EFE2D-073F-B87E-57DD-F720CB3BC68D}"/>
                  </a:ext>
                </a:extLst>
              </p:cNvPr>
              <p:cNvPicPr/>
              <p:nvPr/>
            </p:nvPicPr>
            <p:blipFill>
              <a:blip r:embed="rId3"/>
              <a:stretch>
                <a:fillRect/>
              </a:stretch>
            </p:blipFill>
            <p:spPr>
              <a:xfrm>
                <a:off x="1061743" y="3713890"/>
                <a:ext cx="1272600" cy="5238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7E645682-5D9E-3592-4B4C-CA5CD53CE24E}"/>
                  </a:ext>
                </a:extLst>
              </p14:cNvPr>
              <p14:cNvContentPartPr/>
              <p14:nvPr/>
            </p14:nvContentPartPr>
            <p14:xfrm>
              <a:off x="4040023" y="3799930"/>
              <a:ext cx="629280" cy="283320"/>
            </p14:xfrm>
          </p:contentPart>
        </mc:Choice>
        <mc:Fallback xmlns="">
          <p:pic>
            <p:nvPicPr>
              <p:cNvPr id="28" name="Ink 27">
                <a:extLst>
                  <a:ext uri="{FF2B5EF4-FFF2-40B4-BE49-F238E27FC236}">
                    <a16:creationId xmlns:a16="http://schemas.microsoft.com/office/drawing/2014/main" id="{7E645682-5D9E-3592-4B4C-CA5CD53CE24E}"/>
                  </a:ext>
                </a:extLst>
              </p:cNvPr>
              <p:cNvPicPr/>
              <p:nvPr/>
            </p:nvPicPr>
            <p:blipFill>
              <a:blip r:embed="rId5"/>
              <a:stretch>
                <a:fillRect/>
              </a:stretch>
            </p:blipFill>
            <p:spPr>
              <a:xfrm>
                <a:off x="4029217" y="3789130"/>
                <a:ext cx="650532"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9" name="Ink 28">
                <a:extLst>
                  <a:ext uri="{FF2B5EF4-FFF2-40B4-BE49-F238E27FC236}">
                    <a16:creationId xmlns:a16="http://schemas.microsoft.com/office/drawing/2014/main" id="{5470F3A5-8BC4-D989-DCF6-547C1F3C0BAA}"/>
                  </a:ext>
                </a:extLst>
              </p14:cNvPr>
              <p14:cNvContentPartPr/>
              <p14:nvPr/>
            </p14:nvContentPartPr>
            <p14:xfrm>
              <a:off x="2739343" y="3912970"/>
              <a:ext cx="1033560" cy="283320"/>
            </p14:xfrm>
          </p:contentPart>
        </mc:Choice>
        <mc:Fallback xmlns="">
          <p:pic>
            <p:nvPicPr>
              <p:cNvPr id="29" name="Ink 28">
                <a:extLst>
                  <a:ext uri="{FF2B5EF4-FFF2-40B4-BE49-F238E27FC236}">
                    <a16:creationId xmlns:a16="http://schemas.microsoft.com/office/drawing/2014/main" id="{5470F3A5-8BC4-D989-DCF6-547C1F3C0BAA}"/>
                  </a:ext>
                </a:extLst>
              </p:cNvPr>
              <p:cNvPicPr/>
              <p:nvPr/>
            </p:nvPicPr>
            <p:blipFill>
              <a:blip r:embed="rId7"/>
              <a:stretch>
                <a:fillRect/>
              </a:stretch>
            </p:blipFill>
            <p:spPr>
              <a:xfrm>
                <a:off x="2728543" y="3902530"/>
                <a:ext cx="105480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4" name="Ink 43">
                <a:extLst>
                  <a:ext uri="{FF2B5EF4-FFF2-40B4-BE49-F238E27FC236}">
                    <a16:creationId xmlns:a16="http://schemas.microsoft.com/office/drawing/2014/main" id="{A73A571C-8443-BDE7-DD95-249E52259236}"/>
                  </a:ext>
                </a:extLst>
              </p14:cNvPr>
              <p14:cNvContentPartPr/>
              <p14:nvPr/>
            </p14:nvContentPartPr>
            <p14:xfrm>
              <a:off x="6648943" y="3680410"/>
              <a:ext cx="1025280" cy="506160"/>
            </p14:xfrm>
          </p:contentPart>
        </mc:Choice>
        <mc:Fallback xmlns="">
          <p:pic>
            <p:nvPicPr>
              <p:cNvPr id="44" name="Ink 43">
                <a:extLst>
                  <a:ext uri="{FF2B5EF4-FFF2-40B4-BE49-F238E27FC236}">
                    <a16:creationId xmlns:a16="http://schemas.microsoft.com/office/drawing/2014/main" id="{A73A571C-8443-BDE7-DD95-249E52259236}"/>
                  </a:ext>
                </a:extLst>
              </p:cNvPr>
              <p:cNvPicPr/>
              <p:nvPr/>
            </p:nvPicPr>
            <p:blipFill>
              <a:blip r:embed="rId9"/>
              <a:stretch>
                <a:fillRect/>
              </a:stretch>
            </p:blipFill>
            <p:spPr>
              <a:xfrm>
                <a:off x="6638503" y="3669970"/>
                <a:ext cx="104652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45" name="Ink 44">
                <a:extLst>
                  <a:ext uri="{FF2B5EF4-FFF2-40B4-BE49-F238E27FC236}">
                    <a16:creationId xmlns:a16="http://schemas.microsoft.com/office/drawing/2014/main" id="{B5B29837-71B5-6D4C-F0D2-6E946673F229}"/>
                  </a:ext>
                </a:extLst>
              </p14:cNvPr>
              <p14:cNvContentPartPr/>
              <p14:nvPr/>
            </p14:nvContentPartPr>
            <p14:xfrm>
              <a:off x="5680903" y="3825130"/>
              <a:ext cx="735840" cy="273240"/>
            </p14:xfrm>
          </p:contentPart>
        </mc:Choice>
        <mc:Fallback xmlns="">
          <p:pic>
            <p:nvPicPr>
              <p:cNvPr id="45" name="Ink 44">
                <a:extLst>
                  <a:ext uri="{FF2B5EF4-FFF2-40B4-BE49-F238E27FC236}">
                    <a16:creationId xmlns:a16="http://schemas.microsoft.com/office/drawing/2014/main" id="{B5B29837-71B5-6D4C-F0D2-6E946673F229}"/>
                  </a:ext>
                </a:extLst>
              </p:cNvPr>
              <p:cNvPicPr/>
              <p:nvPr/>
            </p:nvPicPr>
            <p:blipFill>
              <a:blip r:embed="rId11"/>
              <a:stretch>
                <a:fillRect/>
              </a:stretch>
            </p:blipFill>
            <p:spPr>
              <a:xfrm>
                <a:off x="5670103" y="3814344"/>
                <a:ext cx="757080" cy="294452"/>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46" name="Ink 45">
                <a:extLst>
                  <a:ext uri="{FF2B5EF4-FFF2-40B4-BE49-F238E27FC236}">
                    <a16:creationId xmlns:a16="http://schemas.microsoft.com/office/drawing/2014/main" id="{E8904CC8-2CB8-041C-C721-B7CFD598543E}"/>
                  </a:ext>
                </a:extLst>
              </p14:cNvPr>
              <p14:cNvContentPartPr/>
              <p14:nvPr/>
            </p14:nvContentPartPr>
            <p14:xfrm>
              <a:off x="4888543" y="3781570"/>
              <a:ext cx="491040" cy="300600"/>
            </p14:xfrm>
          </p:contentPart>
        </mc:Choice>
        <mc:Fallback xmlns="">
          <p:pic>
            <p:nvPicPr>
              <p:cNvPr id="46" name="Ink 45">
                <a:extLst>
                  <a:ext uri="{FF2B5EF4-FFF2-40B4-BE49-F238E27FC236}">
                    <a16:creationId xmlns:a16="http://schemas.microsoft.com/office/drawing/2014/main" id="{E8904CC8-2CB8-041C-C721-B7CFD598543E}"/>
                  </a:ext>
                </a:extLst>
              </p:cNvPr>
              <p:cNvPicPr/>
              <p:nvPr/>
            </p:nvPicPr>
            <p:blipFill>
              <a:blip r:embed="rId13"/>
              <a:stretch>
                <a:fillRect/>
              </a:stretch>
            </p:blipFill>
            <p:spPr>
              <a:xfrm>
                <a:off x="4878095" y="3771130"/>
                <a:ext cx="512296" cy="321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7" name="Ink 46">
                <a:extLst>
                  <a:ext uri="{FF2B5EF4-FFF2-40B4-BE49-F238E27FC236}">
                    <a16:creationId xmlns:a16="http://schemas.microsoft.com/office/drawing/2014/main" id="{B7455F2F-CF20-EBF0-DB71-296C6F40CB7F}"/>
                  </a:ext>
                </a:extLst>
              </p14:cNvPr>
              <p14:cNvContentPartPr/>
              <p14:nvPr/>
            </p14:nvContentPartPr>
            <p14:xfrm>
              <a:off x="3650143" y="4277650"/>
              <a:ext cx="56880" cy="408960"/>
            </p14:xfrm>
          </p:contentPart>
        </mc:Choice>
        <mc:Fallback xmlns="">
          <p:pic>
            <p:nvPicPr>
              <p:cNvPr id="47" name="Ink 46">
                <a:extLst>
                  <a:ext uri="{FF2B5EF4-FFF2-40B4-BE49-F238E27FC236}">
                    <a16:creationId xmlns:a16="http://schemas.microsoft.com/office/drawing/2014/main" id="{B7455F2F-CF20-EBF0-DB71-296C6F40CB7F}"/>
                  </a:ext>
                </a:extLst>
              </p:cNvPr>
              <p:cNvPicPr/>
              <p:nvPr/>
            </p:nvPicPr>
            <p:blipFill>
              <a:blip r:embed="rId15"/>
              <a:stretch>
                <a:fillRect/>
              </a:stretch>
            </p:blipFill>
            <p:spPr>
              <a:xfrm>
                <a:off x="3639343" y="4267210"/>
                <a:ext cx="78120" cy="4302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4" name="Ink 63">
                <a:extLst>
                  <a:ext uri="{FF2B5EF4-FFF2-40B4-BE49-F238E27FC236}">
                    <a16:creationId xmlns:a16="http://schemas.microsoft.com/office/drawing/2014/main" id="{5D41176F-6C2F-69FB-1D51-11608E3EABBD}"/>
                  </a:ext>
                </a:extLst>
              </p14:cNvPr>
              <p14:cNvContentPartPr/>
              <p14:nvPr/>
            </p14:nvContentPartPr>
            <p14:xfrm>
              <a:off x="2977303" y="4837810"/>
              <a:ext cx="1239120" cy="1020600"/>
            </p14:xfrm>
          </p:contentPart>
        </mc:Choice>
        <mc:Fallback xmlns="">
          <p:pic>
            <p:nvPicPr>
              <p:cNvPr id="64" name="Ink 63">
                <a:extLst>
                  <a:ext uri="{FF2B5EF4-FFF2-40B4-BE49-F238E27FC236}">
                    <a16:creationId xmlns:a16="http://schemas.microsoft.com/office/drawing/2014/main" id="{5D41176F-6C2F-69FB-1D51-11608E3EABBD}"/>
                  </a:ext>
                </a:extLst>
              </p:cNvPr>
              <p:cNvPicPr/>
              <p:nvPr/>
            </p:nvPicPr>
            <p:blipFill>
              <a:blip r:embed="rId17"/>
              <a:stretch>
                <a:fillRect/>
              </a:stretch>
            </p:blipFill>
            <p:spPr>
              <a:xfrm>
                <a:off x="2966860" y="4827366"/>
                <a:ext cx="1260366" cy="1041847"/>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7" name="Ink 76">
                <a:extLst>
                  <a:ext uri="{FF2B5EF4-FFF2-40B4-BE49-F238E27FC236}">
                    <a16:creationId xmlns:a16="http://schemas.microsoft.com/office/drawing/2014/main" id="{B008A209-8317-5EAB-3B0B-DA840546E442}"/>
                  </a:ext>
                </a:extLst>
              </p14:cNvPr>
              <p14:cNvContentPartPr/>
              <p14:nvPr/>
            </p14:nvContentPartPr>
            <p14:xfrm>
              <a:off x="6372463" y="4252450"/>
              <a:ext cx="1855080" cy="1145520"/>
            </p14:xfrm>
          </p:contentPart>
        </mc:Choice>
        <mc:Fallback xmlns="">
          <p:pic>
            <p:nvPicPr>
              <p:cNvPr id="77" name="Ink 76">
                <a:extLst>
                  <a:ext uri="{FF2B5EF4-FFF2-40B4-BE49-F238E27FC236}">
                    <a16:creationId xmlns:a16="http://schemas.microsoft.com/office/drawing/2014/main" id="{B008A209-8317-5EAB-3B0B-DA840546E442}"/>
                  </a:ext>
                </a:extLst>
              </p:cNvPr>
              <p:cNvPicPr/>
              <p:nvPr/>
            </p:nvPicPr>
            <p:blipFill>
              <a:blip r:embed="rId19"/>
              <a:stretch>
                <a:fillRect/>
              </a:stretch>
            </p:blipFill>
            <p:spPr>
              <a:xfrm>
                <a:off x="6361663" y="4242007"/>
                <a:ext cx="1876320" cy="1166767"/>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7" name="Ink 6">
                <a:extLst>
                  <a:ext uri="{FF2B5EF4-FFF2-40B4-BE49-F238E27FC236}">
                    <a16:creationId xmlns:a16="http://schemas.microsoft.com/office/drawing/2014/main" id="{D7CC3774-E259-8287-4DA0-8915D42C0071}"/>
                  </a:ext>
                </a:extLst>
              </p14:cNvPr>
              <p14:cNvContentPartPr/>
              <p14:nvPr/>
            </p14:nvContentPartPr>
            <p14:xfrm>
              <a:off x="5158903" y="5479330"/>
              <a:ext cx="635400" cy="470520"/>
            </p14:xfrm>
          </p:contentPart>
        </mc:Choice>
        <mc:Fallback>
          <p:pic>
            <p:nvPicPr>
              <p:cNvPr id="7" name="Ink 6">
                <a:extLst>
                  <a:ext uri="{FF2B5EF4-FFF2-40B4-BE49-F238E27FC236}">
                    <a16:creationId xmlns:a16="http://schemas.microsoft.com/office/drawing/2014/main" id="{D7CC3774-E259-8287-4DA0-8915D42C0071}"/>
                  </a:ext>
                </a:extLst>
              </p:cNvPr>
              <p:cNvPicPr/>
              <p:nvPr/>
            </p:nvPicPr>
            <p:blipFill>
              <a:blip r:embed="rId21"/>
              <a:stretch>
                <a:fillRect/>
              </a:stretch>
            </p:blipFill>
            <p:spPr>
              <a:xfrm>
                <a:off x="5148463" y="5468530"/>
                <a:ext cx="656640" cy="49176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21" name="Ink 20">
                <a:extLst>
                  <a:ext uri="{FF2B5EF4-FFF2-40B4-BE49-F238E27FC236}">
                    <a16:creationId xmlns:a16="http://schemas.microsoft.com/office/drawing/2014/main" id="{4A15FC9D-49DB-2797-9CA6-6E2D79F79043}"/>
                  </a:ext>
                </a:extLst>
              </p14:cNvPr>
              <p14:cNvContentPartPr/>
              <p14:nvPr/>
            </p14:nvContentPartPr>
            <p14:xfrm>
              <a:off x="7945663" y="5400850"/>
              <a:ext cx="677880" cy="505440"/>
            </p14:xfrm>
          </p:contentPart>
        </mc:Choice>
        <mc:Fallback>
          <p:pic>
            <p:nvPicPr>
              <p:cNvPr id="21" name="Ink 20">
                <a:extLst>
                  <a:ext uri="{FF2B5EF4-FFF2-40B4-BE49-F238E27FC236}">
                    <a16:creationId xmlns:a16="http://schemas.microsoft.com/office/drawing/2014/main" id="{4A15FC9D-49DB-2797-9CA6-6E2D79F79043}"/>
                  </a:ext>
                </a:extLst>
              </p:cNvPr>
              <p:cNvPicPr/>
              <p:nvPr/>
            </p:nvPicPr>
            <p:blipFill>
              <a:blip r:embed="rId23"/>
              <a:stretch>
                <a:fillRect/>
              </a:stretch>
            </p:blipFill>
            <p:spPr>
              <a:xfrm>
                <a:off x="7934863" y="5390410"/>
                <a:ext cx="699120" cy="52668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22" name="Ink 21">
                <a:extLst>
                  <a:ext uri="{FF2B5EF4-FFF2-40B4-BE49-F238E27FC236}">
                    <a16:creationId xmlns:a16="http://schemas.microsoft.com/office/drawing/2014/main" id="{E51BC153-A93E-F1A8-5A5E-2F400B298A1C}"/>
                  </a:ext>
                </a:extLst>
              </p14:cNvPr>
              <p14:cNvContentPartPr/>
              <p14:nvPr/>
            </p14:nvContentPartPr>
            <p14:xfrm>
              <a:off x="7341943" y="5572930"/>
              <a:ext cx="219240" cy="321120"/>
            </p14:xfrm>
          </p:contentPart>
        </mc:Choice>
        <mc:Fallback>
          <p:pic>
            <p:nvPicPr>
              <p:cNvPr id="22" name="Ink 21">
                <a:extLst>
                  <a:ext uri="{FF2B5EF4-FFF2-40B4-BE49-F238E27FC236}">
                    <a16:creationId xmlns:a16="http://schemas.microsoft.com/office/drawing/2014/main" id="{E51BC153-A93E-F1A8-5A5E-2F400B298A1C}"/>
                  </a:ext>
                </a:extLst>
              </p:cNvPr>
              <p:cNvPicPr/>
              <p:nvPr/>
            </p:nvPicPr>
            <p:blipFill>
              <a:blip r:embed="rId25"/>
              <a:stretch>
                <a:fillRect/>
              </a:stretch>
            </p:blipFill>
            <p:spPr>
              <a:xfrm>
                <a:off x="7331486" y="5562130"/>
                <a:ext cx="240515" cy="34236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23" name="Ink 22">
                <a:extLst>
                  <a:ext uri="{FF2B5EF4-FFF2-40B4-BE49-F238E27FC236}">
                    <a16:creationId xmlns:a16="http://schemas.microsoft.com/office/drawing/2014/main" id="{459771AD-CF96-84E8-B944-AC19024EF8BB}"/>
                  </a:ext>
                </a:extLst>
              </p14:cNvPr>
              <p14:cNvContentPartPr/>
              <p14:nvPr/>
            </p14:nvContentPartPr>
            <p14:xfrm>
              <a:off x="6133423" y="5431810"/>
              <a:ext cx="948240" cy="524880"/>
            </p14:xfrm>
          </p:contentPart>
        </mc:Choice>
        <mc:Fallback>
          <p:pic>
            <p:nvPicPr>
              <p:cNvPr id="23" name="Ink 22">
                <a:extLst>
                  <a:ext uri="{FF2B5EF4-FFF2-40B4-BE49-F238E27FC236}">
                    <a16:creationId xmlns:a16="http://schemas.microsoft.com/office/drawing/2014/main" id="{459771AD-CF96-84E8-B944-AC19024EF8BB}"/>
                  </a:ext>
                </a:extLst>
              </p:cNvPr>
              <p:cNvPicPr/>
              <p:nvPr/>
            </p:nvPicPr>
            <p:blipFill>
              <a:blip r:embed="rId27"/>
              <a:stretch>
                <a:fillRect/>
              </a:stretch>
            </p:blipFill>
            <p:spPr>
              <a:xfrm>
                <a:off x="6122983" y="5421010"/>
                <a:ext cx="969480" cy="54612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38" name="Ink 37">
                <a:extLst>
                  <a:ext uri="{FF2B5EF4-FFF2-40B4-BE49-F238E27FC236}">
                    <a16:creationId xmlns:a16="http://schemas.microsoft.com/office/drawing/2014/main" id="{55B532F0-572D-40C3-1F58-8D1A39B0A011}"/>
                  </a:ext>
                </a:extLst>
              </p14:cNvPr>
              <p14:cNvContentPartPr/>
              <p14:nvPr/>
            </p14:nvContentPartPr>
            <p14:xfrm>
              <a:off x="8415823" y="5777410"/>
              <a:ext cx="974160" cy="733320"/>
            </p14:xfrm>
          </p:contentPart>
        </mc:Choice>
        <mc:Fallback>
          <p:pic>
            <p:nvPicPr>
              <p:cNvPr id="38" name="Ink 37">
                <a:extLst>
                  <a:ext uri="{FF2B5EF4-FFF2-40B4-BE49-F238E27FC236}">
                    <a16:creationId xmlns:a16="http://schemas.microsoft.com/office/drawing/2014/main" id="{55B532F0-572D-40C3-1F58-8D1A39B0A011}"/>
                  </a:ext>
                </a:extLst>
              </p:cNvPr>
              <p:cNvPicPr/>
              <p:nvPr/>
            </p:nvPicPr>
            <p:blipFill>
              <a:blip r:embed="rId29"/>
              <a:stretch>
                <a:fillRect/>
              </a:stretch>
            </p:blipFill>
            <p:spPr>
              <a:xfrm>
                <a:off x="8405023" y="5766970"/>
                <a:ext cx="995400" cy="75456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39" name="Ink 38">
                <a:extLst>
                  <a:ext uri="{FF2B5EF4-FFF2-40B4-BE49-F238E27FC236}">
                    <a16:creationId xmlns:a16="http://schemas.microsoft.com/office/drawing/2014/main" id="{1E15E2D5-AE57-F60A-A584-C8B69DD9115B}"/>
                  </a:ext>
                </a:extLst>
              </p14:cNvPr>
              <p14:cNvContentPartPr/>
              <p14:nvPr/>
            </p14:nvContentPartPr>
            <p14:xfrm>
              <a:off x="7673863" y="6245410"/>
              <a:ext cx="308520" cy="100080"/>
            </p14:xfrm>
          </p:contentPart>
        </mc:Choice>
        <mc:Fallback>
          <p:pic>
            <p:nvPicPr>
              <p:cNvPr id="39" name="Ink 38">
                <a:extLst>
                  <a:ext uri="{FF2B5EF4-FFF2-40B4-BE49-F238E27FC236}">
                    <a16:creationId xmlns:a16="http://schemas.microsoft.com/office/drawing/2014/main" id="{1E15E2D5-AE57-F60A-A584-C8B69DD9115B}"/>
                  </a:ext>
                </a:extLst>
              </p:cNvPr>
              <p:cNvPicPr/>
              <p:nvPr/>
            </p:nvPicPr>
            <p:blipFill>
              <a:blip r:embed="rId31"/>
              <a:stretch>
                <a:fillRect/>
              </a:stretch>
            </p:blipFill>
            <p:spPr>
              <a:xfrm>
                <a:off x="7663423" y="6234970"/>
                <a:ext cx="329760" cy="12132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40" name="Ink 39">
                <a:extLst>
                  <a:ext uri="{FF2B5EF4-FFF2-40B4-BE49-F238E27FC236}">
                    <a16:creationId xmlns:a16="http://schemas.microsoft.com/office/drawing/2014/main" id="{497FA22D-28AF-B617-856D-EE55A70966CB}"/>
                  </a:ext>
                </a:extLst>
              </p14:cNvPr>
              <p14:cNvContentPartPr/>
              <p14:nvPr/>
            </p14:nvContentPartPr>
            <p14:xfrm>
              <a:off x="6215143" y="6063250"/>
              <a:ext cx="1113480" cy="417960"/>
            </p14:xfrm>
          </p:contentPart>
        </mc:Choice>
        <mc:Fallback>
          <p:pic>
            <p:nvPicPr>
              <p:cNvPr id="40" name="Ink 39">
                <a:extLst>
                  <a:ext uri="{FF2B5EF4-FFF2-40B4-BE49-F238E27FC236}">
                    <a16:creationId xmlns:a16="http://schemas.microsoft.com/office/drawing/2014/main" id="{497FA22D-28AF-B617-856D-EE55A70966CB}"/>
                  </a:ext>
                </a:extLst>
              </p:cNvPr>
              <p:cNvPicPr/>
              <p:nvPr/>
            </p:nvPicPr>
            <p:blipFill>
              <a:blip r:embed="rId33"/>
              <a:stretch>
                <a:fillRect/>
              </a:stretch>
            </p:blipFill>
            <p:spPr>
              <a:xfrm>
                <a:off x="6204700" y="6052810"/>
                <a:ext cx="1134727" cy="439200"/>
              </a:xfrm>
              <a:prstGeom prst="rect">
                <a:avLst/>
              </a:prstGeom>
            </p:spPr>
          </p:pic>
        </mc:Fallback>
      </mc:AlternateContent>
    </p:spTree>
    <p:extLst>
      <p:ext uri="{BB962C8B-B14F-4D97-AF65-F5344CB8AC3E}">
        <p14:creationId xmlns:p14="http://schemas.microsoft.com/office/powerpoint/2010/main" val="1390265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D556F8-9A31-49EB-B405-F6E4CDC9CA5C}"/>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B31C69A6-527C-FDE2-69AD-B29B8684856F}"/>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8" name="Rectangle 7">
            <a:extLst>
              <a:ext uri="{FF2B5EF4-FFF2-40B4-BE49-F238E27FC236}">
                <a16:creationId xmlns:a16="http://schemas.microsoft.com/office/drawing/2014/main" id="{4768F5E5-1590-90B4-01D1-77E82BEA3647}"/>
              </a:ext>
            </a:extLst>
          </p:cNvPr>
          <p:cNvSpPr/>
          <p:nvPr/>
        </p:nvSpPr>
        <p:spPr>
          <a:xfrm>
            <a:off x="2444436" y="3869374"/>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85171CA-47E9-6D0E-92BC-529FF6CE6542}"/>
              </a:ext>
            </a:extLst>
          </p:cNvPr>
          <p:cNvSpPr/>
          <p:nvPr/>
        </p:nvSpPr>
        <p:spPr>
          <a:xfrm>
            <a:off x="2444435" y="4918067"/>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5A0B97A-DAEE-FA2E-8F56-22265803EA35}"/>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22D7146-84AF-5919-E0F8-60F71516ABB0}"/>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9BF1CE5D-EBFF-996F-B753-0220779748A6}"/>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295143A7-8A2A-DE68-3421-76F51E65CDEB}"/>
              </a:ext>
            </a:extLst>
          </p:cNvPr>
          <p:cNvSpPr/>
          <p:nvPr/>
        </p:nvSpPr>
        <p:spPr>
          <a:xfrm>
            <a:off x="371193" y="1358020"/>
            <a:ext cx="10764570"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6473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3BCE3-FBA1-F23D-6A21-78E219B8CF9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0026E5B-14D6-E129-8739-FC439C025AD5}"/>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06F7A921-5BB8-23A9-1D5F-925C978E8A8E}"/>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10" name="Rectangle 9">
            <a:extLst>
              <a:ext uri="{FF2B5EF4-FFF2-40B4-BE49-F238E27FC236}">
                <a16:creationId xmlns:a16="http://schemas.microsoft.com/office/drawing/2014/main" id="{3F4A2796-C964-E43F-4305-1324E938BD7A}"/>
              </a:ext>
            </a:extLst>
          </p:cNvPr>
          <p:cNvSpPr/>
          <p:nvPr/>
        </p:nvSpPr>
        <p:spPr>
          <a:xfrm>
            <a:off x="2397864" y="5563064"/>
            <a:ext cx="7530059" cy="21153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490D69-B20E-1BA2-4D77-3E8A794940C4}"/>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4ADC7732-778D-D54C-4AA4-0AE0E3842FAB}"/>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35D6E068-30B8-BC1E-9757-AF99601DAA51}"/>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1C30C2A5-1433-3985-BCF5-89F66939B668}"/>
              </a:ext>
            </a:extLst>
          </p:cNvPr>
          <p:cNvSpPr/>
          <p:nvPr/>
        </p:nvSpPr>
        <p:spPr>
          <a:xfrm>
            <a:off x="253497" y="1599116"/>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0EDA305-B6C6-A1A7-19D9-BD1A90A96B9C}"/>
              </a:ext>
            </a:extLst>
          </p:cNvPr>
          <p:cNvSpPr txBox="1"/>
          <p:nvPr/>
        </p:nvSpPr>
        <p:spPr>
          <a:xfrm>
            <a:off x="10538233" y="5270426"/>
            <a:ext cx="1457608" cy="307777"/>
          </a:xfrm>
          <a:prstGeom prst="rect">
            <a:avLst/>
          </a:prstGeom>
          <a:noFill/>
        </p:spPr>
        <p:txBody>
          <a:bodyPr wrap="square" rtlCol="0">
            <a:spAutoFit/>
          </a:bodyPr>
          <a:lstStyle/>
          <a:p>
            <a:r>
              <a:rPr lang="en-US" sz="1400" dirty="0">
                <a:solidFill>
                  <a:srgbClr val="C00000"/>
                </a:solidFill>
              </a:rPr>
              <a:t>Method = ‘rebar’</a:t>
            </a:r>
          </a:p>
        </p:txBody>
      </p:sp>
      <p:cxnSp>
        <p:nvCxnSpPr>
          <p:cNvPr id="4" name="Straight Connector 3">
            <a:extLst>
              <a:ext uri="{FF2B5EF4-FFF2-40B4-BE49-F238E27FC236}">
                <a16:creationId xmlns:a16="http://schemas.microsoft.com/office/drawing/2014/main" id="{470CAECB-6DFD-98D8-F19D-B23D7E142B02}"/>
              </a:ext>
            </a:extLst>
          </p:cNvPr>
          <p:cNvCxnSpPr/>
          <p:nvPr/>
        </p:nvCxnSpPr>
        <p:spPr>
          <a:xfrm flipH="1">
            <a:off x="10031240" y="5424315"/>
            <a:ext cx="506993" cy="252208"/>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0136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D992E-66E5-09AC-8FE0-B67ABF9AEC7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031F7D-2752-CD27-A9AD-9A328EBAF68D}"/>
              </a:ext>
            </a:extLst>
          </p:cNvPr>
          <p:cNvPicPr>
            <a:picLocks noChangeAspect="1"/>
          </p:cNvPicPr>
          <p:nvPr/>
        </p:nvPicPr>
        <p:blipFill>
          <a:blip r:embed="rId2"/>
          <a:srcRect r="21839"/>
          <a:stretch>
            <a:fillRect/>
          </a:stretch>
        </p:blipFill>
        <p:spPr>
          <a:xfrm>
            <a:off x="57338" y="1126155"/>
            <a:ext cx="9439747" cy="957177"/>
          </a:xfrm>
          <a:prstGeom prst="rect">
            <a:avLst/>
          </a:prstGeom>
        </p:spPr>
      </p:pic>
      <p:sp>
        <p:nvSpPr>
          <p:cNvPr id="11" name="TextBox 10">
            <a:extLst>
              <a:ext uri="{FF2B5EF4-FFF2-40B4-BE49-F238E27FC236}">
                <a16:creationId xmlns:a16="http://schemas.microsoft.com/office/drawing/2014/main" id="{7BF7815F-6E51-2A35-B268-8EC47CCF80F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F979206-AF2B-AA6B-7754-8E685D572EDE}"/>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D1159391-BDA0-A6FF-3E1F-271F3E3FF021}"/>
              </a:ext>
            </a:extLst>
          </p:cNvPr>
          <p:cNvPicPr>
            <a:picLocks noChangeAspect="1"/>
          </p:cNvPicPr>
          <p:nvPr/>
        </p:nvPicPr>
        <p:blipFill>
          <a:blip r:embed="rId3"/>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896BCA9C-7E37-0306-EAE2-FFBBB9E0C88B}"/>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17BD3A7-5F08-B37D-B9AF-190F8AC599BC}"/>
              </a:ext>
            </a:extLst>
          </p:cNvPr>
          <p:cNvPicPr>
            <a:picLocks noChangeAspect="1"/>
          </p:cNvPicPr>
          <p:nvPr/>
        </p:nvPicPr>
        <p:blipFill>
          <a:blip r:embed="rId4"/>
          <a:stretch>
            <a:fillRect/>
          </a:stretch>
        </p:blipFill>
        <p:spPr>
          <a:xfrm>
            <a:off x="787187" y="3091987"/>
            <a:ext cx="7683128" cy="3551721"/>
          </a:xfrm>
          <a:prstGeom prst="rect">
            <a:avLst/>
          </a:prstGeom>
        </p:spPr>
      </p:pic>
      <p:pic>
        <p:nvPicPr>
          <p:cNvPr id="16" name="Picture 15">
            <a:extLst>
              <a:ext uri="{FF2B5EF4-FFF2-40B4-BE49-F238E27FC236}">
                <a16:creationId xmlns:a16="http://schemas.microsoft.com/office/drawing/2014/main" id="{50982B78-C053-9C28-CEBC-1FD917158922}"/>
              </a:ext>
            </a:extLst>
          </p:cNvPr>
          <p:cNvPicPr>
            <a:picLocks noChangeAspect="1"/>
          </p:cNvPicPr>
          <p:nvPr/>
        </p:nvPicPr>
        <p:blipFill>
          <a:blip r:embed="rId5"/>
          <a:srcRect b="12520"/>
          <a:stretch>
            <a:fillRect/>
          </a:stretch>
        </p:blipFill>
        <p:spPr>
          <a:xfrm>
            <a:off x="8520255" y="3091987"/>
            <a:ext cx="1141882" cy="3551721"/>
          </a:xfrm>
          <a:prstGeom prst="rect">
            <a:avLst/>
          </a:prstGeom>
        </p:spPr>
      </p:pic>
      <p:sp>
        <p:nvSpPr>
          <p:cNvPr id="10" name="Rectangle 9">
            <a:extLst>
              <a:ext uri="{FF2B5EF4-FFF2-40B4-BE49-F238E27FC236}">
                <a16:creationId xmlns:a16="http://schemas.microsoft.com/office/drawing/2014/main" id="{73232765-423F-7717-6FBD-6D62AC61303F}"/>
              </a:ext>
            </a:extLst>
          </p:cNvPr>
          <p:cNvSpPr/>
          <p:nvPr/>
        </p:nvSpPr>
        <p:spPr>
          <a:xfrm>
            <a:off x="1095469" y="4250312"/>
            <a:ext cx="8682274" cy="8558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1040F9-1F25-B50B-416C-7E518F3E2521}"/>
              </a:ext>
            </a:extLst>
          </p:cNvPr>
          <p:cNvSpPr txBox="1"/>
          <p:nvPr/>
        </p:nvSpPr>
        <p:spPr>
          <a:xfrm>
            <a:off x="10226417" y="2976835"/>
            <a:ext cx="1457608" cy="523220"/>
          </a:xfrm>
          <a:prstGeom prst="rect">
            <a:avLst/>
          </a:prstGeom>
          <a:noFill/>
        </p:spPr>
        <p:txBody>
          <a:bodyPr wrap="square" rtlCol="0">
            <a:spAutoFit/>
          </a:bodyPr>
          <a:lstStyle/>
          <a:p>
            <a:r>
              <a:rPr lang="en-US" sz="1400" dirty="0">
                <a:solidFill>
                  <a:srgbClr val="C00000"/>
                </a:solidFill>
              </a:rPr>
              <a:t>No planting date match</a:t>
            </a:r>
          </a:p>
        </p:txBody>
      </p:sp>
      <p:sp>
        <p:nvSpPr>
          <p:cNvPr id="21" name="Freeform: Shape 20">
            <a:extLst>
              <a:ext uri="{FF2B5EF4-FFF2-40B4-BE49-F238E27FC236}">
                <a16:creationId xmlns:a16="http://schemas.microsoft.com/office/drawing/2014/main" id="{736C29A1-2D15-D2D4-19A6-D05E8E535839}"/>
              </a:ext>
            </a:extLst>
          </p:cNvPr>
          <p:cNvSpPr/>
          <p:nvPr/>
        </p:nvSpPr>
        <p:spPr>
          <a:xfrm>
            <a:off x="7822194" y="2136620"/>
            <a:ext cx="2390115" cy="998834"/>
          </a:xfrm>
          <a:custGeom>
            <a:avLst/>
            <a:gdLst>
              <a:gd name="csX0" fmla="*/ 2390115 w 2390115"/>
              <a:gd name="csY0" fmla="*/ 995881 h 995881"/>
              <a:gd name="csX1" fmla="*/ 1213164 w 2390115"/>
              <a:gd name="csY1" fmla="*/ 434566 h 995881"/>
              <a:gd name="csX2" fmla="*/ 0 w 2390115"/>
              <a:gd name="csY2" fmla="*/ 0 h 995881"/>
              <a:gd name="csX0" fmla="*/ 2390115 w 2390115"/>
              <a:gd name="csY0" fmla="*/ 995881 h 997266"/>
              <a:gd name="csX1" fmla="*/ 1213164 w 2390115"/>
              <a:gd name="csY1" fmla="*/ 434566 h 997266"/>
              <a:gd name="csX2" fmla="*/ 0 w 2390115"/>
              <a:gd name="csY2" fmla="*/ 0 h 997266"/>
              <a:gd name="csX0" fmla="*/ 2390115 w 2390115"/>
              <a:gd name="csY0" fmla="*/ 995881 h 997266"/>
              <a:gd name="csX1" fmla="*/ 1213164 w 2390115"/>
              <a:gd name="csY1" fmla="*/ 434566 h 997266"/>
              <a:gd name="csX2" fmla="*/ 0 w 2390115"/>
              <a:gd name="csY2" fmla="*/ 0 h 997266"/>
              <a:gd name="csX0" fmla="*/ 2390115 w 2390115"/>
              <a:gd name="csY0" fmla="*/ 995881 h 997611"/>
              <a:gd name="csX1" fmla="*/ 1213164 w 2390115"/>
              <a:gd name="csY1" fmla="*/ 434566 h 997611"/>
              <a:gd name="csX2" fmla="*/ 0 w 2390115"/>
              <a:gd name="csY2" fmla="*/ 0 h 997611"/>
              <a:gd name="csX0" fmla="*/ 2390115 w 2390115"/>
              <a:gd name="csY0" fmla="*/ 995881 h 997611"/>
              <a:gd name="csX1" fmla="*/ 1213164 w 2390115"/>
              <a:gd name="csY1" fmla="*/ 434566 h 997611"/>
              <a:gd name="csX2" fmla="*/ 0 w 2390115"/>
              <a:gd name="csY2" fmla="*/ 0 h 997611"/>
              <a:gd name="csX0" fmla="*/ 2390115 w 2390115"/>
              <a:gd name="csY0" fmla="*/ 995881 h 997187"/>
              <a:gd name="csX1" fmla="*/ 1213164 w 2390115"/>
              <a:gd name="csY1" fmla="*/ 434566 h 997187"/>
              <a:gd name="csX2" fmla="*/ 0 w 2390115"/>
              <a:gd name="csY2" fmla="*/ 0 h 997187"/>
              <a:gd name="csX0" fmla="*/ 2390115 w 2390115"/>
              <a:gd name="csY0" fmla="*/ 995881 h 997187"/>
              <a:gd name="csX1" fmla="*/ 1213164 w 2390115"/>
              <a:gd name="csY1" fmla="*/ 434566 h 997187"/>
              <a:gd name="csX2" fmla="*/ 0 w 2390115"/>
              <a:gd name="csY2" fmla="*/ 0 h 997187"/>
              <a:gd name="csX0" fmla="*/ 2390115 w 2390115"/>
              <a:gd name="csY0" fmla="*/ 995881 h 998834"/>
              <a:gd name="csX1" fmla="*/ 1213164 w 2390115"/>
              <a:gd name="csY1" fmla="*/ 434566 h 998834"/>
              <a:gd name="csX2" fmla="*/ 0 w 2390115"/>
              <a:gd name="csY2" fmla="*/ 0 h 998834"/>
              <a:gd name="csX0" fmla="*/ 2390115 w 2390115"/>
              <a:gd name="csY0" fmla="*/ 995881 h 998834"/>
              <a:gd name="csX1" fmla="*/ 1213164 w 2390115"/>
              <a:gd name="csY1" fmla="*/ 434566 h 998834"/>
              <a:gd name="csX2" fmla="*/ 0 w 2390115"/>
              <a:gd name="csY2" fmla="*/ 0 h 998834"/>
            </a:gdLst>
            <a:ahLst/>
            <a:cxnLst>
              <a:cxn ang="0">
                <a:pos x="csX0" y="csY0"/>
              </a:cxn>
              <a:cxn ang="0">
                <a:pos x="csX1" y="csY1"/>
              </a:cxn>
              <a:cxn ang="0">
                <a:pos x="csX2" y="csY2"/>
              </a:cxn>
            </a:cxnLst>
            <a:rect l="l" t="t" r="r" b="b"/>
            <a:pathLst>
              <a:path w="2390115" h="998834">
                <a:moveTo>
                  <a:pt x="2390115" y="995881"/>
                </a:moveTo>
                <a:cubicBezTo>
                  <a:pt x="1964602" y="1024550"/>
                  <a:pt x="1982708" y="844990"/>
                  <a:pt x="1213164" y="434566"/>
                </a:cubicBezTo>
                <a:cubicBezTo>
                  <a:pt x="470779" y="42250"/>
                  <a:pt x="99587" y="306309"/>
                  <a:pt x="0" y="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22BF48D-EB1C-0B4C-89EE-DFA6445D6B54}"/>
              </a:ext>
            </a:extLst>
          </p:cNvPr>
          <p:cNvSpPr/>
          <p:nvPr/>
        </p:nvSpPr>
        <p:spPr>
          <a:xfrm>
            <a:off x="9895438" y="3213981"/>
            <a:ext cx="316871" cy="1340044"/>
          </a:xfrm>
          <a:custGeom>
            <a:avLst/>
            <a:gdLst>
              <a:gd name="csX0" fmla="*/ 316871 w 316871"/>
              <a:gd name="csY0" fmla="*/ 0 h 1339913"/>
              <a:gd name="csX1" fmla="*/ 0 w 316871"/>
              <a:gd name="csY1" fmla="*/ 1339913 h 1339913"/>
              <a:gd name="csX0" fmla="*/ 316871 w 316871"/>
              <a:gd name="csY0" fmla="*/ 0 h 1339913"/>
              <a:gd name="csX1" fmla="*/ 0 w 316871"/>
              <a:gd name="csY1" fmla="*/ 1339913 h 1339913"/>
              <a:gd name="csX0" fmla="*/ 316871 w 316871"/>
              <a:gd name="csY0" fmla="*/ 0 h 1340044"/>
              <a:gd name="csX1" fmla="*/ 0 w 316871"/>
              <a:gd name="csY1" fmla="*/ 1339913 h 1340044"/>
            </a:gdLst>
            <a:ahLst/>
            <a:cxnLst>
              <a:cxn ang="0">
                <a:pos x="csX0" y="csY0"/>
              </a:cxn>
              <a:cxn ang="0">
                <a:pos x="csX1" y="csY1"/>
              </a:cxn>
            </a:cxnLst>
            <a:rect l="l" t="t" r="r" b="b"/>
            <a:pathLst>
              <a:path w="316871" h="1340044">
                <a:moveTo>
                  <a:pt x="316871" y="0"/>
                </a:moveTo>
                <a:cubicBezTo>
                  <a:pt x="66392" y="66392"/>
                  <a:pt x="322907" y="1355002"/>
                  <a:pt x="0" y="1339913"/>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82203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88E621F-76FA-B774-65C0-255C37BA90EA}"/>
              </a:ext>
            </a:extLst>
          </p:cNvPr>
          <p:cNvGrpSpPr/>
          <p:nvPr/>
        </p:nvGrpSpPr>
        <p:grpSpPr>
          <a:xfrm>
            <a:off x="1397987" y="3856414"/>
            <a:ext cx="7687814" cy="2467319"/>
            <a:chOff x="909100" y="1556834"/>
            <a:chExt cx="7687814" cy="2467319"/>
          </a:xfrm>
        </p:grpSpPr>
        <p:pic>
          <p:nvPicPr>
            <p:cNvPr id="3" name="Picture 2">
              <a:extLst>
                <a:ext uri="{FF2B5EF4-FFF2-40B4-BE49-F238E27FC236}">
                  <a16:creationId xmlns:a16="http://schemas.microsoft.com/office/drawing/2014/main" id="{BB0A0B45-C03D-EE3E-3CF2-803E48062F21}"/>
                </a:ext>
              </a:extLst>
            </p:cNvPr>
            <p:cNvPicPr>
              <a:picLocks noChangeAspect="1"/>
            </p:cNvPicPr>
            <p:nvPr/>
          </p:nvPicPr>
          <p:blipFill>
            <a:blip r:embed="rId2"/>
            <a:stretch>
              <a:fillRect/>
            </a:stretch>
          </p:blipFill>
          <p:spPr>
            <a:xfrm>
              <a:off x="909100" y="1566360"/>
              <a:ext cx="6354062" cy="2457793"/>
            </a:xfrm>
            <a:prstGeom prst="rect">
              <a:avLst/>
            </a:prstGeom>
          </p:spPr>
        </p:pic>
        <p:pic>
          <p:nvPicPr>
            <p:cNvPr id="5" name="Picture 4">
              <a:extLst>
                <a:ext uri="{FF2B5EF4-FFF2-40B4-BE49-F238E27FC236}">
                  <a16:creationId xmlns:a16="http://schemas.microsoft.com/office/drawing/2014/main" id="{0570A9F0-0571-252F-BEDA-100ED494380F}"/>
                </a:ext>
              </a:extLst>
            </p:cNvPr>
            <p:cNvPicPr>
              <a:picLocks noChangeAspect="1"/>
            </p:cNvPicPr>
            <p:nvPr/>
          </p:nvPicPr>
          <p:blipFill>
            <a:blip r:embed="rId3"/>
            <a:stretch>
              <a:fillRect/>
            </a:stretch>
          </p:blipFill>
          <p:spPr>
            <a:xfrm>
              <a:off x="7415649" y="1556834"/>
              <a:ext cx="1181265" cy="2467319"/>
            </a:xfrm>
            <a:prstGeom prst="rect">
              <a:avLst/>
            </a:prstGeom>
          </p:spPr>
        </p:pic>
      </p:grpSp>
      <p:sp>
        <p:nvSpPr>
          <p:cNvPr id="8" name="Rectangle 7">
            <a:extLst>
              <a:ext uri="{FF2B5EF4-FFF2-40B4-BE49-F238E27FC236}">
                <a16:creationId xmlns:a16="http://schemas.microsoft.com/office/drawing/2014/main" id="{74B23B2C-ABE0-4A5C-7D03-8FD1194671A5}"/>
              </a:ext>
            </a:extLst>
          </p:cNvPr>
          <p:cNvSpPr/>
          <p:nvPr/>
        </p:nvSpPr>
        <p:spPr>
          <a:xfrm>
            <a:off x="1683945" y="4358952"/>
            <a:ext cx="7595857" cy="17974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B79321C-C784-E931-F68A-3050B5C0DEA8}"/>
              </a:ext>
            </a:extLst>
          </p:cNvPr>
          <p:cNvSpPr txBox="1"/>
          <p:nvPr/>
        </p:nvSpPr>
        <p:spPr>
          <a:xfrm>
            <a:off x="9502139" y="4828463"/>
            <a:ext cx="1457608" cy="523220"/>
          </a:xfrm>
          <a:prstGeom prst="rect">
            <a:avLst/>
          </a:prstGeom>
          <a:noFill/>
        </p:spPr>
        <p:txBody>
          <a:bodyPr wrap="square" rtlCol="0">
            <a:spAutoFit/>
          </a:bodyPr>
          <a:lstStyle/>
          <a:p>
            <a:r>
              <a:rPr lang="en-US" sz="1400" dirty="0">
                <a:solidFill>
                  <a:srgbClr val="C00000"/>
                </a:solidFill>
              </a:rPr>
              <a:t>Plantings on 5/4/2017</a:t>
            </a:r>
          </a:p>
        </p:txBody>
      </p:sp>
      <p:pic>
        <p:nvPicPr>
          <p:cNvPr id="4" name="Picture 3">
            <a:extLst>
              <a:ext uri="{FF2B5EF4-FFF2-40B4-BE49-F238E27FC236}">
                <a16:creationId xmlns:a16="http://schemas.microsoft.com/office/drawing/2014/main" id="{EF9E8502-F4C0-1502-A03F-DA9239A70A76}"/>
              </a:ext>
            </a:extLst>
          </p:cNvPr>
          <p:cNvPicPr>
            <a:picLocks noChangeAspect="1"/>
          </p:cNvPicPr>
          <p:nvPr/>
        </p:nvPicPr>
        <p:blipFill>
          <a:blip r:embed="rId4"/>
          <a:srcRect r="21839"/>
          <a:stretch>
            <a:fillRect/>
          </a:stretch>
        </p:blipFill>
        <p:spPr>
          <a:xfrm>
            <a:off x="57338" y="1126155"/>
            <a:ext cx="9439747" cy="957177"/>
          </a:xfrm>
          <a:prstGeom prst="rect">
            <a:avLst/>
          </a:prstGeom>
        </p:spPr>
      </p:pic>
      <p:sp>
        <p:nvSpPr>
          <p:cNvPr id="9" name="TextBox 8">
            <a:extLst>
              <a:ext uri="{FF2B5EF4-FFF2-40B4-BE49-F238E27FC236}">
                <a16:creationId xmlns:a16="http://schemas.microsoft.com/office/drawing/2014/main" id="{4286B381-3037-1E34-30C5-904439EF40C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pic>
        <p:nvPicPr>
          <p:cNvPr id="12" name="Picture 11">
            <a:extLst>
              <a:ext uri="{FF2B5EF4-FFF2-40B4-BE49-F238E27FC236}">
                <a16:creationId xmlns:a16="http://schemas.microsoft.com/office/drawing/2014/main" id="{FDCA291A-8844-38FD-DE94-A7092DAB6584}"/>
              </a:ext>
            </a:extLst>
          </p:cNvPr>
          <p:cNvPicPr>
            <a:picLocks noChangeAspect="1"/>
          </p:cNvPicPr>
          <p:nvPr/>
        </p:nvPicPr>
        <p:blipFill>
          <a:blip r:embed="rId5"/>
          <a:stretch>
            <a:fillRect/>
          </a:stretch>
        </p:blipFill>
        <p:spPr>
          <a:xfrm>
            <a:off x="9595527" y="1101503"/>
            <a:ext cx="1273687" cy="1007953"/>
          </a:xfrm>
          <a:prstGeom prst="rect">
            <a:avLst/>
          </a:prstGeom>
        </p:spPr>
      </p:pic>
      <p:sp>
        <p:nvSpPr>
          <p:cNvPr id="14" name="Rectangle 13">
            <a:extLst>
              <a:ext uri="{FF2B5EF4-FFF2-40B4-BE49-F238E27FC236}">
                <a16:creationId xmlns:a16="http://schemas.microsoft.com/office/drawing/2014/main" id="{2DDBC539-542F-0C5B-7E85-16B2DE771528}"/>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84638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C73802-B080-0FBF-353D-5E56B5DD43AC}"/>
              </a:ext>
            </a:extLst>
          </p:cNvPr>
          <p:cNvSpPr txBox="1"/>
          <p:nvPr/>
        </p:nvSpPr>
        <p:spPr>
          <a:xfrm>
            <a:off x="977774" y="75144"/>
            <a:ext cx="3974473" cy="461665"/>
          </a:xfrm>
          <a:prstGeom prst="rect">
            <a:avLst/>
          </a:prstGeom>
          <a:noFill/>
        </p:spPr>
        <p:txBody>
          <a:bodyPr wrap="square" rtlCol="0">
            <a:spAutoFit/>
          </a:bodyPr>
          <a:lstStyle/>
          <a:p>
            <a:pPr algn="ctr"/>
            <a:r>
              <a:rPr lang="en-US" sz="2400" dirty="0"/>
              <a:t>BESE plantings</a:t>
            </a:r>
          </a:p>
        </p:txBody>
      </p:sp>
      <p:sp>
        <p:nvSpPr>
          <p:cNvPr id="4" name="TextBox 3">
            <a:extLst>
              <a:ext uri="{FF2B5EF4-FFF2-40B4-BE49-F238E27FC236}">
                <a16:creationId xmlns:a16="http://schemas.microsoft.com/office/drawing/2014/main" id="{6581EAAB-F382-E4EA-A424-5EE276404A14}"/>
              </a:ext>
            </a:extLst>
          </p:cNvPr>
          <p:cNvSpPr txBox="1"/>
          <p:nvPr/>
        </p:nvSpPr>
        <p:spPr>
          <a:xfrm>
            <a:off x="5525630" y="167478"/>
            <a:ext cx="5139443" cy="276999"/>
          </a:xfrm>
          <a:prstGeom prst="rect">
            <a:avLst/>
          </a:prstGeom>
          <a:noFill/>
        </p:spPr>
        <p:txBody>
          <a:bodyPr wrap="square">
            <a:spAutoFit/>
          </a:bodyPr>
          <a:lstStyle/>
          <a:p>
            <a:r>
              <a:rPr lang="en-US" sz="1200" dirty="0">
                <a:solidFill>
                  <a:srgbClr val="C00000"/>
                </a:solidFill>
              </a:rPr>
              <a:t>Meeting notes:  “Dumas donor source successful. Dupont Wharf failed”</a:t>
            </a:r>
            <a:endParaRPr lang="en-US" sz="1200" dirty="0"/>
          </a:p>
        </p:txBody>
      </p:sp>
      <p:pic>
        <p:nvPicPr>
          <p:cNvPr id="8" name="Picture 7">
            <a:extLst>
              <a:ext uri="{FF2B5EF4-FFF2-40B4-BE49-F238E27FC236}">
                <a16:creationId xmlns:a16="http://schemas.microsoft.com/office/drawing/2014/main" id="{0233E335-C450-397E-1EF8-257E0D5578BA}"/>
              </a:ext>
            </a:extLst>
          </p:cNvPr>
          <p:cNvPicPr>
            <a:picLocks noChangeAspect="1"/>
          </p:cNvPicPr>
          <p:nvPr/>
        </p:nvPicPr>
        <p:blipFill>
          <a:blip r:embed="rId2"/>
          <a:stretch>
            <a:fillRect/>
          </a:stretch>
        </p:blipFill>
        <p:spPr>
          <a:xfrm>
            <a:off x="1996655" y="1334893"/>
            <a:ext cx="6688004" cy="5355629"/>
          </a:xfrm>
          <a:prstGeom prst="rect">
            <a:avLst/>
          </a:prstGeom>
        </p:spPr>
      </p:pic>
      <p:sp>
        <p:nvSpPr>
          <p:cNvPr id="9" name="Left Bracket 8">
            <a:extLst>
              <a:ext uri="{FF2B5EF4-FFF2-40B4-BE49-F238E27FC236}">
                <a16:creationId xmlns:a16="http://schemas.microsoft.com/office/drawing/2014/main" id="{7757D6B0-BBBC-E29A-89F7-1A4D8D243D9B}"/>
              </a:ext>
            </a:extLst>
          </p:cNvPr>
          <p:cNvSpPr/>
          <p:nvPr/>
        </p:nvSpPr>
        <p:spPr>
          <a:xfrm rot="5400000">
            <a:off x="4995600" y="-1574981"/>
            <a:ext cx="123080" cy="5512003"/>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452E4C49-53BC-6DA4-B396-1AE81EFA0AF4}"/>
              </a:ext>
            </a:extLst>
          </p:cNvPr>
          <p:cNvSpPr txBox="1"/>
          <p:nvPr/>
        </p:nvSpPr>
        <p:spPr>
          <a:xfrm>
            <a:off x="4602176" y="843517"/>
            <a:ext cx="1846907" cy="276999"/>
          </a:xfrm>
          <a:prstGeom prst="rect">
            <a:avLst/>
          </a:prstGeom>
          <a:noFill/>
        </p:spPr>
        <p:txBody>
          <a:bodyPr wrap="square" rtlCol="0">
            <a:spAutoFit/>
          </a:bodyPr>
          <a:lstStyle/>
          <a:p>
            <a:r>
              <a:rPr lang="en-US" sz="1200" dirty="0">
                <a:solidFill>
                  <a:srgbClr val="C00000"/>
                </a:solidFill>
              </a:rPr>
              <a:t>BESE plantings</a:t>
            </a:r>
          </a:p>
        </p:txBody>
      </p:sp>
      <p:sp>
        <p:nvSpPr>
          <p:cNvPr id="12" name="Left Bracket 11">
            <a:extLst>
              <a:ext uri="{FF2B5EF4-FFF2-40B4-BE49-F238E27FC236}">
                <a16:creationId xmlns:a16="http://schemas.microsoft.com/office/drawing/2014/main" id="{AE270AF1-D12B-B4F1-1B61-F4CDF30A6D30}"/>
              </a:ext>
            </a:extLst>
          </p:cNvPr>
          <p:cNvSpPr/>
          <p:nvPr/>
        </p:nvSpPr>
        <p:spPr>
          <a:xfrm rot="5400000">
            <a:off x="8144694" y="901009"/>
            <a:ext cx="123081" cy="608044"/>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5DD9AE69-8C1D-6DB4-E4C6-C537180F2703}"/>
              </a:ext>
            </a:extLst>
          </p:cNvPr>
          <p:cNvSpPr txBox="1"/>
          <p:nvPr/>
        </p:nvSpPr>
        <p:spPr>
          <a:xfrm>
            <a:off x="7902212" y="647664"/>
            <a:ext cx="1846907" cy="461665"/>
          </a:xfrm>
          <a:prstGeom prst="rect">
            <a:avLst/>
          </a:prstGeom>
          <a:noFill/>
        </p:spPr>
        <p:txBody>
          <a:bodyPr wrap="square" rtlCol="0">
            <a:spAutoFit/>
          </a:bodyPr>
          <a:lstStyle/>
          <a:p>
            <a:r>
              <a:rPr lang="en-US" sz="1200" dirty="0">
                <a:solidFill>
                  <a:srgbClr val="C00000"/>
                </a:solidFill>
              </a:rPr>
              <a:t>Count of monitoring records</a:t>
            </a:r>
          </a:p>
        </p:txBody>
      </p:sp>
      <p:cxnSp>
        <p:nvCxnSpPr>
          <p:cNvPr id="16" name="Straight Connector 15">
            <a:extLst>
              <a:ext uri="{FF2B5EF4-FFF2-40B4-BE49-F238E27FC236}">
                <a16:creationId xmlns:a16="http://schemas.microsoft.com/office/drawing/2014/main" id="{8DF0528C-1446-E67C-54FB-E7E72D6E529A}"/>
              </a:ext>
            </a:extLst>
          </p:cNvPr>
          <p:cNvCxnSpPr/>
          <p:nvPr/>
        </p:nvCxnSpPr>
        <p:spPr>
          <a:xfrm>
            <a:off x="1602463" y="4012707"/>
            <a:ext cx="8664167" cy="0"/>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7" name="Right Bracket 16">
            <a:extLst>
              <a:ext uri="{FF2B5EF4-FFF2-40B4-BE49-F238E27FC236}">
                <a16:creationId xmlns:a16="http://schemas.microsoft.com/office/drawing/2014/main" id="{43B54AA1-DD4A-1C18-3E1D-1A2A65383BBC}"/>
              </a:ext>
            </a:extLst>
          </p:cNvPr>
          <p:cNvSpPr/>
          <p:nvPr/>
        </p:nvSpPr>
        <p:spPr>
          <a:xfrm>
            <a:off x="8825665" y="1492024"/>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B2ACA2C6-B3E5-73FB-A972-9AD3A6205500}"/>
              </a:ext>
            </a:extLst>
          </p:cNvPr>
          <p:cNvSpPr/>
          <p:nvPr/>
        </p:nvSpPr>
        <p:spPr>
          <a:xfrm>
            <a:off x="8876191" y="4105040"/>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20B5028-1297-670A-69B8-DB3549547B65}"/>
              </a:ext>
            </a:extLst>
          </p:cNvPr>
          <p:cNvSpPr txBox="1"/>
          <p:nvPr/>
        </p:nvSpPr>
        <p:spPr>
          <a:xfrm>
            <a:off x="8977243" y="2258302"/>
            <a:ext cx="1846907" cy="276999"/>
          </a:xfrm>
          <a:prstGeom prst="rect">
            <a:avLst/>
          </a:prstGeom>
          <a:noFill/>
        </p:spPr>
        <p:txBody>
          <a:bodyPr wrap="square" rtlCol="0">
            <a:spAutoFit/>
          </a:bodyPr>
          <a:lstStyle/>
          <a:p>
            <a:r>
              <a:rPr lang="en-US" sz="1200" dirty="0">
                <a:solidFill>
                  <a:srgbClr val="C00000"/>
                </a:solidFill>
              </a:rPr>
              <a:t>Dupont Wharf donor site</a:t>
            </a:r>
          </a:p>
        </p:txBody>
      </p:sp>
      <p:sp>
        <p:nvSpPr>
          <p:cNvPr id="23" name="TextBox 22">
            <a:extLst>
              <a:ext uri="{FF2B5EF4-FFF2-40B4-BE49-F238E27FC236}">
                <a16:creationId xmlns:a16="http://schemas.microsoft.com/office/drawing/2014/main" id="{E5994538-B0F6-DBBD-5AC9-CA9F1FFEF14F}"/>
              </a:ext>
            </a:extLst>
          </p:cNvPr>
          <p:cNvSpPr txBox="1"/>
          <p:nvPr/>
        </p:nvSpPr>
        <p:spPr>
          <a:xfrm>
            <a:off x="9078851" y="4924695"/>
            <a:ext cx="1846907" cy="276999"/>
          </a:xfrm>
          <a:prstGeom prst="rect">
            <a:avLst/>
          </a:prstGeom>
          <a:noFill/>
        </p:spPr>
        <p:txBody>
          <a:bodyPr wrap="square" rtlCol="0">
            <a:spAutoFit/>
          </a:bodyPr>
          <a:lstStyle/>
          <a:p>
            <a:r>
              <a:rPr lang="en-US" sz="1200" dirty="0">
                <a:solidFill>
                  <a:srgbClr val="C00000"/>
                </a:solidFill>
              </a:rPr>
              <a:t>Dumas Bay donor site</a:t>
            </a:r>
          </a:p>
        </p:txBody>
      </p:sp>
      <p:sp>
        <p:nvSpPr>
          <p:cNvPr id="3" name="TextBox 2">
            <a:extLst>
              <a:ext uri="{FF2B5EF4-FFF2-40B4-BE49-F238E27FC236}">
                <a16:creationId xmlns:a16="http://schemas.microsoft.com/office/drawing/2014/main" id="{EE2B35F7-B0FD-9449-D8FB-7A3A85E6FA90}"/>
              </a:ext>
            </a:extLst>
          </p:cNvPr>
          <p:cNvSpPr txBox="1"/>
          <p:nvPr/>
        </p:nvSpPr>
        <p:spPr>
          <a:xfrm>
            <a:off x="9711320" y="5490114"/>
            <a:ext cx="2428875" cy="276999"/>
          </a:xfrm>
          <a:prstGeom prst="rect">
            <a:avLst/>
          </a:prstGeom>
          <a:noFill/>
        </p:spPr>
        <p:txBody>
          <a:bodyPr wrap="square" rtlCol="0">
            <a:spAutoFit/>
          </a:bodyPr>
          <a:lstStyle/>
          <a:p>
            <a:r>
              <a:rPr lang="en-US" sz="1200" i="1" dirty="0">
                <a:solidFill>
                  <a:srgbClr val="C00000"/>
                </a:solidFill>
              </a:rPr>
              <a:t>Notes:  “setup was incorrect”</a:t>
            </a:r>
          </a:p>
        </p:txBody>
      </p:sp>
    </p:spTree>
    <p:extLst>
      <p:ext uri="{BB962C8B-B14F-4D97-AF65-F5344CB8AC3E}">
        <p14:creationId xmlns:p14="http://schemas.microsoft.com/office/powerpoint/2010/main" val="7068071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ACDEF8-ED42-753D-498A-8EEB889BD38A}"/>
              </a:ext>
            </a:extLst>
          </p:cNvPr>
          <p:cNvPicPr>
            <a:picLocks noChangeAspect="1"/>
          </p:cNvPicPr>
          <p:nvPr/>
        </p:nvPicPr>
        <p:blipFill>
          <a:blip r:embed="rId2"/>
          <a:stretch>
            <a:fillRect/>
          </a:stretch>
        </p:blipFill>
        <p:spPr>
          <a:xfrm>
            <a:off x="1403520" y="2374289"/>
            <a:ext cx="7394969" cy="3303700"/>
          </a:xfrm>
          <a:prstGeom prst="rect">
            <a:avLst/>
          </a:prstGeom>
        </p:spPr>
      </p:pic>
      <p:sp>
        <p:nvSpPr>
          <p:cNvPr id="7" name="TextBox 6">
            <a:extLst>
              <a:ext uri="{FF2B5EF4-FFF2-40B4-BE49-F238E27FC236}">
                <a16:creationId xmlns:a16="http://schemas.microsoft.com/office/drawing/2014/main" id="{9B7FE3BB-59BC-FA06-5268-2B17B5A167D3}"/>
              </a:ext>
            </a:extLst>
          </p:cNvPr>
          <p:cNvSpPr txBox="1"/>
          <p:nvPr/>
        </p:nvSpPr>
        <p:spPr>
          <a:xfrm>
            <a:off x="977774" y="75144"/>
            <a:ext cx="3974473" cy="461665"/>
          </a:xfrm>
          <a:prstGeom prst="rect">
            <a:avLst/>
          </a:prstGeom>
          <a:noFill/>
        </p:spPr>
        <p:txBody>
          <a:bodyPr wrap="square" rtlCol="0">
            <a:spAutoFit/>
          </a:bodyPr>
          <a:lstStyle/>
          <a:p>
            <a:pPr algn="ctr"/>
            <a:r>
              <a:rPr lang="en-US" sz="2400" dirty="0"/>
              <a:t>Grid (“methods”) plantings</a:t>
            </a:r>
          </a:p>
        </p:txBody>
      </p:sp>
      <p:sp>
        <p:nvSpPr>
          <p:cNvPr id="2" name="TextBox 1">
            <a:extLst>
              <a:ext uri="{FF2B5EF4-FFF2-40B4-BE49-F238E27FC236}">
                <a16:creationId xmlns:a16="http://schemas.microsoft.com/office/drawing/2014/main" id="{71183430-16FA-53E2-02EA-677AC5AD0FEA}"/>
              </a:ext>
            </a:extLst>
          </p:cNvPr>
          <p:cNvSpPr txBox="1"/>
          <p:nvPr/>
        </p:nvSpPr>
        <p:spPr>
          <a:xfrm>
            <a:off x="9039497" y="1349829"/>
            <a:ext cx="2281646" cy="523220"/>
          </a:xfrm>
          <a:prstGeom prst="rect">
            <a:avLst/>
          </a:prstGeom>
          <a:noFill/>
        </p:spPr>
        <p:txBody>
          <a:bodyPr wrap="square" rtlCol="0">
            <a:spAutoFit/>
          </a:bodyPr>
          <a:lstStyle/>
          <a:p>
            <a:r>
              <a:rPr lang="en-US" sz="1400" dirty="0">
                <a:solidFill>
                  <a:srgbClr val="C00000"/>
                </a:solidFill>
              </a:rPr>
              <a:t>count of monitoring records</a:t>
            </a:r>
          </a:p>
        </p:txBody>
      </p:sp>
      <p:sp>
        <p:nvSpPr>
          <p:cNvPr id="4" name="Freeform 3">
            <a:extLst>
              <a:ext uri="{FF2B5EF4-FFF2-40B4-BE49-F238E27FC236}">
                <a16:creationId xmlns:a16="http://schemas.microsoft.com/office/drawing/2014/main" id="{7731CF46-8193-96DC-215C-16C373F46B8A}"/>
              </a:ext>
            </a:extLst>
          </p:cNvPr>
          <p:cNvSpPr/>
          <p:nvPr/>
        </p:nvSpPr>
        <p:spPr>
          <a:xfrm>
            <a:off x="8168640" y="1593669"/>
            <a:ext cx="844731" cy="705394"/>
          </a:xfrm>
          <a:custGeom>
            <a:avLst/>
            <a:gdLst>
              <a:gd name="csX0" fmla="*/ 844731 w 844731"/>
              <a:gd name="csY0" fmla="*/ 0 h 705394"/>
              <a:gd name="csX1" fmla="*/ 0 w 844731"/>
              <a:gd name="csY1" fmla="*/ 705394 h 705394"/>
              <a:gd name="csX0" fmla="*/ 844731 w 844731"/>
              <a:gd name="csY0" fmla="*/ 0 h 705394"/>
              <a:gd name="csX1" fmla="*/ 0 w 844731"/>
              <a:gd name="csY1" fmla="*/ 705394 h 705394"/>
              <a:gd name="csX0" fmla="*/ 844731 w 844731"/>
              <a:gd name="csY0" fmla="*/ 0 h 705394"/>
              <a:gd name="csX1" fmla="*/ 0 w 844731"/>
              <a:gd name="csY1" fmla="*/ 705394 h 705394"/>
            </a:gdLst>
            <a:ahLst/>
            <a:cxnLst>
              <a:cxn ang="0">
                <a:pos x="csX0" y="csY0"/>
              </a:cxn>
              <a:cxn ang="0">
                <a:pos x="csX1" y="csY1"/>
              </a:cxn>
            </a:cxnLst>
            <a:rect l="l" t="t" r="r" b="b"/>
            <a:pathLst>
              <a:path w="844731" h="705394">
                <a:moveTo>
                  <a:pt x="844731" y="0"/>
                </a:moveTo>
                <a:cubicBezTo>
                  <a:pt x="493486" y="26125"/>
                  <a:pt x="11612" y="365760"/>
                  <a:pt x="0" y="705394"/>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634006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1358794807"/>
              </p:ext>
            </p:extLst>
          </p:nvPr>
        </p:nvGraphicFramePr>
        <p:xfrm>
          <a:off x="824769" y="112936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216945" y="161717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774675" y="4065581"/>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51849" y="103417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
        <p:nvSpPr>
          <p:cNvPr id="6" name="TextBox 5">
            <a:extLst>
              <a:ext uri="{FF2B5EF4-FFF2-40B4-BE49-F238E27FC236}">
                <a16:creationId xmlns:a16="http://schemas.microsoft.com/office/drawing/2014/main" id="{2BA01840-9107-E835-0AA0-07BEBDAADE76}"/>
              </a:ext>
            </a:extLst>
          </p:cNvPr>
          <p:cNvSpPr txBox="1"/>
          <p:nvPr/>
        </p:nvSpPr>
        <p:spPr>
          <a:xfrm>
            <a:off x="1511929" y="5767057"/>
            <a:ext cx="8899556" cy="923330"/>
          </a:xfrm>
          <a:prstGeom prst="rect">
            <a:avLst/>
          </a:prstGeom>
          <a:noFill/>
          <a:ln>
            <a:solidFill>
              <a:schemeClr val="bg1">
                <a:lumMod val="65000"/>
              </a:schemeClr>
            </a:solidFill>
          </a:ln>
        </p:spPr>
        <p:txBody>
          <a:bodyPr wrap="square" rtlCol="0">
            <a:spAutoFit/>
          </a:bodyPr>
          <a:lstStyle/>
          <a:p>
            <a:r>
              <a:rPr lang="en-US" dirty="0"/>
              <a:t>Changed equation in column C (</a:t>
            </a:r>
            <a:r>
              <a:rPr lang="en-US" dirty="0" err="1"/>
              <a:t>planting_location_code</a:t>
            </a:r>
            <a:r>
              <a:rPr lang="en-US" dirty="0"/>
              <a:t>) to extend lookup table:</a:t>
            </a:r>
          </a:p>
          <a:p>
            <a:r>
              <a:rPr lang="en-US" dirty="0"/>
              <a:t>=VLOOKUP(B4,'lookup table'!$A$2:$C$</a:t>
            </a:r>
            <a:r>
              <a:rPr lang="en-US" dirty="0">
                <a:solidFill>
                  <a:srgbClr val="FF0000"/>
                </a:solidFill>
              </a:rPr>
              <a:t>285</a:t>
            </a:r>
            <a:r>
              <a:rPr lang="en-US" dirty="0"/>
              <a:t>,2,FALSE)  -  previous</a:t>
            </a:r>
          </a:p>
          <a:p>
            <a:r>
              <a:rPr lang="en-US" dirty="0"/>
              <a:t>=VLOOKUP(B4,'lookup table'!$A$2:$C$</a:t>
            </a:r>
            <a:r>
              <a:rPr lang="en-US" dirty="0">
                <a:solidFill>
                  <a:srgbClr val="FF0000"/>
                </a:solidFill>
              </a:rPr>
              <a:t>400</a:t>
            </a:r>
            <a:r>
              <a:rPr lang="en-US" dirty="0"/>
              <a:t>,2,FALSE) - updated</a:t>
            </a:r>
          </a:p>
        </p:txBody>
      </p:sp>
    </p:spTree>
    <p:extLst>
      <p:ext uri="{BB962C8B-B14F-4D97-AF65-F5344CB8AC3E}">
        <p14:creationId xmlns:p14="http://schemas.microsoft.com/office/powerpoint/2010/main" val="31343024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43610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22829</TotalTime>
  <Words>4121</Words>
  <Application>Microsoft Office PowerPoint</Application>
  <PresentationFormat>Widescreen</PresentationFormat>
  <Paragraphs>955</Paragraphs>
  <Slides>68</Slides>
  <Notes>0</Notes>
  <HiddenSlides>0</HiddenSlides>
  <MMClips>0</MMClips>
  <ScaleCrop>false</ScaleCrop>
  <HeadingPairs>
    <vt:vector size="4" baseType="variant">
      <vt:variant>
        <vt:lpstr>Theme</vt:lpstr>
      </vt:variant>
      <vt:variant>
        <vt:i4>1</vt:i4>
      </vt:variant>
      <vt:variant>
        <vt:lpstr>Slide Titles</vt:lpstr>
      </vt:variant>
      <vt:variant>
        <vt:i4>68</vt:i4>
      </vt:variant>
    </vt:vector>
  </HeadingPairs>
  <TitlesOfParts>
    <vt:vector size="69"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Pete Dowty</cp:lastModifiedBy>
  <cp:revision>36</cp:revision>
  <dcterms:created xsi:type="dcterms:W3CDTF">2026-02-18T17:07:24Z</dcterms:created>
  <dcterms:modified xsi:type="dcterms:W3CDTF">2026-07-19T15:49:06Z</dcterms:modified>
  <cp:category/>
</cp:coreProperties>
</file>