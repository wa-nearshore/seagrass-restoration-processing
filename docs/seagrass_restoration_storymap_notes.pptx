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0" r:id="rId3"/>
    <p:sldId id="287" r:id="rId4"/>
    <p:sldId id="281" r:id="rId5"/>
    <p:sldId id="283" r:id="rId6"/>
    <p:sldId id="284" r:id="rId7"/>
    <p:sldId id="288" r:id="rId8"/>
    <p:sldId id="289" r:id="rId9"/>
    <p:sldId id="273" r:id="rId10"/>
    <p:sldId id="271" r:id="rId11"/>
    <p:sldId id="272" r:id="rId12"/>
    <p:sldId id="276" r:id="rId13"/>
    <p:sldId id="277" r:id="rId14"/>
    <p:sldId id="274" r:id="rId15"/>
    <p:sldId id="278" r:id="rId16"/>
    <p:sldId id="280" r:id="rId17"/>
    <p:sldId id="286" r:id="rId18"/>
    <p:sldId id="282" r:id="rId19"/>
    <p:sldId id="285" r:id="rId20"/>
    <p:sldId id="275" r:id="rId21"/>
    <p:sldId id="270" r:id="rId22"/>
    <p:sldId id="265" r:id="rId23"/>
    <p:sldId id="268" r:id="rId24"/>
    <p:sldId id="269" r:id="rId25"/>
    <p:sldId id="267" r:id="rId26"/>
    <p:sldId id="266" r:id="rId27"/>
    <p:sldId id="257" r:id="rId28"/>
    <p:sldId id="258" r:id="rId29"/>
    <p:sldId id="259" r:id="rId30"/>
    <p:sldId id="260" r:id="rId31"/>
    <p:sldId id="261" r:id="rId32"/>
    <p:sldId id="262" r:id="rId33"/>
    <p:sldId id="263" r:id="rId34"/>
    <p:sldId id="26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E600"/>
    <a:srgbClr val="006300"/>
    <a:srgbClr val="FB7700"/>
    <a:srgbClr val="FFFFCC"/>
    <a:srgbClr val="F9DAC7"/>
    <a:srgbClr val="FF8585"/>
    <a:srgbClr val="FCEDE4"/>
    <a:srgbClr val="DCEEF5"/>
    <a:srgbClr val="DBF0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931DA2-A1BB-D849-9D0E-D4685976966C}" v="5" dt="2026-05-18T05:17:58.4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39" autoAdjust="0"/>
    <p:restoredTop sz="96182" autoAdjust="0"/>
  </p:normalViewPr>
  <p:slideViewPr>
    <p:cSldViewPr snapToGrid="0">
      <p:cViewPr varScale="1">
        <p:scale>
          <a:sx n="95" d="100"/>
          <a:sy n="95" d="100"/>
        </p:scale>
        <p:origin x="624" y="306"/>
      </p:cViewPr>
      <p:guideLst>
        <p:guide orient="horz" pos="24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pc:chgData name="DOWTY, PETER (DNR)" userId="01cf875a-4e15-4928-8f93-7a0dfa1efb6b" providerId="ADAL" clId="{660F8803-2738-5EFD-95AE-06E7480F19FB}" dt="2026-05-18T05:27:18.121" v="4875" actId="20577"/>
      <pc:docMkLst>
        <pc:docMk/>
      </pc:docMkLst>
      <pc:sldChg chg="addSp modSp mod">
        <pc:chgData name="DOWTY, PETER (DNR)" userId="01cf875a-4e15-4928-8f93-7a0dfa1efb6b" providerId="ADAL" clId="{660F8803-2738-5EFD-95AE-06E7480F19FB}" dt="2026-05-18T04:43:34.279" v="3395" actId="1076"/>
        <pc:sldMkLst>
          <pc:docMk/>
          <pc:sldMk cId="4075092185" sldId="256"/>
        </pc:sldMkLst>
        <pc:spChg chg="mod">
          <ac:chgData name="DOWTY, PETER (DNR)" userId="01cf875a-4e15-4928-8f93-7a0dfa1efb6b" providerId="ADAL" clId="{660F8803-2738-5EFD-95AE-06E7480F19FB}" dt="2026-05-18T04:25:18.965" v="2914" actId="1076"/>
          <ac:spMkLst>
            <pc:docMk/>
            <pc:sldMk cId="4075092185" sldId="256"/>
            <ac:spMk id="2" creationId="{09D9C740-84B6-4D7A-E556-A418783A3B6E}"/>
          </ac:spMkLst>
        </pc:spChg>
        <pc:spChg chg="add mod">
          <ac:chgData name="DOWTY, PETER (DNR)" userId="01cf875a-4e15-4928-8f93-7a0dfa1efb6b" providerId="ADAL" clId="{660F8803-2738-5EFD-95AE-06E7480F19FB}" dt="2026-05-18T04:25:34.823" v="2919" actId="404"/>
          <ac:spMkLst>
            <pc:docMk/>
            <pc:sldMk cId="4075092185" sldId="256"/>
            <ac:spMk id="3" creationId="{80D427EA-515C-42E8-0F11-2CA483D989DD}"/>
          </ac:spMkLst>
        </pc:spChg>
        <pc:spChg chg="mod">
          <ac:chgData name="DOWTY, PETER (DNR)" userId="01cf875a-4e15-4928-8f93-7a0dfa1efb6b" providerId="ADAL" clId="{660F8803-2738-5EFD-95AE-06E7480F19FB}" dt="2026-05-18T04:24:49.877" v="2909" actId="1076"/>
          <ac:spMkLst>
            <pc:docMk/>
            <pc:sldMk cId="4075092185" sldId="256"/>
            <ac:spMk id="4" creationId="{1847B410-6469-B0AA-0A06-F9C98A65C528}"/>
          </ac:spMkLst>
        </pc:spChg>
        <pc:spChg chg="add mod">
          <ac:chgData name="DOWTY, PETER (DNR)" userId="01cf875a-4e15-4928-8f93-7a0dfa1efb6b" providerId="ADAL" clId="{660F8803-2738-5EFD-95AE-06E7480F19FB}" dt="2026-05-18T04:43:34.279" v="3395" actId="1076"/>
          <ac:spMkLst>
            <pc:docMk/>
            <pc:sldMk cId="4075092185" sldId="256"/>
            <ac:spMk id="8" creationId="{66125D79-D5D1-B96E-F44D-2D380737DC4C}"/>
          </ac:spMkLst>
        </pc:spChg>
        <pc:cxnChg chg="add mod">
          <ac:chgData name="DOWTY, PETER (DNR)" userId="01cf875a-4e15-4928-8f93-7a0dfa1efb6b" providerId="ADAL" clId="{660F8803-2738-5EFD-95AE-06E7480F19FB}" dt="2026-05-18T04:25:13.698" v="2913" actId="208"/>
          <ac:cxnSpMkLst>
            <pc:docMk/>
            <pc:sldMk cId="4075092185" sldId="256"/>
            <ac:cxnSpMk id="6" creationId="{4FCC9823-47F7-8202-1DFE-396552632690}"/>
          </ac:cxnSpMkLst>
        </pc:cxnChg>
        <pc:cxnChg chg="add mod">
          <ac:chgData name="DOWTY, PETER (DNR)" userId="01cf875a-4e15-4928-8f93-7a0dfa1efb6b" providerId="ADAL" clId="{660F8803-2738-5EFD-95AE-06E7480F19FB}" dt="2026-05-18T04:25:25.494" v="2916" actId="1076"/>
          <ac:cxnSpMkLst>
            <pc:docMk/>
            <pc:sldMk cId="4075092185" sldId="256"/>
            <ac:cxnSpMk id="7" creationId="{1ECE7C3B-7B32-4C71-AA74-C6F14E5B974E}"/>
          </ac:cxnSpMkLst>
        </pc:cxnChg>
      </pc:sldChg>
      <pc:sldChg chg="addSp delSp modSp mod">
        <pc:chgData name="DOWTY, PETER (DNR)" userId="01cf875a-4e15-4928-8f93-7a0dfa1efb6b" providerId="ADAL" clId="{660F8803-2738-5EFD-95AE-06E7480F19FB}" dt="2026-05-18T05:01:54.749" v="3998" actId="14100"/>
        <pc:sldMkLst>
          <pc:docMk/>
          <pc:sldMk cId="2532653130" sldId="281"/>
        </pc:sldMkLst>
        <pc:spChg chg="add mod">
          <ac:chgData name="DOWTY, PETER (DNR)" userId="01cf875a-4e15-4928-8f93-7a0dfa1efb6b" providerId="ADAL" clId="{660F8803-2738-5EFD-95AE-06E7480F19FB}" dt="2026-05-18T05:01:54.749" v="3998" actId="14100"/>
          <ac:spMkLst>
            <pc:docMk/>
            <pc:sldMk cId="2532653130" sldId="281"/>
            <ac:spMk id="4" creationId="{4D847300-D724-8AA9-EAB7-F7B0FD83CFED}"/>
          </ac:spMkLst>
        </pc:spChg>
        <pc:inkChg chg="del">
          <ac:chgData name="DOWTY, PETER (DNR)" userId="01cf875a-4e15-4928-8f93-7a0dfa1efb6b" providerId="ADAL" clId="{660F8803-2738-5EFD-95AE-06E7480F19FB}" dt="2026-05-18T04:59:34.945" v="3813" actId="478"/>
          <ac:inkMkLst>
            <pc:docMk/>
            <pc:sldMk cId="2532653130" sldId="281"/>
            <ac:inkMk id="21" creationId="{D8A0B8EB-53C8-E3F7-B43D-4136E319AAD5}"/>
          </ac:inkMkLst>
        </pc:inkChg>
        <pc:inkChg chg="del">
          <ac:chgData name="DOWTY, PETER (DNR)" userId="01cf875a-4e15-4928-8f93-7a0dfa1efb6b" providerId="ADAL" clId="{660F8803-2738-5EFD-95AE-06E7480F19FB}" dt="2026-05-18T04:59:34.945" v="3813" actId="478"/>
          <ac:inkMkLst>
            <pc:docMk/>
            <pc:sldMk cId="2532653130" sldId="281"/>
            <ac:inkMk id="27" creationId="{42E5442C-FFE1-C0FF-622A-74809BA4C7B9}"/>
          </ac:inkMkLst>
        </pc:inkChg>
        <pc:inkChg chg="del">
          <ac:chgData name="DOWTY, PETER (DNR)" userId="01cf875a-4e15-4928-8f93-7a0dfa1efb6b" providerId="ADAL" clId="{660F8803-2738-5EFD-95AE-06E7480F19FB}" dt="2026-05-18T04:59:34.945" v="3813" actId="478"/>
          <ac:inkMkLst>
            <pc:docMk/>
            <pc:sldMk cId="2532653130" sldId="281"/>
            <ac:inkMk id="47" creationId="{476A8A89-A04E-2E84-9EC0-AA4E40CAD3D9}"/>
          </ac:inkMkLst>
        </pc:inkChg>
        <pc:inkChg chg="del">
          <ac:chgData name="DOWTY, PETER (DNR)" userId="01cf875a-4e15-4928-8f93-7a0dfa1efb6b" providerId="ADAL" clId="{660F8803-2738-5EFD-95AE-06E7480F19FB}" dt="2026-05-18T04:59:34.945" v="3813" actId="478"/>
          <ac:inkMkLst>
            <pc:docMk/>
            <pc:sldMk cId="2532653130" sldId="281"/>
            <ac:inkMk id="48" creationId="{707BE003-BBB7-C5ED-C5EF-3E4ABDFA9F1E}"/>
          </ac:inkMkLst>
        </pc:inkChg>
        <pc:inkChg chg="del">
          <ac:chgData name="DOWTY, PETER (DNR)" userId="01cf875a-4e15-4928-8f93-7a0dfa1efb6b" providerId="ADAL" clId="{660F8803-2738-5EFD-95AE-06E7480F19FB}" dt="2026-05-18T04:59:34.945" v="3813" actId="478"/>
          <ac:inkMkLst>
            <pc:docMk/>
            <pc:sldMk cId="2532653130" sldId="281"/>
            <ac:inkMk id="49" creationId="{CA8F8303-B049-81AB-45B3-1E1DC9341221}"/>
          </ac:inkMkLst>
        </pc:inkChg>
        <pc:inkChg chg="del">
          <ac:chgData name="DOWTY, PETER (DNR)" userId="01cf875a-4e15-4928-8f93-7a0dfa1efb6b" providerId="ADAL" clId="{660F8803-2738-5EFD-95AE-06E7480F19FB}" dt="2026-05-18T04:59:34.945" v="3813" actId="478"/>
          <ac:inkMkLst>
            <pc:docMk/>
            <pc:sldMk cId="2532653130" sldId="281"/>
            <ac:inkMk id="58" creationId="{A2905516-1CE2-F3FA-8C6E-A8F1AC872324}"/>
          </ac:inkMkLst>
        </pc:inkChg>
      </pc:sldChg>
      <pc:sldChg chg="addSp modSp mod">
        <pc:chgData name="DOWTY, PETER (DNR)" userId="01cf875a-4e15-4928-8f93-7a0dfa1efb6b" providerId="ADAL" clId="{660F8803-2738-5EFD-95AE-06E7480F19FB}" dt="2026-05-02T14:41:10.039" v="1009" actId="20577"/>
        <pc:sldMkLst>
          <pc:docMk/>
          <pc:sldMk cId="1604616895" sldId="282"/>
        </pc:sldMkLst>
        <pc:spChg chg="add mod">
          <ac:chgData name="DOWTY, PETER (DNR)" userId="01cf875a-4e15-4928-8f93-7a0dfa1efb6b" providerId="ADAL" clId="{660F8803-2738-5EFD-95AE-06E7480F19FB}" dt="2026-05-02T14:41:10.039" v="1009" actId="20577"/>
          <ac:spMkLst>
            <pc:docMk/>
            <pc:sldMk cId="1604616895" sldId="282"/>
            <ac:spMk id="16" creationId="{36573C9A-28BB-0DDB-C716-B47D29694DD0}"/>
          </ac:spMkLst>
        </pc:spChg>
      </pc:sldChg>
      <pc:sldChg chg="addSp modSp mod">
        <pc:chgData name="DOWTY, PETER (DNR)" userId="01cf875a-4e15-4928-8f93-7a0dfa1efb6b" providerId="ADAL" clId="{660F8803-2738-5EFD-95AE-06E7480F19FB}" dt="2026-05-03T04:39:14.576" v="2266" actId="20577"/>
        <pc:sldMkLst>
          <pc:docMk/>
          <pc:sldMk cId="1689912192" sldId="283"/>
        </pc:sldMkLst>
        <pc:spChg chg="mod">
          <ac:chgData name="DOWTY, PETER (DNR)" userId="01cf875a-4e15-4928-8f93-7a0dfa1efb6b" providerId="ADAL" clId="{660F8803-2738-5EFD-95AE-06E7480F19FB}" dt="2026-05-03T04:39:14.576" v="2266" actId="20577"/>
          <ac:spMkLst>
            <pc:docMk/>
            <pc:sldMk cId="1689912192" sldId="283"/>
            <ac:spMk id="2" creationId="{C67B1F44-604B-548A-B449-4448345FC7D0}"/>
          </ac:spMkLst>
        </pc:spChg>
        <pc:spChg chg="add mod">
          <ac:chgData name="DOWTY, PETER (DNR)" userId="01cf875a-4e15-4928-8f93-7a0dfa1efb6b" providerId="ADAL" clId="{660F8803-2738-5EFD-95AE-06E7480F19FB}" dt="2026-05-03T03:50:43.348" v="1095" actId="404"/>
          <ac:spMkLst>
            <pc:docMk/>
            <pc:sldMk cId="1689912192" sldId="283"/>
            <ac:spMk id="3" creationId="{A7344F54-C7AF-86C7-9C43-2B16D0B595C7}"/>
          </ac:spMkLst>
        </pc:spChg>
      </pc:sldChg>
      <pc:sldChg chg="addSp delSp modSp mod">
        <pc:chgData name="DOWTY, PETER (DNR)" userId="01cf875a-4e15-4928-8f93-7a0dfa1efb6b" providerId="ADAL" clId="{660F8803-2738-5EFD-95AE-06E7480F19FB}" dt="2026-05-03T18:27:32.963" v="2576" actId="1076"/>
        <pc:sldMkLst>
          <pc:docMk/>
          <pc:sldMk cId="3033079533" sldId="284"/>
        </pc:sldMkLst>
        <pc:spChg chg="add mod">
          <ac:chgData name="DOWTY, PETER (DNR)" userId="01cf875a-4e15-4928-8f93-7a0dfa1efb6b" providerId="ADAL" clId="{660F8803-2738-5EFD-95AE-06E7480F19FB}" dt="2026-05-03T14:38:30.748" v="2548" actId="1076"/>
          <ac:spMkLst>
            <pc:docMk/>
            <pc:sldMk cId="3033079533" sldId="284"/>
            <ac:spMk id="3" creationId="{F71A677C-3FA3-76D3-3133-A2596D1D40BF}"/>
          </ac:spMkLst>
        </pc:spChg>
        <pc:spChg chg="add mod">
          <ac:chgData name="DOWTY, PETER (DNR)" userId="01cf875a-4e15-4928-8f93-7a0dfa1efb6b" providerId="ADAL" clId="{660F8803-2738-5EFD-95AE-06E7480F19FB}" dt="2026-05-03T14:34:28.768" v="2504" actId="404"/>
          <ac:spMkLst>
            <pc:docMk/>
            <pc:sldMk cId="3033079533" sldId="284"/>
            <ac:spMk id="4" creationId="{EC918C2C-6333-40F1-A4B4-F93CAF543DC6}"/>
          </ac:spMkLst>
        </pc:spChg>
        <pc:spChg chg="add mod">
          <ac:chgData name="DOWTY, PETER (DNR)" userId="01cf875a-4e15-4928-8f93-7a0dfa1efb6b" providerId="ADAL" clId="{660F8803-2738-5EFD-95AE-06E7480F19FB}" dt="2026-05-03T14:34:28.768" v="2504" actId="404"/>
          <ac:spMkLst>
            <pc:docMk/>
            <pc:sldMk cId="3033079533" sldId="284"/>
            <ac:spMk id="5" creationId="{256F4C86-65E1-27DB-2B20-1E4E19092C8B}"/>
          </ac:spMkLst>
        </pc:spChg>
        <pc:spChg chg="add mod">
          <ac:chgData name="DOWTY, PETER (DNR)" userId="01cf875a-4e15-4928-8f93-7a0dfa1efb6b" providerId="ADAL" clId="{660F8803-2738-5EFD-95AE-06E7480F19FB}" dt="2026-05-03T14:34:28.768" v="2504" actId="404"/>
          <ac:spMkLst>
            <pc:docMk/>
            <pc:sldMk cId="3033079533" sldId="284"/>
            <ac:spMk id="6" creationId="{9AB0CAD2-7B5B-D303-CA00-8970CA423417}"/>
          </ac:spMkLst>
        </pc:spChg>
        <pc:spChg chg="add mod">
          <ac:chgData name="DOWTY, PETER (DNR)" userId="01cf875a-4e15-4928-8f93-7a0dfa1efb6b" providerId="ADAL" clId="{660F8803-2738-5EFD-95AE-06E7480F19FB}" dt="2026-05-03T14:34:28.768" v="2504" actId="404"/>
          <ac:spMkLst>
            <pc:docMk/>
            <pc:sldMk cId="3033079533" sldId="284"/>
            <ac:spMk id="8" creationId="{45F1DE8D-2634-DE88-699C-5E5C82B53CB4}"/>
          </ac:spMkLst>
        </pc:spChg>
        <pc:spChg chg="add mod">
          <ac:chgData name="DOWTY, PETER (DNR)" userId="01cf875a-4e15-4928-8f93-7a0dfa1efb6b" providerId="ADAL" clId="{660F8803-2738-5EFD-95AE-06E7480F19FB}" dt="2026-05-03T14:34:28.768" v="2504" actId="404"/>
          <ac:spMkLst>
            <pc:docMk/>
            <pc:sldMk cId="3033079533" sldId="284"/>
            <ac:spMk id="9" creationId="{316A2CA4-13C8-AA8F-952C-692DD3CB2043}"/>
          </ac:spMkLst>
        </pc:spChg>
        <pc:spChg chg="add mod">
          <ac:chgData name="DOWTY, PETER (DNR)" userId="01cf875a-4e15-4928-8f93-7a0dfa1efb6b" providerId="ADAL" clId="{660F8803-2738-5EFD-95AE-06E7480F19FB}" dt="2026-05-03T14:34:28.768" v="2504" actId="404"/>
          <ac:spMkLst>
            <pc:docMk/>
            <pc:sldMk cId="3033079533" sldId="284"/>
            <ac:spMk id="10" creationId="{CB716A90-792D-91B5-8276-A69537C932FA}"/>
          </ac:spMkLst>
        </pc:spChg>
        <pc:spChg chg="add mod">
          <ac:chgData name="DOWTY, PETER (DNR)" userId="01cf875a-4e15-4928-8f93-7a0dfa1efb6b" providerId="ADAL" clId="{660F8803-2738-5EFD-95AE-06E7480F19FB}" dt="2026-05-03T14:30:45.005" v="2501" actId="404"/>
          <ac:spMkLst>
            <pc:docMk/>
            <pc:sldMk cId="3033079533" sldId="284"/>
            <ac:spMk id="11" creationId="{BD5C7C96-B957-0EA5-CAE2-8DF8FA89CCE3}"/>
          </ac:spMkLst>
        </pc:spChg>
        <pc:spChg chg="add mod">
          <ac:chgData name="DOWTY, PETER (DNR)" userId="01cf875a-4e15-4928-8f93-7a0dfa1efb6b" providerId="ADAL" clId="{660F8803-2738-5EFD-95AE-06E7480F19FB}" dt="2026-05-03T14:35:57.512" v="2521" actId="1076"/>
          <ac:spMkLst>
            <pc:docMk/>
            <pc:sldMk cId="3033079533" sldId="284"/>
            <ac:spMk id="13" creationId="{64A0DC9E-581A-0713-6BA8-2112CF9A4098}"/>
          </ac:spMkLst>
        </pc:spChg>
        <pc:spChg chg="add mod">
          <ac:chgData name="DOWTY, PETER (DNR)" userId="01cf875a-4e15-4928-8f93-7a0dfa1efb6b" providerId="ADAL" clId="{660F8803-2738-5EFD-95AE-06E7480F19FB}" dt="2026-05-03T14:36:13.681" v="2536" actId="1076"/>
          <ac:spMkLst>
            <pc:docMk/>
            <pc:sldMk cId="3033079533" sldId="284"/>
            <ac:spMk id="14" creationId="{5C41D013-FB66-D954-A8F7-8B79ED1E7CF1}"/>
          </ac:spMkLst>
        </pc:spChg>
        <pc:spChg chg="add mod">
          <ac:chgData name="DOWTY, PETER (DNR)" userId="01cf875a-4e15-4928-8f93-7a0dfa1efb6b" providerId="ADAL" clId="{660F8803-2738-5EFD-95AE-06E7480F19FB}" dt="2026-05-03T14:36:07.990" v="2534" actId="14100"/>
          <ac:spMkLst>
            <pc:docMk/>
            <pc:sldMk cId="3033079533" sldId="284"/>
            <ac:spMk id="15" creationId="{29A7D68B-49FC-61AC-0F65-80BBA88F81B9}"/>
          </ac:spMkLst>
        </pc:spChg>
        <pc:spChg chg="add mod">
          <ac:chgData name="DOWTY, PETER (DNR)" userId="01cf875a-4e15-4928-8f93-7a0dfa1efb6b" providerId="ADAL" clId="{660F8803-2738-5EFD-95AE-06E7480F19FB}" dt="2026-05-03T14:38:27.856" v="2547" actId="1076"/>
          <ac:spMkLst>
            <pc:docMk/>
            <pc:sldMk cId="3033079533" sldId="284"/>
            <ac:spMk id="16" creationId="{9E893D2F-966D-A2BB-4AAE-EAFE7BA29E21}"/>
          </ac:spMkLst>
        </pc:spChg>
        <pc:spChg chg="add mod">
          <ac:chgData name="DOWTY, PETER (DNR)" userId="01cf875a-4e15-4928-8f93-7a0dfa1efb6b" providerId="ADAL" clId="{660F8803-2738-5EFD-95AE-06E7480F19FB}" dt="2026-05-03T14:38:06.045" v="2544" actId="1076"/>
          <ac:spMkLst>
            <pc:docMk/>
            <pc:sldMk cId="3033079533" sldId="284"/>
            <ac:spMk id="17" creationId="{272E2EAB-1DD2-04DC-3CF2-12B5BBFD5E1F}"/>
          </ac:spMkLst>
        </pc:spChg>
        <pc:spChg chg="add mod">
          <ac:chgData name="DOWTY, PETER (DNR)" userId="01cf875a-4e15-4928-8f93-7a0dfa1efb6b" providerId="ADAL" clId="{660F8803-2738-5EFD-95AE-06E7480F19FB}" dt="2026-05-03T18:26:46.821" v="2563" actId="1076"/>
          <ac:spMkLst>
            <pc:docMk/>
            <pc:sldMk cId="3033079533" sldId="284"/>
            <ac:spMk id="19" creationId="{3711DE71-03D3-EDF8-1F69-9118989B237D}"/>
          </ac:spMkLst>
        </pc:spChg>
        <pc:spChg chg="add mod">
          <ac:chgData name="DOWTY, PETER (DNR)" userId="01cf875a-4e15-4928-8f93-7a0dfa1efb6b" providerId="ADAL" clId="{660F8803-2738-5EFD-95AE-06E7480F19FB}" dt="2026-05-03T18:26:27.048" v="2561" actId="14100"/>
          <ac:spMkLst>
            <pc:docMk/>
            <pc:sldMk cId="3033079533" sldId="284"/>
            <ac:spMk id="20" creationId="{F7329826-D4C7-BEE5-773F-648AFF003D76}"/>
          </ac:spMkLst>
        </pc:spChg>
        <pc:spChg chg="add mod">
          <ac:chgData name="DOWTY, PETER (DNR)" userId="01cf875a-4e15-4928-8f93-7a0dfa1efb6b" providerId="ADAL" clId="{660F8803-2738-5EFD-95AE-06E7480F19FB}" dt="2026-05-03T18:26:21.819" v="2559" actId="1076"/>
          <ac:spMkLst>
            <pc:docMk/>
            <pc:sldMk cId="3033079533" sldId="284"/>
            <ac:spMk id="21" creationId="{266CC922-1A2E-A92B-84D0-AE461D9136BA}"/>
          </ac:spMkLst>
        </pc:spChg>
        <pc:spChg chg="add mod">
          <ac:chgData name="DOWTY, PETER (DNR)" userId="01cf875a-4e15-4928-8f93-7a0dfa1efb6b" providerId="ADAL" clId="{660F8803-2738-5EFD-95AE-06E7480F19FB}" dt="2026-05-03T18:27:03.740" v="2567" actId="1076"/>
          <ac:spMkLst>
            <pc:docMk/>
            <pc:sldMk cId="3033079533" sldId="284"/>
            <ac:spMk id="22" creationId="{62D4AB13-4CA1-D5B1-8048-F086110F9055}"/>
          </ac:spMkLst>
        </pc:spChg>
        <pc:spChg chg="add mod">
          <ac:chgData name="DOWTY, PETER (DNR)" userId="01cf875a-4e15-4928-8f93-7a0dfa1efb6b" providerId="ADAL" clId="{660F8803-2738-5EFD-95AE-06E7480F19FB}" dt="2026-05-03T18:27:03.740" v="2567" actId="1076"/>
          <ac:spMkLst>
            <pc:docMk/>
            <pc:sldMk cId="3033079533" sldId="284"/>
            <ac:spMk id="23" creationId="{05EFF757-4702-84F2-1564-3705C9635BC2}"/>
          </ac:spMkLst>
        </pc:spChg>
        <pc:spChg chg="add mod">
          <ac:chgData name="DOWTY, PETER (DNR)" userId="01cf875a-4e15-4928-8f93-7a0dfa1efb6b" providerId="ADAL" clId="{660F8803-2738-5EFD-95AE-06E7480F19FB}" dt="2026-05-03T18:27:03.740" v="2567" actId="1076"/>
          <ac:spMkLst>
            <pc:docMk/>
            <pc:sldMk cId="3033079533" sldId="284"/>
            <ac:spMk id="24" creationId="{36D3A190-7855-88FC-8C97-4E21F875DAF6}"/>
          </ac:spMkLst>
        </pc:spChg>
        <pc:spChg chg="add mod">
          <ac:chgData name="DOWTY, PETER (DNR)" userId="01cf875a-4e15-4928-8f93-7a0dfa1efb6b" providerId="ADAL" clId="{660F8803-2738-5EFD-95AE-06E7480F19FB}" dt="2026-05-03T18:27:03.740" v="2567" actId="1076"/>
          <ac:spMkLst>
            <pc:docMk/>
            <pc:sldMk cId="3033079533" sldId="284"/>
            <ac:spMk id="25" creationId="{7A295099-6C58-05B9-E63F-35BF0D79119E}"/>
          </ac:spMkLst>
        </pc:spChg>
        <pc:spChg chg="add mod">
          <ac:chgData name="DOWTY, PETER (DNR)" userId="01cf875a-4e15-4928-8f93-7a0dfa1efb6b" providerId="ADAL" clId="{660F8803-2738-5EFD-95AE-06E7480F19FB}" dt="2026-05-03T18:27:17.673" v="2571" actId="1076"/>
          <ac:spMkLst>
            <pc:docMk/>
            <pc:sldMk cId="3033079533" sldId="284"/>
            <ac:spMk id="27" creationId="{E81356C8-7A2F-AE07-F43E-BA8F14588D0E}"/>
          </ac:spMkLst>
        </pc:spChg>
        <pc:spChg chg="add mod">
          <ac:chgData name="DOWTY, PETER (DNR)" userId="01cf875a-4e15-4928-8f93-7a0dfa1efb6b" providerId="ADAL" clId="{660F8803-2738-5EFD-95AE-06E7480F19FB}" dt="2026-05-03T18:27:21.151" v="2573" actId="1076"/>
          <ac:spMkLst>
            <pc:docMk/>
            <pc:sldMk cId="3033079533" sldId="284"/>
            <ac:spMk id="28" creationId="{84C96ED6-F6BF-758C-0D97-9B07646ECDAC}"/>
          </ac:spMkLst>
        </pc:spChg>
        <pc:spChg chg="add mod">
          <ac:chgData name="DOWTY, PETER (DNR)" userId="01cf875a-4e15-4928-8f93-7a0dfa1efb6b" providerId="ADAL" clId="{660F8803-2738-5EFD-95AE-06E7480F19FB}" dt="2026-05-03T18:27:25.656" v="2575" actId="1076"/>
          <ac:spMkLst>
            <pc:docMk/>
            <pc:sldMk cId="3033079533" sldId="284"/>
            <ac:spMk id="29" creationId="{DFDAD2DD-1360-CCB8-8DF7-3CB248B433DE}"/>
          </ac:spMkLst>
        </pc:spChg>
      </pc:sldChg>
      <pc:sldChg chg="addSp modSp new mod">
        <pc:chgData name="DOWTY, PETER (DNR)" userId="01cf875a-4e15-4928-8f93-7a0dfa1efb6b" providerId="ADAL" clId="{660F8803-2738-5EFD-95AE-06E7480F19FB}" dt="2026-05-03T03:41:14.754" v="1090" actId="554"/>
        <pc:sldMkLst>
          <pc:docMk/>
          <pc:sldMk cId="1999111265" sldId="285"/>
        </pc:sldMkLst>
        <pc:spChg chg="add mod">
          <ac:chgData name="DOWTY, PETER (DNR)" userId="01cf875a-4e15-4928-8f93-7a0dfa1efb6b" providerId="ADAL" clId="{660F8803-2738-5EFD-95AE-06E7480F19FB}" dt="2026-05-03T03:39:27.260" v="1087" actId="12789"/>
          <ac:spMkLst>
            <pc:docMk/>
            <pc:sldMk cId="1999111265" sldId="285"/>
            <ac:spMk id="2" creationId="{71551766-061D-F38B-A3FA-4E9797D648E4}"/>
          </ac:spMkLst>
        </pc:spChg>
        <pc:spChg chg="add mod">
          <ac:chgData name="DOWTY, PETER (DNR)" userId="01cf875a-4e15-4928-8f93-7a0dfa1efb6b" providerId="ADAL" clId="{660F8803-2738-5EFD-95AE-06E7480F19FB}" dt="2026-05-03T03:39:27.260" v="1087" actId="12789"/>
          <ac:spMkLst>
            <pc:docMk/>
            <pc:sldMk cId="1999111265" sldId="285"/>
            <ac:spMk id="3" creationId="{2C1190B1-B0AC-0746-2F1B-931C131DBD69}"/>
          </ac:spMkLst>
        </pc:spChg>
        <pc:spChg chg="add mod">
          <ac:chgData name="DOWTY, PETER (DNR)" userId="01cf875a-4e15-4928-8f93-7a0dfa1efb6b" providerId="ADAL" clId="{660F8803-2738-5EFD-95AE-06E7480F19FB}" dt="2026-05-03T03:39:27.260" v="1087" actId="12789"/>
          <ac:spMkLst>
            <pc:docMk/>
            <pc:sldMk cId="1999111265" sldId="285"/>
            <ac:spMk id="4" creationId="{751979ED-82FB-6490-8EF8-205E6D67810F}"/>
          </ac:spMkLst>
        </pc:spChg>
        <pc:spChg chg="add mod">
          <ac:chgData name="DOWTY, PETER (DNR)" userId="01cf875a-4e15-4928-8f93-7a0dfa1efb6b" providerId="ADAL" clId="{660F8803-2738-5EFD-95AE-06E7480F19FB}" dt="2026-05-03T03:39:27.260" v="1087" actId="12789"/>
          <ac:spMkLst>
            <pc:docMk/>
            <pc:sldMk cId="1999111265" sldId="285"/>
            <ac:spMk id="5" creationId="{02C8192B-0CEF-C4EF-B1E5-317ED9B00448}"/>
          </ac:spMkLst>
        </pc:spChg>
        <pc:spChg chg="add mod">
          <ac:chgData name="DOWTY, PETER (DNR)" userId="01cf875a-4e15-4928-8f93-7a0dfa1efb6b" providerId="ADAL" clId="{660F8803-2738-5EFD-95AE-06E7480F19FB}" dt="2026-05-03T03:39:27.260" v="1087" actId="12789"/>
          <ac:spMkLst>
            <pc:docMk/>
            <pc:sldMk cId="1999111265" sldId="285"/>
            <ac:spMk id="6" creationId="{52EB91D0-A3EA-2E82-67AD-D04B19FFF579}"/>
          </ac:spMkLst>
        </pc:spChg>
        <pc:spChg chg="add mod">
          <ac:chgData name="DOWTY, PETER (DNR)" userId="01cf875a-4e15-4928-8f93-7a0dfa1efb6b" providerId="ADAL" clId="{660F8803-2738-5EFD-95AE-06E7480F19FB}" dt="2026-05-03T03:39:27.260" v="1087" actId="12789"/>
          <ac:spMkLst>
            <pc:docMk/>
            <pc:sldMk cId="1999111265" sldId="285"/>
            <ac:spMk id="7" creationId="{1A09CA6C-8844-32C1-EEFD-AB3527FF5CEA}"/>
          </ac:spMkLst>
        </pc:spChg>
        <pc:spChg chg="add mod">
          <ac:chgData name="DOWTY, PETER (DNR)" userId="01cf875a-4e15-4928-8f93-7a0dfa1efb6b" providerId="ADAL" clId="{660F8803-2738-5EFD-95AE-06E7480F19FB}" dt="2026-05-03T03:39:27.260" v="1087" actId="12789"/>
          <ac:spMkLst>
            <pc:docMk/>
            <pc:sldMk cId="1999111265" sldId="285"/>
            <ac:spMk id="8" creationId="{E3B3FEF7-E09A-3BC3-D5EC-7A94DB32F801}"/>
          </ac:spMkLst>
        </pc:spChg>
        <pc:picChg chg="add mod">
          <ac:chgData name="DOWTY, PETER (DNR)" userId="01cf875a-4e15-4928-8f93-7a0dfa1efb6b" providerId="ADAL" clId="{660F8803-2738-5EFD-95AE-06E7480F19FB}" dt="2026-05-03T03:41:14.754" v="1090" actId="554"/>
          <ac:picMkLst>
            <pc:docMk/>
            <pc:sldMk cId="1999111265" sldId="285"/>
            <ac:picMk id="9" creationId="{65810E41-C934-9949-135B-4F3A3FD869F0}"/>
          </ac:picMkLst>
        </pc:picChg>
        <pc:picChg chg="add mod">
          <ac:chgData name="DOWTY, PETER (DNR)" userId="01cf875a-4e15-4928-8f93-7a0dfa1efb6b" providerId="ADAL" clId="{660F8803-2738-5EFD-95AE-06E7480F19FB}" dt="2026-05-03T03:41:14.754" v="1090" actId="554"/>
          <ac:picMkLst>
            <pc:docMk/>
            <pc:sldMk cId="1999111265" sldId="285"/>
            <ac:picMk id="10" creationId="{7299B9E5-4F37-7B34-FB41-67C274D32675}"/>
          </ac:picMkLst>
        </pc:picChg>
        <pc:picChg chg="add mod">
          <ac:chgData name="DOWTY, PETER (DNR)" userId="01cf875a-4e15-4928-8f93-7a0dfa1efb6b" providerId="ADAL" clId="{660F8803-2738-5EFD-95AE-06E7480F19FB}" dt="2026-05-03T03:41:14.754" v="1090" actId="554"/>
          <ac:picMkLst>
            <pc:docMk/>
            <pc:sldMk cId="1999111265" sldId="285"/>
            <ac:picMk id="11" creationId="{26212B06-B6A1-2F94-A84F-EDE1E35EF20F}"/>
          </ac:picMkLst>
        </pc:picChg>
      </pc:sldChg>
      <pc:sldChg chg="addSp modSp new mod">
        <pc:chgData name="DOWTY, PETER (DNR)" userId="01cf875a-4e15-4928-8f93-7a0dfa1efb6b" providerId="ADAL" clId="{660F8803-2738-5EFD-95AE-06E7480F19FB}" dt="2026-05-18T05:27:18.121" v="4875" actId="20577"/>
        <pc:sldMkLst>
          <pc:docMk/>
          <pc:sldMk cId="593582493" sldId="290"/>
        </pc:sldMkLst>
        <pc:spChg chg="add mod">
          <ac:chgData name="DOWTY, PETER (DNR)" userId="01cf875a-4e15-4928-8f93-7a0dfa1efb6b" providerId="ADAL" clId="{660F8803-2738-5EFD-95AE-06E7480F19FB}" dt="2026-05-18T05:17:49.674" v="4539" actId="1076"/>
          <ac:spMkLst>
            <pc:docMk/>
            <pc:sldMk cId="593582493" sldId="290"/>
            <ac:spMk id="3" creationId="{155F3CDE-A5DF-8D44-CEDF-8E075B3EC095}"/>
          </ac:spMkLst>
        </pc:spChg>
        <pc:spChg chg="add mod">
          <ac:chgData name="DOWTY, PETER (DNR)" userId="01cf875a-4e15-4928-8f93-7a0dfa1efb6b" providerId="ADAL" clId="{660F8803-2738-5EFD-95AE-06E7480F19FB}" dt="2026-05-18T05:27:18.121" v="4875" actId="20577"/>
          <ac:spMkLst>
            <pc:docMk/>
            <pc:sldMk cId="593582493" sldId="290"/>
            <ac:spMk id="4" creationId="{1AB4F951-E7BB-30A2-2A06-2FE998041E91}"/>
          </ac:spMkLst>
        </pc:spChg>
      </pc:sldChg>
    </pc:docChg>
  </pc:docChgLst>
  <pc:docChgLst>
    <pc:chgData name="DOWTY, PETER (DNR)" userId="01cf875a-4e15-4928-8f93-7a0dfa1efb6b" providerId="ADAL" clId="{E9054DD1-CDF4-4BE2-A4C5-BD4B0395A89E}"/>
    <pc:docChg chg="undo custSel addSld modSld sldOrd">
      <pc:chgData name="DOWTY, PETER (DNR)" userId="01cf875a-4e15-4928-8f93-7a0dfa1efb6b" providerId="ADAL" clId="{E9054DD1-CDF4-4BE2-A4C5-BD4B0395A89E}" dt="2026-05-18T15:48:55.376" v="4556" actId="20577"/>
      <pc:docMkLst>
        <pc:docMk/>
      </pc:docMkLst>
      <pc:sldChg chg="addSp modSp mod">
        <pc:chgData name="DOWTY, PETER (DNR)" userId="01cf875a-4e15-4928-8f93-7a0dfa1efb6b" providerId="ADAL" clId="{E9054DD1-CDF4-4BE2-A4C5-BD4B0395A89E}" dt="2026-05-16T01:11:05.123" v="4518" actId="20577"/>
        <pc:sldMkLst>
          <pc:docMk/>
          <pc:sldMk cId="4075092185" sldId="256"/>
        </pc:sldMkLst>
        <pc:spChg chg="add mod">
          <ac:chgData name="DOWTY, PETER (DNR)" userId="01cf875a-4e15-4928-8f93-7a0dfa1efb6b" providerId="ADAL" clId="{E9054DD1-CDF4-4BE2-A4C5-BD4B0395A89E}" dt="2026-05-16T01:11:05.123" v="4518" actId="20577"/>
          <ac:spMkLst>
            <pc:docMk/>
            <pc:sldMk cId="4075092185" sldId="256"/>
            <ac:spMk id="2" creationId="{09D9C740-84B6-4D7A-E556-A418783A3B6E}"/>
          </ac:spMkLst>
        </pc:spChg>
      </pc:sldChg>
      <pc:sldChg chg="addSp delSp modSp mod ord">
        <pc:chgData name="DOWTY, PETER (DNR)" userId="01cf875a-4e15-4928-8f93-7a0dfa1efb6b" providerId="ADAL" clId="{E9054DD1-CDF4-4BE2-A4C5-BD4B0395A89E}" dt="2026-05-11T15:06:39.087" v="2444"/>
        <pc:sldMkLst>
          <pc:docMk/>
          <pc:sldMk cId="2532653130" sldId="281"/>
        </pc:sldMkLst>
        <pc:spChg chg="mod">
          <ac:chgData name="DOWTY, PETER (DNR)" userId="01cf875a-4e15-4928-8f93-7a0dfa1efb6b" providerId="ADAL" clId="{E9054DD1-CDF4-4BE2-A4C5-BD4B0395A89E}" dt="2026-05-04T15:04:48.079" v="1077" actId="20577"/>
          <ac:spMkLst>
            <pc:docMk/>
            <pc:sldMk cId="2532653130" sldId="281"/>
            <ac:spMk id="2" creationId="{014AB92D-C488-47FE-A288-92026B22C4E5}"/>
          </ac:spMkLst>
        </pc:spChg>
        <pc:spChg chg="add mod">
          <ac:chgData name="DOWTY, PETER (DNR)" userId="01cf875a-4e15-4928-8f93-7a0dfa1efb6b" providerId="ADAL" clId="{E9054DD1-CDF4-4BE2-A4C5-BD4B0395A89E}" dt="2026-05-04T15:05:24.566" v="1141" actId="20577"/>
          <ac:spMkLst>
            <pc:docMk/>
            <pc:sldMk cId="2532653130" sldId="281"/>
            <ac:spMk id="3" creationId="{EEA27C9D-5B69-5734-34E6-88921F4B88C8}"/>
          </ac:spMkLst>
        </pc:spChg>
        <pc:spChg chg="add mod">
          <ac:chgData name="DOWTY, PETER (DNR)" userId="01cf875a-4e15-4928-8f93-7a0dfa1efb6b" providerId="ADAL" clId="{E9054DD1-CDF4-4BE2-A4C5-BD4B0395A89E}" dt="2026-05-01T23:10:23.385" v="551" actId="1076"/>
          <ac:spMkLst>
            <pc:docMk/>
            <pc:sldMk cId="2532653130" sldId="281"/>
            <ac:spMk id="5" creationId="{4694BD01-9DA4-3A05-F9D2-22178F5A3542}"/>
          </ac:spMkLst>
        </pc:spChg>
        <pc:spChg chg="add mod">
          <ac:chgData name="DOWTY, PETER (DNR)" userId="01cf875a-4e15-4928-8f93-7a0dfa1efb6b" providerId="ADAL" clId="{E9054DD1-CDF4-4BE2-A4C5-BD4B0395A89E}" dt="2026-05-04T17:24:57.326" v="1442" actId="164"/>
          <ac:spMkLst>
            <pc:docMk/>
            <pc:sldMk cId="2532653130" sldId="281"/>
            <ac:spMk id="8" creationId="{EAD5425B-B75F-F212-4E36-303E18191FF8}"/>
          </ac:spMkLst>
        </pc:spChg>
        <pc:spChg chg="add mod">
          <ac:chgData name="DOWTY, PETER (DNR)" userId="01cf875a-4e15-4928-8f93-7a0dfa1efb6b" providerId="ADAL" clId="{E9054DD1-CDF4-4BE2-A4C5-BD4B0395A89E}" dt="2026-05-04T17:26:31.551" v="1520" actId="1076"/>
          <ac:spMkLst>
            <pc:docMk/>
            <pc:sldMk cId="2532653130" sldId="281"/>
            <ac:spMk id="10" creationId="{F223988C-51D2-28B9-5610-A871F9B7F61C}"/>
          </ac:spMkLst>
        </pc:spChg>
        <pc:grpChg chg="add mod">
          <ac:chgData name="DOWTY, PETER (DNR)" userId="01cf875a-4e15-4928-8f93-7a0dfa1efb6b" providerId="ADAL" clId="{E9054DD1-CDF4-4BE2-A4C5-BD4B0395A89E}" dt="2026-05-04T17:24:57.326" v="1442" actId="164"/>
          <ac:grpSpMkLst>
            <pc:docMk/>
            <pc:sldMk cId="2532653130" sldId="281"/>
            <ac:grpSpMk id="9" creationId="{94F4C6CB-6ED9-66AC-5261-7F343F70B387}"/>
          </ac:grpSpMkLst>
        </pc:grpChg>
        <pc:picChg chg="add mod">
          <ac:chgData name="DOWTY, PETER (DNR)" userId="01cf875a-4e15-4928-8f93-7a0dfa1efb6b" providerId="ADAL" clId="{E9054DD1-CDF4-4BE2-A4C5-BD4B0395A89E}" dt="2026-05-04T17:24:57.326" v="1442" actId="164"/>
          <ac:picMkLst>
            <pc:docMk/>
            <pc:sldMk cId="2532653130" sldId="281"/>
            <ac:picMk id="7" creationId="{02DA419C-D251-709A-692A-17D08471423A}"/>
          </ac:picMkLst>
        </pc:picChg>
      </pc:sldChg>
      <pc:sldChg chg="modSp mod">
        <pc:chgData name="DOWTY, PETER (DNR)" userId="01cf875a-4e15-4928-8f93-7a0dfa1efb6b" providerId="ADAL" clId="{E9054DD1-CDF4-4BE2-A4C5-BD4B0395A89E}" dt="2026-05-15T17:27:01.895" v="3198" actId="20577"/>
        <pc:sldMkLst>
          <pc:docMk/>
          <pc:sldMk cId="1689912192" sldId="283"/>
        </pc:sldMkLst>
        <pc:spChg chg="mod">
          <ac:chgData name="DOWTY, PETER (DNR)" userId="01cf875a-4e15-4928-8f93-7a0dfa1efb6b" providerId="ADAL" clId="{E9054DD1-CDF4-4BE2-A4C5-BD4B0395A89E}" dt="2026-05-15T17:27:01.895" v="3198" actId="20577"/>
          <ac:spMkLst>
            <pc:docMk/>
            <pc:sldMk cId="1689912192" sldId="283"/>
            <ac:spMk id="2" creationId="{C67B1F44-604B-548A-B449-4448345FC7D0}"/>
          </ac:spMkLst>
        </pc:spChg>
      </pc:sldChg>
      <pc:sldChg chg="addSp delSp modSp new mod">
        <pc:chgData name="DOWTY, PETER (DNR)" userId="01cf875a-4e15-4928-8f93-7a0dfa1efb6b" providerId="ADAL" clId="{E9054DD1-CDF4-4BE2-A4C5-BD4B0395A89E}" dt="2026-05-08T17:00:02.013" v="2436" actId="20577"/>
        <pc:sldMkLst>
          <pc:docMk/>
          <pc:sldMk cId="3033079533" sldId="284"/>
        </pc:sldMkLst>
        <pc:spChg chg="add mod">
          <ac:chgData name="DOWTY, PETER (DNR)" userId="01cf875a-4e15-4928-8f93-7a0dfa1efb6b" providerId="ADAL" clId="{E9054DD1-CDF4-4BE2-A4C5-BD4B0395A89E}" dt="2026-05-06T14:49:13.569" v="1638" actId="1076"/>
          <ac:spMkLst>
            <pc:docMk/>
            <pc:sldMk cId="3033079533" sldId="284"/>
            <ac:spMk id="2" creationId="{866C63C3-C9BE-DEB1-B8E3-5F33EBFD2D59}"/>
          </ac:spMkLst>
        </pc:spChg>
        <pc:spChg chg="mod">
          <ac:chgData name="DOWTY, PETER (DNR)" userId="01cf875a-4e15-4928-8f93-7a0dfa1efb6b" providerId="ADAL" clId="{E9054DD1-CDF4-4BE2-A4C5-BD4B0395A89E}" dt="2026-05-06T15:04:18.665" v="1728" actId="1076"/>
          <ac:spMkLst>
            <pc:docMk/>
            <pc:sldMk cId="3033079533" sldId="284"/>
            <ac:spMk id="4" creationId="{EC918C2C-6333-40F1-A4B4-F93CAF543DC6}"/>
          </ac:spMkLst>
        </pc:spChg>
        <pc:spChg chg="mod">
          <ac:chgData name="DOWTY, PETER (DNR)" userId="01cf875a-4e15-4928-8f93-7a0dfa1efb6b" providerId="ADAL" clId="{E9054DD1-CDF4-4BE2-A4C5-BD4B0395A89E}" dt="2026-05-06T15:04:18.665" v="1728" actId="1076"/>
          <ac:spMkLst>
            <pc:docMk/>
            <pc:sldMk cId="3033079533" sldId="284"/>
            <ac:spMk id="5" creationId="{256F4C86-65E1-27DB-2B20-1E4E19092C8B}"/>
          </ac:spMkLst>
        </pc:spChg>
        <pc:spChg chg="mod">
          <ac:chgData name="DOWTY, PETER (DNR)" userId="01cf875a-4e15-4928-8f93-7a0dfa1efb6b" providerId="ADAL" clId="{E9054DD1-CDF4-4BE2-A4C5-BD4B0395A89E}" dt="2026-05-06T15:04:18.665" v="1728" actId="1076"/>
          <ac:spMkLst>
            <pc:docMk/>
            <pc:sldMk cId="3033079533" sldId="284"/>
            <ac:spMk id="6" creationId="{9AB0CAD2-7B5B-D303-CA00-8970CA423417}"/>
          </ac:spMkLst>
        </pc:spChg>
        <pc:spChg chg="mod">
          <ac:chgData name="DOWTY, PETER (DNR)" userId="01cf875a-4e15-4928-8f93-7a0dfa1efb6b" providerId="ADAL" clId="{E9054DD1-CDF4-4BE2-A4C5-BD4B0395A89E}" dt="2026-05-06T15:04:07.948" v="1727" actId="14100"/>
          <ac:spMkLst>
            <pc:docMk/>
            <pc:sldMk cId="3033079533" sldId="284"/>
            <ac:spMk id="8" creationId="{45F1DE8D-2634-DE88-699C-5E5C82B53CB4}"/>
          </ac:spMkLst>
        </pc:spChg>
        <pc:spChg chg="mod">
          <ac:chgData name="DOWTY, PETER (DNR)" userId="01cf875a-4e15-4928-8f93-7a0dfa1efb6b" providerId="ADAL" clId="{E9054DD1-CDF4-4BE2-A4C5-BD4B0395A89E}" dt="2026-05-06T15:04:05.044" v="1726" actId="1076"/>
          <ac:spMkLst>
            <pc:docMk/>
            <pc:sldMk cId="3033079533" sldId="284"/>
            <ac:spMk id="9" creationId="{316A2CA4-13C8-AA8F-952C-692DD3CB2043}"/>
          </ac:spMkLst>
        </pc:spChg>
        <pc:spChg chg="mod">
          <ac:chgData name="DOWTY, PETER (DNR)" userId="01cf875a-4e15-4928-8f93-7a0dfa1efb6b" providerId="ADAL" clId="{E9054DD1-CDF4-4BE2-A4C5-BD4B0395A89E}" dt="2026-05-06T15:03:58.555" v="1723" actId="1076"/>
          <ac:spMkLst>
            <pc:docMk/>
            <pc:sldMk cId="3033079533" sldId="284"/>
            <ac:spMk id="10" creationId="{CB716A90-792D-91B5-8276-A69537C932FA}"/>
          </ac:spMkLst>
        </pc:spChg>
        <pc:spChg chg="mod">
          <ac:chgData name="DOWTY, PETER (DNR)" userId="01cf875a-4e15-4928-8f93-7a0dfa1efb6b" providerId="ADAL" clId="{E9054DD1-CDF4-4BE2-A4C5-BD4B0395A89E}" dt="2026-05-06T15:03:50.490" v="1720" actId="14100"/>
          <ac:spMkLst>
            <pc:docMk/>
            <pc:sldMk cId="3033079533" sldId="284"/>
            <ac:spMk id="11" creationId="{BD5C7C96-B957-0EA5-CAE2-8DF8FA89CCE3}"/>
          </ac:spMkLst>
        </pc:spChg>
        <pc:spChg chg="mod">
          <ac:chgData name="DOWTY, PETER (DNR)" userId="01cf875a-4e15-4928-8f93-7a0dfa1efb6b" providerId="ADAL" clId="{E9054DD1-CDF4-4BE2-A4C5-BD4B0395A89E}" dt="2026-05-06T14:26:19.218" v="1628" actId="1076"/>
          <ac:spMkLst>
            <pc:docMk/>
            <pc:sldMk cId="3033079533" sldId="284"/>
            <ac:spMk id="13" creationId="{64A0DC9E-581A-0713-6BA8-2112CF9A4098}"/>
          </ac:spMkLst>
        </pc:spChg>
        <pc:spChg chg="mod">
          <ac:chgData name="DOWTY, PETER (DNR)" userId="01cf875a-4e15-4928-8f93-7a0dfa1efb6b" providerId="ADAL" clId="{E9054DD1-CDF4-4BE2-A4C5-BD4B0395A89E}" dt="2026-05-06T15:02:58.357" v="1707" actId="1076"/>
          <ac:spMkLst>
            <pc:docMk/>
            <pc:sldMk cId="3033079533" sldId="284"/>
            <ac:spMk id="14" creationId="{5C41D013-FB66-D954-A8F7-8B79ED1E7CF1}"/>
          </ac:spMkLst>
        </pc:spChg>
        <pc:spChg chg="mod">
          <ac:chgData name="DOWTY, PETER (DNR)" userId="01cf875a-4e15-4928-8f93-7a0dfa1efb6b" providerId="ADAL" clId="{E9054DD1-CDF4-4BE2-A4C5-BD4B0395A89E}" dt="2026-05-04T17:20:15.576" v="1399" actId="1076"/>
          <ac:spMkLst>
            <pc:docMk/>
            <pc:sldMk cId="3033079533" sldId="284"/>
            <ac:spMk id="15" creationId="{29A7D68B-49FC-61AC-0F65-80BBA88F81B9}"/>
          </ac:spMkLst>
        </pc:spChg>
        <pc:spChg chg="add mod">
          <ac:chgData name="DOWTY, PETER (DNR)" userId="01cf875a-4e15-4928-8f93-7a0dfa1efb6b" providerId="ADAL" clId="{E9054DD1-CDF4-4BE2-A4C5-BD4B0395A89E}" dt="2026-05-06T14:50:03.888" v="1680" actId="1076"/>
          <ac:spMkLst>
            <pc:docMk/>
            <pc:sldMk cId="3033079533" sldId="284"/>
            <ac:spMk id="18" creationId="{77997A08-320B-4ADA-319A-1148B7178344}"/>
          </ac:spMkLst>
        </pc:spChg>
        <pc:spChg chg="mod">
          <ac:chgData name="DOWTY, PETER (DNR)" userId="01cf875a-4e15-4928-8f93-7a0dfa1efb6b" providerId="ADAL" clId="{E9054DD1-CDF4-4BE2-A4C5-BD4B0395A89E}" dt="2026-05-06T15:04:18.665" v="1728" actId="1076"/>
          <ac:spMkLst>
            <pc:docMk/>
            <pc:sldMk cId="3033079533" sldId="284"/>
            <ac:spMk id="19" creationId="{3711DE71-03D3-EDF8-1F69-9118989B237D}"/>
          </ac:spMkLst>
        </pc:spChg>
        <pc:spChg chg="mod">
          <ac:chgData name="DOWTY, PETER (DNR)" userId="01cf875a-4e15-4928-8f93-7a0dfa1efb6b" providerId="ADAL" clId="{E9054DD1-CDF4-4BE2-A4C5-BD4B0395A89E}" dt="2026-05-06T15:04:18.665" v="1728" actId="1076"/>
          <ac:spMkLst>
            <pc:docMk/>
            <pc:sldMk cId="3033079533" sldId="284"/>
            <ac:spMk id="20" creationId="{F7329826-D4C7-BEE5-773F-648AFF003D76}"/>
          </ac:spMkLst>
        </pc:spChg>
        <pc:spChg chg="mod">
          <ac:chgData name="DOWTY, PETER (DNR)" userId="01cf875a-4e15-4928-8f93-7a0dfa1efb6b" providerId="ADAL" clId="{E9054DD1-CDF4-4BE2-A4C5-BD4B0395A89E}" dt="2026-05-06T15:04:18.665" v="1728" actId="1076"/>
          <ac:spMkLst>
            <pc:docMk/>
            <pc:sldMk cId="3033079533" sldId="284"/>
            <ac:spMk id="21" creationId="{266CC922-1A2E-A92B-84D0-AE461D9136BA}"/>
          </ac:spMkLst>
        </pc:spChg>
        <pc:spChg chg="mod">
          <ac:chgData name="DOWTY, PETER (DNR)" userId="01cf875a-4e15-4928-8f93-7a0dfa1efb6b" providerId="ADAL" clId="{E9054DD1-CDF4-4BE2-A4C5-BD4B0395A89E}" dt="2026-05-06T15:04:00.384" v="1724" actId="1076"/>
          <ac:spMkLst>
            <pc:docMk/>
            <pc:sldMk cId="3033079533" sldId="284"/>
            <ac:spMk id="23" creationId="{05EFF757-4702-84F2-1564-3705C9635BC2}"/>
          </ac:spMkLst>
        </pc:spChg>
        <pc:spChg chg="mod">
          <ac:chgData name="DOWTY, PETER (DNR)" userId="01cf875a-4e15-4928-8f93-7a0dfa1efb6b" providerId="ADAL" clId="{E9054DD1-CDF4-4BE2-A4C5-BD4B0395A89E}" dt="2026-05-06T15:03:53.321" v="1721" actId="1076"/>
          <ac:spMkLst>
            <pc:docMk/>
            <pc:sldMk cId="3033079533" sldId="284"/>
            <ac:spMk id="24" creationId="{36D3A190-7855-88FC-8C97-4E21F875DAF6}"/>
          </ac:spMkLst>
        </pc:spChg>
        <pc:spChg chg="mod">
          <ac:chgData name="DOWTY, PETER (DNR)" userId="01cf875a-4e15-4928-8f93-7a0dfa1efb6b" providerId="ADAL" clId="{E9054DD1-CDF4-4BE2-A4C5-BD4B0395A89E}" dt="2026-05-06T15:03:46.947" v="1718" actId="1076"/>
          <ac:spMkLst>
            <pc:docMk/>
            <pc:sldMk cId="3033079533" sldId="284"/>
            <ac:spMk id="25" creationId="{7A295099-6C58-05B9-E63F-35BF0D79119E}"/>
          </ac:spMkLst>
        </pc:spChg>
        <pc:spChg chg="add mod">
          <ac:chgData name="DOWTY, PETER (DNR)" userId="01cf875a-4e15-4928-8f93-7a0dfa1efb6b" providerId="ADAL" clId="{E9054DD1-CDF4-4BE2-A4C5-BD4B0395A89E}" dt="2026-05-06T15:02:47.546" v="1706" actId="20577"/>
          <ac:spMkLst>
            <pc:docMk/>
            <pc:sldMk cId="3033079533" sldId="284"/>
            <ac:spMk id="26" creationId="{7B9E8CB4-0256-D1B3-021D-20902B5DF1C1}"/>
          </ac:spMkLst>
        </pc:spChg>
        <pc:spChg chg="mod">
          <ac:chgData name="DOWTY, PETER (DNR)" userId="01cf875a-4e15-4928-8f93-7a0dfa1efb6b" providerId="ADAL" clId="{E9054DD1-CDF4-4BE2-A4C5-BD4B0395A89E}" dt="2026-05-06T14:26:19.218" v="1628" actId="1076"/>
          <ac:spMkLst>
            <pc:docMk/>
            <pc:sldMk cId="3033079533" sldId="284"/>
            <ac:spMk id="27" creationId="{E81356C8-7A2F-AE07-F43E-BA8F14588D0E}"/>
          </ac:spMkLst>
        </pc:spChg>
        <pc:spChg chg="mod">
          <ac:chgData name="DOWTY, PETER (DNR)" userId="01cf875a-4e15-4928-8f93-7a0dfa1efb6b" providerId="ADAL" clId="{E9054DD1-CDF4-4BE2-A4C5-BD4B0395A89E}" dt="2026-05-04T17:20:15.576" v="1399" actId="1076"/>
          <ac:spMkLst>
            <pc:docMk/>
            <pc:sldMk cId="3033079533" sldId="284"/>
            <ac:spMk id="28" creationId="{84C96ED6-F6BF-758C-0D97-9B07646ECDAC}"/>
          </ac:spMkLst>
        </pc:spChg>
        <pc:spChg chg="mod">
          <ac:chgData name="DOWTY, PETER (DNR)" userId="01cf875a-4e15-4928-8f93-7a0dfa1efb6b" providerId="ADAL" clId="{E9054DD1-CDF4-4BE2-A4C5-BD4B0395A89E}" dt="2026-05-06T15:02:58.357" v="1707" actId="1076"/>
          <ac:spMkLst>
            <pc:docMk/>
            <pc:sldMk cId="3033079533" sldId="284"/>
            <ac:spMk id="29" creationId="{DFDAD2DD-1360-CCB8-8DF7-3CB248B433DE}"/>
          </ac:spMkLst>
        </pc:spChg>
        <pc:spChg chg="add mod">
          <ac:chgData name="DOWTY, PETER (DNR)" userId="01cf875a-4e15-4928-8f93-7a0dfa1efb6b" providerId="ADAL" clId="{E9054DD1-CDF4-4BE2-A4C5-BD4B0395A89E}" dt="2026-05-06T15:54:40.223" v="1733" actId="208"/>
          <ac:spMkLst>
            <pc:docMk/>
            <pc:sldMk cId="3033079533" sldId="284"/>
            <ac:spMk id="30" creationId="{FD64F405-B808-0598-4DA2-7553693684DB}"/>
          </ac:spMkLst>
        </pc:spChg>
        <pc:spChg chg="add mod">
          <ac:chgData name="DOWTY, PETER (DNR)" userId="01cf875a-4e15-4928-8f93-7a0dfa1efb6b" providerId="ADAL" clId="{E9054DD1-CDF4-4BE2-A4C5-BD4B0395A89E}" dt="2026-05-06T14:26:24.362" v="1629" actId="1076"/>
          <ac:spMkLst>
            <pc:docMk/>
            <pc:sldMk cId="3033079533" sldId="284"/>
            <ac:spMk id="31" creationId="{24356EA5-CF42-9066-1E1A-47A173FC2910}"/>
          </ac:spMkLst>
        </pc:spChg>
        <pc:spChg chg="add mod">
          <ac:chgData name="DOWTY, PETER (DNR)" userId="01cf875a-4e15-4928-8f93-7a0dfa1efb6b" providerId="ADAL" clId="{E9054DD1-CDF4-4BE2-A4C5-BD4B0395A89E}" dt="2026-05-06T14:26:24.362" v="1629" actId="1076"/>
          <ac:spMkLst>
            <pc:docMk/>
            <pc:sldMk cId="3033079533" sldId="284"/>
            <ac:spMk id="32" creationId="{67BFBF7E-716C-7641-82E6-71C18EF98864}"/>
          </ac:spMkLst>
        </pc:spChg>
        <pc:spChg chg="add mod">
          <ac:chgData name="DOWTY, PETER (DNR)" userId="01cf875a-4e15-4928-8f93-7a0dfa1efb6b" providerId="ADAL" clId="{E9054DD1-CDF4-4BE2-A4C5-BD4B0395A89E}" dt="2026-05-06T14:26:24.362" v="1629" actId="1076"/>
          <ac:spMkLst>
            <pc:docMk/>
            <pc:sldMk cId="3033079533" sldId="284"/>
            <ac:spMk id="33" creationId="{110C4B04-A712-AB24-BE35-BC73F60B9B63}"/>
          </ac:spMkLst>
        </pc:spChg>
        <pc:spChg chg="add mod">
          <ac:chgData name="DOWTY, PETER (DNR)" userId="01cf875a-4e15-4928-8f93-7a0dfa1efb6b" providerId="ADAL" clId="{E9054DD1-CDF4-4BE2-A4C5-BD4B0395A89E}" dt="2026-05-06T14:26:24.362" v="1629" actId="1076"/>
          <ac:spMkLst>
            <pc:docMk/>
            <pc:sldMk cId="3033079533" sldId="284"/>
            <ac:spMk id="34" creationId="{D3DC3FB7-8C3E-066E-A4D9-E3E4D61F7149}"/>
          </ac:spMkLst>
        </pc:spChg>
        <pc:spChg chg="add mod">
          <ac:chgData name="DOWTY, PETER (DNR)" userId="01cf875a-4e15-4928-8f93-7a0dfa1efb6b" providerId="ADAL" clId="{E9054DD1-CDF4-4BE2-A4C5-BD4B0395A89E}" dt="2026-05-06T14:26:24.362" v="1629" actId="1076"/>
          <ac:spMkLst>
            <pc:docMk/>
            <pc:sldMk cId="3033079533" sldId="284"/>
            <ac:spMk id="35" creationId="{3FAEE904-4804-B112-EA49-085EA8537F24}"/>
          </ac:spMkLst>
        </pc:spChg>
        <pc:spChg chg="add mod">
          <ac:chgData name="DOWTY, PETER (DNR)" userId="01cf875a-4e15-4928-8f93-7a0dfa1efb6b" providerId="ADAL" clId="{E9054DD1-CDF4-4BE2-A4C5-BD4B0395A89E}" dt="2026-05-06T14:26:24.362" v="1629" actId="1076"/>
          <ac:spMkLst>
            <pc:docMk/>
            <pc:sldMk cId="3033079533" sldId="284"/>
            <ac:spMk id="36" creationId="{986BF64C-D8D4-F4BA-F000-F7EA66F3A1E5}"/>
          </ac:spMkLst>
        </pc:spChg>
        <pc:spChg chg="add mod">
          <ac:chgData name="DOWTY, PETER (DNR)" userId="01cf875a-4e15-4928-8f93-7a0dfa1efb6b" providerId="ADAL" clId="{E9054DD1-CDF4-4BE2-A4C5-BD4B0395A89E}" dt="2026-05-08T17:00:02.013" v="2436" actId="20577"/>
          <ac:spMkLst>
            <pc:docMk/>
            <pc:sldMk cId="3033079533" sldId="284"/>
            <ac:spMk id="37" creationId="{2BAEC2DB-9EAB-D235-FF81-C08BE7C8C6F1}"/>
          </ac:spMkLst>
        </pc:spChg>
      </pc:sldChg>
      <pc:sldChg chg="addSp delSp modSp new mod">
        <pc:chgData name="DOWTY, PETER (DNR)" userId="01cf875a-4e15-4928-8f93-7a0dfa1efb6b" providerId="ADAL" clId="{E9054DD1-CDF4-4BE2-A4C5-BD4B0395A89E}" dt="2026-05-04T17:39:25.948" v="1623" actId="20577"/>
        <pc:sldMkLst>
          <pc:docMk/>
          <pc:sldMk cId="1739400761" sldId="286"/>
        </pc:sldMkLst>
        <pc:spChg chg="add mod">
          <ac:chgData name="DOWTY, PETER (DNR)" userId="01cf875a-4e15-4928-8f93-7a0dfa1efb6b" providerId="ADAL" clId="{E9054DD1-CDF4-4BE2-A4C5-BD4B0395A89E}" dt="2026-05-04T17:37:23.403" v="1530" actId="164"/>
          <ac:spMkLst>
            <pc:docMk/>
            <pc:sldMk cId="1739400761" sldId="286"/>
            <ac:spMk id="4" creationId="{674778BA-45CD-6FD5-B46A-2D22B5080FAF}"/>
          </ac:spMkLst>
        </pc:spChg>
        <pc:spChg chg="add mod">
          <ac:chgData name="DOWTY, PETER (DNR)" userId="01cf875a-4e15-4928-8f93-7a0dfa1efb6b" providerId="ADAL" clId="{E9054DD1-CDF4-4BE2-A4C5-BD4B0395A89E}" dt="2026-05-04T17:39:25.948" v="1623" actId="20577"/>
          <ac:spMkLst>
            <pc:docMk/>
            <pc:sldMk cId="1739400761" sldId="286"/>
            <ac:spMk id="8" creationId="{C6421496-73F8-4A23-3076-7006878DA3C7}"/>
          </ac:spMkLst>
        </pc:spChg>
        <pc:grpChg chg="add mod">
          <ac:chgData name="DOWTY, PETER (DNR)" userId="01cf875a-4e15-4928-8f93-7a0dfa1efb6b" providerId="ADAL" clId="{E9054DD1-CDF4-4BE2-A4C5-BD4B0395A89E}" dt="2026-05-04T17:37:23.403" v="1530" actId="164"/>
          <ac:grpSpMkLst>
            <pc:docMk/>
            <pc:sldMk cId="1739400761" sldId="286"/>
            <ac:grpSpMk id="5" creationId="{C64562A6-BF0D-C425-2B40-D9E50005AD47}"/>
          </ac:grpSpMkLst>
        </pc:grpChg>
        <pc:picChg chg="add mod">
          <ac:chgData name="DOWTY, PETER (DNR)" userId="01cf875a-4e15-4928-8f93-7a0dfa1efb6b" providerId="ADAL" clId="{E9054DD1-CDF4-4BE2-A4C5-BD4B0395A89E}" dt="2026-05-04T17:37:23.403" v="1530" actId="164"/>
          <ac:picMkLst>
            <pc:docMk/>
            <pc:sldMk cId="1739400761" sldId="286"/>
            <ac:picMk id="3" creationId="{9A59EAD9-89B3-8485-4FD2-E29CA62D2FD3}"/>
          </ac:picMkLst>
        </pc:picChg>
      </pc:sldChg>
      <pc:sldChg chg="addSp modSp new mod">
        <pc:chgData name="DOWTY, PETER (DNR)" userId="01cf875a-4e15-4928-8f93-7a0dfa1efb6b" providerId="ADAL" clId="{E9054DD1-CDF4-4BE2-A4C5-BD4B0395A89E}" dt="2026-05-11T16:54:30.188" v="3101" actId="207"/>
        <pc:sldMkLst>
          <pc:docMk/>
          <pc:sldMk cId="3797106596" sldId="287"/>
        </pc:sldMkLst>
        <pc:spChg chg="add mod">
          <ac:chgData name="DOWTY, PETER (DNR)" userId="01cf875a-4e15-4928-8f93-7a0dfa1efb6b" providerId="ADAL" clId="{E9054DD1-CDF4-4BE2-A4C5-BD4B0395A89E}" dt="2026-05-07T22:31:12.190" v="1915" actId="403"/>
          <ac:spMkLst>
            <pc:docMk/>
            <pc:sldMk cId="3797106596" sldId="287"/>
            <ac:spMk id="2" creationId="{26E14C80-B562-42AD-0F41-83D4AF731A7F}"/>
          </ac:spMkLst>
        </pc:spChg>
        <pc:spChg chg="add mod">
          <ac:chgData name="DOWTY, PETER (DNR)" userId="01cf875a-4e15-4928-8f93-7a0dfa1efb6b" providerId="ADAL" clId="{E9054DD1-CDF4-4BE2-A4C5-BD4B0395A89E}" dt="2026-05-11T16:53:50.024" v="3047" actId="207"/>
          <ac:spMkLst>
            <pc:docMk/>
            <pc:sldMk cId="3797106596" sldId="287"/>
            <ac:spMk id="3" creationId="{E035272E-9D00-02E7-7388-4457BDA3C2D7}"/>
          </ac:spMkLst>
        </pc:spChg>
        <pc:spChg chg="add mod">
          <ac:chgData name="DOWTY, PETER (DNR)" userId="01cf875a-4e15-4928-8f93-7a0dfa1efb6b" providerId="ADAL" clId="{E9054DD1-CDF4-4BE2-A4C5-BD4B0395A89E}" dt="2026-05-11T16:54:30.188" v="3101" actId="207"/>
          <ac:spMkLst>
            <pc:docMk/>
            <pc:sldMk cId="3797106596" sldId="287"/>
            <ac:spMk id="4" creationId="{C6DCC2A3-CA40-E93A-E9FC-B5E255D2C694}"/>
          </ac:spMkLst>
        </pc:spChg>
        <pc:spChg chg="add mod">
          <ac:chgData name="DOWTY, PETER (DNR)" userId="01cf875a-4e15-4928-8f93-7a0dfa1efb6b" providerId="ADAL" clId="{E9054DD1-CDF4-4BE2-A4C5-BD4B0395A89E}" dt="2026-05-11T15:24:11.447" v="2465" actId="1076"/>
          <ac:spMkLst>
            <pc:docMk/>
            <pc:sldMk cId="3797106596" sldId="287"/>
            <ac:spMk id="5" creationId="{F5521D8F-90DE-8415-F79B-B9BD39953AD4}"/>
          </ac:spMkLst>
        </pc:spChg>
      </pc:sldChg>
      <pc:sldChg chg="addSp delSp modSp new mod">
        <pc:chgData name="DOWTY, PETER (DNR)" userId="01cf875a-4e15-4928-8f93-7a0dfa1efb6b" providerId="ADAL" clId="{E9054DD1-CDF4-4BE2-A4C5-BD4B0395A89E}" dt="2026-05-15T21:44:01.161" v="4248" actId="207"/>
        <pc:sldMkLst>
          <pc:docMk/>
          <pc:sldMk cId="2525021268" sldId="288"/>
        </pc:sldMkLst>
        <pc:spChg chg="add mod">
          <ac:chgData name="DOWTY, PETER (DNR)" userId="01cf875a-4e15-4928-8f93-7a0dfa1efb6b" providerId="ADAL" clId="{E9054DD1-CDF4-4BE2-A4C5-BD4B0395A89E}" dt="2026-05-15T21:14:58.483" v="3377" actId="1076"/>
          <ac:spMkLst>
            <pc:docMk/>
            <pc:sldMk cId="2525021268" sldId="288"/>
            <ac:spMk id="2" creationId="{9A6F5571-E5B9-C98B-CADF-E9CCBD939F10}"/>
          </ac:spMkLst>
        </pc:spChg>
        <pc:spChg chg="add mod">
          <ac:chgData name="DOWTY, PETER (DNR)" userId="01cf875a-4e15-4928-8f93-7a0dfa1efb6b" providerId="ADAL" clId="{E9054DD1-CDF4-4BE2-A4C5-BD4B0395A89E}" dt="2026-05-15T21:43:46.189" v="4243" actId="1076"/>
          <ac:spMkLst>
            <pc:docMk/>
            <pc:sldMk cId="2525021268" sldId="288"/>
            <ac:spMk id="8" creationId="{E508DF13-6642-CFE7-AFA0-0FB0CE862869}"/>
          </ac:spMkLst>
        </pc:spChg>
        <pc:spChg chg="add mod">
          <ac:chgData name="DOWTY, PETER (DNR)" userId="01cf875a-4e15-4928-8f93-7a0dfa1efb6b" providerId="ADAL" clId="{E9054DD1-CDF4-4BE2-A4C5-BD4B0395A89E}" dt="2026-05-15T21:44:01.161" v="4248" actId="207"/>
          <ac:spMkLst>
            <pc:docMk/>
            <pc:sldMk cId="2525021268" sldId="288"/>
            <ac:spMk id="11" creationId="{09737129-3696-4CCC-A0DE-FFAC6CA3349D}"/>
          </ac:spMkLst>
        </pc:spChg>
        <pc:graphicFrameChg chg="add mod modGraphic">
          <ac:chgData name="DOWTY, PETER (DNR)" userId="01cf875a-4e15-4928-8f93-7a0dfa1efb6b" providerId="ADAL" clId="{E9054DD1-CDF4-4BE2-A4C5-BD4B0395A89E}" dt="2026-05-15T21:43:43.715" v="4242" actId="1076"/>
          <ac:graphicFrameMkLst>
            <pc:docMk/>
            <pc:sldMk cId="2525021268" sldId="288"/>
            <ac:graphicFrameMk id="5" creationId="{904B5B3E-67B0-284D-AF71-1DCE4F27D2DA}"/>
          </ac:graphicFrameMkLst>
        </pc:graphicFrameChg>
        <pc:picChg chg="add mod modCrop">
          <ac:chgData name="DOWTY, PETER (DNR)" userId="01cf875a-4e15-4928-8f93-7a0dfa1efb6b" providerId="ADAL" clId="{E9054DD1-CDF4-4BE2-A4C5-BD4B0395A89E}" dt="2026-05-15T21:31:08.146" v="3410" actId="1036"/>
          <ac:picMkLst>
            <pc:docMk/>
            <pc:sldMk cId="2525021268" sldId="288"/>
            <ac:picMk id="10" creationId="{96158B42-AAD1-E7E2-2A75-A05B009D11A7}"/>
          </ac:picMkLst>
        </pc:picChg>
      </pc:sldChg>
      <pc:sldChg chg="addSp modSp new mod">
        <pc:chgData name="DOWTY, PETER (DNR)" userId="01cf875a-4e15-4928-8f93-7a0dfa1efb6b" providerId="ADAL" clId="{E9054DD1-CDF4-4BE2-A4C5-BD4B0395A89E}" dt="2026-05-15T23:35:04.765" v="4300" actId="14100"/>
        <pc:sldMkLst>
          <pc:docMk/>
          <pc:sldMk cId="2032772044" sldId="289"/>
        </pc:sldMkLst>
        <pc:spChg chg="add mod">
          <ac:chgData name="DOWTY, PETER (DNR)" userId="01cf875a-4e15-4928-8f93-7a0dfa1efb6b" providerId="ADAL" clId="{E9054DD1-CDF4-4BE2-A4C5-BD4B0395A89E}" dt="2026-05-15T23:34:16.364" v="4292" actId="1076"/>
          <ac:spMkLst>
            <pc:docMk/>
            <pc:sldMk cId="2032772044" sldId="289"/>
            <ac:spMk id="6" creationId="{0B1F8D14-3F8F-AE2B-5B09-ABE9243E9AB9}"/>
          </ac:spMkLst>
        </pc:spChg>
        <pc:spChg chg="add mod">
          <ac:chgData name="DOWTY, PETER (DNR)" userId="01cf875a-4e15-4928-8f93-7a0dfa1efb6b" providerId="ADAL" clId="{E9054DD1-CDF4-4BE2-A4C5-BD4B0395A89E}" dt="2026-05-15T23:34:18.655" v="4293" actId="1076"/>
          <ac:spMkLst>
            <pc:docMk/>
            <pc:sldMk cId="2032772044" sldId="289"/>
            <ac:spMk id="7" creationId="{30D99108-2299-8E8B-29CB-BB55535A1882}"/>
          </ac:spMkLst>
        </pc:spChg>
        <pc:spChg chg="add mod">
          <ac:chgData name="DOWTY, PETER (DNR)" userId="01cf875a-4e15-4928-8f93-7a0dfa1efb6b" providerId="ADAL" clId="{E9054DD1-CDF4-4BE2-A4C5-BD4B0395A89E}" dt="2026-05-15T23:34:25.926" v="4296" actId="1076"/>
          <ac:spMkLst>
            <pc:docMk/>
            <pc:sldMk cId="2032772044" sldId="289"/>
            <ac:spMk id="8" creationId="{858D0A05-EA3E-775B-C2E4-E1B44CD37A07}"/>
          </ac:spMkLst>
        </pc:spChg>
        <pc:picChg chg="add mod">
          <ac:chgData name="DOWTY, PETER (DNR)" userId="01cf875a-4e15-4928-8f93-7a0dfa1efb6b" providerId="ADAL" clId="{E9054DD1-CDF4-4BE2-A4C5-BD4B0395A89E}" dt="2026-05-15T23:34:23.050" v="4295" actId="1076"/>
          <ac:picMkLst>
            <pc:docMk/>
            <pc:sldMk cId="2032772044" sldId="289"/>
            <ac:picMk id="3" creationId="{A4A54837-28AA-E28E-65F9-F9B0F931106F}"/>
          </ac:picMkLst>
        </pc:picChg>
        <pc:picChg chg="add mod">
          <ac:chgData name="DOWTY, PETER (DNR)" userId="01cf875a-4e15-4928-8f93-7a0dfa1efb6b" providerId="ADAL" clId="{E9054DD1-CDF4-4BE2-A4C5-BD4B0395A89E}" dt="2026-05-15T23:32:24.383" v="4254" actId="1076"/>
          <ac:picMkLst>
            <pc:docMk/>
            <pc:sldMk cId="2032772044" sldId="289"/>
            <ac:picMk id="5" creationId="{5D455169-28E4-3A0B-FED3-005B554FD779}"/>
          </ac:picMkLst>
        </pc:picChg>
        <pc:cxnChg chg="add mod">
          <ac:chgData name="DOWTY, PETER (DNR)" userId="01cf875a-4e15-4928-8f93-7a0dfa1efb6b" providerId="ADAL" clId="{E9054DD1-CDF4-4BE2-A4C5-BD4B0395A89E}" dt="2026-05-15T23:35:04.765" v="4300" actId="14100"/>
          <ac:cxnSpMkLst>
            <pc:docMk/>
            <pc:sldMk cId="2032772044" sldId="289"/>
            <ac:cxnSpMk id="10" creationId="{5E7D201D-BAF5-4673-199C-0B097D00E83E}"/>
          </ac:cxnSpMkLst>
        </pc:cxnChg>
      </pc:sldChg>
      <pc:sldChg chg="modSp mod">
        <pc:chgData name="DOWTY, PETER (DNR)" userId="01cf875a-4e15-4928-8f93-7a0dfa1efb6b" providerId="ADAL" clId="{E9054DD1-CDF4-4BE2-A4C5-BD4B0395A89E}" dt="2026-05-18T15:48:55.376" v="4556" actId="20577"/>
        <pc:sldMkLst>
          <pc:docMk/>
          <pc:sldMk cId="593582493" sldId="290"/>
        </pc:sldMkLst>
        <pc:spChg chg="mod">
          <ac:chgData name="DOWTY, PETER (DNR)" userId="01cf875a-4e15-4928-8f93-7a0dfa1efb6b" providerId="ADAL" clId="{E9054DD1-CDF4-4BE2-A4C5-BD4B0395A89E}" dt="2026-05-18T15:48:55.376" v="4556" actId="20577"/>
          <ac:spMkLst>
            <pc:docMk/>
            <pc:sldMk cId="593582493" sldId="290"/>
            <ac:spMk id="4" creationId="{1AB4F951-E7BB-30A2-2A06-2FE998041E91}"/>
          </ac:spMkLst>
        </pc:spChg>
      </pc:sldChg>
    </pc:docChg>
  </pc:docChgLst>
  <pc:docChgLst>
    <pc:chgData name="DOWTY, PETER (DNR)" userId="01cf875a-4e15-4928-8f93-7a0dfa1efb6b" providerId="ADAL" clId="{19439AC1-6599-4CEB-9020-36158C74069D}"/>
    <pc:docChg chg="custSel modSld">
      <pc:chgData name="DOWTY, PETER (DNR)" userId="01cf875a-4e15-4928-8f93-7a0dfa1efb6b" providerId="ADAL" clId="{19439AC1-6599-4CEB-9020-36158C74069D}" dt="2026-05-16T14:57:34.385" v="72"/>
      <pc:docMkLst>
        <pc:docMk/>
      </pc:docMkLst>
      <pc:sldChg chg="addSp delSp mod">
        <pc:chgData name="DOWTY, PETER (DNR)" userId="01cf875a-4e15-4928-8f93-7a0dfa1efb6b" providerId="ADAL" clId="{19439AC1-6599-4CEB-9020-36158C74069D}" dt="2026-05-16T14:26:49.982" v="47"/>
        <pc:sldMkLst>
          <pc:docMk/>
          <pc:sldMk cId="2532653130" sldId="281"/>
        </pc:sldMkLst>
      </pc:sldChg>
      <pc:sldChg chg="addSp delSp mod">
        <pc:chgData name="DOWTY, PETER (DNR)" userId="01cf875a-4e15-4928-8f93-7a0dfa1efb6b" providerId="ADAL" clId="{19439AC1-6599-4CEB-9020-36158C74069D}" dt="2026-05-16T14:57:34.385" v="72"/>
        <pc:sldMkLst>
          <pc:docMk/>
          <pc:sldMk cId="3033079533" sldId="284"/>
        </pc:sldMkLst>
        <pc:inkChg chg="add reco">
          <ac:chgData name="DOWTY, PETER (DNR)" userId="01cf875a-4e15-4928-8f93-7a0dfa1efb6b" providerId="ADAL" clId="{19439AC1-6599-4CEB-9020-36158C74069D}" dt="2026-05-16T14:57:29.970" v="66"/>
          <ac:inkMkLst>
            <pc:docMk/>
            <pc:sldMk cId="3033079533" sldId="284"/>
            <ac:inkMk id="52" creationId="{48E65938-2535-EE0D-755B-CBC9BB775B86}"/>
          </ac:inkMkLst>
        </pc:inkChg>
        <pc:inkChg chg="add reco">
          <ac:chgData name="DOWTY, PETER (DNR)" userId="01cf875a-4e15-4928-8f93-7a0dfa1efb6b" providerId="ADAL" clId="{19439AC1-6599-4CEB-9020-36158C74069D}" dt="2026-05-16T14:57:34.385" v="72"/>
          <ac:inkMkLst>
            <pc:docMk/>
            <pc:sldMk cId="3033079533" sldId="284"/>
            <ac:inkMk id="58" creationId="{132C3DFC-9D9B-AB38-71EF-09B18A6A11CB}"/>
          </ac:inkMkLst>
        </pc:inkChg>
      </pc:sldChg>
    </pc:docChg>
  </pc:docChgLst>
  <pc:docChgLst>
    <pc:chgData name="Pete Dowty" userId="91aba14b6835b0ae" providerId="LiveId" clId="{660F8803-2738-5EFD-95AE-06E7480F19FB}"/>
    <pc:docChg chg="custSel addSld modSld">
      <pc:chgData name="Pete Dowty" userId="91aba14b6835b0ae" providerId="LiveId" clId="{660F8803-2738-5EFD-95AE-06E7480F19FB}" dt="2026-05-06T03:51:16.985" v="438" actId="1076"/>
      <pc:docMkLst>
        <pc:docMk/>
      </pc:docMkLst>
      <pc:sldChg chg="addSp modSp new mod">
        <pc:chgData name="Pete Dowty" userId="91aba14b6835b0ae" providerId="LiveId" clId="{660F8803-2738-5EFD-95AE-06E7480F19FB}" dt="2026-04-30T03:34:11.071" v="396" actId="20577"/>
        <pc:sldMkLst>
          <pc:docMk/>
          <pc:sldMk cId="1689912192" sldId="283"/>
        </pc:sldMkLst>
        <pc:spChg chg="add mod">
          <ac:chgData name="Pete Dowty" userId="91aba14b6835b0ae" providerId="LiveId" clId="{660F8803-2738-5EFD-95AE-06E7480F19FB}" dt="2026-04-30T03:34:11.071" v="396" actId="20577"/>
          <ac:spMkLst>
            <pc:docMk/>
            <pc:sldMk cId="1689912192" sldId="283"/>
            <ac:spMk id="2" creationId="{C67B1F44-604B-548A-B449-4448345FC7D0}"/>
          </ac:spMkLst>
        </pc:spChg>
      </pc:sldChg>
      <pc:sldChg chg="addSp delSp modSp mod">
        <pc:chgData name="Pete Dowty" userId="91aba14b6835b0ae" providerId="LiveId" clId="{660F8803-2738-5EFD-95AE-06E7480F19FB}" dt="2026-05-06T03:51:16.985" v="438" actId="1076"/>
        <pc:sldMkLst>
          <pc:docMk/>
          <pc:sldMk cId="3033079533" sldId="284"/>
        </pc:sldMkLst>
        <pc:spChg chg="mod">
          <ac:chgData name="Pete Dowty" userId="91aba14b6835b0ae" providerId="LiveId" clId="{660F8803-2738-5EFD-95AE-06E7480F19FB}" dt="2026-05-06T03:50:57.823" v="434" actId="1076"/>
          <ac:spMkLst>
            <pc:docMk/>
            <pc:sldMk cId="3033079533" sldId="284"/>
            <ac:spMk id="4" creationId="{EC918C2C-6333-40F1-A4B4-F93CAF543DC6}"/>
          </ac:spMkLst>
        </pc:spChg>
        <pc:spChg chg="mod">
          <ac:chgData name="Pete Dowty" userId="91aba14b6835b0ae" providerId="LiveId" clId="{660F8803-2738-5EFD-95AE-06E7480F19FB}" dt="2026-05-06T03:50:57.823" v="434" actId="1076"/>
          <ac:spMkLst>
            <pc:docMk/>
            <pc:sldMk cId="3033079533" sldId="284"/>
            <ac:spMk id="5" creationId="{256F4C86-65E1-27DB-2B20-1E4E19092C8B}"/>
          </ac:spMkLst>
        </pc:spChg>
        <pc:spChg chg="mod">
          <ac:chgData name="Pete Dowty" userId="91aba14b6835b0ae" providerId="LiveId" clId="{660F8803-2738-5EFD-95AE-06E7480F19FB}" dt="2026-05-06T03:50:57.823" v="434" actId="1076"/>
          <ac:spMkLst>
            <pc:docMk/>
            <pc:sldMk cId="3033079533" sldId="284"/>
            <ac:spMk id="6" creationId="{9AB0CAD2-7B5B-D303-CA00-8970CA423417}"/>
          </ac:spMkLst>
        </pc:spChg>
        <pc:spChg chg="mod">
          <ac:chgData name="Pete Dowty" userId="91aba14b6835b0ae" providerId="LiveId" clId="{660F8803-2738-5EFD-95AE-06E7480F19FB}" dt="2026-05-06T03:49:05.166" v="406" actId="1076"/>
          <ac:spMkLst>
            <pc:docMk/>
            <pc:sldMk cId="3033079533" sldId="284"/>
            <ac:spMk id="8" creationId="{45F1DE8D-2634-DE88-699C-5E5C82B53CB4}"/>
          </ac:spMkLst>
        </pc:spChg>
        <pc:spChg chg="mod">
          <ac:chgData name="Pete Dowty" userId="91aba14b6835b0ae" providerId="LiveId" clId="{660F8803-2738-5EFD-95AE-06E7480F19FB}" dt="2026-05-06T03:49:05.166" v="406" actId="1076"/>
          <ac:spMkLst>
            <pc:docMk/>
            <pc:sldMk cId="3033079533" sldId="284"/>
            <ac:spMk id="9" creationId="{316A2CA4-13C8-AA8F-952C-692DD3CB2043}"/>
          </ac:spMkLst>
        </pc:spChg>
        <pc:spChg chg="mod">
          <ac:chgData name="Pete Dowty" userId="91aba14b6835b0ae" providerId="LiveId" clId="{660F8803-2738-5EFD-95AE-06E7480F19FB}" dt="2026-05-06T03:49:05.166" v="406" actId="1076"/>
          <ac:spMkLst>
            <pc:docMk/>
            <pc:sldMk cId="3033079533" sldId="284"/>
            <ac:spMk id="10" creationId="{CB716A90-792D-91B5-8276-A69537C932FA}"/>
          </ac:spMkLst>
        </pc:spChg>
        <pc:spChg chg="mod">
          <ac:chgData name="Pete Dowty" userId="91aba14b6835b0ae" providerId="LiveId" clId="{660F8803-2738-5EFD-95AE-06E7480F19FB}" dt="2026-05-06T03:46:33.636" v="404" actId="14100"/>
          <ac:spMkLst>
            <pc:docMk/>
            <pc:sldMk cId="3033079533" sldId="284"/>
            <ac:spMk id="11" creationId="{BD5C7C96-B957-0EA5-CAE2-8DF8FA89CCE3}"/>
          </ac:spMkLst>
        </pc:spChg>
        <pc:spChg chg="mod">
          <ac:chgData name="Pete Dowty" userId="91aba14b6835b0ae" providerId="LiveId" clId="{660F8803-2738-5EFD-95AE-06E7480F19FB}" dt="2026-05-06T03:50:57.823" v="434" actId="1076"/>
          <ac:spMkLst>
            <pc:docMk/>
            <pc:sldMk cId="3033079533" sldId="284"/>
            <ac:spMk id="13" creationId="{64A0DC9E-581A-0713-6BA8-2112CF9A4098}"/>
          </ac:spMkLst>
        </pc:spChg>
        <pc:spChg chg="mod">
          <ac:chgData name="Pete Dowty" userId="91aba14b6835b0ae" providerId="LiveId" clId="{660F8803-2738-5EFD-95AE-06E7480F19FB}" dt="2026-05-06T03:50:57.823" v="434" actId="1076"/>
          <ac:spMkLst>
            <pc:docMk/>
            <pc:sldMk cId="3033079533" sldId="284"/>
            <ac:spMk id="15" creationId="{29A7D68B-49FC-61AC-0F65-80BBA88F81B9}"/>
          </ac:spMkLst>
        </pc:spChg>
        <pc:spChg chg="mod">
          <ac:chgData name="Pete Dowty" userId="91aba14b6835b0ae" providerId="LiveId" clId="{660F8803-2738-5EFD-95AE-06E7480F19FB}" dt="2026-05-06T03:50:57.823" v="434" actId="1076"/>
          <ac:spMkLst>
            <pc:docMk/>
            <pc:sldMk cId="3033079533" sldId="284"/>
            <ac:spMk id="19" creationId="{3711DE71-03D3-EDF8-1F69-9118989B237D}"/>
          </ac:spMkLst>
        </pc:spChg>
        <pc:spChg chg="mod">
          <ac:chgData name="Pete Dowty" userId="91aba14b6835b0ae" providerId="LiveId" clId="{660F8803-2738-5EFD-95AE-06E7480F19FB}" dt="2026-05-06T03:50:57.823" v="434" actId="1076"/>
          <ac:spMkLst>
            <pc:docMk/>
            <pc:sldMk cId="3033079533" sldId="284"/>
            <ac:spMk id="20" creationId="{F7329826-D4C7-BEE5-773F-648AFF003D76}"/>
          </ac:spMkLst>
        </pc:spChg>
        <pc:spChg chg="mod">
          <ac:chgData name="Pete Dowty" userId="91aba14b6835b0ae" providerId="LiveId" clId="{660F8803-2738-5EFD-95AE-06E7480F19FB}" dt="2026-05-06T03:50:57.823" v="434" actId="1076"/>
          <ac:spMkLst>
            <pc:docMk/>
            <pc:sldMk cId="3033079533" sldId="284"/>
            <ac:spMk id="21" creationId="{266CC922-1A2E-A92B-84D0-AE461D9136BA}"/>
          </ac:spMkLst>
        </pc:spChg>
        <pc:spChg chg="mod">
          <ac:chgData name="Pete Dowty" userId="91aba14b6835b0ae" providerId="LiveId" clId="{660F8803-2738-5EFD-95AE-06E7480F19FB}" dt="2026-05-06T03:49:05.166" v="406" actId="1076"/>
          <ac:spMkLst>
            <pc:docMk/>
            <pc:sldMk cId="3033079533" sldId="284"/>
            <ac:spMk id="22" creationId="{62D4AB13-4CA1-D5B1-8048-F086110F9055}"/>
          </ac:spMkLst>
        </pc:spChg>
        <pc:spChg chg="mod">
          <ac:chgData name="Pete Dowty" userId="91aba14b6835b0ae" providerId="LiveId" clId="{660F8803-2738-5EFD-95AE-06E7480F19FB}" dt="2026-05-06T03:49:05.166" v="406" actId="1076"/>
          <ac:spMkLst>
            <pc:docMk/>
            <pc:sldMk cId="3033079533" sldId="284"/>
            <ac:spMk id="23" creationId="{05EFF757-4702-84F2-1564-3705C9635BC2}"/>
          </ac:spMkLst>
        </pc:spChg>
        <pc:spChg chg="mod">
          <ac:chgData name="Pete Dowty" userId="91aba14b6835b0ae" providerId="LiveId" clId="{660F8803-2738-5EFD-95AE-06E7480F19FB}" dt="2026-05-06T03:49:05.166" v="406" actId="1076"/>
          <ac:spMkLst>
            <pc:docMk/>
            <pc:sldMk cId="3033079533" sldId="284"/>
            <ac:spMk id="24" creationId="{36D3A190-7855-88FC-8C97-4E21F875DAF6}"/>
          </ac:spMkLst>
        </pc:spChg>
        <pc:spChg chg="mod">
          <ac:chgData name="Pete Dowty" userId="91aba14b6835b0ae" providerId="LiveId" clId="{660F8803-2738-5EFD-95AE-06E7480F19FB}" dt="2026-05-06T03:46:18.793" v="399" actId="1076"/>
          <ac:spMkLst>
            <pc:docMk/>
            <pc:sldMk cId="3033079533" sldId="284"/>
            <ac:spMk id="25" creationId="{7A295099-6C58-05B9-E63F-35BF0D79119E}"/>
          </ac:spMkLst>
        </pc:spChg>
        <pc:spChg chg="mod">
          <ac:chgData name="Pete Dowty" userId="91aba14b6835b0ae" providerId="LiveId" clId="{660F8803-2738-5EFD-95AE-06E7480F19FB}" dt="2026-05-06T03:50:57.823" v="434" actId="1076"/>
          <ac:spMkLst>
            <pc:docMk/>
            <pc:sldMk cId="3033079533" sldId="284"/>
            <ac:spMk id="27" creationId="{E81356C8-7A2F-AE07-F43E-BA8F14588D0E}"/>
          </ac:spMkLst>
        </pc:spChg>
        <pc:spChg chg="mod">
          <ac:chgData name="Pete Dowty" userId="91aba14b6835b0ae" providerId="LiveId" clId="{660F8803-2738-5EFD-95AE-06E7480F19FB}" dt="2026-05-06T03:50:57.823" v="434" actId="1076"/>
          <ac:spMkLst>
            <pc:docMk/>
            <pc:sldMk cId="3033079533" sldId="284"/>
            <ac:spMk id="28" creationId="{84C96ED6-F6BF-758C-0D97-9B07646ECDAC}"/>
          </ac:spMkLst>
        </pc:spChg>
        <pc:spChg chg="mod">
          <ac:chgData name="Pete Dowty" userId="91aba14b6835b0ae" providerId="LiveId" clId="{660F8803-2738-5EFD-95AE-06E7480F19FB}" dt="2026-05-06T03:51:16.985" v="438" actId="1076"/>
          <ac:spMkLst>
            <pc:docMk/>
            <pc:sldMk cId="3033079533" sldId="284"/>
            <ac:spMk id="31" creationId="{24356EA5-CF42-9066-1E1A-47A173FC2910}"/>
          </ac:spMkLst>
        </pc:spChg>
        <pc:spChg chg="mod">
          <ac:chgData name="Pete Dowty" userId="91aba14b6835b0ae" providerId="LiveId" clId="{660F8803-2738-5EFD-95AE-06E7480F19FB}" dt="2026-05-06T03:51:16.985" v="438" actId="1076"/>
          <ac:spMkLst>
            <pc:docMk/>
            <pc:sldMk cId="3033079533" sldId="284"/>
            <ac:spMk id="32" creationId="{67BFBF7E-716C-7641-82E6-71C18EF98864}"/>
          </ac:spMkLst>
        </pc:spChg>
        <pc:spChg chg="mod">
          <ac:chgData name="Pete Dowty" userId="91aba14b6835b0ae" providerId="LiveId" clId="{660F8803-2738-5EFD-95AE-06E7480F19FB}" dt="2026-05-06T03:51:16.985" v="438" actId="1076"/>
          <ac:spMkLst>
            <pc:docMk/>
            <pc:sldMk cId="3033079533" sldId="284"/>
            <ac:spMk id="33" creationId="{110C4B04-A712-AB24-BE35-BC73F60B9B63}"/>
          </ac:spMkLst>
        </pc:spChg>
        <pc:spChg chg="mod">
          <ac:chgData name="Pete Dowty" userId="91aba14b6835b0ae" providerId="LiveId" clId="{660F8803-2738-5EFD-95AE-06E7480F19FB}" dt="2026-05-06T03:51:16.985" v="438" actId="1076"/>
          <ac:spMkLst>
            <pc:docMk/>
            <pc:sldMk cId="3033079533" sldId="284"/>
            <ac:spMk id="34" creationId="{D3DC3FB7-8C3E-066E-A4D9-E3E4D61F7149}"/>
          </ac:spMkLst>
        </pc:spChg>
        <pc:spChg chg="mod">
          <ac:chgData name="Pete Dowty" userId="91aba14b6835b0ae" providerId="LiveId" clId="{660F8803-2738-5EFD-95AE-06E7480F19FB}" dt="2026-05-06T03:51:16.985" v="438" actId="1076"/>
          <ac:spMkLst>
            <pc:docMk/>
            <pc:sldMk cId="3033079533" sldId="284"/>
            <ac:spMk id="35" creationId="{3FAEE904-4804-B112-EA49-085EA8537F24}"/>
          </ac:spMkLst>
        </pc:spChg>
        <pc:spChg chg="mod">
          <ac:chgData name="Pete Dowty" userId="91aba14b6835b0ae" providerId="LiveId" clId="{660F8803-2738-5EFD-95AE-06E7480F19FB}" dt="2026-05-06T03:51:16.985" v="438" actId="1076"/>
          <ac:spMkLst>
            <pc:docMk/>
            <pc:sldMk cId="3033079533" sldId="284"/>
            <ac:spMk id="36" creationId="{986BF64C-D8D4-F4BA-F000-F7EA66F3A1E5}"/>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5/18/2026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5/18/2026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customXml" Target="../ink/ink1.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customXml" Target="../ink/ink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17" Type="http://schemas.openxmlformats.org/officeDocument/2006/relationships/image" Target="../media/image58.png"/><Relationship Id="rId21" Type="http://schemas.openxmlformats.org/officeDocument/2006/relationships/image" Target="../media/image102.png"/><Relationship Id="rId42" Type="http://schemas.openxmlformats.org/officeDocument/2006/relationships/customXml" Target="../ink/ink23.xml"/><Relationship Id="rId84" Type="http://schemas.openxmlformats.org/officeDocument/2006/relationships/customXml" Target="../ink/ink41.xml"/><Relationship Id="rId138" Type="http://schemas.openxmlformats.org/officeDocument/2006/relationships/customXml" Target="../ink/ink68.xml"/><Relationship Id="rId159" Type="http://schemas.openxmlformats.org/officeDocument/2006/relationships/customXml" Target="../ink/ink78.xml"/><Relationship Id="rId107" Type="http://schemas.openxmlformats.org/officeDocument/2006/relationships/image" Target="../media/image53.png"/><Relationship Id="rId11" Type="http://schemas.openxmlformats.org/officeDocument/2006/relationships/image" Target="../media/image511.png"/><Relationship Id="rId32" Type="http://schemas.openxmlformats.org/officeDocument/2006/relationships/customXml" Target="../ink/ink18.xml"/><Relationship Id="rId53" Type="http://schemas.openxmlformats.org/officeDocument/2006/relationships/image" Target="../media/image26.png"/><Relationship Id="rId74" Type="http://schemas.openxmlformats.org/officeDocument/2006/relationships/customXml" Target="../ink/ink36.xml"/><Relationship Id="rId128" Type="http://schemas.openxmlformats.org/officeDocument/2006/relationships/customXml" Target="../ink/ink63.xml"/><Relationship Id="rId149" Type="http://schemas.openxmlformats.org/officeDocument/2006/relationships/image" Target="../media/image74.png"/><Relationship Id="rId5" Type="http://schemas.openxmlformats.org/officeDocument/2006/relationships/image" Target="../media/image213.png"/><Relationship Id="rId95" Type="http://schemas.openxmlformats.org/officeDocument/2006/relationships/image" Target="../media/image47.png"/><Relationship Id="rId160" Type="http://schemas.openxmlformats.org/officeDocument/2006/relationships/image" Target="../media/image32.png"/><Relationship Id="rId22" Type="http://schemas.openxmlformats.org/officeDocument/2006/relationships/customXml" Target="../ink/ink13.xml"/><Relationship Id="rId43" Type="http://schemas.openxmlformats.org/officeDocument/2006/relationships/image" Target="../media/image21.png"/><Relationship Id="rId118" Type="http://schemas.openxmlformats.org/officeDocument/2006/relationships/customXml" Target="../ink/ink58.xml"/><Relationship Id="rId139" Type="http://schemas.openxmlformats.org/officeDocument/2006/relationships/image" Target="../media/image69.png"/><Relationship Id="rId85" Type="http://schemas.openxmlformats.org/officeDocument/2006/relationships/image" Target="../media/image42.png"/><Relationship Id="rId150" Type="http://schemas.openxmlformats.org/officeDocument/2006/relationships/customXml" Target="../ink/ink74.xml"/><Relationship Id="rId12" Type="http://schemas.openxmlformats.org/officeDocument/2006/relationships/customXml" Target="../ink/ink8.xml"/><Relationship Id="rId17" Type="http://schemas.openxmlformats.org/officeDocument/2006/relationships/image" Target="../media/image810.png"/><Relationship Id="rId33" Type="http://schemas.openxmlformats.org/officeDocument/2006/relationships/image" Target="../media/image16.png"/><Relationship Id="rId38" Type="http://schemas.openxmlformats.org/officeDocument/2006/relationships/customXml" Target="../ink/ink21.xml"/><Relationship Id="rId59" Type="http://schemas.openxmlformats.org/officeDocument/2006/relationships/image" Target="../media/image29.png"/><Relationship Id="rId103" Type="http://schemas.openxmlformats.org/officeDocument/2006/relationships/image" Target="../media/image51.png"/><Relationship Id="rId108" Type="http://schemas.openxmlformats.org/officeDocument/2006/relationships/customXml" Target="../ink/ink53.xml"/><Relationship Id="rId124" Type="http://schemas.openxmlformats.org/officeDocument/2006/relationships/customXml" Target="../ink/ink61.xml"/><Relationship Id="rId129" Type="http://schemas.openxmlformats.org/officeDocument/2006/relationships/image" Target="../media/image64.png"/><Relationship Id="rId54" Type="http://schemas.openxmlformats.org/officeDocument/2006/relationships/customXml" Target="../ink/ink29.xml"/><Relationship Id="rId70" Type="http://schemas.openxmlformats.org/officeDocument/2006/relationships/customXml" Target="../ink/ink34.xml"/><Relationship Id="rId75" Type="http://schemas.openxmlformats.org/officeDocument/2006/relationships/image" Target="../media/image37.png"/><Relationship Id="rId91" Type="http://schemas.openxmlformats.org/officeDocument/2006/relationships/image" Target="../media/image45.png"/><Relationship Id="rId96" Type="http://schemas.openxmlformats.org/officeDocument/2006/relationships/customXml" Target="../ink/ink47.xml"/><Relationship Id="rId140" Type="http://schemas.openxmlformats.org/officeDocument/2006/relationships/customXml" Target="../ink/ink69.xml"/><Relationship Id="rId145" Type="http://schemas.openxmlformats.org/officeDocument/2006/relationships/image" Target="../media/image72.png"/><Relationship Id="rId161" Type="http://schemas.openxmlformats.org/officeDocument/2006/relationships/customXml" Target="../ink/ink79.xml"/><Relationship Id="rId166" Type="http://schemas.openxmlformats.org/officeDocument/2006/relationships/image" Target="../media/image80.png"/><Relationship Id="rId1" Type="http://schemas.openxmlformats.org/officeDocument/2006/relationships/slideLayout" Target="../slideLayouts/slideLayout7.xml"/><Relationship Id="rId6" Type="http://schemas.openxmlformats.org/officeDocument/2006/relationships/customXml" Target="../ink/ink5.xml"/><Relationship Id="rId23" Type="http://schemas.openxmlformats.org/officeDocument/2006/relationships/image" Target="../media/image1111.png"/><Relationship Id="rId28" Type="http://schemas.openxmlformats.org/officeDocument/2006/relationships/customXml" Target="../ink/ink16.xml"/><Relationship Id="rId49" Type="http://schemas.openxmlformats.org/officeDocument/2006/relationships/image" Target="../media/image24.png"/><Relationship Id="rId114" Type="http://schemas.openxmlformats.org/officeDocument/2006/relationships/customXml" Target="../ink/ink56.xml"/><Relationship Id="rId119" Type="http://schemas.openxmlformats.org/officeDocument/2006/relationships/image" Target="../media/image59.png"/><Relationship Id="rId44" Type="http://schemas.openxmlformats.org/officeDocument/2006/relationships/customXml" Target="../ink/ink24.xml"/><Relationship Id="rId60" Type="http://schemas.openxmlformats.org/officeDocument/2006/relationships/customXml" Target="../ink/ink32.xml"/><Relationship Id="rId81" Type="http://schemas.openxmlformats.org/officeDocument/2006/relationships/image" Target="../media/image40.png"/><Relationship Id="rId86" Type="http://schemas.openxmlformats.org/officeDocument/2006/relationships/customXml" Target="../ink/ink42.xml"/><Relationship Id="rId130" Type="http://schemas.openxmlformats.org/officeDocument/2006/relationships/customXml" Target="../ink/ink64.xml"/><Relationship Id="rId135" Type="http://schemas.openxmlformats.org/officeDocument/2006/relationships/image" Target="../media/image67.png"/><Relationship Id="rId151" Type="http://schemas.openxmlformats.org/officeDocument/2006/relationships/image" Target="../media/image75.png"/><Relationship Id="rId156" Type="http://schemas.openxmlformats.org/officeDocument/2006/relationships/customXml" Target="../ink/ink77.xml"/><Relationship Id="rId13" Type="http://schemas.openxmlformats.org/officeDocument/2006/relationships/image" Target="../media/image611.png"/><Relationship Id="rId18" Type="http://schemas.openxmlformats.org/officeDocument/2006/relationships/customXml" Target="../ink/ink11.xml"/><Relationship Id="rId39" Type="http://schemas.openxmlformats.org/officeDocument/2006/relationships/image" Target="../media/image19.png"/><Relationship Id="rId109" Type="http://schemas.openxmlformats.org/officeDocument/2006/relationships/image" Target="../media/image54.png"/><Relationship Id="rId34" Type="http://schemas.openxmlformats.org/officeDocument/2006/relationships/customXml" Target="../ink/ink19.xml"/><Relationship Id="rId50" Type="http://schemas.openxmlformats.org/officeDocument/2006/relationships/customXml" Target="../ink/ink27.xml"/><Relationship Id="rId55" Type="http://schemas.openxmlformats.org/officeDocument/2006/relationships/image" Target="../media/image27.png"/><Relationship Id="rId76" Type="http://schemas.openxmlformats.org/officeDocument/2006/relationships/customXml" Target="../ink/ink37.xml"/><Relationship Id="rId97" Type="http://schemas.openxmlformats.org/officeDocument/2006/relationships/image" Target="../media/image48.png"/><Relationship Id="rId104" Type="http://schemas.openxmlformats.org/officeDocument/2006/relationships/customXml" Target="../ink/ink51.xml"/><Relationship Id="rId120" Type="http://schemas.openxmlformats.org/officeDocument/2006/relationships/customXml" Target="../ink/ink59.xml"/><Relationship Id="rId125" Type="http://schemas.openxmlformats.org/officeDocument/2006/relationships/image" Target="../media/image62.png"/><Relationship Id="rId141" Type="http://schemas.openxmlformats.org/officeDocument/2006/relationships/image" Target="../media/image70.png"/><Relationship Id="rId146" Type="http://schemas.openxmlformats.org/officeDocument/2006/relationships/customXml" Target="../ink/ink72.xml"/><Relationship Id="rId167" Type="http://schemas.openxmlformats.org/officeDocument/2006/relationships/customXml" Target="../ink/ink82.xml"/><Relationship Id="rId7" Type="http://schemas.openxmlformats.org/officeDocument/2006/relationships/image" Target="../media/image311.png"/><Relationship Id="rId71" Type="http://schemas.openxmlformats.org/officeDocument/2006/relationships/image" Target="../media/image35.png"/><Relationship Id="rId92" Type="http://schemas.openxmlformats.org/officeDocument/2006/relationships/customXml" Target="../ink/ink45.xml"/><Relationship Id="rId162" Type="http://schemas.openxmlformats.org/officeDocument/2006/relationships/image" Target="../media/image33.png"/><Relationship Id="rId2" Type="http://schemas.openxmlformats.org/officeDocument/2006/relationships/customXml" Target="../ink/ink3.xml"/><Relationship Id="rId29" Type="http://schemas.openxmlformats.org/officeDocument/2006/relationships/image" Target="../media/image140.png"/><Relationship Id="rId24" Type="http://schemas.openxmlformats.org/officeDocument/2006/relationships/customXml" Target="../ink/ink14.xml"/><Relationship Id="rId40" Type="http://schemas.openxmlformats.org/officeDocument/2006/relationships/customXml" Target="../ink/ink22.xml"/><Relationship Id="rId45" Type="http://schemas.openxmlformats.org/officeDocument/2006/relationships/image" Target="../media/image22.png"/><Relationship Id="rId87" Type="http://schemas.openxmlformats.org/officeDocument/2006/relationships/image" Target="../media/image43.png"/><Relationship Id="rId110" Type="http://schemas.openxmlformats.org/officeDocument/2006/relationships/customXml" Target="../ink/ink54.xml"/><Relationship Id="rId115" Type="http://schemas.openxmlformats.org/officeDocument/2006/relationships/image" Target="../media/image57.png"/><Relationship Id="rId131" Type="http://schemas.openxmlformats.org/officeDocument/2006/relationships/image" Target="../media/image65.png"/><Relationship Id="rId136" Type="http://schemas.openxmlformats.org/officeDocument/2006/relationships/customXml" Target="../ink/ink67.xml"/><Relationship Id="rId157" Type="http://schemas.openxmlformats.org/officeDocument/2006/relationships/image" Target="../media/image78.png"/><Relationship Id="rId61" Type="http://schemas.openxmlformats.org/officeDocument/2006/relationships/image" Target="../media/image30.png"/><Relationship Id="rId82" Type="http://schemas.openxmlformats.org/officeDocument/2006/relationships/customXml" Target="../ink/ink40.xml"/><Relationship Id="rId152" Type="http://schemas.openxmlformats.org/officeDocument/2006/relationships/customXml" Target="../ink/ink75.xml"/><Relationship Id="rId19" Type="http://schemas.openxmlformats.org/officeDocument/2006/relationships/image" Target="../media/image911.png"/><Relationship Id="rId14" Type="http://schemas.openxmlformats.org/officeDocument/2006/relationships/customXml" Target="../ink/ink9.xml"/><Relationship Id="rId30" Type="http://schemas.openxmlformats.org/officeDocument/2006/relationships/customXml" Target="../ink/ink17.xml"/><Relationship Id="rId35" Type="http://schemas.openxmlformats.org/officeDocument/2006/relationships/image" Target="../media/image17.png"/><Relationship Id="rId56" Type="http://schemas.openxmlformats.org/officeDocument/2006/relationships/customXml" Target="../ink/ink30.xml"/><Relationship Id="rId77" Type="http://schemas.openxmlformats.org/officeDocument/2006/relationships/image" Target="../media/image38.png"/><Relationship Id="rId100" Type="http://schemas.openxmlformats.org/officeDocument/2006/relationships/customXml" Target="../ink/ink49.xml"/><Relationship Id="rId105" Type="http://schemas.openxmlformats.org/officeDocument/2006/relationships/image" Target="../media/image52.png"/><Relationship Id="rId126" Type="http://schemas.openxmlformats.org/officeDocument/2006/relationships/customXml" Target="../ink/ink62.xml"/><Relationship Id="rId147" Type="http://schemas.openxmlformats.org/officeDocument/2006/relationships/image" Target="../media/image73.png"/><Relationship Id="rId168" Type="http://schemas.openxmlformats.org/officeDocument/2006/relationships/image" Target="../media/image81.png"/><Relationship Id="rId8" Type="http://schemas.openxmlformats.org/officeDocument/2006/relationships/customXml" Target="../ink/ink6.xml"/><Relationship Id="rId51" Type="http://schemas.openxmlformats.org/officeDocument/2006/relationships/image" Target="../media/image25.png"/><Relationship Id="rId72" Type="http://schemas.openxmlformats.org/officeDocument/2006/relationships/customXml" Target="../ink/ink35.xml"/><Relationship Id="rId93" Type="http://schemas.openxmlformats.org/officeDocument/2006/relationships/image" Target="../media/image46.png"/><Relationship Id="rId98" Type="http://schemas.openxmlformats.org/officeDocument/2006/relationships/customXml" Target="../ink/ink48.xml"/><Relationship Id="rId121" Type="http://schemas.openxmlformats.org/officeDocument/2006/relationships/image" Target="../media/image60.png"/><Relationship Id="rId142" Type="http://schemas.openxmlformats.org/officeDocument/2006/relationships/customXml" Target="../ink/ink70.xml"/><Relationship Id="rId163" Type="http://schemas.openxmlformats.org/officeDocument/2006/relationships/customXml" Target="../ink/ink80.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25.xml"/><Relationship Id="rId116" Type="http://schemas.openxmlformats.org/officeDocument/2006/relationships/customXml" Target="../ink/ink57.xml"/><Relationship Id="rId137" Type="http://schemas.openxmlformats.org/officeDocument/2006/relationships/image" Target="../media/image68.png"/><Relationship Id="rId158" Type="http://schemas.openxmlformats.org/officeDocument/2006/relationships/image" Target="../media/image8.png"/><Relationship Id="rId20" Type="http://schemas.openxmlformats.org/officeDocument/2006/relationships/customXml" Target="../ink/ink12.xml"/><Relationship Id="rId41" Type="http://schemas.openxmlformats.org/officeDocument/2006/relationships/image" Target="../media/image20.png"/><Relationship Id="rId62" Type="http://schemas.openxmlformats.org/officeDocument/2006/relationships/customXml" Target="../ink/ink33.xml"/><Relationship Id="rId83" Type="http://schemas.openxmlformats.org/officeDocument/2006/relationships/image" Target="../media/image41.png"/><Relationship Id="rId88" Type="http://schemas.openxmlformats.org/officeDocument/2006/relationships/customXml" Target="../ink/ink43.xml"/><Relationship Id="rId111" Type="http://schemas.openxmlformats.org/officeDocument/2006/relationships/image" Target="../media/image55.png"/><Relationship Id="rId132" Type="http://schemas.openxmlformats.org/officeDocument/2006/relationships/customXml" Target="../ink/ink65.xml"/><Relationship Id="rId153" Type="http://schemas.openxmlformats.org/officeDocument/2006/relationships/image" Target="../media/image76.png"/><Relationship Id="rId15" Type="http://schemas.openxmlformats.org/officeDocument/2006/relationships/image" Target="../media/image711.png"/><Relationship Id="rId36" Type="http://schemas.openxmlformats.org/officeDocument/2006/relationships/customXml" Target="../ink/ink20.xml"/><Relationship Id="rId57" Type="http://schemas.openxmlformats.org/officeDocument/2006/relationships/image" Target="../media/image28.png"/><Relationship Id="rId106" Type="http://schemas.openxmlformats.org/officeDocument/2006/relationships/customXml" Target="../ink/ink52.xml"/><Relationship Id="rId127" Type="http://schemas.openxmlformats.org/officeDocument/2006/relationships/image" Target="../media/image63.png"/><Relationship Id="rId10" Type="http://schemas.openxmlformats.org/officeDocument/2006/relationships/customXml" Target="../ink/ink7.xml"/><Relationship Id="rId31" Type="http://schemas.openxmlformats.org/officeDocument/2006/relationships/image" Target="../media/image150.png"/><Relationship Id="rId52" Type="http://schemas.openxmlformats.org/officeDocument/2006/relationships/customXml" Target="../ink/ink28.xml"/><Relationship Id="rId73" Type="http://schemas.openxmlformats.org/officeDocument/2006/relationships/image" Target="../media/image36.png"/><Relationship Id="rId78" Type="http://schemas.openxmlformats.org/officeDocument/2006/relationships/customXml" Target="../ink/ink38.xml"/><Relationship Id="rId94" Type="http://schemas.openxmlformats.org/officeDocument/2006/relationships/customXml" Target="../ink/ink46.xml"/><Relationship Id="rId99" Type="http://schemas.openxmlformats.org/officeDocument/2006/relationships/image" Target="../media/image49.png"/><Relationship Id="rId101" Type="http://schemas.openxmlformats.org/officeDocument/2006/relationships/image" Target="../media/image50.png"/><Relationship Id="rId122" Type="http://schemas.openxmlformats.org/officeDocument/2006/relationships/customXml" Target="../ink/ink60.xml"/><Relationship Id="rId143" Type="http://schemas.openxmlformats.org/officeDocument/2006/relationships/image" Target="../media/image71.png"/><Relationship Id="rId148" Type="http://schemas.openxmlformats.org/officeDocument/2006/relationships/customXml" Target="../ink/ink73.xml"/><Relationship Id="rId164" Type="http://schemas.openxmlformats.org/officeDocument/2006/relationships/image" Target="../media/image79.png"/><Relationship Id="rId4" Type="http://schemas.openxmlformats.org/officeDocument/2006/relationships/customXml" Target="../ink/ink4.xml"/><Relationship Id="rId9" Type="http://schemas.openxmlformats.org/officeDocument/2006/relationships/image" Target="../media/image411.png"/><Relationship Id="rId26" Type="http://schemas.openxmlformats.org/officeDocument/2006/relationships/customXml" Target="../ink/ink15.xml"/><Relationship Id="rId47" Type="http://schemas.openxmlformats.org/officeDocument/2006/relationships/image" Target="../media/image23.png"/><Relationship Id="rId89" Type="http://schemas.openxmlformats.org/officeDocument/2006/relationships/image" Target="../media/image44.png"/><Relationship Id="rId112" Type="http://schemas.openxmlformats.org/officeDocument/2006/relationships/customXml" Target="../ink/ink55.xml"/><Relationship Id="rId133" Type="http://schemas.openxmlformats.org/officeDocument/2006/relationships/image" Target="../media/image66.png"/><Relationship Id="rId154" Type="http://schemas.openxmlformats.org/officeDocument/2006/relationships/customXml" Target="../ink/ink76.xml"/><Relationship Id="rId16" Type="http://schemas.openxmlformats.org/officeDocument/2006/relationships/customXml" Target="../ink/ink10.xml"/><Relationship Id="rId37" Type="http://schemas.openxmlformats.org/officeDocument/2006/relationships/image" Target="../media/image18.png"/><Relationship Id="rId58" Type="http://schemas.openxmlformats.org/officeDocument/2006/relationships/customXml" Target="../ink/ink31.xml"/><Relationship Id="rId79" Type="http://schemas.openxmlformats.org/officeDocument/2006/relationships/image" Target="../media/image39.png"/><Relationship Id="rId102" Type="http://schemas.openxmlformats.org/officeDocument/2006/relationships/customXml" Target="../ink/ink50.xml"/><Relationship Id="rId123" Type="http://schemas.openxmlformats.org/officeDocument/2006/relationships/image" Target="../media/image61.png"/><Relationship Id="rId144" Type="http://schemas.openxmlformats.org/officeDocument/2006/relationships/customXml" Target="../ink/ink71.xml"/><Relationship Id="rId90" Type="http://schemas.openxmlformats.org/officeDocument/2006/relationships/customXml" Target="../ink/ink44.xml"/><Relationship Id="rId165" Type="http://schemas.openxmlformats.org/officeDocument/2006/relationships/customXml" Target="../ink/ink81.xml"/><Relationship Id="rId27" Type="http://schemas.openxmlformats.org/officeDocument/2006/relationships/image" Target="../media/image13.png"/><Relationship Id="rId48" Type="http://schemas.openxmlformats.org/officeDocument/2006/relationships/customXml" Target="../ink/ink26.xml"/><Relationship Id="rId69" Type="http://schemas.openxmlformats.org/officeDocument/2006/relationships/image" Target="../media/image34.png"/><Relationship Id="rId113" Type="http://schemas.openxmlformats.org/officeDocument/2006/relationships/image" Target="../media/image56.png"/><Relationship Id="rId134" Type="http://schemas.openxmlformats.org/officeDocument/2006/relationships/customXml" Target="../ink/ink66.xml"/><Relationship Id="rId80" Type="http://schemas.openxmlformats.org/officeDocument/2006/relationships/customXml" Target="../ink/ink39.xml"/><Relationship Id="rId155" Type="http://schemas.openxmlformats.org/officeDocument/2006/relationships/image" Target="../media/image77.png"/></Relationships>
</file>

<file path=ppt/slides/_rels/slide1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91.xml"/><Relationship Id="rId26" Type="http://schemas.openxmlformats.org/officeDocument/2006/relationships/customXml" Target="../ink/ink95.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99.xml"/><Relationship Id="rId42" Type="http://schemas.openxmlformats.org/officeDocument/2006/relationships/customXml" Target="../ink/ink103.xml"/><Relationship Id="rId47" Type="http://schemas.openxmlformats.org/officeDocument/2006/relationships/image" Target="../media/image230.png"/><Relationship Id="rId50" Type="http://schemas.openxmlformats.org/officeDocument/2006/relationships/customXml" Target="../ink/ink107.xml"/><Relationship Id="rId7" Type="http://schemas.openxmlformats.org/officeDocument/2006/relationships/image" Target="../media/image310.png"/><Relationship Id="rId2" Type="http://schemas.openxmlformats.org/officeDocument/2006/relationships/customXml" Target="../ink/ink83.xml"/><Relationship Id="rId16" Type="http://schemas.openxmlformats.org/officeDocument/2006/relationships/customXml" Target="../ink/ink90.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94.xml"/><Relationship Id="rId32" Type="http://schemas.openxmlformats.org/officeDocument/2006/relationships/customXml" Target="../ink/ink98.xml"/><Relationship Id="rId37" Type="http://schemas.openxmlformats.org/officeDocument/2006/relationships/image" Target="../media/image181.png"/><Relationship Id="rId40" Type="http://schemas.openxmlformats.org/officeDocument/2006/relationships/customXml" Target="../ink/ink102.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87.xml"/><Relationship Id="rId19" Type="http://schemas.openxmlformats.org/officeDocument/2006/relationships/image" Target="../media/image92.png"/><Relationship Id="rId31" Type="http://schemas.openxmlformats.org/officeDocument/2006/relationships/image" Target="../media/image151.png"/><Relationship Id="rId44" Type="http://schemas.openxmlformats.org/officeDocument/2006/relationships/customXml" Target="../ink/ink104.xml"/><Relationship Id="rId52" Type="http://schemas.openxmlformats.org/officeDocument/2006/relationships/customXml" Target="../ink/ink108.xml"/><Relationship Id="rId4" Type="http://schemas.openxmlformats.org/officeDocument/2006/relationships/customXml" Target="../ink/ink84.xml"/><Relationship Id="rId9" Type="http://schemas.openxmlformats.org/officeDocument/2006/relationships/image" Target="../media/image410.png"/><Relationship Id="rId14" Type="http://schemas.openxmlformats.org/officeDocument/2006/relationships/customXml" Target="../ink/ink89.xml"/><Relationship Id="rId22" Type="http://schemas.openxmlformats.org/officeDocument/2006/relationships/customXml" Target="../ink/ink93.xml"/><Relationship Id="rId27" Type="http://schemas.openxmlformats.org/officeDocument/2006/relationships/image" Target="../media/image131.png"/><Relationship Id="rId30" Type="http://schemas.openxmlformats.org/officeDocument/2006/relationships/customXml" Target="../ink/ink97.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06.xml"/><Relationship Id="rId8" Type="http://schemas.openxmlformats.org/officeDocument/2006/relationships/customXml" Target="../ink/ink86.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88.xml"/><Relationship Id="rId17" Type="http://schemas.openxmlformats.org/officeDocument/2006/relationships/image" Target="../media/image85.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01.xml"/><Relationship Id="rId46" Type="http://schemas.openxmlformats.org/officeDocument/2006/relationships/customXml" Target="../ink/ink105.xml"/><Relationship Id="rId20" Type="http://schemas.openxmlformats.org/officeDocument/2006/relationships/customXml" Target="../ink/ink92.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85.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96.xml"/><Relationship Id="rId36" Type="http://schemas.openxmlformats.org/officeDocument/2006/relationships/customXml" Target="../ink/ink100.xml"/><Relationship Id="rId49" Type="http://schemas.openxmlformats.org/officeDocument/2006/relationships/image" Target="../media/image240.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15.jpe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 Id="rId5" Type="http://schemas.openxmlformats.org/officeDocument/2006/relationships/image" Target="../media/image86.png"/><Relationship Id="rId4" Type="http://schemas.openxmlformats.org/officeDocument/2006/relationships/image" Target="../media/image84.png"/></Relationships>
</file>

<file path=ppt/slides/_rels/slide15.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1.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2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14.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09.xml"/><Relationship Id="rId21" Type="http://schemas.openxmlformats.org/officeDocument/2006/relationships/customXml" Target="../ink/ink118.xml"/><Relationship Id="rId7" Type="http://schemas.openxmlformats.org/officeDocument/2006/relationships/customXml" Target="../ink/ink111.xml"/><Relationship Id="rId12" Type="http://schemas.openxmlformats.org/officeDocument/2006/relationships/image" Target="../media/image910.png"/><Relationship Id="rId17" Type="http://schemas.openxmlformats.org/officeDocument/2006/relationships/customXml" Target="../ink/ink116.xml"/><Relationship Id="rId25" Type="http://schemas.openxmlformats.org/officeDocument/2006/relationships/customXml" Target="../ink/ink120.xml"/><Relationship Id="rId2" Type="http://schemas.openxmlformats.org/officeDocument/2006/relationships/image" Target="../media/image9.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13.xml"/><Relationship Id="rId24" Type="http://schemas.openxmlformats.org/officeDocument/2006/relationships/image" Target="../media/image980.png"/><Relationship Id="rId5" Type="http://schemas.openxmlformats.org/officeDocument/2006/relationships/customXml" Target="../ink/ink110.xml"/><Relationship Id="rId15" Type="http://schemas.openxmlformats.org/officeDocument/2006/relationships/customXml" Target="../ink/ink115.xml"/><Relationship Id="rId23" Type="http://schemas.openxmlformats.org/officeDocument/2006/relationships/customXml" Target="../ink/ink119.xml"/><Relationship Id="rId28" Type="http://schemas.openxmlformats.org/officeDocument/2006/relationships/image" Target="../media/image100.png"/><Relationship Id="rId10" Type="http://schemas.openxmlformats.org/officeDocument/2006/relationships/image" Target="../media/image900.png"/><Relationship Id="rId19" Type="http://schemas.openxmlformats.org/officeDocument/2006/relationships/customXml" Target="../ink/ink117.xml"/><Relationship Id="rId4" Type="http://schemas.openxmlformats.org/officeDocument/2006/relationships/image" Target="../media/image870.png"/><Relationship Id="rId9" Type="http://schemas.openxmlformats.org/officeDocument/2006/relationships/customXml" Target="../ink/ink112.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98.tiff"/><Relationship Id="rId7" Type="http://schemas.openxmlformats.org/officeDocument/2006/relationships/image" Target="../media/image102.tiff"/><Relationship Id="rId2" Type="http://schemas.openxmlformats.org/officeDocument/2006/relationships/image" Target="../media/image97.tiff"/><Relationship Id="rId1" Type="http://schemas.openxmlformats.org/officeDocument/2006/relationships/slideLayout" Target="../slideLayouts/slideLayout7.xml"/><Relationship Id="rId6" Type="http://schemas.openxmlformats.org/officeDocument/2006/relationships/image" Target="../media/image101.tiff"/><Relationship Id="rId5" Type="http://schemas.openxmlformats.org/officeDocument/2006/relationships/image" Target="../media/image100.tiff"/><Relationship Id="rId4" Type="http://schemas.openxmlformats.org/officeDocument/2006/relationships/image" Target="../media/image99.tif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2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4" Type="http://schemas.openxmlformats.org/officeDocument/2006/relationships/image" Target="../media/image110.png"/></Relationships>
</file>

<file path=ppt/slides/_rels/slide29.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image" Target="../media/image111.png"/><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4" Type="http://schemas.openxmlformats.org/officeDocument/2006/relationships/image" Target="../media/image118.png"/></Relationships>
</file>

<file path=ppt/slides/_rels/slide3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3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xml"/><Relationship Id="rId5" Type="http://schemas.openxmlformats.org/officeDocument/2006/relationships/image" Target="../media/image126.png"/><Relationship Id="rId4" Type="http://schemas.openxmlformats.org/officeDocument/2006/relationships/image" Target="../media/image1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2062103"/>
          </a:xfrm>
          <a:prstGeom prst="rect">
            <a:avLst/>
          </a:prstGeom>
          <a:noFill/>
        </p:spPr>
        <p:txBody>
          <a:bodyPr wrap="square" rtlCol="0">
            <a:spAutoFit/>
          </a:bodyPr>
          <a:lstStyle/>
          <a:p>
            <a:r>
              <a:rPr lang="en-US" sz="1600" dirty="0">
                <a:solidFill>
                  <a:srgbClr val="C00000"/>
                </a:solidFill>
              </a:rPr>
              <a:t>Make a plan for special cases (document monitoring granularity):</a:t>
            </a:r>
          </a:p>
          <a:p>
            <a:pPr marL="285750" indent="-285750">
              <a:buFontTx/>
              <a:buChar char="-"/>
            </a:pPr>
            <a:r>
              <a:rPr lang="en-US" sz="1600" dirty="0">
                <a:solidFill>
                  <a:srgbClr val="C00000"/>
                </a:solidFill>
              </a:rPr>
              <a:t>BESE (understand Jeff’s email) - </a:t>
            </a:r>
            <a:r>
              <a:rPr lang="en-US" sz="1600" dirty="0">
                <a:solidFill>
                  <a:schemeClr val="accent1"/>
                </a:solidFill>
              </a:rPr>
              <a:t>most efficient would be edit snapshot </a:t>
            </a:r>
            <a:r>
              <a:rPr lang="en-US" sz="1600" dirty="0" err="1">
                <a:solidFill>
                  <a:schemeClr val="accent1"/>
                </a:solidFill>
              </a:rPr>
              <a:t>activity_filter</a:t>
            </a:r>
            <a:endParaRPr lang="en-US" sz="1600" dirty="0">
              <a:solidFill>
                <a:schemeClr val="accent1"/>
              </a:solidFill>
            </a:endParaRPr>
          </a:p>
          <a:p>
            <a:pPr marL="285750" indent="-285750">
              <a:buFontTx/>
              <a:buChar char="-"/>
            </a:pPr>
            <a:r>
              <a:rPr lang="en-US" sz="1600" dirty="0">
                <a:solidFill>
                  <a:srgbClr val="C00000"/>
                </a:solidFill>
              </a:rPr>
              <a:t>Grid plantings - </a:t>
            </a:r>
            <a:r>
              <a:rPr lang="en-US" sz="1600" dirty="0">
                <a:solidFill>
                  <a:schemeClr val="accent1"/>
                </a:solidFill>
              </a:rPr>
              <a:t>somehow classify or code as grid; treat as points for now</a:t>
            </a:r>
          </a:p>
          <a:p>
            <a:pPr marL="285750" indent="-285750">
              <a:buFontTx/>
              <a:buChar char="-"/>
            </a:pPr>
            <a:endParaRPr lang="en-US" sz="1600" dirty="0">
              <a:solidFill>
                <a:srgbClr val="C00000"/>
              </a:solidFill>
            </a:endParaRPr>
          </a:p>
          <a:p>
            <a:r>
              <a:rPr lang="en-US" sz="1600" dirty="0">
                <a:solidFill>
                  <a:srgbClr val="C00000"/>
                </a:solidFill>
              </a:rPr>
              <a:t>Make donor site and donor-</a:t>
            </a:r>
            <a:r>
              <a:rPr lang="en-US" sz="1600" dirty="0" err="1">
                <a:solidFill>
                  <a:srgbClr val="C00000"/>
                </a:solidFill>
              </a:rPr>
              <a:t>assoc</a:t>
            </a:r>
            <a:r>
              <a:rPr lang="en-US" sz="1600" dirty="0">
                <a:solidFill>
                  <a:srgbClr val="C00000"/>
                </a:solidFill>
              </a:rPr>
              <a:t> tables by hand - </a:t>
            </a:r>
            <a:r>
              <a:rPr lang="en-US" sz="1600" dirty="0">
                <a:solidFill>
                  <a:schemeClr val="accent1"/>
                </a:solidFill>
              </a:rPr>
              <a:t>no, do it in code then use to make key  with ‘mixed’</a:t>
            </a:r>
          </a:p>
          <a:p>
            <a:endParaRPr lang="en-US" sz="1600" dirty="0">
              <a:solidFill>
                <a:srgbClr val="C00000"/>
              </a:solidFill>
            </a:endParaRPr>
          </a:p>
          <a:p>
            <a:r>
              <a:rPr lang="en-US" sz="1600" dirty="0">
                <a:solidFill>
                  <a:srgbClr val="C00000"/>
                </a:solidFill>
              </a:rPr>
              <a:t>Refer to Sankey outline</a:t>
            </a:r>
          </a:p>
        </p:txBody>
      </p:sp>
      <p:sp>
        <p:nvSpPr>
          <p:cNvPr id="3" name="TextBox 2">
            <a:extLst>
              <a:ext uri="{FF2B5EF4-FFF2-40B4-BE49-F238E27FC236}">
                <a16:creationId xmlns:a16="http://schemas.microsoft.com/office/drawing/2014/main" id="{80D427EA-515C-42E8-0F11-2CA483D989DD}"/>
              </a:ext>
            </a:extLst>
          </p:cNvPr>
          <p:cNvSpPr txBox="1"/>
          <p:nvPr/>
        </p:nvSpPr>
        <p:spPr>
          <a:xfrm>
            <a:off x="748667" y="4522123"/>
            <a:ext cx="4513811" cy="1077218"/>
          </a:xfrm>
          <a:prstGeom prst="rect">
            <a:avLst/>
          </a:prstGeom>
          <a:noFill/>
        </p:spPr>
        <p:txBody>
          <a:bodyPr wrap="square" rtlCol="0">
            <a:spAutoFit/>
          </a:bodyPr>
          <a:lstStyle/>
          <a:p>
            <a:r>
              <a:rPr lang="en-US" sz="1600" dirty="0">
                <a:solidFill>
                  <a:schemeClr val="accent6"/>
                </a:solidFill>
              </a:rPr>
              <a:t>Get these group summaries:</a:t>
            </a:r>
          </a:p>
          <a:p>
            <a:pPr marL="285750" indent="-285750">
              <a:buFont typeface="Arial" panose="020B0604020202020204" pitchFamily="34" charset="0"/>
              <a:buChar char="•"/>
            </a:pPr>
            <a:r>
              <a:rPr lang="en-US" sz="1600" dirty="0">
                <a:solidFill>
                  <a:schemeClr val="accent6"/>
                </a:solidFill>
              </a:rPr>
              <a:t>4-point polygon</a:t>
            </a:r>
          </a:p>
          <a:p>
            <a:pPr marL="285750" indent="-285750">
              <a:buFont typeface="Arial" panose="020B0604020202020204" pitchFamily="34" charset="0"/>
              <a:buChar char="•"/>
            </a:pPr>
            <a:r>
              <a:rPr lang="en-US" sz="1600" dirty="0">
                <a:solidFill>
                  <a:schemeClr val="accent6"/>
                </a:solidFill>
              </a:rPr>
              <a:t>2-point polygon same method &amp; donor</a:t>
            </a:r>
          </a:p>
          <a:p>
            <a:pPr marL="285750" indent="-285750">
              <a:buFont typeface="Arial" panose="020B0604020202020204" pitchFamily="34" charset="0"/>
              <a:buChar char="•"/>
            </a:pPr>
            <a:r>
              <a:rPr lang="en-US" sz="1600" dirty="0">
                <a:solidFill>
                  <a:schemeClr val="accent6"/>
                </a:solidFill>
              </a:rPr>
              <a:t>2-point polygon different method</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1ECE7C3B-7B32-4C71-AA74-C6F14E5B974E}"/>
              </a:ext>
            </a:extLst>
          </p:cNvPr>
          <p:cNvCxnSpPr/>
          <p:nvPr/>
        </p:nvCxnSpPr>
        <p:spPr>
          <a:xfrm>
            <a:off x="748667" y="3967943"/>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66125D79-D5D1-B96E-F44D-2D380737DC4C}"/>
              </a:ext>
            </a:extLst>
          </p:cNvPr>
          <p:cNvSpPr txBox="1"/>
          <p:nvPr/>
        </p:nvSpPr>
        <p:spPr>
          <a:xfrm>
            <a:off x="5453150" y="3275127"/>
            <a:ext cx="5990183" cy="2769989"/>
          </a:xfrm>
          <a:prstGeom prst="rect">
            <a:avLst/>
          </a:prstGeom>
          <a:noFill/>
        </p:spPr>
        <p:txBody>
          <a:bodyPr wrap="square" rtlCol="0">
            <a:spAutoFit/>
          </a:bodyPr>
          <a:lstStyle/>
          <a:p>
            <a:r>
              <a:rPr lang="en-US" sz="1600" dirty="0">
                <a:solidFill>
                  <a:srgbClr val="FF0000"/>
                </a:solidFill>
              </a:rPr>
              <a:t>map out the sequence to be coded:</a:t>
            </a:r>
          </a:p>
          <a:p>
            <a:pPr marL="342900" indent="-342900">
              <a:buFont typeface="+mj-lt"/>
              <a:buAutoNum type="alphaLcParenR"/>
            </a:pPr>
            <a:r>
              <a:rPr lang="en-US" sz="1600" dirty="0">
                <a:solidFill>
                  <a:srgbClr val="FF0000"/>
                </a:solidFill>
              </a:rPr>
              <a:t>address the parsing of </a:t>
            </a:r>
            <a:r>
              <a:rPr lang="en-US" sz="1600" dirty="0" err="1">
                <a:solidFill>
                  <a:srgbClr val="FF0000"/>
                </a:solidFill>
              </a:rPr>
              <a:t>donor_site</a:t>
            </a:r>
            <a:r>
              <a:rPr lang="en-US" sz="1600" dirty="0">
                <a:solidFill>
                  <a:srgbClr val="FF0000"/>
                </a:solidFill>
              </a:rPr>
              <a:t> and table population</a:t>
            </a:r>
          </a:p>
          <a:p>
            <a:pPr lvl="1"/>
            <a:r>
              <a:rPr lang="en-US" sz="1200" dirty="0">
                <a:solidFill>
                  <a:srgbClr val="FB7700"/>
                </a:solidFill>
                <a:latin typeface="Courier New" panose="02070309020205020404" pitchFamily="49" charset="0"/>
                <a:cs typeface="Courier New" panose="02070309020205020404" pitchFamily="49" charset="0"/>
              </a:rPr>
              <a:t>if {“/”, “and”, “,”} in </a:t>
            </a:r>
            <a:r>
              <a:rPr lang="en-US" sz="1200" dirty="0" err="1">
                <a:solidFill>
                  <a:srgbClr val="FB7700"/>
                </a:solidFill>
                <a:latin typeface="Courier New" panose="02070309020205020404" pitchFamily="49" charset="0"/>
                <a:cs typeface="Courier New" panose="02070309020205020404" pitchFamily="49" charset="0"/>
              </a:rPr>
              <a:t>donor_site</a:t>
            </a:r>
            <a:r>
              <a:rPr lang="en-US" sz="1200" dirty="0">
                <a:solidFill>
                  <a:srgbClr val="FB7700"/>
                </a:solidFill>
                <a:latin typeface="Courier New" panose="02070309020205020404" pitchFamily="49" charset="0"/>
                <a:cs typeface="Courier New" panose="02070309020205020404" pitchFamily="49" charset="0"/>
              </a:rPr>
              <a:t> string {</a:t>
            </a:r>
          </a:p>
          <a:p>
            <a:pPr lvl="1"/>
            <a:r>
              <a:rPr lang="en-US" sz="1200" dirty="0">
                <a:solidFill>
                  <a:srgbClr val="FB7700"/>
                </a:solidFill>
                <a:latin typeface="Courier New" panose="02070309020205020404" pitchFamily="49" charset="0"/>
                <a:cs typeface="Courier New" panose="02070309020205020404" pitchFamily="49" charset="0"/>
              </a:rPr>
              <a:t>  parse names to list</a:t>
            </a:r>
          </a:p>
          <a:p>
            <a:pPr lvl="1"/>
            <a:r>
              <a:rPr lang="en-US" sz="1200" dirty="0">
                <a:solidFill>
                  <a:srgbClr val="FB7700"/>
                </a:solidFill>
                <a:latin typeface="Courier New" panose="02070309020205020404" pitchFamily="49" charset="0"/>
                <a:cs typeface="Courier New" panose="02070309020205020404" pitchFamily="49" charset="0"/>
              </a:rPr>
              <a:t>}</a:t>
            </a:r>
          </a:p>
          <a:p>
            <a:pPr lvl="1"/>
            <a:r>
              <a:rPr lang="en-US" sz="1200" dirty="0">
                <a:solidFill>
                  <a:srgbClr val="FB7700"/>
                </a:solidFill>
                <a:latin typeface="Courier New" panose="02070309020205020404" pitchFamily="49" charset="0"/>
                <a:cs typeface="Courier New" panose="02070309020205020404" pitchFamily="49" charset="0"/>
              </a:rPr>
              <a:t>else if “Mixed” {</a:t>
            </a:r>
          </a:p>
          <a:p>
            <a:pPr lvl="1"/>
            <a:r>
              <a:rPr lang="en-US" sz="1200" dirty="0">
                <a:solidFill>
                  <a:srgbClr val="FB7700"/>
                </a:solidFill>
                <a:latin typeface="Courier New" panose="02070309020205020404" pitchFamily="49" charset="0"/>
                <a:cs typeface="Courier New" panose="02070309020205020404" pitchFamily="49" charset="0"/>
              </a:rPr>
              <a:t>  get all </a:t>
            </a:r>
            <a:r>
              <a:rPr lang="en-US" sz="1200" dirty="0" err="1">
                <a:solidFill>
                  <a:srgbClr val="FB7700"/>
                </a:solidFill>
                <a:latin typeface="Courier New" panose="02070309020205020404" pitchFamily="49" charset="0"/>
                <a:cs typeface="Courier New" panose="02070309020205020404" pitchFamily="49" charset="0"/>
              </a:rPr>
              <a:t>donor_sites</a:t>
            </a:r>
            <a:r>
              <a:rPr lang="en-US" sz="1200" dirty="0">
                <a:solidFill>
                  <a:srgbClr val="FB7700"/>
                </a:solidFill>
                <a:latin typeface="Courier New" panose="02070309020205020404" pitchFamily="49" charset="0"/>
                <a:cs typeface="Courier New" panose="02070309020205020404" pitchFamily="49" charset="0"/>
              </a:rPr>
              <a:t> in group</a:t>
            </a:r>
          </a:p>
          <a:p>
            <a:pPr lvl="1"/>
            <a:r>
              <a:rPr lang="en-US" sz="1200" dirty="0">
                <a:solidFill>
                  <a:srgbClr val="FB7700"/>
                </a:solidFill>
                <a:latin typeface="Courier New" panose="02070309020205020404" pitchFamily="49" charset="0"/>
                <a:cs typeface="Courier New" panose="02070309020205020404" pitchFamily="49" charset="0"/>
              </a:rPr>
              <a:t>}</a:t>
            </a:r>
          </a:p>
          <a:p>
            <a:pPr lvl="1"/>
            <a:r>
              <a:rPr lang="en-US" sz="1200" dirty="0">
                <a:solidFill>
                  <a:srgbClr val="FB7700"/>
                </a:solidFill>
                <a:latin typeface="Courier New" panose="02070309020205020404" pitchFamily="49" charset="0"/>
                <a:cs typeface="Courier New" panose="02070309020205020404" pitchFamily="49" charset="0"/>
              </a:rPr>
              <a:t>else</a:t>
            </a:r>
          </a:p>
          <a:p>
            <a:pPr lvl="1"/>
            <a:r>
              <a:rPr lang="en-US" sz="1200" dirty="0">
                <a:solidFill>
                  <a:srgbClr val="FB7700"/>
                </a:solidFill>
                <a:latin typeface="Courier New" panose="02070309020205020404" pitchFamily="49" charset="0"/>
                <a:cs typeface="Courier New" panose="02070309020205020404" pitchFamily="49" charset="0"/>
              </a:rPr>
              <a:t>  list is just the attribute value of </a:t>
            </a:r>
            <a:r>
              <a:rPr lang="en-US" sz="1200" dirty="0" err="1">
                <a:solidFill>
                  <a:srgbClr val="FB7700"/>
                </a:solidFill>
                <a:latin typeface="Courier New" panose="02070309020205020404" pitchFamily="49" charset="0"/>
                <a:cs typeface="Courier New" panose="02070309020205020404" pitchFamily="49" charset="0"/>
              </a:rPr>
              <a:t>donor_site</a:t>
            </a:r>
            <a:endParaRPr lang="en-US" sz="1200" dirty="0">
              <a:solidFill>
                <a:srgbClr val="FB7700"/>
              </a:solidFill>
              <a:latin typeface="Courier New" panose="02070309020205020404" pitchFamily="49" charset="0"/>
              <a:cs typeface="Courier New" panose="02070309020205020404" pitchFamily="49" charset="0"/>
            </a:endParaRPr>
          </a:p>
          <a:p>
            <a:pPr marL="635000" lvl="1" indent="-177800">
              <a:buFont typeface="Arial" panose="020B0604020202020204" pitchFamily="34" charset="0"/>
              <a:buChar char="•"/>
            </a:pPr>
            <a:endParaRPr lang="en-US" sz="1400" dirty="0">
              <a:solidFill>
                <a:schemeClr val="accent4">
                  <a:lumMod val="75000"/>
                </a:schemeClr>
              </a:solidFill>
            </a:endParaRPr>
          </a:p>
          <a:p>
            <a:pPr marL="342900" indent="-342900">
              <a:buFont typeface="+mj-lt"/>
              <a:buAutoNum type="alphaLcParenR"/>
            </a:pPr>
            <a:r>
              <a:rPr lang="en-US" sz="1600" dirty="0">
                <a:solidFill>
                  <a:srgbClr val="FF0000"/>
                </a:solidFill>
              </a:rPr>
              <a:t>make planting key in </a:t>
            </a:r>
            <a:r>
              <a:rPr lang="en-US" sz="1600" dirty="0" err="1">
                <a:solidFill>
                  <a:srgbClr val="FF0000"/>
                </a:solidFill>
              </a:rPr>
              <a:t>p_gps_pts</a:t>
            </a:r>
            <a:r>
              <a:rPr lang="en-US" sz="1600" dirty="0">
                <a:solidFill>
                  <a:srgbClr val="FF0000"/>
                </a:solidFill>
              </a:rPr>
              <a:t> and test if upon summarizing, all group planting keys reduce to one shared value</a:t>
            </a:r>
          </a:p>
        </p:txBody>
      </p: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5F3CDE-A5DF-8D44-CEDF-8E075B3EC095}"/>
              </a:ext>
            </a:extLst>
          </p:cNvPr>
          <p:cNvSpPr txBox="1"/>
          <p:nvPr/>
        </p:nvSpPr>
        <p:spPr>
          <a:xfrm>
            <a:off x="455121" y="343608"/>
            <a:ext cx="10966566" cy="4401205"/>
          </a:xfrm>
          <a:prstGeom prst="rect">
            <a:avLst/>
          </a:prstGeom>
          <a:noFill/>
        </p:spPr>
        <p:txBody>
          <a:bodyPr wrap="square">
            <a:spAutoFit/>
          </a:bodyPr>
          <a:lstStyle/>
          <a:p>
            <a:r>
              <a:rPr lang="en-US" sz="1400" dirty="0">
                <a:solidFill>
                  <a:schemeClr val="accent1"/>
                </a:solidFill>
                <a:latin typeface="Courier New" panose="02070309020205020404" pitchFamily="49" charset="0"/>
                <a:cs typeface="Courier New" panose="02070309020205020404" pitchFamily="49" charset="0"/>
              </a:rPr>
              <a:t># toward creation of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tables with key to plantings table (</a:t>
            </a:r>
            <a:r>
              <a:rPr lang="en-US" sz="1400" dirty="0" err="1">
                <a:solidFill>
                  <a:schemeClr val="accent1"/>
                </a:solidFill>
                <a:latin typeface="Courier New" panose="02070309020205020404" pitchFamily="49" charset="0"/>
                <a:cs typeface="Courier New" panose="02070309020205020404" pitchFamily="49" charset="0"/>
              </a:rPr>
              <a:t>planting_centroids</a:t>
            </a:r>
            <a:r>
              <a:rPr lang="en-US" sz="1400" dirty="0">
                <a:solidFill>
                  <a:schemeClr val="accent1"/>
                </a:solidFill>
                <a:latin typeface="Courier New" panose="02070309020205020404" pitchFamily="49" charset="0"/>
                <a:cs typeface="Courier New" panose="02070309020205020404" pitchFamily="49" charset="0"/>
              </a:rPr>
              <a:t>).</a:t>
            </a: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dirty="0">
                <a:solidFill>
                  <a:schemeClr val="accent1"/>
                </a:solidFill>
                <a:latin typeface="Courier New" panose="02070309020205020404" pitchFamily="49" charset="0"/>
                <a:cs typeface="Courier New" panose="02070309020205020404" pitchFamily="49" charset="0"/>
              </a:rPr>
              <a:t># parse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string</a:t>
            </a:r>
          </a:p>
          <a:p>
            <a:r>
              <a:rPr lang="en-US" sz="1400" dirty="0">
                <a:solidFill>
                  <a:schemeClr val="accent1"/>
                </a:solidFill>
                <a:latin typeface="Courier New" panose="02070309020205020404" pitchFamily="49" charset="0"/>
                <a:cs typeface="Courier New" panose="02070309020205020404" pitchFamily="49" charset="0"/>
              </a:rPr>
              <a:t>if {“/”, “and”, “,”} in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string {</a:t>
            </a:r>
          </a:p>
          <a:p>
            <a:r>
              <a:rPr lang="en-US" sz="1400" dirty="0">
                <a:solidFill>
                  <a:schemeClr val="accent1"/>
                </a:solidFill>
                <a:latin typeface="Courier New" panose="02070309020205020404" pitchFamily="49" charset="0"/>
                <a:cs typeface="Courier New" panose="02070309020205020404" pitchFamily="49" charset="0"/>
              </a:rPr>
              <a:t>  parse names to list</a:t>
            </a:r>
          </a:p>
          <a:p>
            <a:r>
              <a:rPr lang="en-US" sz="1400" dirty="0">
                <a:solidFill>
                  <a:schemeClr val="accent1"/>
                </a:solidFill>
                <a:latin typeface="Courier New" panose="02070309020205020404" pitchFamily="49" charset="0"/>
                <a:cs typeface="Courier New" panose="02070309020205020404" pitchFamily="49" charset="0"/>
              </a:rPr>
              <a:t>}</a:t>
            </a:r>
          </a:p>
          <a:p>
            <a:r>
              <a:rPr lang="en-US" sz="1400" dirty="0">
                <a:solidFill>
                  <a:schemeClr val="accent1"/>
                </a:solidFill>
                <a:latin typeface="Courier New" panose="02070309020205020404" pitchFamily="49" charset="0"/>
                <a:cs typeface="Courier New" panose="02070309020205020404" pitchFamily="49" charset="0"/>
              </a:rPr>
              <a:t>else if “Mixed” {</a:t>
            </a:r>
          </a:p>
          <a:p>
            <a:r>
              <a:rPr lang="en-US" sz="1400" dirty="0">
                <a:solidFill>
                  <a:schemeClr val="accent1"/>
                </a:solidFill>
                <a:latin typeface="Courier New" panose="02070309020205020404" pitchFamily="49" charset="0"/>
                <a:cs typeface="Courier New" panose="02070309020205020404" pitchFamily="49" charset="0"/>
              </a:rPr>
              <a:t>  get all </a:t>
            </a:r>
            <a:r>
              <a:rPr lang="en-US" sz="1400" dirty="0" err="1">
                <a:solidFill>
                  <a:schemeClr val="accent1"/>
                </a:solidFill>
                <a:latin typeface="Courier New" panose="02070309020205020404" pitchFamily="49" charset="0"/>
                <a:cs typeface="Courier New" panose="02070309020205020404" pitchFamily="49" charset="0"/>
              </a:rPr>
              <a:t>donor_sites</a:t>
            </a:r>
            <a:r>
              <a:rPr lang="en-US" sz="1400" dirty="0">
                <a:solidFill>
                  <a:schemeClr val="accent1"/>
                </a:solidFill>
                <a:latin typeface="Courier New" panose="02070309020205020404" pitchFamily="49" charset="0"/>
                <a:cs typeface="Courier New" panose="02070309020205020404" pitchFamily="49" charset="0"/>
              </a:rPr>
              <a:t> in group</a:t>
            </a:r>
          </a:p>
          <a:p>
            <a:r>
              <a:rPr lang="en-US" sz="1400" dirty="0">
                <a:solidFill>
                  <a:schemeClr val="accent1"/>
                </a:solidFill>
                <a:latin typeface="Courier New" panose="02070309020205020404" pitchFamily="49" charset="0"/>
                <a:cs typeface="Courier New" panose="02070309020205020404" pitchFamily="49" charset="0"/>
              </a:rPr>
              <a:t>}</a:t>
            </a:r>
          </a:p>
          <a:p>
            <a:r>
              <a:rPr lang="en-US" sz="1400" dirty="0">
                <a:solidFill>
                  <a:schemeClr val="accent1"/>
                </a:solidFill>
                <a:latin typeface="Courier New" panose="02070309020205020404" pitchFamily="49" charset="0"/>
                <a:cs typeface="Courier New" panose="02070309020205020404" pitchFamily="49" charset="0"/>
              </a:rPr>
              <a:t>else</a:t>
            </a:r>
          </a:p>
          <a:p>
            <a:r>
              <a:rPr lang="en-US" sz="1400" dirty="0">
                <a:solidFill>
                  <a:schemeClr val="accent1"/>
                </a:solidFill>
                <a:latin typeface="Courier New" panose="02070309020205020404" pitchFamily="49" charset="0"/>
                <a:cs typeface="Courier New" panose="02070309020205020404" pitchFamily="49" charset="0"/>
              </a:rPr>
              <a:t>  list is just the attribute value of </a:t>
            </a:r>
            <a:r>
              <a:rPr lang="en-US" sz="1400" dirty="0" err="1">
                <a:solidFill>
                  <a:schemeClr val="accent1"/>
                </a:solidFill>
                <a:latin typeface="Courier New" panose="02070309020205020404" pitchFamily="49" charset="0"/>
                <a:cs typeface="Courier New" panose="02070309020205020404" pitchFamily="49" charset="0"/>
              </a:rPr>
              <a:t>donor_site</a:t>
            </a:r>
            <a:endParaRPr lang="en-US" sz="1400" dirty="0">
              <a:solidFill>
                <a:schemeClr val="accent1"/>
              </a:solidFill>
              <a:latin typeface="Courier New" panose="02070309020205020404" pitchFamily="49" charset="0"/>
              <a:cs typeface="Courier New" panose="02070309020205020404" pitchFamily="49" charset="0"/>
            </a:endParaRP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b="1" dirty="0">
                <a:solidFill>
                  <a:srgbClr val="C00000"/>
                </a:solidFill>
                <a:latin typeface="Courier New" panose="02070309020205020404" pitchFamily="49" charset="0"/>
                <a:cs typeface="Courier New" panose="02070309020205020404" pitchFamily="49" charset="0"/>
              </a:rPr>
              <a:t># what is the bridge here, from list to value for </a:t>
            </a:r>
            <a:r>
              <a:rPr lang="en-US" sz="1400" b="1" dirty="0" err="1">
                <a:solidFill>
                  <a:srgbClr val="C00000"/>
                </a:solidFill>
                <a:latin typeface="Courier New" panose="02070309020205020404" pitchFamily="49" charset="0"/>
                <a:cs typeface="Courier New" panose="02070309020205020404" pitchFamily="49" charset="0"/>
              </a:rPr>
              <a:t>donor_site</a:t>
            </a:r>
            <a:r>
              <a:rPr lang="en-US" sz="1400" b="1" dirty="0">
                <a:solidFill>
                  <a:srgbClr val="C00000"/>
                </a:solidFill>
                <a:latin typeface="Courier New" panose="02070309020205020404" pitchFamily="49" charset="0"/>
                <a:cs typeface="Courier New" panose="02070309020205020404" pitchFamily="49" charset="0"/>
              </a:rPr>
              <a:t> to use in </a:t>
            </a:r>
            <a:r>
              <a:rPr lang="en-US" sz="1400" b="1" dirty="0" err="1">
                <a:solidFill>
                  <a:srgbClr val="C00000"/>
                </a:solidFill>
                <a:latin typeface="Courier New" panose="02070309020205020404" pitchFamily="49" charset="0"/>
                <a:cs typeface="Courier New" panose="02070309020205020404" pitchFamily="49" charset="0"/>
              </a:rPr>
              <a:t>plantingID</a:t>
            </a:r>
            <a:endParaRPr lang="en-US" sz="1400" b="1" dirty="0">
              <a:solidFill>
                <a:srgbClr val="C00000"/>
              </a:solidFill>
              <a:latin typeface="Courier New" panose="02070309020205020404" pitchFamily="49" charset="0"/>
              <a:cs typeface="Courier New" panose="02070309020205020404" pitchFamily="49" charset="0"/>
            </a:endParaRPr>
          </a:p>
          <a:p>
            <a:r>
              <a:rPr lang="en-US" sz="1400" b="1" dirty="0">
                <a:solidFill>
                  <a:srgbClr val="C00000"/>
                </a:solidFill>
                <a:latin typeface="Courier New" panose="02070309020205020404" pitchFamily="49" charset="0"/>
                <a:cs typeface="Courier New" panose="02070309020205020404" pitchFamily="49" charset="0"/>
              </a:rPr>
              <a:t>just use ‘mix’ in all cases?  </a:t>
            </a:r>
          </a:p>
          <a:p>
            <a:r>
              <a:rPr lang="en-US" sz="1400" b="1" dirty="0">
                <a:solidFill>
                  <a:srgbClr val="C00000"/>
                </a:solidFill>
                <a:latin typeface="Courier New" panose="02070309020205020404" pitchFamily="49" charset="0"/>
                <a:cs typeface="Courier New" panose="02070309020205020404" pitchFamily="49" charset="0"/>
              </a:rPr>
              <a:t>would preclude using two different mixes on the same date, location and with same method, although that could easily be addressed by ‘mix1, ‘mix2’ if the mix compositions are noted and later transcribed into the donor-planting </a:t>
            </a:r>
            <a:r>
              <a:rPr lang="en-US" sz="1400" b="1" dirty="0" err="1">
                <a:solidFill>
                  <a:srgbClr val="C00000"/>
                </a:solidFill>
                <a:latin typeface="Courier New" panose="02070309020205020404" pitchFamily="49" charset="0"/>
                <a:cs typeface="Courier New" panose="02070309020205020404" pitchFamily="49" charset="0"/>
              </a:rPr>
              <a:t>assocations</a:t>
            </a:r>
            <a:r>
              <a:rPr lang="en-US" sz="1400" b="1" dirty="0">
                <a:solidFill>
                  <a:srgbClr val="C00000"/>
                </a:solidFill>
                <a:latin typeface="Courier New" panose="02070309020205020404" pitchFamily="49" charset="0"/>
                <a:cs typeface="Courier New" panose="02070309020205020404" pitchFamily="49" charset="0"/>
              </a:rPr>
              <a:t> table.</a:t>
            </a: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dirty="0">
                <a:solidFill>
                  <a:schemeClr val="accent1"/>
                </a:solidFill>
                <a:latin typeface="Courier New" panose="02070309020205020404" pitchFamily="49" charset="0"/>
                <a:cs typeface="Courier New" panose="02070309020205020404" pitchFamily="49" charset="0"/>
              </a:rPr>
              <a:t># use list to populate new </a:t>
            </a:r>
            <a:r>
              <a:rPr lang="en-US" sz="1400" dirty="0" err="1">
                <a:solidFill>
                  <a:schemeClr val="accent1"/>
                </a:solidFill>
                <a:latin typeface="Courier New" panose="02070309020205020404" pitchFamily="49" charset="0"/>
                <a:cs typeface="Courier New" panose="02070309020205020404" pitchFamily="49" charset="0"/>
              </a:rPr>
              <a:t>donor_sites</a:t>
            </a:r>
            <a:r>
              <a:rPr lang="en-US" sz="1400" dirty="0">
                <a:solidFill>
                  <a:schemeClr val="accent1"/>
                </a:solidFill>
                <a:latin typeface="Courier New" panose="02070309020205020404" pitchFamily="49" charset="0"/>
                <a:cs typeface="Courier New" panose="02070309020205020404" pitchFamily="49" charset="0"/>
              </a:rPr>
              <a:t> table and donor-planting associations and add </a:t>
            </a:r>
          </a:p>
          <a:p>
            <a:r>
              <a:rPr lang="en-US" sz="1400" dirty="0">
                <a:solidFill>
                  <a:schemeClr val="accent1"/>
                </a:solidFill>
                <a:latin typeface="Courier New" panose="02070309020205020404" pitchFamily="49" charset="0"/>
                <a:cs typeface="Courier New" panose="02070309020205020404" pitchFamily="49" charset="0"/>
              </a:rPr>
              <a:t># foreign key to </a:t>
            </a:r>
            <a:r>
              <a:rPr lang="en-US" sz="1400" dirty="0" err="1">
                <a:solidFill>
                  <a:schemeClr val="accent1"/>
                </a:solidFill>
                <a:latin typeface="Courier New" panose="02070309020205020404" pitchFamily="49" charset="0"/>
                <a:cs typeface="Courier New" panose="02070309020205020404" pitchFamily="49" charset="0"/>
              </a:rPr>
              <a:t>planting_centroids</a:t>
            </a:r>
            <a:r>
              <a:rPr lang="en-US" sz="1400" dirty="0">
                <a:solidFill>
                  <a:schemeClr val="accent1"/>
                </a:solidFill>
                <a:latin typeface="Courier New" panose="02070309020205020404" pitchFamily="49" charset="0"/>
                <a:cs typeface="Courier New" panose="02070309020205020404" pitchFamily="49" charset="0"/>
              </a:rPr>
              <a:t>. Foreign key is </a:t>
            </a:r>
            <a:r>
              <a:rPr lang="en-US" sz="1400" dirty="0" err="1">
                <a:solidFill>
                  <a:schemeClr val="accent1"/>
                </a:solidFill>
                <a:latin typeface="Courier New" panose="02070309020205020404" pitchFamily="49" charset="0"/>
                <a:cs typeface="Courier New" panose="02070309020205020404" pitchFamily="49" charset="0"/>
              </a:rPr>
              <a:t>plantingID</a:t>
            </a:r>
            <a:endParaRPr lang="en-US" sz="1400" dirty="0">
              <a:solidFill>
                <a:schemeClr val="accent1"/>
              </a:solidFill>
              <a:latin typeface="Courier New" panose="020703090202050204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1AB4F951-E7BB-30A2-2A06-2FE998041E91}"/>
              </a:ext>
            </a:extLst>
          </p:cNvPr>
          <p:cNvSpPr txBox="1"/>
          <p:nvPr/>
        </p:nvSpPr>
        <p:spPr>
          <a:xfrm>
            <a:off x="1371600" y="4987636"/>
            <a:ext cx="6716684" cy="1815882"/>
          </a:xfrm>
          <a:prstGeom prst="rect">
            <a:avLst/>
          </a:prstGeom>
          <a:solidFill>
            <a:srgbClr val="006300"/>
          </a:solidFill>
        </p:spPr>
        <p:txBody>
          <a:bodyPr wrap="square" rtlCol="0">
            <a:spAutoFit/>
          </a:bodyPr>
          <a:lstStyle/>
          <a:p>
            <a:r>
              <a:rPr lang="en-US" sz="1400" dirty="0">
                <a:solidFill>
                  <a:srgbClr val="00E600"/>
                </a:solidFill>
              </a:rPr>
              <a:t>ok, so sequence is </a:t>
            </a:r>
          </a:p>
          <a:p>
            <a:pPr marL="285750" indent="-285750">
              <a:buFont typeface="Arial" panose="020B0604020202020204" pitchFamily="34" charset="0"/>
              <a:buChar char="•"/>
            </a:pPr>
            <a:r>
              <a:rPr lang="en-US" sz="1400" dirty="0">
                <a:solidFill>
                  <a:srgbClr val="00E600"/>
                </a:solidFill>
              </a:rPr>
              <a:t>populate new </a:t>
            </a:r>
            <a:r>
              <a:rPr lang="en-US" sz="1400" dirty="0" err="1">
                <a:solidFill>
                  <a:srgbClr val="00E600"/>
                </a:solidFill>
              </a:rPr>
              <a:t>donor_site</a:t>
            </a:r>
            <a:r>
              <a:rPr lang="en-US" sz="1400" dirty="0">
                <a:solidFill>
                  <a:srgbClr val="00E600"/>
                </a:solidFill>
              </a:rPr>
              <a:t> field that applies ‘mix’ to all mixes</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plantingID</a:t>
            </a:r>
            <a:r>
              <a:rPr lang="en-US" sz="1400" dirty="0">
                <a:solidFill>
                  <a:srgbClr val="00E600"/>
                </a:solidFill>
              </a:rPr>
              <a:t> that catches the </a:t>
            </a:r>
            <a:r>
              <a:rPr lang="en-US" sz="1400">
                <a:solidFill>
                  <a:srgbClr val="00E600"/>
                </a:solidFill>
              </a:rPr>
              <a:t>MRE replicate cases</a:t>
            </a:r>
            <a:endParaRPr lang="en-US" sz="1400" dirty="0">
              <a:solidFill>
                <a:srgbClr val="00E600"/>
              </a:solidFill>
            </a:endParaRP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donor_site_association</a:t>
            </a:r>
            <a:r>
              <a:rPr lang="en-US" sz="1400" dirty="0">
                <a:solidFill>
                  <a:srgbClr val="00E600"/>
                </a:solidFill>
              </a:rPr>
              <a:t> table (that parses all mixes)</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a:t>
            </a:r>
            <a:r>
              <a:rPr lang="en-US" sz="1400" dirty="0">
                <a:solidFill>
                  <a:srgbClr val="00E600"/>
                </a:solidFill>
              </a:rPr>
              <a:t> table</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donor_site_extraction_pt</a:t>
            </a:r>
            <a:r>
              <a:rPr lang="en-US" sz="1400" dirty="0">
                <a:solidFill>
                  <a:srgbClr val="00E600"/>
                </a:solidFill>
              </a:rPr>
              <a:t> </a:t>
            </a:r>
          </a:p>
          <a:p>
            <a:pPr marL="285750" indent="-285750">
              <a:buFont typeface="Arial" panose="020B0604020202020204" pitchFamily="34" charset="0"/>
              <a:buChar char="•"/>
            </a:pPr>
            <a:endParaRPr lang="en-US" sz="1400" dirty="0">
              <a:solidFill>
                <a:srgbClr val="00E600"/>
              </a:solidFill>
            </a:endParaRPr>
          </a:p>
          <a:p>
            <a:r>
              <a:rPr lang="en-US" sz="1400" dirty="0">
                <a:solidFill>
                  <a:srgbClr val="00E600"/>
                </a:solidFill>
              </a:rPr>
              <a:t>Then continue with building out tables and compile Sankey data</a:t>
            </a:r>
          </a:p>
        </p:txBody>
      </p:sp>
    </p:spTree>
    <p:extLst>
      <p:ext uri="{BB962C8B-B14F-4D97-AF65-F5344CB8AC3E}">
        <p14:creationId xmlns:p14="http://schemas.microsoft.com/office/powerpoint/2010/main" val="593582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708160"/>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but how?</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a:t>
            </a:r>
          </a:p>
          <a:p>
            <a:pPr marL="342900" indent="-342900">
              <a:spcAft>
                <a:spcPts val="600"/>
              </a:spcAft>
              <a:buFont typeface="+mj-lt"/>
              <a:buAutoNum type="arabicPeriod"/>
            </a:pPr>
            <a:endParaRPr lang="en-US" dirty="0"/>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1" y="762270"/>
            <a:ext cx="10505661" cy="1600438"/>
          </a:xfrm>
          <a:prstGeom prst="rect">
            <a:avLst/>
          </a:prstGeom>
          <a:noFill/>
          <a:ln>
            <a:solidFill>
              <a:schemeClr val="bg1">
                <a:lumMod val="65000"/>
              </a:schemeClr>
            </a:solidFill>
          </a:ln>
        </p:spPr>
        <p:txBody>
          <a:bodyPr wrap="square" rtlCol="0">
            <a:spAutoFit/>
          </a:bodyPr>
          <a:lstStyle/>
          <a:p>
            <a:r>
              <a:rPr lang="en-US" sz="1400" dirty="0"/>
              <a:t>Aston citation in two different forms (edit made to snapshot)</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Sequim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70" y="262190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9" y="3528374"/>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837714" y="387707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5184364"/>
            <a:ext cx="10702489" cy="523220"/>
          </a:xfrm>
          <a:prstGeom prst="rect">
            <a:avLst/>
          </a:prstGeom>
          <a:noFill/>
          <a:ln>
            <a:solidFill>
              <a:schemeClr val="accent2">
                <a:lumMod val="75000"/>
              </a:schemeClr>
            </a:solidFill>
          </a:ln>
        </p:spPr>
        <p:txBody>
          <a:bodyPr wrap="square" rtlCol="0">
            <a:spAutoFit/>
          </a:bodyPr>
          <a:lstStyle/>
          <a:p>
            <a:r>
              <a:rPr lang="en-US" sz="1400" dirty="0"/>
              <a:t>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Tree>
    <p:extLst>
      <p:ext uri="{BB962C8B-B14F-4D97-AF65-F5344CB8AC3E}">
        <p14:creationId xmlns:p14="http://schemas.microsoft.com/office/powerpoint/2010/main" val="25326531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7B1F44-604B-548A-B449-4448345FC7D0}"/>
              </a:ext>
            </a:extLst>
          </p:cNvPr>
          <p:cNvSpPr txBox="1"/>
          <p:nvPr/>
        </p:nvSpPr>
        <p:spPr>
          <a:xfrm>
            <a:off x="645953" y="402672"/>
            <a:ext cx="10284902" cy="2893100"/>
          </a:xfrm>
          <a:prstGeom prst="rect">
            <a:avLst/>
          </a:prstGeom>
          <a:noFill/>
        </p:spPr>
        <p:txBody>
          <a:bodyPr wrap="square" rtlCol="0">
            <a:spAutoFit/>
          </a:bodyPr>
          <a:lstStyle/>
          <a:p>
            <a:pPr marL="285750" indent="-285750">
              <a:buFont typeface="Arial" panose="020B0604020202020204" pitchFamily="34" charset="0"/>
              <a:buChar char="•"/>
            </a:pPr>
            <a:r>
              <a:rPr lang="en-US" sz="1600" dirty="0"/>
              <a:t>using </a:t>
            </a:r>
            <a:r>
              <a:rPr lang="en-US" sz="1600" dirty="0" err="1"/>
              <a:t>activity_filter</a:t>
            </a:r>
            <a:r>
              <a:rPr lang="en-US" sz="1600" dirty="0"/>
              <a:t> for grouping points associated with the same planting. </a:t>
            </a:r>
          </a:p>
          <a:p>
            <a:pPr marL="625475" lvl="1" indent="-168275">
              <a:buFont typeface="Arial" panose="020B0604020202020204" pitchFamily="34" charset="0"/>
              <a:buChar char="•"/>
            </a:pPr>
            <a:r>
              <a:rPr lang="en-US" sz="1400" dirty="0" err="1">
                <a:solidFill>
                  <a:schemeClr val="accent1"/>
                </a:solidFill>
              </a:rPr>
              <a:t>Activity_type</a:t>
            </a:r>
            <a:r>
              <a:rPr lang="en-US" sz="1400" dirty="0">
                <a:solidFill>
                  <a:schemeClr val="accent1"/>
                </a:solidFill>
              </a:rPr>
              <a:t> field seems robust for grouping points by planting – </a:t>
            </a:r>
            <a:r>
              <a:rPr lang="en-US" sz="1400" dirty="0">
                <a:solidFill>
                  <a:srgbClr val="C00000"/>
                </a:solidFill>
              </a:rPr>
              <a:t>with BESE and MRE exceptions and grid </a:t>
            </a:r>
          </a:p>
          <a:p>
            <a:endParaRPr lang="en-US" sz="1600" dirty="0"/>
          </a:p>
          <a:p>
            <a:pPr marL="285750" indent="-285750">
              <a:buFont typeface="Arial" panose="020B0604020202020204" pitchFamily="34" charset="0"/>
              <a:buChar char="•"/>
            </a:pPr>
            <a:r>
              <a:rPr lang="en-US" sz="1600" dirty="0"/>
              <a:t>The rep cases remain; i.e., groups from activity_filter correctly identifies certain sets of records as discrete plantings,  but the planting key does not distinguish them (multiple records associated with same planting key).</a:t>
            </a:r>
          </a:p>
          <a:p>
            <a:pPr marL="635000" lvl="1" indent="-177800">
              <a:buFont typeface="Arial" panose="020B0604020202020204" pitchFamily="34" charset="0"/>
              <a:buChar char="•"/>
            </a:pPr>
            <a:r>
              <a:rPr lang="en-US" sz="1200" dirty="0"/>
              <a:t>what is frequency of multi-record groups  - how many reflect geometry and how many represent reps, or other cases?</a:t>
            </a:r>
          </a:p>
          <a:p>
            <a:pPr marL="635000" lvl="1" indent="-177800">
              <a:buFont typeface="Arial" panose="020B0604020202020204" pitchFamily="34" charset="0"/>
              <a:buChar char="•"/>
            </a:pPr>
            <a:r>
              <a:rPr lang="en-US" sz="1200" dirty="0"/>
              <a:t>How relates to earlier frequency summary, by planting key?</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planting key:  </a:t>
            </a:r>
            <a:r>
              <a:rPr lang="en-US" sz="1600" dirty="0" err="1"/>
              <a:t>planting_location_code</a:t>
            </a:r>
            <a:r>
              <a:rPr lang="en-US" sz="1600" dirty="0"/>
              <a:t> + </a:t>
            </a:r>
            <a:r>
              <a:rPr lang="en-US" sz="1600" dirty="0" err="1"/>
              <a:t>planting_date</a:t>
            </a:r>
            <a:r>
              <a:rPr lang="en-US" sz="1600" dirty="0"/>
              <a:t> + method + </a:t>
            </a:r>
            <a:r>
              <a:rPr lang="en-US" sz="1600" dirty="0" err="1"/>
              <a:t>donor_site_code</a:t>
            </a:r>
            <a:endParaRPr lang="en-US" sz="1600" dirty="0"/>
          </a:p>
          <a:p>
            <a:pPr marL="285750" indent="-285750">
              <a:buFont typeface="Arial" panose="020B0604020202020204" pitchFamily="34" charset="0"/>
              <a:buChar char="•"/>
            </a:pPr>
            <a:r>
              <a:rPr lang="en-US" sz="1600" dirty="0"/>
              <a:t>identify all reps and number “_r1”, “_r2”, “r3”,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Breakdown collocated field.  Identify cases of plantings at same location, different dates.</a:t>
            </a:r>
          </a:p>
        </p:txBody>
      </p:sp>
      <p:sp>
        <p:nvSpPr>
          <p:cNvPr id="3" name="TextBox 2">
            <a:extLst>
              <a:ext uri="{FF2B5EF4-FFF2-40B4-BE49-F238E27FC236}">
                <a16:creationId xmlns:a16="http://schemas.microsoft.com/office/drawing/2014/main" id="{A7344F54-C7AF-86C7-9C43-2B16D0B595C7}"/>
              </a:ext>
            </a:extLst>
          </p:cNvPr>
          <p:cNvSpPr txBox="1"/>
          <p:nvPr/>
        </p:nvSpPr>
        <p:spPr>
          <a:xfrm>
            <a:off x="1221875" y="5985166"/>
            <a:ext cx="7682948"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Need to identify fields across all tables that are required for data entry</a:t>
            </a:r>
          </a:p>
          <a:p>
            <a:pPr marL="285750" indent="-285750">
              <a:buFont typeface="Arial" panose="020B0604020202020204" pitchFamily="34" charset="0"/>
              <a:buChar char="•"/>
            </a:pPr>
            <a:r>
              <a:rPr lang="en-US" sz="1600" dirty="0"/>
              <a:t>Workflow for integrating new data from Survey 123. Append or overwrite?</a:t>
            </a:r>
          </a:p>
        </p:txBody>
      </p:sp>
    </p:spTree>
    <p:extLst>
      <p:ext uri="{BB962C8B-B14F-4D97-AF65-F5344CB8AC3E}">
        <p14:creationId xmlns:p14="http://schemas.microsoft.com/office/powerpoint/2010/main" val="1689912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 name="Arrow: Up 1">
            <a:extLst>
              <a:ext uri="{FF2B5EF4-FFF2-40B4-BE49-F238E27FC236}">
                <a16:creationId xmlns:a16="http://schemas.microsoft.com/office/drawing/2014/main" id="{866C63C3-C9BE-DEB1-B8E3-5F33EBFD2D59}"/>
              </a:ext>
            </a:extLst>
          </p:cNvPr>
          <p:cNvSpPr/>
          <p:nvPr/>
        </p:nvSpPr>
        <p:spPr>
          <a:xfrm>
            <a:off x="7267701" y="5092156"/>
            <a:ext cx="477303" cy="978800"/>
          </a:xfrm>
          <a:prstGeom prst="upArrow">
            <a:avLst/>
          </a:prstGeom>
          <a:solidFill>
            <a:schemeClr val="accent2">
              <a:lumMod val="20000"/>
              <a:lumOff val="8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77997A08-320B-4ADA-319A-1148B7178344}"/>
              </a:ext>
            </a:extLst>
          </p:cNvPr>
          <p:cNvSpPr txBox="1"/>
          <p:nvPr/>
        </p:nvSpPr>
        <p:spPr>
          <a:xfrm>
            <a:off x="7635376" y="5647124"/>
            <a:ext cx="1648262" cy="461665"/>
          </a:xfrm>
          <a:prstGeom prst="rect">
            <a:avLst/>
          </a:prstGeom>
          <a:noFill/>
        </p:spPr>
        <p:txBody>
          <a:bodyPr wrap="square" rtlCol="0">
            <a:spAutoFit/>
          </a:bodyPr>
          <a:lstStyle/>
          <a:p>
            <a:r>
              <a:rPr lang="en-US" sz="1200" dirty="0">
                <a:solidFill>
                  <a:schemeClr val="tx1">
                    <a:lumMod val="50000"/>
                    <a:lumOff val="50000"/>
                  </a:schemeClr>
                </a:solidFill>
              </a:rPr>
              <a:t>Somehow include </a:t>
            </a:r>
            <a:r>
              <a:rPr lang="en-US" sz="1200" dirty="0" err="1">
                <a:solidFill>
                  <a:schemeClr val="tx1">
                    <a:lumMod val="50000"/>
                    <a:lumOff val="50000"/>
                  </a:schemeClr>
                </a:solidFill>
              </a:rPr>
              <a:t>colocated</a:t>
            </a:r>
            <a:endParaRPr lang="en-US" sz="1200" dirty="0">
              <a:solidFill>
                <a:schemeClr val="tx1">
                  <a:lumMod val="50000"/>
                  <a:lumOff val="50000"/>
                </a:schemeClr>
              </a:solidFill>
            </a:endParaRP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2BAEC2DB-9EAB-D235-FF81-C08BE7C8C6F1}"/>
              </a:ext>
            </a:extLst>
          </p:cNvPr>
          <p:cNvSpPr txBox="1"/>
          <p:nvPr/>
        </p:nvSpPr>
        <p:spPr>
          <a:xfrm>
            <a:off x="2852049" y="0"/>
            <a:ext cx="6415418" cy="1508105"/>
          </a:xfrm>
          <a:prstGeom prst="rect">
            <a:avLst/>
          </a:prstGeom>
          <a:solidFill>
            <a:srgbClr val="FFFFCC"/>
          </a:solidFill>
          <a:ln>
            <a:solidFill>
              <a:srgbClr val="FF0000"/>
            </a:solidFill>
          </a:ln>
        </p:spPr>
        <p:txBody>
          <a:bodyPr wrap="square" rtlCol="0">
            <a:spAutoFit/>
          </a:bodyPr>
          <a:lstStyle/>
          <a:p>
            <a:r>
              <a:rPr lang="en-US" sz="1400" dirty="0"/>
              <a:t>Need to </a:t>
            </a:r>
          </a:p>
          <a:p>
            <a:pPr marL="168275" indent="-168275">
              <a:buFont typeface="Arial" panose="020B0604020202020204" pitchFamily="34" charset="0"/>
              <a:buChar char="•"/>
            </a:pPr>
            <a:r>
              <a:rPr lang="en-US" sz="1200" dirty="0"/>
              <a:t>implement donor site codes</a:t>
            </a:r>
          </a:p>
          <a:p>
            <a:pPr marL="569913" lvl="1" indent="-112713">
              <a:buFont typeface="Arial" panose="020B0604020202020204" pitchFamily="34" charset="0"/>
              <a:buChar char="•"/>
            </a:pPr>
            <a:r>
              <a:rPr lang="en-US" sz="1000" dirty="0"/>
              <a:t>Need to reduce BESE records as special case</a:t>
            </a:r>
          </a:p>
          <a:p>
            <a:pPr marL="569913" lvl="1" indent="-112713">
              <a:buFont typeface="Arial" panose="020B0604020202020204" pitchFamily="34" charset="0"/>
              <a:buChar char="•"/>
            </a:pPr>
            <a:r>
              <a:rPr lang="en-US" sz="1000" dirty="0"/>
              <a:t>Unpack 2 mixed cases</a:t>
            </a:r>
          </a:p>
          <a:p>
            <a:pPr marL="569913" lvl="1" indent="-112713">
              <a:buFont typeface="Arial" panose="020B0604020202020204" pitchFamily="34" charset="0"/>
              <a:buChar char="•"/>
            </a:pPr>
            <a:r>
              <a:rPr lang="en-US" sz="1000" dirty="0"/>
              <a:t>Unpack multi-donor-site </a:t>
            </a:r>
            <a:r>
              <a:rPr lang="en-US" sz="1000"/>
              <a:t>attribute values</a:t>
            </a:r>
            <a:endParaRPr lang="en-US" sz="1000" dirty="0"/>
          </a:p>
          <a:p>
            <a:pPr marL="625475" lvl="1" indent="-168275">
              <a:buFont typeface="Arial" panose="020B0604020202020204" pitchFamily="34" charset="0"/>
              <a:buChar char="•"/>
            </a:pPr>
            <a:endParaRPr lang="en-US" sz="1200" dirty="0"/>
          </a:p>
          <a:p>
            <a:pPr marL="168275" indent="-168275">
              <a:buFont typeface="Arial" panose="020B0604020202020204" pitchFamily="34" charset="0"/>
              <a:buChar char="•"/>
            </a:pPr>
            <a:r>
              <a:rPr lang="en-US" sz="1200" dirty="0"/>
              <a:t>Implement multiple donor sites per planting</a:t>
            </a:r>
          </a:p>
          <a:p>
            <a:pPr marL="168275" indent="-168275">
              <a:buFont typeface="Arial" panose="020B0604020202020204" pitchFamily="34" charset="0"/>
              <a:buChar char="•"/>
            </a:pPr>
            <a:r>
              <a:rPr lang="en-US" sz="1200" dirty="0"/>
              <a:t>Complete </a:t>
            </a:r>
            <a:r>
              <a:rPr lang="en-US" sz="1200" dirty="0" err="1"/>
              <a:t>plantingID</a:t>
            </a:r>
            <a:endParaRPr lang="en-US" sz="1400" dirty="0"/>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8953</TotalTime>
  <Words>2343</Words>
  <Application>Microsoft Office PowerPoint</Application>
  <PresentationFormat>Widescreen</PresentationFormat>
  <Paragraphs>425</Paragraphs>
  <Slides>34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Aptos</vt:lpstr>
      <vt:lpstr>Aptos Display</vt:lpstr>
      <vt:lpstr>Aptos Narrow</vt:lpstr>
      <vt:lpstr>Arial</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31</cp:revision>
  <dcterms:created xsi:type="dcterms:W3CDTF">2026-02-18T17:07:24Z</dcterms:created>
  <dcterms:modified xsi:type="dcterms:W3CDTF">2026-05-18T15:48:55Z</dcterms:modified>
  <cp:category/>
</cp:coreProperties>
</file>