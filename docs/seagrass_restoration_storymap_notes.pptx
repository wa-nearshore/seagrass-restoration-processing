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305" r:id="rId9"/>
    <p:sldId id="306" r:id="rId10"/>
    <p:sldId id="299" r:id="rId11"/>
    <p:sldId id="290" r:id="rId12"/>
    <p:sldId id="304" r:id="rId13"/>
    <p:sldId id="291" r:id="rId14"/>
    <p:sldId id="294" r:id="rId15"/>
    <p:sldId id="287" r:id="rId16"/>
    <p:sldId id="281" r:id="rId17"/>
    <p:sldId id="292" r:id="rId18"/>
    <p:sldId id="283" r:id="rId19"/>
    <p:sldId id="284" r:id="rId20"/>
    <p:sldId id="295" r:id="rId21"/>
    <p:sldId id="297" r:id="rId22"/>
    <p:sldId id="288" r:id="rId23"/>
    <p:sldId id="289" r:id="rId24"/>
    <p:sldId id="273" r:id="rId25"/>
    <p:sldId id="271" r:id="rId26"/>
    <p:sldId id="272" r:id="rId27"/>
    <p:sldId id="276" r:id="rId28"/>
    <p:sldId id="277" r:id="rId29"/>
    <p:sldId id="274" r:id="rId30"/>
    <p:sldId id="278" r:id="rId31"/>
    <p:sldId id="280" r:id="rId32"/>
    <p:sldId id="286" r:id="rId33"/>
    <p:sldId id="282" r:id="rId34"/>
    <p:sldId id="285" r:id="rId35"/>
    <p:sldId id="275" r:id="rId36"/>
    <p:sldId id="270" r:id="rId37"/>
    <p:sldId id="265" r:id="rId38"/>
    <p:sldId id="268" r:id="rId39"/>
    <p:sldId id="269" r:id="rId40"/>
    <p:sldId id="267" r:id="rId41"/>
    <p:sldId id="26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55" dt="2026-06-08T03:15:29.9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56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608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modSld">
      <pc:chgData name="Pete Dowty" userId="91aba14b6835b0ae" providerId="LiveId" clId="{660F8803-2738-5EFD-95AE-06E7480F19FB}" dt="2026-06-08T03:15:29.967" v="2351" actId="571"/>
      <pc:docMkLst>
        <pc:docMk/>
      </pc:docMkLst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7T01:02:05.689" v="2271" actId="1076"/>
          <ac:spMkLst>
            <pc:docMk/>
            <pc:sldMk cId="1080191347" sldId="302"/>
            <ac:spMk id="16" creationId="{817CF299-7C49-3EC7-0D72-A96A09D3A5C2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7T04:05:39.512" v="2325" actId="1037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7T01:17:34.901" v="2273" actId="1076"/>
          <ac:spMkLst>
            <pc:docMk/>
            <pc:sldMk cId="1080191347" sldId="302"/>
            <ac:spMk id="20" creationId="{5AE3DC17-0377-23AA-CFDA-436FDBD72008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6T22:29:47.086" v="2264"/>
          <ac:spMkLst>
            <pc:docMk/>
            <pc:sldMk cId="1080191347" sldId="302"/>
            <ac:spMk id="26" creationId="{1E6812FA-3996-F08D-DB1A-B452C5FF89CE}"/>
          </ac:spMkLst>
        </pc:spChg>
        <pc:spChg chg="add mod">
          <ac:chgData name="Pete Dowty" userId="91aba14b6835b0ae" providerId="LiveId" clId="{660F8803-2738-5EFD-95AE-06E7480F19FB}" dt="2026-06-06T22:29:47.253" v="2265"/>
          <ac:spMkLst>
            <pc:docMk/>
            <pc:sldMk cId="1080191347" sldId="302"/>
            <ac:spMk id="27" creationId="{356B3718-C37E-EA18-C631-FBAE93BA4933}"/>
          </ac:spMkLst>
        </pc:spChg>
        <pc:spChg chg="add mod">
          <ac:chgData name="Pete Dowty" userId="91aba14b6835b0ae" providerId="LiveId" clId="{660F8803-2738-5EFD-95AE-06E7480F19FB}" dt="2026-06-06T22:29:47.515" v="2266"/>
          <ac:spMkLst>
            <pc:docMk/>
            <pc:sldMk cId="1080191347" sldId="302"/>
            <ac:spMk id="28" creationId="{5E09E877-9FEC-C63D-B3C6-1483028A5BF4}"/>
          </ac:spMkLst>
        </pc:spChg>
        <pc:spChg chg="add mod">
          <ac:chgData name="Pete Dowty" userId="91aba14b6835b0ae" providerId="LiveId" clId="{660F8803-2738-5EFD-95AE-06E7480F19FB}" dt="2026-06-07T04:09:29.535" v="2347" actId="122"/>
          <ac:spMkLst>
            <pc:docMk/>
            <pc:sldMk cId="1080191347" sldId="302"/>
            <ac:spMk id="29" creationId="{7AF8C59A-AF60-0313-D57F-6BA2ED6A294A}"/>
          </ac:spMkLst>
        </pc:spChg>
        <pc:spChg chg="add mod">
          <ac:chgData name="Pete Dowty" userId="91aba14b6835b0ae" providerId="LiveId" clId="{660F8803-2738-5EFD-95AE-06E7480F19FB}" dt="2026-06-07T04:04:13.852" v="2289" actId="1076"/>
          <ac:spMkLst>
            <pc:docMk/>
            <pc:sldMk cId="1080191347" sldId="302"/>
            <ac:spMk id="30" creationId="{385F174A-B892-7EFB-2D7D-C3441A94FF90}"/>
          </ac:spMkLst>
        </pc:spChg>
        <pc:spChg chg="add mod">
          <ac:chgData name="Pete Dowty" userId="91aba14b6835b0ae" providerId="LiveId" clId="{660F8803-2738-5EFD-95AE-06E7480F19FB}" dt="2026-06-07T04:08:09.735" v="2340" actId="1076"/>
          <ac:spMkLst>
            <pc:docMk/>
            <pc:sldMk cId="1080191347" sldId="302"/>
            <ac:spMk id="31" creationId="{FE969ED4-E8BD-8D3F-AC22-8C3FB52280FB}"/>
          </ac:spMkLst>
        </pc:spChg>
        <pc:spChg chg="add mod">
          <ac:chgData name="Pete Dowty" userId="91aba14b6835b0ae" providerId="LiveId" clId="{660F8803-2738-5EFD-95AE-06E7480F19FB}" dt="2026-06-07T04:07:54.164" v="2337" actId="14100"/>
          <ac:spMkLst>
            <pc:docMk/>
            <pc:sldMk cId="1080191347" sldId="302"/>
            <ac:spMk id="32" creationId="{575152F1-E16B-9565-20AB-33CE5AB1A6D2}"/>
          </ac:spMkLst>
        </pc:spChg>
        <pc:spChg chg="add mod">
          <ac:chgData name="Pete Dowty" userId="91aba14b6835b0ae" providerId="LiveId" clId="{660F8803-2738-5EFD-95AE-06E7480F19FB}" dt="2026-06-07T04:08:50.190" v="2344" actId="1076"/>
          <ac:spMkLst>
            <pc:docMk/>
            <pc:sldMk cId="1080191347" sldId="302"/>
            <ac:spMk id="33" creationId="{979D682C-6FA4-C118-6CCC-7AA383946C17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  <pc:picChg chg="add mod">
          <ac:chgData name="Pete Dowty" userId="91aba14b6835b0ae" providerId="LiveId" clId="{660F8803-2738-5EFD-95AE-06E7480F19FB}" dt="2026-06-08T03:15:29.967" v="2351" actId="571"/>
          <ac:picMkLst>
            <pc:docMk/>
            <pc:sldMk cId="1080191347" sldId="302"/>
            <ac:picMk id="34" creationId="{DE4DDFEB-E4BF-D001-0B0A-644C42D38874}"/>
          </ac:picMkLst>
        </pc:picChg>
        <pc:picChg chg="add mod">
          <ac:chgData name="Pete Dowty" userId="91aba14b6835b0ae" providerId="LiveId" clId="{660F8803-2738-5EFD-95AE-06E7480F19FB}" dt="2026-06-07T04:26:59.787" v="2349" actId="571"/>
          <ac:picMkLst>
            <pc:docMk/>
            <pc:sldMk cId="1080191347" sldId="302"/>
            <ac:picMk id="38" creationId="{2DA201EB-2FCE-25F5-6B84-E27B1C0AE182}"/>
          </ac:picMkLst>
        </pc:picChg>
        <pc:cxnChg chg="add">
          <ac:chgData name="Pete Dowty" userId="91aba14b6835b0ae" providerId="LiveId" clId="{660F8803-2738-5EFD-95AE-06E7480F19FB}" dt="2026-06-07T04:09:00.444" v="2345" actId="11529"/>
          <ac:cxnSpMkLst>
            <pc:docMk/>
            <pc:sldMk cId="1080191347" sldId="302"/>
            <ac:cxnSpMk id="35" creationId="{64DAC9AC-149A-4CAB-CCF8-87F370E9B1C7}"/>
          </ac:cxnSpMkLst>
        </pc:cxnChg>
        <pc:cxnChg chg="add">
          <ac:chgData name="Pete Dowty" userId="91aba14b6835b0ae" providerId="LiveId" clId="{660F8803-2738-5EFD-95AE-06E7480F19FB}" dt="2026-06-07T04:09:19.315" v="2346" actId="11529"/>
          <ac:cxnSpMkLst>
            <pc:docMk/>
            <pc:sldMk cId="1080191347" sldId="302"/>
            <ac:cxnSpMk id="37" creationId="{1DF9EB47-977E-06FD-3888-7748C52D9A5A}"/>
          </ac:cxnSpMkLst>
        </pc:cxn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jpeg"/><Relationship Id="rId4" Type="http://schemas.openxmlformats.org/officeDocument/2006/relationships/image" Target="../media/image4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tiff"/><Relationship Id="rId7" Type="http://schemas.openxmlformats.org/officeDocument/2006/relationships/image" Target="../media/image118.tiff"/><Relationship Id="rId2" Type="http://schemas.openxmlformats.org/officeDocument/2006/relationships/image" Target="../media/image11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tiff"/><Relationship Id="rId5" Type="http://schemas.openxmlformats.org/officeDocument/2006/relationships/image" Target="../media/image116.tiff"/><Relationship Id="rId4" Type="http://schemas.openxmlformats.org/officeDocument/2006/relationships/image" Target="../media/image115.tiff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2.png"/><Relationship Id="rId7" Type="http://schemas.openxmlformats.org/officeDocument/2006/relationships/image" Target="../media/image13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160</a:t>
            </a:r>
          </a:p>
          <a:p>
            <a:pPr algn="r"/>
            <a:r>
              <a:rPr lang="en-US" sz="1000" dirty="0">
                <a:solidFill>
                  <a:schemeClr val="accent3"/>
                </a:solidFill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10784502" y="58799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16296</TotalTime>
  <Words>3444</Words>
  <Application>Microsoft Macintosh PowerPoint</Application>
  <PresentationFormat>Widescreen</PresentationFormat>
  <Paragraphs>796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2026-06-08T03:15:40Z</dcterms:modified>
  <cp:category/>
</cp:coreProperties>
</file>