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0" r:id="rId4"/>
    <p:sldId id="291" r:id="rId5"/>
    <p:sldId id="294" r:id="rId6"/>
    <p:sldId id="287" r:id="rId7"/>
    <p:sldId id="281" r:id="rId8"/>
    <p:sldId id="292" r:id="rId9"/>
    <p:sldId id="283" r:id="rId10"/>
    <p:sldId id="284" r:id="rId11"/>
    <p:sldId id="288" r:id="rId12"/>
    <p:sldId id="289" r:id="rId13"/>
    <p:sldId id="273" r:id="rId14"/>
    <p:sldId id="271" r:id="rId15"/>
    <p:sldId id="272" r:id="rId16"/>
    <p:sldId id="276" r:id="rId17"/>
    <p:sldId id="277" r:id="rId18"/>
    <p:sldId id="274" r:id="rId19"/>
    <p:sldId id="278" r:id="rId20"/>
    <p:sldId id="280" r:id="rId21"/>
    <p:sldId id="286" r:id="rId22"/>
    <p:sldId id="282" r:id="rId23"/>
    <p:sldId id="285" r:id="rId24"/>
    <p:sldId id="275" r:id="rId25"/>
    <p:sldId id="270" r:id="rId26"/>
    <p:sldId id="265" r:id="rId27"/>
    <p:sldId id="268" r:id="rId28"/>
    <p:sldId id="269" r:id="rId29"/>
    <p:sldId id="267" r:id="rId30"/>
    <p:sldId id="266" r:id="rId31"/>
    <p:sldId id="257" r:id="rId32"/>
    <p:sldId id="258" r:id="rId33"/>
    <p:sldId id="259" r:id="rId34"/>
    <p:sldId id="260" r:id="rId35"/>
    <p:sldId id="261" r:id="rId36"/>
    <p:sldId id="262" r:id="rId37"/>
    <p:sldId id="263" r:id="rId38"/>
    <p:sldId id="26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69" dt="2026-05-22T20:20:24.7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95" d="100"/>
          <a:sy n="95" d="100"/>
        </p:scale>
        <p:origin x="624" y="306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18T05:27:18.121" v="4875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5-22T21:05:27.319" v="6364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0T13:44:35.216" v="5334" actId="478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0T13:44:28.229" v="533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2T21:05:27.319" v="6364" actId="20577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2T20:20:38.585" v="6311" actId="20577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modSp new mod">
        <pc:chgData name="DOWTY, PETER (DNR)" userId="01cf875a-4e15-4928-8f93-7a0dfa1efb6b" providerId="ADAL" clId="{E9054DD1-CDF4-4BE2-A4C5-BD4B0395A89E}" dt="2026-05-21T14:40:37.083" v="5897" actId="20577"/>
        <pc:sldMkLst>
          <pc:docMk/>
          <pc:sldMk cId="1516653873" sldId="293"/>
        </pc:sldMkLst>
        <pc:spChg chg="add mod">
          <ac:chgData name="DOWTY, PETER (DNR)" userId="01cf875a-4e15-4928-8f93-7a0dfa1efb6b" providerId="ADAL" clId="{E9054DD1-CDF4-4BE2-A4C5-BD4B0395A89E}" dt="2026-05-21T14:40:37.083" v="5897" actId="20577"/>
          <ac:spMkLst>
            <pc:docMk/>
            <pc:sldMk cId="1516653873" sldId="293"/>
            <ac:spMk id="2" creationId="{CD4194DB-425F-6788-6B16-09016EFB40F6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1T16:43:53.629" v="6183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del mod">
          <ac:chgData name="DOWTY, PETER (DNR)" userId="01cf875a-4e15-4928-8f93-7a0dfa1efb6b" providerId="ADAL" clId="{E9054DD1-CDF4-4BE2-A4C5-BD4B0395A89E}" dt="2026-05-21T15:45:25.717" v="6005" actId="478"/>
          <ac:spMkLst>
            <pc:docMk/>
            <pc:sldMk cId="3137760217" sldId="294"/>
            <ac:spMk id="3" creationId="{380A13F0-9A65-F88C-A5BE-8792D207A8FA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3" creationId="{DBAD014E-98CC-1A8D-1A4D-265C9FFF1CFF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4" creationId="{2856E012-607B-7A8C-B2F3-55530F01A11D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5" creationId="{AE3A0FC1-AE19-30EC-BC71-9AFA102785AD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6" creationId="{9261530F-E7C4-D8A9-EAE2-C9FBE0BC06DD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7" creationId="{F876D737-6FCB-ED18-E5D6-B60C75EF5164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8" creationId="{83761C2F-A840-8771-53D5-DE1AB30C8307}"/>
          </ac:spMkLst>
        </pc:spChg>
        <pc:spChg chg="add mod">
          <ac:chgData name="DOWTY, PETER (DNR)" userId="01cf875a-4e15-4928-8f93-7a0dfa1efb6b" providerId="ADAL" clId="{E9054DD1-CDF4-4BE2-A4C5-BD4B0395A89E}" dt="2026-05-21T15:55:14.649" v="6102" actId="13822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1T16:14:36.897" v="6154" actId="1076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1T15:56:08.360" v="6122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1T15:53:59.712" v="6098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1T15:53:59.712" v="6098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1T16:14:34.548" v="6153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1T15:54:17.089" v="6100" actId="1076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1T16:43:43.631" v="6175" actId="1076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1T16:43:08.737" v="6163"/>
          <ac:cxnSpMkLst>
            <pc:docMk/>
            <pc:sldMk cId="3137760217" sldId="294"/>
            <ac:cxnSpMk id="36" creationId="{ED7CF8A9-A217-E237-B7D4-6863B60FD80C}"/>
          </ac:cxnSpMkLst>
        </pc:cxnChg>
        <pc:cxnChg chg="add mod">
          <ac:chgData name="DOWTY, PETER (DNR)" userId="01cf875a-4e15-4928-8f93-7a0dfa1efb6b" providerId="ADAL" clId="{E9054DD1-CDF4-4BE2-A4C5-BD4B0395A89E}" dt="2026-05-21T16:43:08.935" v="6164"/>
          <ac:cxnSpMkLst>
            <pc:docMk/>
            <pc:sldMk cId="3137760217" sldId="294"/>
            <ac:cxnSpMk id="37" creationId="{DA14923A-82F5-AF74-52E2-2BC072B0361B}"/>
          </ac:cxnSpMkLst>
        </pc:cxnChg>
        <pc:cxnChg chg="add mod">
          <ac:chgData name="DOWTY, PETER (DNR)" userId="01cf875a-4e15-4928-8f93-7a0dfa1efb6b" providerId="ADAL" clId="{E9054DD1-CDF4-4BE2-A4C5-BD4B0395A89E}" dt="2026-05-21T16:43:53.629" v="6183" actId="1076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1T16:43:49.289" v="6178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1T16:43:49.499" v="6179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1T16:43:49.666" v="6180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1T16:43:49.850" v="6181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1T16:43:50.035" v="6182"/>
          <ac:cxnSpMkLst>
            <pc:docMk/>
            <pc:sldMk cId="3137760217" sldId="294"/>
            <ac:cxnSpMk id="45" creationId="{45842635-F08A-4173-D150-9FCCC35FD56B}"/>
          </ac:cxnSpMkLst>
        </pc:cxn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2.png"/><Relationship Id="rId42" Type="http://schemas.openxmlformats.org/officeDocument/2006/relationships/customXml" Target="../ink/ink23.xml"/><Relationship Id="rId84" Type="http://schemas.openxmlformats.org/officeDocument/2006/relationships/customXml" Target="../ink/ink41.xml"/><Relationship Id="rId138" Type="http://schemas.openxmlformats.org/officeDocument/2006/relationships/customXml" Target="../ink/ink68.xml"/><Relationship Id="rId159" Type="http://schemas.openxmlformats.org/officeDocument/2006/relationships/customXml" Target="../ink/ink78.xml"/><Relationship Id="rId107" Type="http://schemas.openxmlformats.org/officeDocument/2006/relationships/image" Target="../media/image53.png"/><Relationship Id="rId11" Type="http://schemas.openxmlformats.org/officeDocument/2006/relationships/image" Target="../media/image511.png"/><Relationship Id="rId32" Type="http://schemas.openxmlformats.org/officeDocument/2006/relationships/customXml" Target="../ink/ink18.xml"/><Relationship Id="rId53" Type="http://schemas.openxmlformats.org/officeDocument/2006/relationships/image" Target="../media/image26.png"/><Relationship Id="rId74" Type="http://schemas.openxmlformats.org/officeDocument/2006/relationships/customXml" Target="../ink/ink36.xml"/><Relationship Id="rId128" Type="http://schemas.openxmlformats.org/officeDocument/2006/relationships/customXml" Target="../ink/ink63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3.xml"/><Relationship Id="rId43" Type="http://schemas.openxmlformats.org/officeDocument/2006/relationships/image" Target="../media/image21.png"/><Relationship Id="rId118" Type="http://schemas.openxmlformats.org/officeDocument/2006/relationships/customXml" Target="../ink/ink58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4.xml"/><Relationship Id="rId12" Type="http://schemas.openxmlformats.org/officeDocument/2006/relationships/customXml" Target="../ink/ink8.xml"/><Relationship Id="rId17" Type="http://schemas.openxmlformats.org/officeDocument/2006/relationships/image" Target="../media/image810.png"/><Relationship Id="rId33" Type="http://schemas.openxmlformats.org/officeDocument/2006/relationships/image" Target="../media/image16.png"/><Relationship Id="rId38" Type="http://schemas.openxmlformats.org/officeDocument/2006/relationships/customXml" Target="../ink/ink21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3.xml"/><Relationship Id="rId124" Type="http://schemas.openxmlformats.org/officeDocument/2006/relationships/customXml" Target="../ink/ink61.xml"/><Relationship Id="rId129" Type="http://schemas.openxmlformats.org/officeDocument/2006/relationships/image" Target="../media/image64.png"/><Relationship Id="rId54" Type="http://schemas.openxmlformats.org/officeDocument/2006/relationships/customXml" Target="../ink/ink29.xml"/><Relationship Id="rId70" Type="http://schemas.openxmlformats.org/officeDocument/2006/relationships/customXml" Target="../ink/ink34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7.xml"/><Relationship Id="rId140" Type="http://schemas.openxmlformats.org/officeDocument/2006/relationships/customXml" Target="../ink/ink69.xml"/><Relationship Id="rId145" Type="http://schemas.openxmlformats.org/officeDocument/2006/relationships/image" Target="../media/image72.png"/><Relationship Id="rId161" Type="http://schemas.openxmlformats.org/officeDocument/2006/relationships/customXml" Target="../ink/ink79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.xml"/><Relationship Id="rId23" Type="http://schemas.openxmlformats.org/officeDocument/2006/relationships/image" Target="../media/image1111.png"/><Relationship Id="rId28" Type="http://schemas.openxmlformats.org/officeDocument/2006/relationships/customXml" Target="../ink/ink16.xml"/><Relationship Id="rId49" Type="http://schemas.openxmlformats.org/officeDocument/2006/relationships/image" Target="../media/image24.png"/><Relationship Id="rId114" Type="http://schemas.openxmlformats.org/officeDocument/2006/relationships/customXml" Target="../ink/ink56.xml"/><Relationship Id="rId119" Type="http://schemas.openxmlformats.org/officeDocument/2006/relationships/image" Target="../media/image59.png"/><Relationship Id="rId44" Type="http://schemas.openxmlformats.org/officeDocument/2006/relationships/customXml" Target="../ink/ink24.xml"/><Relationship Id="rId60" Type="http://schemas.openxmlformats.org/officeDocument/2006/relationships/customXml" Target="../ink/ink32.xml"/><Relationship Id="rId81" Type="http://schemas.openxmlformats.org/officeDocument/2006/relationships/image" Target="../media/image40.png"/><Relationship Id="rId86" Type="http://schemas.openxmlformats.org/officeDocument/2006/relationships/customXml" Target="../ink/ink42.xml"/><Relationship Id="rId130" Type="http://schemas.openxmlformats.org/officeDocument/2006/relationships/customXml" Target="../ink/ink64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7.xml"/><Relationship Id="rId13" Type="http://schemas.openxmlformats.org/officeDocument/2006/relationships/image" Target="../media/image611.png"/><Relationship Id="rId18" Type="http://schemas.openxmlformats.org/officeDocument/2006/relationships/customXml" Target="../ink/ink11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9.xml"/><Relationship Id="rId50" Type="http://schemas.openxmlformats.org/officeDocument/2006/relationships/customXml" Target="../ink/ink27.xml"/><Relationship Id="rId55" Type="http://schemas.openxmlformats.org/officeDocument/2006/relationships/image" Target="../media/image27.png"/><Relationship Id="rId76" Type="http://schemas.openxmlformats.org/officeDocument/2006/relationships/customXml" Target="../ink/ink37.xml"/><Relationship Id="rId97" Type="http://schemas.openxmlformats.org/officeDocument/2006/relationships/image" Target="../media/image48.png"/><Relationship Id="rId104" Type="http://schemas.openxmlformats.org/officeDocument/2006/relationships/customXml" Target="../ink/ink51.xml"/><Relationship Id="rId120" Type="http://schemas.openxmlformats.org/officeDocument/2006/relationships/customXml" Target="../ink/ink59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2.xml"/><Relationship Id="rId167" Type="http://schemas.openxmlformats.org/officeDocument/2006/relationships/customXml" Target="../ink/ink82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5.xml"/><Relationship Id="rId162" Type="http://schemas.openxmlformats.org/officeDocument/2006/relationships/image" Target="../media/image33.png"/><Relationship Id="rId2" Type="http://schemas.openxmlformats.org/officeDocument/2006/relationships/customXml" Target="../ink/ink3.xml"/><Relationship Id="rId29" Type="http://schemas.openxmlformats.org/officeDocument/2006/relationships/image" Target="../media/image140.png"/><Relationship Id="rId24" Type="http://schemas.openxmlformats.org/officeDocument/2006/relationships/customXml" Target="../ink/ink14.xml"/><Relationship Id="rId40" Type="http://schemas.openxmlformats.org/officeDocument/2006/relationships/customXml" Target="../ink/ink22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4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7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40.xml"/><Relationship Id="rId152" Type="http://schemas.openxmlformats.org/officeDocument/2006/relationships/customXml" Target="../ink/ink75.xml"/><Relationship Id="rId19" Type="http://schemas.openxmlformats.org/officeDocument/2006/relationships/image" Target="../media/image911.png"/><Relationship Id="rId14" Type="http://schemas.openxmlformats.org/officeDocument/2006/relationships/customXml" Target="../ink/ink9.xml"/><Relationship Id="rId30" Type="http://schemas.openxmlformats.org/officeDocument/2006/relationships/customXml" Target="../ink/ink17.xml"/><Relationship Id="rId35" Type="http://schemas.openxmlformats.org/officeDocument/2006/relationships/image" Target="../media/image17.png"/><Relationship Id="rId56" Type="http://schemas.openxmlformats.org/officeDocument/2006/relationships/customXml" Target="../ink/ink30.xml"/><Relationship Id="rId77" Type="http://schemas.openxmlformats.org/officeDocument/2006/relationships/image" Target="../media/image38.png"/><Relationship Id="rId100" Type="http://schemas.openxmlformats.org/officeDocument/2006/relationships/customXml" Target="../ink/ink49.xml"/><Relationship Id="rId105" Type="http://schemas.openxmlformats.org/officeDocument/2006/relationships/image" Target="../media/image52.png"/><Relationship Id="rId126" Type="http://schemas.openxmlformats.org/officeDocument/2006/relationships/customXml" Target="../ink/ink62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6.xml"/><Relationship Id="rId51" Type="http://schemas.openxmlformats.org/officeDocument/2006/relationships/image" Target="../media/image25.png"/><Relationship Id="rId72" Type="http://schemas.openxmlformats.org/officeDocument/2006/relationships/customXml" Target="../ink/ink35.xml"/><Relationship Id="rId93" Type="http://schemas.openxmlformats.org/officeDocument/2006/relationships/image" Target="../media/image46.png"/><Relationship Id="rId98" Type="http://schemas.openxmlformats.org/officeDocument/2006/relationships/customXml" Target="../ink/ink48.xml"/><Relationship Id="rId121" Type="http://schemas.openxmlformats.org/officeDocument/2006/relationships/image" Target="../media/image60.png"/><Relationship Id="rId142" Type="http://schemas.openxmlformats.org/officeDocument/2006/relationships/customXml" Target="../ink/ink70.xml"/><Relationship Id="rId163" Type="http://schemas.openxmlformats.org/officeDocument/2006/relationships/customXml" Target="../ink/ink80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25.xml"/><Relationship Id="rId116" Type="http://schemas.openxmlformats.org/officeDocument/2006/relationships/customXml" Target="../ink/ink57.xml"/><Relationship Id="rId137" Type="http://schemas.openxmlformats.org/officeDocument/2006/relationships/image" Target="../media/image68.png"/><Relationship Id="rId158" Type="http://schemas.openxmlformats.org/officeDocument/2006/relationships/image" Target="../media/image10.png"/><Relationship Id="rId20" Type="http://schemas.openxmlformats.org/officeDocument/2006/relationships/customXml" Target="../ink/ink12.xml"/><Relationship Id="rId41" Type="http://schemas.openxmlformats.org/officeDocument/2006/relationships/image" Target="../media/image20.png"/><Relationship Id="rId62" Type="http://schemas.openxmlformats.org/officeDocument/2006/relationships/customXml" Target="../ink/ink33.xml"/><Relationship Id="rId83" Type="http://schemas.openxmlformats.org/officeDocument/2006/relationships/image" Target="../media/image41.png"/><Relationship Id="rId88" Type="http://schemas.openxmlformats.org/officeDocument/2006/relationships/customXml" Target="../ink/ink43.xml"/><Relationship Id="rId111" Type="http://schemas.openxmlformats.org/officeDocument/2006/relationships/image" Target="../media/image55.png"/><Relationship Id="rId132" Type="http://schemas.openxmlformats.org/officeDocument/2006/relationships/customXml" Target="../ink/ink65.xml"/><Relationship Id="rId153" Type="http://schemas.openxmlformats.org/officeDocument/2006/relationships/image" Target="../media/image76.png"/><Relationship Id="rId15" Type="http://schemas.openxmlformats.org/officeDocument/2006/relationships/image" Target="../media/image711.png"/><Relationship Id="rId36" Type="http://schemas.openxmlformats.org/officeDocument/2006/relationships/customXml" Target="../ink/ink20.xml"/><Relationship Id="rId57" Type="http://schemas.openxmlformats.org/officeDocument/2006/relationships/image" Target="../media/image28.png"/><Relationship Id="rId106" Type="http://schemas.openxmlformats.org/officeDocument/2006/relationships/customXml" Target="../ink/ink52.xml"/><Relationship Id="rId127" Type="http://schemas.openxmlformats.org/officeDocument/2006/relationships/image" Target="../media/image63.png"/><Relationship Id="rId10" Type="http://schemas.openxmlformats.org/officeDocument/2006/relationships/customXml" Target="../ink/ink7.xml"/><Relationship Id="rId31" Type="http://schemas.openxmlformats.org/officeDocument/2006/relationships/image" Target="../media/image150.png"/><Relationship Id="rId52" Type="http://schemas.openxmlformats.org/officeDocument/2006/relationships/customXml" Target="../ink/ink28.xml"/><Relationship Id="rId73" Type="http://schemas.openxmlformats.org/officeDocument/2006/relationships/image" Target="../media/image36.png"/><Relationship Id="rId78" Type="http://schemas.openxmlformats.org/officeDocument/2006/relationships/customXml" Target="../ink/ink38.xml"/><Relationship Id="rId94" Type="http://schemas.openxmlformats.org/officeDocument/2006/relationships/customXml" Target="../ink/ink46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0.xml"/><Relationship Id="rId143" Type="http://schemas.openxmlformats.org/officeDocument/2006/relationships/image" Target="../media/image71.png"/><Relationship Id="rId148" Type="http://schemas.openxmlformats.org/officeDocument/2006/relationships/customXml" Target="../ink/ink73.xml"/><Relationship Id="rId164" Type="http://schemas.openxmlformats.org/officeDocument/2006/relationships/image" Target="../media/image79.png"/><Relationship Id="rId4" Type="http://schemas.openxmlformats.org/officeDocument/2006/relationships/customXml" Target="../ink/ink4.xml"/><Relationship Id="rId9" Type="http://schemas.openxmlformats.org/officeDocument/2006/relationships/image" Target="../media/image411.png"/><Relationship Id="rId26" Type="http://schemas.openxmlformats.org/officeDocument/2006/relationships/customXml" Target="../ink/ink15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5.xml"/><Relationship Id="rId133" Type="http://schemas.openxmlformats.org/officeDocument/2006/relationships/image" Target="../media/image66.png"/><Relationship Id="rId154" Type="http://schemas.openxmlformats.org/officeDocument/2006/relationships/customXml" Target="../ink/ink76.xml"/><Relationship Id="rId16" Type="http://schemas.openxmlformats.org/officeDocument/2006/relationships/customXml" Target="../ink/ink10.xml"/><Relationship Id="rId37" Type="http://schemas.openxmlformats.org/officeDocument/2006/relationships/image" Target="../media/image18.png"/><Relationship Id="rId58" Type="http://schemas.openxmlformats.org/officeDocument/2006/relationships/customXml" Target="../ink/ink31.xml"/><Relationship Id="rId79" Type="http://schemas.openxmlformats.org/officeDocument/2006/relationships/image" Target="../media/image39.png"/><Relationship Id="rId102" Type="http://schemas.openxmlformats.org/officeDocument/2006/relationships/customXml" Target="../ink/ink50.xml"/><Relationship Id="rId123" Type="http://schemas.openxmlformats.org/officeDocument/2006/relationships/image" Target="../media/image61.png"/><Relationship Id="rId144" Type="http://schemas.openxmlformats.org/officeDocument/2006/relationships/customXml" Target="../ink/ink71.xml"/><Relationship Id="rId90" Type="http://schemas.openxmlformats.org/officeDocument/2006/relationships/customXml" Target="../ink/ink44.xml"/><Relationship Id="rId165" Type="http://schemas.openxmlformats.org/officeDocument/2006/relationships/customXml" Target="../ink/ink81.xml"/><Relationship Id="rId27" Type="http://schemas.openxmlformats.org/officeDocument/2006/relationships/image" Target="../media/image13.png"/><Relationship Id="rId48" Type="http://schemas.openxmlformats.org/officeDocument/2006/relationships/customXml" Target="../ink/ink26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6.xml"/><Relationship Id="rId80" Type="http://schemas.openxmlformats.org/officeDocument/2006/relationships/customXml" Target="../ink/ink39.xml"/><Relationship Id="rId155" Type="http://schemas.openxmlformats.org/officeDocument/2006/relationships/image" Target="../media/image77.pn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91.xml"/><Relationship Id="rId26" Type="http://schemas.openxmlformats.org/officeDocument/2006/relationships/customXml" Target="../ink/ink95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9.xml"/><Relationship Id="rId42" Type="http://schemas.openxmlformats.org/officeDocument/2006/relationships/customXml" Target="../ink/ink103.xml"/><Relationship Id="rId47" Type="http://schemas.openxmlformats.org/officeDocument/2006/relationships/image" Target="../media/image230.png"/><Relationship Id="rId50" Type="http://schemas.openxmlformats.org/officeDocument/2006/relationships/customXml" Target="../ink/ink107.xml"/><Relationship Id="rId7" Type="http://schemas.openxmlformats.org/officeDocument/2006/relationships/image" Target="../media/image310.png"/><Relationship Id="rId2" Type="http://schemas.openxmlformats.org/officeDocument/2006/relationships/customXml" Target="../ink/ink83.xml"/><Relationship Id="rId16" Type="http://schemas.openxmlformats.org/officeDocument/2006/relationships/customXml" Target="../ink/ink90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4.xml"/><Relationship Id="rId32" Type="http://schemas.openxmlformats.org/officeDocument/2006/relationships/customXml" Target="../ink/ink98.xml"/><Relationship Id="rId37" Type="http://schemas.openxmlformats.org/officeDocument/2006/relationships/image" Target="../media/image181.png"/><Relationship Id="rId40" Type="http://schemas.openxmlformats.org/officeDocument/2006/relationships/customXml" Target="../ink/ink102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7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4.xml"/><Relationship Id="rId52" Type="http://schemas.openxmlformats.org/officeDocument/2006/relationships/customXml" Target="../ink/ink108.xml"/><Relationship Id="rId4" Type="http://schemas.openxmlformats.org/officeDocument/2006/relationships/customXml" Target="../ink/ink84.xml"/><Relationship Id="rId9" Type="http://schemas.openxmlformats.org/officeDocument/2006/relationships/image" Target="../media/image410.png"/><Relationship Id="rId14" Type="http://schemas.openxmlformats.org/officeDocument/2006/relationships/customXml" Target="../ink/ink89.xml"/><Relationship Id="rId22" Type="http://schemas.openxmlformats.org/officeDocument/2006/relationships/customXml" Target="../ink/ink93.xml"/><Relationship Id="rId27" Type="http://schemas.openxmlformats.org/officeDocument/2006/relationships/image" Target="../media/image131.png"/><Relationship Id="rId30" Type="http://schemas.openxmlformats.org/officeDocument/2006/relationships/customXml" Target="../ink/ink97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6.xml"/><Relationship Id="rId8" Type="http://schemas.openxmlformats.org/officeDocument/2006/relationships/customXml" Target="../ink/ink86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8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01.xml"/><Relationship Id="rId46" Type="http://schemas.openxmlformats.org/officeDocument/2006/relationships/customXml" Target="../ink/ink105.xml"/><Relationship Id="rId20" Type="http://schemas.openxmlformats.org/officeDocument/2006/relationships/customXml" Target="../ink/ink92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5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6.xml"/><Relationship Id="rId36" Type="http://schemas.openxmlformats.org/officeDocument/2006/relationships/customXml" Target="../ink/ink100.xml"/><Relationship Id="rId49" Type="http://schemas.openxmlformats.org/officeDocument/2006/relationships/image" Target="../media/image2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32.jpe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4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09.xml"/><Relationship Id="rId21" Type="http://schemas.openxmlformats.org/officeDocument/2006/relationships/customXml" Target="../ink/ink118.xml"/><Relationship Id="rId7" Type="http://schemas.openxmlformats.org/officeDocument/2006/relationships/customXml" Target="../ink/ink111.xml"/><Relationship Id="rId12" Type="http://schemas.openxmlformats.org/officeDocument/2006/relationships/image" Target="../media/image910.png"/><Relationship Id="rId17" Type="http://schemas.openxmlformats.org/officeDocument/2006/relationships/customXml" Target="../ink/ink116.xml"/><Relationship Id="rId25" Type="http://schemas.openxmlformats.org/officeDocument/2006/relationships/customXml" Target="../ink/ink120.xml"/><Relationship Id="rId2" Type="http://schemas.openxmlformats.org/officeDocument/2006/relationships/image" Target="../media/image14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3.xml"/><Relationship Id="rId24" Type="http://schemas.openxmlformats.org/officeDocument/2006/relationships/image" Target="../media/image980.png"/><Relationship Id="rId5" Type="http://schemas.openxmlformats.org/officeDocument/2006/relationships/customXml" Target="../ink/ink110.xml"/><Relationship Id="rId15" Type="http://schemas.openxmlformats.org/officeDocument/2006/relationships/customXml" Target="../ink/ink115.xml"/><Relationship Id="rId23" Type="http://schemas.openxmlformats.org/officeDocument/2006/relationships/customXml" Target="../ink/ink119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7.xml"/><Relationship Id="rId4" Type="http://schemas.openxmlformats.org/officeDocument/2006/relationships/image" Target="../media/image870.png"/><Relationship Id="rId9" Type="http://schemas.openxmlformats.org/officeDocument/2006/relationships/customXml" Target="../ink/ink112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2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tiff"/><Relationship Id="rId7" Type="http://schemas.openxmlformats.org/officeDocument/2006/relationships/image" Target="../media/image103.tiff"/><Relationship Id="rId2" Type="http://schemas.openxmlformats.org/officeDocument/2006/relationships/image" Target="../media/image98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tiff"/><Relationship Id="rId5" Type="http://schemas.openxmlformats.org/officeDocument/2006/relationships/image" Target="../media/image101.tiff"/><Relationship Id="rId4" Type="http://schemas.openxmlformats.org/officeDocument/2006/relationships/image" Target="../media/image100.tif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8.png"/><Relationship Id="rId4" Type="http://schemas.openxmlformats.org/officeDocument/2006/relationships/image" Target="../media/image1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Make a plan for special cases (eventual treatment may depend on monitoring data granularity):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4194DB-425F-6788-6B16-09016EFB40F6}"/>
              </a:ext>
            </a:extLst>
          </p:cNvPr>
          <p:cNvSpPr txBox="1"/>
          <p:nvPr/>
        </p:nvSpPr>
        <p:spPr>
          <a:xfrm>
            <a:off x="854110" y="633046"/>
            <a:ext cx="82396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Making plantings table</a:t>
            </a:r>
          </a:p>
          <a:p>
            <a:endParaRPr lang="en-US" dirty="0"/>
          </a:p>
          <a:p>
            <a:r>
              <a:rPr lang="en-US" dirty="0"/>
              <a:t>Selection and reduction of planting GPS points to plantings</a:t>
            </a:r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7489" y="5538517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889" y="5690917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605" y="2364193"/>
            <a:ext cx="501780" cy="501780"/>
          </a:xfrm>
          <a:prstGeom prst="rect">
            <a:avLst/>
          </a:prstGeom>
        </p:spPr>
      </p:pic>
      <p:pic>
        <p:nvPicPr>
          <p:cNvPr id="12" name="Picture 11" descr="code file Icon - Free PNG &amp; SVG 2035030 - Noun Project">
            <a:extLst>
              <a:ext uri="{FF2B5EF4-FFF2-40B4-BE49-F238E27FC236}">
                <a16:creationId xmlns:a16="http://schemas.microsoft.com/office/drawing/2014/main" id="{D67AB13A-9A37-59A0-4906-F61984A7F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763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8962495" y="55472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9114895" y="56996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9267295" y="58520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A1FF177-C3C9-2367-A8A4-1E0AB33582E6}"/>
              </a:ext>
            </a:extLst>
          </p:cNvPr>
          <p:cNvSpPr/>
          <p:nvPr/>
        </p:nvSpPr>
        <p:spPr>
          <a:xfrm>
            <a:off x="8296551" y="3265822"/>
            <a:ext cx="1326383" cy="28242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534237" y="460328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8940439" y="2040332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D7CF8A9-A217-E237-B7D4-6863B60FD80C}"/>
              </a:ext>
            </a:extLst>
          </p:cNvPr>
          <p:cNvCxnSpPr/>
          <p:nvPr/>
        </p:nvCxnSpPr>
        <p:spPr>
          <a:xfrm>
            <a:off x="4782928" y="4800957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A14923A-82F5-AF74-52E2-2BC072B0361B}"/>
              </a:ext>
            </a:extLst>
          </p:cNvPr>
          <p:cNvCxnSpPr/>
          <p:nvPr/>
        </p:nvCxnSpPr>
        <p:spPr>
          <a:xfrm>
            <a:off x="4935328" y="4953357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8978920" y="286597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6954215" y="49572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7106615" y="51096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7259015" y="52620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7411415" y="54144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7563815" y="55668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6316745" y="5218500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10353</TotalTime>
  <Words>2442</Words>
  <Application>Microsoft Office PowerPoint</Application>
  <PresentationFormat>Widescreen</PresentationFormat>
  <Paragraphs>439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31</cp:revision>
  <dcterms:created xsi:type="dcterms:W3CDTF">2026-02-18T17:07:24Z</dcterms:created>
  <dcterms:modified xsi:type="dcterms:W3CDTF">2026-05-22T21:05:28Z</dcterms:modified>
  <cp:category/>
</cp:coreProperties>
</file>