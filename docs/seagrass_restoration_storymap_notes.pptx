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71" r:id="rId4"/>
    <p:sldId id="272" r:id="rId5"/>
    <p:sldId id="276" r:id="rId6"/>
    <p:sldId id="277" r:id="rId7"/>
    <p:sldId id="274" r:id="rId8"/>
    <p:sldId id="278" r:id="rId9"/>
    <p:sldId id="280" r:id="rId10"/>
    <p:sldId id="281" r:id="rId11"/>
    <p:sldId id="279" r:id="rId12"/>
    <p:sldId id="282" r:id="rId13"/>
    <p:sldId id="275" r:id="rId14"/>
    <p:sldId id="270" r:id="rId15"/>
    <p:sldId id="265" r:id="rId16"/>
    <p:sldId id="268" r:id="rId17"/>
    <p:sldId id="269" r:id="rId18"/>
    <p:sldId id="267" r:id="rId19"/>
    <p:sldId id="266" r:id="rId20"/>
    <p:sldId id="257" r:id="rId21"/>
    <p:sldId id="258" r:id="rId22"/>
    <p:sldId id="259" r:id="rId23"/>
    <p:sldId id="260" r:id="rId24"/>
    <p:sldId id="261" r:id="rId25"/>
    <p:sldId id="262" r:id="rId26"/>
    <p:sldId id="263" r:id="rId27"/>
    <p:sldId id="26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41" autoAdjust="0"/>
    <p:restoredTop sz="96182" autoAdjust="0"/>
  </p:normalViewPr>
  <p:slideViewPr>
    <p:cSldViewPr snapToGrid="0">
      <p:cViewPr varScale="1">
        <p:scale>
          <a:sx n="96" d="100"/>
          <a:sy n="96" d="100"/>
        </p:scale>
        <p:origin x="804" y="312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 Dowty" userId="91aba14b6835b0ae" providerId="LiveId" clId="{19439AC1-6599-4CEB-9020-36158C74069D}"/>
    <pc:docChg chg="custSel modSld">
      <pc:chgData name="Pete Dowty" userId="91aba14b6835b0ae" providerId="LiveId" clId="{19439AC1-6599-4CEB-9020-36158C74069D}" dt="2026-03-28T04:17:00.221" v="330"/>
      <pc:docMkLst>
        <pc:docMk/>
      </pc:docMkLst>
      <pc:sldChg chg="addSp delSp mod">
        <pc:chgData name="Pete Dowty" userId="91aba14b6835b0ae" providerId="LiveId" clId="{19439AC1-6599-4CEB-9020-36158C74069D}" dt="2026-03-09T02:44:52.806" v="268"/>
        <pc:sldMkLst>
          <pc:docMk/>
          <pc:sldMk cId="4190235494" sldId="271"/>
        </pc:sldMkLst>
        <pc:inkChg chg="add reco">
          <ac:chgData name="Pete Dowty" userId="91aba14b6835b0ae" providerId="LiveId" clId="{19439AC1-6599-4CEB-9020-36158C74069D}" dt="2026-03-09T02:17:19.553" v="100"/>
          <ac:inkMkLst>
            <pc:docMk/>
            <pc:sldMk cId="4190235494" sldId="271"/>
            <ac:inkMk id="11" creationId="{30CF8BF2-0ABE-E081-757A-D971C752C9F4}"/>
          </ac:inkMkLst>
        </pc:inkChg>
        <pc:inkChg chg="add">
          <ac:chgData name="Pete Dowty" userId="91aba14b6835b0ae" providerId="LiveId" clId="{19439AC1-6599-4CEB-9020-36158C74069D}" dt="2026-03-09T02:17:19.992" v="101"/>
          <ac:inkMkLst>
            <pc:docMk/>
            <pc:sldMk cId="4190235494" sldId="271"/>
            <ac:inkMk id="12" creationId="{DA511140-A217-1CDF-42CD-390EA931F198}"/>
          </ac:inkMkLst>
        </pc:inkChg>
        <pc:inkChg chg="add reco">
          <ac:chgData name="Pete Dowty" userId="91aba14b6835b0ae" providerId="LiveId" clId="{19439AC1-6599-4CEB-9020-36158C74069D}" dt="2026-03-09T02:19:23.343" v="104"/>
          <ac:inkMkLst>
            <pc:docMk/>
            <pc:sldMk cId="4190235494" sldId="271"/>
            <ac:inkMk id="16" creationId="{4ED0F692-B284-12B3-D6E4-53EC2C16C50B}"/>
          </ac:inkMkLst>
        </pc:inkChg>
        <pc:inkChg chg="add reco">
          <ac:chgData name="Pete Dowty" userId="91aba14b6835b0ae" providerId="LiveId" clId="{19439AC1-6599-4CEB-9020-36158C74069D}" dt="2026-03-09T02:19:28.872" v="107"/>
          <ac:inkMkLst>
            <pc:docMk/>
            <pc:sldMk cId="4190235494" sldId="271"/>
            <ac:inkMk id="19" creationId="{97CBBBB3-7BBD-D325-0689-1CD494DAB3E8}"/>
          </ac:inkMkLst>
        </pc:inkChg>
        <pc:inkChg chg="add reco">
          <ac:chgData name="Pete Dowty" userId="91aba14b6835b0ae" providerId="LiveId" clId="{19439AC1-6599-4CEB-9020-36158C74069D}" dt="2026-03-09T02:19:33.598" v="118"/>
          <ac:inkMkLst>
            <pc:docMk/>
            <pc:sldMk cId="4190235494" sldId="271"/>
            <ac:inkMk id="30" creationId="{29F57093-D438-453B-E34D-EA7C9CB2051F}"/>
          </ac:inkMkLst>
        </pc:inkChg>
        <pc:inkChg chg="add reco">
          <ac:chgData name="Pete Dowty" userId="91aba14b6835b0ae" providerId="LiveId" clId="{19439AC1-6599-4CEB-9020-36158C74069D}" dt="2026-03-09T02:21:02.492" v="122"/>
          <ac:inkMkLst>
            <pc:docMk/>
            <pc:sldMk cId="4190235494" sldId="271"/>
            <ac:inkMk id="34" creationId="{333339CB-C45D-901D-D130-D0FB6ADEE87A}"/>
          </ac:inkMkLst>
        </pc:inkChg>
        <pc:inkChg chg="add reco">
          <ac:chgData name="Pete Dowty" userId="91aba14b6835b0ae" providerId="LiveId" clId="{19439AC1-6599-4CEB-9020-36158C74069D}" dt="2026-03-09T02:21:06.748" v="128"/>
          <ac:inkMkLst>
            <pc:docMk/>
            <pc:sldMk cId="4190235494" sldId="271"/>
            <ac:inkMk id="40" creationId="{AA9B8FA3-B923-6491-D1E6-1AF30C08F4C4}"/>
          </ac:inkMkLst>
        </pc:inkChg>
        <pc:inkChg chg="add reco">
          <ac:chgData name="Pete Dowty" userId="91aba14b6835b0ae" providerId="LiveId" clId="{19439AC1-6599-4CEB-9020-36158C74069D}" dt="2026-03-09T02:22:07.967" v="136"/>
          <ac:inkMkLst>
            <pc:docMk/>
            <pc:sldMk cId="4190235494" sldId="271"/>
            <ac:inkMk id="48" creationId="{9BB2D1A7-2673-DCAA-E94E-65E4E352D7DB}"/>
          </ac:inkMkLst>
        </pc:inkChg>
        <pc:inkChg chg="add reco">
          <ac:chgData name="Pete Dowty" userId="91aba14b6835b0ae" providerId="LiveId" clId="{19439AC1-6599-4CEB-9020-36158C74069D}" dt="2026-03-09T02:22:10.170" v="139"/>
          <ac:inkMkLst>
            <pc:docMk/>
            <pc:sldMk cId="4190235494" sldId="271"/>
            <ac:inkMk id="51" creationId="{134778ED-E540-06D8-C3B7-29F25409EBF5}"/>
          </ac:inkMkLst>
        </pc:inkChg>
        <pc:inkChg chg="add reco">
          <ac:chgData name="Pete Dowty" userId="91aba14b6835b0ae" providerId="LiveId" clId="{19439AC1-6599-4CEB-9020-36158C74069D}" dt="2026-03-09T02:22:48.273" v="157"/>
          <ac:inkMkLst>
            <pc:docMk/>
            <pc:sldMk cId="4190235494" sldId="271"/>
            <ac:inkMk id="68" creationId="{B2B0FAC2-F6EC-F66E-8E9D-03F3CB70E323}"/>
          </ac:inkMkLst>
        </pc:inkChg>
        <pc:inkChg chg="add reco">
          <ac:chgData name="Pete Dowty" userId="91aba14b6835b0ae" providerId="LiveId" clId="{19439AC1-6599-4CEB-9020-36158C74069D}" dt="2026-03-09T02:22:50.175" v="160"/>
          <ac:inkMkLst>
            <pc:docMk/>
            <pc:sldMk cId="4190235494" sldId="271"/>
            <ac:inkMk id="71" creationId="{1831B2CC-942E-1F96-5DA7-5B61FFC8573F}"/>
          </ac:inkMkLst>
        </pc:inkChg>
        <pc:inkChg chg="add reco">
          <ac:chgData name="Pete Dowty" userId="91aba14b6835b0ae" providerId="LiveId" clId="{19439AC1-6599-4CEB-9020-36158C74069D}" dt="2026-03-09T02:22:55.580" v="174"/>
          <ac:inkMkLst>
            <pc:docMk/>
            <pc:sldMk cId="4190235494" sldId="271"/>
            <ac:inkMk id="86" creationId="{8FE414E4-AA1B-2E0C-4765-E377BF7547BA}"/>
          </ac:inkMkLst>
        </pc:inkChg>
        <pc:inkChg chg="add reco">
          <ac:chgData name="Pete Dowty" userId="91aba14b6835b0ae" providerId="LiveId" clId="{19439AC1-6599-4CEB-9020-36158C74069D}" dt="2026-03-09T02:23:00.509" v="188"/>
          <ac:inkMkLst>
            <pc:docMk/>
            <pc:sldMk cId="4190235494" sldId="271"/>
            <ac:inkMk id="100" creationId="{81F26B26-2B9C-81A8-37BC-75E4B252AB83}"/>
          </ac:inkMkLst>
        </pc:inkChg>
        <pc:inkChg chg="add reco">
          <ac:chgData name="Pete Dowty" userId="91aba14b6835b0ae" providerId="LiveId" clId="{19439AC1-6599-4CEB-9020-36158C74069D}" dt="2026-03-09T02:23:18.291" v="209"/>
          <ac:inkMkLst>
            <pc:docMk/>
            <pc:sldMk cId="4190235494" sldId="271"/>
            <ac:inkMk id="121" creationId="{8162034D-158F-4A96-0710-BEE2CB19C348}"/>
          </ac:inkMkLst>
        </pc:inkChg>
        <pc:inkChg chg="add reco">
          <ac:chgData name="Pete Dowty" userId="91aba14b6835b0ae" providerId="LiveId" clId="{19439AC1-6599-4CEB-9020-36158C74069D}" dt="2026-03-09T02:23:20.164" v="212"/>
          <ac:inkMkLst>
            <pc:docMk/>
            <pc:sldMk cId="4190235494" sldId="271"/>
            <ac:inkMk id="124" creationId="{1C012A81-E1DD-AA74-C1D3-06C5F1DB1136}"/>
          </ac:inkMkLst>
        </pc:inkChg>
        <pc:inkChg chg="add reco">
          <ac:chgData name="Pete Dowty" userId="91aba14b6835b0ae" providerId="LiveId" clId="{19439AC1-6599-4CEB-9020-36158C74069D}" dt="2026-03-09T02:23:46.126" v="226"/>
          <ac:inkMkLst>
            <pc:docMk/>
            <pc:sldMk cId="4190235494" sldId="271"/>
            <ac:inkMk id="138" creationId="{A34B33DF-4FDD-FA74-BD9A-1A3939FB6C8B}"/>
          </ac:inkMkLst>
        </pc:inkChg>
        <pc:inkChg chg="add reco">
          <ac:chgData name="Pete Dowty" userId="91aba14b6835b0ae" providerId="LiveId" clId="{19439AC1-6599-4CEB-9020-36158C74069D}" dt="2026-03-09T02:44:37.529" v="238"/>
          <ac:inkMkLst>
            <pc:docMk/>
            <pc:sldMk cId="4190235494" sldId="271"/>
            <ac:inkMk id="151" creationId="{D42D5DBE-7FA6-4F73-AABA-91E38A218B6A}"/>
          </ac:inkMkLst>
        </pc:inkChg>
        <pc:inkChg chg="add reco">
          <ac:chgData name="Pete Dowty" userId="91aba14b6835b0ae" providerId="LiveId" clId="{19439AC1-6599-4CEB-9020-36158C74069D}" dt="2026-03-09T02:44:37.529" v="238"/>
          <ac:inkMkLst>
            <pc:docMk/>
            <pc:sldMk cId="4190235494" sldId="271"/>
            <ac:inkMk id="152" creationId="{D7EC7089-D766-15C2-5571-0ADDEBDAF289}"/>
          </ac:inkMkLst>
        </pc:inkChg>
        <pc:inkChg chg="add reco">
          <ac:chgData name="Pete Dowty" userId="91aba14b6835b0ae" providerId="LiveId" clId="{19439AC1-6599-4CEB-9020-36158C74069D}" dt="2026-03-09T02:44:41.885" v="247"/>
          <ac:inkMkLst>
            <pc:docMk/>
            <pc:sldMk cId="4190235494" sldId="271"/>
            <ac:inkMk id="161" creationId="{B4709935-33CF-BEED-3C3F-BA646DF898C0}"/>
          </ac:inkMkLst>
        </pc:inkChg>
        <pc:inkChg chg="add reco">
          <ac:chgData name="Pete Dowty" userId="91aba14b6835b0ae" providerId="LiveId" clId="{19439AC1-6599-4CEB-9020-36158C74069D}" dt="2026-03-09T02:44:44.891" v="252"/>
          <ac:inkMkLst>
            <pc:docMk/>
            <pc:sldMk cId="4190235494" sldId="271"/>
            <ac:inkMk id="166" creationId="{43E2586B-B591-33F8-2D3D-E172C8F27CC9}"/>
          </ac:inkMkLst>
        </pc:inkChg>
        <pc:inkChg chg="add reco">
          <ac:chgData name="Pete Dowty" userId="91aba14b6835b0ae" providerId="LiveId" clId="{19439AC1-6599-4CEB-9020-36158C74069D}" dt="2026-03-09T02:44:52.806" v="268"/>
          <ac:inkMkLst>
            <pc:docMk/>
            <pc:sldMk cId="4190235494" sldId="271"/>
            <ac:inkMk id="183" creationId="{CA0780EB-2F31-3BD8-BD20-1BDC50F8F616}"/>
          </ac:inkMkLst>
        </pc:inkChg>
      </pc:sldChg>
      <pc:sldChg chg="addSp delSp mod">
        <pc:chgData name="Pete Dowty" userId="91aba14b6835b0ae" providerId="LiveId" clId="{19439AC1-6599-4CEB-9020-36158C74069D}" dt="2026-03-24T04:45:23.761" v="280"/>
        <pc:sldMkLst>
          <pc:docMk/>
          <pc:sldMk cId="985971898" sldId="274"/>
        </pc:sldMkLst>
      </pc:sldChg>
      <pc:sldChg chg="addSp delSp modSp mod">
        <pc:chgData name="Pete Dowty" userId="91aba14b6835b0ae" providerId="LiveId" clId="{19439AC1-6599-4CEB-9020-36158C74069D}" dt="2026-03-28T04:17:00.221" v="330"/>
        <pc:sldMkLst>
          <pc:docMk/>
          <pc:sldMk cId="1486738066" sldId="275"/>
        </pc:sldMkLst>
        <pc:inkChg chg="add del">
          <ac:chgData name="Pete Dowty" userId="91aba14b6835b0ae" providerId="LiveId" clId="{19439AC1-6599-4CEB-9020-36158C74069D}" dt="2026-03-27T04:52:48.601" v="283"/>
          <ac:inkMkLst>
            <pc:docMk/>
            <pc:sldMk cId="1486738066" sldId="275"/>
            <ac:inkMk id="3" creationId="{497B3610-2B46-8526-6DE9-149406B6319A}"/>
          </ac:inkMkLst>
        </pc:inkChg>
        <pc:inkChg chg="add">
          <ac:chgData name="Pete Dowty" userId="91aba14b6835b0ae" providerId="LiveId" clId="{19439AC1-6599-4CEB-9020-36158C74069D}" dt="2026-03-28T04:16:58.841" v="329"/>
          <ac:inkMkLst>
            <pc:docMk/>
            <pc:sldMk cId="1486738066" sldId="275"/>
            <ac:inkMk id="3" creationId="{D49AC986-2B2F-6978-EF58-070871EB5426}"/>
          </ac:inkMkLst>
        </pc:inkChg>
        <pc:inkChg chg="add">
          <ac:chgData name="Pete Dowty" userId="91aba14b6835b0ae" providerId="LiveId" clId="{19439AC1-6599-4CEB-9020-36158C74069D}" dt="2026-03-28T04:17:00.221" v="330"/>
          <ac:inkMkLst>
            <pc:docMk/>
            <pc:sldMk cId="1486738066" sldId="275"/>
            <ac:inkMk id="6" creationId="{180FC9BA-25D0-6320-661C-80CD4C602A55}"/>
          </ac:inkMkLst>
        </pc:inkChg>
        <pc:inkChg chg="add del">
          <ac:chgData name="Pete Dowty" userId="91aba14b6835b0ae" providerId="LiveId" clId="{19439AC1-6599-4CEB-9020-36158C74069D}" dt="2026-03-27T04:52:48.601" v="283"/>
          <ac:inkMkLst>
            <pc:docMk/>
            <pc:sldMk cId="1486738066" sldId="275"/>
            <ac:inkMk id="6" creationId="{9CF19D98-8358-867B-6A88-C75FCCF507B3}"/>
          </ac:inkMkLst>
        </pc:inkChg>
        <pc:inkChg chg="add reco">
          <ac:chgData name="Pete Dowty" userId="91aba14b6835b0ae" providerId="LiveId" clId="{19439AC1-6599-4CEB-9020-36158C74069D}" dt="2026-03-27T04:52:48.601" v="283"/>
          <ac:inkMkLst>
            <pc:docMk/>
            <pc:sldMk cId="1486738066" sldId="275"/>
            <ac:inkMk id="7" creationId="{4F24419F-99FF-BAA0-4743-0B1480B746CE}"/>
          </ac:inkMkLst>
        </pc:inkChg>
        <pc:inkChg chg="add del">
          <ac:chgData name="Pete Dowty" userId="91aba14b6835b0ae" providerId="LiveId" clId="{19439AC1-6599-4CEB-9020-36158C74069D}" dt="2026-03-27T04:52:53.161" v="295"/>
          <ac:inkMkLst>
            <pc:docMk/>
            <pc:sldMk cId="1486738066" sldId="275"/>
            <ac:inkMk id="9" creationId="{012F1C02-CC3F-40F2-9491-C6E5D24C8A88}"/>
          </ac:inkMkLst>
        </pc:inkChg>
        <pc:inkChg chg="add del">
          <ac:chgData name="Pete Dowty" userId="91aba14b6835b0ae" providerId="LiveId" clId="{19439AC1-6599-4CEB-9020-36158C74069D}" dt="2026-03-27T04:52:53.161" v="295"/>
          <ac:inkMkLst>
            <pc:docMk/>
            <pc:sldMk cId="1486738066" sldId="275"/>
            <ac:inkMk id="10" creationId="{3D1B2321-868F-CEAC-8C30-98B24FBAC14A}"/>
          </ac:inkMkLst>
        </pc:inkChg>
        <pc:inkChg chg="add del">
          <ac:chgData name="Pete Dowty" userId="91aba14b6835b0ae" providerId="LiveId" clId="{19439AC1-6599-4CEB-9020-36158C74069D}" dt="2026-03-27T04:52:53.161" v="295"/>
          <ac:inkMkLst>
            <pc:docMk/>
            <pc:sldMk cId="1486738066" sldId="275"/>
            <ac:inkMk id="15" creationId="{898047AB-C7A5-FD65-47AC-5B65BE4E75AF}"/>
          </ac:inkMkLst>
        </pc:inkChg>
        <pc:inkChg chg="add del">
          <ac:chgData name="Pete Dowty" userId="91aba14b6835b0ae" providerId="LiveId" clId="{19439AC1-6599-4CEB-9020-36158C74069D}" dt="2026-03-27T04:52:53.161" v="295"/>
          <ac:inkMkLst>
            <pc:docMk/>
            <pc:sldMk cId="1486738066" sldId="275"/>
            <ac:inkMk id="19" creationId="{803676EA-7542-58B0-797F-500B6068F219}"/>
          </ac:inkMkLst>
        </pc:inkChg>
        <pc:inkChg chg="add del">
          <ac:chgData name="Pete Dowty" userId="91aba14b6835b0ae" providerId="LiveId" clId="{19439AC1-6599-4CEB-9020-36158C74069D}" dt="2026-03-27T04:52:53.161" v="295"/>
          <ac:inkMkLst>
            <pc:docMk/>
            <pc:sldMk cId="1486738066" sldId="275"/>
            <ac:inkMk id="21" creationId="{01E33CFE-F062-FFCA-236F-490FEFFC74A4}"/>
          </ac:inkMkLst>
        </pc:inkChg>
        <pc:inkChg chg="add del">
          <ac:chgData name="Pete Dowty" userId="91aba14b6835b0ae" providerId="LiveId" clId="{19439AC1-6599-4CEB-9020-36158C74069D}" dt="2026-03-27T04:52:53.161" v="295"/>
          <ac:inkMkLst>
            <pc:docMk/>
            <pc:sldMk cId="1486738066" sldId="275"/>
            <ac:inkMk id="22" creationId="{678089A3-979D-EEAC-CB10-7EDF4BD166B4}"/>
          </ac:inkMkLst>
        </pc:inkChg>
        <pc:inkChg chg="add del">
          <ac:chgData name="Pete Dowty" userId="91aba14b6835b0ae" providerId="LiveId" clId="{19439AC1-6599-4CEB-9020-36158C74069D}" dt="2026-03-27T04:52:53.161" v="295"/>
          <ac:inkMkLst>
            <pc:docMk/>
            <pc:sldMk cId="1486738066" sldId="275"/>
            <ac:inkMk id="23" creationId="{75DD73D2-E4B5-79FF-6D27-CA935EB6C090}"/>
          </ac:inkMkLst>
        </pc:inkChg>
        <pc:inkChg chg="add del">
          <ac:chgData name="Pete Dowty" userId="91aba14b6835b0ae" providerId="LiveId" clId="{19439AC1-6599-4CEB-9020-36158C74069D}" dt="2026-03-27T04:52:53.161" v="295"/>
          <ac:inkMkLst>
            <pc:docMk/>
            <pc:sldMk cId="1486738066" sldId="275"/>
            <ac:inkMk id="24" creationId="{1AE16AC8-3398-7872-12AC-23DA821EBAFA}"/>
          </ac:inkMkLst>
        </pc:inkChg>
        <pc:inkChg chg="add del">
          <ac:chgData name="Pete Dowty" userId="91aba14b6835b0ae" providerId="LiveId" clId="{19439AC1-6599-4CEB-9020-36158C74069D}" dt="2026-03-27T04:52:53.161" v="295"/>
          <ac:inkMkLst>
            <pc:docMk/>
            <pc:sldMk cId="1486738066" sldId="275"/>
            <ac:inkMk id="25" creationId="{2DF11D3A-D112-D6AC-5998-6621BFE4C7A2}"/>
          </ac:inkMkLst>
        </pc:inkChg>
        <pc:inkChg chg="add">
          <ac:chgData name="Pete Dowty" userId="91aba14b6835b0ae" providerId="LiveId" clId="{19439AC1-6599-4CEB-9020-36158C74069D}" dt="2026-03-27T04:52:52.019" v="293"/>
          <ac:inkMkLst>
            <pc:docMk/>
            <pc:sldMk cId="1486738066" sldId="275"/>
            <ac:inkMk id="26" creationId="{118E0C5B-FD30-D02C-0946-F4651E8CDAB3}"/>
          </ac:inkMkLst>
        </pc:inkChg>
        <pc:inkChg chg="add del">
          <ac:chgData name="Pete Dowty" userId="91aba14b6835b0ae" providerId="LiveId" clId="{19439AC1-6599-4CEB-9020-36158C74069D}" dt="2026-03-27T04:52:53.161" v="295"/>
          <ac:inkMkLst>
            <pc:docMk/>
            <pc:sldMk cId="1486738066" sldId="275"/>
            <ac:inkMk id="27" creationId="{879A6010-4037-FEC1-1C99-A8AC1503BAE2}"/>
          </ac:inkMkLst>
        </pc:inkChg>
        <pc:inkChg chg="add del">
          <ac:chgData name="Pete Dowty" userId="91aba14b6835b0ae" providerId="LiveId" clId="{19439AC1-6599-4CEB-9020-36158C74069D}" dt="2026-03-27T04:52:59.371" v="307"/>
          <ac:inkMkLst>
            <pc:docMk/>
            <pc:sldMk cId="1486738066" sldId="275"/>
            <ac:inkMk id="29" creationId="{4AA78D8F-D21A-50DC-033A-99EE54D3261C}"/>
          </ac:inkMkLst>
        </pc:inkChg>
        <pc:inkChg chg="add">
          <ac:chgData name="Pete Dowty" userId="91aba14b6835b0ae" providerId="LiveId" clId="{19439AC1-6599-4CEB-9020-36158C74069D}" dt="2026-03-27T04:52:54.534" v="297"/>
          <ac:inkMkLst>
            <pc:docMk/>
            <pc:sldMk cId="1486738066" sldId="275"/>
            <ac:inkMk id="30" creationId="{32B2A512-67D0-2AAE-979F-63FB657325DB}"/>
          </ac:inkMkLst>
        </pc:inkChg>
        <pc:inkChg chg="add">
          <ac:chgData name="Pete Dowty" userId="91aba14b6835b0ae" providerId="LiveId" clId="{19439AC1-6599-4CEB-9020-36158C74069D}" dt="2026-03-27T04:52:55.052" v="298"/>
          <ac:inkMkLst>
            <pc:docMk/>
            <pc:sldMk cId="1486738066" sldId="275"/>
            <ac:inkMk id="31" creationId="{0B8D9A1A-99E6-0A02-4E9C-5BFBB03B1E6D}"/>
          </ac:inkMkLst>
        </pc:inkChg>
        <pc:inkChg chg="add del">
          <ac:chgData name="Pete Dowty" userId="91aba14b6835b0ae" providerId="LiveId" clId="{19439AC1-6599-4CEB-9020-36158C74069D}" dt="2026-03-27T04:52:59.371" v="307"/>
          <ac:inkMkLst>
            <pc:docMk/>
            <pc:sldMk cId="1486738066" sldId="275"/>
            <ac:inkMk id="32" creationId="{6447AE22-C84D-770F-8202-4CB500BD97B5}"/>
          </ac:inkMkLst>
        </pc:inkChg>
        <pc:inkChg chg="add del">
          <ac:chgData name="Pete Dowty" userId="91aba14b6835b0ae" providerId="LiveId" clId="{19439AC1-6599-4CEB-9020-36158C74069D}" dt="2026-03-27T04:52:59.371" v="307"/>
          <ac:inkMkLst>
            <pc:docMk/>
            <pc:sldMk cId="1486738066" sldId="275"/>
            <ac:inkMk id="33" creationId="{2ADCEED4-16AB-F95E-46D5-71984CFEBC82}"/>
          </ac:inkMkLst>
        </pc:inkChg>
        <pc:inkChg chg="add del">
          <ac:chgData name="Pete Dowty" userId="91aba14b6835b0ae" providerId="LiveId" clId="{19439AC1-6599-4CEB-9020-36158C74069D}" dt="2026-03-27T04:52:59.371" v="307"/>
          <ac:inkMkLst>
            <pc:docMk/>
            <pc:sldMk cId="1486738066" sldId="275"/>
            <ac:inkMk id="34" creationId="{7447DDED-CF64-CA0F-64C4-AC7AC40A5652}"/>
          </ac:inkMkLst>
        </pc:inkChg>
        <pc:inkChg chg="add del">
          <ac:chgData name="Pete Dowty" userId="91aba14b6835b0ae" providerId="LiveId" clId="{19439AC1-6599-4CEB-9020-36158C74069D}" dt="2026-03-27T04:52:59.371" v="307"/>
          <ac:inkMkLst>
            <pc:docMk/>
            <pc:sldMk cId="1486738066" sldId="275"/>
            <ac:inkMk id="35" creationId="{708B368A-E37C-CCFB-C055-DDB653885FA0}"/>
          </ac:inkMkLst>
        </pc:inkChg>
        <pc:inkChg chg="add del">
          <ac:chgData name="Pete Dowty" userId="91aba14b6835b0ae" providerId="LiveId" clId="{19439AC1-6599-4CEB-9020-36158C74069D}" dt="2026-03-27T04:52:59.371" v="307"/>
          <ac:inkMkLst>
            <pc:docMk/>
            <pc:sldMk cId="1486738066" sldId="275"/>
            <ac:inkMk id="36" creationId="{C9A3C376-4F34-7EB0-A1A0-20BAC93FA4F8}"/>
          </ac:inkMkLst>
        </pc:inkChg>
        <pc:inkChg chg="add del">
          <ac:chgData name="Pete Dowty" userId="91aba14b6835b0ae" providerId="LiveId" clId="{19439AC1-6599-4CEB-9020-36158C74069D}" dt="2026-03-27T04:52:59.371" v="307"/>
          <ac:inkMkLst>
            <pc:docMk/>
            <pc:sldMk cId="1486738066" sldId="275"/>
            <ac:inkMk id="37" creationId="{4BAA0EA4-07D3-971C-D143-FA143D2E1079}"/>
          </ac:inkMkLst>
        </pc:inkChg>
        <pc:inkChg chg="add del">
          <ac:chgData name="Pete Dowty" userId="91aba14b6835b0ae" providerId="LiveId" clId="{19439AC1-6599-4CEB-9020-36158C74069D}" dt="2026-03-27T04:52:59.371" v="307"/>
          <ac:inkMkLst>
            <pc:docMk/>
            <pc:sldMk cId="1486738066" sldId="275"/>
            <ac:inkMk id="38" creationId="{179EE0EC-3808-22E4-B2B3-B00991A976BE}"/>
          </ac:inkMkLst>
        </pc:inkChg>
        <pc:inkChg chg="add">
          <ac:chgData name="Pete Dowty" userId="91aba14b6835b0ae" providerId="LiveId" clId="{19439AC1-6599-4CEB-9020-36158C74069D}" dt="2026-03-27T04:52:58.765" v="306"/>
          <ac:inkMkLst>
            <pc:docMk/>
            <pc:sldMk cId="1486738066" sldId="275"/>
            <ac:inkMk id="39" creationId="{667778F4-AD23-C7AF-3A5A-AF2C6E5BCB3C}"/>
          </ac:inkMkLst>
        </pc:inkChg>
        <pc:inkChg chg="add reco">
          <ac:chgData name="Pete Dowty" userId="91aba14b6835b0ae" providerId="LiveId" clId="{19439AC1-6599-4CEB-9020-36158C74069D}" dt="2026-03-27T04:52:59.371" v="307"/>
          <ac:inkMkLst>
            <pc:docMk/>
            <pc:sldMk cId="1486738066" sldId="275"/>
            <ac:inkMk id="40" creationId="{11DFC637-ACE6-2316-6C77-9AF8A83D5FDA}"/>
          </ac:inkMkLst>
        </pc:inkChg>
        <pc:inkChg chg="add mod reco modStrokes">
          <ac:chgData name="Pete Dowty" userId="91aba14b6835b0ae" providerId="LiveId" clId="{19439AC1-6599-4CEB-9020-36158C74069D}" dt="2026-03-28T04:16:54.874" v="328"/>
          <ac:inkMkLst>
            <pc:docMk/>
            <pc:sldMk cId="1486738066" sldId="275"/>
            <ac:inkMk id="41" creationId="{51B72580-C9B1-A645-0CFA-CFE1D06B5B38}"/>
          </ac:inkMkLst>
        </pc:inkChg>
        <pc:inkChg chg="add del">
          <ac:chgData name="Pete Dowty" userId="91aba14b6835b0ae" providerId="LiveId" clId="{19439AC1-6599-4CEB-9020-36158C74069D}" dt="2026-03-27T04:53:07.038" v="321"/>
          <ac:inkMkLst>
            <pc:docMk/>
            <pc:sldMk cId="1486738066" sldId="275"/>
            <ac:inkMk id="43" creationId="{E10AD120-2963-0D9A-048F-F22307D18526}"/>
          </ac:inkMkLst>
        </pc:inkChg>
        <pc:inkChg chg="add del">
          <ac:chgData name="Pete Dowty" userId="91aba14b6835b0ae" providerId="LiveId" clId="{19439AC1-6599-4CEB-9020-36158C74069D}" dt="2026-03-27T04:53:07.038" v="321"/>
          <ac:inkMkLst>
            <pc:docMk/>
            <pc:sldMk cId="1486738066" sldId="275"/>
            <ac:inkMk id="44" creationId="{0FA78E1A-DE72-AAFA-28B4-5EE6025D0EEE}"/>
          </ac:inkMkLst>
        </pc:inkChg>
        <pc:inkChg chg="add del">
          <ac:chgData name="Pete Dowty" userId="91aba14b6835b0ae" providerId="LiveId" clId="{19439AC1-6599-4CEB-9020-36158C74069D}" dt="2026-03-27T04:53:07.038" v="321"/>
          <ac:inkMkLst>
            <pc:docMk/>
            <pc:sldMk cId="1486738066" sldId="275"/>
            <ac:inkMk id="45" creationId="{8D7327AE-31E6-F782-CD23-C82F95E5C6F1}"/>
          </ac:inkMkLst>
        </pc:inkChg>
        <pc:inkChg chg="add">
          <ac:chgData name="Pete Dowty" userId="91aba14b6835b0ae" providerId="LiveId" clId="{19439AC1-6599-4CEB-9020-36158C74069D}" dt="2026-03-27T04:53:02.018" v="311"/>
          <ac:inkMkLst>
            <pc:docMk/>
            <pc:sldMk cId="1486738066" sldId="275"/>
            <ac:inkMk id="46" creationId="{B7AFAA16-C448-7873-39AA-628CEA3EA55F}"/>
          </ac:inkMkLst>
        </pc:inkChg>
        <pc:inkChg chg="add del">
          <ac:chgData name="Pete Dowty" userId="91aba14b6835b0ae" providerId="LiveId" clId="{19439AC1-6599-4CEB-9020-36158C74069D}" dt="2026-03-27T04:53:07.038" v="321"/>
          <ac:inkMkLst>
            <pc:docMk/>
            <pc:sldMk cId="1486738066" sldId="275"/>
            <ac:inkMk id="47" creationId="{0E2DD459-3F51-797C-6376-681BAA5C3D70}"/>
          </ac:inkMkLst>
        </pc:inkChg>
        <pc:inkChg chg="add del">
          <ac:chgData name="Pete Dowty" userId="91aba14b6835b0ae" providerId="LiveId" clId="{19439AC1-6599-4CEB-9020-36158C74069D}" dt="2026-03-27T04:53:07.038" v="321"/>
          <ac:inkMkLst>
            <pc:docMk/>
            <pc:sldMk cId="1486738066" sldId="275"/>
            <ac:inkMk id="48" creationId="{060CCF71-7397-F564-459C-C21839CED60E}"/>
          </ac:inkMkLst>
        </pc:inkChg>
        <pc:inkChg chg="add del">
          <ac:chgData name="Pete Dowty" userId="91aba14b6835b0ae" providerId="LiveId" clId="{19439AC1-6599-4CEB-9020-36158C74069D}" dt="2026-03-27T04:53:07.038" v="321"/>
          <ac:inkMkLst>
            <pc:docMk/>
            <pc:sldMk cId="1486738066" sldId="275"/>
            <ac:inkMk id="49" creationId="{19C7F42F-9B33-12AE-2B3A-6A26149F599F}"/>
          </ac:inkMkLst>
        </pc:inkChg>
        <pc:inkChg chg="add">
          <ac:chgData name="Pete Dowty" userId="91aba14b6835b0ae" providerId="LiveId" clId="{19439AC1-6599-4CEB-9020-36158C74069D}" dt="2026-03-27T04:53:03.718" v="315"/>
          <ac:inkMkLst>
            <pc:docMk/>
            <pc:sldMk cId="1486738066" sldId="275"/>
            <ac:inkMk id="50" creationId="{B841DAE2-0928-2EE8-F06D-12099F1CEE41}"/>
          </ac:inkMkLst>
        </pc:inkChg>
        <pc:inkChg chg="add">
          <ac:chgData name="Pete Dowty" userId="91aba14b6835b0ae" providerId="LiveId" clId="{19439AC1-6599-4CEB-9020-36158C74069D}" dt="2026-03-27T04:53:04.134" v="316"/>
          <ac:inkMkLst>
            <pc:docMk/>
            <pc:sldMk cId="1486738066" sldId="275"/>
            <ac:inkMk id="51" creationId="{4EDCF502-2034-9988-A948-89E20F157983}"/>
          </ac:inkMkLst>
        </pc:inkChg>
        <pc:inkChg chg="add del">
          <ac:chgData name="Pete Dowty" userId="91aba14b6835b0ae" providerId="LiveId" clId="{19439AC1-6599-4CEB-9020-36158C74069D}" dt="2026-03-27T04:53:07.038" v="321"/>
          <ac:inkMkLst>
            <pc:docMk/>
            <pc:sldMk cId="1486738066" sldId="275"/>
            <ac:inkMk id="52" creationId="{55FDF604-9831-4BA9-27EF-9D416217887B}"/>
          </ac:inkMkLst>
        </pc:inkChg>
        <pc:inkChg chg="add">
          <ac:chgData name="Pete Dowty" userId="91aba14b6835b0ae" providerId="LiveId" clId="{19439AC1-6599-4CEB-9020-36158C74069D}" dt="2026-03-27T04:53:05.033" v="318"/>
          <ac:inkMkLst>
            <pc:docMk/>
            <pc:sldMk cId="1486738066" sldId="275"/>
            <ac:inkMk id="53" creationId="{6A3034E6-4D37-D410-B5EF-B9CF16108D7F}"/>
          </ac:inkMkLst>
        </pc:inkChg>
        <pc:inkChg chg="add">
          <ac:chgData name="Pete Dowty" userId="91aba14b6835b0ae" providerId="LiveId" clId="{19439AC1-6599-4CEB-9020-36158C74069D}" dt="2026-03-27T04:53:05.803" v="319"/>
          <ac:inkMkLst>
            <pc:docMk/>
            <pc:sldMk cId="1486738066" sldId="275"/>
            <ac:inkMk id="54" creationId="{38FCBC0D-86E1-12CB-2412-3E316443ADD5}"/>
          </ac:inkMkLst>
        </pc:inkChg>
        <pc:inkChg chg="add del">
          <ac:chgData name="Pete Dowty" userId="91aba14b6835b0ae" providerId="LiveId" clId="{19439AC1-6599-4CEB-9020-36158C74069D}" dt="2026-03-27T04:53:07.038" v="321"/>
          <ac:inkMkLst>
            <pc:docMk/>
            <pc:sldMk cId="1486738066" sldId="275"/>
            <ac:inkMk id="55" creationId="{45AA8522-F5CF-4C52-4B60-21239935DCC0}"/>
          </ac:inkMkLst>
        </pc:inkChg>
        <pc:inkChg chg="add reco">
          <ac:chgData name="Pete Dowty" userId="91aba14b6835b0ae" providerId="LiveId" clId="{19439AC1-6599-4CEB-9020-36158C74069D}" dt="2026-03-27T04:53:07.038" v="321"/>
          <ac:inkMkLst>
            <pc:docMk/>
            <pc:sldMk cId="1486738066" sldId="275"/>
            <ac:inkMk id="56" creationId="{B1B65794-457C-5886-242F-AD5E38F14885}"/>
          </ac:inkMkLst>
        </pc:inkChg>
        <pc:inkChg chg="add reco">
          <ac:chgData name="Pete Dowty" userId="91aba14b6835b0ae" providerId="LiveId" clId="{19439AC1-6599-4CEB-9020-36158C74069D}" dt="2026-03-27T04:53:07.038" v="321"/>
          <ac:inkMkLst>
            <pc:docMk/>
            <pc:sldMk cId="1486738066" sldId="275"/>
            <ac:inkMk id="57" creationId="{F8513F4D-4AC1-ED41-466F-DFF83A7F91CD}"/>
          </ac:inkMkLst>
        </pc:inkChg>
        <pc:inkChg chg="add del">
          <ac:chgData name="Pete Dowty" userId="91aba14b6835b0ae" providerId="LiveId" clId="{19439AC1-6599-4CEB-9020-36158C74069D}" dt="2026-03-27T04:53:10.578" v="327"/>
          <ac:inkMkLst>
            <pc:docMk/>
            <pc:sldMk cId="1486738066" sldId="275"/>
            <ac:inkMk id="60" creationId="{5ABE7152-41C5-D717-0075-051CE591AEDF}"/>
          </ac:inkMkLst>
        </pc:inkChg>
        <pc:inkChg chg="add del">
          <ac:chgData name="Pete Dowty" userId="91aba14b6835b0ae" providerId="LiveId" clId="{19439AC1-6599-4CEB-9020-36158C74069D}" dt="2026-03-27T04:53:10.578" v="327"/>
          <ac:inkMkLst>
            <pc:docMk/>
            <pc:sldMk cId="1486738066" sldId="275"/>
            <ac:inkMk id="61" creationId="{900E6516-9187-4234-2B87-46ED64BFDDB1}"/>
          </ac:inkMkLst>
        </pc:inkChg>
        <pc:inkChg chg="add del">
          <ac:chgData name="Pete Dowty" userId="91aba14b6835b0ae" providerId="LiveId" clId="{19439AC1-6599-4CEB-9020-36158C74069D}" dt="2026-03-27T04:53:10.578" v="327"/>
          <ac:inkMkLst>
            <pc:docMk/>
            <pc:sldMk cId="1486738066" sldId="275"/>
            <ac:inkMk id="62" creationId="{2C09BC4D-41ED-4640-AE98-5FE45487B940}"/>
          </ac:inkMkLst>
        </pc:inkChg>
        <pc:inkChg chg="add del">
          <ac:chgData name="Pete Dowty" userId="91aba14b6835b0ae" providerId="LiveId" clId="{19439AC1-6599-4CEB-9020-36158C74069D}" dt="2026-03-27T04:53:10.578" v="327"/>
          <ac:inkMkLst>
            <pc:docMk/>
            <pc:sldMk cId="1486738066" sldId="275"/>
            <ac:inkMk id="63" creationId="{86076E3F-8A36-3564-FC39-54BCE8BF9565}"/>
          </ac:inkMkLst>
        </pc:inkChg>
        <pc:inkChg chg="add del">
          <ac:chgData name="Pete Dowty" userId="91aba14b6835b0ae" providerId="LiveId" clId="{19439AC1-6599-4CEB-9020-36158C74069D}" dt="2026-03-27T04:53:10.578" v="327"/>
          <ac:inkMkLst>
            <pc:docMk/>
            <pc:sldMk cId="1486738066" sldId="275"/>
            <ac:inkMk id="64" creationId="{CDB12342-C6DC-4E8F-7ABF-93074006B192}"/>
          </ac:inkMkLst>
        </pc:inkChg>
        <pc:inkChg chg="add reco">
          <ac:chgData name="Pete Dowty" userId="91aba14b6835b0ae" providerId="LiveId" clId="{19439AC1-6599-4CEB-9020-36158C74069D}" dt="2026-03-27T04:53:10.578" v="327"/>
          <ac:inkMkLst>
            <pc:docMk/>
            <pc:sldMk cId="1486738066" sldId="275"/>
            <ac:inkMk id="65" creationId="{5174A6E2-8081-3DB1-277F-45FB20238CA7}"/>
          </ac:inkMkLst>
        </pc:inkChg>
        <pc:inkChg chg="add reco">
          <ac:chgData name="Pete Dowty" userId="91aba14b6835b0ae" providerId="LiveId" clId="{19439AC1-6599-4CEB-9020-36158C74069D}" dt="2026-03-27T04:53:10.578" v="327"/>
          <ac:inkMkLst>
            <pc:docMk/>
            <pc:sldMk cId="1486738066" sldId="275"/>
            <ac:inkMk id="66" creationId="{8254911E-5E1A-D5C9-373E-043EFEE75B9F}"/>
          </ac:inkMkLst>
        </pc:inkChg>
      </pc:sldChg>
    </pc:docChg>
  </pc:docChgLst>
  <pc:docChgLst>
    <pc:chgData name="Pete Dowty" userId="91aba14b6835b0ae" providerId="LiveId" clId="{F0F94CF4-A884-57F8-8347-BB84E0DF53CE}"/>
    <pc:docChg chg="undo custSel addSld modSld">
      <pc:chgData name="Pete Dowty" userId="91aba14b6835b0ae" providerId="LiveId" clId="{F0F94CF4-A884-57F8-8347-BB84E0DF53CE}" dt="2026-03-25T02:51:20.878" v="403" actId="1076"/>
      <pc:docMkLst>
        <pc:docMk/>
      </pc:docMkLst>
      <pc:sldChg chg="addSp delSp modSp new mod">
        <pc:chgData name="Pete Dowty" userId="91aba14b6835b0ae" providerId="LiveId" clId="{F0F94CF4-A884-57F8-8347-BB84E0DF53CE}" dt="2026-03-08T18:22:55.970" v="396" actId="207"/>
        <pc:sldMkLst>
          <pc:docMk/>
          <pc:sldMk cId="4190235494" sldId="271"/>
        </pc:sldMkLst>
        <pc:spChg chg="add mod">
          <ac:chgData name="Pete Dowty" userId="91aba14b6835b0ae" providerId="LiveId" clId="{F0F94CF4-A884-57F8-8347-BB84E0DF53CE}" dt="2026-03-08T18:06:30.066" v="255" actId="14100"/>
          <ac:spMkLst>
            <pc:docMk/>
            <pc:sldMk cId="4190235494" sldId="271"/>
            <ac:spMk id="2" creationId="{DCE6F953-5E9C-33DA-3663-021D659896AF}"/>
          </ac:spMkLst>
        </pc:spChg>
        <pc:spChg chg="add mod">
          <ac:chgData name="Pete Dowty" userId="91aba14b6835b0ae" providerId="LiveId" clId="{F0F94CF4-A884-57F8-8347-BB84E0DF53CE}" dt="2026-03-08T18:06:46.737" v="261" actId="20577"/>
          <ac:spMkLst>
            <pc:docMk/>
            <pc:sldMk cId="4190235494" sldId="271"/>
            <ac:spMk id="5" creationId="{4A2AD7E4-8992-1E6F-E4ED-8CF4F4DFC817}"/>
          </ac:spMkLst>
        </pc:spChg>
        <pc:spChg chg="add mod">
          <ac:chgData name="Pete Dowty" userId="91aba14b6835b0ae" providerId="LiveId" clId="{F0F94CF4-A884-57F8-8347-BB84E0DF53CE}" dt="2026-03-08T18:18:55.237" v="387" actId="693"/>
          <ac:spMkLst>
            <pc:docMk/>
            <pc:sldMk cId="4190235494" sldId="271"/>
            <ac:spMk id="6" creationId="{36A9E3BB-A8C6-35A6-5AD8-B5B675E1D17F}"/>
          </ac:spMkLst>
        </pc:spChg>
        <pc:spChg chg="add mod">
          <ac:chgData name="Pete Dowty" userId="91aba14b6835b0ae" providerId="LiveId" clId="{F0F94CF4-A884-57F8-8347-BB84E0DF53CE}" dt="2026-03-08T18:18:55.237" v="387" actId="693"/>
          <ac:spMkLst>
            <pc:docMk/>
            <pc:sldMk cId="4190235494" sldId="271"/>
            <ac:spMk id="7" creationId="{B6C44C80-D9FA-6F10-000C-F488864D1C56}"/>
          </ac:spMkLst>
        </pc:spChg>
        <pc:spChg chg="add mod">
          <ac:chgData name="Pete Dowty" userId="91aba14b6835b0ae" providerId="LiveId" clId="{F0F94CF4-A884-57F8-8347-BB84E0DF53CE}" dt="2026-03-08T18:22:55.970" v="396" actId="207"/>
          <ac:spMkLst>
            <pc:docMk/>
            <pc:sldMk cId="4190235494" sldId="271"/>
            <ac:spMk id="14" creationId="{CCA93CED-0F03-0B9B-2569-7665BE2CCC19}"/>
          </ac:spMkLst>
        </pc:spChg>
      </pc:sldChg>
      <pc:sldChg chg="modSp mod">
        <pc:chgData name="Pete Dowty" userId="91aba14b6835b0ae" providerId="LiveId" clId="{F0F94CF4-A884-57F8-8347-BB84E0DF53CE}" dt="2026-03-25T02:51:20.878" v="403" actId="1076"/>
        <pc:sldMkLst>
          <pc:docMk/>
          <pc:sldMk cId="733443275" sldId="272"/>
        </pc:sldMkLst>
        <pc:spChg chg="mod">
          <ac:chgData name="Pete Dowty" userId="91aba14b6835b0ae" providerId="LiveId" clId="{F0F94CF4-A884-57F8-8347-BB84E0DF53CE}" dt="2026-03-25T02:49:23.458" v="399" actId="208"/>
          <ac:spMkLst>
            <pc:docMk/>
            <pc:sldMk cId="733443275" sldId="272"/>
            <ac:spMk id="11" creationId="{0A2FE1E5-7253-7777-BD4D-D4C853DC6ACD}"/>
          </ac:spMkLst>
        </pc:spChg>
        <pc:spChg chg="mod">
          <ac:chgData name="Pete Dowty" userId="91aba14b6835b0ae" providerId="LiveId" clId="{F0F94CF4-A884-57F8-8347-BB84E0DF53CE}" dt="2026-03-25T02:51:20.878" v="403" actId="1076"/>
          <ac:spMkLst>
            <pc:docMk/>
            <pc:sldMk cId="733443275" sldId="272"/>
            <ac:spMk id="19" creationId="{D0C620E7-FCCC-385C-D864-D6319DC5534B}"/>
          </ac:spMkLst>
        </pc:spChg>
        <pc:spChg chg="mod">
          <ac:chgData name="Pete Dowty" userId="91aba14b6835b0ae" providerId="LiveId" clId="{F0F94CF4-A884-57F8-8347-BB84E0DF53CE}" dt="2026-03-25T02:46:17.398" v="397" actId="208"/>
          <ac:spMkLst>
            <pc:docMk/>
            <pc:sldMk cId="733443275" sldId="272"/>
            <ac:spMk id="1049" creationId="{5A54A71B-25B1-E319-8369-80B2D967722A}"/>
          </ac:spMkLst>
        </pc:spChg>
        <pc:cxnChg chg="mod">
          <ac:chgData name="Pete Dowty" userId="91aba14b6835b0ae" providerId="LiveId" clId="{F0F94CF4-A884-57F8-8347-BB84E0DF53CE}" dt="2026-03-25T02:49:12.658" v="398" actId="208"/>
          <ac:cxnSpMkLst>
            <pc:docMk/>
            <pc:sldMk cId="733443275" sldId="272"/>
            <ac:cxnSpMk id="12" creationId="{CAE03EE9-146D-16D5-DA90-9F13A9A90D91}"/>
          </ac:cxnSpMkLst>
        </pc:cxnChg>
        <pc:cxnChg chg="mod">
          <ac:chgData name="Pete Dowty" userId="91aba14b6835b0ae" providerId="LiveId" clId="{F0F94CF4-A884-57F8-8347-BB84E0DF53CE}" dt="2026-03-25T02:49:12.658" v="398" actId="208"/>
          <ac:cxnSpMkLst>
            <pc:docMk/>
            <pc:sldMk cId="733443275" sldId="272"/>
            <ac:cxnSpMk id="13" creationId="{FFE8A5CA-46A2-FBF0-12C7-09036E9AFDDF}"/>
          </ac:cxnSpMkLst>
        </pc:cxnChg>
        <pc:cxnChg chg="mod">
          <ac:chgData name="Pete Dowty" userId="91aba14b6835b0ae" providerId="LiveId" clId="{F0F94CF4-A884-57F8-8347-BB84E0DF53CE}" dt="2026-03-25T02:49:12.658" v="398" actId="208"/>
          <ac:cxnSpMkLst>
            <pc:docMk/>
            <pc:sldMk cId="733443275" sldId="272"/>
            <ac:cxnSpMk id="14" creationId="{293711DC-18E2-9702-B9EA-2A77954327FF}"/>
          </ac:cxnSpMkLst>
        </pc:cxnChg>
        <pc:cxnChg chg="mod">
          <ac:chgData name="Pete Dowty" userId="91aba14b6835b0ae" providerId="LiveId" clId="{F0F94CF4-A884-57F8-8347-BB84E0DF53CE}" dt="2026-03-25T02:49:12.658" v="398" actId="208"/>
          <ac:cxnSpMkLst>
            <pc:docMk/>
            <pc:sldMk cId="733443275" sldId="272"/>
            <ac:cxnSpMk id="25" creationId="{77F52DDF-0F30-67F6-854A-3E2FDB7E113E}"/>
          </ac:cxnSpMkLst>
        </pc:cxnChg>
        <pc:cxnChg chg="mod">
          <ac:chgData name="Pete Dowty" userId="91aba14b6835b0ae" providerId="LiveId" clId="{F0F94CF4-A884-57F8-8347-BB84E0DF53CE}" dt="2026-03-25T02:49:12.658" v="398" actId="208"/>
          <ac:cxnSpMkLst>
            <pc:docMk/>
            <pc:sldMk cId="733443275" sldId="272"/>
            <ac:cxnSpMk id="26" creationId="{E20A011C-F7E9-A119-423E-1C5A6D0722DB}"/>
          </ac:cxnSpMkLst>
        </pc:cxnChg>
        <pc:cxnChg chg="mod">
          <ac:chgData name="Pete Dowty" userId="91aba14b6835b0ae" providerId="LiveId" clId="{F0F94CF4-A884-57F8-8347-BB84E0DF53CE}" dt="2026-03-25T02:49:12.658" v="398" actId="208"/>
          <ac:cxnSpMkLst>
            <pc:docMk/>
            <pc:sldMk cId="733443275" sldId="272"/>
            <ac:cxnSpMk id="35" creationId="{194DE4E9-6CF8-0936-304A-4F1442818791}"/>
          </ac:cxnSpMkLst>
        </pc:cxnChg>
        <pc:cxnChg chg="mod">
          <ac:chgData name="Pete Dowty" userId="91aba14b6835b0ae" providerId="LiveId" clId="{F0F94CF4-A884-57F8-8347-BB84E0DF53CE}" dt="2026-03-25T02:46:17.398" v="397" actId="208"/>
          <ac:cxnSpMkLst>
            <pc:docMk/>
            <pc:sldMk cId="733443275" sldId="272"/>
            <ac:cxnSpMk id="36" creationId="{9F55FE71-A342-B9D2-5C23-E3B101FF0B92}"/>
          </ac:cxnSpMkLst>
        </pc:cxnChg>
        <pc:cxnChg chg="mod">
          <ac:chgData name="Pete Dowty" userId="91aba14b6835b0ae" providerId="LiveId" clId="{F0F94CF4-A884-57F8-8347-BB84E0DF53CE}" dt="2026-03-25T02:49:12.658" v="398" actId="208"/>
          <ac:cxnSpMkLst>
            <pc:docMk/>
            <pc:sldMk cId="733443275" sldId="272"/>
            <ac:cxnSpMk id="1057" creationId="{58043208-7013-1D94-EA83-D5AA2F023724}"/>
          </ac:cxnSpMkLst>
        </pc:cxnChg>
        <pc:cxnChg chg="mod">
          <ac:chgData name="Pete Dowty" userId="91aba14b6835b0ae" providerId="LiveId" clId="{F0F94CF4-A884-57F8-8347-BB84E0DF53CE}" dt="2026-03-25T02:49:12.658" v="398" actId="208"/>
          <ac:cxnSpMkLst>
            <pc:docMk/>
            <pc:sldMk cId="733443275" sldId="272"/>
            <ac:cxnSpMk id="1058" creationId="{37457829-4F8A-D73E-2C60-0740FB3847C4}"/>
          </ac:cxnSpMkLst>
        </pc:cxnChg>
        <pc:cxnChg chg="mod">
          <ac:chgData name="Pete Dowty" userId="91aba14b6835b0ae" providerId="LiveId" clId="{F0F94CF4-A884-57F8-8347-BB84E0DF53CE}" dt="2026-03-25T02:49:12.658" v="398" actId="208"/>
          <ac:cxnSpMkLst>
            <pc:docMk/>
            <pc:sldMk cId="733443275" sldId="272"/>
            <ac:cxnSpMk id="1061" creationId="{FFACBD74-2A6B-9E2D-7212-E2219C8D0975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84" Type="http://schemas.openxmlformats.org/officeDocument/2006/relationships/customXml" Target="../ink/ink39.xml"/><Relationship Id="rId138" Type="http://schemas.openxmlformats.org/officeDocument/2006/relationships/customXml" Target="../ink/ink66.xml"/><Relationship Id="rId159" Type="http://schemas.openxmlformats.org/officeDocument/2006/relationships/customXml" Target="../ink/ink76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4.xml"/><Relationship Id="rId128" Type="http://schemas.openxmlformats.org/officeDocument/2006/relationships/customXml" Target="../ink/ink61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118" Type="http://schemas.openxmlformats.org/officeDocument/2006/relationships/customXml" Target="../ink/ink56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2.xml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1.xml"/><Relationship Id="rId124" Type="http://schemas.openxmlformats.org/officeDocument/2006/relationships/customXml" Target="../ink/ink59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0" Type="http://schemas.openxmlformats.org/officeDocument/2006/relationships/customXml" Target="../ink/ink32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5.xml"/><Relationship Id="rId140" Type="http://schemas.openxmlformats.org/officeDocument/2006/relationships/customXml" Target="../ink/ink67.xml"/><Relationship Id="rId145" Type="http://schemas.openxmlformats.org/officeDocument/2006/relationships/image" Target="../media/image72.png"/><Relationship Id="rId161" Type="http://schemas.openxmlformats.org/officeDocument/2006/relationships/customXml" Target="../ink/ink77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4.xml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86" Type="http://schemas.openxmlformats.org/officeDocument/2006/relationships/customXml" Target="../ink/ink40.xml"/><Relationship Id="rId130" Type="http://schemas.openxmlformats.org/officeDocument/2006/relationships/customXml" Target="../ink/ink62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5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5.xml"/><Relationship Id="rId97" Type="http://schemas.openxmlformats.org/officeDocument/2006/relationships/image" Target="../media/image48.png"/><Relationship Id="rId104" Type="http://schemas.openxmlformats.org/officeDocument/2006/relationships/customXml" Target="../ink/ink49.xml"/><Relationship Id="rId120" Type="http://schemas.openxmlformats.org/officeDocument/2006/relationships/customXml" Target="../ink/ink57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0.xml"/><Relationship Id="rId167" Type="http://schemas.openxmlformats.org/officeDocument/2006/relationships/customXml" Target="../ink/ink80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3.xml"/><Relationship Id="rId162" Type="http://schemas.openxmlformats.org/officeDocument/2006/relationships/image" Target="../media/image33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2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5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38.xml"/><Relationship Id="rId152" Type="http://schemas.openxmlformats.org/officeDocument/2006/relationships/customXml" Target="../ink/ink73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47.xml"/><Relationship Id="rId105" Type="http://schemas.openxmlformats.org/officeDocument/2006/relationships/image" Target="../media/image52.png"/><Relationship Id="rId126" Type="http://schemas.openxmlformats.org/officeDocument/2006/relationships/customXml" Target="../ink/ink60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3.xml"/><Relationship Id="rId93" Type="http://schemas.openxmlformats.org/officeDocument/2006/relationships/image" Target="../media/image46.png"/><Relationship Id="rId98" Type="http://schemas.openxmlformats.org/officeDocument/2006/relationships/customXml" Target="../ink/ink46.xml"/><Relationship Id="rId121" Type="http://schemas.openxmlformats.org/officeDocument/2006/relationships/image" Target="../media/image60.png"/><Relationship Id="rId142" Type="http://schemas.openxmlformats.org/officeDocument/2006/relationships/customXml" Target="../ink/ink68.xml"/><Relationship Id="rId163" Type="http://schemas.openxmlformats.org/officeDocument/2006/relationships/customXml" Target="../ink/ink78.xml"/><Relationship Id="rId3" Type="http://schemas.openxmlformats.org/officeDocument/2006/relationships/image" Target="../media/image127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116" Type="http://schemas.openxmlformats.org/officeDocument/2006/relationships/customXml" Target="../ink/ink55.xml"/><Relationship Id="rId137" Type="http://schemas.openxmlformats.org/officeDocument/2006/relationships/image" Target="../media/image68.png"/><Relationship Id="rId158" Type="http://schemas.openxmlformats.org/officeDocument/2006/relationships/image" Target="../media/image31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1.xml"/><Relationship Id="rId111" Type="http://schemas.openxmlformats.org/officeDocument/2006/relationships/image" Target="../media/image55.png"/><Relationship Id="rId132" Type="http://schemas.openxmlformats.org/officeDocument/2006/relationships/customXml" Target="../ink/ink63.xml"/><Relationship Id="rId153" Type="http://schemas.openxmlformats.org/officeDocument/2006/relationships/image" Target="../media/image76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0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6.xml"/><Relationship Id="rId94" Type="http://schemas.openxmlformats.org/officeDocument/2006/relationships/customXml" Target="../ink/ink44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58.xml"/><Relationship Id="rId143" Type="http://schemas.openxmlformats.org/officeDocument/2006/relationships/image" Target="../media/image71.png"/><Relationship Id="rId148" Type="http://schemas.openxmlformats.org/officeDocument/2006/relationships/customXml" Target="../ink/ink71.xml"/><Relationship Id="rId164" Type="http://schemas.openxmlformats.org/officeDocument/2006/relationships/image" Target="../media/image7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3.xml"/><Relationship Id="rId133" Type="http://schemas.openxmlformats.org/officeDocument/2006/relationships/image" Target="../media/image66.png"/><Relationship Id="rId154" Type="http://schemas.openxmlformats.org/officeDocument/2006/relationships/customXml" Target="../ink/ink74.xml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48.xml"/><Relationship Id="rId123" Type="http://schemas.openxmlformats.org/officeDocument/2006/relationships/image" Target="../media/image61.png"/><Relationship Id="rId144" Type="http://schemas.openxmlformats.org/officeDocument/2006/relationships/customXml" Target="../ink/ink69.xml"/><Relationship Id="rId90" Type="http://schemas.openxmlformats.org/officeDocument/2006/relationships/customXml" Target="../ink/ink42.xml"/><Relationship Id="rId165" Type="http://schemas.openxmlformats.org/officeDocument/2006/relationships/customXml" Target="../ink/ink79.xml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4.xml"/><Relationship Id="rId80" Type="http://schemas.openxmlformats.org/officeDocument/2006/relationships/customXml" Target="../ink/ink37.xml"/><Relationship Id="rId155" Type="http://schemas.openxmlformats.org/officeDocument/2006/relationships/image" Target="../media/image77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89.xml"/><Relationship Id="rId26" Type="http://schemas.openxmlformats.org/officeDocument/2006/relationships/customXml" Target="../ink/ink93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7.xml"/><Relationship Id="rId42" Type="http://schemas.openxmlformats.org/officeDocument/2006/relationships/customXml" Target="../ink/ink101.xml"/><Relationship Id="rId47" Type="http://schemas.openxmlformats.org/officeDocument/2006/relationships/image" Target="../media/image230.png"/><Relationship Id="rId50" Type="http://schemas.openxmlformats.org/officeDocument/2006/relationships/customXml" Target="../ink/ink105.xml"/><Relationship Id="rId7" Type="http://schemas.openxmlformats.org/officeDocument/2006/relationships/image" Target="../media/image310.png"/><Relationship Id="rId2" Type="http://schemas.openxmlformats.org/officeDocument/2006/relationships/customXml" Target="../ink/ink81.xml"/><Relationship Id="rId16" Type="http://schemas.openxmlformats.org/officeDocument/2006/relationships/customXml" Target="../ink/ink88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2.xml"/><Relationship Id="rId32" Type="http://schemas.openxmlformats.org/officeDocument/2006/relationships/customXml" Target="../ink/ink96.xml"/><Relationship Id="rId37" Type="http://schemas.openxmlformats.org/officeDocument/2006/relationships/image" Target="../media/image181.png"/><Relationship Id="rId40" Type="http://schemas.openxmlformats.org/officeDocument/2006/relationships/customXml" Target="../ink/ink100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5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2.xml"/><Relationship Id="rId52" Type="http://schemas.openxmlformats.org/officeDocument/2006/relationships/customXml" Target="../ink/ink106.xml"/><Relationship Id="rId4" Type="http://schemas.openxmlformats.org/officeDocument/2006/relationships/customXml" Target="../ink/ink82.xml"/><Relationship Id="rId9" Type="http://schemas.openxmlformats.org/officeDocument/2006/relationships/image" Target="../media/image410.png"/><Relationship Id="rId14" Type="http://schemas.openxmlformats.org/officeDocument/2006/relationships/customXml" Target="../ink/ink87.xml"/><Relationship Id="rId22" Type="http://schemas.openxmlformats.org/officeDocument/2006/relationships/customXml" Target="../ink/ink91.xml"/><Relationship Id="rId27" Type="http://schemas.openxmlformats.org/officeDocument/2006/relationships/image" Target="../media/image131.png"/><Relationship Id="rId30" Type="http://schemas.openxmlformats.org/officeDocument/2006/relationships/customXml" Target="../ink/ink95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4.xml"/><Relationship Id="rId8" Type="http://schemas.openxmlformats.org/officeDocument/2006/relationships/customXml" Target="../ink/ink84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6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99.xml"/><Relationship Id="rId46" Type="http://schemas.openxmlformats.org/officeDocument/2006/relationships/customXml" Target="../ink/ink103.xml"/><Relationship Id="rId20" Type="http://schemas.openxmlformats.org/officeDocument/2006/relationships/customXml" Target="../ink/ink90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3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4.xml"/><Relationship Id="rId36" Type="http://schemas.openxmlformats.org/officeDocument/2006/relationships/customXml" Target="../ink/ink98.xml"/><Relationship Id="rId49" Type="http://schemas.openxmlformats.org/officeDocument/2006/relationships/image" Target="../media/image24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jpeg"/><Relationship Id="rId4" Type="http://schemas.openxmlformats.org/officeDocument/2006/relationships/image" Target="../media/image8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2.xml"/><Relationship Id="rId18" Type="http://schemas.openxmlformats.org/officeDocument/2006/relationships/image" Target="../media/image95.png"/><Relationship Id="rId26" Type="http://schemas.openxmlformats.org/officeDocument/2006/relationships/image" Target="../media/image99.png"/><Relationship Id="rId3" Type="http://schemas.openxmlformats.org/officeDocument/2006/relationships/customXml" Target="../ink/ink107.xml"/><Relationship Id="rId21" Type="http://schemas.openxmlformats.org/officeDocument/2006/relationships/customXml" Target="../ink/ink116.xml"/><Relationship Id="rId7" Type="http://schemas.openxmlformats.org/officeDocument/2006/relationships/customXml" Target="../ink/ink109.xml"/><Relationship Id="rId12" Type="http://schemas.openxmlformats.org/officeDocument/2006/relationships/image" Target="../media/image910.png"/><Relationship Id="rId17" Type="http://schemas.openxmlformats.org/officeDocument/2006/relationships/customXml" Target="../ink/ink114.xml"/><Relationship Id="rId25" Type="http://schemas.openxmlformats.org/officeDocument/2006/relationships/customXml" Target="../ink/ink118.xml"/><Relationship Id="rId2" Type="http://schemas.openxmlformats.org/officeDocument/2006/relationships/image" Target="../media/image82.png"/><Relationship Id="rId16" Type="http://schemas.openxmlformats.org/officeDocument/2006/relationships/image" Target="../media/image940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1.xml"/><Relationship Id="rId24" Type="http://schemas.openxmlformats.org/officeDocument/2006/relationships/image" Target="../media/image98.png"/><Relationship Id="rId5" Type="http://schemas.openxmlformats.org/officeDocument/2006/relationships/customXml" Target="../ink/ink108.xml"/><Relationship Id="rId15" Type="http://schemas.openxmlformats.org/officeDocument/2006/relationships/customXml" Target="../ink/ink113.xml"/><Relationship Id="rId23" Type="http://schemas.openxmlformats.org/officeDocument/2006/relationships/customXml" Target="../ink/ink117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5.xml"/><Relationship Id="rId4" Type="http://schemas.openxmlformats.org/officeDocument/2006/relationships/image" Target="../media/image870.png"/><Relationship Id="rId9" Type="http://schemas.openxmlformats.org/officeDocument/2006/relationships/customXml" Target="../ink/ink110.xml"/><Relationship Id="rId14" Type="http://schemas.openxmlformats.org/officeDocument/2006/relationships/image" Target="../media/image930.png"/><Relationship Id="rId22" Type="http://schemas.openxmlformats.org/officeDocument/2006/relationships/image" Target="../media/image97.png"/><Relationship Id="rId27" Type="http://schemas.openxmlformats.org/officeDocument/2006/relationships/customXml" Target="../ink/ink11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tiff"/><Relationship Id="rId7" Type="http://schemas.openxmlformats.org/officeDocument/2006/relationships/image" Target="../media/image108.tiff"/><Relationship Id="rId2" Type="http://schemas.openxmlformats.org/officeDocument/2006/relationships/image" Target="../media/image10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tiff"/><Relationship Id="rId5" Type="http://schemas.openxmlformats.org/officeDocument/2006/relationships/image" Target="../media/image106.tiff"/><Relationship Id="rId4" Type="http://schemas.openxmlformats.org/officeDocument/2006/relationships/image" Target="../media/image105.tif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1781175" y="1562100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616225" y="715617"/>
            <a:ext cx="10505661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Edits to matrix spreadsheet</a:t>
            </a:r>
          </a:p>
          <a:p>
            <a:endParaRPr lang="en-US" dirty="0"/>
          </a:p>
          <a:p>
            <a:r>
              <a:rPr lang="en-US" dirty="0"/>
              <a:t>Aston citation in two different forms</a:t>
            </a:r>
          </a:p>
          <a:p>
            <a:r>
              <a:rPr lang="en-US" sz="14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400" dirty="0">
                <a:highlight>
                  <a:srgbClr val="FFFF00"/>
                </a:highlight>
              </a:rPr>
              <a:t>Richland</a:t>
            </a:r>
            <a:r>
              <a:rPr lang="en-US" sz="1400" dirty="0"/>
              <a:t>, WA. PNNL-24445.</a:t>
            </a:r>
          </a:p>
          <a:p>
            <a:endParaRPr lang="en-US" sz="1400" dirty="0"/>
          </a:p>
          <a:p>
            <a:r>
              <a:rPr lang="en-US" sz="14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400" dirty="0">
                <a:highlight>
                  <a:srgbClr val="FFFF00"/>
                </a:highlight>
              </a:rPr>
              <a:t>Sequim</a:t>
            </a:r>
            <a:r>
              <a:rPr lang="en-US" sz="1400" dirty="0"/>
              <a:t>, WA. PNNL-24445</a:t>
            </a:r>
          </a:p>
          <a:p>
            <a:endParaRPr lang="en-US" sz="1400" dirty="0"/>
          </a:p>
          <a:p>
            <a:r>
              <a:rPr lang="en-US" sz="1400" dirty="0"/>
              <a:t>Manually changed all in snapshot to be Sequim version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4CCA94-F860-790A-0C8E-1B54130D0DDF}"/>
              </a:ext>
            </a:extLst>
          </p:cNvPr>
          <p:cNvSpPr txBox="1"/>
          <p:nvPr/>
        </p:nvSpPr>
        <p:spPr>
          <a:xfrm>
            <a:off x="1272209" y="1123122"/>
            <a:ext cx="7682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3398601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3387</TotalTime>
  <Words>1197</Words>
  <Application>Microsoft Office PowerPoint</Application>
  <PresentationFormat>Widescreen</PresentationFormat>
  <Paragraphs>291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Aptos Narrow</vt:lpstr>
      <vt:lpstr>Arial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 Dowty</dc:creator>
  <cp:lastModifiedBy>DOWTY, PETER (DNR)</cp:lastModifiedBy>
  <cp:revision>30</cp:revision>
  <dcterms:created xsi:type="dcterms:W3CDTF">2026-02-18T17:07:24Z</dcterms:created>
  <dcterms:modified xsi:type="dcterms:W3CDTF">2026-04-15T15:12:31Z</dcterms:modified>
</cp:coreProperties>
</file>