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3" r:id="rId3"/>
    <p:sldId id="296" r:id="rId4"/>
    <p:sldId id="300" r:id="rId5"/>
    <p:sldId id="298" r:id="rId6"/>
    <p:sldId id="301" r:id="rId7"/>
    <p:sldId id="302" r:id="rId8"/>
    <p:sldId id="303" r:id="rId9"/>
    <p:sldId id="299" r:id="rId10"/>
    <p:sldId id="290" r:id="rId11"/>
    <p:sldId id="291" r:id="rId12"/>
    <p:sldId id="294" r:id="rId13"/>
    <p:sldId id="287" r:id="rId14"/>
    <p:sldId id="281" r:id="rId15"/>
    <p:sldId id="292" r:id="rId16"/>
    <p:sldId id="283" r:id="rId17"/>
    <p:sldId id="284" r:id="rId18"/>
    <p:sldId id="295" r:id="rId19"/>
    <p:sldId id="297" r:id="rId20"/>
    <p:sldId id="288" r:id="rId21"/>
    <p:sldId id="289" r:id="rId22"/>
    <p:sldId id="273" r:id="rId23"/>
    <p:sldId id="271" r:id="rId24"/>
    <p:sldId id="272" r:id="rId25"/>
    <p:sldId id="276" r:id="rId26"/>
    <p:sldId id="277" r:id="rId27"/>
    <p:sldId id="274" r:id="rId28"/>
    <p:sldId id="278" r:id="rId29"/>
    <p:sldId id="280" r:id="rId30"/>
    <p:sldId id="286" r:id="rId31"/>
    <p:sldId id="282" r:id="rId32"/>
    <p:sldId id="285" r:id="rId33"/>
    <p:sldId id="275" r:id="rId34"/>
    <p:sldId id="270" r:id="rId35"/>
    <p:sldId id="265" r:id="rId36"/>
    <p:sldId id="268" r:id="rId37"/>
    <p:sldId id="269" r:id="rId38"/>
    <p:sldId id="267" r:id="rId39"/>
    <p:sldId id="266" r:id="rId40"/>
    <p:sldId id="257" r:id="rId41"/>
    <p:sldId id="258" r:id="rId42"/>
    <p:sldId id="259" r:id="rId43"/>
    <p:sldId id="260" r:id="rId44"/>
    <p:sldId id="261" r:id="rId45"/>
    <p:sldId id="262" r:id="rId46"/>
    <p:sldId id="263" r:id="rId47"/>
    <p:sldId id="264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00E600"/>
    <a:srgbClr val="006300"/>
    <a:srgbClr val="FB7700"/>
    <a:srgbClr val="FFFFCC"/>
    <a:srgbClr val="F9DAC7"/>
    <a:srgbClr val="FF8585"/>
    <a:srgbClr val="FCEDE4"/>
    <a:srgbClr val="DCEEF5"/>
    <a:srgbClr val="DBF0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DD71D2-1D85-41AA-B9AD-00CF3E34DA03}" v="80" dt="2026-06-02T23:21:45.261"/>
    <p1510:client id="{777F7295-6E12-43EA-B264-ADC23ADC35EE}" v="26" dt="2026-06-03T22:08:32.459"/>
    <p1510:client id="{C8786C6D-AB95-9740-AEFC-2D45BBDF4D29}" v="30" dt="2026-06-03T04:51:37.6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05" autoAdjust="0"/>
    <p:restoredTop sz="96182" autoAdjust="0"/>
  </p:normalViewPr>
  <p:slideViewPr>
    <p:cSldViewPr snapToGrid="0">
      <p:cViewPr varScale="1">
        <p:scale>
          <a:sx n="98" d="100"/>
          <a:sy n="98" d="100"/>
        </p:scale>
        <p:origin x="1044" y="312"/>
      </p:cViewPr>
      <p:guideLst>
        <p:guide orient="horz" pos="24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WTY, PETER (DNR)" userId="01cf875a-4e15-4928-8f93-7a0dfa1efb6b" providerId="ADAL" clId="{660F8803-2738-5EFD-95AE-06E7480F19FB}"/>
    <pc:docChg chg="custSel addSld delSld modSld">
      <pc:chgData name="DOWTY, PETER (DNR)" userId="01cf875a-4e15-4928-8f93-7a0dfa1efb6b" providerId="ADAL" clId="{660F8803-2738-5EFD-95AE-06E7480F19FB}" dt="2026-05-28T16:33:03.475" v="5262" actId="20577"/>
      <pc:docMkLst>
        <pc:docMk/>
      </pc:docMkLst>
      <pc:sldChg chg="addSp modSp mod">
        <pc:chgData name="DOWTY, PETER (DNR)" userId="01cf875a-4e15-4928-8f93-7a0dfa1efb6b" providerId="ADAL" clId="{660F8803-2738-5EFD-95AE-06E7480F19FB}" dt="2026-05-18T04:43:34.279" v="3395" actId="1076"/>
        <pc:sldMkLst>
          <pc:docMk/>
          <pc:sldMk cId="4075092185" sldId="256"/>
        </pc:sldMkLst>
        <pc:spChg chg="mod">
          <ac:chgData name="DOWTY, PETER (DNR)" userId="01cf875a-4e15-4928-8f93-7a0dfa1efb6b" providerId="ADAL" clId="{660F8803-2738-5EFD-95AE-06E7480F19FB}" dt="2026-05-18T04:25:18.965" v="2914" actId="1076"/>
          <ac:spMkLst>
            <pc:docMk/>
            <pc:sldMk cId="4075092185" sldId="256"/>
            <ac:spMk id="2" creationId="{09D9C740-84B6-4D7A-E556-A418783A3B6E}"/>
          </ac:spMkLst>
        </pc:spChg>
        <pc:spChg chg="mod">
          <ac:chgData name="DOWTY, PETER (DNR)" userId="01cf875a-4e15-4928-8f93-7a0dfa1efb6b" providerId="ADAL" clId="{660F8803-2738-5EFD-95AE-06E7480F19FB}" dt="2026-05-18T04:24:49.877" v="2909" actId="1076"/>
          <ac:spMkLst>
            <pc:docMk/>
            <pc:sldMk cId="4075092185" sldId="256"/>
            <ac:spMk id="4" creationId="{1847B410-6469-B0AA-0A06-F9C98A65C528}"/>
          </ac:spMkLst>
        </pc:spChg>
        <pc:cxnChg chg="add mod">
          <ac:chgData name="DOWTY, PETER (DNR)" userId="01cf875a-4e15-4928-8f93-7a0dfa1efb6b" providerId="ADAL" clId="{660F8803-2738-5EFD-95AE-06E7480F19FB}" dt="2026-05-18T04:25:13.698" v="2913" actId="208"/>
          <ac:cxnSpMkLst>
            <pc:docMk/>
            <pc:sldMk cId="4075092185" sldId="256"/>
            <ac:cxnSpMk id="6" creationId="{4FCC9823-47F7-8202-1DFE-396552632690}"/>
          </ac:cxnSpMkLst>
        </pc:cxnChg>
        <pc:cxnChg chg="add mod">
          <ac:chgData name="DOWTY, PETER (DNR)" userId="01cf875a-4e15-4928-8f93-7a0dfa1efb6b" providerId="ADAL" clId="{660F8803-2738-5EFD-95AE-06E7480F19FB}" dt="2026-05-18T04:25:25.494" v="2916" actId="1076"/>
          <ac:cxnSpMkLst>
            <pc:docMk/>
            <pc:sldMk cId="4075092185" sldId="256"/>
            <ac:cxnSpMk id="7" creationId="{1ECE7C3B-7B32-4C71-AA74-C6F14E5B974E}"/>
          </ac:cxnSpMkLst>
        </pc:cxnChg>
      </pc:sldChg>
      <pc:sldChg chg="addSp delSp modSp mod">
        <pc:chgData name="DOWTY, PETER (DNR)" userId="01cf875a-4e15-4928-8f93-7a0dfa1efb6b" providerId="ADAL" clId="{660F8803-2738-5EFD-95AE-06E7480F19FB}" dt="2026-05-18T05:01:54.749" v="3998" actId="14100"/>
        <pc:sldMkLst>
          <pc:docMk/>
          <pc:sldMk cId="2532653130" sldId="281"/>
        </pc:sldMkLst>
        <pc:spChg chg="add mod">
          <ac:chgData name="DOWTY, PETER (DNR)" userId="01cf875a-4e15-4928-8f93-7a0dfa1efb6b" providerId="ADAL" clId="{660F8803-2738-5EFD-95AE-06E7480F19FB}" dt="2026-05-18T05:01:54.749" v="3998" actId="14100"/>
          <ac:spMkLst>
            <pc:docMk/>
            <pc:sldMk cId="2532653130" sldId="281"/>
            <ac:spMk id="4" creationId="{4D847300-D724-8AA9-EAB7-F7B0FD83CFED}"/>
          </ac:spMkLst>
        </pc:spChg>
      </pc:sldChg>
      <pc:sldChg chg="addSp modSp new mod">
        <pc:chgData name="DOWTY, PETER (DNR)" userId="01cf875a-4e15-4928-8f93-7a0dfa1efb6b" providerId="ADAL" clId="{660F8803-2738-5EFD-95AE-06E7480F19FB}" dt="2026-05-18T05:27:18.121" v="4875" actId="20577"/>
        <pc:sldMkLst>
          <pc:docMk/>
          <pc:sldMk cId="593582493" sldId="290"/>
        </pc:sldMkLst>
        <pc:spChg chg="add mod">
          <ac:chgData name="DOWTY, PETER (DNR)" userId="01cf875a-4e15-4928-8f93-7a0dfa1efb6b" providerId="ADAL" clId="{660F8803-2738-5EFD-95AE-06E7480F19FB}" dt="2026-05-18T05:27:18.121" v="4875" actId="20577"/>
          <ac:spMkLst>
            <pc:docMk/>
            <pc:sldMk cId="593582493" sldId="290"/>
            <ac:spMk id="4" creationId="{1AB4F951-E7BB-30A2-2A06-2FE998041E91}"/>
          </ac:spMkLst>
        </pc:spChg>
      </pc:sldChg>
      <pc:sldChg chg="addSp modSp new mod">
        <pc:chgData name="DOWTY, PETER (DNR)" userId="01cf875a-4e15-4928-8f93-7a0dfa1efb6b" providerId="ADAL" clId="{660F8803-2738-5EFD-95AE-06E7480F19FB}" dt="2026-05-28T16:33:03.475" v="5262" actId="20577"/>
        <pc:sldMkLst>
          <pc:docMk/>
          <pc:sldMk cId="328240969" sldId="298"/>
        </pc:sldMkLst>
        <pc:spChg chg="add mod">
          <ac:chgData name="DOWTY, PETER (DNR)" userId="01cf875a-4e15-4928-8f93-7a0dfa1efb6b" providerId="ADAL" clId="{660F8803-2738-5EFD-95AE-06E7480F19FB}" dt="2026-05-28T16:33:03.475" v="5262" actId="20577"/>
          <ac:spMkLst>
            <pc:docMk/>
            <pc:sldMk cId="328240969" sldId="298"/>
            <ac:spMk id="2" creationId="{E2B35271-9B14-F7F7-BAE4-48D90FADB80F}"/>
          </ac:spMkLst>
        </pc:spChg>
      </pc:sldChg>
    </pc:docChg>
  </pc:docChgLst>
  <pc:docChgLst>
    <pc:chgData name="DOWTY, PETER (DNR)" userId="01cf875a-4e15-4928-8f93-7a0dfa1efb6b" providerId="ADAL" clId="{E9054DD1-CDF4-4BE2-A4C5-BD4B0395A89E}"/>
    <pc:docChg chg="undo custSel addSld modSld sldOrd">
      <pc:chgData name="DOWTY, PETER (DNR)" userId="01cf875a-4e15-4928-8f93-7a0dfa1efb6b" providerId="ADAL" clId="{E9054DD1-CDF4-4BE2-A4C5-BD4B0395A89E}" dt="2026-06-03T22:26:51.947" v="12403" actId="20577"/>
      <pc:docMkLst>
        <pc:docMk/>
      </pc:docMkLst>
      <pc:sldChg chg="addSp delSp modSp mod">
        <pc:chgData name="DOWTY, PETER (DNR)" userId="01cf875a-4e15-4928-8f93-7a0dfa1efb6b" providerId="ADAL" clId="{E9054DD1-CDF4-4BE2-A4C5-BD4B0395A89E}" dt="2026-05-29T22:21:42.052" v="11163" actId="20577"/>
        <pc:sldMkLst>
          <pc:docMk/>
          <pc:sldMk cId="4075092185" sldId="256"/>
        </pc:sldMkLst>
        <pc:spChg chg="add mod">
          <ac:chgData name="DOWTY, PETER (DNR)" userId="01cf875a-4e15-4928-8f93-7a0dfa1efb6b" providerId="ADAL" clId="{E9054DD1-CDF4-4BE2-A4C5-BD4B0395A89E}" dt="2026-05-29T22:21:42.052" v="11163" actId="20577"/>
          <ac:spMkLst>
            <pc:docMk/>
            <pc:sldMk cId="4075092185" sldId="256"/>
            <ac:spMk id="2" creationId="{09D9C740-84B6-4D7A-E556-A418783A3B6E}"/>
          </ac:spMkLst>
        </pc:spChg>
      </pc:sldChg>
      <pc:sldChg chg="addSp delSp modSp mod ord">
        <pc:chgData name="DOWTY, PETER (DNR)" userId="01cf875a-4e15-4928-8f93-7a0dfa1efb6b" providerId="ADAL" clId="{E9054DD1-CDF4-4BE2-A4C5-BD4B0395A89E}" dt="2026-05-20T17:58:58.684" v="5458"/>
        <pc:sldMkLst>
          <pc:docMk/>
          <pc:sldMk cId="2532653130" sldId="281"/>
        </pc:sldMkLst>
        <pc:spChg chg="mod">
          <ac:chgData name="DOWTY, PETER (DNR)" userId="01cf875a-4e15-4928-8f93-7a0dfa1efb6b" providerId="ADAL" clId="{E9054DD1-CDF4-4BE2-A4C5-BD4B0395A89E}" dt="2026-05-20T17:55:56.536" v="5362" actId="1076"/>
          <ac:spMkLst>
            <pc:docMk/>
            <pc:sldMk cId="2532653130" sldId="281"/>
            <ac:spMk id="2" creationId="{014AB92D-C488-47FE-A288-92026B22C4E5}"/>
          </ac:spMkLst>
        </pc:spChg>
        <pc:spChg chg="add mod">
          <ac:chgData name="DOWTY, PETER (DNR)" userId="01cf875a-4e15-4928-8f93-7a0dfa1efb6b" providerId="ADAL" clId="{E9054DD1-CDF4-4BE2-A4C5-BD4B0395A89E}" dt="2026-05-20T17:55:58.922" v="5363" actId="1076"/>
          <ac:spMkLst>
            <pc:docMk/>
            <pc:sldMk cId="2532653130" sldId="281"/>
            <ac:spMk id="3" creationId="{EEA27C9D-5B69-5734-34E6-88921F4B88C8}"/>
          </ac:spMkLst>
        </pc:spChg>
        <pc:spChg chg="mod">
          <ac:chgData name="DOWTY, PETER (DNR)" userId="01cf875a-4e15-4928-8f93-7a0dfa1efb6b" providerId="ADAL" clId="{E9054DD1-CDF4-4BE2-A4C5-BD4B0395A89E}" dt="2026-05-20T17:56:09.255" v="5366" actId="1076"/>
          <ac:spMkLst>
            <pc:docMk/>
            <pc:sldMk cId="2532653130" sldId="281"/>
            <ac:spMk id="4" creationId="{4D847300-D724-8AA9-EAB7-F7B0FD83CFED}"/>
          </ac:spMkLst>
        </pc:spChg>
        <pc:spChg chg="add mod">
          <ac:chgData name="DOWTY, PETER (DNR)" userId="01cf875a-4e15-4928-8f93-7a0dfa1efb6b" providerId="ADAL" clId="{E9054DD1-CDF4-4BE2-A4C5-BD4B0395A89E}" dt="2026-05-20T17:58:58.684" v="5458"/>
          <ac:spMkLst>
            <pc:docMk/>
            <pc:sldMk cId="2532653130" sldId="281"/>
            <ac:spMk id="6" creationId="{71166A4F-AA36-D2E3-E308-25080AB421D5}"/>
          </ac:spMkLst>
        </pc:spChg>
        <pc:spChg chg="add mod">
          <ac:chgData name="DOWTY, PETER (DNR)" userId="01cf875a-4e15-4928-8f93-7a0dfa1efb6b" providerId="ADAL" clId="{E9054DD1-CDF4-4BE2-A4C5-BD4B0395A89E}" dt="2026-05-04T17:24:57.326" v="1442" actId="164"/>
          <ac:spMkLst>
            <pc:docMk/>
            <pc:sldMk cId="2532653130" sldId="281"/>
            <ac:spMk id="8" creationId="{EAD5425B-B75F-F212-4E36-303E18191FF8}"/>
          </ac:spMkLst>
        </pc:spChg>
        <pc:spChg chg="add mod">
          <ac:chgData name="DOWTY, PETER (DNR)" userId="01cf875a-4e15-4928-8f93-7a0dfa1efb6b" providerId="ADAL" clId="{E9054DD1-CDF4-4BE2-A4C5-BD4B0395A89E}" dt="2026-05-20T17:56:04.276" v="5365" actId="1076"/>
          <ac:spMkLst>
            <pc:docMk/>
            <pc:sldMk cId="2532653130" sldId="281"/>
            <ac:spMk id="10" creationId="{F223988C-51D2-28B9-5610-A871F9B7F61C}"/>
          </ac:spMkLst>
        </pc:spChg>
        <pc:grpChg chg="add mod">
          <ac:chgData name="DOWTY, PETER (DNR)" userId="01cf875a-4e15-4928-8f93-7a0dfa1efb6b" providerId="ADAL" clId="{E9054DD1-CDF4-4BE2-A4C5-BD4B0395A89E}" dt="2026-05-20T17:56:01.953" v="5364" actId="1076"/>
          <ac:grpSpMkLst>
            <pc:docMk/>
            <pc:sldMk cId="2532653130" sldId="281"/>
            <ac:grpSpMk id="9" creationId="{94F4C6CB-6ED9-66AC-5261-7F343F70B387}"/>
          </ac:grpSpMkLst>
        </pc:grpChg>
        <pc:picChg chg="add mod">
          <ac:chgData name="DOWTY, PETER (DNR)" userId="01cf875a-4e15-4928-8f93-7a0dfa1efb6b" providerId="ADAL" clId="{E9054DD1-CDF4-4BE2-A4C5-BD4B0395A89E}" dt="2026-05-04T17:24:57.326" v="1442" actId="164"/>
          <ac:picMkLst>
            <pc:docMk/>
            <pc:sldMk cId="2532653130" sldId="281"/>
            <ac:picMk id="7" creationId="{02DA419C-D251-709A-692A-17D08471423A}"/>
          </ac:picMkLst>
        </pc:picChg>
      </pc:sldChg>
      <pc:sldChg chg="modSp mod">
        <pc:chgData name="DOWTY, PETER (DNR)" userId="01cf875a-4e15-4928-8f93-7a0dfa1efb6b" providerId="ADAL" clId="{E9054DD1-CDF4-4BE2-A4C5-BD4B0395A89E}" dt="2026-05-15T17:27:01.895" v="3198" actId="20577"/>
        <pc:sldMkLst>
          <pc:docMk/>
          <pc:sldMk cId="1689912192" sldId="283"/>
        </pc:sldMkLst>
        <pc:spChg chg="mod">
          <ac:chgData name="DOWTY, PETER (DNR)" userId="01cf875a-4e15-4928-8f93-7a0dfa1efb6b" providerId="ADAL" clId="{E9054DD1-CDF4-4BE2-A4C5-BD4B0395A89E}" dt="2026-05-15T17:27:01.895" v="3198" actId="20577"/>
          <ac:spMkLst>
            <pc:docMk/>
            <pc:sldMk cId="1689912192" sldId="283"/>
            <ac:spMk id="2" creationId="{C67B1F44-604B-548A-B449-4448345FC7D0}"/>
          </ac:spMkLst>
        </pc:spChg>
      </pc:sldChg>
      <pc:sldChg chg="addSp delSp modSp new mod">
        <pc:chgData name="DOWTY, PETER (DNR)" userId="01cf875a-4e15-4928-8f93-7a0dfa1efb6b" providerId="ADAL" clId="{E9054DD1-CDF4-4BE2-A4C5-BD4B0395A89E}" dt="2026-05-20T14:12:22.212" v="5359" actId="478"/>
        <pc:sldMkLst>
          <pc:docMk/>
          <pc:sldMk cId="3033079533" sldId="284"/>
        </pc:sldMkLst>
        <pc:spChg chg="mod">
          <ac:chgData name="DOWTY, PETER (DNR)" userId="01cf875a-4e15-4928-8f93-7a0dfa1efb6b" providerId="ADAL" clId="{E9054DD1-CDF4-4BE2-A4C5-BD4B0395A89E}" dt="2026-05-06T15:04:18.665" v="1728" actId="1076"/>
          <ac:spMkLst>
            <pc:docMk/>
            <pc:sldMk cId="3033079533" sldId="284"/>
            <ac:spMk id="4" creationId="{EC918C2C-6333-40F1-A4B4-F93CAF543DC6}"/>
          </ac:spMkLst>
        </pc:spChg>
        <pc:spChg chg="mod">
          <ac:chgData name="DOWTY, PETER (DNR)" userId="01cf875a-4e15-4928-8f93-7a0dfa1efb6b" providerId="ADAL" clId="{E9054DD1-CDF4-4BE2-A4C5-BD4B0395A89E}" dt="2026-05-06T15:04:18.665" v="1728" actId="1076"/>
          <ac:spMkLst>
            <pc:docMk/>
            <pc:sldMk cId="3033079533" sldId="284"/>
            <ac:spMk id="5" creationId="{256F4C86-65E1-27DB-2B20-1E4E19092C8B}"/>
          </ac:spMkLst>
        </pc:spChg>
        <pc:spChg chg="mod">
          <ac:chgData name="DOWTY, PETER (DNR)" userId="01cf875a-4e15-4928-8f93-7a0dfa1efb6b" providerId="ADAL" clId="{E9054DD1-CDF4-4BE2-A4C5-BD4B0395A89E}" dt="2026-05-06T15:04:18.665" v="1728" actId="1076"/>
          <ac:spMkLst>
            <pc:docMk/>
            <pc:sldMk cId="3033079533" sldId="284"/>
            <ac:spMk id="6" creationId="{9AB0CAD2-7B5B-D303-CA00-8970CA423417}"/>
          </ac:spMkLst>
        </pc:spChg>
        <pc:spChg chg="add mod">
          <ac:chgData name="DOWTY, PETER (DNR)" userId="01cf875a-4e15-4928-8f93-7a0dfa1efb6b" providerId="ADAL" clId="{E9054DD1-CDF4-4BE2-A4C5-BD4B0395A89E}" dt="2026-05-19T17:07:55.837" v="4566" actId="14100"/>
          <ac:spMkLst>
            <pc:docMk/>
            <pc:sldMk cId="3033079533" sldId="284"/>
            <ac:spMk id="7" creationId="{76304E78-2300-EC04-338C-690B74AB73A2}"/>
          </ac:spMkLst>
        </pc:spChg>
        <pc:spChg chg="mod">
          <ac:chgData name="DOWTY, PETER (DNR)" userId="01cf875a-4e15-4928-8f93-7a0dfa1efb6b" providerId="ADAL" clId="{E9054DD1-CDF4-4BE2-A4C5-BD4B0395A89E}" dt="2026-05-06T15:04:07.948" v="1727" actId="14100"/>
          <ac:spMkLst>
            <pc:docMk/>
            <pc:sldMk cId="3033079533" sldId="284"/>
            <ac:spMk id="8" creationId="{45F1DE8D-2634-DE88-699C-5E5C82B53CB4}"/>
          </ac:spMkLst>
        </pc:spChg>
        <pc:spChg chg="mod">
          <ac:chgData name="DOWTY, PETER (DNR)" userId="01cf875a-4e15-4928-8f93-7a0dfa1efb6b" providerId="ADAL" clId="{E9054DD1-CDF4-4BE2-A4C5-BD4B0395A89E}" dt="2026-05-06T15:04:05.044" v="1726" actId="1076"/>
          <ac:spMkLst>
            <pc:docMk/>
            <pc:sldMk cId="3033079533" sldId="284"/>
            <ac:spMk id="9" creationId="{316A2CA4-13C8-AA8F-952C-692DD3CB2043}"/>
          </ac:spMkLst>
        </pc:spChg>
        <pc:spChg chg="mod">
          <ac:chgData name="DOWTY, PETER (DNR)" userId="01cf875a-4e15-4928-8f93-7a0dfa1efb6b" providerId="ADAL" clId="{E9054DD1-CDF4-4BE2-A4C5-BD4B0395A89E}" dt="2026-05-06T15:03:58.555" v="1723" actId="1076"/>
          <ac:spMkLst>
            <pc:docMk/>
            <pc:sldMk cId="3033079533" sldId="284"/>
            <ac:spMk id="10" creationId="{CB716A90-792D-91B5-8276-A69537C932FA}"/>
          </ac:spMkLst>
        </pc:spChg>
        <pc:spChg chg="mod">
          <ac:chgData name="DOWTY, PETER (DNR)" userId="01cf875a-4e15-4928-8f93-7a0dfa1efb6b" providerId="ADAL" clId="{E9054DD1-CDF4-4BE2-A4C5-BD4B0395A89E}" dt="2026-05-06T15:03:50.490" v="1720" actId="14100"/>
          <ac:spMkLst>
            <pc:docMk/>
            <pc:sldMk cId="3033079533" sldId="284"/>
            <ac:spMk id="11" creationId="{BD5C7C96-B957-0EA5-CAE2-8DF8FA89CCE3}"/>
          </ac:spMkLst>
        </pc:spChg>
        <pc:spChg chg="add mod">
          <ac:chgData name="DOWTY, PETER (DNR)" userId="01cf875a-4e15-4928-8f93-7a0dfa1efb6b" providerId="ADAL" clId="{E9054DD1-CDF4-4BE2-A4C5-BD4B0395A89E}" dt="2026-05-19T17:08:25.270" v="4598" actId="313"/>
          <ac:spMkLst>
            <pc:docMk/>
            <pc:sldMk cId="3033079533" sldId="284"/>
            <ac:spMk id="12" creationId="{FEAF5F65-C6DD-6571-FA4C-959E090BB02C}"/>
          </ac:spMkLst>
        </pc:spChg>
        <pc:spChg chg="mod">
          <ac:chgData name="DOWTY, PETER (DNR)" userId="01cf875a-4e15-4928-8f93-7a0dfa1efb6b" providerId="ADAL" clId="{E9054DD1-CDF4-4BE2-A4C5-BD4B0395A89E}" dt="2026-05-06T14:26:19.218" v="1628" actId="1076"/>
          <ac:spMkLst>
            <pc:docMk/>
            <pc:sldMk cId="3033079533" sldId="284"/>
            <ac:spMk id="13" creationId="{64A0DC9E-581A-0713-6BA8-2112CF9A4098}"/>
          </ac:spMkLst>
        </pc:spChg>
        <pc:spChg chg="mod">
          <ac:chgData name="DOWTY, PETER (DNR)" userId="01cf875a-4e15-4928-8f93-7a0dfa1efb6b" providerId="ADAL" clId="{E9054DD1-CDF4-4BE2-A4C5-BD4B0395A89E}" dt="2026-05-06T15:02:58.357" v="1707" actId="1076"/>
          <ac:spMkLst>
            <pc:docMk/>
            <pc:sldMk cId="3033079533" sldId="284"/>
            <ac:spMk id="14" creationId="{5C41D013-FB66-D954-A8F7-8B79ED1E7CF1}"/>
          </ac:spMkLst>
        </pc:spChg>
        <pc:spChg chg="mod">
          <ac:chgData name="DOWTY, PETER (DNR)" userId="01cf875a-4e15-4928-8f93-7a0dfa1efb6b" providerId="ADAL" clId="{E9054DD1-CDF4-4BE2-A4C5-BD4B0395A89E}" dt="2026-05-04T17:20:15.576" v="1399" actId="1076"/>
          <ac:spMkLst>
            <pc:docMk/>
            <pc:sldMk cId="3033079533" sldId="284"/>
            <ac:spMk id="15" creationId="{29A7D68B-49FC-61AC-0F65-80BBA88F81B9}"/>
          </ac:spMkLst>
        </pc:spChg>
        <pc:spChg chg="mod">
          <ac:chgData name="DOWTY, PETER (DNR)" userId="01cf875a-4e15-4928-8f93-7a0dfa1efb6b" providerId="ADAL" clId="{E9054DD1-CDF4-4BE2-A4C5-BD4B0395A89E}" dt="2026-05-06T15:04:18.665" v="1728" actId="1076"/>
          <ac:spMkLst>
            <pc:docMk/>
            <pc:sldMk cId="3033079533" sldId="284"/>
            <ac:spMk id="19" creationId="{3711DE71-03D3-EDF8-1F69-9118989B237D}"/>
          </ac:spMkLst>
        </pc:spChg>
        <pc:spChg chg="mod">
          <ac:chgData name="DOWTY, PETER (DNR)" userId="01cf875a-4e15-4928-8f93-7a0dfa1efb6b" providerId="ADAL" clId="{E9054DD1-CDF4-4BE2-A4C5-BD4B0395A89E}" dt="2026-05-06T15:04:18.665" v="1728" actId="1076"/>
          <ac:spMkLst>
            <pc:docMk/>
            <pc:sldMk cId="3033079533" sldId="284"/>
            <ac:spMk id="20" creationId="{F7329826-D4C7-BEE5-773F-648AFF003D76}"/>
          </ac:spMkLst>
        </pc:spChg>
        <pc:spChg chg="mod">
          <ac:chgData name="DOWTY, PETER (DNR)" userId="01cf875a-4e15-4928-8f93-7a0dfa1efb6b" providerId="ADAL" clId="{E9054DD1-CDF4-4BE2-A4C5-BD4B0395A89E}" dt="2026-05-06T15:04:18.665" v="1728" actId="1076"/>
          <ac:spMkLst>
            <pc:docMk/>
            <pc:sldMk cId="3033079533" sldId="284"/>
            <ac:spMk id="21" creationId="{266CC922-1A2E-A92B-84D0-AE461D9136BA}"/>
          </ac:spMkLst>
        </pc:spChg>
        <pc:spChg chg="mod">
          <ac:chgData name="DOWTY, PETER (DNR)" userId="01cf875a-4e15-4928-8f93-7a0dfa1efb6b" providerId="ADAL" clId="{E9054DD1-CDF4-4BE2-A4C5-BD4B0395A89E}" dt="2026-05-06T15:04:00.384" v="1724" actId="1076"/>
          <ac:spMkLst>
            <pc:docMk/>
            <pc:sldMk cId="3033079533" sldId="284"/>
            <ac:spMk id="23" creationId="{05EFF757-4702-84F2-1564-3705C9635BC2}"/>
          </ac:spMkLst>
        </pc:spChg>
        <pc:spChg chg="mod">
          <ac:chgData name="DOWTY, PETER (DNR)" userId="01cf875a-4e15-4928-8f93-7a0dfa1efb6b" providerId="ADAL" clId="{E9054DD1-CDF4-4BE2-A4C5-BD4B0395A89E}" dt="2026-05-06T15:03:53.321" v="1721" actId="1076"/>
          <ac:spMkLst>
            <pc:docMk/>
            <pc:sldMk cId="3033079533" sldId="284"/>
            <ac:spMk id="24" creationId="{36D3A190-7855-88FC-8C97-4E21F875DAF6}"/>
          </ac:spMkLst>
        </pc:spChg>
        <pc:spChg chg="mod">
          <ac:chgData name="DOWTY, PETER (DNR)" userId="01cf875a-4e15-4928-8f93-7a0dfa1efb6b" providerId="ADAL" clId="{E9054DD1-CDF4-4BE2-A4C5-BD4B0395A89E}" dt="2026-05-06T15:03:46.947" v="1718" actId="1076"/>
          <ac:spMkLst>
            <pc:docMk/>
            <pc:sldMk cId="3033079533" sldId="284"/>
            <ac:spMk id="25" creationId="{7A295099-6C58-05B9-E63F-35BF0D79119E}"/>
          </ac:spMkLst>
        </pc:spChg>
        <pc:spChg chg="add mod">
          <ac:chgData name="DOWTY, PETER (DNR)" userId="01cf875a-4e15-4928-8f93-7a0dfa1efb6b" providerId="ADAL" clId="{E9054DD1-CDF4-4BE2-A4C5-BD4B0395A89E}" dt="2026-05-06T15:02:47.546" v="1706" actId="20577"/>
          <ac:spMkLst>
            <pc:docMk/>
            <pc:sldMk cId="3033079533" sldId="284"/>
            <ac:spMk id="26" creationId="{7B9E8CB4-0256-D1B3-021D-20902B5DF1C1}"/>
          </ac:spMkLst>
        </pc:spChg>
        <pc:spChg chg="mod">
          <ac:chgData name="DOWTY, PETER (DNR)" userId="01cf875a-4e15-4928-8f93-7a0dfa1efb6b" providerId="ADAL" clId="{E9054DD1-CDF4-4BE2-A4C5-BD4B0395A89E}" dt="2026-05-06T14:26:19.218" v="1628" actId="1076"/>
          <ac:spMkLst>
            <pc:docMk/>
            <pc:sldMk cId="3033079533" sldId="284"/>
            <ac:spMk id="27" creationId="{E81356C8-7A2F-AE07-F43E-BA8F14588D0E}"/>
          </ac:spMkLst>
        </pc:spChg>
        <pc:spChg chg="mod">
          <ac:chgData name="DOWTY, PETER (DNR)" userId="01cf875a-4e15-4928-8f93-7a0dfa1efb6b" providerId="ADAL" clId="{E9054DD1-CDF4-4BE2-A4C5-BD4B0395A89E}" dt="2026-05-04T17:20:15.576" v="1399" actId="1076"/>
          <ac:spMkLst>
            <pc:docMk/>
            <pc:sldMk cId="3033079533" sldId="284"/>
            <ac:spMk id="28" creationId="{84C96ED6-F6BF-758C-0D97-9B07646ECDAC}"/>
          </ac:spMkLst>
        </pc:spChg>
        <pc:spChg chg="mod">
          <ac:chgData name="DOWTY, PETER (DNR)" userId="01cf875a-4e15-4928-8f93-7a0dfa1efb6b" providerId="ADAL" clId="{E9054DD1-CDF4-4BE2-A4C5-BD4B0395A89E}" dt="2026-05-06T15:02:58.357" v="1707" actId="1076"/>
          <ac:spMkLst>
            <pc:docMk/>
            <pc:sldMk cId="3033079533" sldId="284"/>
            <ac:spMk id="29" creationId="{DFDAD2DD-1360-CCB8-8DF7-3CB248B433DE}"/>
          </ac:spMkLst>
        </pc:spChg>
        <pc:spChg chg="add mod">
          <ac:chgData name="DOWTY, PETER (DNR)" userId="01cf875a-4e15-4928-8f93-7a0dfa1efb6b" providerId="ADAL" clId="{E9054DD1-CDF4-4BE2-A4C5-BD4B0395A89E}" dt="2026-05-06T15:54:40.223" v="1733" actId="208"/>
          <ac:spMkLst>
            <pc:docMk/>
            <pc:sldMk cId="3033079533" sldId="284"/>
            <ac:spMk id="30" creationId="{FD64F405-B808-0598-4DA2-7553693684DB}"/>
          </ac:spMkLst>
        </pc:spChg>
        <pc:spChg chg="add mod">
          <ac:chgData name="DOWTY, PETER (DNR)" userId="01cf875a-4e15-4928-8f93-7a0dfa1efb6b" providerId="ADAL" clId="{E9054DD1-CDF4-4BE2-A4C5-BD4B0395A89E}" dt="2026-05-06T14:26:24.362" v="1629" actId="1076"/>
          <ac:spMkLst>
            <pc:docMk/>
            <pc:sldMk cId="3033079533" sldId="284"/>
            <ac:spMk id="31" creationId="{24356EA5-CF42-9066-1E1A-47A173FC2910}"/>
          </ac:spMkLst>
        </pc:spChg>
        <pc:spChg chg="add mod">
          <ac:chgData name="DOWTY, PETER (DNR)" userId="01cf875a-4e15-4928-8f93-7a0dfa1efb6b" providerId="ADAL" clId="{E9054DD1-CDF4-4BE2-A4C5-BD4B0395A89E}" dt="2026-05-06T14:26:24.362" v="1629" actId="1076"/>
          <ac:spMkLst>
            <pc:docMk/>
            <pc:sldMk cId="3033079533" sldId="284"/>
            <ac:spMk id="32" creationId="{67BFBF7E-716C-7641-82E6-71C18EF98864}"/>
          </ac:spMkLst>
        </pc:spChg>
        <pc:spChg chg="add mod">
          <ac:chgData name="DOWTY, PETER (DNR)" userId="01cf875a-4e15-4928-8f93-7a0dfa1efb6b" providerId="ADAL" clId="{E9054DD1-CDF4-4BE2-A4C5-BD4B0395A89E}" dt="2026-05-06T14:26:24.362" v="1629" actId="1076"/>
          <ac:spMkLst>
            <pc:docMk/>
            <pc:sldMk cId="3033079533" sldId="284"/>
            <ac:spMk id="33" creationId="{110C4B04-A712-AB24-BE35-BC73F60B9B63}"/>
          </ac:spMkLst>
        </pc:spChg>
        <pc:spChg chg="add mod">
          <ac:chgData name="DOWTY, PETER (DNR)" userId="01cf875a-4e15-4928-8f93-7a0dfa1efb6b" providerId="ADAL" clId="{E9054DD1-CDF4-4BE2-A4C5-BD4B0395A89E}" dt="2026-05-06T14:26:24.362" v="1629" actId="1076"/>
          <ac:spMkLst>
            <pc:docMk/>
            <pc:sldMk cId="3033079533" sldId="284"/>
            <ac:spMk id="34" creationId="{D3DC3FB7-8C3E-066E-A4D9-E3E4D61F7149}"/>
          </ac:spMkLst>
        </pc:spChg>
        <pc:spChg chg="add mod">
          <ac:chgData name="DOWTY, PETER (DNR)" userId="01cf875a-4e15-4928-8f93-7a0dfa1efb6b" providerId="ADAL" clId="{E9054DD1-CDF4-4BE2-A4C5-BD4B0395A89E}" dt="2026-05-06T14:26:24.362" v="1629" actId="1076"/>
          <ac:spMkLst>
            <pc:docMk/>
            <pc:sldMk cId="3033079533" sldId="284"/>
            <ac:spMk id="35" creationId="{3FAEE904-4804-B112-EA49-085EA8537F24}"/>
          </ac:spMkLst>
        </pc:spChg>
        <pc:spChg chg="add mod">
          <ac:chgData name="DOWTY, PETER (DNR)" userId="01cf875a-4e15-4928-8f93-7a0dfa1efb6b" providerId="ADAL" clId="{E9054DD1-CDF4-4BE2-A4C5-BD4B0395A89E}" dt="2026-05-06T14:26:24.362" v="1629" actId="1076"/>
          <ac:spMkLst>
            <pc:docMk/>
            <pc:sldMk cId="3033079533" sldId="284"/>
            <ac:spMk id="36" creationId="{986BF64C-D8D4-F4BA-F000-F7EA66F3A1E5}"/>
          </ac:spMkLst>
        </pc:spChg>
        <pc:spChg chg="add mod">
          <ac:chgData name="DOWTY, PETER (DNR)" userId="01cf875a-4e15-4928-8f93-7a0dfa1efb6b" providerId="ADAL" clId="{E9054DD1-CDF4-4BE2-A4C5-BD4B0395A89E}" dt="2026-05-19T17:08:08.871" v="4580" actId="14100"/>
          <ac:spMkLst>
            <pc:docMk/>
            <pc:sldMk cId="3033079533" sldId="284"/>
            <ac:spMk id="38" creationId="{713BB5AB-3018-20BD-18A9-3A03CED7B722}"/>
          </ac:spMkLst>
        </pc:spChg>
      </pc:sldChg>
      <pc:sldChg chg="addSp delSp modSp new mod">
        <pc:chgData name="DOWTY, PETER (DNR)" userId="01cf875a-4e15-4928-8f93-7a0dfa1efb6b" providerId="ADAL" clId="{E9054DD1-CDF4-4BE2-A4C5-BD4B0395A89E}" dt="2026-05-04T17:39:25.948" v="1623" actId="20577"/>
        <pc:sldMkLst>
          <pc:docMk/>
          <pc:sldMk cId="1739400761" sldId="286"/>
        </pc:sldMkLst>
        <pc:spChg chg="add mod">
          <ac:chgData name="DOWTY, PETER (DNR)" userId="01cf875a-4e15-4928-8f93-7a0dfa1efb6b" providerId="ADAL" clId="{E9054DD1-CDF4-4BE2-A4C5-BD4B0395A89E}" dt="2026-05-04T17:37:23.403" v="1530" actId="164"/>
          <ac:spMkLst>
            <pc:docMk/>
            <pc:sldMk cId="1739400761" sldId="286"/>
            <ac:spMk id="4" creationId="{674778BA-45CD-6FD5-B46A-2D22B5080FAF}"/>
          </ac:spMkLst>
        </pc:spChg>
        <pc:spChg chg="add mod">
          <ac:chgData name="DOWTY, PETER (DNR)" userId="01cf875a-4e15-4928-8f93-7a0dfa1efb6b" providerId="ADAL" clId="{E9054DD1-CDF4-4BE2-A4C5-BD4B0395A89E}" dt="2026-05-04T17:39:25.948" v="1623" actId="20577"/>
          <ac:spMkLst>
            <pc:docMk/>
            <pc:sldMk cId="1739400761" sldId="286"/>
            <ac:spMk id="8" creationId="{C6421496-73F8-4A23-3076-7006878DA3C7}"/>
          </ac:spMkLst>
        </pc:spChg>
        <pc:grpChg chg="add mod">
          <ac:chgData name="DOWTY, PETER (DNR)" userId="01cf875a-4e15-4928-8f93-7a0dfa1efb6b" providerId="ADAL" clId="{E9054DD1-CDF4-4BE2-A4C5-BD4B0395A89E}" dt="2026-05-04T17:37:23.403" v="1530" actId="164"/>
          <ac:grpSpMkLst>
            <pc:docMk/>
            <pc:sldMk cId="1739400761" sldId="286"/>
            <ac:grpSpMk id="5" creationId="{C64562A6-BF0D-C425-2B40-D9E50005AD47}"/>
          </ac:grpSpMkLst>
        </pc:grpChg>
        <pc:picChg chg="add mod">
          <ac:chgData name="DOWTY, PETER (DNR)" userId="01cf875a-4e15-4928-8f93-7a0dfa1efb6b" providerId="ADAL" clId="{E9054DD1-CDF4-4BE2-A4C5-BD4B0395A89E}" dt="2026-05-04T17:37:23.403" v="1530" actId="164"/>
          <ac:picMkLst>
            <pc:docMk/>
            <pc:sldMk cId="1739400761" sldId="286"/>
            <ac:picMk id="3" creationId="{9A59EAD9-89B3-8485-4FD2-E29CA62D2FD3}"/>
          </ac:picMkLst>
        </pc:picChg>
      </pc:sldChg>
      <pc:sldChg chg="addSp modSp new mod">
        <pc:chgData name="DOWTY, PETER (DNR)" userId="01cf875a-4e15-4928-8f93-7a0dfa1efb6b" providerId="ADAL" clId="{E9054DD1-CDF4-4BE2-A4C5-BD4B0395A89E}" dt="2026-05-21T14:26:54.479" v="5807" actId="20577"/>
        <pc:sldMkLst>
          <pc:docMk/>
          <pc:sldMk cId="3797106596" sldId="287"/>
        </pc:sldMkLst>
        <pc:spChg chg="add mod">
          <ac:chgData name="DOWTY, PETER (DNR)" userId="01cf875a-4e15-4928-8f93-7a0dfa1efb6b" providerId="ADAL" clId="{E9054DD1-CDF4-4BE2-A4C5-BD4B0395A89E}" dt="2026-05-07T22:31:12.190" v="1915" actId="403"/>
          <ac:spMkLst>
            <pc:docMk/>
            <pc:sldMk cId="3797106596" sldId="287"/>
            <ac:spMk id="2" creationId="{26E14C80-B562-42AD-0F41-83D4AF731A7F}"/>
          </ac:spMkLst>
        </pc:spChg>
        <pc:spChg chg="add mod">
          <ac:chgData name="DOWTY, PETER (DNR)" userId="01cf875a-4e15-4928-8f93-7a0dfa1efb6b" providerId="ADAL" clId="{E9054DD1-CDF4-4BE2-A4C5-BD4B0395A89E}" dt="2026-05-21T14:26:54.479" v="5807" actId="20577"/>
          <ac:spMkLst>
            <pc:docMk/>
            <pc:sldMk cId="3797106596" sldId="287"/>
            <ac:spMk id="3" creationId="{E035272E-9D00-02E7-7388-4457BDA3C2D7}"/>
          </ac:spMkLst>
        </pc:spChg>
        <pc:spChg chg="add mod">
          <ac:chgData name="DOWTY, PETER (DNR)" userId="01cf875a-4e15-4928-8f93-7a0dfa1efb6b" providerId="ADAL" clId="{E9054DD1-CDF4-4BE2-A4C5-BD4B0395A89E}" dt="2026-05-11T16:54:30.188" v="3101" actId="207"/>
          <ac:spMkLst>
            <pc:docMk/>
            <pc:sldMk cId="3797106596" sldId="287"/>
            <ac:spMk id="4" creationId="{C6DCC2A3-CA40-E93A-E9FC-B5E255D2C694}"/>
          </ac:spMkLst>
        </pc:spChg>
        <pc:spChg chg="add mod">
          <ac:chgData name="DOWTY, PETER (DNR)" userId="01cf875a-4e15-4928-8f93-7a0dfa1efb6b" providerId="ADAL" clId="{E9054DD1-CDF4-4BE2-A4C5-BD4B0395A89E}" dt="2026-05-11T15:24:11.447" v="2465" actId="1076"/>
          <ac:spMkLst>
            <pc:docMk/>
            <pc:sldMk cId="3797106596" sldId="287"/>
            <ac:spMk id="5" creationId="{F5521D8F-90DE-8415-F79B-B9BD39953AD4}"/>
          </ac:spMkLst>
        </pc:spChg>
      </pc:sldChg>
      <pc:sldChg chg="addSp delSp modSp new mod">
        <pc:chgData name="DOWTY, PETER (DNR)" userId="01cf875a-4e15-4928-8f93-7a0dfa1efb6b" providerId="ADAL" clId="{E9054DD1-CDF4-4BE2-A4C5-BD4B0395A89E}" dt="2026-05-15T21:44:01.161" v="4248" actId="207"/>
        <pc:sldMkLst>
          <pc:docMk/>
          <pc:sldMk cId="2525021268" sldId="288"/>
        </pc:sldMkLst>
        <pc:spChg chg="add mod">
          <ac:chgData name="DOWTY, PETER (DNR)" userId="01cf875a-4e15-4928-8f93-7a0dfa1efb6b" providerId="ADAL" clId="{E9054DD1-CDF4-4BE2-A4C5-BD4B0395A89E}" dt="2026-05-15T21:14:58.483" v="3377" actId="1076"/>
          <ac:spMkLst>
            <pc:docMk/>
            <pc:sldMk cId="2525021268" sldId="288"/>
            <ac:spMk id="2" creationId="{9A6F5571-E5B9-C98B-CADF-E9CCBD939F10}"/>
          </ac:spMkLst>
        </pc:spChg>
        <pc:spChg chg="add mod">
          <ac:chgData name="DOWTY, PETER (DNR)" userId="01cf875a-4e15-4928-8f93-7a0dfa1efb6b" providerId="ADAL" clId="{E9054DD1-CDF4-4BE2-A4C5-BD4B0395A89E}" dt="2026-05-15T21:43:46.189" v="4243" actId="1076"/>
          <ac:spMkLst>
            <pc:docMk/>
            <pc:sldMk cId="2525021268" sldId="288"/>
            <ac:spMk id="8" creationId="{E508DF13-6642-CFE7-AFA0-0FB0CE862869}"/>
          </ac:spMkLst>
        </pc:spChg>
        <pc:spChg chg="add mod">
          <ac:chgData name="DOWTY, PETER (DNR)" userId="01cf875a-4e15-4928-8f93-7a0dfa1efb6b" providerId="ADAL" clId="{E9054DD1-CDF4-4BE2-A4C5-BD4B0395A89E}" dt="2026-05-15T21:44:01.161" v="4248" actId="207"/>
          <ac:spMkLst>
            <pc:docMk/>
            <pc:sldMk cId="2525021268" sldId="288"/>
            <ac:spMk id="11" creationId="{09737129-3696-4CCC-A0DE-FFAC6CA3349D}"/>
          </ac:spMkLst>
        </pc:spChg>
        <pc:graphicFrameChg chg="add mod modGraphic">
          <ac:chgData name="DOWTY, PETER (DNR)" userId="01cf875a-4e15-4928-8f93-7a0dfa1efb6b" providerId="ADAL" clId="{E9054DD1-CDF4-4BE2-A4C5-BD4B0395A89E}" dt="2026-05-15T21:43:43.715" v="4242" actId="1076"/>
          <ac:graphicFrameMkLst>
            <pc:docMk/>
            <pc:sldMk cId="2525021268" sldId="288"/>
            <ac:graphicFrameMk id="5" creationId="{904B5B3E-67B0-284D-AF71-1DCE4F27D2DA}"/>
          </ac:graphicFrameMkLst>
        </pc:graphicFrameChg>
        <pc:picChg chg="add mod modCrop">
          <ac:chgData name="DOWTY, PETER (DNR)" userId="01cf875a-4e15-4928-8f93-7a0dfa1efb6b" providerId="ADAL" clId="{E9054DD1-CDF4-4BE2-A4C5-BD4B0395A89E}" dt="2026-05-15T21:31:08.146" v="3410" actId="1036"/>
          <ac:picMkLst>
            <pc:docMk/>
            <pc:sldMk cId="2525021268" sldId="288"/>
            <ac:picMk id="10" creationId="{96158B42-AAD1-E7E2-2A75-A05B009D11A7}"/>
          </ac:picMkLst>
        </pc:picChg>
      </pc:sldChg>
      <pc:sldChg chg="addSp modSp new mod">
        <pc:chgData name="DOWTY, PETER (DNR)" userId="01cf875a-4e15-4928-8f93-7a0dfa1efb6b" providerId="ADAL" clId="{E9054DD1-CDF4-4BE2-A4C5-BD4B0395A89E}" dt="2026-05-15T23:35:04.765" v="4300" actId="14100"/>
        <pc:sldMkLst>
          <pc:docMk/>
          <pc:sldMk cId="2032772044" sldId="289"/>
        </pc:sldMkLst>
        <pc:spChg chg="add mod">
          <ac:chgData name="DOWTY, PETER (DNR)" userId="01cf875a-4e15-4928-8f93-7a0dfa1efb6b" providerId="ADAL" clId="{E9054DD1-CDF4-4BE2-A4C5-BD4B0395A89E}" dt="2026-05-15T23:34:16.364" v="4292" actId="1076"/>
          <ac:spMkLst>
            <pc:docMk/>
            <pc:sldMk cId="2032772044" sldId="289"/>
            <ac:spMk id="6" creationId="{0B1F8D14-3F8F-AE2B-5B09-ABE9243E9AB9}"/>
          </ac:spMkLst>
        </pc:spChg>
        <pc:spChg chg="add mod">
          <ac:chgData name="DOWTY, PETER (DNR)" userId="01cf875a-4e15-4928-8f93-7a0dfa1efb6b" providerId="ADAL" clId="{E9054DD1-CDF4-4BE2-A4C5-BD4B0395A89E}" dt="2026-05-15T23:34:18.655" v="4293" actId="1076"/>
          <ac:spMkLst>
            <pc:docMk/>
            <pc:sldMk cId="2032772044" sldId="289"/>
            <ac:spMk id="7" creationId="{30D99108-2299-8E8B-29CB-BB55535A1882}"/>
          </ac:spMkLst>
        </pc:spChg>
        <pc:spChg chg="add mod">
          <ac:chgData name="DOWTY, PETER (DNR)" userId="01cf875a-4e15-4928-8f93-7a0dfa1efb6b" providerId="ADAL" clId="{E9054DD1-CDF4-4BE2-A4C5-BD4B0395A89E}" dt="2026-05-15T23:34:25.926" v="4296" actId="1076"/>
          <ac:spMkLst>
            <pc:docMk/>
            <pc:sldMk cId="2032772044" sldId="289"/>
            <ac:spMk id="8" creationId="{858D0A05-EA3E-775B-C2E4-E1B44CD37A07}"/>
          </ac:spMkLst>
        </pc:spChg>
        <pc:picChg chg="add mod">
          <ac:chgData name="DOWTY, PETER (DNR)" userId="01cf875a-4e15-4928-8f93-7a0dfa1efb6b" providerId="ADAL" clId="{E9054DD1-CDF4-4BE2-A4C5-BD4B0395A89E}" dt="2026-05-15T23:34:23.050" v="4295" actId="1076"/>
          <ac:picMkLst>
            <pc:docMk/>
            <pc:sldMk cId="2032772044" sldId="289"/>
            <ac:picMk id="3" creationId="{A4A54837-28AA-E28E-65F9-F9B0F931106F}"/>
          </ac:picMkLst>
        </pc:picChg>
        <pc:picChg chg="add mod">
          <ac:chgData name="DOWTY, PETER (DNR)" userId="01cf875a-4e15-4928-8f93-7a0dfa1efb6b" providerId="ADAL" clId="{E9054DD1-CDF4-4BE2-A4C5-BD4B0395A89E}" dt="2026-05-15T23:32:24.383" v="4254" actId="1076"/>
          <ac:picMkLst>
            <pc:docMk/>
            <pc:sldMk cId="2032772044" sldId="289"/>
            <ac:picMk id="5" creationId="{5D455169-28E4-3A0B-FED3-005B554FD779}"/>
          </ac:picMkLst>
        </pc:picChg>
        <pc:cxnChg chg="add mod">
          <ac:chgData name="DOWTY, PETER (DNR)" userId="01cf875a-4e15-4928-8f93-7a0dfa1efb6b" providerId="ADAL" clId="{E9054DD1-CDF4-4BE2-A4C5-BD4B0395A89E}" dt="2026-05-15T23:35:04.765" v="4300" actId="14100"/>
          <ac:cxnSpMkLst>
            <pc:docMk/>
            <pc:sldMk cId="2032772044" sldId="289"/>
            <ac:cxnSpMk id="10" creationId="{5E7D201D-BAF5-4673-199C-0B097D00E83E}"/>
          </ac:cxnSpMkLst>
        </pc:cxnChg>
      </pc:sldChg>
      <pc:sldChg chg="addSp delSp modSp mod">
        <pc:chgData name="DOWTY, PETER (DNR)" userId="01cf875a-4e15-4928-8f93-7a0dfa1efb6b" providerId="ADAL" clId="{E9054DD1-CDF4-4BE2-A4C5-BD4B0395A89E}" dt="2026-05-20T13:53:09.982" v="5353" actId="207"/>
        <pc:sldMkLst>
          <pc:docMk/>
          <pc:sldMk cId="593582493" sldId="290"/>
        </pc:sldMkLst>
        <pc:spChg chg="mod">
          <ac:chgData name="DOWTY, PETER (DNR)" userId="01cf875a-4e15-4928-8f93-7a0dfa1efb6b" providerId="ADAL" clId="{E9054DD1-CDF4-4BE2-A4C5-BD4B0395A89E}" dt="2026-05-20T13:53:09.982" v="5353" actId="207"/>
          <ac:spMkLst>
            <pc:docMk/>
            <pc:sldMk cId="593582493" sldId="290"/>
            <ac:spMk id="4" creationId="{1AB4F951-E7BB-30A2-2A06-2FE998041E91}"/>
          </ac:spMkLst>
        </pc:spChg>
      </pc:sldChg>
      <pc:sldChg chg="addSp modSp new mod">
        <pc:chgData name="DOWTY, PETER (DNR)" userId="01cf875a-4e15-4928-8f93-7a0dfa1efb6b" providerId="ADAL" clId="{E9054DD1-CDF4-4BE2-A4C5-BD4B0395A89E}" dt="2026-05-20T14:10:27.933" v="5358" actId="1076"/>
        <pc:sldMkLst>
          <pc:docMk/>
          <pc:sldMk cId="1931087068" sldId="291"/>
        </pc:sldMkLst>
        <pc:spChg chg="add mod">
          <ac:chgData name="DOWTY, PETER (DNR)" userId="01cf875a-4e15-4928-8f93-7a0dfa1efb6b" providerId="ADAL" clId="{E9054DD1-CDF4-4BE2-A4C5-BD4B0395A89E}" dt="2026-05-20T14:10:27.933" v="5358" actId="1076"/>
          <ac:spMkLst>
            <pc:docMk/>
            <pc:sldMk cId="1931087068" sldId="291"/>
            <ac:spMk id="2" creationId="{E88B62AC-469A-D6E4-E63F-B0A8CA2DACEC}"/>
          </ac:spMkLst>
        </pc:spChg>
        <pc:spChg chg="add mod">
          <ac:chgData name="DOWTY, PETER (DNR)" userId="01cf875a-4e15-4928-8f93-7a0dfa1efb6b" providerId="ADAL" clId="{E9054DD1-CDF4-4BE2-A4C5-BD4B0395A89E}" dt="2026-05-20T14:10:24.997" v="5357" actId="1076"/>
          <ac:spMkLst>
            <pc:docMk/>
            <pc:sldMk cId="1931087068" sldId="291"/>
            <ac:spMk id="3" creationId="{548B1972-D339-CB02-2AD9-70344AB74E7C}"/>
          </ac:spMkLst>
        </pc:spChg>
        <pc:spChg chg="add mod">
          <ac:chgData name="DOWTY, PETER (DNR)" userId="01cf875a-4e15-4928-8f93-7a0dfa1efb6b" providerId="ADAL" clId="{E9054DD1-CDF4-4BE2-A4C5-BD4B0395A89E}" dt="2026-05-20T14:10:24.997" v="5357" actId="1076"/>
          <ac:spMkLst>
            <pc:docMk/>
            <pc:sldMk cId="1931087068" sldId="291"/>
            <ac:spMk id="4" creationId="{0F1A83BF-5FC8-FCDE-B333-FE8460D1F904}"/>
          </ac:spMkLst>
        </pc:spChg>
        <pc:spChg chg="add mod">
          <ac:chgData name="DOWTY, PETER (DNR)" userId="01cf875a-4e15-4928-8f93-7a0dfa1efb6b" providerId="ADAL" clId="{E9054DD1-CDF4-4BE2-A4C5-BD4B0395A89E}" dt="2026-05-20T14:10:24.997" v="5357" actId="1076"/>
          <ac:spMkLst>
            <pc:docMk/>
            <pc:sldMk cId="1931087068" sldId="291"/>
            <ac:spMk id="5" creationId="{81E63916-84A3-D121-9636-4881514E37B3}"/>
          </ac:spMkLst>
        </pc:spChg>
        <pc:spChg chg="add mod">
          <ac:chgData name="DOWTY, PETER (DNR)" userId="01cf875a-4e15-4928-8f93-7a0dfa1efb6b" providerId="ADAL" clId="{E9054DD1-CDF4-4BE2-A4C5-BD4B0395A89E}" dt="2026-05-20T14:10:24.997" v="5357" actId="1076"/>
          <ac:spMkLst>
            <pc:docMk/>
            <pc:sldMk cId="1931087068" sldId="291"/>
            <ac:spMk id="10" creationId="{50DC6AFF-BED6-429B-4ACD-D5F648D1D34F}"/>
          </ac:spMkLst>
        </pc:spChg>
        <pc:spChg chg="add mod">
          <ac:chgData name="DOWTY, PETER (DNR)" userId="01cf875a-4e15-4928-8f93-7a0dfa1efb6b" providerId="ADAL" clId="{E9054DD1-CDF4-4BE2-A4C5-BD4B0395A89E}" dt="2026-05-20T14:10:24.997" v="5357" actId="1076"/>
          <ac:spMkLst>
            <pc:docMk/>
            <pc:sldMk cId="1931087068" sldId="291"/>
            <ac:spMk id="11" creationId="{428B0E5D-B23B-EA35-5537-F3E584EAB558}"/>
          </ac:spMkLst>
        </pc:spChg>
        <pc:spChg chg="add mod">
          <ac:chgData name="DOWTY, PETER (DNR)" userId="01cf875a-4e15-4928-8f93-7a0dfa1efb6b" providerId="ADAL" clId="{E9054DD1-CDF4-4BE2-A4C5-BD4B0395A89E}" dt="2026-05-20T14:10:24.997" v="5357" actId="1076"/>
          <ac:spMkLst>
            <pc:docMk/>
            <pc:sldMk cId="1931087068" sldId="291"/>
            <ac:spMk id="12" creationId="{33FB7D9F-5927-F540-011F-97370D51F3DD}"/>
          </ac:spMkLst>
        </pc:spChg>
        <pc:spChg chg="add mod">
          <ac:chgData name="DOWTY, PETER (DNR)" userId="01cf875a-4e15-4928-8f93-7a0dfa1efb6b" providerId="ADAL" clId="{E9054DD1-CDF4-4BE2-A4C5-BD4B0395A89E}" dt="2026-05-20T14:10:24.997" v="5357" actId="1076"/>
          <ac:spMkLst>
            <pc:docMk/>
            <pc:sldMk cId="1931087068" sldId="291"/>
            <ac:spMk id="13" creationId="{A8831592-B361-5EE8-D37D-3D0C858E086A}"/>
          </ac:spMkLst>
        </pc:spChg>
        <pc:spChg chg="add mod">
          <ac:chgData name="DOWTY, PETER (DNR)" userId="01cf875a-4e15-4928-8f93-7a0dfa1efb6b" providerId="ADAL" clId="{E9054DD1-CDF4-4BE2-A4C5-BD4B0395A89E}" dt="2026-05-19T22:58:31.601" v="5098" actId="1076"/>
          <ac:spMkLst>
            <pc:docMk/>
            <pc:sldMk cId="1931087068" sldId="291"/>
            <ac:spMk id="20" creationId="{4490CA82-85F7-E266-718D-0AE760D20637}"/>
          </ac:spMkLst>
        </pc:spChg>
        <pc:spChg chg="add mod">
          <ac:chgData name="DOWTY, PETER (DNR)" userId="01cf875a-4e15-4928-8f93-7a0dfa1efb6b" providerId="ADAL" clId="{E9054DD1-CDF4-4BE2-A4C5-BD4B0395A89E}" dt="2026-05-20T14:10:24.997" v="5357" actId="1076"/>
          <ac:spMkLst>
            <pc:docMk/>
            <pc:sldMk cId="1931087068" sldId="291"/>
            <ac:spMk id="21" creationId="{914C6B92-1449-985B-7DE0-546EFD4CD62B}"/>
          </ac:spMkLst>
        </pc:spChg>
        <pc:spChg chg="add mod">
          <ac:chgData name="DOWTY, PETER (DNR)" userId="01cf875a-4e15-4928-8f93-7a0dfa1efb6b" providerId="ADAL" clId="{E9054DD1-CDF4-4BE2-A4C5-BD4B0395A89E}" dt="2026-05-20T14:10:24.997" v="5357" actId="1076"/>
          <ac:spMkLst>
            <pc:docMk/>
            <pc:sldMk cId="1931087068" sldId="291"/>
            <ac:spMk id="22" creationId="{DE5ECC1F-1B9D-1454-0E54-1767D975C368}"/>
          </ac:spMkLst>
        </pc:spChg>
        <pc:spChg chg="add mod">
          <ac:chgData name="DOWTY, PETER (DNR)" userId="01cf875a-4e15-4928-8f93-7a0dfa1efb6b" providerId="ADAL" clId="{E9054DD1-CDF4-4BE2-A4C5-BD4B0395A89E}" dt="2026-05-20T14:10:24.997" v="5357" actId="1076"/>
          <ac:spMkLst>
            <pc:docMk/>
            <pc:sldMk cId="1931087068" sldId="291"/>
            <ac:spMk id="27" creationId="{BF048C67-0DB8-E425-4E9C-0A3FEB6DE87D}"/>
          </ac:spMkLst>
        </pc:spChg>
        <pc:cxnChg chg="add mod">
          <ac:chgData name="DOWTY, PETER (DNR)" userId="01cf875a-4e15-4928-8f93-7a0dfa1efb6b" providerId="ADAL" clId="{E9054DD1-CDF4-4BE2-A4C5-BD4B0395A89E}" dt="2026-05-19T22:40:58.734" v="4942" actId="1076"/>
          <ac:cxnSpMkLst>
            <pc:docMk/>
            <pc:sldMk cId="1931087068" sldId="291"/>
            <ac:cxnSpMk id="7" creationId="{82A5AE45-61B6-2336-26C2-84130B53392B}"/>
          </ac:cxnSpMkLst>
        </pc:cxnChg>
        <pc:cxnChg chg="add mod">
          <ac:chgData name="DOWTY, PETER (DNR)" userId="01cf875a-4e15-4928-8f93-7a0dfa1efb6b" providerId="ADAL" clId="{E9054DD1-CDF4-4BE2-A4C5-BD4B0395A89E}" dt="2026-05-19T22:40:58.734" v="4942" actId="1076"/>
          <ac:cxnSpMkLst>
            <pc:docMk/>
            <pc:sldMk cId="1931087068" sldId="291"/>
            <ac:cxnSpMk id="9" creationId="{B856A6CD-0414-4212-902E-6D8947BEA57F}"/>
          </ac:cxnSpMkLst>
        </pc:cxnChg>
        <pc:cxnChg chg="add">
          <ac:chgData name="DOWTY, PETER (DNR)" userId="01cf875a-4e15-4928-8f93-7a0dfa1efb6b" providerId="ADAL" clId="{E9054DD1-CDF4-4BE2-A4C5-BD4B0395A89E}" dt="2026-05-19T22:57:29.963" v="5062" actId="11529"/>
          <ac:cxnSpMkLst>
            <pc:docMk/>
            <pc:sldMk cId="1931087068" sldId="291"/>
            <ac:cxnSpMk id="15" creationId="{AC02EB6D-1D43-0BA1-EDFB-FAF5728FB705}"/>
          </ac:cxnSpMkLst>
        </pc:cxnChg>
        <pc:cxnChg chg="add">
          <ac:chgData name="DOWTY, PETER (DNR)" userId="01cf875a-4e15-4928-8f93-7a0dfa1efb6b" providerId="ADAL" clId="{E9054DD1-CDF4-4BE2-A4C5-BD4B0395A89E}" dt="2026-05-19T22:57:33.820" v="5063" actId="11529"/>
          <ac:cxnSpMkLst>
            <pc:docMk/>
            <pc:sldMk cId="1931087068" sldId="291"/>
            <ac:cxnSpMk id="17" creationId="{AB08EAD8-F553-86F3-46D7-F03EA3BFB0A5}"/>
          </ac:cxnSpMkLst>
        </pc:cxnChg>
        <pc:cxnChg chg="add">
          <ac:chgData name="DOWTY, PETER (DNR)" userId="01cf875a-4e15-4928-8f93-7a0dfa1efb6b" providerId="ADAL" clId="{E9054DD1-CDF4-4BE2-A4C5-BD4B0395A89E}" dt="2026-05-19T22:57:37.293" v="5064" actId="11529"/>
          <ac:cxnSpMkLst>
            <pc:docMk/>
            <pc:sldMk cId="1931087068" sldId="291"/>
            <ac:cxnSpMk id="19" creationId="{C0941F95-6AD4-C696-5F41-0F9F7E08EF47}"/>
          </ac:cxnSpMkLst>
        </pc:cxnChg>
        <pc:cxnChg chg="add mod">
          <ac:chgData name="DOWTY, PETER (DNR)" userId="01cf875a-4e15-4928-8f93-7a0dfa1efb6b" providerId="ADAL" clId="{E9054DD1-CDF4-4BE2-A4C5-BD4B0395A89E}" dt="2026-05-19T23:06:39.426" v="5221" actId="1036"/>
          <ac:cxnSpMkLst>
            <pc:docMk/>
            <pc:sldMk cId="1931087068" sldId="291"/>
            <ac:cxnSpMk id="24" creationId="{6741DCA5-39D3-C1F1-4BC7-925FF72273F4}"/>
          </ac:cxnSpMkLst>
        </pc:cxnChg>
        <pc:cxnChg chg="add mod">
          <ac:chgData name="DOWTY, PETER (DNR)" userId="01cf875a-4e15-4928-8f93-7a0dfa1efb6b" providerId="ADAL" clId="{E9054DD1-CDF4-4BE2-A4C5-BD4B0395A89E}" dt="2026-05-19T23:06:39.426" v="5221" actId="1036"/>
          <ac:cxnSpMkLst>
            <pc:docMk/>
            <pc:sldMk cId="1931087068" sldId="291"/>
            <ac:cxnSpMk id="26" creationId="{FEB907F3-568F-7DDB-CC86-995250446144}"/>
          </ac:cxnSpMkLst>
        </pc:cxnChg>
      </pc:sldChg>
      <pc:sldChg chg="addSp delSp modSp new mod">
        <pc:chgData name="DOWTY, PETER (DNR)" userId="01cf875a-4e15-4928-8f93-7a0dfa1efb6b" providerId="ADAL" clId="{E9054DD1-CDF4-4BE2-A4C5-BD4B0395A89E}" dt="2026-05-29T20:13:02.017" v="10956" actId="1076"/>
        <pc:sldMkLst>
          <pc:docMk/>
          <pc:sldMk cId="3134302452" sldId="292"/>
        </pc:sldMkLst>
        <pc:spChg chg="add mod">
          <ac:chgData name="DOWTY, PETER (DNR)" userId="01cf875a-4e15-4928-8f93-7a0dfa1efb6b" providerId="ADAL" clId="{E9054DD1-CDF4-4BE2-A4C5-BD4B0395A89E}" dt="2026-05-20T19:40:30.590" v="5460"/>
          <ac:spMkLst>
            <pc:docMk/>
            <pc:sldMk cId="3134302452" sldId="292"/>
            <ac:spMk id="2" creationId="{26B94C35-F446-6819-0A0D-58F830F55BEF}"/>
          </ac:spMkLst>
        </pc:spChg>
        <pc:spChg chg="add mod">
          <ac:chgData name="DOWTY, PETER (DNR)" userId="01cf875a-4e15-4928-8f93-7a0dfa1efb6b" providerId="ADAL" clId="{E9054DD1-CDF4-4BE2-A4C5-BD4B0395A89E}" dt="2026-05-22T21:05:27.319" v="6364" actId="20577"/>
          <ac:spMkLst>
            <pc:docMk/>
            <pc:sldMk cId="3134302452" sldId="292"/>
            <ac:spMk id="3" creationId="{012E5AA8-F90F-EAD8-C313-F42B2725B57D}"/>
          </ac:spMkLst>
        </pc:spChg>
        <pc:spChg chg="add mod">
          <ac:chgData name="DOWTY, PETER (DNR)" userId="01cf875a-4e15-4928-8f93-7a0dfa1efb6b" providerId="ADAL" clId="{E9054DD1-CDF4-4BE2-A4C5-BD4B0395A89E}" dt="2026-05-20T19:41:18.780" v="5540" actId="313"/>
          <ac:spMkLst>
            <pc:docMk/>
            <pc:sldMk cId="3134302452" sldId="292"/>
            <ac:spMk id="5" creationId="{F3ADEC9A-5FF3-D75B-E079-CF3D871E39F0}"/>
          </ac:spMkLst>
        </pc:spChg>
        <pc:spChg chg="add mod">
          <ac:chgData name="DOWTY, PETER (DNR)" userId="01cf875a-4e15-4928-8f93-7a0dfa1efb6b" providerId="ADAL" clId="{E9054DD1-CDF4-4BE2-A4C5-BD4B0395A89E}" dt="2026-05-22T18:49:41.536" v="6267" actId="1076"/>
          <ac:spMkLst>
            <pc:docMk/>
            <pc:sldMk cId="3134302452" sldId="292"/>
            <ac:spMk id="7" creationId="{3472FC0D-0EAE-B979-C1BC-543A7FD99F2D}"/>
          </ac:spMkLst>
        </pc:spChg>
        <pc:spChg chg="add mod">
          <ac:chgData name="DOWTY, PETER (DNR)" userId="01cf875a-4e15-4928-8f93-7a0dfa1efb6b" providerId="ADAL" clId="{E9054DD1-CDF4-4BE2-A4C5-BD4B0395A89E}" dt="2026-05-29T20:13:02.017" v="10956" actId="1076"/>
          <ac:spMkLst>
            <pc:docMk/>
            <pc:sldMk cId="3134302452" sldId="292"/>
            <ac:spMk id="8" creationId="{E3F8C15D-A137-1AA1-5F6F-B41F31613801}"/>
          </ac:spMkLst>
        </pc:spChg>
        <pc:graphicFrameChg chg="add mod modGraphic">
          <ac:chgData name="DOWTY, PETER (DNR)" userId="01cf875a-4e15-4928-8f93-7a0dfa1efb6b" providerId="ADAL" clId="{E9054DD1-CDF4-4BE2-A4C5-BD4B0395A89E}" dt="2026-05-20T19:40:51.723" v="5466" actId="1076"/>
          <ac:graphicFrameMkLst>
            <pc:docMk/>
            <pc:sldMk cId="3134302452" sldId="292"/>
            <ac:graphicFrameMk id="4" creationId="{B9E5ACBE-1591-FF44-B4A2-8A74989665AF}"/>
          </ac:graphicFrameMkLst>
        </pc:graphicFrameChg>
      </pc:sldChg>
      <pc:sldChg chg="addSp delSp modSp new mod">
        <pc:chgData name="DOWTY, PETER (DNR)" userId="01cf875a-4e15-4928-8f93-7a0dfa1efb6b" providerId="ADAL" clId="{E9054DD1-CDF4-4BE2-A4C5-BD4B0395A89E}" dt="2026-05-29T21:43:04.152" v="10957" actId="478"/>
        <pc:sldMkLst>
          <pc:docMk/>
          <pc:sldMk cId="1516653873" sldId="293"/>
        </pc:sldMkLst>
        <pc:inkChg chg="mod">
          <ac:chgData name="DOWTY, PETER (DNR)" userId="01cf875a-4e15-4928-8f93-7a0dfa1efb6b" providerId="ADAL" clId="{E9054DD1-CDF4-4BE2-A4C5-BD4B0395A89E}" dt="2026-05-27T18:50:06.184" v="8054" actId="1076"/>
          <ac:inkMkLst>
            <pc:docMk/>
            <pc:sldMk cId="1516653873" sldId="293"/>
            <ac:inkMk id="32" creationId="{E7BF4D14-A4D1-93A8-76A3-D435EC839610}"/>
          </ac:inkMkLst>
        </pc:inkChg>
        <pc:inkChg chg="mod">
          <ac:chgData name="DOWTY, PETER (DNR)" userId="01cf875a-4e15-4928-8f93-7a0dfa1efb6b" providerId="ADAL" clId="{E9054DD1-CDF4-4BE2-A4C5-BD4B0395A89E}" dt="2026-05-27T18:50:06.184" v="8054" actId="1076"/>
          <ac:inkMkLst>
            <pc:docMk/>
            <pc:sldMk cId="1516653873" sldId="293"/>
            <ac:inkMk id="33" creationId="{5CCBF447-E85D-DE1B-00B9-CF455512E997}"/>
          </ac:inkMkLst>
        </pc:inkChg>
        <pc:inkChg chg="mod">
          <ac:chgData name="DOWTY, PETER (DNR)" userId="01cf875a-4e15-4928-8f93-7a0dfa1efb6b" providerId="ADAL" clId="{E9054DD1-CDF4-4BE2-A4C5-BD4B0395A89E}" dt="2026-05-27T18:50:06.184" v="8054" actId="1076"/>
          <ac:inkMkLst>
            <pc:docMk/>
            <pc:sldMk cId="1516653873" sldId="293"/>
            <ac:inkMk id="46" creationId="{2C178F59-5A89-0F0B-6EEC-94108E517F3A}"/>
          </ac:inkMkLst>
        </pc:inkChg>
        <pc:inkChg chg="mod">
          <ac:chgData name="DOWTY, PETER (DNR)" userId="01cf875a-4e15-4928-8f93-7a0dfa1efb6b" providerId="ADAL" clId="{E9054DD1-CDF4-4BE2-A4C5-BD4B0395A89E}" dt="2026-05-27T18:50:06.184" v="8054" actId="1076"/>
          <ac:inkMkLst>
            <pc:docMk/>
            <pc:sldMk cId="1516653873" sldId="293"/>
            <ac:inkMk id="88" creationId="{3D783572-A73B-ED99-766A-18671BDF430E}"/>
          </ac:inkMkLst>
        </pc:inkChg>
        <pc:inkChg chg="mod">
          <ac:chgData name="DOWTY, PETER (DNR)" userId="01cf875a-4e15-4928-8f93-7a0dfa1efb6b" providerId="ADAL" clId="{E9054DD1-CDF4-4BE2-A4C5-BD4B0395A89E}" dt="2026-05-27T18:50:06.184" v="8054" actId="1076"/>
          <ac:inkMkLst>
            <pc:docMk/>
            <pc:sldMk cId="1516653873" sldId="293"/>
            <ac:inkMk id="100" creationId="{DFB55729-7F66-1BC7-216A-64873B858B14}"/>
          </ac:inkMkLst>
        </pc:inkChg>
        <pc:inkChg chg="mod">
          <ac:chgData name="DOWTY, PETER (DNR)" userId="01cf875a-4e15-4928-8f93-7a0dfa1efb6b" providerId="ADAL" clId="{E9054DD1-CDF4-4BE2-A4C5-BD4B0395A89E}" dt="2026-05-27T18:50:06.184" v="8054" actId="1076"/>
          <ac:inkMkLst>
            <pc:docMk/>
            <pc:sldMk cId="1516653873" sldId="293"/>
            <ac:inkMk id="103" creationId="{FCF36621-4193-B5F3-4F0F-A694E6D4D1BB}"/>
          </ac:inkMkLst>
        </pc:inkChg>
        <pc:inkChg chg="mod">
          <ac:chgData name="DOWTY, PETER (DNR)" userId="01cf875a-4e15-4928-8f93-7a0dfa1efb6b" providerId="ADAL" clId="{E9054DD1-CDF4-4BE2-A4C5-BD4B0395A89E}" dt="2026-05-27T18:50:06.184" v="8054" actId="1076"/>
          <ac:inkMkLst>
            <pc:docMk/>
            <pc:sldMk cId="1516653873" sldId="293"/>
            <ac:inkMk id="106" creationId="{01D914F6-F616-1A89-671F-BF70191132DF}"/>
          </ac:inkMkLst>
        </pc:inkChg>
        <pc:inkChg chg="mod">
          <ac:chgData name="DOWTY, PETER (DNR)" userId="01cf875a-4e15-4928-8f93-7a0dfa1efb6b" providerId="ADAL" clId="{E9054DD1-CDF4-4BE2-A4C5-BD4B0395A89E}" dt="2026-05-27T18:50:06.184" v="8054" actId="1076"/>
          <ac:inkMkLst>
            <pc:docMk/>
            <pc:sldMk cId="1516653873" sldId="293"/>
            <ac:inkMk id="143" creationId="{793434A3-F9AC-E6F6-6A70-F744D97BC2AF}"/>
          </ac:inkMkLst>
        </pc:inkChg>
        <pc:inkChg chg="mod">
          <ac:chgData name="DOWTY, PETER (DNR)" userId="01cf875a-4e15-4928-8f93-7a0dfa1efb6b" providerId="ADAL" clId="{E9054DD1-CDF4-4BE2-A4C5-BD4B0395A89E}" dt="2026-05-27T18:50:06.184" v="8054" actId="1076"/>
          <ac:inkMkLst>
            <pc:docMk/>
            <pc:sldMk cId="1516653873" sldId="293"/>
            <ac:inkMk id="169" creationId="{2AEC2FBB-DA1E-82A3-167B-0AC9688BB7D8}"/>
          </ac:inkMkLst>
        </pc:inkChg>
        <pc:inkChg chg="mod">
          <ac:chgData name="DOWTY, PETER (DNR)" userId="01cf875a-4e15-4928-8f93-7a0dfa1efb6b" providerId="ADAL" clId="{E9054DD1-CDF4-4BE2-A4C5-BD4B0395A89E}" dt="2026-05-27T18:50:06.184" v="8054" actId="1076"/>
          <ac:inkMkLst>
            <pc:docMk/>
            <pc:sldMk cId="1516653873" sldId="293"/>
            <ac:inkMk id="170" creationId="{86581388-3743-819B-C7FC-1EF1FFD7D450}"/>
          </ac:inkMkLst>
        </pc:inkChg>
        <pc:cxnChg chg="add">
          <ac:chgData name="DOWTY, PETER (DNR)" userId="01cf875a-4e15-4928-8f93-7a0dfa1efb6b" providerId="ADAL" clId="{E9054DD1-CDF4-4BE2-A4C5-BD4B0395A89E}" dt="2026-05-27T18:50:14.393" v="8055" actId="11529"/>
          <ac:cxnSpMkLst>
            <pc:docMk/>
            <pc:sldMk cId="1516653873" sldId="293"/>
            <ac:cxnSpMk id="4" creationId="{61DCB009-B2E8-6B02-0883-D2343377C5F7}"/>
          </ac:cxnSpMkLst>
        </pc:cxnChg>
        <pc:cxnChg chg="add mod">
          <ac:chgData name="DOWTY, PETER (DNR)" userId="01cf875a-4e15-4928-8f93-7a0dfa1efb6b" providerId="ADAL" clId="{E9054DD1-CDF4-4BE2-A4C5-BD4B0395A89E}" dt="2026-05-27T18:50:19.585" v="8057" actId="1076"/>
          <ac:cxnSpMkLst>
            <pc:docMk/>
            <pc:sldMk cId="1516653873" sldId="293"/>
            <ac:cxnSpMk id="6" creationId="{F41871AF-B70B-59EF-FA7A-B221090CE401}"/>
          </ac:cxnSpMkLst>
        </pc:cxnChg>
      </pc:sldChg>
      <pc:sldChg chg="addSp delSp modSp new mod">
        <pc:chgData name="DOWTY, PETER (DNR)" userId="01cf875a-4e15-4928-8f93-7a0dfa1efb6b" providerId="ADAL" clId="{E9054DD1-CDF4-4BE2-A4C5-BD4B0395A89E}" dt="2026-06-03T22:26:51.947" v="12403" actId="20577"/>
        <pc:sldMkLst>
          <pc:docMk/>
          <pc:sldMk cId="3137760217" sldId="294"/>
        </pc:sldMkLst>
        <pc:spChg chg="add mod">
          <ac:chgData name="DOWTY, PETER (DNR)" userId="01cf875a-4e15-4928-8f93-7a0dfa1efb6b" providerId="ADAL" clId="{E9054DD1-CDF4-4BE2-A4C5-BD4B0395A89E}" dt="2026-05-21T15:52:15.823" v="6085" actId="164"/>
          <ac:spMkLst>
            <pc:docMk/>
            <pc:sldMk cId="3137760217" sldId="294"/>
            <ac:spMk id="2" creationId="{B134718F-EE89-7D7B-9964-B49EFD85EBAC}"/>
          </ac:spMkLst>
        </pc:spChg>
        <pc:spChg chg="add mod">
          <ac:chgData name="DOWTY, PETER (DNR)" userId="01cf875a-4e15-4928-8f93-7a0dfa1efb6b" providerId="ADAL" clId="{E9054DD1-CDF4-4BE2-A4C5-BD4B0395A89E}" dt="2026-05-26T15:38:50.957" v="6382" actId="1076"/>
          <ac:spMkLst>
            <pc:docMk/>
            <pc:sldMk cId="3137760217" sldId="294"/>
            <ac:spMk id="3" creationId="{E00664B8-0EE8-FA63-99BA-03DB2A4D6386}"/>
          </ac:spMkLst>
        </pc:spChg>
        <pc:spChg chg="add mod">
          <ac:chgData name="DOWTY, PETER (DNR)" userId="01cf875a-4e15-4928-8f93-7a0dfa1efb6b" providerId="ADAL" clId="{E9054DD1-CDF4-4BE2-A4C5-BD4B0395A89E}" dt="2026-05-21T15:56:22.355" v="6132" actId="1076"/>
          <ac:spMkLst>
            <pc:docMk/>
            <pc:sldMk cId="3137760217" sldId="294"/>
            <ac:spMk id="5" creationId="{B28BC884-3196-29ED-E165-26704C084078}"/>
          </ac:spMkLst>
        </pc:spChg>
        <pc:spChg chg="add mod">
          <ac:chgData name="DOWTY, PETER (DNR)" userId="01cf875a-4e15-4928-8f93-7a0dfa1efb6b" providerId="ADAL" clId="{E9054DD1-CDF4-4BE2-A4C5-BD4B0395A89E}" dt="2026-05-26T17:29:28.242" v="6628" actId="14838"/>
          <ac:spMkLst>
            <pc:docMk/>
            <pc:sldMk cId="3137760217" sldId="294"/>
            <ac:spMk id="19" creationId="{50E64E10-69DE-2EC1-8837-50C3EB7E95F7}"/>
          </ac:spMkLst>
        </pc:spChg>
        <pc:spChg chg="add mod">
          <ac:chgData name="DOWTY, PETER (DNR)" userId="01cf875a-4e15-4928-8f93-7a0dfa1efb6b" providerId="ADAL" clId="{E9054DD1-CDF4-4BE2-A4C5-BD4B0395A89E}" dt="2026-05-21T15:55:17.580" v="6103" actId="13822"/>
          <ac:spMkLst>
            <pc:docMk/>
            <pc:sldMk cId="3137760217" sldId="294"/>
            <ac:spMk id="20" creationId="{E6734159-12AB-2D7E-C2D0-B116396D5C59}"/>
          </ac:spMkLst>
        </pc:spChg>
        <pc:spChg chg="add mod">
          <ac:chgData name="DOWTY, PETER (DNR)" userId="01cf875a-4e15-4928-8f93-7a0dfa1efb6b" providerId="ADAL" clId="{E9054DD1-CDF4-4BE2-A4C5-BD4B0395A89E}" dt="2026-05-26T17:28:47.724" v="6625" actId="1076"/>
          <ac:spMkLst>
            <pc:docMk/>
            <pc:sldMk cId="3137760217" sldId="294"/>
            <ac:spMk id="21" creationId="{3BC74E12-4778-02BB-930D-7AC2F062A62C}"/>
          </ac:spMkLst>
        </pc:spChg>
        <pc:spChg chg="add mod">
          <ac:chgData name="DOWTY, PETER (DNR)" userId="01cf875a-4e15-4928-8f93-7a0dfa1efb6b" providerId="ADAL" clId="{E9054DD1-CDF4-4BE2-A4C5-BD4B0395A89E}" dt="2026-05-26T17:28:47.724" v="6625" actId="1076"/>
          <ac:spMkLst>
            <pc:docMk/>
            <pc:sldMk cId="3137760217" sldId="294"/>
            <ac:spMk id="22" creationId="{40872229-A51C-FE7C-162C-9C43FC1AF0ED}"/>
          </ac:spMkLst>
        </pc:spChg>
        <pc:spChg chg="add mod">
          <ac:chgData name="DOWTY, PETER (DNR)" userId="01cf875a-4e15-4928-8f93-7a0dfa1efb6b" providerId="ADAL" clId="{E9054DD1-CDF4-4BE2-A4C5-BD4B0395A89E}" dt="2026-05-26T17:28:47.724" v="6625" actId="1076"/>
          <ac:spMkLst>
            <pc:docMk/>
            <pc:sldMk cId="3137760217" sldId="294"/>
            <ac:spMk id="23" creationId="{40635CF4-2D28-464D-CE5E-918F8175A72B}"/>
          </ac:spMkLst>
        </pc:spChg>
        <pc:spChg chg="add mod">
          <ac:chgData name="DOWTY, PETER (DNR)" userId="01cf875a-4e15-4928-8f93-7a0dfa1efb6b" providerId="ADAL" clId="{E9054DD1-CDF4-4BE2-A4C5-BD4B0395A89E}" dt="2026-05-26T15:41:37.113" v="6423" actId="164"/>
          <ac:spMkLst>
            <pc:docMk/>
            <pc:sldMk cId="3137760217" sldId="294"/>
            <ac:spMk id="24" creationId="{EA1FF177-C3C9-2367-A8A4-1E0AB33582E6}"/>
          </ac:spMkLst>
        </pc:spChg>
        <pc:spChg chg="add mod">
          <ac:chgData name="DOWTY, PETER (DNR)" userId="01cf875a-4e15-4928-8f93-7a0dfa1efb6b" providerId="ADAL" clId="{E9054DD1-CDF4-4BE2-A4C5-BD4B0395A89E}" dt="2026-05-21T15:57:10.725" v="6134" actId="164"/>
          <ac:spMkLst>
            <pc:docMk/>
            <pc:sldMk cId="3137760217" sldId="294"/>
            <ac:spMk id="25" creationId="{D6359055-ACD2-0D0E-D881-441F5D0CDEEA}"/>
          </ac:spMkLst>
        </pc:spChg>
        <pc:spChg chg="add mod">
          <ac:chgData name="DOWTY, PETER (DNR)" userId="01cf875a-4e15-4928-8f93-7a0dfa1efb6b" providerId="ADAL" clId="{E9054DD1-CDF4-4BE2-A4C5-BD4B0395A89E}" dt="2026-05-21T15:57:10.725" v="6134" actId="164"/>
          <ac:spMkLst>
            <pc:docMk/>
            <pc:sldMk cId="3137760217" sldId="294"/>
            <ac:spMk id="26" creationId="{D7A74A4C-774A-7613-65A2-C6BDFD02D843}"/>
          </ac:spMkLst>
        </pc:spChg>
        <pc:spChg chg="add mod">
          <ac:chgData name="DOWTY, PETER (DNR)" userId="01cf875a-4e15-4928-8f93-7a0dfa1efb6b" providerId="ADAL" clId="{E9054DD1-CDF4-4BE2-A4C5-BD4B0395A89E}" dt="2026-05-21T15:53:47.143" v="6097" actId="1076"/>
          <ac:spMkLst>
            <pc:docMk/>
            <pc:sldMk cId="3137760217" sldId="294"/>
            <ac:spMk id="27" creationId="{2F2F411E-C8E8-71EB-4C33-714F5E0E5968}"/>
          </ac:spMkLst>
        </pc:spChg>
        <pc:spChg chg="mod">
          <ac:chgData name="DOWTY, PETER (DNR)" userId="01cf875a-4e15-4928-8f93-7a0dfa1efb6b" providerId="ADAL" clId="{E9054DD1-CDF4-4BE2-A4C5-BD4B0395A89E}" dt="2026-05-21T15:56:02.753" v="6119"/>
          <ac:spMkLst>
            <pc:docMk/>
            <pc:sldMk cId="3137760217" sldId="294"/>
            <ac:spMk id="31" creationId="{CA8691F4-1E33-F858-7E63-5915C6478A44}"/>
          </ac:spMkLst>
        </pc:spChg>
        <pc:spChg chg="add mod">
          <ac:chgData name="DOWTY, PETER (DNR)" userId="01cf875a-4e15-4928-8f93-7a0dfa1efb6b" providerId="ADAL" clId="{E9054DD1-CDF4-4BE2-A4C5-BD4B0395A89E}" dt="2026-05-21T15:57:10.725" v="6134" actId="164"/>
          <ac:spMkLst>
            <pc:docMk/>
            <pc:sldMk cId="3137760217" sldId="294"/>
            <ac:spMk id="32" creationId="{E3567D02-CF26-90EC-E2E0-800184435850}"/>
          </ac:spMkLst>
        </pc:spChg>
        <pc:spChg chg="add mod">
          <ac:chgData name="DOWTY, PETER (DNR)" userId="01cf875a-4e15-4928-8f93-7a0dfa1efb6b" providerId="ADAL" clId="{E9054DD1-CDF4-4BE2-A4C5-BD4B0395A89E}" dt="2026-05-21T15:58:20.561" v="6140" actId="208"/>
          <ac:spMkLst>
            <pc:docMk/>
            <pc:sldMk cId="3137760217" sldId="294"/>
            <ac:spMk id="34" creationId="{A44C3F92-5268-73FC-3294-A35097F97F85}"/>
          </ac:spMkLst>
        </pc:spChg>
        <pc:spChg chg="add mod">
          <ac:chgData name="DOWTY, PETER (DNR)" userId="01cf875a-4e15-4928-8f93-7a0dfa1efb6b" providerId="ADAL" clId="{E9054DD1-CDF4-4BE2-A4C5-BD4B0395A89E}" dt="2026-06-03T21:34:58.198" v="12278" actId="1076"/>
          <ac:spMkLst>
            <pc:docMk/>
            <pc:sldMk cId="3137760217" sldId="294"/>
            <ac:spMk id="36" creationId="{72357900-A3A2-2DE9-8EEF-6E2C14DB3032}"/>
          </ac:spMkLst>
        </pc:spChg>
        <pc:spChg chg="add mod">
          <ac:chgData name="DOWTY, PETER (DNR)" userId="01cf875a-4e15-4928-8f93-7a0dfa1efb6b" providerId="ADAL" clId="{E9054DD1-CDF4-4BE2-A4C5-BD4B0395A89E}" dt="2026-05-21T16:43:22.357" v="6168" actId="14100"/>
          <ac:spMkLst>
            <pc:docMk/>
            <pc:sldMk cId="3137760217" sldId="294"/>
            <ac:spMk id="38" creationId="{2702D7DB-8A6F-AA0E-B40F-761CDA98AA69}"/>
          </ac:spMkLst>
        </pc:spChg>
        <pc:spChg chg="add mod">
          <ac:chgData name="DOWTY, PETER (DNR)" userId="01cf875a-4e15-4928-8f93-7a0dfa1efb6b" providerId="ADAL" clId="{E9054DD1-CDF4-4BE2-A4C5-BD4B0395A89E}" dt="2026-05-26T17:28:52.569" v="6626" actId="1076"/>
          <ac:spMkLst>
            <pc:docMk/>
            <pc:sldMk cId="3137760217" sldId="294"/>
            <ac:spMk id="39" creationId="{E24B022A-A675-765D-523A-2C535A6FCD79}"/>
          </ac:spMkLst>
        </pc:spChg>
        <pc:spChg chg="add mod">
          <ac:chgData name="DOWTY, PETER (DNR)" userId="01cf875a-4e15-4928-8f93-7a0dfa1efb6b" providerId="ADAL" clId="{E9054DD1-CDF4-4BE2-A4C5-BD4B0395A89E}" dt="2026-05-26T17:28:52.569" v="6626" actId="1076"/>
          <ac:spMkLst>
            <pc:docMk/>
            <pc:sldMk cId="3137760217" sldId="294"/>
            <ac:spMk id="46" creationId="{2F3B2412-6332-B141-7E81-CB168B8FEBB1}"/>
          </ac:spMkLst>
        </pc:spChg>
        <pc:spChg chg="add mod">
          <ac:chgData name="DOWTY, PETER (DNR)" userId="01cf875a-4e15-4928-8f93-7a0dfa1efb6b" providerId="ADAL" clId="{E9054DD1-CDF4-4BE2-A4C5-BD4B0395A89E}" dt="2026-05-26T17:28:52.569" v="6626" actId="1076"/>
          <ac:spMkLst>
            <pc:docMk/>
            <pc:sldMk cId="3137760217" sldId="294"/>
            <ac:spMk id="47" creationId="{8293AC2A-3C9D-6416-3F6E-B313A3739727}"/>
          </ac:spMkLst>
        </pc:spChg>
        <pc:spChg chg="add mod">
          <ac:chgData name="DOWTY, PETER (DNR)" userId="01cf875a-4e15-4928-8f93-7a0dfa1efb6b" providerId="ADAL" clId="{E9054DD1-CDF4-4BE2-A4C5-BD4B0395A89E}" dt="2026-05-26T15:39:38.538" v="6414" actId="164"/>
          <ac:spMkLst>
            <pc:docMk/>
            <pc:sldMk cId="3137760217" sldId="294"/>
            <ac:spMk id="48" creationId="{7EAF76B7-9DFB-C3FB-1D2F-EC330DA364E0}"/>
          </ac:spMkLst>
        </pc:spChg>
        <pc:spChg chg="add mod">
          <ac:chgData name="DOWTY, PETER (DNR)" userId="01cf875a-4e15-4928-8f93-7a0dfa1efb6b" providerId="ADAL" clId="{E9054DD1-CDF4-4BE2-A4C5-BD4B0395A89E}" dt="2026-05-26T15:39:01.528" v="6389" actId="1076"/>
          <ac:spMkLst>
            <pc:docMk/>
            <pc:sldMk cId="3137760217" sldId="294"/>
            <ac:spMk id="49" creationId="{4568410C-5FEA-5669-2B4A-4877D5B5BC08}"/>
          </ac:spMkLst>
        </pc:spChg>
        <pc:spChg chg="mod">
          <ac:chgData name="DOWTY, PETER (DNR)" userId="01cf875a-4e15-4928-8f93-7a0dfa1efb6b" providerId="ADAL" clId="{E9054DD1-CDF4-4BE2-A4C5-BD4B0395A89E}" dt="2026-05-26T15:40:46.351" v="6415"/>
          <ac:spMkLst>
            <pc:docMk/>
            <pc:sldMk cId="3137760217" sldId="294"/>
            <ac:spMk id="52" creationId="{9873C52E-2678-84E5-5798-B00A5099C16B}"/>
          </ac:spMkLst>
        </pc:spChg>
        <pc:spChg chg="mod">
          <ac:chgData name="DOWTY, PETER (DNR)" userId="01cf875a-4e15-4928-8f93-7a0dfa1efb6b" providerId="ADAL" clId="{E9054DD1-CDF4-4BE2-A4C5-BD4B0395A89E}" dt="2026-05-26T15:40:46.351" v="6415"/>
          <ac:spMkLst>
            <pc:docMk/>
            <pc:sldMk cId="3137760217" sldId="294"/>
            <ac:spMk id="53" creationId="{12C9712A-09C2-0CE0-D373-390A95A56510}"/>
          </ac:spMkLst>
        </pc:spChg>
        <pc:spChg chg="mod">
          <ac:chgData name="DOWTY, PETER (DNR)" userId="01cf875a-4e15-4928-8f93-7a0dfa1efb6b" providerId="ADAL" clId="{E9054DD1-CDF4-4BE2-A4C5-BD4B0395A89E}" dt="2026-05-26T15:41:25.930" v="6422" actId="1037"/>
          <ac:spMkLst>
            <pc:docMk/>
            <pc:sldMk cId="3137760217" sldId="294"/>
            <ac:spMk id="54" creationId="{3DBC4B05-F365-8323-BE06-9B181347C59D}"/>
          </ac:spMkLst>
        </pc:spChg>
        <pc:spChg chg="add mod">
          <ac:chgData name="DOWTY, PETER (DNR)" userId="01cf875a-4e15-4928-8f93-7a0dfa1efb6b" providerId="ADAL" clId="{E9054DD1-CDF4-4BE2-A4C5-BD4B0395A89E}" dt="2026-05-26T15:41:37.113" v="6423" actId="164"/>
          <ac:spMkLst>
            <pc:docMk/>
            <pc:sldMk cId="3137760217" sldId="294"/>
            <ac:spMk id="55" creationId="{6E9F643B-C2AE-08FC-6C6F-1105EBBAF0D2}"/>
          </ac:spMkLst>
        </pc:spChg>
        <pc:spChg chg="add mod">
          <ac:chgData name="DOWTY, PETER (DNR)" userId="01cf875a-4e15-4928-8f93-7a0dfa1efb6b" providerId="ADAL" clId="{E9054DD1-CDF4-4BE2-A4C5-BD4B0395A89E}" dt="2026-06-03T22:26:51.947" v="12403" actId="20577"/>
          <ac:spMkLst>
            <pc:docMk/>
            <pc:sldMk cId="3137760217" sldId="294"/>
            <ac:spMk id="57" creationId="{CA5F0FE3-3780-57D8-248A-D6CD1CB2383C}"/>
          </ac:spMkLst>
        </pc:spChg>
        <pc:spChg chg="add mod">
          <ac:chgData name="DOWTY, PETER (DNR)" userId="01cf875a-4e15-4928-8f93-7a0dfa1efb6b" providerId="ADAL" clId="{E9054DD1-CDF4-4BE2-A4C5-BD4B0395A89E}" dt="2026-06-03T22:08:30.317" v="12366" actId="1076"/>
          <ac:spMkLst>
            <pc:docMk/>
            <pc:sldMk cId="3137760217" sldId="294"/>
            <ac:spMk id="58" creationId="{A6F14E57-65C0-B8E8-CFCC-D231A2EC9D90}"/>
          </ac:spMkLst>
        </pc:spChg>
        <pc:spChg chg="add mod">
          <ac:chgData name="DOWTY, PETER (DNR)" userId="01cf875a-4e15-4928-8f93-7a0dfa1efb6b" providerId="ADAL" clId="{E9054DD1-CDF4-4BE2-A4C5-BD4B0395A89E}" dt="2026-05-26T15:42:21.973" v="6442" actId="20577"/>
          <ac:spMkLst>
            <pc:docMk/>
            <pc:sldMk cId="3137760217" sldId="294"/>
            <ac:spMk id="59" creationId="{CD20B05F-4A71-DF8E-887A-95605EF55C4B}"/>
          </ac:spMkLst>
        </pc:spChg>
        <pc:spChg chg="add mod">
          <ac:chgData name="DOWTY, PETER (DNR)" userId="01cf875a-4e15-4928-8f93-7a0dfa1efb6b" providerId="ADAL" clId="{E9054DD1-CDF4-4BE2-A4C5-BD4B0395A89E}" dt="2026-05-26T17:31:48.556" v="6636" actId="206"/>
          <ac:spMkLst>
            <pc:docMk/>
            <pc:sldMk cId="3137760217" sldId="294"/>
            <ac:spMk id="60" creationId="{645FA35C-81B7-C844-50E1-D16F3CCEBCA6}"/>
          </ac:spMkLst>
        </pc:spChg>
        <pc:spChg chg="add mod">
          <ac:chgData name="DOWTY, PETER (DNR)" userId="01cf875a-4e15-4928-8f93-7a0dfa1efb6b" providerId="ADAL" clId="{E9054DD1-CDF4-4BE2-A4C5-BD4B0395A89E}" dt="2026-06-03T22:08:42.478" v="12387" actId="20577"/>
          <ac:spMkLst>
            <pc:docMk/>
            <pc:sldMk cId="3137760217" sldId="294"/>
            <ac:spMk id="61" creationId="{2D573B84-9D85-2596-9D98-1F6C83F80C93}"/>
          </ac:spMkLst>
        </pc:spChg>
        <pc:grpChg chg="add mod">
          <ac:chgData name="DOWTY, PETER (DNR)" userId="01cf875a-4e15-4928-8f93-7a0dfa1efb6b" providerId="ADAL" clId="{E9054DD1-CDF4-4BE2-A4C5-BD4B0395A89E}" dt="2026-05-21T15:56:06.411" v="6121" actId="1076"/>
          <ac:grpSpMkLst>
            <pc:docMk/>
            <pc:sldMk cId="3137760217" sldId="294"/>
            <ac:grpSpMk id="6" creationId="{F3101747-862E-4F85-120C-BA6E604F6393}"/>
          </ac:grpSpMkLst>
        </pc:grpChg>
        <pc:grpChg chg="add mod">
          <ac:chgData name="DOWTY, PETER (DNR)" userId="01cf875a-4e15-4928-8f93-7a0dfa1efb6b" providerId="ADAL" clId="{E9054DD1-CDF4-4BE2-A4C5-BD4B0395A89E}" dt="2026-05-21T15:52:29.129" v="6088" actId="1076"/>
          <ac:grpSpMkLst>
            <pc:docMk/>
            <pc:sldMk cId="3137760217" sldId="294"/>
            <ac:grpSpMk id="28" creationId="{8F8192A6-DF25-A932-8284-700F6C27829D}"/>
          </ac:grpSpMkLst>
        </pc:grpChg>
        <pc:grpChg chg="add mod">
          <ac:chgData name="DOWTY, PETER (DNR)" userId="01cf875a-4e15-4928-8f93-7a0dfa1efb6b" providerId="ADAL" clId="{E9054DD1-CDF4-4BE2-A4C5-BD4B0395A89E}" dt="2026-05-26T17:30:08.767" v="6629" actId="1076"/>
          <ac:grpSpMkLst>
            <pc:docMk/>
            <pc:sldMk cId="3137760217" sldId="294"/>
            <ac:grpSpMk id="29" creationId="{6DB71DC7-7118-B4B1-7219-DAA6A06FCA96}"/>
          </ac:grpSpMkLst>
        </pc:grpChg>
        <pc:grpChg chg="add mod">
          <ac:chgData name="DOWTY, PETER (DNR)" userId="01cf875a-4e15-4928-8f93-7a0dfa1efb6b" providerId="ADAL" clId="{E9054DD1-CDF4-4BE2-A4C5-BD4B0395A89E}" dt="2026-05-21T15:57:40.110" v="6137" actId="1076"/>
          <ac:grpSpMkLst>
            <pc:docMk/>
            <pc:sldMk cId="3137760217" sldId="294"/>
            <ac:grpSpMk id="33" creationId="{0353F0D7-4B6D-F8F9-4989-BB4ADCCDCBAB}"/>
          </ac:grpSpMkLst>
        </pc:grpChg>
        <pc:grpChg chg="add mod">
          <ac:chgData name="DOWTY, PETER (DNR)" userId="01cf875a-4e15-4928-8f93-7a0dfa1efb6b" providerId="ADAL" clId="{E9054DD1-CDF4-4BE2-A4C5-BD4B0395A89E}" dt="2026-05-26T15:39:38.538" v="6414" actId="164"/>
          <ac:grpSpMkLst>
            <pc:docMk/>
            <pc:sldMk cId="3137760217" sldId="294"/>
            <ac:grpSpMk id="50" creationId="{58CDBD78-4062-0F59-983A-FA16B7513AFB}"/>
          </ac:grpSpMkLst>
        </pc:grpChg>
        <pc:grpChg chg="add mod">
          <ac:chgData name="DOWTY, PETER (DNR)" userId="01cf875a-4e15-4928-8f93-7a0dfa1efb6b" providerId="ADAL" clId="{E9054DD1-CDF4-4BE2-A4C5-BD4B0395A89E}" dt="2026-05-26T15:41:37.113" v="6423" actId="164"/>
          <ac:grpSpMkLst>
            <pc:docMk/>
            <pc:sldMk cId="3137760217" sldId="294"/>
            <ac:grpSpMk id="51" creationId="{0E273E75-D0F8-8F52-3263-750ED1C52F6A}"/>
          </ac:grpSpMkLst>
        </pc:grpChg>
        <pc:grpChg chg="add mod">
          <ac:chgData name="DOWTY, PETER (DNR)" userId="01cf875a-4e15-4928-8f93-7a0dfa1efb6b" providerId="ADAL" clId="{E9054DD1-CDF4-4BE2-A4C5-BD4B0395A89E}" dt="2026-05-26T15:42:10.287" v="6431" actId="1076"/>
          <ac:grpSpMkLst>
            <pc:docMk/>
            <pc:sldMk cId="3137760217" sldId="294"/>
            <ac:grpSpMk id="56" creationId="{129AD650-A266-0613-1AEA-7DE2AFA90F23}"/>
          </ac:grpSpMkLst>
        </pc:grpChg>
        <pc:picChg chg="add mod modCrop">
          <ac:chgData name="DOWTY, PETER (DNR)" userId="01cf875a-4e15-4928-8f93-7a0dfa1efb6b" providerId="ADAL" clId="{E9054DD1-CDF4-4BE2-A4C5-BD4B0395A89E}" dt="2026-05-21T14:48:31.425" v="5968" actId="164"/>
          <ac:picMkLst>
            <pc:docMk/>
            <pc:sldMk cId="3137760217" sldId="294"/>
            <ac:picMk id="4" creationId="{D12E1E05-4744-C028-3A6F-3B9BD64EADD7}"/>
          </ac:picMkLst>
        </pc:picChg>
        <pc:picChg chg="add mod">
          <ac:chgData name="DOWTY, PETER (DNR)" userId="01cf875a-4e15-4928-8f93-7a0dfa1efb6b" providerId="ADAL" clId="{E9054DD1-CDF4-4BE2-A4C5-BD4B0395A89E}" dt="2026-05-21T15:45:03.844" v="5998" actId="1076"/>
          <ac:picMkLst>
            <pc:docMk/>
            <pc:sldMk cId="3137760217" sldId="294"/>
            <ac:picMk id="7" creationId="{EEEE1603-DB40-7511-6449-881EB9B22359}"/>
          </ac:picMkLst>
        </pc:picChg>
        <pc:picChg chg="add mod">
          <ac:chgData name="DOWTY, PETER (DNR)" userId="01cf875a-4e15-4928-8f93-7a0dfa1efb6b" providerId="ADAL" clId="{E9054DD1-CDF4-4BE2-A4C5-BD4B0395A89E}" dt="2026-05-21T15:53:24.040" v="6095" actId="1036"/>
          <ac:picMkLst>
            <pc:docMk/>
            <pc:sldMk cId="3137760217" sldId="294"/>
            <ac:picMk id="8" creationId="{6A0AFBB5-2D8D-60C1-5F39-C3E32D61F050}"/>
          </ac:picMkLst>
        </pc:picChg>
        <pc:picChg chg="add mod">
          <ac:chgData name="DOWTY, PETER (DNR)" userId="01cf875a-4e15-4928-8f93-7a0dfa1efb6b" providerId="ADAL" clId="{E9054DD1-CDF4-4BE2-A4C5-BD4B0395A89E}" dt="2026-05-26T17:28:47.724" v="6625" actId="1076"/>
          <ac:picMkLst>
            <pc:docMk/>
            <pc:sldMk cId="3137760217" sldId="294"/>
            <ac:picMk id="9" creationId="{0D674816-2260-DD99-F511-493CB739DBAB}"/>
          </ac:picMkLst>
        </pc:picChg>
        <pc:picChg chg="add mod">
          <ac:chgData name="DOWTY, PETER (DNR)" userId="01cf875a-4e15-4928-8f93-7a0dfa1efb6b" providerId="ADAL" clId="{E9054DD1-CDF4-4BE2-A4C5-BD4B0395A89E}" dt="2026-06-03T21:34:54.751" v="12277" actId="1076"/>
          <ac:picMkLst>
            <pc:docMk/>
            <pc:sldMk cId="3137760217" sldId="294"/>
            <ac:picMk id="10" creationId="{220B7CA8-A3CE-72D1-58F6-8EA4571229DD}"/>
          </ac:picMkLst>
        </pc:picChg>
        <pc:picChg chg="add mod">
          <ac:chgData name="DOWTY, PETER (DNR)" userId="01cf875a-4e15-4928-8f93-7a0dfa1efb6b" providerId="ADAL" clId="{E9054DD1-CDF4-4BE2-A4C5-BD4B0395A89E}" dt="2026-05-26T15:42:02.730" v="6428" actId="1076"/>
          <ac:picMkLst>
            <pc:docMk/>
            <pc:sldMk cId="3137760217" sldId="294"/>
            <ac:picMk id="11" creationId="{FE7EC4B1-B1ED-64EC-FA7B-BBEBB2265C83}"/>
          </ac:picMkLst>
        </pc:picChg>
        <pc:picChg chg="add mod">
          <ac:chgData name="DOWTY, PETER (DNR)" userId="01cf875a-4e15-4928-8f93-7a0dfa1efb6b" providerId="ADAL" clId="{E9054DD1-CDF4-4BE2-A4C5-BD4B0395A89E}" dt="2026-05-26T15:39:38.538" v="6414" actId="164"/>
          <ac:picMkLst>
            <pc:docMk/>
            <pc:sldMk cId="3137760217" sldId="294"/>
            <ac:picMk id="12" creationId="{D67AB13A-9A37-59A0-4906-F61984A7FDFE}"/>
          </ac:picMkLst>
        </pc:picChg>
        <pc:picChg chg="mod">
          <ac:chgData name="DOWTY, PETER (DNR)" userId="01cf875a-4e15-4928-8f93-7a0dfa1efb6b" providerId="ADAL" clId="{E9054DD1-CDF4-4BE2-A4C5-BD4B0395A89E}" dt="2026-05-21T15:56:02.753" v="6119"/>
          <ac:picMkLst>
            <pc:docMk/>
            <pc:sldMk cId="3137760217" sldId="294"/>
            <ac:picMk id="30" creationId="{8E93E1A1-8879-B0A3-8A76-3BE824826618}"/>
          </ac:picMkLst>
        </pc:picChg>
        <pc:picChg chg="add mod">
          <ac:chgData name="DOWTY, PETER (DNR)" userId="01cf875a-4e15-4928-8f93-7a0dfa1efb6b" providerId="ADAL" clId="{E9054DD1-CDF4-4BE2-A4C5-BD4B0395A89E}" dt="2026-06-03T21:35:11.033" v="12280" actId="1076"/>
          <ac:picMkLst>
            <pc:docMk/>
            <pc:sldMk cId="3137760217" sldId="294"/>
            <ac:picMk id="37" creationId="{271CD24A-69D0-075C-3024-3D03536AC5C2}"/>
          </ac:picMkLst>
        </pc:picChg>
        <pc:cxnChg chg="add">
          <ac:chgData name="DOWTY, PETER (DNR)" userId="01cf875a-4e15-4928-8f93-7a0dfa1efb6b" providerId="ADAL" clId="{E9054DD1-CDF4-4BE2-A4C5-BD4B0395A89E}" dt="2026-05-21T16:43:01.239" v="6155" actId="11529"/>
          <ac:cxnSpMkLst>
            <pc:docMk/>
            <pc:sldMk cId="3137760217" sldId="294"/>
            <ac:cxnSpMk id="13" creationId="{756D3D5C-BC88-1359-D0EA-68CB7F35103B}"/>
          </ac:cxnSpMkLst>
        </pc:cxnChg>
        <pc:cxnChg chg="add mod">
          <ac:chgData name="DOWTY, PETER (DNR)" userId="01cf875a-4e15-4928-8f93-7a0dfa1efb6b" providerId="ADAL" clId="{E9054DD1-CDF4-4BE2-A4C5-BD4B0395A89E}" dt="2026-05-21T16:43:12.188" v="6165" actId="1076"/>
          <ac:cxnSpMkLst>
            <pc:docMk/>
            <pc:sldMk cId="3137760217" sldId="294"/>
            <ac:cxnSpMk id="14" creationId="{61979E4A-A556-7951-FC73-FFD729B2C866}"/>
          </ac:cxnSpMkLst>
        </pc:cxnChg>
        <pc:cxnChg chg="add mod">
          <ac:chgData name="DOWTY, PETER (DNR)" userId="01cf875a-4e15-4928-8f93-7a0dfa1efb6b" providerId="ADAL" clId="{E9054DD1-CDF4-4BE2-A4C5-BD4B0395A89E}" dt="2026-05-21T16:43:25.557" v="6169" actId="1076"/>
          <ac:cxnSpMkLst>
            <pc:docMk/>
            <pc:sldMk cId="3137760217" sldId="294"/>
            <ac:cxnSpMk id="15" creationId="{F60E2780-5C2A-215A-CB0F-6F48694F3FDC}"/>
          </ac:cxnSpMkLst>
        </pc:cxnChg>
        <pc:cxnChg chg="add mod">
          <ac:chgData name="DOWTY, PETER (DNR)" userId="01cf875a-4e15-4928-8f93-7a0dfa1efb6b" providerId="ADAL" clId="{E9054DD1-CDF4-4BE2-A4C5-BD4B0395A89E}" dt="2026-05-21T16:43:28.899" v="6170" actId="1076"/>
          <ac:cxnSpMkLst>
            <pc:docMk/>
            <pc:sldMk cId="3137760217" sldId="294"/>
            <ac:cxnSpMk id="16" creationId="{520E3C48-F418-3575-0267-9DFEE9037BBC}"/>
          </ac:cxnSpMkLst>
        </pc:cxnChg>
        <pc:cxnChg chg="add mod">
          <ac:chgData name="DOWTY, PETER (DNR)" userId="01cf875a-4e15-4928-8f93-7a0dfa1efb6b" providerId="ADAL" clId="{E9054DD1-CDF4-4BE2-A4C5-BD4B0395A89E}" dt="2026-05-21T16:43:32.415" v="6171" actId="1076"/>
          <ac:cxnSpMkLst>
            <pc:docMk/>
            <pc:sldMk cId="3137760217" sldId="294"/>
            <ac:cxnSpMk id="17" creationId="{13F73981-4942-DD03-6315-9E84CFB61C73}"/>
          </ac:cxnSpMkLst>
        </pc:cxnChg>
        <pc:cxnChg chg="add mod">
          <ac:chgData name="DOWTY, PETER (DNR)" userId="01cf875a-4e15-4928-8f93-7a0dfa1efb6b" providerId="ADAL" clId="{E9054DD1-CDF4-4BE2-A4C5-BD4B0395A89E}" dt="2026-05-21T16:43:36.934" v="6172" actId="1076"/>
          <ac:cxnSpMkLst>
            <pc:docMk/>
            <pc:sldMk cId="3137760217" sldId="294"/>
            <ac:cxnSpMk id="18" creationId="{1055998B-6C70-CC25-B677-0959D968F8E0}"/>
          </ac:cxnSpMkLst>
        </pc:cxnChg>
        <pc:cxnChg chg="add mod">
          <ac:chgData name="DOWTY, PETER (DNR)" userId="01cf875a-4e15-4928-8f93-7a0dfa1efb6b" providerId="ADAL" clId="{E9054DD1-CDF4-4BE2-A4C5-BD4B0395A89E}" dt="2026-05-26T15:42:00.753" v="6427" actId="14100"/>
          <ac:cxnSpMkLst>
            <pc:docMk/>
            <pc:sldMk cId="3137760217" sldId="294"/>
            <ac:cxnSpMk id="35" creationId="{3965779E-CE9A-7D3C-36BB-AD39A251597D}"/>
          </ac:cxnSpMkLst>
        </pc:cxnChg>
        <pc:cxnChg chg="add mod">
          <ac:chgData name="DOWTY, PETER (DNR)" userId="01cf875a-4e15-4928-8f93-7a0dfa1efb6b" providerId="ADAL" clId="{E9054DD1-CDF4-4BE2-A4C5-BD4B0395A89E}" dt="2026-05-26T15:42:08.627" v="6430" actId="14100"/>
          <ac:cxnSpMkLst>
            <pc:docMk/>
            <pc:sldMk cId="3137760217" sldId="294"/>
            <ac:cxnSpMk id="40" creationId="{411ED742-5BCE-B499-11B4-3CFEC5A34681}"/>
          </ac:cxnSpMkLst>
        </pc:cxnChg>
        <pc:cxnChg chg="add mod">
          <ac:chgData name="DOWTY, PETER (DNR)" userId="01cf875a-4e15-4928-8f93-7a0dfa1efb6b" providerId="ADAL" clId="{E9054DD1-CDF4-4BE2-A4C5-BD4B0395A89E}" dt="2026-05-26T17:28:52.569" v="6626" actId="1076"/>
          <ac:cxnSpMkLst>
            <pc:docMk/>
            <pc:sldMk cId="3137760217" sldId="294"/>
            <ac:cxnSpMk id="41" creationId="{17EBBDA1-4C4F-7984-A300-92E72F8124C1}"/>
          </ac:cxnSpMkLst>
        </pc:cxnChg>
        <pc:cxnChg chg="add mod">
          <ac:chgData name="DOWTY, PETER (DNR)" userId="01cf875a-4e15-4928-8f93-7a0dfa1efb6b" providerId="ADAL" clId="{E9054DD1-CDF4-4BE2-A4C5-BD4B0395A89E}" dt="2026-05-26T17:28:52.569" v="6626" actId="1076"/>
          <ac:cxnSpMkLst>
            <pc:docMk/>
            <pc:sldMk cId="3137760217" sldId="294"/>
            <ac:cxnSpMk id="42" creationId="{19CD739E-F32E-544D-D337-ADB194B43956}"/>
          </ac:cxnSpMkLst>
        </pc:cxnChg>
        <pc:cxnChg chg="add mod">
          <ac:chgData name="DOWTY, PETER (DNR)" userId="01cf875a-4e15-4928-8f93-7a0dfa1efb6b" providerId="ADAL" clId="{E9054DD1-CDF4-4BE2-A4C5-BD4B0395A89E}" dt="2026-05-26T17:28:52.569" v="6626" actId="1076"/>
          <ac:cxnSpMkLst>
            <pc:docMk/>
            <pc:sldMk cId="3137760217" sldId="294"/>
            <ac:cxnSpMk id="43" creationId="{036741FD-476B-759D-2FED-E2777850F5E0}"/>
          </ac:cxnSpMkLst>
        </pc:cxnChg>
        <pc:cxnChg chg="add mod">
          <ac:chgData name="DOWTY, PETER (DNR)" userId="01cf875a-4e15-4928-8f93-7a0dfa1efb6b" providerId="ADAL" clId="{E9054DD1-CDF4-4BE2-A4C5-BD4B0395A89E}" dt="2026-05-26T17:28:52.569" v="6626" actId="1076"/>
          <ac:cxnSpMkLst>
            <pc:docMk/>
            <pc:sldMk cId="3137760217" sldId="294"/>
            <ac:cxnSpMk id="44" creationId="{ABC7DB07-711E-548C-97F6-40CD0974EAE2}"/>
          </ac:cxnSpMkLst>
        </pc:cxnChg>
        <pc:cxnChg chg="add mod">
          <ac:chgData name="DOWTY, PETER (DNR)" userId="01cf875a-4e15-4928-8f93-7a0dfa1efb6b" providerId="ADAL" clId="{E9054DD1-CDF4-4BE2-A4C5-BD4B0395A89E}" dt="2026-05-26T17:28:52.569" v="6626" actId="1076"/>
          <ac:cxnSpMkLst>
            <pc:docMk/>
            <pc:sldMk cId="3137760217" sldId="294"/>
            <ac:cxnSpMk id="45" creationId="{45842635-F08A-4173-D150-9FCCC35FD56B}"/>
          </ac:cxnSpMkLst>
        </pc:cxnChg>
      </pc:sldChg>
      <pc:sldChg chg="addSp delSp modSp new mod ord">
        <pc:chgData name="DOWTY, PETER (DNR)" userId="01cf875a-4e15-4928-8f93-7a0dfa1efb6b" providerId="ADAL" clId="{E9054DD1-CDF4-4BE2-A4C5-BD4B0395A89E}" dt="2026-05-28T23:46:45.839" v="8451"/>
        <pc:sldMkLst>
          <pc:docMk/>
          <pc:sldMk cId="3010123803" sldId="296"/>
        </pc:sldMkLst>
        <pc:picChg chg="add mod">
          <ac:chgData name="DOWTY, PETER (DNR)" userId="01cf875a-4e15-4928-8f93-7a0dfa1efb6b" providerId="ADAL" clId="{E9054DD1-CDF4-4BE2-A4C5-BD4B0395A89E}" dt="2026-05-27T16:20:40.973" v="8051" actId="1076"/>
          <ac:picMkLst>
            <pc:docMk/>
            <pc:sldMk cId="3010123803" sldId="296"/>
            <ac:picMk id="4" creationId="{894A5B59-8F2C-1B5A-39B8-99C93DCEECC3}"/>
          </ac:picMkLst>
        </pc:picChg>
      </pc:sldChg>
      <pc:sldChg chg="addSp modSp new mod">
        <pc:chgData name="DOWTY, PETER (DNR)" userId="01cf875a-4e15-4928-8f93-7a0dfa1efb6b" providerId="ADAL" clId="{E9054DD1-CDF4-4BE2-A4C5-BD4B0395A89E}" dt="2026-05-27T00:39:11.494" v="8047" actId="20577"/>
        <pc:sldMkLst>
          <pc:docMk/>
          <pc:sldMk cId="1255089842" sldId="297"/>
        </pc:sldMkLst>
        <pc:spChg chg="add mod">
          <ac:chgData name="DOWTY, PETER (DNR)" userId="01cf875a-4e15-4928-8f93-7a0dfa1efb6b" providerId="ADAL" clId="{E9054DD1-CDF4-4BE2-A4C5-BD4B0395A89E}" dt="2026-05-26T19:53:20.769" v="7207" actId="1076"/>
          <ac:spMkLst>
            <pc:docMk/>
            <pc:sldMk cId="1255089842" sldId="297"/>
            <ac:spMk id="3" creationId="{DE75D83F-9E23-FC8E-498C-37EC655C90A9}"/>
          </ac:spMkLst>
        </pc:spChg>
        <pc:graphicFrameChg chg="add mod modGraphic">
          <ac:chgData name="DOWTY, PETER (DNR)" userId="01cf875a-4e15-4928-8f93-7a0dfa1efb6b" providerId="ADAL" clId="{E9054DD1-CDF4-4BE2-A4C5-BD4B0395A89E}" dt="2026-05-27T00:39:11.494" v="8047" actId="20577"/>
          <ac:graphicFrameMkLst>
            <pc:docMk/>
            <pc:sldMk cId="1255089842" sldId="297"/>
            <ac:graphicFrameMk id="2" creationId="{C796FDD3-C7D3-68F8-466C-2D112CBA8BC2}"/>
          </ac:graphicFrameMkLst>
        </pc:graphicFrameChg>
        <pc:graphicFrameChg chg="add mod modGraphic">
          <ac:chgData name="DOWTY, PETER (DNR)" userId="01cf875a-4e15-4928-8f93-7a0dfa1efb6b" providerId="ADAL" clId="{E9054DD1-CDF4-4BE2-A4C5-BD4B0395A89E}" dt="2026-05-27T00:26:57.119" v="7683" actId="20577"/>
          <ac:graphicFrameMkLst>
            <pc:docMk/>
            <pc:sldMk cId="1255089842" sldId="297"/>
            <ac:graphicFrameMk id="4" creationId="{5793BA27-B151-99C8-EDEF-AED9F5CC2BF6}"/>
          </ac:graphicFrameMkLst>
        </pc:graphicFrameChg>
      </pc:sldChg>
      <pc:sldChg chg="addSp modSp mod">
        <pc:chgData name="DOWTY, PETER (DNR)" userId="01cf875a-4e15-4928-8f93-7a0dfa1efb6b" providerId="ADAL" clId="{E9054DD1-CDF4-4BE2-A4C5-BD4B0395A89E}" dt="2026-05-29T00:28:52.536" v="9409" actId="403"/>
        <pc:sldMkLst>
          <pc:docMk/>
          <pc:sldMk cId="328240969" sldId="298"/>
        </pc:sldMkLst>
        <pc:spChg chg="mod">
          <ac:chgData name="DOWTY, PETER (DNR)" userId="01cf875a-4e15-4928-8f93-7a0dfa1efb6b" providerId="ADAL" clId="{E9054DD1-CDF4-4BE2-A4C5-BD4B0395A89E}" dt="2026-05-29T00:07:39.650" v="8453" actId="1076"/>
          <ac:spMkLst>
            <pc:docMk/>
            <pc:sldMk cId="328240969" sldId="298"/>
            <ac:spMk id="2" creationId="{E2B35271-9B14-F7F7-BAE4-48D90FADB80F}"/>
          </ac:spMkLst>
        </pc:spChg>
        <pc:spChg chg="add mod">
          <ac:chgData name="DOWTY, PETER (DNR)" userId="01cf875a-4e15-4928-8f93-7a0dfa1efb6b" providerId="ADAL" clId="{E9054DD1-CDF4-4BE2-A4C5-BD4B0395A89E}" dt="2026-05-29T00:28:52.536" v="9409" actId="403"/>
          <ac:spMkLst>
            <pc:docMk/>
            <pc:sldMk cId="328240969" sldId="298"/>
            <ac:spMk id="3" creationId="{DCB1F21C-8BFF-276D-9A4A-84E8D9D68B22}"/>
          </ac:spMkLst>
        </pc:spChg>
      </pc:sldChg>
      <pc:sldChg chg="addSp modSp new mod">
        <pc:chgData name="DOWTY, PETER (DNR)" userId="01cf875a-4e15-4928-8f93-7a0dfa1efb6b" providerId="ADAL" clId="{E9054DD1-CDF4-4BE2-A4C5-BD4B0395A89E}" dt="2026-05-29T15:19:08.803" v="10840" actId="20577"/>
        <pc:sldMkLst>
          <pc:docMk/>
          <pc:sldMk cId="1855335790" sldId="299"/>
        </pc:sldMkLst>
        <pc:spChg chg="add mod">
          <ac:chgData name="DOWTY, PETER (DNR)" userId="01cf875a-4e15-4928-8f93-7a0dfa1efb6b" providerId="ADAL" clId="{E9054DD1-CDF4-4BE2-A4C5-BD4B0395A89E}" dt="2026-05-29T15:19:08.803" v="10840" actId="20577"/>
          <ac:spMkLst>
            <pc:docMk/>
            <pc:sldMk cId="1855335790" sldId="299"/>
            <ac:spMk id="2" creationId="{91872E4C-457F-A6C4-D212-195D8EF99E6F}"/>
          </ac:spMkLst>
        </pc:spChg>
        <pc:spChg chg="add mod">
          <ac:chgData name="DOWTY, PETER (DNR)" userId="01cf875a-4e15-4928-8f93-7a0dfa1efb6b" providerId="ADAL" clId="{E9054DD1-CDF4-4BE2-A4C5-BD4B0395A89E}" dt="2026-05-29T14:46:29.265" v="10649" actId="20577"/>
          <ac:spMkLst>
            <pc:docMk/>
            <pc:sldMk cId="1855335790" sldId="299"/>
            <ac:spMk id="3" creationId="{BAB875C9-6FF0-341C-D10E-2D1DF71EBF1B}"/>
          </ac:spMkLst>
        </pc:spChg>
      </pc:sldChg>
      <pc:sldChg chg="addSp modSp add mod">
        <pc:chgData name="DOWTY, PETER (DNR)" userId="01cf875a-4e15-4928-8f93-7a0dfa1efb6b" providerId="ADAL" clId="{E9054DD1-CDF4-4BE2-A4C5-BD4B0395A89E}" dt="2026-06-01T23:45:27.037" v="11644" actId="20577"/>
        <pc:sldMkLst>
          <pc:docMk/>
          <pc:sldMk cId="3701697570" sldId="300"/>
        </pc:sldMkLst>
        <pc:spChg chg="add mod">
          <ac:chgData name="DOWTY, PETER (DNR)" userId="01cf875a-4e15-4928-8f93-7a0dfa1efb6b" providerId="ADAL" clId="{E9054DD1-CDF4-4BE2-A4C5-BD4B0395A89E}" dt="2026-05-29T14:20:42.919" v="9609" actId="1076"/>
          <ac:spMkLst>
            <pc:docMk/>
            <pc:sldMk cId="3701697570" sldId="300"/>
            <ac:spMk id="2" creationId="{4F8426A0-E49E-1138-20EC-D0BA380060CD}"/>
          </ac:spMkLst>
        </pc:spChg>
        <pc:spChg chg="add mod">
          <ac:chgData name="DOWTY, PETER (DNR)" userId="01cf875a-4e15-4928-8f93-7a0dfa1efb6b" providerId="ADAL" clId="{E9054DD1-CDF4-4BE2-A4C5-BD4B0395A89E}" dt="2026-05-29T14:20:55.224" v="9612" actId="14100"/>
          <ac:spMkLst>
            <pc:docMk/>
            <pc:sldMk cId="3701697570" sldId="300"/>
            <ac:spMk id="3" creationId="{57969FA4-EA39-C279-9D94-EBC1578B3C66}"/>
          </ac:spMkLst>
        </pc:spChg>
        <pc:spChg chg="add mod">
          <ac:chgData name="DOWTY, PETER (DNR)" userId="01cf875a-4e15-4928-8f93-7a0dfa1efb6b" providerId="ADAL" clId="{E9054DD1-CDF4-4BE2-A4C5-BD4B0395A89E}" dt="2026-05-29T14:26:49.353" v="9675" actId="14100"/>
          <ac:spMkLst>
            <pc:docMk/>
            <pc:sldMk cId="3701697570" sldId="300"/>
            <ac:spMk id="5" creationId="{1CDEFB59-D190-3B2B-55D8-2893B1669917}"/>
          </ac:spMkLst>
        </pc:spChg>
        <pc:spChg chg="add mod">
          <ac:chgData name="DOWTY, PETER (DNR)" userId="01cf875a-4e15-4928-8f93-7a0dfa1efb6b" providerId="ADAL" clId="{E9054DD1-CDF4-4BE2-A4C5-BD4B0395A89E}" dt="2026-05-29T14:26:59.006" v="9682" actId="20577"/>
          <ac:spMkLst>
            <pc:docMk/>
            <pc:sldMk cId="3701697570" sldId="300"/>
            <ac:spMk id="6" creationId="{5946A0F8-C3AF-0EDB-F8D4-19F02A1A6DB5}"/>
          </ac:spMkLst>
        </pc:spChg>
        <pc:spChg chg="add mod">
          <ac:chgData name="DOWTY, PETER (DNR)" userId="01cf875a-4e15-4928-8f93-7a0dfa1efb6b" providerId="ADAL" clId="{E9054DD1-CDF4-4BE2-A4C5-BD4B0395A89E}" dt="2026-06-01T16:01:13.987" v="11173" actId="1076"/>
          <ac:spMkLst>
            <pc:docMk/>
            <pc:sldMk cId="3701697570" sldId="300"/>
            <ac:spMk id="7" creationId="{FF40C092-55A9-27A3-75DD-75D8ADCCA058}"/>
          </ac:spMkLst>
        </pc:spChg>
        <pc:spChg chg="add mod">
          <ac:chgData name="DOWTY, PETER (DNR)" userId="01cf875a-4e15-4928-8f93-7a0dfa1efb6b" providerId="ADAL" clId="{E9054DD1-CDF4-4BE2-A4C5-BD4B0395A89E}" dt="2026-06-01T17:26:34.464" v="11241" actId="14838"/>
          <ac:spMkLst>
            <pc:docMk/>
            <pc:sldMk cId="3701697570" sldId="300"/>
            <ac:spMk id="8" creationId="{23BAEB87-20AC-A22D-70C4-7B754A122240}"/>
          </ac:spMkLst>
        </pc:spChg>
        <pc:spChg chg="add mod">
          <ac:chgData name="DOWTY, PETER (DNR)" userId="01cf875a-4e15-4928-8f93-7a0dfa1efb6b" providerId="ADAL" clId="{E9054DD1-CDF4-4BE2-A4C5-BD4B0395A89E}" dt="2026-06-01T17:30:01.302" v="11245" actId="20577"/>
          <ac:spMkLst>
            <pc:docMk/>
            <pc:sldMk cId="3701697570" sldId="300"/>
            <ac:spMk id="9" creationId="{369CE988-5AFE-5A19-CD5F-6D28FFA66A0F}"/>
          </ac:spMkLst>
        </pc:spChg>
        <pc:spChg chg="add mod">
          <ac:chgData name="DOWTY, PETER (DNR)" userId="01cf875a-4e15-4928-8f93-7a0dfa1efb6b" providerId="ADAL" clId="{E9054DD1-CDF4-4BE2-A4C5-BD4B0395A89E}" dt="2026-06-01T17:30:51.395" v="11256" actId="1076"/>
          <ac:spMkLst>
            <pc:docMk/>
            <pc:sldMk cId="3701697570" sldId="300"/>
            <ac:spMk id="10" creationId="{5BAEF0B5-BD97-6BDA-5D25-5677C29B3F49}"/>
          </ac:spMkLst>
        </pc:spChg>
        <pc:spChg chg="add mod">
          <ac:chgData name="DOWTY, PETER (DNR)" userId="01cf875a-4e15-4928-8f93-7a0dfa1efb6b" providerId="ADAL" clId="{E9054DD1-CDF4-4BE2-A4C5-BD4B0395A89E}" dt="2026-06-01T17:59:31.913" v="11290" actId="14838"/>
          <ac:spMkLst>
            <pc:docMk/>
            <pc:sldMk cId="3701697570" sldId="300"/>
            <ac:spMk id="11" creationId="{83375011-D077-BBF6-2DE0-41D8989B0F52}"/>
          </ac:spMkLst>
        </pc:spChg>
        <pc:spChg chg="add mod">
          <ac:chgData name="DOWTY, PETER (DNR)" userId="01cf875a-4e15-4928-8f93-7a0dfa1efb6b" providerId="ADAL" clId="{E9054DD1-CDF4-4BE2-A4C5-BD4B0395A89E}" dt="2026-06-01T18:04:17.600" v="11305" actId="1076"/>
          <ac:spMkLst>
            <pc:docMk/>
            <pc:sldMk cId="3701697570" sldId="300"/>
            <ac:spMk id="12" creationId="{6D0F4D1D-57DF-6BE7-9E83-188172B6B6C8}"/>
          </ac:spMkLst>
        </pc:spChg>
        <pc:spChg chg="add mod">
          <ac:chgData name="DOWTY, PETER (DNR)" userId="01cf875a-4e15-4928-8f93-7a0dfa1efb6b" providerId="ADAL" clId="{E9054DD1-CDF4-4BE2-A4C5-BD4B0395A89E}" dt="2026-06-01T18:07:45.400" v="11309" actId="1076"/>
          <ac:spMkLst>
            <pc:docMk/>
            <pc:sldMk cId="3701697570" sldId="300"/>
            <ac:spMk id="13" creationId="{F91C2B01-AC12-764B-79EF-A7F257C71872}"/>
          </ac:spMkLst>
        </pc:spChg>
        <pc:spChg chg="add mod">
          <ac:chgData name="DOWTY, PETER (DNR)" userId="01cf875a-4e15-4928-8f93-7a0dfa1efb6b" providerId="ADAL" clId="{E9054DD1-CDF4-4BE2-A4C5-BD4B0395A89E}" dt="2026-06-01T17:31:17.023" v="11263" actId="1036"/>
          <ac:spMkLst>
            <pc:docMk/>
            <pc:sldMk cId="3701697570" sldId="300"/>
            <ac:spMk id="14" creationId="{36971DE4-4CBD-EDE4-3ACD-C3124D509FC7}"/>
          </ac:spMkLst>
        </pc:spChg>
        <pc:spChg chg="add mod">
          <ac:chgData name="DOWTY, PETER (DNR)" userId="01cf875a-4e15-4928-8f93-7a0dfa1efb6b" providerId="ADAL" clId="{E9054DD1-CDF4-4BE2-A4C5-BD4B0395A89E}" dt="2026-06-01T18:07:48.861" v="11310" actId="1076"/>
          <ac:spMkLst>
            <pc:docMk/>
            <pc:sldMk cId="3701697570" sldId="300"/>
            <ac:spMk id="15" creationId="{B7F15C5C-AFCA-0BF5-6390-4DFB21D63651}"/>
          </ac:spMkLst>
        </pc:spChg>
        <pc:spChg chg="add mod">
          <ac:chgData name="DOWTY, PETER (DNR)" userId="01cf875a-4e15-4928-8f93-7a0dfa1efb6b" providerId="ADAL" clId="{E9054DD1-CDF4-4BE2-A4C5-BD4B0395A89E}" dt="2026-06-01T18:03:21.164" v="11293"/>
          <ac:spMkLst>
            <pc:docMk/>
            <pc:sldMk cId="3701697570" sldId="300"/>
            <ac:spMk id="16" creationId="{C5933EC5-69EF-7FC7-59B8-85038D3ADA01}"/>
          </ac:spMkLst>
        </pc:spChg>
        <pc:spChg chg="add mod">
          <ac:chgData name="DOWTY, PETER (DNR)" userId="01cf875a-4e15-4928-8f93-7a0dfa1efb6b" providerId="ADAL" clId="{E9054DD1-CDF4-4BE2-A4C5-BD4B0395A89E}" dt="2026-06-01T18:03:21.434" v="11294"/>
          <ac:spMkLst>
            <pc:docMk/>
            <pc:sldMk cId="3701697570" sldId="300"/>
            <ac:spMk id="17" creationId="{A3B115F8-9203-A430-CF7F-1A8381EF855E}"/>
          </ac:spMkLst>
        </pc:spChg>
        <pc:spChg chg="add mod">
          <ac:chgData name="DOWTY, PETER (DNR)" userId="01cf875a-4e15-4928-8f93-7a0dfa1efb6b" providerId="ADAL" clId="{E9054DD1-CDF4-4BE2-A4C5-BD4B0395A89E}" dt="2026-06-01T18:03:46.537" v="11300" actId="1076"/>
          <ac:spMkLst>
            <pc:docMk/>
            <pc:sldMk cId="3701697570" sldId="300"/>
            <ac:spMk id="18" creationId="{C423B364-AC14-8AD7-03A8-B3B4D4B0E489}"/>
          </ac:spMkLst>
        </pc:spChg>
        <pc:spChg chg="add mod">
          <ac:chgData name="DOWTY, PETER (DNR)" userId="01cf875a-4e15-4928-8f93-7a0dfa1efb6b" providerId="ADAL" clId="{E9054DD1-CDF4-4BE2-A4C5-BD4B0395A89E}" dt="2026-06-01T23:45:27.037" v="11644" actId="20577"/>
          <ac:spMkLst>
            <pc:docMk/>
            <pc:sldMk cId="3701697570" sldId="300"/>
            <ac:spMk id="19" creationId="{22C398EC-3790-1A26-0CF3-C81C936DFD9B}"/>
          </ac:spMkLst>
        </pc:spChg>
        <pc:picChg chg="mod modCrop">
          <ac:chgData name="DOWTY, PETER (DNR)" userId="01cf875a-4e15-4928-8f93-7a0dfa1efb6b" providerId="ADAL" clId="{E9054DD1-CDF4-4BE2-A4C5-BD4B0395A89E}" dt="2026-05-29T14:24:02.342" v="9667" actId="1076"/>
          <ac:picMkLst>
            <pc:docMk/>
            <pc:sldMk cId="3701697570" sldId="300"/>
            <ac:picMk id="4" creationId="{A4994006-6A44-A169-2456-160DCB237C7F}"/>
          </ac:picMkLst>
        </pc:picChg>
      </pc:sldChg>
      <pc:sldChg chg="addSp delSp modSp new mod">
        <pc:chgData name="DOWTY, PETER (DNR)" userId="01cf875a-4e15-4928-8f93-7a0dfa1efb6b" providerId="ADAL" clId="{E9054DD1-CDF4-4BE2-A4C5-BD4B0395A89E}" dt="2026-06-03T17:58:36.478" v="12152" actId="167"/>
        <pc:sldMkLst>
          <pc:docMk/>
          <pc:sldMk cId="1835506812" sldId="301"/>
        </pc:sldMkLst>
        <pc:spChg chg="mod">
          <ac:chgData name="DOWTY, PETER (DNR)" userId="01cf875a-4e15-4928-8f93-7a0dfa1efb6b" providerId="ADAL" clId="{E9054DD1-CDF4-4BE2-A4C5-BD4B0395A89E}" dt="2026-06-02T23:19:18.098" v="12063" actId="1076"/>
          <ac:spMkLst>
            <pc:docMk/>
            <pc:sldMk cId="1835506812" sldId="301"/>
            <ac:spMk id="2" creationId="{CA846F38-ADDD-FC79-D2D1-5792DE64D04C}"/>
          </ac:spMkLst>
        </pc:spChg>
        <pc:spChg chg="add del mod">
          <ac:chgData name="DOWTY, PETER (DNR)" userId="01cf875a-4e15-4928-8f93-7a0dfa1efb6b" providerId="ADAL" clId="{E9054DD1-CDF4-4BE2-A4C5-BD4B0395A89E}" dt="2026-06-02T00:10:41.166" v="11734" actId="478"/>
          <ac:spMkLst>
            <pc:docMk/>
            <pc:sldMk cId="1835506812" sldId="301"/>
            <ac:spMk id="3" creationId="{F3C4716F-4361-8103-5A71-D487AFBB02F3}"/>
          </ac:spMkLst>
        </pc:spChg>
        <pc:spChg chg="add del mod">
          <ac:chgData name="DOWTY, PETER (DNR)" userId="01cf875a-4e15-4928-8f93-7a0dfa1efb6b" providerId="ADAL" clId="{E9054DD1-CDF4-4BE2-A4C5-BD4B0395A89E}" dt="2026-06-02T00:10:44.517" v="11736" actId="478"/>
          <ac:spMkLst>
            <pc:docMk/>
            <pc:sldMk cId="1835506812" sldId="301"/>
            <ac:spMk id="4" creationId="{77C6C626-E9EC-A0B7-508E-3B3987BE3D71}"/>
          </ac:spMkLst>
        </pc:spChg>
        <pc:spChg chg="add mod">
          <ac:chgData name="DOWTY, PETER (DNR)" userId="01cf875a-4e15-4928-8f93-7a0dfa1efb6b" providerId="ADAL" clId="{E9054DD1-CDF4-4BE2-A4C5-BD4B0395A89E}" dt="2026-06-02T00:12:25.727" v="11739" actId="1076"/>
          <ac:spMkLst>
            <pc:docMk/>
            <pc:sldMk cId="1835506812" sldId="301"/>
            <ac:spMk id="5" creationId="{1CED1F09-6351-E795-E318-A20C479DCB53}"/>
          </ac:spMkLst>
        </pc:spChg>
        <pc:spChg chg="add mod">
          <ac:chgData name="DOWTY, PETER (DNR)" userId="01cf875a-4e15-4928-8f93-7a0dfa1efb6b" providerId="ADAL" clId="{E9054DD1-CDF4-4BE2-A4C5-BD4B0395A89E}" dt="2026-06-02T00:12:25.727" v="11739" actId="1076"/>
          <ac:spMkLst>
            <pc:docMk/>
            <pc:sldMk cId="1835506812" sldId="301"/>
            <ac:spMk id="6" creationId="{C57DAA61-636A-167A-BF10-D9C62AAE5ABF}"/>
          </ac:spMkLst>
        </pc:spChg>
        <pc:spChg chg="add mod">
          <ac:chgData name="DOWTY, PETER (DNR)" userId="01cf875a-4e15-4928-8f93-7a0dfa1efb6b" providerId="ADAL" clId="{E9054DD1-CDF4-4BE2-A4C5-BD4B0395A89E}" dt="2026-06-02T23:19:16.560" v="12062" actId="1076"/>
          <ac:spMkLst>
            <pc:docMk/>
            <pc:sldMk cId="1835506812" sldId="301"/>
            <ac:spMk id="7" creationId="{C097202F-5269-B3A1-9550-91B91B620E13}"/>
          </ac:spMkLst>
        </pc:spChg>
        <pc:spChg chg="add mod">
          <ac:chgData name="DOWTY, PETER (DNR)" userId="01cf875a-4e15-4928-8f93-7a0dfa1efb6b" providerId="ADAL" clId="{E9054DD1-CDF4-4BE2-A4C5-BD4B0395A89E}" dt="2026-06-02T23:18:53.649" v="12058" actId="1076"/>
          <ac:spMkLst>
            <pc:docMk/>
            <pc:sldMk cId="1835506812" sldId="301"/>
            <ac:spMk id="8" creationId="{BEF021BE-C797-2D88-A2DC-EC1C57124C11}"/>
          </ac:spMkLst>
        </pc:spChg>
        <pc:spChg chg="add mod">
          <ac:chgData name="DOWTY, PETER (DNR)" userId="01cf875a-4e15-4928-8f93-7a0dfa1efb6b" providerId="ADAL" clId="{E9054DD1-CDF4-4BE2-A4C5-BD4B0395A89E}" dt="2026-06-02T23:19:08.334" v="12060" actId="1076"/>
          <ac:spMkLst>
            <pc:docMk/>
            <pc:sldMk cId="1835506812" sldId="301"/>
            <ac:spMk id="9" creationId="{F63EF6BB-30C4-4646-80EE-00023B834A24}"/>
          </ac:spMkLst>
        </pc:spChg>
        <pc:spChg chg="add mod">
          <ac:chgData name="DOWTY, PETER (DNR)" userId="01cf875a-4e15-4928-8f93-7a0dfa1efb6b" providerId="ADAL" clId="{E9054DD1-CDF4-4BE2-A4C5-BD4B0395A89E}" dt="2026-06-01T23:52:18.701" v="11670" actId="1076"/>
          <ac:spMkLst>
            <pc:docMk/>
            <pc:sldMk cId="1835506812" sldId="301"/>
            <ac:spMk id="10" creationId="{AF2E4861-F20C-839A-F738-717D7645DDBB}"/>
          </ac:spMkLst>
        </pc:spChg>
        <pc:spChg chg="add mod">
          <ac:chgData name="DOWTY, PETER (DNR)" userId="01cf875a-4e15-4928-8f93-7a0dfa1efb6b" providerId="ADAL" clId="{E9054DD1-CDF4-4BE2-A4C5-BD4B0395A89E}" dt="2026-06-02T00:12:25.727" v="11739" actId="1076"/>
          <ac:spMkLst>
            <pc:docMk/>
            <pc:sldMk cId="1835506812" sldId="301"/>
            <ac:spMk id="11" creationId="{7D6ABCC7-A3DA-BEAD-7F8E-92BDC6A20361}"/>
          </ac:spMkLst>
        </pc:spChg>
        <pc:spChg chg="add mod">
          <ac:chgData name="DOWTY, PETER (DNR)" userId="01cf875a-4e15-4928-8f93-7a0dfa1efb6b" providerId="ADAL" clId="{E9054DD1-CDF4-4BE2-A4C5-BD4B0395A89E}" dt="2026-06-02T00:12:25.727" v="11739" actId="1076"/>
          <ac:spMkLst>
            <pc:docMk/>
            <pc:sldMk cId="1835506812" sldId="301"/>
            <ac:spMk id="12" creationId="{1C02C181-C779-4DB3-48EB-D9B5D2EB5829}"/>
          </ac:spMkLst>
        </pc:spChg>
        <pc:spChg chg="add mod">
          <ac:chgData name="DOWTY, PETER (DNR)" userId="01cf875a-4e15-4928-8f93-7a0dfa1efb6b" providerId="ADAL" clId="{E9054DD1-CDF4-4BE2-A4C5-BD4B0395A89E}" dt="2026-06-01T23:53:52.698" v="11674" actId="20577"/>
          <ac:spMkLst>
            <pc:docMk/>
            <pc:sldMk cId="1835506812" sldId="301"/>
            <ac:spMk id="13" creationId="{33F81F00-E7A6-4243-97DA-17CAA6DD8143}"/>
          </ac:spMkLst>
        </pc:spChg>
        <pc:spChg chg="add mod">
          <ac:chgData name="DOWTY, PETER (DNR)" userId="01cf875a-4e15-4928-8f93-7a0dfa1efb6b" providerId="ADAL" clId="{E9054DD1-CDF4-4BE2-A4C5-BD4B0395A89E}" dt="2026-06-01T23:56:55.279" v="11678" actId="1076"/>
          <ac:spMkLst>
            <pc:docMk/>
            <pc:sldMk cId="1835506812" sldId="301"/>
            <ac:spMk id="14" creationId="{9CDF2E68-DBC4-D65D-C845-DCC42B8E4DB8}"/>
          </ac:spMkLst>
        </pc:spChg>
        <pc:spChg chg="add mod">
          <ac:chgData name="DOWTY, PETER (DNR)" userId="01cf875a-4e15-4928-8f93-7a0dfa1efb6b" providerId="ADAL" clId="{E9054DD1-CDF4-4BE2-A4C5-BD4B0395A89E}" dt="2026-06-01T23:56:55.279" v="11678" actId="1076"/>
          <ac:spMkLst>
            <pc:docMk/>
            <pc:sldMk cId="1835506812" sldId="301"/>
            <ac:spMk id="15" creationId="{FE5B4845-0DBF-B970-33CE-C0B63C4338E5}"/>
          </ac:spMkLst>
        </pc:spChg>
        <pc:spChg chg="add mod">
          <ac:chgData name="DOWTY, PETER (DNR)" userId="01cf875a-4e15-4928-8f93-7a0dfa1efb6b" providerId="ADAL" clId="{E9054DD1-CDF4-4BE2-A4C5-BD4B0395A89E}" dt="2026-06-01T23:57:00.940" v="11679" actId="1076"/>
          <ac:spMkLst>
            <pc:docMk/>
            <pc:sldMk cId="1835506812" sldId="301"/>
            <ac:spMk id="16" creationId="{08034E2F-6BF4-32C2-75D8-B3B11F2AFCD7}"/>
          </ac:spMkLst>
        </pc:spChg>
        <pc:spChg chg="add mod">
          <ac:chgData name="DOWTY, PETER (DNR)" userId="01cf875a-4e15-4928-8f93-7a0dfa1efb6b" providerId="ADAL" clId="{E9054DD1-CDF4-4BE2-A4C5-BD4B0395A89E}" dt="2026-06-01T23:57:12.286" v="11680" actId="1076"/>
          <ac:spMkLst>
            <pc:docMk/>
            <pc:sldMk cId="1835506812" sldId="301"/>
            <ac:spMk id="17" creationId="{3C711E85-6069-1C4A-9783-72909BEE2CE9}"/>
          </ac:spMkLst>
        </pc:spChg>
        <pc:spChg chg="add mod">
          <ac:chgData name="DOWTY, PETER (DNR)" userId="01cf875a-4e15-4928-8f93-7a0dfa1efb6b" providerId="ADAL" clId="{E9054DD1-CDF4-4BE2-A4C5-BD4B0395A89E}" dt="2026-06-01T23:52:18.701" v="11670" actId="1076"/>
          <ac:spMkLst>
            <pc:docMk/>
            <pc:sldMk cId="1835506812" sldId="301"/>
            <ac:spMk id="18" creationId="{CC194844-EC75-D7C1-2B11-5F77BA635529}"/>
          </ac:spMkLst>
        </pc:spChg>
        <pc:spChg chg="add mod">
          <ac:chgData name="DOWTY, PETER (DNR)" userId="01cf875a-4e15-4928-8f93-7a0dfa1efb6b" providerId="ADAL" clId="{E9054DD1-CDF4-4BE2-A4C5-BD4B0395A89E}" dt="2026-06-01T23:52:18.701" v="11670" actId="1076"/>
          <ac:spMkLst>
            <pc:docMk/>
            <pc:sldMk cId="1835506812" sldId="301"/>
            <ac:spMk id="19" creationId="{B8807046-6FF6-7FEB-80A8-A288A37AEAC8}"/>
          </ac:spMkLst>
        </pc:spChg>
        <pc:spChg chg="add mod">
          <ac:chgData name="DOWTY, PETER (DNR)" userId="01cf875a-4e15-4928-8f93-7a0dfa1efb6b" providerId="ADAL" clId="{E9054DD1-CDF4-4BE2-A4C5-BD4B0395A89E}" dt="2026-06-01T23:49:04.375" v="11662" actId="553"/>
          <ac:spMkLst>
            <pc:docMk/>
            <pc:sldMk cId="1835506812" sldId="301"/>
            <ac:spMk id="20" creationId="{02CDAE73-7217-34BB-5F69-27329849BDB2}"/>
          </ac:spMkLst>
        </pc:spChg>
        <pc:spChg chg="add mod">
          <ac:chgData name="DOWTY, PETER (DNR)" userId="01cf875a-4e15-4928-8f93-7a0dfa1efb6b" providerId="ADAL" clId="{E9054DD1-CDF4-4BE2-A4C5-BD4B0395A89E}" dt="2026-06-01T23:48:54.639" v="11661" actId="552"/>
          <ac:spMkLst>
            <pc:docMk/>
            <pc:sldMk cId="1835506812" sldId="301"/>
            <ac:spMk id="21" creationId="{AFC53919-C338-F790-806D-00971349364F}"/>
          </ac:spMkLst>
        </pc:spChg>
        <pc:spChg chg="add mod">
          <ac:chgData name="DOWTY, PETER (DNR)" userId="01cf875a-4e15-4928-8f93-7a0dfa1efb6b" providerId="ADAL" clId="{E9054DD1-CDF4-4BE2-A4C5-BD4B0395A89E}" dt="2026-06-01T23:49:04.375" v="11662" actId="553"/>
          <ac:spMkLst>
            <pc:docMk/>
            <pc:sldMk cId="1835506812" sldId="301"/>
            <ac:spMk id="22" creationId="{205546D8-0762-BE98-4083-21600FE46AF5}"/>
          </ac:spMkLst>
        </pc:spChg>
        <pc:spChg chg="add mod">
          <ac:chgData name="DOWTY, PETER (DNR)" userId="01cf875a-4e15-4928-8f93-7a0dfa1efb6b" providerId="ADAL" clId="{E9054DD1-CDF4-4BE2-A4C5-BD4B0395A89E}" dt="2026-06-03T16:58:12.656" v="12084" actId="1076"/>
          <ac:spMkLst>
            <pc:docMk/>
            <pc:sldMk cId="1835506812" sldId="301"/>
            <ac:spMk id="23" creationId="{F1E87337-20FD-C8F0-87F2-A6980D388AE5}"/>
          </ac:spMkLst>
        </pc:spChg>
        <pc:spChg chg="add mod">
          <ac:chgData name="DOWTY, PETER (DNR)" userId="01cf875a-4e15-4928-8f93-7a0dfa1efb6b" providerId="ADAL" clId="{E9054DD1-CDF4-4BE2-A4C5-BD4B0395A89E}" dt="2026-06-02T15:13:01.717" v="11788" actId="1076"/>
          <ac:spMkLst>
            <pc:docMk/>
            <pc:sldMk cId="1835506812" sldId="301"/>
            <ac:spMk id="25" creationId="{2D9679E1-4BAC-BA48-C59A-257390CDC79F}"/>
          </ac:spMkLst>
        </pc:spChg>
        <pc:spChg chg="add mod">
          <ac:chgData name="DOWTY, PETER (DNR)" userId="01cf875a-4e15-4928-8f93-7a0dfa1efb6b" providerId="ADAL" clId="{E9054DD1-CDF4-4BE2-A4C5-BD4B0395A89E}" dt="2026-06-02T00:12:33.821" v="11740" actId="1076"/>
          <ac:spMkLst>
            <pc:docMk/>
            <pc:sldMk cId="1835506812" sldId="301"/>
            <ac:spMk id="26" creationId="{C0ABF959-5BC4-471A-54AD-ACA7AF7AF094}"/>
          </ac:spMkLst>
        </pc:spChg>
        <pc:spChg chg="add mod">
          <ac:chgData name="DOWTY, PETER (DNR)" userId="01cf875a-4e15-4928-8f93-7a0dfa1efb6b" providerId="ADAL" clId="{E9054DD1-CDF4-4BE2-A4C5-BD4B0395A89E}" dt="2026-06-02T15:14:08.781" v="11796" actId="20577"/>
          <ac:spMkLst>
            <pc:docMk/>
            <pc:sldMk cId="1835506812" sldId="301"/>
            <ac:spMk id="27" creationId="{BA03D427-46CE-A87E-7479-DB97639C94FE}"/>
          </ac:spMkLst>
        </pc:spChg>
        <pc:spChg chg="add mod">
          <ac:chgData name="DOWTY, PETER (DNR)" userId="01cf875a-4e15-4928-8f93-7a0dfa1efb6b" providerId="ADAL" clId="{E9054DD1-CDF4-4BE2-A4C5-BD4B0395A89E}" dt="2026-06-02T15:14:19.312" v="11802" actId="20577"/>
          <ac:spMkLst>
            <pc:docMk/>
            <pc:sldMk cId="1835506812" sldId="301"/>
            <ac:spMk id="28" creationId="{5E32C94E-F937-B57F-7394-72097CD9FD72}"/>
          </ac:spMkLst>
        </pc:spChg>
        <pc:spChg chg="add mod">
          <ac:chgData name="DOWTY, PETER (DNR)" userId="01cf875a-4e15-4928-8f93-7a0dfa1efb6b" providerId="ADAL" clId="{E9054DD1-CDF4-4BE2-A4C5-BD4B0395A89E}" dt="2026-06-02T00:13:38.609" v="11743" actId="1076"/>
          <ac:spMkLst>
            <pc:docMk/>
            <pc:sldMk cId="1835506812" sldId="301"/>
            <ac:spMk id="29" creationId="{042BF2F3-4CF6-0944-53D2-C766BDB236C6}"/>
          </ac:spMkLst>
        </pc:spChg>
        <pc:spChg chg="add mod">
          <ac:chgData name="DOWTY, PETER (DNR)" userId="01cf875a-4e15-4928-8f93-7a0dfa1efb6b" providerId="ADAL" clId="{E9054DD1-CDF4-4BE2-A4C5-BD4B0395A89E}" dt="2026-06-02T00:13:38.609" v="11743" actId="1076"/>
          <ac:spMkLst>
            <pc:docMk/>
            <pc:sldMk cId="1835506812" sldId="301"/>
            <ac:spMk id="30" creationId="{5EB3344F-1E47-7B91-09A1-81AD7247D778}"/>
          </ac:spMkLst>
        </pc:spChg>
        <pc:spChg chg="add mod">
          <ac:chgData name="DOWTY, PETER (DNR)" userId="01cf875a-4e15-4928-8f93-7a0dfa1efb6b" providerId="ADAL" clId="{E9054DD1-CDF4-4BE2-A4C5-BD4B0395A89E}" dt="2026-06-02T00:13:43.338" v="11744" actId="1076"/>
          <ac:spMkLst>
            <pc:docMk/>
            <pc:sldMk cId="1835506812" sldId="301"/>
            <ac:spMk id="31" creationId="{1CD8231A-1A62-26D7-A849-A406F6B93420}"/>
          </ac:spMkLst>
        </pc:spChg>
        <pc:spChg chg="add mod">
          <ac:chgData name="DOWTY, PETER (DNR)" userId="01cf875a-4e15-4928-8f93-7a0dfa1efb6b" providerId="ADAL" clId="{E9054DD1-CDF4-4BE2-A4C5-BD4B0395A89E}" dt="2026-06-02T00:13:43.338" v="11744" actId="1076"/>
          <ac:spMkLst>
            <pc:docMk/>
            <pc:sldMk cId="1835506812" sldId="301"/>
            <ac:spMk id="32" creationId="{2EBBC36A-8DB4-451A-9CF8-88561C17841B}"/>
          </ac:spMkLst>
        </pc:spChg>
        <pc:spChg chg="add mod">
          <ac:chgData name="DOWTY, PETER (DNR)" userId="01cf875a-4e15-4928-8f93-7a0dfa1efb6b" providerId="ADAL" clId="{E9054DD1-CDF4-4BE2-A4C5-BD4B0395A89E}" dt="2026-06-02T00:13:38.609" v="11743" actId="1076"/>
          <ac:spMkLst>
            <pc:docMk/>
            <pc:sldMk cId="1835506812" sldId="301"/>
            <ac:spMk id="33" creationId="{03494EC8-87B3-112F-7B4C-9687216B1468}"/>
          </ac:spMkLst>
        </pc:spChg>
        <pc:spChg chg="add mod">
          <ac:chgData name="DOWTY, PETER (DNR)" userId="01cf875a-4e15-4928-8f93-7a0dfa1efb6b" providerId="ADAL" clId="{E9054DD1-CDF4-4BE2-A4C5-BD4B0395A89E}" dt="2026-06-02T00:13:38.609" v="11743" actId="1076"/>
          <ac:spMkLst>
            <pc:docMk/>
            <pc:sldMk cId="1835506812" sldId="301"/>
            <ac:spMk id="34" creationId="{43C3F10B-430C-4A9B-C1BE-DAF99A70EFA9}"/>
          </ac:spMkLst>
        </pc:spChg>
        <pc:spChg chg="add mod">
          <ac:chgData name="DOWTY, PETER (DNR)" userId="01cf875a-4e15-4928-8f93-7a0dfa1efb6b" providerId="ADAL" clId="{E9054DD1-CDF4-4BE2-A4C5-BD4B0395A89E}" dt="2026-06-02T00:13:43.338" v="11744" actId="1076"/>
          <ac:spMkLst>
            <pc:docMk/>
            <pc:sldMk cId="1835506812" sldId="301"/>
            <ac:spMk id="35" creationId="{B86E6CC8-5D07-6368-DA13-F6A7E149010F}"/>
          </ac:spMkLst>
        </pc:spChg>
        <pc:spChg chg="add mod">
          <ac:chgData name="DOWTY, PETER (DNR)" userId="01cf875a-4e15-4928-8f93-7a0dfa1efb6b" providerId="ADAL" clId="{E9054DD1-CDF4-4BE2-A4C5-BD4B0395A89E}" dt="2026-06-02T00:13:43.338" v="11744" actId="1076"/>
          <ac:spMkLst>
            <pc:docMk/>
            <pc:sldMk cId="1835506812" sldId="301"/>
            <ac:spMk id="36" creationId="{03A276EE-5199-3DD7-365D-649D9CDA7F46}"/>
          </ac:spMkLst>
        </pc:spChg>
        <pc:spChg chg="add mod">
          <ac:chgData name="DOWTY, PETER (DNR)" userId="01cf875a-4e15-4928-8f93-7a0dfa1efb6b" providerId="ADAL" clId="{E9054DD1-CDF4-4BE2-A4C5-BD4B0395A89E}" dt="2026-06-02T00:12:25.727" v="11739" actId="1076"/>
          <ac:spMkLst>
            <pc:docMk/>
            <pc:sldMk cId="1835506812" sldId="301"/>
            <ac:spMk id="37" creationId="{7D16656C-E0AF-B118-BCA5-7D46074F14E8}"/>
          </ac:spMkLst>
        </pc:spChg>
        <pc:spChg chg="add mod">
          <ac:chgData name="DOWTY, PETER (DNR)" userId="01cf875a-4e15-4928-8f93-7a0dfa1efb6b" providerId="ADAL" clId="{E9054DD1-CDF4-4BE2-A4C5-BD4B0395A89E}" dt="2026-06-01T23:46:14.419" v="11647" actId="1076"/>
          <ac:spMkLst>
            <pc:docMk/>
            <pc:sldMk cId="1835506812" sldId="301"/>
            <ac:spMk id="38" creationId="{06F082C8-39FD-7C61-B8FE-3590E4A25BB9}"/>
          </ac:spMkLst>
        </pc:spChg>
        <pc:spChg chg="add mod">
          <ac:chgData name="DOWTY, PETER (DNR)" userId="01cf875a-4e15-4928-8f93-7a0dfa1efb6b" providerId="ADAL" clId="{E9054DD1-CDF4-4BE2-A4C5-BD4B0395A89E}" dt="2026-06-01T23:50:00.704" v="11667" actId="20577"/>
          <ac:spMkLst>
            <pc:docMk/>
            <pc:sldMk cId="1835506812" sldId="301"/>
            <ac:spMk id="39" creationId="{038D1C5A-DC0D-09E2-625D-8934D2198D3C}"/>
          </ac:spMkLst>
        </pc:spChg>
        <pc:spChg chg="add mod">
          <ac:chgData name="DOWTY, PETER (DNR)" userId="01cf875a-4e15-4928-8f93-7a0dfa1efb6b" providerId="ADAL" clId="{E9054DD1-CDF4-4BE2-A4C5-BD4B0395A89E}" dt="2026-06-02T00:02:24.471" v="11682" actId="1076"/>
          <ac:spMkLst>
            <pc:docMk/>
            <pc:sldMk cId="1835506812" sldId="301"/>
            <ac:spMk id="40" creationId="{F9B41955-2698-27EF-DFB7-B9458D458BF2}"/>
          </ac:spMkLst>
        </pc:spChg>
        <pc:spChg chg="add mod">
          <ac:chgData name="DOWTY, PETER (DNR)" userId="01cf875a-4e15-4928-8f93-7a0dfa1efb6b" providerId="ADAL" clId="{E9054DD1-CDF4-4BE2-A4C5-BD4B0395A89E}" dt="2026-06-02T00:04:14.735" v="11687" actId="14100"/>
          <ac:spMkLst>
            <pc:docMk/>
            <pc:sldMk cId="1835506812" sldId="301"/>
            <ac:spMk id="41" creationId="{97E9ED0C-4867-CDF1-203C-119CBCCB9862}"/>
          </ac:spMkLst>
        </pc:spChg>
        <pc:spChg chg="add mod">
          <ac:chgData name="DOWTY, PETER (DNR)" userId="01cf875a-4e15-4928-8f93-7a0dfa1efb6b" providerId="ADAL" clId="{E9054DD1-CDF4-4BE2-A4C5-BD4B0395A89E}" dt="2026-06-02T00:13:38.609" v="11743" actId="1076"/>
          <ac:spMkLst>
            <pc:docMk/>
            <pc:sldMk cId="1835506812" sldId="301"/>
            <ac:spMk id="42" creationId="{4D05E129-6657-2B61-FC22-474CF742D166}"/>
          </ac:spMkLst>
        </pc:spChg>
        <pc:spChg chg="add mod ord">
          <ac:chgData name="DOWTY, PETER (DNR)" userId="01cf875a-4e15-4928-8f93-7a0dfa1efb6b" providerId="ADAL" clId="{E9054DD1-CDF4-4BE2-A4C5-BD4B0395A89E}" dt="2026-06-03T17:51:08.266" v="12099" actId="167"/>
          <ac:spMkLst>
            <pc:docMk/>
            <pc:sldMk cId="1835506812" sldId="301"/>
            <ac:spMk id="42" creationId="{F9265CB6-2D04-501C-0F09-3FFF83160315}"/>
          </ac:spMkLst>
        </pc:spChg>
        <pc:spChg chg="add mod">
          <ac:chgData name="DOWTY, PETER (DNR)" userId="01cf875a-4e15-4928-8f93-7a0dfa1efb6b" providerId="ADAL" clId="{E9054DD1-CDF4-4BE2-A4C5-BD4B0395A89E}" dt="2026-06-02T00:13:38.609" v="11743" actId="1076"/>
          <ac:spMkLst>
            <pc:docMk/>
            <pc:sldMk cId="1835506812" sldId="301"/>
            <ac:spMk id="43" creationId="{0E2418D5-12D6-28F3-284D-422D1EE108B1}"/>
          </ac:spMkLst>
        </pc:spChg>
        <pc:spChg chg="add mod">
          <ac:chgData name="DOWTY, PETER (DNR)" userId="01cf875a-4e15-4928-8f93-7a0dfa1efb6b" providerId="ADAL" clId="{E9054DD1-CDF4-4BE2-A4C5-BD4B0395A89E}" dt="2026-06-03T17:54:46.175" v="12104" actId="122"/>
          <ac:spMkLst>
            <pc:docMk/>
            <pc:sldMk cId="1835506812" sldId="301"/>
            <ac:spMk id="43" creationId="{3637AE5A-FEBB-30E5-6325-292F8E1DA0F9}"/>
          </ac:spMkLst>
        </pc:spChg>
        <pc:spChg chg="add mod">
          <ac:chgData name="DOWTY, PETER (DNR)" userId="01cf875a-4e15-4928-8f93-7a0dfa1efb6b" providerId="ADAL" clId="{E9054DD1-CDF4-4BE2-A4C5-BD4B0395A89E}" dt="2026-06-02T00:13:43.338" v="11744" actId="1076"/>
          <ac:spMkLst>
            <pc:docMk/>
            <pc:sldMk cId="1835506812" sldId="301"/>
            <ac:spMk id="44" creationId="{6DA6A340-2509-0F04-8EC5-1C1D48219A69}"/>
          </ac:spMkLst>
        </pc:spChg>
        <pc:spChg chg="add mod">
          <ac:chgData name="DOWTY, PETER (DNR)" userId="01cf875a-4e15-4928-8f93-7a0dfa1efb6b" providerId="ADAL" clId="{E9054DD1-CDF4-4BE2-A4C5-BD4B0395A89E}" dt="2026-06-02T00:13:43.338" v="11744" actId="1076"/>
          <ac:spMkLst>
            <pc:docMk/>
            <pc:sldMk cId="1835506812" sldId="301"/>
            <ac:spMk id="45" creationId="{A2B0DB32-DBDA-81A6-A337-D943C88AA080}"/>
          </ac:spMkLst>
        </pc:spChg>
        <pc:spChg chg="add mod">
          <ac:chgData name="DOWTY, PETER (DNR)" userId="01cf875a-4e15-4928-8f93-7a0dfa1efb6b" providerId="ADAL" clId="{E9054DD1-CDF4-4BE2-A4C5-BD4B0395A89E}" dt="2026-06-02T00:13:43.338" v="11744" actId="1076"/>
          <ac:spMkLst>
            <pc:docMk/>
            <pc:sldMk cId="1835506812" sldId="301"/>
            <ac:spMk id="46" creationId="{EEA2693D-4F80-B26D-B85F-2BEDECBC2740}"/>
          </ac:spMkLst>
        </pc:spChg>
        <pc:spChg chg="add mod">
          <ac:chgData name="DOWTY, PETER (DNR)" userId="01cf875a-4e15-4928-8f93-7a0dfa1efb6b" providerId="ADAL" clId="{E9054DD1-CDF4-4BE2-A4C5-BD4B0395A89E}" dt="2026-06-02T00:13:43.338" v="11744" actId="1076"/>
          <ac:spMkLst>
            <pc:docMk/>
            <pc:sldMk cId="1835506812" sldId="301"/>
            <ac:spMk id="47" creationId="{7B93C9D5-1E81-E818-2949-2530223BC0EB}"/>
          </ac:spMkLst>
        </pc:spChg>
        <pc:spChg chg="add mod">
          <ac:chgData name="DOWTY, PETER (DNR)" userId="01cf875a-4e15-4928-8f93-7a0dfa1efb6b" providerId="ADAL" clId="{E9054DD1-CDF4-4BE2-A4C5-BD4B0395A89E}" dt="2026-06-02T00:16:53.358" v="11778" actId="1076"/>
          <ac:spMkLst>
            <pc:docMk/>
            <pc:sldMk cId="1835506812" sldId="301"/>
            <ac:spMk id="48" creationId="{E70E7CFD-7483-0DD7-79C5-A362416B9CA7}"/>
          </ac:spMkLst>
        </pc:spChg>
        <pc:spChg chg="add mod">
          <ac:chgData name="DOWTY, PETER (DNR)" userId="01cf875a-4e15-4928-8f93-7a0dfa1efb6b" providerId="ADAL" clId="{E9054DD1-CDF4-4BE2-A4C5-BD4B0395A89E}" dt="2026-06-02T00:16:53.358" v="11778" actId="1076"/>
          <ac:spMkLst>
            <pc:docMk/>
            <pc:sldMk cId="1835506812" sldId="301"/>
            <ac:spMk id="49" creationId="{1C2E54EB-245A-DC25-4BB6-C3C0454CF3A1}"/>
          </ac:spMkLst>
        </pc:spChg>
        <pc:spChg chg="add mod">
          <ac:chgData name="DOWTY, PETER (DNR)" userId="01cf875a-4e15-4928-8f93-7a0dfa1efb6b" providerId="ADAL" clId="{E9054DD1-CDF4-4BE2-A4C5-BD4B0395A89E}" dt="2026-06-02T00:16:53.358" v="11778" actId="1076"/>
          <ac:spMkLst>
            <pc:docMk/>
            <pc:sldMk cId="1835506812" sldId="301"/>
            <ac:spMk id="50" creationId="{10A2254F-AD7B-2E8A-A1E2-139507A26D1A}"/>
          </ac:spMkLst>
        </pc:spChg>
        <pc:spChg chg="add mod">
          <ac:chgData name="DOWTY, PETER (DNR)" userId="01cf875a-4e15-4928-8f93-7a0dfa1efb6b" providerId="ADAL" clId="{E9054DD1-CDF4-4BE2-A4C5-BD4B0395A89E}" dt="2026-06-02T00:16:53.358" v="11778" actId="1076"/>
          <ac:spMkLst>
            <pc:docMk/>
            <pc:sldMk cId="1835506812" sldId="301"/>
            <ac:spMk id="51" creationId="{EED36589-D173-4EA4-61A8-C34BE0ACB4B9}"/>
          </ac:spMkLst>
        </pc:spChg>
        <pc:spChg chg="add mod">
          <ac:chgData name="DOWTY, PETER (DNR)" userId="01cf875a-4e15-4928-8f93-7a0dfa1efb6b" providerId="ADAL" clId="{E9054DD1-CDF4-4BE2-A4C5-BD4B0395A89E}" dt="2026-06-02T00:20:00.284" v="11780" actId="20577"/>
          <ac:spMkLst>
            <pc:docMk/>
            <pc:sldMk cId="1835506812" sldId="301"/>
            <ac:spMk id="52" creationId="{C9290E5F-569F-61A5-6E7A-C4368AA99F54}"/>
          </ac:spMkLst>
        </pc:spChg>
        <pc:spChg chg="add mod">
          <ac:chgData name="DOWTY, PETER (DNR)" userId="01cf875a-4e15-4928-8f93-7a0dfa1efb6b" providerId="ADAL" clId="{E9054DD1-CDF4-4BE2-A4C5-BD4B0395A89E}" dt="2026-06-02T00:19:26.010" v="11779" actId="20577"/>
          <ac:spMkLst>
            <pc:docMk/>
            <pc:sldMk cId="1835506812" sldId="301"/>
            <ac:spMk id="53" creationId="{425D6CF1-3692-5F01-A863-1F90B0E95B38}"/>
          </ac:spMkLst>
        </pc:spChg>
        <pc:spChg chg="add mod">
          <ac:chgData name="DOWTY, PETER (DNR)" userId="01cf875a-4e15-4928-8f93-7a0dfa1efb6b" providerId="ADAL" clId="{E9054DD1-CDF4-4BE2-A4C5-BD4B0395A89E}" dt="2026-06-02T00:26:17.340" v="11782" actId="1076"/>
          <ac:spMkLst>
            <pc:docMk/>
            <pc:sldMk cId="1835506812" sldId="301"/>
            <ac:spMk id="54" creationId="{B9361667-2091-4FE8-BADA-38DFD9EF324F}"/>
          </ac:spMkLst>
        </pc:spChg>
        <pc:spChg chg="add mod">
          <ac:chgData name="DOWTY, PETER (DNR)" userId="01cf875a-4e15-4928-8f93-7a0dfa1efb6b" providerId="ADAL" clId="{E9054DD1-CDF4-4BE2-A4C5-BD4B0395A89E}" dt="2026-06-02T00:27:06.699" v="11784" actId="1076"/>
          <ac:spMkLst>
            <pc:docMk/>
            <pc:sldMk cId="1835506812" sldId="301"/>
            <ac:spMk id="55" creationId="{30FADCC8-FDAB-E84B-411A-8B6311D9D4E5}"/>
          </ac:spMkLst>
        </pc:spChg>
        <pc:spChg chg="add mod">
          <ac:chgData name="DOWTY, PETER (DNR)" userId="01cf875a-4e15-4928-8f93-7a0dfa1efb6b" providerId="ADAL" clId="{E9054DD1-CDF4-4BE2-A4C5-BD4B0395A89E}" dt="2026-06-02T00:28:08.596" v="11786" actId="20577"/>
          <ac:spMkLst>
            <pc:docMk/>
            <pc:sldMk cId="1835506812" sldId="301"/>
            <ac:spMk id="56" creationId="{E40E8C92-55CC-CBBB-5D85-3B438ADFBC18}"/>
          </ac:spMkLst>
        </pc:spChg>
        <pc:spChg chg="del">
          <ac:chgData name="DOWTY, PETER (DNR)" userId="01cf875a-4e15-4928-8f93-7a0dfa1efb6b" providerId="ADAL" clId="{E9054DD1-CDF4-4BE2-A4C5-BD4B0395A89E}" dt="2026-06-02T23:08:29.628" v="12024" actId="478"/>
          <ac:spMkLst>
            <pc:docMk/>
            <pc:sldMk cId="1835506812" sldId="301"/>
            <ac:spMk id="58" creationId="{70794671-7AA8-614B-5685-90E3D1392D27}"/>
          </ac:spMkLst>
        </pc:spChg>
        <pc:spChg chg="add mod">
          <ac:chgData name="DOWTY, PETER (DNR)" userId="01cf875a-4e15-4928-8f93-7a0dfa1efb6b" providerId="ADAL" clId="{E9054DD1-CDF4-4BE2-A4C5-BD4B0395A89E}" dt="2026-06-02T15:51:29.159" v="11893" actId="1076"/>
          <ac:spMkLst>
            <pc:docMk/>
            <pc:sldMk cId="1835506812" sldId="301"/>
            <ac:spMk id="62" creationId="{B3EC0EC5-9D61-CF99-DD83-A92179FEF23D}"/>
          </ac:spMkLst>
        </pc:spChg>
        <pc:spChg chg="add mod">
          <ac:chgData name="DOWTY, PETER (DNR)" userId="01cf875a-4e15-4928-8f93-7a0dfa1efb6b" providerId="ADAL" clId="{E9054DD1-CDF4-4BE2-A4C5-BD4B0395A89E}" dt="2026-06-02T23:18:53.649" v="12058" actId="1076"/>
          <ac:spMkLst>
            <pc:docMk/>
            <pc:sldMk cId="1835506812" sldId="301"/>
            <ac:spMk id="63" creationId="{236A0260-4A8B-3F99-2C18-0B712A54B012}"/>
          </ac:spMkLst>
        </pc:spChg>
        <pc:spChg chg="add mod">
          <ac:chgData name="DOWTY, PETER (DNR)" userId="01cf875a-4e15-4928-8f93-7a0dfa1efb6b" providerId="ADAL" clId="{E9054DD1-CDF4-4BE2-A4C5-BD4B0395A89E}" dt="2026-06-02T23:19:08.334" v="12060" actId="1076"/>
          <ac:spMkLst>
            <pc:docMk/>
            <pc:sldMk cId="1835506812" sldId="301"/>
            <ac:spMk id="64" creationId="{E16AB1D7-E866-5271-7E44-C49EFC182B53}"/>
          </ac:spMkLst>
        </pc:spChg>
        <pc:spChg chg="add mod">
          <ac:chgData name="DOWTY, PETER (DNR)" userId="01cf875a-4e15-4928-8f93-7a0dfa1efb6b" providerId="ADAL" clId="{E9054DD1-CDF4-4BE2-A4C5-BD4B0395A89E}" dt="2026-06-02T22:17:49.933" v="11973" actId="1076"/>
          <ac:spMkLst>
            <pc:docMk/>
            <pc:sldMk cId="1835506812" sldId="301"/>
            <ac:spMk id="68" creationId="{B0841662-720A-5FE5-9844-B2D7F7BF1419}"/>
          </ac:spMkLst>
        </pc:spChg>
        <pc:spChg chg="add mod">
          <ac:chgData name="DOWTY, PETER (DNR)" userId="01cf875a-4e15-4928-8f93-7a0dfa1efb6b" providerId="ADAL" clId="{E9054DD1-CDF4-4BE2-A4C5-BD4B0395A89E}" dt="2026-06-02T23:05:32.203" v="12023" actId="1076"/>
          <ac:spMkLst>
            <pc:docMk/>
            <pc:sldMk cId="1835506812" sldId="301"/>
            <ac:spMk id="69" creationId="{932CC6CF-F0F5-3E85-F792-24F455C8A8B9}"/>
          </ac:spMkLst>
        </pc:spChg>
        <pc:spChg chg="add mod">
          <ac:chgData name="DOWTY, PETER (DNR)" userId="01cf875a-4e15-4928-8f93-7a0dfa1efb6b" providerId="ADAL" clId="{E9054DD1-CDF4-4BE2-A4C5-BD4B0395A89E}" dt="2026-06-02T22:18:47.650" v="11996" actId="20577"/>
          <ac:spMkLst>
            <pc:docMk/>
            <pc:sldMk cId="1835506812" sldId="301"/>
            <ac:spMk id="70" creationId="{FC65503B-189C-429D-108A-617AB44A93CE}"/>
          </ac:spMkLst>
        </pc:spChg>
        <pc:spChg chg="add mod">
          <ac:chgData name="DOWTY, PETER (DNR)" userId="01cf875a-4e15-4928-8f93-7a0dfa1efb6b" providerId="ADAL" clId="{E9054DD1-CDF4-4BE2-A4C5-BD4B0395A89E}" dt="2026-06-02T23:09:09.143" v="12032" actId="14100"/>
          <ac:spMkLst>
            <pc:docMk/>
            <pc:sldMk cId="1835506812" sldId="301"/>
            <ac:spMk id="71" creationId="{BA12BE36-ADE2-E38B-5909-E8790792C55C}"/>
          </ac:spMkLst>
        </pc:spChg>
        <pc:spChg chg="add mod">
          <ac:chgData name="DOWTY, PETER (DNR)" userId="01cf875a-4e15-4928-8f93-7a0dfa1efb6b" providerId="ADAL" clId="{E9054DD1-CDF4-4BE2-A4C5-BD4B0395A89E}" dt="2026-06-03T17:55:49.783" v="12124" actId="20577"/>
          <ac:spMkLst>
            <pc:docMk/>
            <pc:sldMk cId="1835506812" sldId="301"/>
            <ac:spMk id="72" creationId="{0A5B5348-380B-5147-6E36-E753F79F32EC}"/>
          </ac:spMkLst>
        </pc:spChg>
        <pc:spChg chg="add del mod">
          <ac:chgData name="DOWTY, PETER (DNR)" userId="01cf875a-4e15-4928-8f93-7a0dfa1efb6b" providerId="ADAL" clId="{E9054DD1-CDF4-4BE2-A4C5-BD4B0395A89E}" dt="2026-06-02T23:18:43.477" v="12056" actId="478"/>
          <ac:spMkLst>
            <pc:docMk/>
            <pc:sldMk cId="1835506812" sldId="301"/>
            <ac:spMk id="72" creationId="{BA64A54E-F5EF-37F1-742C-B415CB679007}"/>
          </ac:spMkLst>
        </pc:spChg>
        <pc:spChg chg="add mod">
          <ac:chgData name="DOWTY, PETER (DNR)" userId="01cf875a-4e15-4928-8f93-7a0dfa1efb6b" providerId="ADAL" clId="{E9054DD1-CDF4-4BE2-A4C5-BD4B0395A89E}" dt="2026-06-03T17:55:52.558" v="12126" actId="20577"/>
          <ac:spMkLst>
            <pc:docMk/>
            <pc:sldMk cId="1835506812" sldId="301"/>
            <ac:spMk id="73" creationId="{CE1D182E-0603-F7D6-873D-1FD6F7D86DC4}"/>
          </ac:spMkLst>
        </pc:spChg>
        <pc:spChg chg="add del mod">
          <ac:chgData name="DOWTY, PETER (DNR)" userId="01cf875a-4e15-4928-8f93-7a0dfa1efb6b" providerId="ADAL" clId="{E9054DD1-CDF4-4BE2-A4C5-BD4B0395A89E}" dt="2026-06-02T23:18:47.126" v="12057" actId="478"/>
          <ac:spMkLst>
            <pc:docMk/>
            <pc:sldMk cId="1835506812" sldId="301"/>
            <ac:spMk id="73" creationId="{E6C41559-A702-B311-4E52-325A19C36F15}"/>
          </ac:spMkLst>
        </pc:spChg>
        <pc:spChg chg="add mod">
          <ac:chgData name="DOWTY, PETER (DNR)" userId="01cf875a-4e15-4928-8f93-7a0dfa1efb6b" providerId="ADAL" clId="{E9054DD1-CDF4-4BE2-A4C5-BD4B0395A89E}" dt="2026-06-03T17:55:45.942" v="12122" actId="20577"/>
          <ac:spMkLst>
            <pc:docMk/>
            <pc:sldMk cId="1835506812" sldId="301"/>
            <ac:spMk id="74" creationId="{004CC4C5-230D-3DDB-684D-8257A0C2A81D}"/>
          </ac:spMkLst>
        </pc:spChg>
        <pc:spChg chg="add mod">
          <ac:chgData name="DOWTY, PETER (DNR)" userId="01cf875a-4e15-4928-8f93-7a0dfa1efb6b" providerId="ADAL" clId="{E9054DD1-CDF4-4BE2-A4C5-BD4B0395A89E}" dt="2026-06-03T17:55:39.321" v="12120" actId="20577"/>
          <ac:spMkLst>
            <pc:docMk/>
            <pc:sldMk cId="1835506812" sldId="301"/>
            <ac:spMk id="75" creationId="{0C19321E-66E8-18AB-6F4D-046CC80DABD7}"/>
          </ac:spMkLst>
        </pc:spChg>
        <pc:spChg chg="add mod">
          <ac:chgData name="DOWTY, PETER (DNR)" userId="01cf875a-4e15-4928-8f93-7a0dfa1efb6b" providerId="ADAL" clId="{E9054DD1-CDF4-4BE2-A4C5-BD4B0395A89E}" dt="2026-06-03T17:55:55.502" v="12128" actId="20577"/>
          <ac:spMkLst>
            <pc:docMk/>
            <pc:sldMk cId="1835506812" sldId="301"/>
            <ac:spMk id="76" creationId="{A41F176F-7050-C6D9-12FD-1676C7D59B28}"/>
          </ac:spMkLst>
        </pc:spChg>
        <pc:spChg chg="add del mod">
          <ac:chgData name="DOWTY, PETER (DNR)" userId="01cf875a-4e15-4928-8f93-7a0dfa1efb6b" providerId="ADAL" clId="{E9054DD1-CDF4-4BE2-A4C5-BD4B0395A89E}" dt="2026-06-02T23:15:57.632" v="12055" actId="478"/>
          <ac:spMkLst>
            <pc:docMk/>
            <pc:sldMk cId="1835506812" sldId="301"/>
            <ac:spMk id="76" creationId="{E166379F-8A94-302B-F10D-142876C6B410}"/>
          </ac:spMkLst>
        </pc:spChg>
        <pc:spChg chg="add mod">
          <ac:chgData name="DOWTY, PETER (DNR)" userId="01cf875a-4e15-4928-8f93-7a0dfa1efb6b" providerId="ADAL" clId="{E9054DD1-CDF4-4BE2-A4C5-BD4B0395A89E}" dt="2026-06-02T23:20:39.385" v="12069" actId="20577"/>
          <ac:spMkLst>
            <pc:docMk/>
            <pc:sldMk cId="1835506812" sldId="301"/>
            <ac:spMk id="77" creationId="{619B5D77-A214-239D-BEFB-BE8928806529}"/>
          </ac:spMkLst>
        </pc:spChg>
        <pc:spChg chg="add mod">
          <ac:chgData name="DOWTY, PETER (DNR)" userId="01cf875a-4e15-4928-8f93-7a0dfa1efb6b" providerId="ADAL" clId="{E9054DD1-CDF4-4BE2-A4C5-BD4B0395A89E}" dt="2026-06-02T23:20:49.671" v="12071" actId="1076"/>
          <ac:spMkLst>
            <pc:docMk/>
            <pc:sldMk cId="1835506812" sldId="301"/>
            <ac:spMk id="78" creationId="{76FBC816-53A8-AA48-4750-A91E06EA1753}"/>
          </ac:spMkLst>
        </pc:spChg>
        <pc:spChg chg="add mod">
          <ac:chgData name="DOWTY, PETER (DNR)" userId="01cf875a-4e15-4928-8f93-7a0dfa1efb6b" providerId="ADAL" clId="{E9054DD1-CDF4-4BE2-A4C5-BD4B0395A89E}" dt="2026-06-02T23:20:55.144" v="12073" actId="20577"/>
          <ac:spMkLst>
            <pc:docMk/>
            <pc:sldMk cId="1835506812" sldId="301"/>
            <ac:spMk id="79" creationId="{C6EF30A8-BE1F-9158-9A95-34FB0ADDCD04}"/>
          </ac:spMkLst>
        </pc:spChg>
        <pc:spChg chg="add mod">
          <ac:chgData name="DOWTY, PETER (DNR)" userId="01cf875a-4e15-4928-8f93-7a0dfa1efb6b" providerId="ADAL" clId="{E9054DD1-CDF4-4BE2-A4C5-BD4B0395A89E}" dt="2026-06-02T23:21:20.191" v="12078" actId="206"/>
          <ac:spMkLst>
            <pc:docMk/>
            <pc:sldMk cId="1835506812" sldId="301"/>
            <ac:spMk id="80" creationId="{7E51EC16-1C5E-02A9-78C8-712716F591FD}"/>
          </ac:spMkLst>
        </pc:spChg>
        <pc:spChg chg="add mod">
          <ac:chgData name="DOWTY, PETER (DNR)" userId="01cf875a-4e15-4928-8f93-7a0dfa1efb6b" providerId="ADAL" clId="{E9054DD1-CDF4-4BE2-A4C5-BD4B0395A89E}" dt="2026-06-02T23:21:48.764" v="12080" actId="1076"/>
          <ac:spMkLst>
            <pc:docMk/>
            <pc:sldMk cId="1835506812" sldId="301"/>
            <ac:spMk id="81" creationId="{5310AE6D-8ADF-9D00-09C7-486B12564722}"/>
          </ac:spMkLst>
        </pc:spChg>
        <pc:spChg chg="add mod">
          <ac:chgData name="DOWTY, PETER (DNR)" userId="01cf875a-4e15-4928-8f93-7a0dfa1efb6b" providerId="ADAL" clId="{E9054DD1-CDF4-4BE2-A4C5-BD4B0395A89E}" dt="2026-06-02T23:21:48.764" v="12080" actId="1076"/>
          <ac:spMkLst>
            <pc:docMk/>
            <pc:sldMk cId="1835506812" sldId="301"/>
            <ac:spMk id="82" creationId="{D0485799-8A5A-DC67-A24F-51A7C5F2E323}"/>
          </ac:spMkLst>
        </pc:spChg>
        <pc:spChg chg="add mod">
          <ac:chgData name="DOWTY, PETER (DNR)" userId="01cf875a-4e15-4928-8f93-7a0dfa1efb6b" providerId="ADAL" clId="{E9054DD1-CDF4-4BE2-A4C5-BD4B0395A89E}" dt="2026-06-03T17:55:58.094" v="12130" actId="20577"/>
          <ac:spMkLst>
            <pc:docMk/>
            <pc:sldMk cId="1835506812" sldId="301"/>
            <ac:spMk id="83" creationId="{ECE2DC99-4EBB-BAD5-FEE8-06E7BB98F48C}"/>
          </ac:spMkLst>
        </pc:spChg>
        <pc:spChg chg="add mod">
          <ac:chgData name="DOWTY, PETER (DNR)" userId="01cf875a-4e15-4928-8f93-7a0dfa1efb6b" providerId="ADAL" clId="{E9054DD1-CDF4-4BE2-A4C5-BD4B0395A89E}" dt="2026-06-03T17:56:00.783" v="12132" actId="20577"/>
          <ac:spMkLst>
            <pc:docMk/>
            <pc:sldMk cId="1835506812" sldId="301"/>
            <ac:spMk id="84" creationId="{95B9A113-9E6A-8220-22CE-7E702667E34C}"/>
          </ac:spMkLst>
        </pc:spChg>
        <pc:spChg chg="add mod ord">
          <ac:chgData name="DOWTY, PETER (DNR)" userId="01cf875a-4e15-4928-8f93-7a0dfa1efb6b" providerId="ADAL" clId="{E9054DD1-CDF4-4BE2-A4C5-BD4B0395A89E}" dt="2026-06-03T17:58:36.478" v="12152" actId="167"/>
          <ac:spMkLst>
            <pc:docMk/>
            <pc:sldMk cId="1835506812" sldId="301"/>
            <ac:spMk id="85" creationId="{530B9661-8511-330E-89B6-36C854FA7E81}"/>
          </ac:spMkLst>
        </pc:spChg>
        <pc:cxnChg chg="add mod">
          <ac:chgData name="DOWTY, PETER (DNR)" userId="01cf875a-4e15-4928-8f93-7a0dfa1efb6b" providerId="ADAL" clId="{E9054DD1-CDF4-4BE2-A4C5-BD4B0395A89E}" dt="2026-06-03T17:12:28.176" v="12088" actId="1076"/>
          <ac:cxnSpMkLst>
            <pc:docMk/>
            <pc:sldMk cId="1835506812" sldId="301"/>
            <ac:cxnSpMk id="41" creationId="{7F15E203-A647-EB72-450F-5F2788475573}"/>
          </ac:cxnSpMkLst>
        </pc:cxnChg>
        <pc:cxnChg chg="add">
          <ac:chgData name="DOWTY, PETER (DNR)" userId="01cf875a-4e15-4928-8f93-7a0dfa1efb6b" providerId="ADAL" clId="{E9054DD1-CDF4-4BE2-A4C5-BD4B0395A89E}" dt="2026-06-02T15:14:35.006" v="11803" actId="11529"/>
          <ac:cxnSpMkLst>
            <pc:docMk/>
            <pc:sldMk cId="1835506812" sldId="301"/>
            <ac:cxnSpMk id="61" creationId="{86508DE1-7F13-D615-9196-8199CD7F7CC7}"/>
          </ac:cxnSpMkLst>
        </pc:cxnChg>
        <pc:cxnChg chg="add del mod">
          <ac:chgData name="DOWTY, PETER (DNR)" userId="01cf875a-4e15-4928-8f93-7a0dfa1efb6b" providerId="ADAL" clId="{E9054DD1-CDF4-4BE2-A4C5-BD4B0395A89E}" dt="2026-06-02T17:38:44.094" v="11966" actId="478"/>
          <ac:cxnSpMkLst>
            <pc:docMk/>
            <pc:sldMk cId="1835506812" sldId="301"/>
            <ac:cxnSpMk id="66" creationId="{1402B05D-4F55-DAEB-D368-E7D129F24BD7}"/>
          </ac:cxnSpMkLst>
        </pc:cxnChg>
        <pc:cxnChg chg="add del mod">
          <ac:chgData name="DOWTY, PETER (DNR)" userId="01cf875a-4e15-4928-8f93-7a0dfa1efb6b" providerId="ADAL" clId="{E9054DD1-CDF4-4BE2-A4C5-BD4B0395A89E}" dt="2026-06-02T17:29:18.211" v="11965" actId="478"/>
          <ac:cxnSpMkLst>
            <pc:docMk/>
            <pc:sldMk cId="1835506812" sldId="301"/>
            <ac:cxnSpMk id="67" creationId="{9E491CE3-F41A-296D-B740-94CC65EECAF0}"/>
          </ac:cxnSpMkLst>
        </pc:cxnChg>
        <pc:cxnChg chg="add del mod">
          <ac:chgData name="DOWTY, PETER (DNR)" userId="01cf875a-4e15-4928-8f93-7a0dfa1efb6b" providerId="ADAL" clId="{E9054DD1-CDF4-4BE2-A4C5-BD4B0395A89E}" dt="2026-06-02T23:19:02.772" v="12059" actId="478"/>
          <ac:cxnSpMkLst>
            <pc:docMk/>
            <pc:sldMk cId="1835506812" sldId="301"/>
            <ac:cxnSpMk id="75" creationId="{3BC72FBD-F1F7-F8C5-A8C3-81E47679312A}"/>
          </ac:cxnSpMkLst>
        </pc:cxnChg>
      </pc:sldChg>
      <pc:sldChg chg="addSp modSp new mod">
        <pc:chgData name="DOWTY, PETER (DNR)" userId="01cf875a-4e15-4928-8f93-7a0dfa1efb6b" providerId="ADAL" clId="{E9054DD1-CDF4-4BE2-A4C5-BD4B0395A89E}" dt="2026-06-03T17:56:52.837" v="12141" actId="1076"/>
        <pc:sldMkLst>
          <pc:docMk/>
          <pc:sldMk cId="1080191347" sldId="302"/>
        </pc:sldMkLst>
        <pc:spChg chg="add mod">
          <ac:chgData name="DOWTY, PETER (DNR)" userId="01cf875a-4e15-4928-8f93-7a0dfa1efb6b" providerId="ADAL" clId="{E9054DD1-CDF4-4BE2-A4C5-BD4B0395A89E}" dt="2026-06-03T17:56:52.837" v="12141" actId="1076"/>
          <ac:spMkLst>
            <pc:docMk/>
            <pc:sldMk cId="1080191347" sldId="302"/>
            <ac:spMk id="4" creationId="{C76B6FD2-BF8A-F576-88C8-D581036D168C}"/>
          </ac:spMkLst>
        </pc:spChg>
        <pc:spChg chg="add mod">
          <ac:chgData name="DOWTY, PETER (DNR)" userId="01cf875a-4e15-4928-8f93-7a0dfa1efb6b" providerId="ADAL" clId="{E9054DD1-CDF4-4BE2-A4C5-BD4B0395A89E}" dt="2026-06-03T17:56:32.726" v="12137" actId="1076"/>
          <ac:spMkLst>
            <pc:docMk/>
            <pc:sldMk cId="1080191347" sldId="302"/>
            <ac:spMk id="5" creationId="{7AC1CA6E-69D4-8FB4-7C1F-5B7431AB8082}"/>
          </ac:spMkLst>
        </pc:spChg>
        <pc:spChg chg="add mod">
          <ac:chgData name="DOWTY, PETER (DNR)" userId="01cf875a-4e15-4928-8f93-7a0dfa1efb6b" providerId="ADAL" clId="{E9054DD1-CDF4-4BE2-A4C5-BD4B0395A89E}" dt="2026-06-03T17:56:36.328" v="12138" actId="1076"/>
          <ac:spMkLst>
            <pc:docMk/>
            <pc:sldMk cId="1080191347" sldId="302"/>
            <ac:spMk id="6" creationId="{C4C9CCD5-87E8-518C-2C95-870A247B881F}"/>
          </ac:spMkLst>
        </pc:spChg>
        <pc:spChg chg="add mod">
          <ac:chgData name="DOWTY, PETER (DNR)" userId="01cf875a-4e15-4928-8f93-7a0dfa1efb6b" providerId="ADAL" clId="{E9054DD1-CDF4-4BE2-A4C5-BD4B0395A89E}" dt="2026-06-03T17:56:29.102" v="12136" actId="1076"/>
          <ac:spMkLst>
            <pc:docMk/>
            <pc:sldMk cId="1080191347" sldId="302"/>
            <ac:spMk id="7" creationId="{CED4FAD6-04BE-5DA1-3F40-825D4B156268}"/>
          </ac:spMkLst>
        </pc:spChg>
        <pc:spChg chg="add mod">
          <ac:chgData name="DOWTY, PETER (DNR)" userId="01cf875a-4e15-4928-8f93-7a0dfa1efb6b" providerId="ADAL" clId="{E9054DD1-CDF4-4BE2-A4C5-BD4B0395A89E}" dt="2026-06-03T17:56:25.207" v="12135" actId="1076"/>
          <ac:spMkLst>
            <pc:docMk/>
            <pc:sldMk cId="1080191347" sldId="302"/>
            <ac:spMk id="8" creationId="{B94BF8CE-D3B7-CA0B-519C-D1C5FF051D53}"/>
          </ac:spMkLst>
        </pc:spChg>
        <pc:spChg chg="add mod">
          <ac:chgData name="DOWTY, PETER (DNR)" userId="01cf875a-4e15-4928-8f93-7a0dfa1efb6b" providerId="ADAL" clId="{E9054DD1-CDF4-4BE2-A4C5-BD4B0395A89E}" dt="2026-06-03T17:56:39.666" v="12139" actId="1076"/>
          <ac:spMkLst>
            <pc:docMk/>
            <pc:sldMk cId="1080191347" sldId="302"/>
            <ac:spMk id="9" creationId="{70CE1DF2-106A-9D2C-B806-8247E001DF76}"/>
          </ac:spMkLst>
        </pc:spChg>
        <pc:spChg chg="add mod">
          <ac:chgData name="DOWTY, PETER (DNR)" userId="01cf875a-4e15-4928-8f93-7a0dfa1efb6b" providerId="ADAL" clId="{E9054DD1-CDF4-4BE2-A4C5-BD4B0395A89E}" dt="2026-06-03T17:56:42.591" v="12140" actId="1076"/>
          <ac:spMkLst>
            <pc:docMk/>
            <pc:sldMk cId="1080191347" sldId="302"/>
            <ac:spMk id="10" creationId="{06FD703F-EFBF-62D2-4C8E-207F501ADCA5}"/>
          </ac:spMkLst>
        </pc:spChg>
        <pc:spChg chg="add mod">
          <ac:chgData name="DOWTY, PETER (DNR)" userId="01cf875a-4e15-4928-8f93-7a0dfa1efb6b" providerId="ADAL" clId="{E9054DD1-CDF4-4BE2-A4C5-BD4B0395A89E}" dt="2026-06-03T17:56:19.978" v="12134" actId="1076"/>
          <ac:spMkLst>
            <pc:docMk/>
            <pc:sldMk cId="1080191347" sldId="302"/>
            <ac:spMk id="11" creationId="{55B4BF1D-5CAA-0E9C-4575-439D742C0371}"/>
          </ac:spMkLst>
        </pc:spChg>
        <pc:picChg chg="add">
          <ac:chgData name="DOWTY, PETER (DNR)" userId="01cf875a-4e15-4928-8f93-7a0dfa1efb6b" providerId="ADAL" clId="{E9054DD1-CDF4-4BE2-A4C5-BD4B0395A89E}" dt="2026-06-03T17:54:29.334" v="12101" actId="22"/>
          <ac:picMkLst>
            <pc:docMk/>
            <pc:sldMk cId="1080191347" sldId="302"/>
            <ac:picMk id="3" creationId="{FE676849-04CE-9F57-9B86-0787441C52E4}"/>
          </ac:picMkLst>
        </pc:picChg>
      </pc:sldChg>
      <pc:sldChg chg="addSp delSp modSp new mod">
        <pc:chgData name="DOWTY, PETER (DNR)" userId="01cf875a-4e15-4928-8f93-7a0dfa1efb6b" providerId="ADAL" clId="{E9054DD1-CDF4-4BE2-A4C5-BD4B0395A89E}" dt="2026-06-03T21:32:39.017" v="12157"/>
        <pc:sldMkLst>
          <pc:docMk/>
          <pc:sldMk cId="3539159005" sldId="303"/>
        </pc:sldMkLst>
        <pc:spChg chg="add del mod">
          <ac:chgData name="DOWTY, PETER (DNR)" userId="01cf875a-4e15-4928-8f93-7a0dfa1efb6b" providerId="ADAL" clId="{E9054DD1-CDF4-4BE2-A4C5-BD4B0395A89E}" dt="2026-06-03T21:32:39.017" v="12157"/>
          <ac:spMkLst>
            <pc:docMk/>
            <pc:sldMk cId="3539159005" sldId="303"/>
            <ac:spMk id="2" creationId="{16092354-4D70-5DB8-CDD3-27D067DD9B09}"/>
          </ac:spMkLst>
        </pc:spChg>
      </pc:sldChg>
    </pc:docChg>
  </pc:docChgLst>
  <pc:docChgLst>
    <pc:chgData name="Pete Dowty" userId="91aba14b6835b0ae" providerId="LiveId" clId="{19439AC1-6599-4CEB-9020-36158C74069D}"/>
    <pc:docChg chg="custSel addSld modSld">
      <pc:chgData name="Pete Dowty" userId="91aba14b6835b0ae" providerId="LiveId" clId="{19439AC1-6599-4CEB-9020-36158C74069D}" dt="2026-05-26T04:57:45.076" v="610"/>
      <pc:docMkLst>
        <pc:docMk/>
      </pc:docMkLst>
      <pc:sldChg chg="addSp delSp mod">
        <pc:chgData name="Pete Dowty" userId="91aba14b6835b0ae" providerId="LiveId" clId="{19439AC1-6599-4CEB-9020-36158C74069D}" dt="2026-05-26T04:53:54.789" v="492"/>
        <pc:sldMkLst>
          <pc:docMk/>
          <pc:sldMk cId="3033079533" sldId="284"/>
        </pc:sldMkLst>
        <pc:inkChg chg="add">
          <ac:chgData name="Pete Dowty" userId="91aba14b6835b0ae" providerId="LiveId" clId="{19439AC1-6599-4CEB-9020-36158C74069D}" dt="2026-05-26T04:46:04.210" v="197"/>
          <ac:inkMkLst>
            <pc:docMk/>
            <pc:sldMk cId="3033079533" sldId="284"/>
            <ac:inkMk id="2" creationId="{EF7EF6FC-0B34-19F0-D671-F0E2CD4E027E}"/>
          </ac:inkMkLst>
        </pc:inkChg>
        <pc:inkChg chg="add reco">
          <ac:chgData name="Pete Dowty" userId="91aba14b6835b0ae" providerId="LiveId" clId="{19439AC1-6599-4CEB-9020-36158C74069D}" dt="2026-05-26T04:46:19.076" v="211"/>
          <ac:inkMkLst>
            <pc:docMk/>
            <pc:sldMk cId="3033079533" sldId="284"/>
            <ac:inkMk id="51" creationId="{33673D9D-ED2A-C945-F219-B6DC2884B33F}"/>
          </ac:inkMkLst>
        </pc:inkChg>
        <pc:inkChg chg="add reco">
          <ac:chgData name="Pete Dowty" userId="91aba14b6835b0ae" providerId="LiveId" clId="{19439AC1-6599-4CEB-9020-36158C74069D}" dt="2026-05-26T04:46:21.842" v="218"/>
          <ac:inkMkLst>
            <pc:docMk/>
            <pc:sldMk cId="3033079533" sldId="284"/>
            <ac:inkMk id="60" creationId="{DB2525A3-213E-BC8A-1BF1-47DA66445BA4}"/>
          </ac:inkMkLst>
        </pc:inkChg>
        <pc:inkChg chg="add reco">
          <ac:chgData name="Pete Dowty" userId="91aba14b6835b0ae" providerId="LiveId" clId="{19439AC1-6599-4CEB-9020-36158C74069D}" dt="2026-05-26T04:46:25.402" v="226"/>
          <ac:inkMkLst>
            <pc:docMk/>
            <pc:sldMk cId="3033079533" sldId="284"/>
            <ac:inkMk id="68" creationId="{5B76EB32-8FDE-6DA8-A070-EDE5EB15E908}"/>
          </ac:inkMkLst>
        </pc:inkChg>
        <pc:inkChg chg="add reco">
          <ac:chgData name="Pete Dowty" userId="91aba14b6835b0ae" providerId="LiveId" clId="{19439AC1-6599-4CEB-9020-36158C74069D}" dt="2026-05-26T04:46:57.861" v="257"/>
          <ac:inkMkLst>
            <pc:docMk/>
            <pc:sldMk cId="3033079533" sldId="284"/>
            <ac:inkMk id="99" creationId="{96D2695B-F89F-809A-D002-97D1FBCDE90C}"/>
          </ac:inkMkLst>
        </pc:inkChg>
        <pc:inkChg chg="add reco">
          <ac:chgData name="Pete Dowty" userId="91aba14b6835b0ae" providerId="LiveId" clId="{19439AC1-6599-4CEB-9020-36158C74069D}" dt="2026-05-26T04:47:30.050" v="280"/>
          <ac:inkMkLst>
            <pc:docMk/>
            <pc:sldMk cId="3033079533" sldId="284"/>
            <ac:inkMk id="122" creationId="{632D2E11-F5AA-C68E-AA02-DDF93F87FB7E}"/>
          </ac:inkMkLst>
        </pc:inkChg>
        <pc:inkChg chg="add reco">
          <ac:chgData name="Pete Dowty" userId="91aba14b6835b0ae" providerId="LiveId" clId="{19439AC1-6599-4CEB-9020-36158C74069D}" dt="2026-05-26T04:47:50.092" v="303"/>
          <ac:inkMkLst>
            <pc:docMk/>
            <pc:sldMk cId="3033079533" sldId="284"/>
            <ac:inkMk id="145" creationId="{5936C0DA-772B-9AAF-C02F-A30CFC81BA6C}"/>
          </ac:inkMkLst>
        </pc:inkChg>
        <pc:inkChg chg="add">
          <ac:chgData name="Pete Dowty" userId="91aba14b6835b0ae" providerId="LiveId" clId="{19439AC1-6599-4CEB-9020-36158C74069D}" dt="2026-05-26T04:48:08.547" v="304"/>
          <ac:inkMkLst>
            <pc:docMk/>
            <pc:sldMk cId="3033079533" sldId="284"/>
            <ac:inkMk id="146" creationId="{A79762F6-5823-D3DC-77BE-B601C69D453E}"/>
          </ac:inkMkLst>
        </pc:inkChg>
        <pc:inkChg chg="add reco">
          <ac:chgData name="Pete Dowty" userId="91aba14b6835b0ae" providerId="LiveId" clId="{19439AC1-6599-4CEB-9020-36158C74069D}" dt="2026-05-26T04:51:45.587" v="383"/>
          <ac:inkMkLst>
            <pc:docMk/>
            <pc:sldMk cId="3033079533" sldId="284"/>
            <ac:inkMk id="155" creationId="{B715CA5E-4E2A-C1ED-99BC-98FB65C3D2FA}"/>
          </ac:inkMkLst>
        </pc:inkChg>
        <pc:inkChg chg="add">
          <ac:chgData name="Pete Dowty" userId="91aba14b6835b0ae" providerId="LiveId" clId="{19439AC1-6599-4CEB-9020-36158C74069D}" dt="2026-05-26T04:51:47.543" v="384"/>
          <ac:inkMkLst>
            <pc:docMk/>
            <pc:sldMk cId="3033079533" sldId="284"/>
            <ac:inkMk id="156" creationId="{9994EEA2-C239-2115-5BE7-9B88DA52647D}"/>
          </ac:inkMkLst>
        </pc:inkChg>
        <pc:inkChg chg="add reco">
          <ac:chgData name="Pete Dowty" userId="91aba14b6835b0ae" providerId="LiveId" clId="{19439AC1-6599-4CEB-9020-36158C74069D}" dt="2026-05-26T04:52:32.809" v="395"/>
          <ac:inkMkLst>
            <pc:docMk/>
            <pc:sldMk cId="3033079533" sldId="284"/>
            <ac:inkMk id="167" creationId="{46D24B9F-16F4-C4B5-4AB0-92EEBD57CC14}"/>
          </ac:inkMkLst>
        </pc:inkChg>
        <pc:inkChg chg="add reco">
          <ac:chgData name="Pete Dowty" userId="91aba14b6835b0ae" providerId="LiveId" clId="{19439AC1-6599-4CEB-9020-36158C74069D}" dt="2026-05-26T04:52:54.557" v="416"/>
          <ac:inkMkLst>
            <pc:docMk/>
            <pc:sldMk cId="3033079533" sldId="284"/>
            <ac:inkMk id="188" creationId="{18534EF2-400A-E1CB-54EA-3CB0AF133404}"/>
          </ac:inkMkLst>
        </pc:inkChg>
        <pc:inkChg chg="add">
          <ac:chgData name="Pete Dowty" userId="91aba14b6835b0ae" providerId="LiveId" clId="{19439AC1-6599-4CEB-9020-36158C74069D}" dt="2026-05-26T04:52:58.473" v="417"/>
          <ac:inkMkLst>
            <pc:docMk/>
            <pc:sldMk cId="3033079533" sldId="284"/>
            <ac:inkMk id="189" creationId="{1E90DB03-6ADE-3F1D-DE54-0AD7F937BCB6}"/>
          </ac:inkMkLst>
        </pc:inkChg>
        <pc:inkChg chg="add reco">
          <ac:chgData name="Pete Dowty" userId="91aba14b6835b0ae" providerId="LiveId" clId="{19439AC1-6599-4CEB-9020-36158C74069D}" dt="2026-05-26T04:53:12.551" v="429"/>
          <ac:inkMkLst>
            <pc:docMk/>
            <pc:sldMk cId="3033079533" sldId="284"/>
            <ac:inkMk id="201" creationId="{D3F5F030-D40C-321E-7E98-F74412228B07}"/>
          </ac:inkMkLst>
        </pc:inkChg>
        <pc:inkChg chg="add reco">
          <ac:chgData name="Pete Dowty" userId="91aba14b6835b0ae" providerId="LiveId" clId="{19439AC1-6599-4CEB-9020-36158C74069D}" dt="2026-05-26T04:53:17.753" v="438"/>
          <ac:inkMkLst>
            <pc:docMk/>
            <pc:sldMk cId="3033079533" sldId="284"/>
            <ac:inkMk id="210" creationId="{EBBD47D4-3D07-D008-4A49-E57DFDD93755}"/>
          </ac:inkMkLst>
        </pc:inkChg>
        <pc:inkChg chg="add reco">
          <ac:chgData name="Pete Dowty" userId="91aba14b6835b0ae" providerId="LiveId" clId="{19439AC1-6599-4CEB-9020-36158C74069D}" dt="2026-05-26T04:53:25.651" v="441"/>
          <ac:inkMkLst>
            <pc:docMk/>
            <pc:sldMk cId="3033079533" sldId="284"/>
            <ac:inkMk id="213" creationId="{F0888A54-CA7A-C220-F408-55F41BDA4553}"/>
          </ac:inkMkLst>
        </pc:inkChg>
        <pc:inkChg chg="add reco">
          <ac:chgData name="Pete Dowty" userId="91aba14b6835b0ae" providerId="LiveId" clId="{19439AC1-6599-4CEB-9020-36158C74069D}" dt="2026-05-26T04:53:41.236" v="466"/>
          <ac:inkMkLst>
            <pc:docMk/>
            <pc:sldMk cId="3033079533" sldId="284"/>
            <ac:inkMk id="238" creationId="{18C74F82-E9F1-0747-4738-A9D86434F44B}"/>
          </ac:inkMkLst>
        </pc:inkChg>
        <pc:inkChg chg="add reco">
          <ac:chgData name="Pete Dowty" userId="91aba14b6835b0ae" providerId="LiveId" clId="{19439AC1-6599-4CEB-9020-36158C74069D}" dt="2026-05-26T04:53:51.305" v="483"/>
          <ac:inkMkLst>
            <pc:docMk/>
            <pc:sldMk cId="3033079533" sldId="284"/>
            <ac:inkMk id="255" creationId="{4858183C-6BFB-729C-E47C-04E8B59D2A86}"/>
          </ac:inkMkLst>
        </pc:inkChg>
        <pc:inkChg chg="add reco">
          <ac:chgData name="Pete Dowty" userId="91aba14b6835b0ae" providerId="LiveId" clId="{19439AC1-6599-4CEB-9020-36158C74069D}" dt="2026-05-26T04:53:54.789" v="492"/>
          <ac:inkMkLst>
            <pc:docMk/>
            <pc:sldMk cId="3033079533" sldId="284"/>
            <ac:inkMk id="264" creationId="{30D0D90E-204A-85CE-063C-05939AAB44B1}"/>
          </ac:inkMkLst>
        </pc:inkChg>
      </pc:sldChg>
      <pc:sldChg chg="addSp delSp mod">
        <pc:chgData name="Pete Dowty" userId="91aba14b6835b0ae" providerId="LiveId" clId="{19439AC1-6599-4CEB-9020-36158C74069D}" dt="2026-05-26T04:31:30.189" v="196"/>
        <pc:sldMkLst>
          <pc:docMk/>
          <pc:sldMk cId="1516653873" sldId="293"/>
        </pc:sldMkLst>
        <pc:inkChg chg="add reco">
          <ac:chgData name="Pete Dowty" userId="91aba14b6835b0ae" providerId="LiveId" clId="{19439AC1-6599-4CEB-9020-36158C74069D}" dt="2026-05-26T04:24:58.963" v="5"/>
          <ac:inkMkLst>
            <pc:docMk/>
            <pc:sldMk cId="1516653873" sldId="293"/>
            <ac:inkMk id="8" creationId="{177AA5C4-47A3-76BA-01D3-0A81CCA782A7}"/>
          </ac:inkMkLst>
        </pc:inkChg>
        <pc:inkChg chg="add reco">
          <ac:chgData name="Pete Dowty" userId="91aba14b6835b0ae" providerId="LiveId" clId="{19439AC1-6599-4CEB-9020-36158C74069D}" dt="2026-05-26T04:25:09.615" v="28"/>
          <ac:inkMkLst>
            <pc:docMk/>
            <pc:sldMk cId="1516653873" sldId="293"/>
            <ac:inkMk id="31" creationId="{68673011-D174-AF93-9BBB-2BE16A0BCB7B}"/>
          </ac:inkMkLst>
        </pc:inkChg>
        <pc:inkChg chg="add reco">
          <ac:chgData name="Pete Dowty" userId="91aba14b6835b0ae" providerId="LiveId" clId="{19439AC1-6599-4CEB-9020-36158C74069D}" dt="2026-05-26T04:25:09.615" v="28"/>
          <ac:inkMkLst>
            <pc:docMk/>
            <pc:sldMk cId="1516653873" sldId="293"/>
            <ac:inkMk id="33" creationId="{5CCBF447-E85D-DE1B-00B9-CF455512E997}"/>
          </ac:inkMkLst>
        </pc:inkChg>
        <pc:inkChg chg="add reco">
          <ac:chgData name="Pete Dowty" userId="91aba14b6835b0ae" providerId="LiveId" clId="{19439AC1-6599-4CEB-9020-36158C74069D}" dt="2026-05-26T04:25:14.752" v="33"/>
          <ac:inkMkLst>
            <pc:docMk/>
            <pc:sldMk cId="1516653873" sldId="293"/>
            <ac:inkMk id="38" creationId="{29F273C8-0E74-B099-B191-569A0DF86222}"/>
          </ac:inkMkLst>
        </pc:inkChg>
        <pc:inkChg chg="add reco">
          <ac:chgData name="Pete Dowty" userId="91aba14b6835b0ae" providerId="LiveId" clId="{19439AC1-6599-4CEB-9020-36158C74069D}" dt="2026-05-26T04:25:24.342" v="40"/>
          <ac:inkMkLst>
            <pc:docMk/>
            <pc:sldMk cId="1516653873" sldId="293"/>
            <ac:inkMk id="45" creationId="{EEC673ED-D6E7-DAC3-E593-4BCE97BBCD19}"/>
          </ac:inkMkLst>
        </pc:inkChg>
        <pc:inkChg chg="add">
          <ac:chgData name="Pete Dowty" userId="91aba14b6835b0ae" providerId="LiveId" clId="{19439AC1-6599-4CEB-9020-36158C74069D}" dt="2026-05-26T04:25:33.144" v="41"/>
          <ac:inkMkLst>
            <pc:docMk/>
            <pc:sldMk cId="1516653873" sldId="293"/>
            <ac:inkMk id="46" creationId="{2C178F59-5A89-0F0B-6EEC-94108E517F3A}"/>
          </ac:inkMkLst>
        </pc:inkChg>
        <pc:inkChg chg="add reco">
          <ac:chgData name="Pete Dowty" userId="91aba14b6835b0ae" providerId="LiveId" clId="{19439AC1-6599-4CEB-9020-36158C74069D}" dt="2026-05-26T04:25:36.449" v="44"/>
          <ac:inkMkLst>
            <pc:docMk/>
            <pc:sldMk cId="1516653873" sldId="293"/>
            <ac:inkMk id="49" creationId="{00B74A52-E821-9E8D-F981-5DF7BB408468}"/>
          </ac:inkMkLst>
        </pc:inkChg>
        <pc:inkChg chg="add reco">
          <ac:chgData name="Pete Dowty" userId="91aba14b6835b0ae" providerId="LiveId" clId="{19439AC1-6599-4CEB-9020-36158C74069D}" dt="2026-05-26T04:25:47.143" v="49"/>
          <ac:inkMkLst>
            <pc:docMk/>
            <pc:sldMk cId="1516653873" sldId="293"/>
            <ac:inkMk id="54" creationId="{4DD0322B-D460-C506-AD12-88DE6446A14B}"/>
          </ac:inkMkLst>
        </pc:inkChg>
        <pc:inkChg chg="add reco">
          <ac:chgData name="Pete Dowty" userId="91aba14b6835b0ae" providerId="LiveId" clId="{19439AC1-6599-4CEB-9020-36158C74069D}" dt="2026-05-26T04:25:52.313" v="55"/>
          <ac:inkMkLst>
            <pc:docMk/>
            <pc:sldMk cId="1516653873" sldId="293"/>
            <ac:inkMk id="60" creationId="{5A29B7A8-7B10-295A-AE84-C78B5142F01A}"/>
          </ac:inkMkLst>
        </pc:inkChg>
        <pc:inkChg chg="add reco">
          <ac:chgData name="Pete Dowty" userId="91aba14b6835b0ae" providerId="LiveId" clId="{19439AC1-6599-4CEB-9020-36158C74069D}" dt="2026-05-26T04:26:05.112" v="82"/>
          <ac:inkMkLst>
            <pc:docMk/>
            <pc:sldMk cId="1516653873" sldId="293"/>
            <ac:inkMk id="87" creationId="{F5EF785E-12F3-F132-DE74-65DB075DC5F8}"/>
          </ac:inkMkLst>
        </pc:inkChg>
        <pc:inkChg chg="add reco">
          <ac:chgData name="Pete Dowty" userId="91aba14b6835b0ae" providerId="LiveId" clId="{19439AC1-6599-4CEB-9020-36158C74069D}" dt="2026-05-26T04:27:06.538" v="85"/>
          <ac:inkMkLst>
            <pc:docMk/>
            <pc:sldMk cId="1516653873" sldId="293"/>
            <ac:inkMk id="91" creationId="{A4799A46-50E6-FF1F-5567-8B8B78D45669}"/>
          </ac:inkMkLst>
        </pc:inkChg>
        <pc:inkChg chg="add reco">
          <ac:chgData name="Pete Dowty" userId="91aba14b6835b0ae" providerId="LiveId" clId="{19439AC1-6599-4CEB-9020-36158C74069D}" dt="2026-05-26T04:27:29.497" v="94"/>
          <ac:inkMkLst>
            <pc:docMk/>
            <pc:sldMk cId="1516653873" sldId="293"/>
            <ac:inkMk id="100" creationId="{DFB55729-7F66-1BC7-216A-64873B858B14}"/>
          </ac:inkMkLst>
        </pc:inkChg>
        <pc:inkChg chg="add reco">
          <ac:chgData name="Pete Dowty" userId="91aba14b6835b0ae" providerId="LiveId" clId="{19439AC1-6599-4CEB-9020-36158C74069D}" dt="2026-05-26T04:27:31.028" v="97"/>
          <ac:inkMkLst>
            <pc:docMk/>
            <pc:sldMk cId="1516653873" sldId="293"/>
            <ac:inkMk id="103" creationId="{FCF36621-4193-B5F3-4F0F-A694E6D4D1BB}"/>
          </ac:inkMkLst>
        </pc:inkChg>
        <pc:inkChg chg="add">
          <ac:chgData name="Pete Dowty" userId="91aba14b6835b0ae" providerId="LiveId" clId="{19439AC1-6599-4CEB-9020-36158C74069D}" dt="2026-05-26T04:27:31.186" v="98"/>
          <ac:inkMkLst>
            <pc:docMk/>
            <pc:sldMk cId="1516653873" sldId="293"/>
            <ac:inkMk id="104" creationId="{14F6AA6B-461D-8D21-F2CB-A3F8D51BCE37}"/>
          </ac:inkMkLst>
        </pc:inkChg>
        <pc:inkChg chg="add">
          <ac:chgData name="Pete Dowty" userId="91aba14b6835b0ae" providerId="LiveId" clId="{19439AC1-6599-4CEB-9020-36158C74069D}" dt="2026-05-26T04:27:31.454" v="99"/>
          <ac:inkMkLst>
            <pc:docMk/>
            <pc:sldMk cId="1516653873" sldId="293"/>
            <ac:inkMk id="105" creationId="{CFCF7316-1EF3-71A3-A932-84A0924BF735}"/>
          </ac:inkMkLst>
        </pc:inkChg>
        <pc:inkChg chg="add">
          <ac:chgData name="Pete Dowty" userId="91aba14b6835b0ae" providerId="LiveId" clId="{19439AC1-6599-4CEB-9020-36158C74069D}" dt="2026-05-26T04:27:31.752" v="100"/>
          <ac:inkMkLst>
            <pc:docMk/>
            <pc:sldMk cId="1516653873" sldId="293"/>
            <ac:inkMk id="106" creationId="{01D914F6-F616-1A89-671F-BF70191132DF}"/>
          </ac:inkMkLst>
        </pc:inkChg>
        <pc:inkChg chg="add">
          <ac:chgData name="Pete Dowty" userId="91aba14b6835b0ae" providerId="LiveId" clId="{19439AC1-6599-4CEB-9020-36158C74069D}" dt="2026-05-26T04:27:32.585" v="101"/>
          <ac:inkMkLst>
            <pc:docMk/>
            <pc:sldMk cId="1516653873" sldId="293"/>
            <ac:inkMk id="107" creationId="{BD673292-87F9-2573-88E8-2CF80054C6BD}"/>
          </ac:inkMkLst>
        </pc:inkChg>
        <pc:inkChg chg="add">
          <ac:chgData name="Pete Dowty" userId="91aba14b6835b0ae" providerId="LiveId" clId="{19439AC1-6599-4CEB-9020-36158C74069D}" dt="2026-05-26T04:27:33.003" v="102"/>
          <ac:inkMkLst>
            <pc:docMk/>
            <pc:sldMk cId="1516653873" sldId="293"/>
            <ac:inkMk id="108" creationId="{B995B687-A087-867C-2618-C5706F279D99}"/>
          </ac:inkMkLst>
        </pc:inkChg>
        <pc:inkChg chg="add reco">
          <ac:chgData name="Pete Dowty" userId="91aba14b6835b0ae" providerId="LiveId" clId="{19439AC1-6599-4CEB-9020-36158C74069D}" dt="2026-05-26T04:27:50.121" v="132"/>
          <ac:inkMkLst>
            <pc:docMk/>
            <pc:sldMk cId="1516653873" sldId="293"/>
            <ac:inkMk id="140" creationId="{DC477494-728B-F54A-7C1A-1EE09783BBCA}"/>
          </ac:inkMkLst>
        </pc:inkChg>
        <pc:inkChg chg="add reco">
          <ac:chgData name="Pete Dowty" userId="91aba14b6835b0ae" providerId="LiveId" clId="{19439AC1-6599-4CEB-9020-36158C74069D}" dt="2026-05-26T04:27:50.121" v="132"/>
          <ac:inkMkLst>
            <pc:docMk/>
            <pc:sldMk cId="1516653873" sldId="293"/>
            <ac:inkMk id="143" creationId="{793434A3-F9AC-E6F6-6A70-F744D97BC2AF}"/>
          </ac:inkMkLst>
        </pc:inkChg>
        <pc:inkChg chg="add reco">
          <ac:chgData name="Pete Dowty" userId="91aba14b6835b0ae" providerId="LiveId" clId="{19439AC1-6599-4CEB-9020-36158C74069D}" dt="2026-05-26T04:30:27.286" v="137"/>
          <ac:inkMkLst>
            <pc:docMk/>
            <pc:sldMk cId="1516653873" sldId="293"/>
            <ac:inkMk id="148" creationId="{C8867167-38E0-3126-651B-281E3C01D1F9}"/>
          </ac:inkMkLst>
        </pc:inkChg>
        <pc:inkChg chg="add reco">
          <ac:chgData name="Pete Dowty" userId="91aba14b6835b0ae" providerId="LiveId" clId="{19439AC1-6599-4CEB-9020-36158C74069D}" dt="2026-05-26T04:30:36.072" v="158"/>
          <ac:inkMkLst>
            <pc:docMk/>
            <pc:sldMk cId="1516653873" sldId="293"/>
            <ac:inkMk id="169" creationId="{2AEC2FBB-DA1E-82A3-167B-0AC9688BB7D8}"/>
          </ac:inkMkLst>
        </pc:inkChg>
        <pc:inkChg chg="add reco">
          <ac:chgData name="Pete Dowty" userId="91aba14b6835b0ae" providerId="LiveId" clId="{19439AC1-6599-4CEB-9020-36158C74069D}" dt="2026-05-26T04:31:07.054" v="162"/>
          <ac:inkMkLst>
            <pc:docMk/>
            <pc:sldMk cId="1516653873" sldId="293"/>
            <ac:inkMk id="174" creationId="{A795A658-FD09-1070-5441-1C571FF90340}"/>
          </ac:inkMkLst>
        </pc:inkChg>
        <pc:inkChg chg="add reco">
          <ac:chgData name="Pete Dowty" userId="91aba14b6835b0ae" providerId="LiveId" clId="{19439AC1-6599-4CEB-9020-36158C74069D}" dt="2026-05-26T04:31:11.034" v="167"/>
          <ac:inkMkLst>
            <pc:docMk/>
            <pc:sldMk cId="1516653873" sldId="293"/>
            <ac:inkMk id="179" creationId="{528E1CE3-0728-1860-D43A-DA874D56AB75}"/>
          </ac:inkMkLst>
        </pc:inkChg>
        <pc:inkChg chg="add reco">
          <ac:chgData name="Pete Dowty" userId="91aba14b6835b0ae" providerId="LiveId" clId="{19439AC1-6599-4CEB-9020-36158C74069D}" dt="2026-05-26T04:31:30.189" v="196"/>
          <ac:inkMkLst>
            <pc:docMk/>
            <pc:sldMk cId="1516653873" sldId="293"/>
            <ac:inkMk id="209" creationId="{A702B7C0-565B-B309-47C1-0B082DD7E857}"/>
          </ac:inkMkLst>
        </pc:inkChg>
      </pc:sldChg>
      <pc:sldChg chg="addSp delSp modSp new mod">
        <pc:chgData name="Pete Dowty" userId="91aba14b6835b0ae" providerId="LiveId" clId="{19439AC1-6599-4CEB-9020-36158C74069D}" dt="2026-05-26T04:57:45.076" v="610"/>
        <pc:sldMkLst>
          <pc:docMk/>
          <pc:sldMk cId="1227621520" sldId="295"/>
        </pc:sldMkLst>
        <pc:inkChg chg="add reco">
          <ac:chgData name="Pete Dowty" userId="91aba14b6835b0ae" providerId="LiveId" clId="{19439AC1-6599-4CEB-9020-36158C74069D}" dt="2026-05-26T04:49:27.521" v="318"/>
          <ac:inkMkLst>
            <pc:docMk/>
            <pc:sldMk cId="1227621520" sldId="295"/>
            <ac:inkMk id="14" creationId="{FB5EF669-E93C-6193-0A2F-308FDA1C8BF7}"/>
          </ac:inkMkLst>
        </pc:inkChg>
        <pc:inkChg chg="add reco">
          <ac:chgData name="Pete Dowty" userId="91aba14b6835b0ae" providerId="LiveId" clId="{19439AC1-6599-4CEB-9020-36158C74069D}" dt="2026-05-26T04:49:27.521" v="318"/>
          <ac:inkMkLst>
            <pc:docMk/>
            <pc:sldMk cId="1227621520" sldId="295"/>
            <ac:inkMk id="15" creationId="{0047C979-2BEE-6C9D-F0E0-AFB8548E004D}"/>
          </ac:inkMkLst>
        </pc:inkChg>
        <pc:inkChg chg="add reco">
          <ac:chgData name="Pete Dowty" userId="91aba14b6835b0ae" providerId="LiveId" clId="{19439AC1-6599-4CEB-9020-36158C74069D}" dt="2026-05-26T04:49:34.636" v="330"/>
          <ac:inkMkLst>
            <pc:docMk/>
            <pc:sldMk cId="1227621520" sldId="295"/>
            <ac:inkMk id="29" creationId="{40F3AE59-773E-BB22-1FE0-4A880D69F35C}"/>
          </ac:inkMkLst>
        </pc:inkChg>
        <pc:inkChg chg="add reco">
          <ac:chgData name="Pete Dowty" userId="91aba14b6835b0ae" providerId="LiveId" clId="{19439AC1-6599-4CEB-9020-36158C74069D}" dt="2026-05-26T04:49:34.636" v="330"/>
          <ac:inkMkLst>
            <pc:docMk/>
            <pc:sldMk cId="1227621520" sldId="295"/>
            <ac:inkMk id="30" creationId="{B74493BA-404E-8FE5-3DF2-F1574B903504}"/>
          </ac:inkMkLst>
        </pc:inkChg>
        <pc:inkChg chg="add reco">
          <ac:chgData name="Pete Dowty" userId="91aba14b6835b0ae" providerId="LiveId" clId="{19439AC1-6599-4CEB-9020-36158C74069D}" dt="2026-05-26T04:49:34.636" v="330"/>
          <ac:inkMkLst>
            <pc:docMk/>
            <pc:sldMk cId="1227621520" sldId="295"/>
            <ac:inkMk id="31" creationId="{FB468CE4-91A8-3A3B-D314-4AF135501360}"/>
          </ac:inkMkLst>
        </pc:inkChg>
        <pc:inkChg chg="add reco">
          <ac:chgData name="Pete Dowty" userId="91aba14b6835b0ae" providerId="LiveId" clId="{19439AC1-6599-4CEB-9020-36158C74069D}" dt="2026-05-26T04:50:08.772" v="335"/>
          <ac:inkMkLst>
            <pc:docMk/>
            <pc:sldMk cId="1227621520" sldId="295"/>
            <ac:inkMk id="36" creationId="{8629A650-0BE0-99BA-5B5C-0BFA5D8CB085}"/>
          </ac:inkMkLst>
        </pc:inkChg>
        <pc:inkChg chg="add reco">
          <ac:chgData name="Pete Dowty" userId="91aba14b6835b0ae" providerId="LiveId" clId="{19439AC1-6599-4CEB-9020-36158C74069D}" dt="2026-05-26T04:50:13.347" v="347"/>
          <ac:inkMkLst>
            <pc:docMk/>
            <pc:sldMk cId="1227621520" sldId="295"/>
            <ac:inkMk id="48" creationId="{1B4C7C42-85B2-6E65-C375-BA2761F0508B}"/>
          </ac:inkMkLst>
        </pc:inkChg>
        <pc:inkChg chg="add reco">
          <ac:chgData name="Pete Dowty" userId="91aba14b6835b0ae" providerId="LiveId" clId="{19439AC1-6599-4CEB-9020-36158C74069D}" dt="2026-05-26T04:50:18.087" v="360"/>
          <ac:inkMkLst>
            <pc:docMk/>
            <pc:sldMk cId="1227621520" sldId="295"/>
            <ac:inkMk id="61" creationId="{D407FE50-CD33-0938-D393-BF3CB3EFC67A}"/>
          </ac:inkMkLst>
        </pc:inkChg>
        <pc:inkChg chg="add reco">
          <ac:chgData name="Pete Dowty" userId="91aba14b6835b0ae" providerId="LiveId" clId="{19439AC1-6599-4CEB-9020-36158C74069D}" dt="2026-05-26T04:50:18.087" v="360"/>
          <ac:inkMkLst>
            <pc:docMk/>
            <pc:sldMk cId="1227621520" sldId="295"/>
            <ac:inkMk id="62" creationId="{6A659CA3-4CBB-E8C7-8846-9FF8428AFA05}"/>
          </ac:inkMkLst>
        </pc:inkChg>
        <pc:inkChg chg="add reco">
          <ac:chgData name="Pete Dowty" userId="91aba14b6835b0ae" providerId="LiveId" clId="{19439AC1-6599-4CEB-9020-36158C74069D}" dt="2026-05-26T04:50:18.087" v="360"/>
          <ac:inkMkLst>
            <pc:docMk/>
            <pc:sldMk cId="1227621520" sldId="295"/>
            <ac:inkMk id="63" creationId="{8905227E-C027-846D-1498-AD02C7E73883}"/>
          </ac:inkMkLst>
        </pc:inkChg>
        <pc:inkChg chg="add reco">
          <ac:chgData name="Pete Dowty" userId="91aba14b6835b0ae" providerId="LiveId" clId="{19439AC1-6599-4CEB-9020-36158C74069D}" dt="2026-05-26T04:50:18.087" v="360"/>
          <ac:inkMkLst>
            <pc:docMk/>
            <pc:sldMk cId="1227621520" sldId="295"/>
            <ac:inkMk id="64" creationId="{317F0628-7810-A85E-0005-E0262DF9C0A1}"/>
          </ac:inkMkLst>
        </pc:inkChg>
        <pc:inkChg chg="add reco">
          <ac:chgData name="Pete Dowty" userId="91aba14b6835b0ae" providerId="LiveId" clId="{19439AC1-6599-4CEB-9020-36158C74069D}" dt="2026-05-26T04:50:21.679" v="367"/>
          <ac:inkMkLst>
            <pc:docMk/>
            <pc:sldMk cId="1227621520" sldId="295"/>
            <ac:inkMk id="71" creationId="{AAADBCA0-2059-C337-5DF0-96DCE30AB0A9}"/>
          </ac:inkMkLst>
        </pc:inkChg>
        <pc:inkChg chg="add reco">
          <ac:chgData name="Pete Dowty" userId="91aba14b6835b0ae" providerId="LiveId" clId="{19439AC1-6599-4CEB-9020-36158C74069D}" dt="2026-05-26T04:50:24.691" v="374"/>
          <ac:inkMkLst>
            <pc:docMk/>
            <pc:sldMk cId="1227621520" sldId="295"/>
            <ac:inkMk id="78" creationId="{7C650E00-B8D5-E5F7-AC28-DF6D2633EC92}"/>
          </ac:inkMkLst>
        </pc:inkChg>
        <pc:inkChg chg="add reco">
          <ac:chgData name="Pete Dowty" userId="91aba14b6835b0ae" providerId="LiveId" clId="{19439AC1-6599-4CEB-9020-36158C74069D}" dt="2026-05-26T04:55:15.697" v="499"/>
          <ac:inkMkLst>
            <pc:docMk/>
            <pc:sldMk cId="1227621520" sldId="295"/>
            <ac:inkMk id="85" creationId="{3F5E07B1-0282-5512-D461-3E7E821A5F7B}"/>
          </ac:inkMkLst>
        </pc:inkChg>
        <pc:inkChg chg="add reco">
          <ac:chgData name="Pete Dowty" userId="91aba14b6835b0ae" providerId="LiveId" clId="{19439AC1-6599-4CEB-9020-36158C74069D}" dt="2026-05-26T04:55:19.216" v="506"/>
          <ac:inkMkLst>
            <pc:docMk/>
            <pc:sldMk cId="1227621520" sldId="295"/>
            <ac:inkMk id="92" creationId="{F92A99A4-D056-6A41-F630-E557B6A6B015}"/>
          </ac:inkMkLst>
        </pc:inkChg>
        <pc:inkChg chg="add reco">
          <ac:chgData name="Pete Dowty" userId="91aba14b6835b0ae" providerId="LiveId" clId="{19439AC1-6599-4CEB-9020-36158C74069D}" dt="2026-05-26T04:55:50.272" v="526"/>
          <ac:inkMkLst>
            <pc:docMk/>
            <pc:sldMk cId="1227621520" sldId="295"/>
            <ac:inkMk id="112" creationId="{7AE01728-8674-B4D6-7D7B-D34B4A96B7B7}"/>
          </ac:inkMkLst>
        </pc:inkChg>
        <pc:inkChg chg="add reco">
          <ac:chgData name="Pete Dowty" userId="91aba14b6835b0ae" providerId="LiveId" clId="{19439AC1-6599-4CEB-9020-36158C74069D}" dt="2026-05-26T04:55:50.272" v="526"/>
          <ac:inkMkLst>
            <pc:docMk/>
            <pc:sldMk cId="1227621520" sldId="295"/>
            <ac:inkMk id="113" creationId="{49A6694F-C5FA-C636-742B-E75817DDDA2B}"/>
          </ac:inkMkLst>
        </pc:inkChg>
        <pc:inkChg chg="add mod reco modStrokes">
          <ac:chgData name="Pete Dowty" userId="91aba14b6835b0ae" providerId="LiveId" clId="{19439AC1-6599-4CEB-9020-36158C74069D}" dt="2026-05-26T04:56:46.960" v="554"/>
          <ac:inkMkLst>
            <pc:docMk/>
            <pc:sldMk cId="1227621520" sldId="295"/>
            <ac:inkMk id="125" creationId="{EDDBD71C-4A51-A259-EC26-EF9B0BA61EC4}"/>
          </ac:inkMkLst>
        </pc:inkChg>
        <pc:inkChg chg="add reco">
          <ac:chgData name="Pete Dowty" userId="91aba14b6835b0ae" providerId="LiveId" clId="{19439AC1-6599-4CEB-9020-36158C74069D}" dt="2026-05-26T04:56:14.783" v="553"/>
          <ac:inkMkLst>
            <pc:docMk/>
            <pc:sldMk cId="1227621520" sldId="295"/>
            <ac:inkMk id="140" creationId="{2D7A27A0-146E-462D-321B-163384692D31}"/>
          </ac:inkMkLst>
        </pc:inkChg>
        <pc:inkChg chg="add reco">
          <ac:chgData name="Pete Dowty" userId="91aba14b6835b0ae" providerId="LiveId" clId="{19439AC1-6599-4CEB-9020-36158C74069D}" dt="2026-05-26T04:56:51.876" v="562"/>
          <ac:inkMkLst>
            <pc:docMk/>
            <pc:sldMk cId="1227621520" sldId="295"/>
            <ac:inkMk id="148" creationId="{DD92D9A6-5F14-6AD0-BBD6-6FB5E3B262D5}"/>
          </ac:inkMkLst>
        </pc:inkChg>
        <pc:inkChg chg="add reco">
          <ac:chgData name="Pete Dowty" userId="91aba14b6835b0ae" providerId="LiveId" clId="{19439AC1-6599-4CEB-9020-36158C74069D}" dt="2026-05-26T04:57:07.580" v="577"/>
          <ac:inkMkLst>
            <pc:docMk/>
            <pc:sldMk cId="1227621520" sldId="295"/>
            <ac:inkMk id="163" creationId="{C7860788-D7AD-8584-4622-9D90CD40C896}"/>
          </ac:inkMkLst>
        </pc:inkChg>
        <pc:inkChg chg="add reco">
          <ac:chgData name="Pete Dowty" userId="91aba14b6835b0ae" providerId="LiveId" clId="{19439AC1-6599-4CEB-9020-36158C74069D}" dt="2026-05-26T04:57:23.874" v="583"/>
          <ac:inkMkLst>
            <pc:docMk/>
            <pc:sldMk cId="1227621520" sldId="295"/>
            <ac:inkMk id="169" creationId="{8CEDCCA9-EDD7-A93D-08DD-7085FDE581EF}"/>
          </ac:inkMkLst>
        </pc:inkChg>
        <pc:inkChg chg="add reco">
          <ac:chgData name="Pete Dowty" userId="91aba14b6835b0ae" providerId="LiveId" clId="{19439AC1-6599-4CEB-9020-36158C74069D}" dt="2026-05-26T04:57:45.076" v="610"/>
          <ac:inkMkLst>
            <pc:docMk/>
            <pc:sldMk cId="1227621520" sldId="295"/>
            <ac:inkMk id="196" creationId="{7F476395-AF2D-E92E-5171-C307A0C00DA9}"/>
          </ac:inkMkLst>
        </pc:inkChg>
        <pc:inkChg chg="add reco">
          <ac:chgData name="Pete Dowty" userId="91aba14b6835b0ae" providerId="LiveId" clId="{19439AC1-6599-4CEB-9020-36158C74069D}" dt="2026-05-26T04:57:45.076" v="610"/>
          <ac:inkMkLst>
            <pc:docMk/>
            <pc:sldMk cId="1227621520" sldId="295"/>
            <ac:inkMk id="197" creationId="{BB1E29C3-4A71-154A-1934-6BC9F722F04B}"/>
          </ac:inkMkLst>
        </pc:inkChg>
      </pc:sldChg>
    </pc:docChg>
  </pc:docChgLst>
  <pc:docChgLst>
    <pc:chgData name="DOWTY, PETER (DNR)" userId="01cf875a-4e15-4928-8f93-7a0dfa1efb6b" providerId="ADAL" clId="{19439AC1-6599-4CEB-9020-36158C74069D}"/>
    <pc:docChg chg="custSel modSld">
      <pc:chgData name="DOWTY, PETER (DNR)" userId="01cf875a-4e15-4928-8f93-7a0dfa1efb6b" providerId="ADAL" clId="{19439AC1-6599-4CEB-9020-36158C74069D}" dt="2026-05-16T14:57:34.385" v="72"/>
      <pc:docMkLst>
        <pc:docMk/>
      </pc:docMkLst>
      <pc:sldChg chg="addSp delSp mod">
        <pc:chgData name="DOWTY, PETER (DNR)" userId="01cf875a-4e15-4928-8f93-7a0dfa1efb6b" providerId="ADAL" clId="{19439AC1-6599-4CEB-9020-36158C74069D}" dt="2026-05-16T14:26:49.982" v="47"/>
        <pc:sldMkLst>
          <pc:docMk/>
          <pc:sldMk cId="2532653130" sldId="281"/>
        </pc:sldMkLst>
      </pc:sldChg>
      <pc:sldChg chg="addSp delSp mod">
        <pc:chgData name="DOWTY, PETER (DNR)" userId="01cf875a-4e15-4928-8f93-7a0dfa1efb6b" providerId="ADAL" clId="{19439AC1-6599-4CEB-9020-36158C74069D}" dt="2026-05-16T14:57:34.385" v="72"/>
        <pc:sldMkLst>
          <pc:docMk/>
          <pc:sldMk cId="3033079533" sldId="284"/>
        </pc:sldMkLst>
        <pc:inkChg chg="add reco">
          <ac:chgData name="DOWTY, PETER (DNR)" userId="01cf875a-4e15-4928-8f93-7a0dfa1efb6b" providerId="ADAL" clId="{19439AC1-6599-4CEB-9020-36158C74069D}" dt="2026-05-16T14:57:29.970" v="66"/>
          <ac:inkMkLst>
            <pc:docMk/>
            <pc:sldMk cId="3033079533" sldId="284"/>
            <ac:inkMk id="52" creationId="{48E65938-2535-EE0D-755B-CBC9BB775B86}"/>
          </ac:inkMkLst>
        </pc:inkChg>
        <pc:inkChg chg="add reco">
          <ac:chgData name="DOWTY, PETER (DNR)" userId="01cf875a-4e15-4928-8f93-7a0dfa1efb6b" providerId="ADAL" clId="{19439AC1-6599-4CEB-9020-36158C74069D}" dt="2026-05-16T14:57:34.385" v="72"/>
          <ac:inkMkLst>
            <pc:docMk/>
            <pc:sldMk cId="3033079533" sldId="284"/>
            <ac:inkMk id="58" creationId="{132C3DFC-9D9B-AB38-71EF-09B18A6A11CB}"/>
          </ac:inkMkLst>
        </pc:inkChg>
      </pc:sldChg>
    </pc:docChg>
  </pc:docChgLst>
  <pc:docChgLst>
    <pc:chgData name="Pete Dowty" userId="91aba14b6835b0ae" providerId="LiveId" clId="{660F8803-2738-5EFD-95AE-06E7480F19FB}"/>
    <pc:docChg chg="custSel addSld modSld">
      <pc:chgData name="Pete Dowty" userId="91aba14b6835b0ae" providerId="LiveId" clId="{660F8803-2738-5EFD-95AE-06E7480F19FB}" dt="2026-06-03T05:07:19.538" v="786" actId="478"/>
      <pc:docMkLst>
        <pc:docMk/>
      </pc:docMkLst>
      <pc:sldChg chg="addSp delSp modSp mod">
        <pc:chgData name="Pete Dowty" userId="91aba14b6835b0ae" providerId="LiveId" clId="{660F8803-2738-5EFD-95AE-06E7480F19FB}" dt="2026-05-06T03:51:16.985" v="438" actId="1076"/>
        <pc:sldMkLst>
          <pc:docMk/>
          <pc:sldMk cId="3033079533" sldId="284"/>
        </pc:sldMkLst>
        <pc:spChg chg="mod">
          <ac:chgData name="Pete Dowty" userId="91aba14b6835b0ae" providerId="LiveId" clId="{660F8803-2738-5EFD-95AE-06E7480F19FB}" dt="2026-05-06T03:50:57.823" v="434" actId="1076"/>
          <ac:spMkLst>
            <pc:docMk/>
            <pc:sldMk cId="3033079533" sldId="284"/>
            <ac:spMk id="4" creationId="{EC918C2C-6333-40F1-A4B4-F93CAF543DC6}"/>
          </ac:spMkLst>
        </pc:spChg>
        <pc:spChg chg="mod">
          <ac:chgData name="Pete Dowty" userId="91aba14b6835b0ae" providerId="LiveId" clId="{660F8803-2738-5EFD-95AE-06E7480F19FB}" dt="2026-05-06T03:50:57.823" v="434" actId="1076"/>
          <ac:spMkLst>
            <pc:docMk/>
            <pc:sldMk cId="3033079533" sldId="284"/>
            <ac:spMk id="5" creationId="{256F4C86-65E1-27DB-2B20-1E4E19092C8B}"/>
          </ac:spMkLst>
        </pc:spChg>
        <pc:spChg chg="mod">
          <ac:chgData name="Pete Dowty" userId="91aba14b6835b0ae" providerId="LiveId" clId="{660F8803-2738-5EFD-95AE-06E7480F19FB}" dt="2026-05-06T03:50:57.823" v="434" actId="1076"/>
          <ac:spMkLst>
            <pc:docMk/>
            <pc:sldMk cId="3033079533" sldId="284"/>
            <ac:spMk id="6" creationId="{9AB0CAD2-7B5B-D303-CA00-8970CA423417}"/>
          </ac:spMkLst>
        </pc:spChg>
        <pc:spChg chg="mod">
          <ac:chgData name="Pete Dowty" userId="91aba14b6835b0ae" providerId="LiveId" clId="{660F8803-2738-5EFD-95AE-06E7480F19FB}" dt="2026-05-06T03:49:05.166" v="406" actId="1076"/>
          <ac:spMkLst>
            <pc:docMk/>
            <pc:sldMk cId="3033079533" sldId="284"/>
            <ac:spMk id="8" creationId="{45F1DE8D-2634-DE88-699C-5E5C82B53CB4}"/>
          </ac:spMkLst>
        </pc:spChg>
        <pc:spChg chg="mod">
          <ac:chgData name="Pete Dowty" userId="91aba14b6835b0ae" providerId="LiveId" clId="{660F8803-2738-5EFD-95AE-06E7480F19FB}" dt="2026-05-06T03:49:05.166" v="406" actId="1076"/>
          <ac:spMkLst>
            <pc:docMk/>
            <pc:sldMk cId="3033079533" sldId="284"/>
            <ac:spMk id="9" creationId="{316A2CA4-13C8-AA8F-952C-692DD3CB2043}"/>
          </ac:spMkLst>
        </pc:spChg>
        <pc:spChg chg="mod">
          <ac:chgData name="Pete Dowty" userId="91aba14b6835b0ae" providerId="LiveId" clId="{660F8803-2738-5EFD-95AE-06E7480F19FB}" dt="2026-05-06T03:49:05.166" v="406" actId="1076"/>
          <ac:spMkLst>
            <pc:docMk/>
            <pc:sldMk cId="3033079533" sldId="284"/>
            <ac:spMk id="10" creationId="{CB716A90-792D-91B5-8276-A69537C932FA}"/>
          </ac:spMkLst>
        </pc:spChg>
        <pc:spChg chg="mod">
          <ac:chgData name="Pete Dowty" userId="91aba14b6835b0ae" providerId="LiveId" clId="{660F8803-2738-5EFD-95AE-06E7480F19FB}" dt="2026-05-06T03:46:33.636" v="404" actId="14100"/>
          <ac:spMkLst>
            <pc:docMk/>
            <pc:sldMk cId="3033079533" sldId="284"/>
            <ac:spMk id="11" creationId="{BD5C7C96-B957-0EA5-CAE2-8DF8FA89CCE3}"/>
          </ac:spMkLst>
        </pc:spChg>
        <pc:spChg chg="mod">
          <ac:chgData name="Pete Dowty" userId="91aba14b6835b0ae" providerId="LiveId" clId="{660F8803-2738-5EFD-95AE-06E7480F19FB}" dt="2026-05-06T03:50:57.823" v="434" actId="1076"/>
          <ac:spMkLst>
            <pc:docMk/>
            <pc:sldMk cId="3033079533" sldId="284"/>
            <ac:spMk id="13" creationId="{64A0DC9E-581A-0713-6BA8-2112CF9A4098}"/>
          </ac:spMkLst>
        </pc:spChg>
        <pc:spChg chg="mod">
          <ac:chgData name="Pete Dowty" userId="91aba14b6835b0ae" providerId="LiveId" clId="{660F8803-2738-5EFD-95AE-06E7480F19FB}" dt="2026-05-06T03:50:57.823" v="434" actId="1076"/>
          <ac:spMkLst>
            <pc:docMk/>
            <pc:sldMk cId="3033079533" sldId="284"/>
            <ac:spMk id="15" creationId="{29A7D68B-49FC-61AC-0F65-80BBA88F81B9}"/>
          </ac:spMkLst>
        </pc:spChg>
        <pc:spChg chg="mod">
          <ac:chgData name="Pete Dowty" userId="91aba14b6835b0ae" providerId="LiveId" clId="{660F8803-2738-5EFD-95AE-06E7480F19FB}" dt="2026-05-06T03:50:57.823" v="434" actId="1076"/>
          <ac:spMkLst>
            <pc:docMk/>
            <pc:sldMk cId="3033079533" sldId="284"/>
            <ac:spMk id="19" creationId="{3711DE71-03D3-EDF8-1F69-9118989B237D}"/>
          </ac:spMkLst>
        </pc:spChg>
        <pc:spChg chg="mod">
          <ac:chgData name="Pete Dowty" userId="91aba14b6835b0ae" providerId="LiveId" clId="{660F8803-2738-5EFD-95AE-06E7480F19FB}" dt="2026-05-06T03:50:57.823" v="434" actId="1076"/>
          <ac:spMkLst>
            <pc:docMk/>
            <pc:sldMk cId="3033079533" sldId="284"/>
            <ac:spMk id="20" creationId="{F7329826-D4C7-BEE5-773F-648AFF003D76}"/>
          </ac:spMkLst>
        </pc:spChg>
        <pc:spChg chg="mod">
          <ac:chgData name="Pete Dowty" userId="91aba14b6835b0ae" providerId="LiveId" clId="{660F8803-2738-5EFD-95AE-06E7480F19FB}" dt="2026-05-06T03:50:57.823" v="434" actId="1076"/>
          <ac:spMkLst>
            <pc:docMk/>
            <pc:sldMk cId="3033079533" sldId="284"/>
            <ac:spMk id="21" creationId="{266CC922-1A2E-A92B-84D0-AE461D9136BA}"/>
          </ac:spMkLst>
        </pc:spChg>
        <pc:spChg chg="mod">
          <ac:chgData name="Pete Dowty" userId="91aba14b6835b0ae" providerId="LiveId" clId="{660F8803-2738-5EFD-95AE-06E7480F19FB}" dt="2026-05-06T03:49:05.166" v="406" actId="1076"/>
          <ac:spMkLst>
            <pc:docMk/>
            <pc:sldMk cId="3033079533" sldId="284"/>
            <ac:spMk id="22" creationId="{62D4AB13-4CA1-D5B1-8048-F086110F9055}"/>
          </ac:spMkLst>
        </pc:spChg>
        <pc:spChg chg="mod">
          <ac:chgData name="Pete Dowty" userId="91aba14b6835b0ae" providerId="LiveId" clId="{660F8803-2738-5EFD-95AE-06E7480F19FB}" dt="2026-05-06T03:49:05.166" v="406" actId="1076"/>
          <ac:spMkLst>
            <pc:docMk/>
            <pc:sldMk cId="3033079533" sldId="284"/>
            <ac:spMk id="23" creationId="{05EFF757-4702-84F2-1564-3705C9635BC2}"/>
          </ac:spMkLst>
        </pc:spChg>
        <pc:spChg chg="mod">
          <ac:chgData name="Pete Dowty" userId="91aba14b6835b0ae" providerId="LiveId" clId="{660F8803-2738-5EFD-95AE-06E7480F19FB}" dt="2026-05-06T03:49:05.166" v="406" actId="1076"/>
          <ac:spMkLst>
            <pc:docMk/>
            <pc:sldMk cId="3033079533" sldId="284"/>
            <ac:spMk id="24" creationId="{36D3A190-7855-88FC-8C97-4E21F875DAF6}"/>
          </ac:spMkLst>
        </pc:spChg>
        <pc:spChg chg="mod">
          <ac:chgData name="Pete Dowty" userId="91aba14b6835b0ae" providerId="LiveId" clId="{660F8803-2738-5EFD-95AE-06E7480F19FB}" dt="2026-05-06T03:46:18.793" v="399" actId="1076"/>
          <ac:spMkLst>
            <pc:docMk/>
            <pc:sldMk cId="3033079533" sldId="284"/>
            <ac:spMk id="25" creationId="{7A295099-6C58-05B9-E63F-35BF0D79119E}"/>
          </ac:spMkLst>
        </pc:spChg>
        <pc:spChg chg="mod">
          <ac:chgData name="Pete Dowty" userId="91aba14b6835b0ae" providerId="LiveId" clId="{660F8803-2738-5EFD-95AE-06E7480F19FB}" dt="2026-05-06T03:50:57.823" v="434" actId="1076"/>
          <ac:spMkLst>
            <pc:docMk/>
            <pc:sldMk cId="3033079533" sldId="284"/>
            <ac:spMk id="27" creationId="{E81356C8-7A2F-AE07-F43E-BA8F14588D0E}"/>
          </ac:spMkLst>
        </pc:spChg>
        <pc:spChg chg="mod">
          <ac:chgData name="Pete Dowty" userId="91aba14b6835b0ae" providerId="LiveId" clId="{660F8803-2738-5EFD-95AE-06E7480F19FB}" dt="2026-05-06T03:50:57.823" v="434" actId="1076"/>
          <ac:spMkLst>
            <pc:docMk/>
            <pc:sldMk cId="3033079533" sldId="284"/>
            <ac:spMk id="28" creationId="{84C96ED6-F6BF-758C-0D97-9B07646ECDAC}"/>
          </ac:spMkLst>
        </pc:spChg>
        <pc:spChg chg="mod">
          <ac:chgData name="Pete Dowty" userId="91aba14b6835b0ae" providerId="LiveId" clId="{660F8803-2738-5EFD-95AE-06E7480F19FB}" dt="2026-05-06T03:51:16.985" v="438" actId="1076"/>
          <ac:spMkLst>
            <pc:docMk/>
            <pc:sldMk cId="3033079533" sldId="284"/>
            <ac:spMk id="31" creationId="{24356EA5-CF42-9066-1E1A-47A173FC2910}"/>
          </ac:spMkLst>
        </pc:spChg>
        <pc:spChg chg="mod">
          <ac:chgData name="Pete Dowty" userId="91aba14b6835b0ae" providerId="LiveId" clId="{660F8803-2738-5EFD-95AE-06E7480F19FB}" dt="2026-05-06T03:51:16.985" v="438" actId="1076"/>
          <ac:spMkLst>
            <pc:docMk/>
            <pc:sldMk cId="3033079533" sldId="284"/>
            <ac:spMk id="32" creationId="{67BFBF7E-716C-7641-82E6-71C18EF98864}"/>
          </ac:spMkLst>
        </pc:spChg>
        <pc:spChg chg="mod">
          <ac:chgData name="Pete Dowty" userId="91aba14b6835b0ae" providerId="LiveId" clId="{660F8803-2738-5EFD-95AE-06E7480F19FB}" dt="2026-05-06T03:51:16.985" v="438" actId="1076"/>
          <ac:spMkLst>
            <pc:docMk/>
            <pc:sldMk cId="3033079533" sldId="284"/>
            <ac:spMk id="33" creationId="{110C4B04-A712-AB24-BE35-BC73F60B9B63}"/>
          </ac:spMkLst>
        </pc:spChg>
        <pc:spChg chg="mod">
          <ac:chgData name="Pete Dowty" userId="91aba14b6835b0ae" providerId="LiveId" clId="{660F8803-2738-5EFD-95AE-06E7480F19FB}" dt="2026-05-06T03:51:16.985" v="438" actId="1076"/>
          <ac:spMkLst>
            <pc:docMk/>
            <pc:sldMk cId="3033079533" sldId="284"/>
            <ac:spMk id="34" creationId="{D3DC3FB7-8C3E-066E-A4D9-E3E4D61F7149}"/>
          </ac:spMkLst>
        </pc:spChg>
        <pc:spChg chg="mod">
          <ac:chgData name="Pete Dowty" userId="91aba14b6835b0ae" providerId="LiveId" clId="{660F8803-2738-5EFD-95AE-06E7480F19FB}" dt="2026-05-06T03:51:16.985" v="438" actId="1076"/>
          <ac:spMkLst>
            <pc:docMk/>
            <pc:sldMk cId="3033079533" sldId="284"/>
            <ac:spMk id="35" creationId="{3FAEE904-4804-B112-EA49-085EA8537F24}"/>
          </ac:spMkLst>
        </pc:spChg>
        <pc:spChg chg="mod">
          <ac:chgData name="Pete Dowty" userId="91aba14b6835b0ae" providerId="LiveId" clId="{660F8803-2738-5EFD-95AE-06E7480F19FB}" dt="2026-05-06T03:51:16.985" v="438" actId="1076"/>
          <ac:spMkLst>
            <pc:docMk/>
            <pc:sldMk cId="3033079533" sldId="284"/>
            <ac:spMk id="36" creationId="{986BF64C-D8D4-F4BA-F000-F7EA66F3A1E5}"/>
          </ac:spMkLst>
        </pc:spChg>
      </pc:sldChg>
      <pc:sldChg chg="addSp delSp modSp mod">
        <pc:chgData name="Pete Dowty" userId="91aba14b6835b0ae" providerId="LiveId" clId="{660F8803-2738-5EFD-95AE-06E7480F19FB}" dt="2026-06-03T05:07:19.538" v="786" actId="478"/>
        <pc:sldMkLst>
          <pc:docMk/>
          <pc:sldMk cId="1835506812" sldId="301"/>
        </pc:sldMkLst>
        <pc:spChg chg="add mod">
          <ac:chgData name="Pete Dowty" userId="91aba14b6835b0ae" providerId="LiveId" clId="{660F8803-2738-5EFD-95AE-06E7480F19FB}" dt="2026-06-03T04:52:49.327" v="753" actId="14838"/>
          <ac:spMkLst>
            <pc:docMk/>
            <pc:sldMk cId="1835506812" sldId="301"/>
            <ac:spMk id="2" creationId="{CA846F38-ADDD-FC79-D2D1-5792DE64D04C}"/>
          </ac:spMkLst>
        </pc:spChg>
        <pc:spChg chg="add mod">
          <ac:chgData name="Pete Dowty" userId="91aba14b6835b0ae" providerId="LiveId" clId="{660F8803-2738-5EFD-95AE-06E7480F19FB}" dt="2026-06-02T03:48:18.771" v="451" actId="1076"/>
          <ac:spMkLst>
            <pc:docMk/>
            <pc:sldMk cId="1835506812" sldId="301"/>
            <ac:spMk id="3" creationId="{CAEEE0A7-E838-7A8E-4208-4764CC1864A6}"/>
          </ac:spMkLst>
        </pc:spChg>
        <pc:spChg chg="add mod">
          <ac:chgData name="Pete Dowty" userId="91aba14b6835b0ae" providerId="LiveId" clId="{660F8803-2738-5EFD-95AE-06E7480F19FB}" dt="2026-06-02T03:49:21.644" v="462" actId="206"/>
          <ac:spMkLst>
            <pc:docMk/>
            <pc:sldMk cId="1835506812" sldId="301"/>
            <ac:spMk id="4" creationId="{845D2CD3-1BD2-E08B-13B3-C8808A1F1B7E}"/>
          </ac:spMkLst>
        </pc:spChg>
        <pc:spChg chg="mod">
          <ac:chgData name="Pete Dowty" userId="91aba14b6835b0ae" providerId="LiveId" clId="{660F8803-2738-5EFD-95AE-06E7480F19FB}" dt="2026-06-02T03:46:13.686" v="444" actId="20577"/>
          <ac:spMkLst>
            <pc:docMk/>
            <pc:sldMk cId="1835506812" sldId="301"/>
            <ac:spMk id="11" creationId="{7D6ABCC7-A3DA-BEAD-7F8E-92BDC6A20361}"/>
          </ac:spMkLst>
        </pc:spChg>
        <pc:spChg chg="add mod">
          <ac:chgData name="Pete Dowty" userId="91aba14b6835b0ae" providerId="LiveId" clId="{660F8803-2738-5EFD-95AE-06E7480F19FB}" dt="2026-06-02T03:50:14.641" v="467" actId="206"/>
          <ac:spMkLst>
            <pc:docMk/>
            <pc:sldMk cId="1835506812" sldId="301"/>
            <ac:spMk id="24" creationId="{5CC45558-C687-C147-B236-08CCF3BD9772}"/>
          </ac:spMkLst>
        </pc:spChg>
        <pc:spChg chg="del">
          <ac:chgData name="Pete Dowty" userId="91aba14b6835b0ae" providerId="LiveId" clId="{660F8803-2738-5EFD-95AE-06E7480F19FB}" dt="2026-06-03T05:07:19.538" v="786" actId="478"/>
          <ac:spMkLst>
            <pc:docMk/>
            <pc:sldMk cId="1835506812" sldId="301"/>
            <ac:spMk id="40" creationId="{F9B41955-2698-27EF-DFB7-B9458D458BF2}"/>
          </ac:spMkLst>
        </pc:spChg>
        <pc:spChg chg="del">
          <ac:chgData name="Pete Dowty" userId="91aba14b6835b0ae" providerId="LiveId" clId="{660F8803-2738-5EFD-95AE-06E7480F19FB}" dt="2026-06-03T05:07:19.538" v="786" actId="478"/>
          <ac:spMkLst>
            <pc:docMk/>
            <pc:sldMk cId="1835506812" sldId="301"/>
            <ac:spMk id="41" creationId="{97E9ED0C-4867-CDF1-203C-119CBCCB9862}"/>
          </ac:spMkLst>
        </pc:spChg>
        <pc:spChg chg="del">
          <ac:chgData name="Pete Dowty" userId="91aba14b6835b0ae" providerId="LiveId" clId="{660F8803-2738-5EFD-95AE-06E7480F19FB}" dt="2026-06-03T05:07:19.538" v="786" actId="478"/>
          <ac:spMkLst>
            <pc:docMk/>
            <pc:sldMk cId="1835506812" sldId="301"/>
            <ac:spMk id="42" creationId="{4D05E129-6657-2B61-FC22-474CF742D166}"/>
          </ac:spMkLst>
        </pc:spChg>
        <pc:spChg chg="del">
          <ac:chgData name="Pete Dowty" userId="91aba14b6835b0ae" providerId="LiveId" clId="{660F8803-2738-5EFD-95AE-06E7480F19FB}" dt="2026-06-03T05:07:19.538" v="786" actId="478"/>
          <ac:spMkLst>
            <pc:docMk/>
            <pc:sldMk cId="1835506812" sldId="301"/>
            <ac:spMk id="43" creationId="{0E2418D5-12D6-28F3-284D-422D1EE108B1}"/>
          </ac:spMkLst>
        </pc:spChg>
        <pc:spChg chg="mod">
          <ac:chgData name="Pete Dowty" userId="91aba14b6835b0ae" providerId="LiveId" clId="{660F8803-2738-5EFD-95AE-06E7480F19FB}" dt="2026-06-02T03:57:07.012" v="475" actId="20577"/>
          <ac:spMkLst>
            <pc:docMk/>
            <pc:sldMk cId="1835506812" sldId="301"/>
            <ac:spMk id="51" creationId="{EED36589-D173-4EA4-61A8-C34BE0ACB4B9}"/>
          </ac:spMkLst>
        </pc:spChg>
        <pc:spChg chg="mod">
          <ac:chgData name="Pete Dowty" userId="91aba14b6835b0ae" providerId="LiveId" clId="{660F8803-2738-5EFD-95AE-06E7480F19FB}" dt="2026-06-03T04:53:22.607" v="785" actId="14838"/>
          <ac:spMkLst>
            <pc:docMk/>
            <pc:sldMk cId="1835506812" sldId="301"/>
            <ac:spMk id="56" creationId="{E40E8C92-55CC-CBBB-5D85-3B438ADFBC18}"/>
          </ac:spMkLst>
        </pc:spChg>
        <pc:spChg chg="add mod">
          <ac:chgData name="Pete Dowty" userId="91aba14b6835b0ae" providerId="LiveId" clId="{660F8803-2738-5EFD-95AE-06E7480F19FB}" dt="2026-06-03T04:46:29.830" v="657" actId="206"/>
          <ac:spMkLst>
            <pc:docMk/>
            <pc:sldMk cId="1835506812" sldId="301"/>
            <ac:spMk id="58" creationId="{055B6D82-9674-EF47-D6B5-835E2F7AA9CE}"/>
          </ac:spMkLst>
        </pc:spChg>
        <pc:spChg chg="add mod">
          <ac:chgData name="Pete Dowty" userId="91aba14b6835b0ae" providerId="LiveId" clId="{660F8803-2738-5EFD-95AE-06E7480F19FB}" dt="2026-06-02T04:02:50.786" v="485" actId="207"/>
          <ac:spMkLst>
            <pc:docMk/>
            <pc:sldMk cId="1835506812" sldId="301"/>
            <ac:spMk id="58" creationId="{70794671-7AA8-614B-5685-90E3D1392D27}"/>
          </ac:spMkLst>
        </pc:spChg>
        <pc:spChg chg="add mod">
          <ac:chgData name="Pete Dowty" userId="91aba14b6835b0ae" providerId="LiveId" clId="{660F8803-2738-5EFD-95AE-06E7480F19FB}" dt="2026-06-03T04:51:37.640" v="684" actId="167"/>
          <ac:spMkLst>
            <pc:docMk/>
            <pc:sldMk cId="1835506812" sldId="301"/>
            <ac:spMk id="59" creationId="{4C469FAC-C07F-037F-EC31-D26B79491074}"/>
          </ac:spMkLst>
        </pc:spChg>
        <pc:spChg chg="mod">
          <ac:chgData name="Pete Dowty" userId="91aba14b6835b0ae" providerId="LiveId" clId="{660F8803-2738-5EFD-95AE-06E7480F19FB}" dt="2026-06-03T04:42:43.691" v="651" actId="20577"/>
          <ac:spMkLst>
            <pc:docMk/>
            <pc:sldMk cId="1835506812" sldId="301"/>
            <ac:spMk id="62" creationId="{B3EC0EC5-9D61-CF99-DD83-A92179FEF23D}"/>
          </ac:spMkLst>
        </pc:spChg>
        <pc:spChg chg="add mod">
          <ac:chgData name="Pete Dowty" userId="91aba14b6835b0ae" providerId="LiveId" clId="{660F8803-2738-5EFD-95AE-06E7480F19FB}" dt="2026-06-03T04:49:13.101" v="670" actId="206"/>
          <ac:spMkLst>
            <pc:docMk/>
            <pc:sldMk cId="1835506812" sldId="301"/>
            <ac:spMk id="65" creationId="{FC9531D5-C169-16E6-F354-D8B05CE744A5}"/>
          </ac:spMkLst>
        </pc:spChg>
        <pc:spChg chg="add mod">
          <ac:chgData name="Pete Dowty" userId="91aba14b6835b0ae" providerId="LiveId" clId="{660F8803-2738-5EFD-95AE-06E7480F19FB}" dt="2026-06-03T04:49:48.538" v="675" actId="206"/>
          <ac:spMkLst>
            <pc:docMk/>
            <pc:sldMk cId="1835506812" sldId="301"/>
            <ac:spMk id="66" creationId="{97748B36-302E-BB5B-5014-EF4C8350C1BC}"/>
          </ac:spMkLst>
        </pc:spChg>
        <pc:spChg chg="add mod">
          <ac:chgData name="Pete Dowty" userId="91aba14b6835b0ae" providerId="LiveId" clId="{660F8803-2738-5EFD-95AE-06E7480F19FB}" dt="2026-06-03T04:51:30.653" v="683" actId="167"/>
          <ac:spMkLst>
            <pc:docMk/>
            <pc:sldMk cId="1835506812" sldId="301"/>
            <ac:spMk id="67" creationId="{891E5C1F-C693-FC21-C6D2-BE1974D8F3F0}"/>
          </ac:spMkLst>
        </pc:spChg>
        <pc:inkChg chg="add del">
          <ac:chgData name="Pete Dowty" userId="91aba14b6835b0ae" providerId="LiveId" clId="{660F8803-2738-5EFD-95AE-06E7480F19FB}" dt="2026-06-02T03:57:16.216" v="476" actId="478"/>
          <ac:inkMkLst>
            <pc:docMk/>
            <pc:sldMk cId="1835506812" sldId="301"/>
            <ac:inkMk id="25" creationId="{ECD1040F-548A-E3D3-F73C-33680890D2A1}"/>
          </ac:inkMkLst>
        </pc:inkChg>
        <pc:cxnChg chg="add mod">
          <ac:chgData name="Pete Dowty" userId="91aba14b6835b0ae" providerId="LiveId" clId="{660F8803-2738-5EFD-95AE-06E7480F19FB}" dt="2026-06-02T04:00:10.964" v="478" actId="208"/>
          <ac:cxnSpMkLst>
            <pc:docMk/>
            <pc:sldMk cId="1835506812" sldId="301"/>
            <ac:cxnSpMk id="57" creationId="{DF16117C-E93E-553D-5465-6872273B16C0}"/>
          </ac:cxnSpMkLst>
        </pc:cxnChg>
        <pc:cxnChg chg="add mod">
          <ac:chgData name="Pete Dowty" userId="91aba14b6835b0ae" providerId="LiveId" clId="{660F8803-2738-5EFD-95AE-06E7480F19FB}" dt="2026-06-02T04:07:05.793" v="515" actId="208"/>
          <ac:cxnSpMkLst>
            <pc:docMk/>
            <pc:sldMk cId="1835506812" sldId="301"/>
            <ac:cxnSpMk id="60" creationId="{2150FF30-BBA1-C4F4-7E2D-91785648075A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24:57.90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228 333 8101,'17'9'600,"-5"-1"0,-2-6 1,-3 4-1,-3 5 1,-2 5-50,-2 1 0,-6 1 1,1-1-1,1 1-541,2-1 1,-4 7 0,-2 1 0,0 0-405,1 0 1,1 4-1,6-5 1,-2-3-853,-4-2 0,4 1 1246,-4 3 0,4-4 0,2 7 0</inkml:trace>
  <inkml:trace contextRef="#ctx0" brushRef="#br0" timeOffset="474">333 1 7235,'-18'0'0,"1"0"0,-1 0 177,1 0 1,5 6-1,0 1 1,-1 1 175,-3 0 0,1 5 0,-1 1 0,1 7-57,-5 8 1,-1 1 0,4 3 0,-1 5 8,1 5 0,-1 9 0,1 9 0,1 1 105,5 4 0,3 2 0,8 1 0,0-1-86,0-4 0,2-11 1,5-12-1,9-7-219,5-4 1,10-11 0,-2-9-1,4-4-70,2-8 1,6-2 0,2-14 0,3-7 133,9-6 1,-3-12 0,4-5 0,-5-7 37,-5-3 0,-7-2 0,0 4 0,-8-2-16,-8 1 0,-11 9 0,-6 3 0,-6 1-73,-6-1 1,-11 6 0,-14-2-1,-8 4-418,-8 3 0,-5 4 1,-5 3-1,-1 4-714,2 7 0,2 7 0,1 13 0,3 7-486,3 13 0,6 14 1500,12 9 0,4 11 0,8 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25:07.54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1 699 9081,'12'0'1186,"-1"0"0,-5 0 1,6 0-815,1 0 0,3 0 1,1 0-323,1 0 0,5 0 0,2 0 0,0-2-417,1-4 0,3 4 0,-4-6 1,2 2-82,4 1 1,-4-7 0,1 4 447,-3-1 0,6-3 0,-4-6 0</inkml:trace>
  <inkml:trace contextRef="#ctx0" brushRef="#br0" timeOffset="298">472 18 7866,'0'-18'1802,"0"18"1,0 12 0,0 13-1391,0 8 0,0 4 0,0 4 0,-2 5-292,-3 5 1,3 1-1,-6 0 1,2 1-300,0-1 1,-5-1 0,3-5-1,0-5-583,0-4 1,-3-8 0,3-2-3059,-2-2 3820,6-9 0,-3-16 0,7-10 0</inkml:trace>
  <inkml:trace contextRef="#ctx0" brushRef="#br0" timeOffset="630">717 192 7866,'-12'6'493,"1"0"0,-1 0-204,2 2 0,-5 1 1,5 9-1,-2 1 109,1 4 1,5-3 0,-4 3-1,1-2-55,-1 3 0,4-3 0,-4 6 0,1-2-196,-1-3 1,6-3 0,-4-1-61,1-1 1,5-5-51,-4-1 1,6-7-110,6 2 0,3-4 1,9-2 110,-1 0 0,1 0 0,-1 0-28,1 0 1,-1 0 0,1 2 0,-1 2-15,0 2 0,7 0 0,-1-6 1,-2 0-156,-1 0 0,3 0 0,0 0 0,-1 0-461,-3 0 0,-1 0 0,-1 0 0,0 0-1723,1 0 2342,-1 0 0,1-8 0,-1-2 0</inkml:trace>
  <inkml:trace contextRef="#ctx0" brushRef="#br0" timeOffset="997">944 367 7934,'-16'8'768,"5"3"1,3-1 0,8 2-136,0 1 1,2-5-1,6-2-325,9-4 0,1-2 0,7 0 1,-2 0-216,0 0 0,3 0 1,-5-2-1,2-4-205,-1-6 1,3-1-1,-2-1 1,-3 3-276,-7-3 0,3-2 1,-7-1 5,1 0 1,-4 1 143,-12 4 0,-9 5 0,-11 7 0,1 2 259,0 3 1,-4 5 0,4 8-1,-1-1 443,1 0 0,2 3 1,5 1-1,1 4-265,-1 3 1,3-5 0,1 4-1,5-2-458,1-3 1,2 3-1,8-2 1,4-1-286,5-3 1,7-2 0,3-1 0,4-4-267,3-7 1,1-3 0,6-2 808,0 0 0,7-7 0,3-3 0</inkml:trace>
  <inkml:trace contextRef="#ctx0" brushRef="#br0" timeOffset="1380">1485 280 7916,'-17'9'61,"-1"1"1,1-6 0,-1 4 402,1 1 0,5 1 1,3 4-1,1-3-27,4 3 0,-4 1 0,2 3 0,3-1-100,1 1 0,7 1 1,3 3-1,2-1-226,3-6 1,5 3-1,3-8 1,3 1-231,-3 1 0,4-8 0,-2 2 1,-1-4-13,-3-2 0,-1 0 0,-1-2 1,1-2-356,-1-2 0,-5-8 1,-1 3-1,1-5 154,-2-1 0,3-1 0,-7 1 0,0-1 464,2 1 1,-6-1 0,3 1 1324,-3-1-963,-2 1 1,-2 9 0,-3 10 0,-7 14 399,-4 11 0,-7 8 0,-2 6 0,0 5-317,-1 5 1,-3 9 0,4 4 0,-2 4-845,-4 1 0,6 1 0,1-2 1,5-4-193,2-5 1,5-7 0,2-6 0,2-7 458,5-8 0,-7-5 0,0-9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25:02.82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192 681 8049,'-2'10'728,"-2"-2"0,-3-2-246,-3-1 1,4 9-1,-6-2 1,-1 5-238,-3 6 1,5 1 0,-1 9 0,-2 4-257,-1-1 1,3 7 0,3-2 0,-1 0-284,0 1 1,6-7 0,-1 2-1,3-8-955,2-4 1,0-1 1248,0-7 0,0-7 0,0-2 0</inkml:trace>
  <inkml:trace contextRef="#ctx0" brushRef="#br0" timeOffset="287">0 734 8044,'12'0'264,"-1"0"0,-5 0 0,6 0 1,-1-2 325,-1-4 1,6-2-1,-3-5 1,7 1-232,3-2 0,6 5 0,-4-1 0,1 2-209,-1 4 1,4-3 0,-6 1 0,-1 2-97,-3 2 0,-4 10 1,-3 3-1,-6 5-19,-4 1 1,-2 3-1,-2 1 1,-6 2-54,-9-1 1,-1 3-1,-7-2 1,2-1-113,-1-3 1,-5-4 129,6-3 0,-8 4 0,4-7 0</inkml:trace>
  <inkml:trace contextRef="#ctx0" brushRef="#br0" timeOffset="567">646 838 7773,'2'10'1194,"4"-4"1,-2-4 0,8-2-1033,1 0 0,3 0 0,1 0 0,3 0-59,3 0 0,-2 0 0,8-2 0,0-2-544,-1-2 1,5-5 0,-4 3 0,4 0 440,2 0 0,-1-5 0,1 3 0</inkml:trace>
  <inkml:trace contextRef="#ctx0" brushRef="#br0" timeOffset="1232">1519 402 7541,'-7'15'1060,"-3"-1"-782,0-2 0,-5-3 0,3 5 1,-3-2-56,-3 1 0,3 3 1,1-1-1,2 1-143,-1 1 1,-1-3-1,1 9 1,3-4-75,2-1 1,2-6-1,6-1-207,0 3 0,2-1 18,4-1 1,4-4 0,7-10 142,1-4 0,-1-2 0,1-5 165,-1 1 1,-5 8 0,-2-4 398,-3 1 0,5 7-218,-6 0 0,0 2 0,-6 11 0,0 5-48,0 3 1,-6 4 0,-2-2 0,-4 7-299,-7 3 1,0 1 0,-11-1-1,1-2-353,2-1 1,-6-3 0,6 4 0,-2-4-549,0-2 1,7-9-1,-1-10 941,4-5 0,-6-1 0,-3 0 0</inkml:trace>
  <inkml:trace contextRef="#ctx0" brushRef="#br0" timeOffset="1834">1747 594 7977,'0'12'-1192,"0"-1"1490,0 3 0,-2-4 0,-2 1 0,-4 3 337,-2 1 0,1 3 0,-5 1 1,2 2-286,-1 3 0,-1 7 1,1-4-1,3 2-281,2 0 0,-5 0 0,3 6 0,-2 0-42,1 0 1,5-8 0,-4-3-1,2-5-523,4-2 322,2 1 1,2-10-1,0-8 1,0-10-19,0-6 1,0-9-1,2-2 1,2-2 158,2 0 0,6-6 0,-5-6 0,3 2-54,4 2 0,1 3 0,3-1 0,-1 0 129,1 0 0,-1 2 1,1 4-1,-1 5 179,1 5 1,-1 3-1,-1 3 1,-3 3 38,-1 2 0,-1 5 0,5 8-131,-4 7 1,-5 5 0,-7 5-1,0 1-188,0-2 1,0-1 0,0-3 0,0 1-714,0-1 0,0 1-218,0-1 0,-2-1-425,-3-5 1415,3-3 0,-6-8 0,8 0 0</inkml:trace>
  <inkml:trace contextRef="#ctx0" brushRef="#br0" timeOffset="2151">2166 542 9801,'-18'0'1166,"7"0"-546,-1 0 1,6 0 0,-4 2-270,3 3 0,-5-1-282,6 8 0,-5-6 34,5 5 1,0-5 0,6 6-534,0 1 0,2-3 380,4 2 0,1-6 0,7 3 0,-2-1 300,1-4 1,3 4 0,-1-1-84,-3 3 0,1-4 0,-7 6-92,-2 1 1,-4 3-1,-4 1-515,-2 1 0,-7-3 1,-1-1-1,-5-3-573,-4 3 0,-3 0 0,5-1 1013,-2-1 0,-8-1 0,4 7 0</inkml:trace>
  <inkml:trace contextRef="#ctx0" brushRef="#br0" timeOffset="2383">2445 821 7960,'16'2'1260,"-3"2"-454,-1 2 0,-1 5 0,7-5-505,-1-2 1,1-2-1,-1-2 1,1 0-312,-1 0 1,-3 0 0,1 0-1,5-2-362,-1-4 0,1 2 1,-3-5-1,1-1-2183,-1 0 2555,8-1 0,-5-7 0,5 1 0</inkml:trace>
  <inkml:trace contextRef="#ctx0" brushRef="#br0" timeOffset="2866">3004 629 7827,'17'0'0,"1"0"1109,-1 0-651,-7 0 0,-2 8 0,-10 3 0,-2 5-142,-2 1 0,-5 9 1,5 3-1,0 4-148,-2 2 0,6 1 1,-6 3-1,3 4-239,-1 2 1,-6-7-1,6 3 1,2-4-654,2-2 1,-3-8 0,-1-4 0,2-3 723,2-3 0,-6 1 0,-1-1 0</inkml:trace>
  <inkml:trace contextRef="#ctx0" brushRef="#br0" timeOffset="3150">2969 542 8414,'12'-6'642,"-1"0"0,1 0 0,7 6-181,5 0 0,-5 2 0,4 4 0,-3 4-284,-3-1 0,5 7 0,-3-5 0,-5 5-89,-5 1 1,3 1-1,-6-1 1,-2 1-44,-2-1 1,-10 7 0,-4-1-1,-3-2-120,-3-1 1,-7-3 0,-2 1 0,-2-1-340,0 0 0,1-5 0,-3-2 0,4-2-254,2-5 0,-4 5 1,6-2-1,1-4-997,3-6 1665,9-6 0,-5-7 0,5-1 0</inkml:trace>
  <inkml:trace contextRef="#ctx0" brushRef="#br0" timeOffset="3567">3563 0 7938,'-12'6'0,"1"2"401,-3 1 1,0 5 0,1 7-1,3 5 305,2 1 0,2 10 0,6 9 0,0 5-272,0 1 0,0 6 1,0 2-1,0 3-200,0 3 0,0 1 0,0 1 1,0-6-222,0-9 0,-5-3 0,-1-9 1,0-2-4299,-2-2 4285,6-10 0,-13-2 0,5-7 0</inkml:trace>
  <inkml:trace contextRef="#ctx0" brushRef="#br0" timeOffset="4034">3179 454 8213,'0'18'2209,"-6"-7"-1822,0 1 1,2-2 0,10 1-239,6-5 0,5-4 1,6-2-1,6 0-183,4 0 1,8 0-1,4-2 1,3-2-273,7-2 0,1-5 0,-4 3 1,1 0-304,-1 1 1,-7-1 0,-3 4-1,-3-2-10,-4 2 1,-4 2 0,-11 0-62,3-4 680,4 5 549,-8-7 0,-11 16 0,-19 1 0,-5 3 103,-1 0 1,-3-1 0,-1 5 0,-1-3-95,7-1 1,-3-2-1,7 3 1,-3-1-262,3 1 0,3-3 0,8 2-99,0 1 0,0-3 1,2 2 10,4 1 1,3-3 0,11 0-1,1-1 67,2 1 1,1-4 0,-7 4 0,1-1-3,-1 1 0,0 0 0,1 3-180,-1-1 0,-7 0 0,-4 5 0,-6-1-398,-6-5 1,-6 5 0,-9-7-1,-4 3-605,-2 0 0,-2-3 0,-6 5 909,0-2 0,-8-8 0,-2 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24:59.48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332 315 7170,'10'0'2132,"-2"-8"-1183,-8-4 1,6 3 80,0-3 1,-1 0-217,-5-5 0,-2 5-613,-3 0 0,-5 9 1,-8-3-1,1 6-34,0 6 1,-9 3-1,-1 9 1,-2-1-136,0 1 0,2 5 0,-4 2 0,4 0-29,1 1 1,5 3 0,7-6-1,5-2-300,1-1 0,2-3 0,8-1 0,4-3 14,6-1 0,11-8 0,6 2 0,6-4 321,6-2 1,-5 0 0,5 0 0,-4-2 108,-2-4 0,0 4 0,-2-4 0,-4 4 198,-6 2 1,-5 2-27,-7 4 0,-5 4 0,-12 7 0,-7 1-246,-9-1 1,1 6-1,-10 1 1,-4-1-457,-4 2 1,-1-5 0,5 3 0,0-2-383,0 2 1,0-9-1,2 4 1,4-5-2131,6-3 2895,3-2 0,10-1 0,3 3 0</inkml:trace>
  <inkml:trace contextRef="#ctx0" brushRef="#br0" timeOffset="1161">752 454 6767,'9'0'-381,"-1"0"889,-8 0 1861,0 0-1840,0 8 0,0-4 1,0 8-1,-2 1-178,-4 3 1,4 3 0,-5 2 0,1 5-172,0 1 1,-8 2-1,5 6 1,-3 0-97,0 0 0,3-2 1,-3-2-1,4-4-206,1-2 0,5-2-48,-4-5 0,4-4 120,2-9 1,0-12-1,2-17 17,4 3 0,-3-4 1,7 0-1,0-1-104,0 1 1,-7-6-1,5 4 1,-2-2-113,0 0 1,6 5 0,-5-3 0,1 0 179,0 0 1,3 11 0,-3-1 0,0 1 3,0 1 1,5-1 0,-1 5 160,3 5 0,-3 4 0,0 2 99,1 0 0,1 8 0,0 3 0,-5 5 20,-1 1 0,-2 1 0,-6-1 0,0 1-79,0-1 0,0 6 0,-2 1 1,-4-3-194,-6-2 0,-3-1 1,-3-1-1,1 1 11,-1-1 0,1 1 0,0-1 0,-1-1-1604,1-5 1650,-9 5 0,7-14 0,-6 6 0</inkml:trace>
  <inkml:trace contextRef="#ctx0" brushRef="#br0" timeOffset="1794">1223 140 7971,'10'0'2947,"-2"0"-2536,-8 0 0,0 8 0,0 5 1,-2 7 33,-4 3 1,2 8-1,-8 0 1,1 6-185,1 4 0,-6 5 1,5-3-1,-3 2-204,3 3 1,-5 1-1,6-3 1,-1-5-587,-1-4 1,8-2 0,-2-2-1,4-4-1335,2-6 0,0-3-681,0-3 2545,0-7 0,8-3 0,2-7 0</inkml:trace>
  <inkml:trace contextRef="#ctx0" brushRef="#br0" timeOffset="2060">1555 437 7971,'-8'17'740,"-3"1"1,3-7 0,0-1 0,2 0-57,0 0 0,-5-5 1,5 7-1,0 2-269,-2 1 1,4 3 0,-5-1 0,-1 1-364,0-1 1,6 0 0,-3 3 0,1 1-435,0 2 1,-2 1 0,4-7-2783,-1 1 3164,-1-1 0,6 1 0,0-1 0</inkml:trace>
  <inkml:trace contextRef="#ctx0" brushRef="#br0" timeOffset="2444">1433 297 7883,'-18'0'0,"1"0"895,-1 0 1,9-2-1,5-4-486,8-5 0,7 1 0,11-2 1,3-1-510,2-3 1,2 5-1,4-1 1,-2 0-154,-2 3 1,0-7 0,6 6 0,0-1-318,0-1 1,0 2-1,0-3 1,0 1-21,0-1 0,-6-1 1,-2 0-1,-2 3 590,-3-3 0,3 5 0,-2-1 0,-1 2 0,-9 2 267,-1 6 0,-8 2 0,1 4 1,-5 8 556,-5 7 0,-3 0 0,-6 8 0,5 2 73,1 2 0,-4 8 0,4 2 0,1 0-427,-1-1 0,0 7 1,4-5-1,-2 3-437,3 0 0,1-3 0,2 3 1,0-6-454,0-5 0,0-7 1,0-1-1,2-3-3158,3-4 617,-3-1 2961,6-3 0,-16-7 0,-1-2 0</inkml:trace>
  <inkml:trace contextRef="#ctx0" brushRef="#br0" timeOffset="2627">1730 489 8220,'-18'0'2703,"10"0"-1913,8 0 0,16-6 0,15-1 0,8-3-347,7-4 1,7-1 0,5-3 0,8 1-523,8-1 1,5-5 0,7-2-1,-1 0-1142,2 0 1221,-19 1 0,16-1 0,-22-2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25:13.19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175 84 7636,'10'-17'215,"-2"5"1,-8 0 1014,0-1 0,0 3-418,0-2 0,-2 9 1,-2-1-139,-2 8 0,0 15 0,4 16 0,-2 10-265,-2 5 0,-5 8 1,3 2-1,0 2-570,1 4 1,-5 4-1,6 4 1,0 2-635,-2-3 1,7-9 0,-5-7 0,4-7-2329,2-3 3123,0-16 0,8-6 0,1-17 0</inkml:trace>
  <inkml:trace contextRef="#ctx0" brushRef="#br0" timeOffset="334">0 486 7656,'0'11'904,"0"1"-322,0 2 0,0-5 0,2 1 1,4-2-281,6-4 1,3-2 0,5-2-1,3 0 111,6 0 1,6 0 0,6 0 0,3 0-71,1 0 1,4 0-1,-9 0 1,-1 2-156,-2 3 1,-6-1-1,-6 8 1,-7 2-83,-3 1 1,-7 4 0,-4 3 0,-8 3-69,-8 2 1,-11-4-1,-6 5 1,-6-1-290,-6 0 0,4-6 1,-3 1-1,3-7-256,2-3 1,0-6-1,2 3 1,4-1-647,6-4 1,3-4 0,5-6 0,3-5 1152,6-5 0,-3-9 0,-1-2 0</inkml:trace>
  <inkml:trace contextRef="#ctx0" brushRef="#br0" timeOffset="653">629 591 7579,'-11'0'-1391,"-1"0"2648,-2 0 1,-1 5 8,-3 1 0,1 2-310,-1-2 1,9-2-647,3 7 1,6-5 0,6 4 0,5 0-285,5-1 0,1 1 0,1 4 1,1-5-450,4-1 1,-1 4 0,5-5 0,0 1-889,0 0 1311,-5-2 0,11-6 0,-6 0 0</inkml:trace>
  <inkml:trace contextRef="#ctx0" brushRef="#br0" timeOffset="818">891 503 7579,'-35'18'574,"0"1"1,2 4 0,4 7 614,6 3 1,3 9 0,5 5 0,3 3-545,6 3 1,5-1-1,1-2 1,0-1-1317,0-2 0,0-1 1,1 5-1,3-3 671,2-1 0,8-9 0,-5 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25:20.64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245 681 5799,'0'-9'1756,"0"1"-1029,0 8 0,0-2 925,0-4-977,0 4 0,-2-11-376,-4 7 1,-3 0 0,-9 6-171,1 0 1,5 2 0,0 2 0,-1 3-13,-3 3 1,-1 8-1,-1 7 1,3 0-56,3 0 0,-1 6 0,5-2 0,0 4-182,0 2 0,3-2 0,6-2 0,5-3 25,6-3 1,3-8 0,3-7 0,-1-2 44,1-4 1,5-4-1,0-6 1,-1-6 37,-3-3 1,-1-5 0,1-3 0,0-6 31,-1-4 1,1 4 0,-11 2 0,0-1 85,0 1 0,3 6 1,-5-2-1,-2 3 853,-2 3-724,-2 7 1,-2 4 0,-2 14 0,-4 8 29,-1 5 1,3 12-1,-4 0 1,0 8-80,1 3 1,-3-3 0,-5 7 0,-1 5-458,1 3 1,-3 2-1,-1-5 1,-2-3-192,1-3 1,-3-6-1,2-12 1,1-6-835,3-4 1,2-9-202,-1-4 1,8-18 1496,5-5 0,3-12 0,2 1 0</inkml:trace>
  <inkml:trace contextRef="#ctx0" brushRef="#br0" timeOffset="450">559 856 7151,'0'17'-680,"0"-5"2379,0 0-991,0-8-472,0 3 1,2-7-1,2-2-154,2-3 0,6 1 0,-5-8 0,3 0-71,4 3 0,-5-7 0,3 3 0,2-7-48,1-3 0,-3 0 1,0 5-1,-1 1 50,-1-1 1,5-5 0,-5 0 0,0 1 96,-4 3 0,-4 1 0,-4 3 124,-4 3 0,-4 4 0,-9 8 0,-3 2 56,-1 4 1,-8 10 0,2 9-1,-2 2-61,2 4 0,-2 8 1,5 4-1,3 1 11,4 5 0,-3-5 0,13 3 0,-1 0-192,4-3 0,6-1 1,6-10-1,6-4-1267,3-6 0,10-5 0,3-7 0,1-5-1338,0-4 2557,-8-2 0,12-8 0,-6-1 0</inkml:trace>
  <inkml:trace contextRef="#ctx0" brushRef="#br0" timeOffset="900">926 856 9998,'-10'-8'1344,"1"6"-1058,3-4 1,-4 4-1,-7 2 1,-1 2-14,1 4 0,5 2 0,1 6 0,-3-3-126,-2 3 0,-1 1 0,1 5 0,3 1-47,1 2 0,8 1 0,-1-7 0,5 1-156,5-1 0,5-5 0,8-3 0,-1-1-18,0-4 1,9-4 0,1-4-1,2-4 66,0-1 0,-6-9 0,5-7 1,-3 0 11,-4 0 1,-3-7-1,-5 5 1,-3-2 107,-2 0 1,-3 8 0,-7-4 0,-5 1-157,-11 1 1,1 0 0,-8 5-1,1 3-560,1 3 1,-6-2 0,6 9 0,1 1-405,3 2 0,1 2 0,3 2 113,3 4 0,4 3 895,8 9 0,0-1 0,0 1 0</inkml:trace>
  <inkml:trace contextRef="#ctx0" brushRef="#br0" timeOffset="1749">1171 716 7696,'17'0'-366,"1"0"1,-7-6-1,-1-1 2798,-2-3-615,-2 6-1376,-6-11 0,0 20 0,0 1 0,0 8 1,0 3 0,-2 3 1,-2 1-1,-2 2-224,2-1 1,0 3 0,0 0-1,-2 0-248,3 0 1,-1-1-1,0-7 1,-2 1-251,2-1 0,2 1-369,2-1 0,0-9 338,0-8 1,6-10 0,2-11 0,1-2 32,5 1 0,-4-5 1,1-2-1,3-4 64,1-2 1,3 6 0,1 0 0,1 0-8,-3 2 1,5 1 0,-11 9 61,5-1 1,-5 9 0,-1 5 840,-2 8 0,-2 7 1,-6 13-1,0 5 243,0 4 0,0 2 1,0 0-1,0-1-535,0 1 0,0 0 1,0 0-1,0-2-404,0-4 1,0-3 0,0-9-1,0 0-964,0 1 596,0-8 1,0-10 0,0-12-1,0-4 16,0-1 1,2-6-1,1-2 1,5-3 38,2-3 0,-6 4 0,2-2 0,-2 0 7,1 2 0,-3-4 0,4 7 0,-4 3 84,-2 2 0,2 7 1445,4 0-757,-4 9 0,6 3 0,-8 11 0,0 5-111,0 1 0,0 3 0,0 1 0,0 2-166,0-1 0,5-3 0,3 0 0,2 3-124,3 1 1,3-2 0,1-7 0,1-2 48,-1 1 1,1-5 0,1-2 0,3-4-130,1-2 0,6 0 1,-6-2-1,0-4-236,3-6 0,-5-3 0,6-3 0,-2 1-106,-3-1 0,-3-1 0,-1-2 0,-3-3 83,-3 3 0,1 0 1,-7-1 166,-2-1 1,-2 0 0,-4 7 201,-4 5 1,-3 3 0,-9 8 0,1 2 108,-1 4 0,1 3 0,-1 9 0,1 1-17,-1 4 0,7-1 0,-1 5 0,0 0-113,3 0 1,1 0-1,8 4 1,0-1-390,0 1 0,4-6 1,6-2-1,7-4-352,2-1 1,9-3 0,1-3 0,6-6 44,5-4 1,-3-10 0,6-5 0,-2-9 635,-1-7 0,1-12 0,-6-3 0</inkml:trace>
  <inkml:trace contextRef="#ctx0" brushRef="#br0" timeOffset="1950">2376 0 7668,'-18'16'241,"1"-5"0,-1 5 0,1-3 0,-1 9 437,1 7 0,5 4 0,3 4 0,-1 4-264,0 5 1,4 12-1,-3 6 1,-1 6-384,0 6 1,4-4 0,-3 3 0,-1-3-404,0-2 0,6-10 0,-3-7 0,1-11-727,0-5 0,-6-10-1170,7-3 2269,-9-13 0,4-19 0,-7-11 0</inkml:trace>
  <inkml:trace contextRef="#ctx0" brushRef="#br0" timeOffset="2748">1852 524 6798,'11'0'2479,"1"0"-2133,2 0 0,3 0 0,4 0 0,5 0-215,1 0 0,8 6 0,7 2 0,1-1-43,0 1 0,0 4 0,-5-4 0,3 1 85,-2 5 0,-4-1 0,-6 1 1,-6-2-180,-3 1 1,-5 3 0,-3 1 0,-6 1 85,-4-1 0,-2 6 0,0 1 0,-2-3 198,-4-1 0,2-3 0,-6 2 0,1 3 49,-1 1 0,6 0 0,-4-5 0,2-1-12,1 1 0,-1-7-277,6 1-189,0-8 0,0-4 0,0-12-8,0-3 1,6-9 0,1-1 0,3 0-25,4 0 0,-1-4 0,1 5 0,-3 1 137,3-2 1,-4 5 0,1-3 0,3 6-2,1 5 0,-3-2 0,0 7 1,1-1-231,3 0 1,-5 2 0,1 6-414,2 0 0,-5 2 0,3 4 238,2 6 1,-5 3-1,1 3 1,0-1-9,-1 1 1,1-7 0,4-1 0,-3 0 205,3-1 0,-4-5 1,1 2-1,3-4 254,1-2 0,-3 0 0,0 0 0,-6 0 0,5 0 395,-7 0 1,2 0 0,-12-2 1521,-6-4 1,3 4-834,-3-3 1,6 3-534,-5 2 0,5 0 1,-4 2-263,2 3 0,2 5 0,6 8-178,0-1 1,0 0-1,0 1-17,0-1 1,8 1 0,4-3-94,3-3 1,5-4-1,1-10 1,4-4-30,3-6 1,-5-3 0,6-3 0,0 1 287,-2-1 0,4-3 1,-7 2-1,-3 3 389,-2 1 1,-7 7-1,0 2-125,1 4 1,-5 10 0,-2 5-1,-4 11-66,-2 11 1,0 7 0,-2 13 0,-2 3-375,-2 6 0,-8 4 0,3 0 0,-5-2-586,-1-2 1,-1-2 0,-1 0 0,-2-10-156,-3-9 0,1-8 0,6-6 0,-1-8-3295,1-7 3952,7-6 0,-13-8 0,3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25:33.14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34 86 8609,'-10'-8'1488,"2"6"0,8-8-203,0 5-328,0 3-485,0-6-265,0 8-539,0 0 0,2-6 372,4 0 0,-4-2 107,4 3 0,-4 1 511,-2-8-450,0 8 1,0-2-1,-2 10 1,-2 4-39,-2 2 0,0-4 0,5 5-179,-5 3 0,4-4-163,-4 1 1,6-7-298,6 2 0,-2-4 0,5-4-576,-1-4 1,0 2 0,-4-7 1044,2-3 0,7-2 0,-3-1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25:34.85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524 361 7997,'0'18'51,"0"-7"348,0 1 1,-2-8 744,-4 2 399,4-4-1150,-5-2 0,9-2 1,3-4-60,7-6 1,4 2 0,3-1-1,2-1-184,3 2 0,-1-3 1,-4 5-1,3 0-138,1 1 1,-2-1-1,-7 4 83,-2-2 1,-9 2 0,3 10-55,-4 6 0,-10 9 0,-3 4 1,-5 2 97,-1 4 1,-6-3 0,-1 1 0,3 0 70,2-2 0,1 4 0,1-8 1,1 1-150,4 1 0,5-12 0,7 5-272,0-3 1,2-5 0,3 0 0,7-2 3,4-5 0,3-1 0,2-4 0,3-1-326,-3-3 0,0-8 0,1 3 0,1-3-734,-2 2 1,-1-3 1266,-3 3 0,8-3 0,3-3 0</inkml:trace>
  <inkml:trace contextRef="#ctx0" brushRef="#br0" timeOffset="765">612 117 6349,'-8'-10'1405,"-2"2"-1052,-7 8 0,-1 2 0,1 2-142,-1 2 0,1 7 1,-1-1-1,1 4 61,-1 1 1,-1 8-1,-2 4 1,-5 6 142,-1 6 0,4 6 0,-6 13 0,0 8-39,2 5 0,1 17 1,11-5-1,3 0-236,6-1 0,12-26 1,8-6-1,7-15-79,8-13 0,12-9 0,5-17 0,5-4-111,1-5 0,7-20 0,1-10 1,4-9 88,8-9 0,-3-3 1,-31 27-1,-2-2 1,30-36 116,-8-3 1,-9-2 0,-6 7 0,-9 1-27,-12 8 1,-11 7-1,-13 9 1,-5 5-71,-11 4 1,-7 10 0,-12 4 0,-6 3-321,-9 3 0,-4 1 0,-12 3 1,-6 3-457,-3 2 1,-5 10 0,-5 12 0,-1 7 120,1 8 0,9 20 0,9 9 0,10 8 595,11 4 0,5 7 0,8 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25:45.55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210 193 8036,'0'9'1370,"0"-1"202,0-8-1096,-8 0 0,0-2 0,-5-2 271,1-1 0,6-1-451,-6 6 0,7 0 0,-7 0 4,-2 0 1,5 0-1,-1 2 1,0 4 52,1 5 1,-1 7 0,-4 5 0,3 8-133,-3 8 1,0 0-1,3 7 1,5 3-129,4 1 0,2 2 0,0 1 0,0-3-124,0-3 1,8-6 0,3-12-1,7-8-73,5-7 0,-1-1 0,5-7 0,0-4 65,0-6 0,-4-6 0,5-9 0,-3-4 38,-4-6 0,-1 1 0,-5 1 0,-1 0 10,-3 0 0,-7 4 0,2-4 1,-4 1-30,-2 5 0,-8-4 0,-4 1 0,-3 3-41,-2 2 1,-1 3 0,1 3-1,-1 3-20,1 2 1,-1 2 0,1 6 99,-1 0 1,3 8-1,3 4-34,6 3 1,4 3-1,2-1 1,0 1-2,0-1 1,8 1-1,6-1 1,5-1-17,4-5 0,8-1 0,-1-6 0,3 2-61,1-3 0,1-1 0,0-2 1,0 0-383,0 0 0,-6 0 0,-2-2 1,-1-1-632,-5-3 1,-2-2 1105,-1 2 0,-1-4 0,1-7 0</inkml:trace>
  <inkml:trace contextRef="#ctx0" brushRef="#br0" timeOffset="483">681 455 6745,'-17'7'735,"-1"-5"0,7 12-140,-1-8 0,10 5-328,2-5 1,8 0-1,9-6-118,1 0 0,-1-2 0,1-2 0,-1-3-193,1-3 0,-1-2 0,1-3 0,-3 1-66,-3 2 0,3 1 277,-3-7 0,-4 1-21,-3-1 1,-10 9 0,-7 5-1,-4 8 14,-1 7 0,-6 5 0,-3 3 0,-1 5-87,-4 5 0,6-2 0,2 2 0,3 2-157,3 2 0,7 2 0,4-2 1,4-4-518,2-6 1,8-3-1,6-5 1,7-3-164,8-6 0,-2-4 1,2-2-1,3-2 764,1-4 0,1-4 0,1-7 0</inkml:trace>
  <inkml:trace contextRef="#ctx0" brushRef="#br0" timeOffset="752">1135 1 7869,'-17'2'234,"-1"3"0,7-1 0,1 8 1,2 3 454,4 7 0,2 5 0,2 8 1,0 0-207,0 0 0,0 5 1,0 3-1,2 2-362,4 3 1,2 3-1,6-1 1,-3-1-172,3-3 1,-5-13 0,1 0 0,0-4-722,0-1 0,-7-7-2498,3 2 2020,-4-11 0,-8-6 1249,1-12 0,-17-12 0,3-9 0</inkml:trace>
  <inkml:trace contextRef="#ctx0" brushRef="#br0" timeOffset="934">873 315 7869,'0'17'157,"2"-5"424,4 0 0,-2-8 0,8 1 0,3-3-25,6-2 0,7-2 0,8-1 0,7-5-438,10-2 1,1-2 0,8-5 0,0 0-289,0-1 0,0 1 1,0-1-1,-9 1 170,-11-1 0,-5 1 0,-2-1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25:49.67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350 498 8217,'11'0'1974,"1"0"1,-8-2-980,2-4 0,-6 4 1,-6-4-356,-6 4 0,1 2 0,-5 0 0,-3 0-119,-1 0 1,-7 10-1,-2 5 1,-4 9-255,-2 3 0,0 2 0,2 6 0,2 2-391,2 3 1,10-3-1,1 4 1,10-6-531,6-6 0,6-4 1,8-9-1,11-3-458,8-1 0,6-8 0,4 0 0,4-8 1112,-1-8 0,7-3 0,-7-3 0</inkml:trace>
  <inkml:trace contextRef="#ctx0" brushRef="#br0" timeOffset="533">594 707 7784,'18'-17'-726,"-7"7"0,-1 2 736,-2 0 0,5-1 248,-1-9 1,-4 7 0,0 1 0,-3 0 279,1 0 1,0 5 0,-4-5 200,4 2 1,-4-5 21,4 1 0,-6 4-295,-6 2 1,-4 4 0,-7 2 0,-1 2 114,1 4 0,-7 6 0,-1 9 0,0 4-189,0 3 1,-4-5-1,5 6 1,3 0-191,2-2 0,1 4 0,3-7 1,3-3-210,6-2 0,6-3 0,6-3 0,7-3-157,9-2 0,5-4 1,8-10-1,2-8-197,4-7 0,-5 0 1,5-6-1,-4-1-61,-2 1 0,-8 0 0,-4-4 1,-3 4 44,-3 2 0,-7 1 0,-4 7 0,-4-1-113,-2 1 1,-14 7 0,-3 4 0,-5 4-193,-3 2 0,0 0 0,-4 2 0,4 4 682,-1 6 0,7 3 0,-6 3 0</inkml:trace>
  <inkml:trace contextRef="#ctx0" brushRef="#br0" timeOffset="1117">961 672 6732,'17'0'15,"-5"0"315,0 0 0,-6 0 0,5-2-73,3-4 1,-5 4-1,1-5 201,-2-1 1,6 4-125,-3-8 1,-3 7-1,0-5 954,-1 2-87,-5-5-747,6 3 1,-16 0 0,-3 4-18,-5 4 1,-3 2 0,-3 2 0,-3 4-100,-2 6 1,4 3 0,-4 3 0,1-1-145,5 1 1,2 5 0,1 0 0,3-1-107,3-3 0,-2-2 1,9 1-1,1-1-74,2 1 0,10-6 0,5-3 0,9-1-63,7-4 0,4-8 0,2-4 0,-1-3-41,1-9 0,-2 3 0,-2-9 0,-3 3-68,-3 0 0,-2-6 0,-7 4 0,-3-1-46,-1 1 1,-8 2 0,0 5 0,-8 1-382,-8-1 0,-3 9 1,-5 1-1,-1 2-302,-2 0 1,-3 1 0,5 5-718,-2 0 1,-1 7 1603,7 5 0,-1 3 0,1 3 0</inkml:trace>
  <inkml:trace contextRef="#ctx0" brushRef="#br0" timeOffset="1500">1328 637 12833,'0'12'2323,"-2"0"-1793,-4 1 1,4-3-1,-4 1-168,4 3 0,2 2 1,0 1-147,0 0 1,0-5 0,0 0 2,0 1 1,0-3-184,0 2 0,-2-8-65,-3 1 1,3-5-1,-4-5 50,4-7 1,2-4-1,0-3 1,0-4-96,0-6 1,8-4 0,3 0-1,3 2 42,-3 1 1,5 7 0,-4-4-1,3 2 37,3 3 0,-1 3 0,1 4 1,-1 1-413,0 2 1,-5 8 0,0-1 0,1 3-216,3 2 0,-1 2 0,-1 1 0,-2 5-533,1 2 1,1-4-1,-1 3 1,-1-1-1495,2-4 2649,-7-2 0,17 6 0,-5 2 0</inkml:trace>
  <inkml:trace contextRef="#ctx0" brushRef="#br0" timeOffset="1949">2061 43 7835,'2'-15'1243,"2"1"686,2 3 0,0 9-1050,-6 2 1,0 9 0,2 15 0,2 3-191,1 0 1,3 6 0,-4-2 0,4 6-281,1 4 0,1 1 0,4-3 1,-5 2-309,-1-2 0,4-2 0,-4-2 0,-1-2-140,1-4 0,-2-4 0,-6-8 1,0 1 29,0-1-105,0-7 1,-2-4 0,-4-12-217,-5-6 1,1 3-1,-2-3 1,-1-2-402,-3-1 0,-1-3 0,-1 1 1,-1 1 287,-5 5 1,3-3 0,-6 6 0,0 1 355,0-1 0,3 2 1,-3 6-1,0 0 479,0 0 0,6 8 1,-3 5-1,3 9 187,-2 7 1,3 0 0,-3 2 0,5 2 78,7-2 0,3 0 0,8 4 0,0-2-309,0-4 1,8 0 0,5-9 0,9-7-213,7-3 0,6-4 0,6-6 0,3-2-622,1-4 1,5-4 0,-3-9-1,3-4-854,3-6 1,-7 1 0,-1-1 0,-1-2 1338,1-2 0,-6-9 0,4-3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26:00.57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297 280 6909,'10'2'1229,"-6"4"236,-8 5 1,-6 7 0,-9 7 0,-3 10-865,-1 10 1,-8 7 0,4 4 0,-2 2-644,0-1 1,7 3-1,-1-2 1,4-2-618,1-1 0,3-13 0,3-7 0,6-10-1402,4-5 2061,2-3 0,8-15 0,2-4 0</inkml:trace>
  <inkml:trace contextRef="#ctx0" brushRef="#br0" timeOffset="284">157 489 7753,'0'18'0,"0"1"0,0 3 802,0 1 1,0 0 0,0-5 0,2-1-42,4 1 0,6 5 0,11 0 0,6-3-400,4-7 1,2 3 0,0-5 0,0 5 210,0 1 1,-8-5 0,-4-2-167,-3-3 1,-11 1-1,-5-4-347,-8 2 0,-11 2 0,-10-4 0,-2 1-513,-5-1 0,0-2 0,-1-2 0,1 0-795,3 0 1,2 0 0,-2 0-1,6 0-1232,3 0 2481,11-8 0,-7-1 0,6-9 0</inkml:trace>
  <inkml:trace contextRef="#ctx0" brushRef="#br0" timeOffset="733">873 524 7706,'-15'2'1101,"3"4"0,-1 4 0,7 7 0,0 3 281,-2 3 1,4 4 0,-5 10 0,-1 2-808,0 2 0,6-1 0,-3-5 1,1-2-406,0-4 0,0-3 1,6-9-109,0 0 0,2-7 23,4-4 1,4-12 0,5-7-1,-1-7-327,-3-3 1,1 0 0,4 3-1,-3-1-123,-1-2 1,-6-3 0,5 3-1,3-4-279,1 0 1,-3 0 0,0 5 0,1-1 189,3 2 0,-5 1 0,1 5 1,0 1 579,-3 2 1,7 9 0,-4-3 0,3 6 307,3 6 0,-1 5 0,0 11 1,1 3-33,-1 2 0,7 2 0,1 4 0,2-4-40,4-6 0,8 3 1,4-5-1,-1-4-298,1-3 1,6-10-1,-5 2 1,3-6-241,-1-6 1,-9-6-1,-2-9 1,-10-2-134,-5 1 0,-9-3 0,-1 2 0,-2 1-182,-4 3 1,-12 2 0,-8 1 0,-7 4-75,-4 7 0,-2-3 1,-6 2-1,2 4-247,4 6 1,-2 4-1,8 5 1,1-1-737,3 2 0,3 7 1548,5 2 0,-5 0 0,6-5 0</inkml:trace>
  <inkml:trace contextRef="#ctx0" brushRef="#br0" timeOffset="1134">2078 699 10279,'-17'-10'0,"0"3"811,-1-1 0,-5 6 0,0-4 0,-1 4-542,-1 2 0,4 0 1,-7 0-1,1 0-232,0 0 0,6 2 0,-2 4 0,3 4 73,3-1 0,5 7 0,2-5 0,3 5-210,3 1 1,2 1 0,2-1 0,2 1-88,3-1 1,-1-1 0,8-3 0,2-1 56,1 2 1,8-7 0,1 1 0,-1-2 9,2 0 1,-3 0 0,5-8 0,0-2 79,0-2 1,-6-8-1,5 5 1,-3-3 112,0 0 1,0 1 0,-5-7-1,-1 1 364,1-1 1,-8 7 0,-3-1 58,1-2 1,-8 9-1,2 5-148,-6 9 1,-9 7 0,3 3 0,-2 5-312,1 5 1,-1 4 0,-4 2 0,3 1-609,1 5 0,6-4 0,-3 2 0,1-6-1060,4-4 1,2-8 683,2 3 947,8-13 0,2-11 0,7-9 0</inkml:trace>
  <inkml:trace contextRef="#ctx0" brushRef="#br0" timeOffset="1633">2533 0 7834,'-18'12'659,"-1"0"1,-3 3 381,-1 7 0,-2 7 1,3 11-1,-3 9 103,-2 7 0,6 6 0,-3 8 0,3 0-458,-2 0 0,5-2 0,-1-2 0,5-4-920,1-2 0,3-2 0,-2-7 1,1-5 324,1-5 1,-3-12 235,7-6 1,0-13-1743,6-10 0,0-8 0,2-9 0,2-3-128,2-3 1,1 4-1,-3-6 1,4-1 999,2-3 0,-5-4 1,7-2-1,2 0 491,1 0 1,5 6 0,1 0 0,2 0 206,-1 2 1,3 2 0,-2 7 0,0 1 533,3-1 1,-7 3 0,4 3 0,-3 6 261,-3 4 1,1 4 0,-1 4 0,-1 6-268,-5 3 0,3 3 0,-8-1 0,-1 1-363,3-1 1,-6 1-1,4-1 1,-4 1 938,-2-1 1,6 1-1,0-1-798,-3 0 1,-1 1 0,-2-1-1,0 1-401,0-1 0,0 7 1,0-1-1,-2-2-221,-3-1 1,1-1-1,-6 2 1,0 3-278,1-3 1,5-2 0,-4-1 0,2-1-670,0 1 1,1-1 0,5 1-217,0-1 0,0 1-578,0-1 0,7-1 1900,5-5 0,11-3 0,4-8 0</inkml:trace>
  <inkml:trace contextRef="#ctx0" brushRef="#br0" timeOffset="2269">3371 53 9027,'10'-8'1966,"-3"8"0,-9 2-1117,-3 14 1,-3 11 0,-6 15 0,4 9-117,3 5 1,-5 10 0,6 0 0,2 8-208,2 7 1,2 3 0,0-3 0,0-5-404,0-4 1,0-10 0,0-4-1,0-8-1230,0-9 784,0-8 1,-2-25 0,-1-8 0,-5-12-70,-2-9 1,4 0 0,-5-8-1,-3-1 7,-1 3 1,-9-6-1,1 4 1,0-4 287,-3-2 1,7 0 0,-4-2 0,3-1 112,3-3 1,-1 6 0,1 6 0,0 0 492,-1 2 1,6 9 227,1 12 0,7 8 0,-2 8 1,4 9-533,2 7 0,2 3 0,2 6 0,4 0-995,1-1 1,9-1-1,7-2 1,2-1-136,4 1 0,4-4 1,4 0-1,4-4 925,1-7 0,3 1 0,5-7 0</inkml:trace>
  <inkml:trace contextRef="#ctx0" brushRef="#br0" timeOffset="2550">3825 629 7747,'-29'-12'975,"2"-1"1,1 1 185,5 3 1,7 3 0,3 6-599,-3 0 0,5 0 0,-1 2 0,0 4-337,0 5 0,7 10 0,-5 3 0,2-1 364,0 2 0,2-3 0,8 7 0,4 0-108,2-2 0,9-2 0,8-7 0,4-3-332,4-3 1,-2 1 0,12-7 0,-3-4 10,-3-6 0,-4-5 0,-4-9 0,-4 1-179,-1-1 1,-5-1 0,-9-3-1,-7-1-464,-3 2 1,-9-4 0,-7 1 0,-7 3 98,-8 2 1,-12 7-1,-6 2 1,-3 2-705,-3 5 1,9 1 0,3 2 0,4 0-279,2 0 0,8 5 0,6 3 1365,7 2 0,6 2 0,8 5 0</inkml:trace>
  <inkml:trace contextRef="#ctx0" brushRef="#br0" timeOffset="3383">4174 594 6677,'18'0'4294,"-7"0"-2777,1 0 1,-6 0 0,3 2-620,-1 4 1,-2-2-1,-6 9 1,0 5-236,0 3 1,0 10 0,0-2 0,0 4-362,0 2 1,0-6 0,0 1 0,0-1-269,0-2 0,0 4 0,2-8-300,4-2 1,5-9 0,13-6-1,3-6-374,0-6 0,6-9 1,-4-11-1,4-1 197,2-4 0,-2-2 1,-2-2-1,-4 0 219,-1 0 0,-3 0 0,-6 1 0,-1-1 211,-5 0 0,-1 8 0,-6 3 0,2 5 376,-2 1 1,-4 3 0,-6 3-9,-6 6 1,3 10 0,-3 4 0,-2 2-61,-1 3 0,3 5 0,2 3 0,1 2-82,-1-1 0,6 3 0,-2-2 0,4 1-210,2 1 1,0-6-1,0 4 1,0-3-110,0-3 0,2 1 0,4-3 36,6-3 1,-2 2-1,1-9 1,3-1-3,1-2 1,3-4 0,-1-4 0,1-3-5,-1-1 0,1-6 0,-3 5 0,-1-3 34,-3 3 0,1-5 1,3 4-1,-1-3 46,-2-3 1,-3 7 0,5-1 0,-4-1 6,-3-3 0,1 4 0,-4 1-65,2-3 1,2-1 0,-4-3-4,1 1 0,3 5 1,-4 0 6,2-1 0,7 5 61,-1 2 0,-2 4 0,1 2 158,3 0 1,-4 2-1,-1 4 1,1 6 696,0 3 0,-4 9 1,3 1-1,-1 4-111,-4 8 1,-2 0 0,-2 7-1,0 1-384,0 0 1,-2-1 0,-4 5 0,-5-5-267,-5-1 1,-1-4-1,-1-8-349,1-2-328,-1-8 1,8-13 0,5-20 0,5-11-2,5-4 1,5-6-1,8 2 1,1-8-3,4-7 1,4-3 0,8 1 0,0 1 123,0-2 0,2 7 0,2 1 1,0 4 231,-6 2 0,0 14 0,-10 5 0,-2 7 894,-1 5 1,-5 12 0,-3 9 0,-6 10-208,-4 6 0,-2 2 0,2 0 0,1 0 586,3 0 1,2-2 0,-4-2 0,4-4-1133,1-2 0,-3 4 0,4-5 0,-2-3-2451,-4-2 0,-1-1-892,3-1 3421,-4-7 0,14-2 0,-7-8 0</inkml:trace>
  <inkml:trace contextRef="#ctx0" brushRef="#br0" timeOffset="3549">6078 1171 7617,'-41'-8'0,"0"-4"0,8 4 2145,10 3 1,13 3-671,10 2 1,10-2-1,13-4-1475,6-6 0,12-11 0,4-4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25:54.54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140 812 7945,'10'-8'235,"3"4"0,-5-7 1690,2-3 88,-7-1-1483,5 5 0,-8 10 0,-2 14 0,-2 5-167,-1 4 0,-9 10 0,2 0 0,-1 6-326,1 0 0,-3 4 0,5-1 0,-2 3-389,1 3 0,-1-5 0,-4-2 0,3-6-1022,1-6 0,8-2-369,-1-4 1,3-13 1742,2-4 0,7-12 0,3-11 0</inkml:trace>
  <inkml:trace contextRef="#ctx0" brushRef="#br0" timeOffset="264">87 707 10127,'18'0'984,"5"0"0,2 2 1,3 2-510,3 2 1,2 8-1,0-3 1,-2 5-189,-2 1 0,-8 1 1,2-1-1,-5 1-118,-7-1 1,-3 0 0,-8 1 0,-2-1-261,-4 1 0,-9-1 0,-10 1 0,-2-1-339,-4 1 0,-2-7 1,-2-1-1,0 0-220,0-1 1,2-5-1,2 2 1,4-4-300,1-2 0,9-8 0,7-3 949,2-5 0,-5-9 0,3-2 0</inkml:trace>
  <inkml:trace contextRef="#ctx0" brushRef="#br0" timeOffset="1033">646 760 7819,'-9'7'996,"1"-3"1,6 6 156,-4-2 1,4 5 0,-4-1-361,4 4 1,2 1 0,0 0-300,0 1 0,0-1 1,0 1-77,0-1 1,-5 1 0,-1-1 64,2 1 1,0-9-99,-2-3 0,2-4-548,-7-2 1,7-2-1,-2-4-209,4-5 0,2-7 0,0-5 0,2-4-99,4 0 1,3-6-1,9 6 1,-1-3 275,1 1 0,-1 8 0,1-2 1,-1 3 268,1 3 1,-1 1 0,1 5 63,-1 5 1,1 6 0,-1 6-186,0 5 0,-5 5 0,0 1 0,1 1-104,3-1 0,-5 6 1,1-1-1,2-5-530,1-3 0,-3-2 1,0 3-1,1-3 223,3-6 0,-5-5 1,1-1-1,1 0 73,3 0 1,1-1-1,1-3 1,-3-4 124,-3-2 0,4-1 0,-7-7 136,1 1 0,4-1 0,-7 3 0,1 1 0,0 2 1,-2 1 875,-6-7 1294,0 9 273,0 1-1216,0 8 1,0 2-614,0 4 1,0-3-275,0 9 0,2-6 1,3 4 15,7-3 0,-2-1-218,1-6 1,-5 0 168,6 0 1,-8-8-141,2-3 1,-6 3 0,-4 0 0,-4 2-55,-2 1 1,-7-1 0,-8 6-1,-1 0 4,1 0 1,-6 0 0,4 2 0,-2 2 37,0 1 0,5 9 0,-3-2 0,4 3-116,7 3 1,1-1 0,9 1-1,2 1-361,2 4 1,2-3 0,2 3-1,6-6-591,9-5 1,9 4 0,9-7-1,0 3-250,-1 0 0,1-9 1287,0 3 0,0 4 0,0 0 0</inkml:trace>
  <inkml:trace contextRef="#ctx0" brushRef="#br0" timeOffset="1495">1554 742 7778,'6'-17'180,"0"-1"0,6 1 1,-5-1-1,1 1 698,0-1 1,0 3-1,-4 1 1537,1 3-1867,1-1 1,-8 2 0,-3 6 0,-9 8-82,-7 8 0,1 3 1,-3 5-1,2 1-274,-3 3 0,5 5 1,-4-6-1,5-2-167,6-1 0,-3 3 1,5 0-1,1-1-102,3-3 0,4-2 0,2 1 0,0-1-394,0 1 1,2-7 0,4-1 7,5-2 0,5 4 291,1-7 0,-5 1 1,-2-4-9,-3 4 1,-3-4 0,-10 6 0,-5-2-405,-5-1 1,-1 1 0,-1-4 0,1 2-125,-1 2 0,1 0 1,-1-6-1,1 0-1691,-1 0 2398,1 0 0,0 7 0,-1 3 0</inkml:trace>
  <inkml:trace contextRef="#ctx0" brushRef="#br0" timeOffset="1796">1502 899 7684,'12'6'282,"-1"0"0,-1 2 1,4-4-1,-3 1 587,3-1 0,3-2 0,5-2 0,3 0-520,2 0 1,-4-6 0,4-1 0,1-3-272,-1-4 1,0-1 0,2-3 0,-6 1 15,-3 0 0,-3-7 1,-1 1-1,-5 2-165,-5 1 0,-4 9 1,-2-1-1,-2 0-134,-4 3 0,-5 1 0,-11 8 0,-3 0 83,-2 0 0,0 8 1,-4 3-1,4 5 100,1 1 0,3 1 0,6-1 0,-1 1-42,1-1 1,7 1-1,2-1 1,2 0-279,1 1 1,-1-1 0,8 1-161,4-1 0,9-1 0,8-3 0,1-3-607,1-2 1,-6-2 1108,5-6 0,3 0 0,0 0 0</inkml:trace>
  <inkml:trace contextRef="#ctx0" brushRef="#br0" timeOffset="2195">2061 760 7797,'-27'2'419,"3"1"1,5 5 470,2 2 1,7 2-1,4 5-442,4 1 1,2-1-1,0 0 1,0 1 207,0-1 0,8 1-533,3-1 1,5-1-1,1-5-207,1-5 0,-6-4 0,-1-2-242,3 0 1,-4-2-1,1-4 1,1-5-140,-2-5 0,5-1 0,-5-1 0,1 1 99,1-1 0,0 1 0,3 0 637,-3-1 0,3 1 249,-3-1 1,-2 8 68,1 5 0,-7 5 1,2 5-90,-4 7 0,-2 4 0,0 1 0,2 2-272,4 5 0,-4-3 0,4 6 0,-5-2-400,-1-3 1,6-3 0,0-1 0,0-1-451,2 1 0,-4-7 0,7-1-375,3-2 0,-5-2 0,1-8 0,0-4-1532,0-6 2529,1-3 0,7-3 0,-1 1 0</inkml:trace>
  <inkml:trace contextRef="#ctx0" brushRef="#br0" timeOffset="2429">2812 113 7797,'-27'8'472,"-6"-2"1,4 12 0,-2 7 605,1 6 1,5 12-1,8 3 1,-1 6-79,1 7 0,-1 1 1,3 6-1,1-4-553,3-2 1,5 4 0,-4-6-1,2-1-627,4-3 0,2-9 1,2-5-1,0-5-591,0-6 1,6-3 0,2-11-467,2-3 1,-4-5 0,3-8-171,-1-5 1,-2 2-1,-8-8 1407,-4-1 0,-11-11 0,-11-3 0</inkml:trace>
  <inkml:trace contextRef="#ctx0" brushRef="#br0" timeOffset="2596">2270 568 9748,'-7'0'3441,"7"0"-3023,9 0 1,15 0-1,7 0 1,6 0-395,3 0 0,9 0 1,-3 0-1,7-2-535,5-4 1,-4 4 0,5-6 510,-5 0 0,-9-1 0,-3-9 0</inkml:trace>
  <inkml:trace contextRef="#ctx0" brushRef="#br0" timeOffset="2947">3266 341 7698,'17'-24'0,"1"-1"394,-1-2 1,-1 4 0,-3-5 0,-1 1 497,2 0 1,-1 0 0,1-2 0,-4 6-138,-3 3 0,-1 3 0,-6-1 149,0 1 1,-2 9-1,-6 8 1,-9 12-46,-10 9 1,-6 14 0,-4 13 0,-4 9-342,-5 7 1,1 6 0,-2 5-1,1 5-741,1-1 0,2 7 0,9-5 1,-1 5-1140,0 1 0,8 4 0,5-5 1362,9-13 0,5-9 0,8-11 0</inkml:trace>
  <inkml:trace contextRef="#ctx0" brushRef="#br0" timeOffset="3697">3668 742 8128,'-12'-11'872,"0"1"-414,-1 2 0,3 0 0,-2 4 44,-1-1 1,-3-1 0,-1 6 0,-1 0-80,1 0 0,-6 0 0,-3 0 0,-1 2-83,-4 4 0,4 3 0,-2 9 1,0-1-110,2 1 0,-4-1 0,9 1 0,5-1-214,3 1 1,10 5-1,0 0-393,8-2 0,8-9 1,11-6-1,6-4-7,4-2 1,10-2-1,4-4 1,1-6 94,-1-3 1,1-8 0,-5-1 0,0 1 221,-1-2 0,-1 5 1,-8-3-1,-4 4 512,-6 1 0,-11 1-216,-6-1 1,-14 11-1,-7 7 1,-9 11-49,-3 11 1,4-1 0,-4 8-1,1 2 523,5 2 0,-4 2 0,2 0 0,3-2-673,7-4 1,-1 2 0,6-6 0,0 1-1706,1-1 1,1-8 444,6-5 1,8-10-1,5-2 1228,9-10 0,5-13 0,8-4 0</inkml:trace>
  <inkml:trace contextRef="#ctx0" brushRef="#br0" timeOffset="3928">3982 341 9026,'-23'7'315,"-1"5"1,1 5 0,8 5 0,1 5-116,2 6 1,8-2 0,-1 12 0,3-3 693,2 1 0,0 6 0,0-5 0,2 1-833,3 0 0,-3-2 1,4-7-1,-2 1-511,2 0 1,-4-2-1,4-4 1,-4-5-83,-2-5 0,-2-7 0,-4-3-169,-6-1 1,3-2 700,-3-6 0,0-15 0,-5-5 0</inkml:trace>
  <inkml:trace contextRef="#ctx0" brushRef="#br0" timeOffset="4145">3877 707 7758,'18'10'326,"-1"-4"0,1-4 0,-1 0 296,0 4 0,1-3 0,-1 7 0,1 0 159,-1-1 0,1-3 0,-1 6 0,-1 2-4,-5 1 1,3 3-1,-8-1 1,-2 2-405,-2 5 1,-12-5 0,-6 4-1,-7-1-662,-4 1 1,-2-4 0,-6 5 0,0-5-289,0-1 0,2-7 1,2-1-1,4-2-1265,2-4 0,1-3 1842,7-1 0,-1 0 0,1 0 0</inkml:trace>
  <inkml:trace contextRef="#ctx0" brushRef="#br0" timeOffset="4531">4593 672 8347,'0'-9'3092,"-8"1"-2580,-3 8 0,-5 0 1,-1 2-140,-1 4 1,1-2-1,-1 7 1,1 1-219,-1-2 1,3 5 0,1-3 0,3 1-128,-3-1 1,6 3 0,3-3 9,3 4 1,2 1 0,2-1 0,3-3 29,7-1 1,4-1-1,1 5 1,0-2 337,1-3 1,-1 1 0,1 5-234,-1 1 1,-7-1-1,-4 1 1,-4-1-245,-2 1 1,-2-1-1,-4-1 1,-6-3-611,-3-1 0,-3-6 0,1 3 0,-1-1-715,1-4 1,-6-2 0,-1-2 0,3 0 1395,2 0 0,1-8 0,1-2 0</inkml:trace>
  <inkml:trace contextRef="#ctx0" brushRef="#br0" timeOffset="4830">4488 934 9174,'18'8'942,"1"-6"1,3 4-1,3-4-411,2-2 1,2 0 0,8 0 0,2-2-288,2-4 1,5-4 0,-3-7-1,-2-3-367,-5-3 0,1 2 1,-11-6-1,-3 1 3,-4 5 0,1-4 0,-16 2-262,-6 1 1,-8 9 0,-11 3 0,-5 2 70,-1 4 0,-2 2 1,-4 4-1,2 4 197,2 6 1,6 3 0,-5 3 0,3-1 136,4 1 0,3-1 0,5 1 1,3 1 58,2 4 0,-3-1 1,5 5-1,2-2-246,2-4 0,10 5 1,5-3-1,9-4-299,7-5 0,4-1 1,2-7-1,2-2 78,3-2 1,-3-2-1,6-2 385,0-4 0,-6-11 0,5-10 0</inkml:trace>
  <inkml:trace contextRef="#ctx0" brushRef="#br0" timeOffset="5213">5239 725 7785,'-17'17'773,"-1"1"1,3-1 0,1 1-384,3-1 1,7 2 0,-2 3-1,4 3-4,2 2 1,0-4 0,0 5 0,0-1-36,0 0 0,0-6 1,0 3-1,0-5-130,0-2 1,0-5-360,0 0 0,8-10 0,2-2-253,-1-10 0,7-6 0,-7-3 0,3-2 44,0-3 0,-6-1 0,5 4 0,1-4-4,-2-3 0,5 7 0,-5-2 0,1 2 419,1-3 1,-2 11-1,3-5 1393,-1 3-1010,0-1 0,3 14 1,-3 8-1,-6 10 75,-4 7 0,-2-2 0,0 6 0,0 1-238,0-1 0,0 0 1,0 4-1,0-4-504,0-2 1,1-1 0,5-7-118,6 0 0,-2-7 0,1-4 0,3-4-571,1-2 1,3-2 0,-1-4-1,3-5-885,3-5 1,-2-3 1788,8-5 0,1-3 0,5-8 0</inkml:trace>
  <inkml:trace contextRef="#ctx0" brushRef="#br0" timeOffset="5430">6200 131 8545,'-23'0'944,"-1"0"1,-7 0-1,2 4 1,-4 7-257,-2 13 0,-5 11 0,-3 11 0,0 12 15,0 8 1,3 12 0,5 2 0,2-1-376,4-3 1,9-4 0,11-2 0,1-3-587,4-3 1,2-5 0,4-15 0,4-9-81,5-10 1,11-5 0,1-5-1,-2-3-766,-1-6 0,-3-6 1,-1-6 550,-5-6 0,-3-9 0,-8-2 553,0 1 0,-8-5 0,-1 0 0</inkml:trace>
  <inkml:trace contextRef="#ctx0" brushRef="#br0" timeOffset="5579">5589 602 8516,'11'0'1975,"1"0"-1365,2 0 1,1 0 0,4 0 0,5 2-496,5 4 0,6-4 0,4 4 1,5-4-1314,7-2 1,-3 0 1197,10 0 0,4 0 0,1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27:05.46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225 278 8352,'-11'0'2899,"-1"0"-1735,8 7-647,-4-5 0,8 4-259,0-12 1,8-2 0,4-5-110,3 1 1,3 3 0,-1-3-69,1 6 0,-1 4-77,1 2 0,-9 2 0,-3 4 0,-4 6 9,-2 3 1,0 3-1,0-1 1,-2 0-136,-4 1 0,2 3 0,-5-1 0,1-5-427,4 1 1,-4-1 96,3 3 1,-1-7 515,6 1 0,2-8 0,3 2 89,7-4 1,4-2-1,1 0 1,1 0 290,-1 0 0,1 0 0,-1 2 0,0 1 41,1 3 1,-1 2 0,-1-2 0,-3 6-57,-1 3 0,-8 3 0,2 1 0,-4 4-137,-2 6 1,-14-2 0,-5 3-1,-5 1-488,-1 2 0,-6-4 0,2-2 0,-2-2-705,2-4 1,-2-1 0,6-5 0,-1-3-465,1-6 0,2-4 1,7-4-1,3-4 1365,1-6 0,1-11 0,-7-4 0</inkml:trace>
  <inkml:trace contextRef="#ctx0" brushRef="#br0" timeOffset="500">365 16 7940,'-23'-2'79,"-2"-2"0,-1-2 1,1 2-1,4 4 0,1 6 1,1 6 400,-4 3 1,3 10 0,-3 4-1,4 4-155,1 2 1,1 16-1,-1 9 1,1 12-46,-1 9 0,7 7 1,1 3-1,2 4-194,4 2 1,12-8 0,9-2 0,11-13-222,5-14 0,9-11 0,5-22 1,5-10 149,6-9 1,5-10 0,6-11 0,3-16-30,4-14 1,2-9 0,1-7 0,-7-5 150,-6-4 0,-16-3 0,1-3 0,-9-2 888,-9 2 0,-7 10 1,-15 6-1,-7 4-745,-8 1 1,-15 9 0,-18 3 0,-11 6-685,-9 6 1,-15 4 0,-1 7 0,-9 3-555,-7 3 0,-2 6 0,3 14 1,3 13-1371,4 18 2070,37-15 0,2 5 0,5 11 1,2 5-1,-3 0 0,-1-1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27:25.80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122 560 8088,'10'0'3473,"-2"2"-2848,-8 3 1,0-1 0,0 8 0,-2 1-280,-4 3 0,2 1 0,-6 3 0,3 1 13,3 2 1,-6 7 0,0-5-1,-1 0-321,-1 0 0,6-1 1,-3-5-1,-1 2-1447,0 3 1,6-1-943,-2-6 2351,4 1 0,-5-8 0,-3-3 0</inkml:trace>
  <inkml:trace contextRef="#ctx0" brushRef="#br0" timeOffset="947">524 612 7841,'0'-17'842,"2"7"1009,4 4-836,-4 4 1,5 4-732,-7 4 0,0 4 0,0 7 1,-2 0-185,-3 1 0,1 1 1,-6 3-1,0 1-62,1-2 0,3-1 0,-4-3-451,2 1 0,-3-1-1151,5 1 1105,0-9 1,8-3-1,4-12 180,5-5 0,5-7 0,3-3 0,3-4 122,1-3 0,6 5 0,-4-4 1,3 0 220,3 0 0,-6 5 0,0-1 0,-2 4 518,1 1 1,-1 8-305,-6 5 1,-7 5-1,-4 5 1,-4 7 196,-2 4 1,0 7 0,-2 2-1,-2 0-217,-2 1 0,-7 5 0,1-4 1,-2 0-275,3-4 1,-5-1-1,5-1 1,-5 0-83,-1-5 1,5 1 0,0-7-835,-1 0 666,5-3 0,0-9 0,10-3 0,2-7 129,2-4 0,7-1 0,-3 0 0,2-1 36,-1 1 0,-1-7 0,4 1 0,-5 2 98,-1 1 0,6 5 0,-5 1 0,3 3 82,0-3 0,-6 0 1,5 1 105,3 1 1,-5 8 0,3-2 311,2 5 0,-5 1 1,3 1-323,2 5 0,-7-2 0,1 8-276,0 1 1,0 3 0,3 1 0,-3-1-409,0-4 0,-6 3 0,6-5 0,-3 1-741,1 1 0,8-2 1,-5 3 1249,1-1 0,6-8 0,-7 4 0</inkml:trace>
  <inkml:trace contextRef="#ctx0" brushRef="#br0" timeOffset="1331">1310 577 7898,'-18'0'0,"3"8"0,1 3 0,3 5 929,-3 1 0,4 9 1,-1 5-1,-3 6-114,-1 3 1,-5 11 0,-3 1 0,-6 10-503,-4 6 1,-2 0 0,0-2 0,0-6-368,0-5 1,2-3 0,4-15-1,6-6-475,3-4 241,3-11 1,7-11-1,4-12 37,4-11 1,2-1 0,2-10-1,4-2 20,6-2 0,3-2 0,3-2 0,-1-4-72,1-5 0,7-5 0,2-1 1,2-1 3,0 1 1,2-1 0,10 1 0,4 2 245,-1 3 0,1 4 0,-6 10 0,2 4 365,-3 6 0,-9 6 0,-5 5 0,-5 8 89,-1 8 0,-3 8 1,-3 9-1,-6 4-271,-4 2 0,-2-3 0,0 5 0,0 0-267,0-2 1,-2 6 0,-2-6 0,-2 2-524,2 0 0,-4-7 1,2 1-1,3-4-2084,1-1 2744,2-1 0,-8 1 0,-2-1 0</inkml:trace>
  <inkml:trace contextRef="#ctx0" brushRef="#br0" timeOffset="1664">1677 647 7898,'-8'-18'323,"4"9"1,-6 1 0,1 2 438,-1 0 0,4 1 1,-6 6-1,-3 3 0,-7 2 0,3 10 0,-4-1 0,3 8-263,3 5 1,-6 1-1,-1 4 1,5-2-320,5-2 1,1-2 0,7 4-1,2-4-147,2-1 1,4-5 0,6-9 0,7-7-11,7-3 1,3-2-1,-4-2 1,5-3-127,1-7 1,-4-6 0,4-3 0,-2-2-10,-3 1 1,-3-3-1,-3 2 1,-3 2-102,-1 1 0,-8 3 0,2-1 0,-5 1-376,-1-1 0,-1 1 1,-5-1-461,-6 1 0,2 5 1,-1 3-400,-3 1 1,-1 2 1447,-3 6 0,1 8 0,-1 1 0</inkml:trace>
  <inkml:trace contextRef="#ctx0" brushRef="#br0" timeOffset="2031">1956 699 13167,'-12'6'817,"1"0"1,5 8-1,-4-3 1,0 5-553,1 1 1,-3 6-1,-3 1 1,1-3-67,2-2 0,3-1 0,-5-1 0,4 1-68,3-1 1,-5-5-1,4-2-437,-1-3 93,5 7 0,-4-20 0,8 0 0,2-7 84,4-5 1,3-1-1,9-2 1,-1-5 77,1-1 1,1-2-1,2-6 1,3 0 48,-3 0 0,4 2 1,1 2-1,-1 4 136,0 2 1,-2 4-1,-3 7 1,1 4-23,2 2 0,-5-3 0,-7 5 0,3 2-383,2 2 1,-5 10 0,1 2 0,-1 1-587,-1 1 1,4 0-1,-8 5 1,-1 1-1401,3-1 0,-4 0 2257,8 1 0,-1-1 0,7 1 0</inkml:trace>
  <inkml:trace contextRef="#ctx0" brushRef="#br0" timeOffset="2334">2794 36 8312,'-17'-18'3996,"-1"9"-3022,1 3 0,-1 12 1,3 5-1,1 7-355,3 5 0,-1 4 0,-5 8 0,-1 2 53,1 4 1,1-3-1,1 11 1,1 3-476,0 5 1,-11 9 0,10-2-1,-1 4-476,3 1 0,3-8 1,-2-7-1,6-8 263,4-3 0,2-8 0,0-8-1467,0-2 0,2-9 1,4-10 305,6-4 1,-2-2 0,1 0 0,1-2-2287,-2-4 3463,5-4 0,-5-7 0,7-1 0</inkml:trace>
  <inkml:trace contextRef="#ctx0" brushRef="#br0" timeOffset="2566">2218 507 7781,'-18'0'416,"1"0"748,0 0 1,9 0-1,8 0-391,10 0 0,13 0 0,6 0 0,4 0-414,2 0 1,8-2 0,3-2 0,6-3-371,7-3 0,-5 4 1,4-6-1,-5 1-296,-7 1 0,-1 0 0,-8 7 0,-2-3-3625,-8 2 3932,-6 2 0,-19 10 0,-4 1 0</inkml:trace>
  <inkml:trace contextRef="#ctx0" brushRef="#br0" timeOffset="2997">297 140 7987,'-64'10'723,"4"-4"0,5-4 1180,11-2 1,13 0-1444,7 0 0,26-2 1,14-4-1,11-5-593,10-5 0,9-1 0,3-1 0,7 1 133,8-1 0,20-7 0,5-2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27:29.98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1 158 7294,'9'17'-674,"-3"1"0,4-1 622,1 1 0,5-9 52,1-3 0,1-4 0,-1-2 0</inkml:trace>
  <inkml:trace contextRef="#ctx0" brushRef="#br0" timeOffset="300">88 1 7924,'-2'11'-675,"-4"1"-541,4-8 1216,-13 4 0,13-1 0,-6 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27:31.18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175 8 7924,'18'0'2389,"-1"0"-1554,-7-8 1,-2 14-1,-10 0 1,-2 10-307,-2 7 1,-8 4-1,5 10 1,-3 4-315,0 5 0,1 5 1,-5 1-1,3 1-451,1-1 0,2 0 0,-3-1 0,1-5-218,-1-5 1,3-6 0,0-4-1,2-4-925,4-2 1,-3-1-1060,1-7 2438,0-7 0,-2-2 0,-1-8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27:31.45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138 123 7842,'-32'10'370,"0"-3"1,5-1 591,2 0 0,10 2-492,9-2 0,13-4 0,11 3 0,11-5 25,10-5 0,5 1 0,9-8 1,-1-2-226,1-1 1,-1 3-1,0 1 1,3-3-338,3-1 0,-4 3 0,5 0 0,-5 1-481,-2 1 1,-1 0 0,-5 6 0,-5-2-619,-4 3 0,-10 1 0,-6 4 563,-7 3 0,-6-1 0,-8 8 603,0 2 0,0 1 0,0 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27:31.74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245 52 7842,'11'-5'835,"1"-1"0,-8-2 181,2 2 0,-4 6-460,-2 0 0,-8 2 1,-4 10-1,-5 1-56,-6 3 0,1 1 1,-7 3-1,0 1-16,2 2 1,-4 3-1,7-5 1,3 4-204,2 2 0,9-5 0,4 1-276,4-4 1,12-3 0,7-4 0,13-7 52,8-3 0,1-15 0,8-5 0,-1-3-142,-1-4 0,3-1 1,-9-5-1,-4 2-4,-4-2 1,-11 0 0,-3 0 0,-9 4 5,-6 2 1,-12 3 0,-7 11-1,-11 5-380,-5 4 1,-7 2 0,-3 0-1,0 2-252,1 4 0,1 2 0,8 5 0,4-1-931,6 1 0,11 3 1645,6 1 0,4 1 0,2-1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27:32.58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455 141 8088,'-6'-28'189,"0"5"1,1 4 0,3 1 84,-4 1 0,2 1 0,-8 5 0,-1 5 692,-3 4 0,-3 10 0,-5 5 0,-5 7-141,-4 3 1,-2 14-1,0 0 1,1 5-371,-1 7 1,0 7 0,2 2 0,4-1-323,5-3 1,13-2 0,5 1-1,4-1-250,2 0 0,10-9 0,7-8 0,10-12-53,6-9 1,8-6 0,2-8 0,1-2-27,5-4 1,-1-4 0,1-9 0,-5-2 80,-1-3 1,-4-7 0,-10 4 0,-6-2 117,-3 0 0,-5 6 0,-3-5 0,-6 1 85,-4 0 0,-4 6 0,-4-3 0,-6 5 17,-3 2 0,-9-1 0,1 1 0,0-1-138,-2 1 0,3-1 0,-5 3 0,2 3 37,4 6 0,1 4 1,3 2-26,-1 0 1,3 8 0,3 4 44,6 3 0,6 3 0,6-1 92,6 1 1,3-7 0,3-1 0,1-2-72,4-4 1,-1-2-1,7-2 1,0 0-121,-2 0 1,10 0 0,-6 0-1,0-2-112,2-4 1,6-4 0,2-7 0,-3-1 23,-1 1 0,-4-7 0,-2-1 0,-2 0 183,3 0 1,-7-4 0,-2 5 0,-5 3 376,-7 2 1,-1 1-1,-6 1 480,2-1 1,-3 3-1,-8 3-261,-7 6 0,-2 6 0,1 8 0,1 7-295,-1 7 0,-3 9 1,-1-2-1,-1 4-148,1 2 1,1 6 0,3 1 0,1 1-642,-2 0 1,-1 3 0,-1-3 0,3 0-544,1-1 0,2-3 1,-1-8-1,3-4-1165,0-1 0,6-3-2201,-4-6 4377,4-7 0,2-2 0,0-8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27:32.99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717 245 7777,'5'-18'0,"3"1"466,2 0 1,-4-1 0,3 1-1,1-1 214,0 1 1,-4-1 0,3 1 0,-1-1 512,-4 1 1,4-1-479,-3 1 0,-6 7 0,-11 4 1,-6 4-9,-5 2 1,-4 8-1,-8 6 1,-2 5-94,-4 4 0,5 9 0,-5-3 0,4 4-346,2 2 0,2-1 0,4 3 0,8 0-251,7-2 1,6 4-1,8-12 1,2 0-25,4-3 1,11-5 0,13-3-1,5-3 15,5-1 1,3-8 0,5 1 0,-1-3 20,2-2 0,-7-2 1,-3-1-1,-8-3 282,-8 2-123,5-6 1,-25 8 0,-6-2 0,-21 10-257,-17 12 0,-9 1 1,-8 10-1,-8 2-885,-8 2 1,-3 8 0,-5 2 0,4-1-1007,1 1 1602,5 5 1,-6-3-1,8 8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27:46.84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176 717 7983,'0'-18'2077,"-6"1"-684,0-1 0,-8 9 1,5 5-774,-1 8 0,-6 5 0,5 9 0,-3 1-392,3 5 1,-5 1 0,4 6 0,-1-2-234,1 2 0,-1 2 0,7 2 0,2-2-519,2-4 0,2 2 1,2-8-1,4-1-823,5-3 0,13-9 0,5-4 0,6-4 1347,5-2 0,5-8 0,7-2 0</inkml:trace>
  <inkml:trace contextRef="#ctx0" brushRef="#br0" timeOffset="681">525 647 7714,'-29'12'0,"2"-3"653,1-1 0,-1 6 1,8-3-1,5 5-151,5 1 0,3 1 1,6-1-1,0 1-195,0-1 1,7-5 0,5-1 0,6 1-55,5-2 1,-2 3-1,8-7 1,2-2-94,2-2 1,0-2 0,-2 0-1,-3 0-150,-3 0 1,4-6-1,-6-2 1,0-1-68,3-5 1,-13-1-1,5-3 1,-5 1-123,-3-1 1,4 1-1,-9-1 1,-1 1 18,-2-1 0,-4 1 1,-3 1 161,-7 5 1,-4-3-1,-1 8 1,-3 2 66,-3 2 1,4 8 0,-6 2 0,1 4 148,1 7 1,0-1-1,3 7 1,1-2-34,1 0 1,-3 3 0,11-5 0,1 4-216,3 2 0,4 1 1,2 1-1,4-6-142,7-4 0,1-7 0,13-2 0,1-3-55,3-3 1,-2-2 0,2-4 0,2-4-133,2-5 1,8-12 0,-1-5-1,-1-1 182,-2 0 0,-8 0 1,0-6-1,0 2 151,-1 4 0,-5 2 0,-10 7 0,-3 1 1744,-2 4-1081,-2 9 0,-6 0 1,0 12-102,0 5 1,-6 7 0,0 5 0,2 4-261,2 0 1,-4 6 0,1-3 0,1 1-198,2-2 1,-4 2 0,0-6-1,2 0-146,2 0 1,2-7-1,-2-8 1,-1-1-1124,-3 1 706,0-6 0,6 2 1,2-12-1,2-6 130,2-3 1,7-5 0,-3-1-1,1-4-13,1-2 0,0 3 1,5-3-1,-1 2 213,-5 4 1,5 1-1,-4 3 1,1-1 286,-1 1 0,3 7 0,-3 4 15,3 4 1,-3 4 0,-2 6 0,-2 7 130,-5 7 1,5 7 0,0-4 0,0 2-754,0 4 0,3-3 0,-3-1 0,0-2-943,-1-4 0,7-1 1417,-2-3 0,3-7 0,3-2 0</inkml:trace>
  <inkml:trace contextRef="#ctx0" brushRef="#br0" timeOffset="932">1765 18 9024,'-31'29'0,"-4"0"607,-2 2 1,2 16-1,6 5 1,6 5-303,3 3 0,9 4 1,-1 12-1,-2 3 277,-1 1 0,5-3 1,2-9-1,3-4-1298,-1-5 0,0-9 1,6-9-1,0-12-1416,0-8 1651,0-11 1,2-4 0,2-14-1,2-8-1284,-3-5 1765,-1-2 0,-9-2 0,-3-3 0</inkml:trace>
  <inkml:trace contextRef="#ctx0" brushRef="#br0" timeOffset="1280">1451 507 7693,'11'6'189,"1"0"0,-6 6 0,3-5 0,1 1 257,0 0 0,1 5 0,7-1 0,-1 4 138,1 1 0,5 8 1,0 4-1,-1 4-27,-3 2 0,-1 0 1,-1 0-1,-1 2-286,-5 4 1,3-4 0,-8 1 0,-3-5-111,-1-3 0,-2-9 0,-2 0 0,-1-5 84,-3-5 0,-2-7-461,2 2 1,4-6-1,-4-6-98,4-5 0,2-5 1,0-3-1,0-3-19,0-1 0,2-2 0,2 3 0,4-3 13,2-2 1,1 6 0,7-3-1,-1 3 243,1-2 0,-7 9 0,1-3 0,2 3 23,1 4 0,3-3 0,-1 7 0,1 2-299,-1 2 0,1 2 0,-1 0 0,0 2-130,1 4 1,-1 4 0,3 7 0,1 1 482,2-1 0,8 1 0,-3-1 0</inkml:trace>
  <inkml:trace contextRef="#ctx0" brushRef="#br0" timeOffset="1563">2254 857 8233,'-25'0'496,"5"0"1,-5 0 0,2 0 256,-1 0 1,1 0 340,6 0 1,1 7-935,5 5 0,3-2 0,10-1 0,4 1-62,5 0 1,7-4-1,3 3 1,4 1 15,2 0 0,-5-6 1,1 1-1,-4-3 229,-1-2 0,5 0 1,0-2-134,-1-3 1,-3-5 0,-3-8-354,-5 1 1,3-1 0,-8 1-682,-2 0 1,-2-1-1,-2 1-311,0-1 1,-8 6 0,-4 3 1134,-3 1 0,-3 2 0,1 6 0</inkml:trace>
  <inkml:trace contextRef="#ctx0" brushRef="#br0" timeOffset="1796">2516 752 7648,'-6'11'474,"-2"-1"1,0 0 1104,1-1 0,1 5 0,6 7 0,0 3-860,0-3 0,0 4 0,0-1 0,2-3-499,4-2 0,-4-1 1,5-1-610,1 1 1,-4-3-1984,8-3 1235,-8-4 1,5-14 0,-5-2 0,2-2 1136,-2-3 0,6-11 0,-1-3 0</inkml:trace>
  <inkml:trace contextRef="#ctx0" brushRef="#br0" timeOffset="2213">3040 1 10504,'0'25'1692,"-2"-4"0,-2 8 1,-2 4-925,2 6 1,2 8-1,4 9 1,2 6-289,2 6 1,8-2-1,-5 8 1,3-6-284,0-4 1,-1-8 0,5 2 0,-3-5-494,-1-7 1,-6-11 0,3-12 0,-1-3 804,-4-3-755,-2-7 0,-2-10-458,0-12 0,-2-1 0,-2-1 0,-4 3 126,-1-3 1,3 0 0,-4 1 0,0 1 313,1-1 0,-3-3 0,-5 1 179,-1 3 0,1-2 1,-1 8 320,1 3 1,5 1 0,1 2-29,-3 0 1,-2 7 0,1 5 0,1 4-157,3 1 1,5 2-1,-4 3 1,0 3-344,1 2 0,5-5 0,-2 1 0,4-4-191,2-1 1,2-1-1,4 1 1,6-3-410,3-3 0,10-4 1,4-8-1,4-2-636,2-4 1527,0-4 0,8-15 0,2-2 0</inkml:trace>
  <inkml:trace contextRef="#ctx0" brushRef="#br0" timeOffset="2548">3773 577 8401,'-17'-17'1546,"5"7"1,1 4-428,-3 4 1,-2 2 0,-1 0-1,-1 2-493,1 4 0,0 4 1,-1 7-1,-1 2-280,-5 5 0,5-5 0,-4 6 0,5-1-261,7-1 1,-5 2 0,6-3-1,-1 3-118,-1 2 0,8-4 1,-2 4-1,4-1-278,2-5 0,0-2 0,2-3 0,4-3-34,6-1 1,3-6-1,3 4 1,-1-3 239,1-3 1,-1 4 0,1-2 0,-1-2 304,1-2 0,-1 4 0,1 1 101,-1 3 1,-5-6 0,-3 4-56,-1-1 0,-4 3 0,-10 6-371,-5-5 1,-7 5 0,-3-7-1,-5 3-1027,-1 0 0,-4-3 0,-8 5 0,-3-4-2618,-3-2 3770,6-3 0,-19 3 0,4 2 0</inkml:trace>
  <inkml:trace contextRef="#ctx0" brushRef="#br0" timeOffset="2713">2568 368 7677,'-25'0'1933,"6"-2"0,-3-4-1022,9-6 1,9 2 0,15 1 0,13 1-1338,7 4 0,6 0 0,1 0 0,5-2 426,2 3 0,-6-7 0,3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27:45.83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103 0 10024,'-10'8'0,"5"4"0,3 3 0,2 5 851,0 3 0,0 6 0,0 10 0,0 4-717,0 1 0,2 1 0,1 2 0,5-7-582,2-3 1,-6-2 0,4-2 0,-3-4-2464,1-6 2911,0-3 0,-6-10 0,0-3 0</inkml:trace>
  <inkml:trace contextRef="#ctx0" brushRef="#br0" timeOffset="499">348 140 7678,'11'-6'0,"-1"-1"163,-2-3 1,5 4 0,-3-6 686,0-1 1,3 3-222,-7-1 0,-2 7 0,-10-2-286,-5 4 0,-11 2 0,-3 0 0,0 2-100,0 4 0,-7-2 0,3 7 0,-4 1-56,-2-2 1,6 5 0,2-5 0,2 1-157,4 1 0,1-2 1,3 3-1,-1-1-347,1 2 0,7-5 102,4 3 1,6-2 0,6 1 0,6-5 91,3-4 0,5-2 0,1 0 1,4 0 64,2 0 0,1 0 1,1 0-1,-4 0 222,0 0 1,-11 0 0,3 0 870,-1 0-486,-1 0 0,-13 2 0,-10 4 1,-9 5-234,-6 5 1,-8 1 0,2 1 0,-4-1-204,-2 1 0,7 1 0,5 1 0,4-1-161,1-3 1,3-3 0,3 5-448,6-1 0,8-7 1,8-4-280,7-5 0,12-1 1,1 0-1,5-1-550,5-5 1,5-4 1322,7-7 0,1-9 0,-1-1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27:41.57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297 637 7664,'-17'0'0,"-1"0"72,1 0 1,-7 0 0,1 0-1,2 0 462,1 0 1,-1 8 0,0 6 0,3 5-252,3 4 0,-5 2 0,10-1 1,1 3-146,3 0 0,4 6 0,2-6 1,2 0-137,4-3 1,3-5-1,9-1 1,-1-3-33,1-3 0,1-5 1,3-7-1,1-1 57,-2-5 1,-1-4-1,-3-7 1,1-3 43,-1-3 1,1 3 0,-1-3 438,0 4 1,-1 1 140,-4 1 1,1 9-1,-7 8-218,-2 10 1,-10 13 0,-6 8-1,-3 8-121,-3 7 0,1 5 0,-2 3 0,-5 4-444,-5 7 0,-4 1 1,0-1-1,2-4-242,2-7 1,2-6 0,-2-15-568,6-3 0,11-15 1,6-17-133,4-13 1,10-11-1,4-10 1,3-3 98,2-2 0,7-8 974,-1 3 0,8-20 0,-4-6 0</inkml:trace>
  <inkml:trace contextRef="#ctx0" brushRef="#br0" timeOffset="309">384 725 7819,'0'17'279,"0"0"0,0 1 0,0-1 241,0 1 1,2-1 0,2 3-1,4 1-122,2 2 0,1 1 1,9-7-1,3 1-162,6-1 1,-2-1 0,2-5 0,2-5-164,2-4 1,4-4 0,2-6 0,2-7-77,-2-7 1,-8-9 0,-4 2 0,-2-2-23,-4 2 1,-3-4 0,-7 4 0,-5-2-19,-4 2 0,-2-2 0,0 6 0,-4-1 24,-7 1 0,-3 4 0,-13 7 0,0 4 14,0 3 1,-2 1 0,-4 8 0,1 6 75,3 9 0,8 2 0,-4 11 0,2 1-157,-1 2 0,7 2 0,5-1 0,0 1-346,3 0 1,1 6 0,8 0 0,4-2-315,8-3 0,1-1 0,14-2 0,0-3-1340,1-7 2086,1-12 0,13 5 0,3-6 0</inkml:trace>
  <inkml:trace contextRef="#ctx0" brushRef="#br0" timeOffset="611">1153 655 7664,'-2'-10'124,"-2"2"510,-2 0 0,-7 6 0,1-3-166,-4 3 0,1 9 0,1 5 0,3 4-53,-3 1 0,-2 8 1,-1 4-1,2 3-169,3-3 0,-2 4 1,8-4-1,3 4-149,1 2 0,2-2 1,2-4-1,1-6-1,3-4 1,14-1-1,-3-3 1,4-3-59,5-6 0,-1-12 0,6-8 0,-4-5-69,-2-4 0,4-8 0,-7 2 1,-5-4-60,-3-2 1,-4 0 0,1 2 0,-5 2-88,-4 2 0,-4 1 1,-4-3-1,-5 4-955,-5 2 0,-7-2 1,-2 7 1131,-3 5 0,-8 1 0,-9-3 0</inkml:trace>
  <inkml:trace contextRef="#ctx0" brushRef="#br0" timeOffset="1692">1572 655 7723,'-16'7'560,"5"5"1,3 4-1,2 3 1,0 2 0,2 5-1,2 1 215,2 4 1,0 4 0,0 4 0,2 1-550,4-1 1,-4-2 0,4-2 0,-4-2-339,-2-4 1,6-4 0,0-7-515,-3-1 313,-1-7 1,4-10 0,2-14 0,0-5-104,0-4 0,3-7 0,-3 5 0,0-2 116,-1-4 1,7-2 0,-4-2 0,1 0 90,1 0 1,-2 0 0,3 0 0,-3 0 175,-2 1 0,3 1 1,-3 3 764,2 7 1,0 8-185,1 9 0,3 8 0,-8 17 1,-2 4 9,-3 7 1,5 3-1,0 3 1,0 3-293,2 2 1,-6 0 0,3-4 0,-1 1-204,2 3 1,-4-6 0,4-8 0,-4-2-309,-2-3-2,0-3 1,0-11 60,0-8 1,0-8 0,0-9 0,0-1 20,0 1 0,6-6 0,-1-3 0,-1 1-118,-2 0 0,-2-4 0,0 4 1,0-1 138,0 1 0,2 4 0,2 7 1,2 2 440,-2-1 24,-2 5 1,4 2 0,-1 12 138,-1 6 0,0 3 1,0 3-1,4 1-199,2 4 0,-5-3 1,7 1-1,2-5-73,1-5 0,3 1 1,1 4-1,2-5-285,3-5 0,7-4 1,-4-2-1,2-2-80,0-4 1,0-4-1,6-7 1,-2-2 0,-4-5 0,2-1 0,-8-6 0,-1 2 37,-3-2 0,-9 4 0,-4 0 1,-4 1 63,-2 5 0,-8 2 1,-4 3-1,-3 4 57,-3 7 0,-1 5 0,-2 5 0,-5 7 112,-1 4 1,6 3 0,-2 2 0,3 5-49,3 1 0,-1-4 0,3 4 0,1 0-117,2 1 1,9-1 0,-3 4-1,4-4-373,2-2 1,8 4-1,5-5 1,9-3-438,7-2 0,4-7 0,2-2 0,-1-3-1626,1-3 2507,0-2 0,0-17 0,0-5 0</inkml:trace>
  <inkml:trace contextRef="#ctx0" brushRef="#br0" timeOffset="2492">2742 463 7655,'10'-26'-41,"3"1"1,-7-6 0,0 4 79,2 2 1,-6 1-1,5 7 295,1-1 1,-6 7 0,6 1 152,0 2 0,-6 10 0,3 10 1,-3 5-19,-2 7 1,0 3 0,0 8 0,0 2 12,0 3 0,0 5 1,0 7-1,-2 1-384,-3-1 0,3 1 0,-6-1 0,2 0-645,0 1 0,-5-9 0,5-3 0,0-4-334,-2-2 1,6-8 0,-6-6 20,1-7 0,3-6 860,-8-8 0,1-8 0,-7-2 0</inkml:trace>
  <inkml:trace contextRef="#ctx0" brushRef="#br0" timeOffset="2892">2550 567 9717,'17'0'255,"3"0"1,3 0-1,8 0-97,8 0 0,6 0 0,7 0 0,2 0-14,4 0 0,-3 0 1,1 0-1,-7 2 99,-9 4 0,-5-2 0,-8 8 0,-7 1 122,-7 3 1,-9 1 0,2 1 0,-6-1-5,-6 1 0,-3-1 0,-9-1 0,1-3-133,-1-1 1,1-1 0,-1 5 0,1-2-105,-1-3 1,7-7 0,1 4 0,0-2-66,1-1-461,5 1 130,-4-6 0,8-2 0,0-3 116,0-7 0,8 2 0,3-1 72,5-3 0,-1 4 0,-1 1 1,-2-1-309,1 0 0,3 6 1,1-3-382,1-1 1,1 4 0,2-6 0,3 2-2129,-3 5 2901,-2 1 0,7-6 0,1-2 0</inkml:trace>
  <inkml:trace contextRef="#ctx0" brushRef="#br0" timeOffset="3091">3528 567 7655,'-18'0'642,"1"6"0,1 2 0,3 2 266,1 3 1,6 3-1,-3 3 1,1 2-497,4 3 1,2 7 0,4-4 0,2 2-356,2 0 0,7-6 0,-1 5 0,2-3-667,-3-4 1,5-1 0,-5-5-455,5-3 0,1-4 0,1-8-188,-1 0 0,-1-8 1252,-5-4 0,13-3 0,-5-3 0</inkml:trace>
  <inkml:trace contextRef="#ctx0" brushRef="#br0" timeOffset="3425">3720 655 7655,'-8'17'246,"-1"1"260,-1-1 1,2 1-1,8-1 1,0 0-117,0 1 1,2-1-1,4 1 1,5-3-217,5-3 0,1 2 1,3-9-1,1-1-145,2-2 1,9-2-1,-5 0 1,2-2-68,0-4 1,0-9 0,4-10 0,-2-1-62,-2 1 1,-7-4-1,1 4 1,-4-2 147,-1-4 0,-7 4 0,-1-1 0,-2 3 61,-4 4 1,-2 1-1,-2 3 1,-2-1 184,-4 1 1,2 7 0,-8 4 0,-1 5-154,-3 1 0,1 1 1,1 5-1,2 8-117,-1 7 0,-3-1 1,1 5-1,1-2-135,3 0 0,7 7 0,-2-7 0,4 0-645,2 2 0,0-3 0,0 5 0,0-2-263,0-4 1,8-3-1,5-5 1018,9-1 0,-3-8 0,6 4 0</inkml:trace>
  <inkml:trace contextRef="#ctx0" brushRef="#br0" timeOffset="3641">4593 428 7655,'-23'2'514,"-2"1"1,-1 5 178,1 2 1,2 2 0,7 5 0,5 0-119,5 1 0,4 5 0,2 2 0,0 3-322,0 3 1,2 4 0,2 3 0,4 5-361,1 2 0,-5-1 0,2 5 0,-4-4-690,-2-3 0,-8-1 1,-5-6-1,-7-2-227,-3-4 1,-6-4-1,4-7 1024,-3-1 0,-8-7 0,-9-2 0</inkml:trace>
  <inkml:trace contextRef="#ctx0" brushRef="#br0" timeOffset="3807">3441 26 7655,'-33'-12'1451,"3"1"0,7 9-1273,12 2 1,11 2 0,13 7 0,8 1-563,9 0 384,10-6 0,-3 11 0,6-5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27:37.78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280 629 7932,'-2'-10'1328,"-2"2"-704,-2 1 0,1 3 579,5-8-317,0 8 1,0-5 855,0 3-1058,0 4 0,-2 8-472,-4 11 1,4-1-1,-4-5 1,4 3 145,2 1 1,-2 3 0,-2-1 0,-2 1-394,3-1 0,1 1 1,4-1-1,1 1-413,3-1 1,8-5 0,-3-3 0,5-1-190,1-4 1,1-2 0,1-2 0,3 0-342,1 0 0,8-8 1,-4-3-1,2-7-1327,0-5 2305,0 3 0,6-13 0,0 6 0</inkml:trace>
  <inkml:trace contextRef="#ctx0" brushRef="#br0" timeOffset="216">629 332 7766,'-8'10'246,"-1"5"0,-9-3 0,3 3 409,3 3 1,-3 9 0,5 6 0,-2 8-60,1 3 1,7 3-1,-2 5 1,4 1-610,2-1 0,0 0 0,0 1 0,0-3-398,0-3 1,0 7-1,0-9 1,0-8-891,0-10 1,6-8 1300,0-1 0,7-16 0,-3-4 0</inkml:trace>
  <inkml:trace contextRef="#ctx0" brushRef="#br0" timeOffset="651">420 262 7636,'-20'0'0,"-1"0"74,-2 0 1,-3 2-1,5 2 1,-2 2 383,1-2 0,-3 3 0,0 1 0,0 4-79,0 7 0,-1 1 0,5 9 0,-4 4 55,-2 5 0,7 9 1,1 9-1,7 4 5,4 3 0,3 1 1,5 4-1,1-4-94,5-6 0,12-12 1,11-5-1,6-6-298,6-6 1,5-11-1,10-13 1,5-5 31,1-5 1,2-13 0,4-13-1,-4-8 58,-6-7 0,0-5 1,-4-3-1,-3-4-7,-1-6 1,-13 2 0,-4-1-1,-8 3-80,-9 4 0,-1 2 0,-11 5 0,-6 7 129,-7 7 0,-15 9 1,-7 1-1,-7 4-218,-9 5 1,-3 10 0,-3 1 0,-1 5-763,-4 5 0,-5 9 0,-6 15 0,1 12-959,4 7 0,5 13 0,13 3 1760,5 4 0,-4 1 0,1 1 0</inkml:trace>
  <inkml:trace contextRef="#ctx0" brushRef="#br0" timeOffset="1400">1834 734 7826,'0'-18'-5,"-2"1"1,-2-1 327,-1 1 1,-1-1 0,6-1 0,0-2 459,0-3 1,-2 1-1,-4 6-194,-6-1 1,-3 6-1,-3 3 1,1 1-151,0 4 0,-7 4 0,-1 8 0,-2 9-74,-4 10 0,4 6 0,-1 4 1,3 2-175,4 2 0,1 7 1,5-1-1,3 1-310,6-1 1,5-4 0,4-10-1,7-2-183,8-2 1,13-16 0,4-1 0,9-8-598,7-4 1,1-8 0,0-3 0,1-7-311,-1-5 0,-1-4 0,-3-8 1209,-1 0 0,-8 0 0,3 0 0</inkml:trace>
  <inkml:trace contextRef="#ctx0" brushRef="#br0" timeOffset="1970">2219 542 8718,'0'17'604,"0"0"381,0 1 1,0 1 0,0 3 0,0 3-380,0 2 0,0 2 1,0 8-1,0 2-297,0 2 0,0-1 0,0-5 0,0 0-143,0 0 1,0-8 0,0-3-62,0-5-78,0-2 1,0-15-1,1-9 1,3-11-541,2-5 1,2-6-1,-4 4 1,4-3 194,1-3 1,1-2-1,4-2 1,-3 0 80,3 1 0,-5 1 0,3 2 1,0 3 317,-3 3 1,7 2-1,-4 7 239,3 5 0,-3 3 0,-1 10-48,3 4 1,2 3 0,-1 9-1,-1-1 14,-3 1 0,7 5 0,5 0 1,0-1-114,3-3 1,-5-3 0,8-3-1,2-3-222,2-2 0,-4-3 0,0-5 0,2 0-143,2 0 1,-4-1 0,-1-5 0,-3-6-68,-4-3 1,-3-9 0,-7 1 0,-5 2-60,-4 1 1,-2 3-1,-2-1 1,-4 1-29,-5-1 0,-5 7 1,-3 1-1,-5 2-89,-5 4 0,-4 2 0,-2 4 1,2 4 106,4 6 1,-2 9-1,8 2 1,2-1-47,1-3 1,3 5-1,1 1 1,5 0-395,5 0 1,4 4 767,2-5 0,8 7 0,1-4 0</inkml:trace>
  <inkml:trace contextRef="#ctx0" brushRef="#br0" timeOffset="2417">3179 734 7653,'0'-18'595,"0"1"1,0 5-319,0 0 0,0 7 1,-2-5 145,-4 2 0,-3 2-304,-9 6 0,3 8 1,1 2-1,4 1-64,3 1 0,-5 0 0,4 5-140,-2 1 1,7-1-1,-3 1-71,4-1 0,2-5 0,2-3-22,4-1 1,3-2-1,9-6 1,-1 0 37,1 0 1,-1-6-1,1-2 1,1-1 115,4-5 0,-3-1 0,3-3 1,-4 1 128,-1-1 1,-1 1 0,-1-1 379,-5 1 0,3 5 10,-8 0 1,-2 16 0,-8 4 0,-4 12-131,-2 9 0,1 0 1,-5 4-1,4 2-247,3-4 0,-5 4 1,6-6-1,2 2-324,2-2 0,2 2 1,2-10-1,4-3-350,6-5 1,-1-9-1,5 2 1,3-6-163,1-6 0,1-3 0,2-11 1,5-5 65,-1-10 0,4 0 1,-6-8 651,2 1 0,2-3 0,6-7 0</inkml:trace>
  <inkml:trace contextRef="#ctx0" brushRef="#br0" timeOffset="2617">3773 0 7653,'-16'2'250,"3"4"0,1 6 705,-2 3 0,5 10 0,-3 6 0,-1 8-353,-3 8 1,-3 13 0,-3 10-1,-1 11-312,2 10 0,1 1 0,5 5 1,1-2-728,2-4 1,9-12 0,-3-11 0,4-13-599,2-13 0,-2-7 163,-4-6 0,4-13 0,-4-16 87,4-10 0,4-13 1,2-6 784,2-4 0,0-10 0,-6-1 0</inkml:trace>
  <inkml:trace contextRef="#ctx0" brushRef="#br0" timeOffset="2950">3528 559 7653,'0'25'149,"0"-3"0,0 5 0,0-2 309,0-4 0,2 6 0,2 1 0,4-1-62,2-4 0,7 2 1,8-1-1,2-3-145,5-2 1,0-7 0,1-2-1,0-3-81,2-3 0,-4-2 0,10-6 0,-6-5-114,-6-9 1,2-5 0,-7 0 0,-3-6-47,-2-4 0,-7 3 0,-2 1 1,-3 0-19,-3 2 0,-2-6 0,-2 6 1,-2 0 250,-4 3 0,-3 11 0,-9 3 0,1 2 248,-1 5 0,-5 4 0,0 11 0,0 11-106,-3 8 0,5 6 0,-6 2 1,2 4-274,3 1 0,9-3 0,3 4 0,2-1-331,4 1 1,4-6 0,6 0 0,8-8-856,7-8 0,14-11 1,12-6-1,5-8 1074,6-10 0,20-7 0,11-16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30:25.63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71 682 7661,'0'-18'956,"0"1"251,0-1 0,0 7-468,0-1 1,0 10-404,0 2 1,0 14 0,0 11 0,-2 2-185,-4 4 0,2 4 0,-6 4 1,2 2-128,5-2 1,-5 3-1,2-1 1,0-2-106,-2-2 1,6-2 0,-3-2 0,3-4-362,2-6 0,7-11 1,5-7 272,4-3 1,1-4 0,1-5 0,-1-9 114,0-5 1,1-10 0,-1 2 0,1-4 81,-1-2 1,1 6-1,-3 0 1,-1-1 43,-2 3 0,-9 2 1,3 8-1,-2 1 157,2 4 1,-4 3-87,4 3 1,-6 12 0,-4 0-1,-2 7-67,2 5 0,-4-1 1,3 1-1,1 1-40,2 4 0,-4-3 1,0 3-79,2-4 0,2-1 0,2-1 1,0 1 1,2-9 0,2-1 69,2 0 1,7-6 0,-3 2 0,2-6 125,-1-4 0,1-8 1,6 3-1,-1-5 63,1-1 1,-7-1-1,1 1 1,1-1 32,3 1 0,-4-1 1,-3 1-147,-1 0 0,4-1-245,-7 1 0,3 1-1519,-2 4-1990,-4-3 769,6 13 2879,-8-6 0,8 8 0,1 0 0</inkml:trace>
  <inkml:trace contextRef="#ctx0" brushRef="#br0" timeOffset="232">787 612 7661,'-12'-6'882,"0"0"-133,-1 2 1,-3 4-1,1 8-142,3 10 1,-2 1-1,7 8 1,-1 0-122,0 1 0,0-1 0,5 4 1,-3-2-488,2 2 0,2-4 0,0 0 1,-2-1-302,-2-5 0,0-2 0,6-1-1167,0-1 1,-2-7 24,-3-4 1,1-4-312,-8-2 1755,8-8 0,-11-10 0,5-9 0</inkml:trace>
  <inkml:trace contextRef="#ctx0" brushRef="#br0" timeOffset="514">926 106 7661,'0'-18'790,"8"1"1,4-1-353,3 1 1,3 1-1,-1 5 1,1 5 27,-1 4 1,6 2-1,1 0 1,-5 2-69,-5 4 0,-1 11 0,-5 12 1,0 6 19,0 6 0,-3 3 0,-5 9 0,-2 1-243,-3 4 1,-5 1 0,-8 7 0,-1 1-348,-4-1 0,3-2 0,-5 2 1,2-3-460,0-3 1,-1-10 0,7-11-1,-1-8-646,1-8 0,-1-3 677,1-3 1,7-9 0,4-8 219,4-10 1,2-5 379,0-3 0,8-7 0,2-2 0</inkml:trace>
  <inkml:trace contextRef="#ctx0" brushRef="#br0" timeOffset="1035">926 315 7661,'-17'10'-714,"1"-2"1,3-3 1413,1 1 0,2 8 0,-3-4 0,3 1-198,2 1 0,3-1 0,5 7 1,1-1-190,5 1 1,4 5-1,7 0 1,1-1-117,-1-3 0,3-1 0,1-3 1,4-1-120,3-3 0,-7-7 1,4 2-1,-2-4 19,1-2 0,5-2 1,-4-4-1,0-7-171,0-9 0,1 1 1,-5-8-1,4-2-22,2-2 1,-3-8-1,3 0 1,-2 3 75,-4 1 1,-1 2 0,-3 0-1,1 0-69,-1 0 0,-5 8 371,0 3 1,-11 23 0,-1 12 0,-9 14 93,-7 8 0,-3 10 0,-3 6 0,-1 7-49,2 8 1,-1 6 0,1 4 0,-2 3-265,2 3 1,1-7 0,3 1 0,1-6-272,4-4 0,5-17 0,7-7-22,0-12 1,2-19 205,3-9 0,3-7 1,6-13-1,-3-3 34,3-6 0,2-2 0,1 0 0,1 2 161,-1-2 0,0 5 0,1 3 0,-3 4 209,-3 1 0,4 8 0,-5 5-57,5 3 1,-1 4 0,-1 3 0,-4 9-247,-3 7 0,5 12 0,-4 10 0,-1 2-268,1 3 1,4-3-1,-4-1 1,1-1-1153,5-4 0,-4-4 0,1-6-855,3-6 2198,1-11 0,11 3 0,1-5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30:34.05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227 183 7734,'0'-27'0,"0"4"-67,0 4 0,0 1 0,0 1 0,0-1 632,0 1 1,2 1 0,2 3 27,2 1 0,0 10 0,-8 4-177,-4 13 0,2 7 0,-8 11 1,1 6-50,1 3 1,-5 5 0,3 5 0,-2 3-298,3 3 1,-3-4 0,6 6 0,1-2-140,-1 1 0,-6-1 1,4-8-1,-1-3-155,-1-6 1,1-6-1499,-7-6 1,3-14 1721,3-15 0,4-15 0,8-12 0</inkml:trace>
  <inkml:trace contextRef="#ctx0" brushRef="#br0" timeOffset="365">507 114 7712,'-8'27'0,"-4"-4"231,-3-4 0,-3 7 0,-1 3 0,-3 4 272,-1 2 1,0 0-1,4-1 1,-3 1-365,-1 0 1,-8-2 0,2-2 0,-4-3-174,-2-3 0,6-2 0,2-5 0,1-3 199,5-3-107,2-5 0,11-8 1,8-3-10,9-2 1,3 0 0,4 6-1,3 0 219,0 0 0,3 0 1,-1 0-1,4 2 9,3 4 1,1-2 0,6 7 0,0 3-124,-1 1 0,1-3 0,0 0 1,2-1-138,4-1 0,-4 4 1,4-9-1,-5-1-111,-1-2 1,0 4-1,-2 0 1,-4-4-693,-5-6 0,-7 0 0,-3-8-772,-3-1 0,-7-3 1558,2-1 0,4-8 0,-1-3 0</inkml:trace>
  <inkml:trace contextRef="#ctx0" brushRef="#br0" timeOffset="748">804 393 7658,'-22'17'24,"5"1"0,-3-6 1,14-1-1,3 3 178,1 1 1,9 1 0,7-3-1,5-3 278,5-2 0,5-2 0,-4-6 0,0 0-320,0 0 0,5 0 0,-5-2 0,0-2-41,0-2 0,-1-8 0,-7 3 0,0-5-54,1-1 1,-6-1-1,-3-1-16,-1-4 1,-2 3-1,-6-3 1,-2 4-8,-4 1 1,-4 8 0,-7 3 0,-1 1-42,1 0 1,-6 2-1,-1 10 1,1 6 184,-2 3 1,6 3 0,-5 1-1,5 2-14,1 3 0,1 5 1,1-4-1,5 2-51,5 4 0,4 2 0,2 2 1,0-2-408,0-4 0,10 2 1,5-8-1,7-1-337,-1-3 0,4-7 1,0-2-1,1-3-175,-1-3 1,4-8-1,-4-3 798,2-3 0,-5-10 0,3-7 0</inkml:trace>
  <inkml:trace contextRef="#ctx0" brushRef="#br0" timeOffset="998">1170 288 7658,'0'27'-66,"0"4"0,0-5 1,0 1 825,0 4 1,0 0 0,2 0 0,2-4-505,2-2 0,13 6 0,-1-3 0,1-3-368,1-8 0,-1 1 0,2-9 0,3 1-155,-3-4 0,-2-4 0,-1-4 0,-1-4-315,1-6 1,-3-3 0,-1-3 0,-4-1 581,-3-4 0,7-4 0,-4-8 0</inkml:trace>
  <inkml:trace contextRef="#ctx0" brushRef="#br0" timeOffset="1180">1624 218 7892,'-29'33'0,"0"0"466,-2 2 1,-2 4 0,-2 17 0,0 6 375,0 8 1,0 12 0,0-1 0,2 7-559,4 5 1,-2 0 0,8 2 0,4-10-873,5-5 1,-1-12-1,3-10 1,-4-6-390,-1-5 0,5-20 1,1-15 324,-3-8 0,6-6 652,2-4 0,4-12 0,2-9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30:28.65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208 730 7948,'-6'12'247,"0"0"1,-6-7 0,7 7 0,-1 2 170,-2 1 0,6 10 1,-6 6-1,2 6-151,1 4 0,-3 10 0,4-1 1,-4 6-170,-1 1 1,-1 3 0,-4-2 0,5-2-309,1-1 1,-6-5 0,5-3 0,-3-9-754,0-7 0,6-7-291,-5-13 0,7-5 1254,-2-12 0,12-11 0,4-10 0</inkml:trace>
  <inkml:trace contextRef="#ctx0" brushRef="#br0" timeOffset="304">68 818 7788,'-8'-10'531,"6"0"-232,-4 4 1,6 4 0,6-3 0,6 3-27,3 2 0,11 0 0,3 0 0,4 0 92,2 0 1,0 0 0,0 2 0,-1 2-84,1 1 0,0 9 0,-2-2 1,-4 5-189,-5 6 0,-11-3 1,-3 5-1,-2-2-37,-4 1 1,-10 1-1,-6-4 1,-5 2-251,-7-1 0,-1-3 0,-6-3 0,2-3-400,-2-1 1,4-6 0,-2 3 0,0-1-217,1-4 0,1-2 1,6-2-23,-2 0 0,1-8 831,11-3 0,-5-13 0,6-3 0</inkml:trace>
  <inkml:trace contextRef="#ctx0" brushRef="#br0" timeOffset="535">854 67 8464,'-18'2'0,"1"5"493,-1 11 1,1 3 0,0 14 0,-1 8 34,1 5 0,5 12 0,0 6 0,-1 8-308,-3 8 1,-1-3 0,-1 3-1,3-1-426,3-1 0,-3 1 0,5-11 0,-2-8-256,1-5 1,1-13-1,-4-3 1,5-6-636,1-6 0,2-10 1097,6-7 0,0-8 0,0 4 0</inkml:trace>
  <inkml:trace contextRef="#ctx0" brushRef="#br0" timeOffset="1268">1011 765 7769,'0'-17'627,"0"-1"-15,0 1 0,-2 7-260,-4 4 0,2 4 1,-7 2-111,-3 0 1,-1 2 0,-3 4 0,1 6-34,-1 3 0,1 3 0,-1 1 0,1 4-66,-1 7 0,3-3 1,1 0-1,5 0-529,1 0 0,-4-5 1,6 3-16,3 0 0,1-6 0,4 3 232,3-9 1,7-5 0,9-10 0,3-4 111,-3-5 1,4-5 0,-2-3 0,1-3 100,1-1 0,-6-6 1,5 4-1,-5-2 25,-1-4 0,-3 5 0,-3 3 0,-5 4 263,1 1 0,-6 1-76,4-1 0,-12 11 0,-5 7 0,-5 9-129,-1 7 0,-1 7 0,1 2 0,-1 2-155,1 5 0,5 1 1,0 0-1,1-2-84,1-2 1,2-6 0,6 4 0,-2-2-448,-1-3 0,-1-3 0,8-3-321,4-5 1,3-5 0,9-10 162,-1-2 0,3-7 717,3 1 0,-4-11 0,7-4 0</inkml:trace>
  <inkml:trace contextRef="#ctx0" brushRef="#br0" timeOffset="1702">1360 695 7759,'-7'12'0,"-5"0"215,-4 1 1,-1 3 0,1 1-1,3 1 169,1-1 0,3 8 1,-5 3-1,4 1-28,2 0 1,-3-6 0,5 4-1,2 0-142,2 1 0,-4-7 0,1 2-76,1-3-824,2-3 462,2-7 1,0-4 0,2-12 0,2-6 53,1-3 1,9-3 0,-4 1 0,1-1 6,1 1 0,0-1 0,5-1 0,0-2 58,1-3 1,-6-1 0,-1 6 0,3-1 198,1 5 1,1 1-1,-3-3 1,-1 1 268,2 4 0,-7 3 0,1 5-73,0-2 1,-6 8 0,4 10-1,-4 3 42,-2 3 0,0 1 1,0 4-1,-2 5-144,-4-1 1,4 6 0,-6-6 0,2 2-127,1 0 0,-7-8 1,6 3-1,2-5-426,2-1 1,-4-1 0,1 0-2419,1 1 2306,2-8 0,2-5 0,2-8 0,2-5-1526,1-2 2002,9-2 0,-4-5 0,7 0 0</inkml:trace>
  <inkml:trace contextRef="#ctx0" brushRef="#br0" timeOffset="2052">2164 67 7785,'0'-18'225,"-2"3"1,-2 1 441,-2 2 1,-8 9-1,3-1-176,-5 8 1,-1 7 0,-1 13-1,-1 5-129,-4 4 0,1 11 0,-7 7 0,-2 7 194,-2 4 0,0 4 1,2 10-1,2 5-555,-2 5 1,6-1 0,2-2 0,3-5-304,3-6 0,5-6 1,2-16-1,3-5-2780,3-10 1593,2-8 0,2-19-169,0-8 1658,7-8 0,-5-17 0,6-2 0</inkml:trace>
  <inkml:trace contextRef="#ctx0" brushRef="#br0" timeOffset="2402">1622 538 8121,'-17'12'0,"-1"-2"318,1-3 1,1 7 0,5-2-20,5 3 1,6-3 0,6-1 0,5 1-304,5-2 1,7 5-1,2-5 1,1 0-63,-1-5 0,6 3 0,-4-2 0,2 0-181,0 2 0,-5-6 0,5 3 1,0-3 71,-2-2 0,-2 0 0,-7 0 0,-1 0-89,1 0 463,-1 0 0,-1 2 1,-7 4 271,-9 6 1,-2 3 0,-9 3-1,-1 1-46,2 4 0,-5 5 1,3 5-1,-1-2-127,1-2 0,-4 0 0,7 4 1,-3-4-397,0-6 0,9-3 0,-5-3-1580,0 1 415,6-1 0,-4-9 0,10-8 1263,2-10 0,8-5 0,-5-3 0</inkml:trace>
  <inkml:trace contextRef="#ctx0" brushRef="#br0" timeOffset="2801">2216 800 7744,'-25'25'0,"-2"3"0,0 1 679,3 0 1,11-2-1,3 4 1,2-2-99,4 2 1,2-6-1,2-1-559,0-5-195,0-1 1,8-9 0,4-5 52,3-8 1,3 0 0,-1-7 0,1-5-122,-1-5 1,1 1 0,-1-5-1,1 2-17,-1 0 1,0-6 0,1 5 0,1 1 185,5-2 1,-7 5 0,3-3 0,-7 4 210,1 1 0,1 1 0,3 1 553,-1 5 1,-7 5-414,-4 12 1,-4 11 0,-2 12 0,-2 4 190,-4 2 0,2 0 0,-6 0 0,2 0-531,5 0 1,1-2 0,2-2 0,0-4-638,0-2 1,0-2-1,0-5-2100,0-1 2798,0-7 0,0-2 0,0-8 0</inkml:trace>
  <inkml:trace contextRef="#ctx0" brushRef="#br0" timeOffset="3051">2775 922 7759,'-37'18'552,"0"-1"1,2 3 217,8 3 0,6 4 1,5 8-1,3 2-440,1 4 0,8 3 0,-2 9 0,4-1-304,2 1 0,-2 1 1,-3 0-1,-7 1-217,-4-5 1,-1-9 0,0-2-1,-3-6-210,-3-4 1,3-14 0,-3 1-1,6-5-161,5-1 0,-3-6 1,5 0 561,0-8 0,-5-6 0,5-7 0</inkml:trace>
  <inkml:trace contextRef="#ctx0" brushRef="#br0" timeOffset="3250">2356 364 7750,'-35'0'753,"8"0"0,3 0 0,7 2-886,5 3 1,5-1 0,9 6 0,3 0 420,7-1 0,3 3 0,5 4 1,1-3-832,3-1 0,5-6 0,-6 5 0,0 1-1009,2-2 1552,3 5 0,7-5 0,-1 7 0</inkml:trace>
  <inkml:trace contextRef="#ctx0" brushRef="#br0" timeOffset="3484">3404 119 7777,'-27'29'550,"3"0"0,7 2 1,5 10-1,6 8 87,4 7 1,2 4-1,0 6 1,0-2-984,0 2 0,0-4 1,0-2-1,0-5-36,0-11 0,-2-11 0,-3-6 0,-5-1-409,0-5 1,-5-9 790,3-7 0,-4-3 0,-1-2 0</inkml:trace>
  <inkml:trace contextRef="#ctx0" brushRef="#br0" timeOffset="3717">3002 84 7670,'-17'0'820,"-1"0"0,3 8-193,3 4 0,12 3 0,13 3 0,11-1-371,11 0 1,2 1 0,9-1 0,3 3-172,1 3 1,2-5 0,-1 1 0,-3-5-308,-1-1 0,-8 3 0,2 1 0,-6 1-515,-6-1 1,-10-5 736,-7-1 0,-8 1 0,3 5 0</inkml:trace>
  <inkml:trace contextRef="#ctx0" brushRef="#br0" timeOffset="3933">3072 1027 7662,'-18'18'681,"11"-3"0,7-3 61,9-6 1,9-4-1,3-2 1,4 0-660,3 0 0,-5 0 1,4 0-1,-2-2-304,-3-4 0,3 4 0,-2-6 1,-2 2-956,-1 1 0,-9-3 1176,1 2 0,0-4 0,5-7 0</inkml:trace>
  <inkml:trace contextRef="#ctx0" brushRef="#br0" timeOffset="4167">3823 416 7677,'-23'23'0,"-3"1"435,-1-3 0,8 6 0,-1 4 0,9 6 346,3 4 0,0 7 0,4-1 1,-2 1-679,3-1 0,1 1 0,2-7 0,0-2-972,0-2 0,0-10 1,0-4-1127,0-3 1125,0-11 1,0-3 869,0-12 0,0-3 0,0-9 0</inkml:trace>
  <inkml:trace contextRef="#ctx0" brushRef="#br0" timeOffset="4418">3718 84 10000,'17'4'0,"1"6"744,-1 7 1,3 20 0,1 4-1,4 9-210,3 8 1,-1 10 0,2 10 0,-6 0-158,-3-1 1,-11-1 0,-3-6 0,-4-2-489,-2-4 1,-8-6 0,-5-11 0,-9-9 12,-7-7 0,-2 0 0,0-7 0,2-5-637,-2-5 1,6-1 0,1-7 0,3-2 734,-2-2 0,3-10 0,-5-2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31:05.46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455 315 7575,'0'-10'1336,"-2"2"-371,-4 8 0,-4 0-523,-7 0 0,-1 8 1,3 4-99,3 3 1,-2 3-1,7-1-103,-3 1 1,0-1 0,-1 1 0,5-1 1,4 0 0,4-1 40,4-4 0,3-3 1,11-5-1,1 2-7,2-2 1,7-2-1,-7-2 1,-2 0-137,-1 0 0,-3 6 0,0 1 0,1 1-46,-1 0 1,-5 6-1,-2-3-552,-2 5 1,-5 7-1,-8 0 1,-7-1-558,-4-3 1,-3 0 0,-2 3 0,-3 1-724,3-2 0,2-9 1738,1-6 0,1 4 0,-1-1 0</inkml:trace>
  <inkml:trace contextRef="#ctx0" brushRef="#br0" timeOffset="449">385 192 8099,'-18'0'607,"1"0"0,5 0 2011,1 0-2248,7 0 0,4 0 1,11 0-1,5 0-46,1 0 0,1-5 0,1-1 0,3 2-117,1 2 0,0-4 0,-5 0 0,-1 2-1236,0 3 0,1 1 0,-1 0 0,1 0-1613,-1 0 2642,-7 0 0,6 7 0,-7 3 0</inkml:trace>
  <inkml:trace contextRef="#ctx0" brushRef="#br0" timeOffset="983">437 53 7992,'-33'0'-63,"2"0"1,4 0-30,2 0 1,-6 8 0,4 5 0,-3 8 531,1 9 1,6 12-1,-4 11 1,2 11-31,3 9 0,3 19 0,11-42 0,0 1 0,2-1 0,1 0-23,1 2 1,2-1-1,2 42 1,8-7 0,9-16-218,10-16 1,14-13 0,6-18-1,5-11-1,6-8 1,8-20-1,6-9 1,-4-12 74,0-10 1,4-11-1,1-8 1,-37 31 0,-2-2-38,1 0 0,-2-1 0,25-40 0,-13 4 0,-4-1-134,-8 1 0,-8 4 0,-13 6 0,-9 6-209,-6 3 1,-17 11 0,-17 3 0,-11 6-440,-8 6 0,-12 6 1,0 11-1,-8 6-317,-4 4 1,-1 12-1,-4 11 1,1 18 49,3 18 1,43-21 0,2 3 656,-2 4 0,0 2 0,2 1 0,0 3 0,1 3 1,1 0-1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31:09.43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228 340 7787,'-6'-12'155,"0"1"1,0 5-1,4-4 1,-2 1 1140,-1-1 0,-3 6-947,2-2 0,2 4 1,-8 2-183,-1 0 0,3 0 0,-2 2 0,-1 6 26,-3 9 0,5 3 1,-1 9-1,-2 2-35,-1 2 0,-1 10 1,3 3-1,3 5-118,2 1 1,3 0 0,7 1-1,3-3-76,7-3 0,5-6 0,7-12 0,3-8 13,0-7 0,8-7 0,-2-7 1,4 0 42,-4 0 1,2-13 0,-8-5 0,2-3-12,0-4 1,-8 0-1,1-6 1,-7 3 34,-3 3 1,-8-4 0,2 6-1,-4 1 18,-2 3 1,-2 2 0,-4-1 0,-6 1-1,-3-1 1,1 8 0,-3 3-111,-9-1 1,9 6-1,0-4 1,1 4 5,0 2 1,5 8 0,1 4 12,2 3 0,3-3 0,5-1 49,0 3 1,7 0-1,5-1 1,3-3 74,3-2 1,-1-1 0,3-3-1,1 2 17,2-2 1,8-2 0,-3-2-1,1 0-92,0 0 1,-8 0-1,2 0 1,-1 0-84,1 0 0,-9-6 1,3 0-579,-1 2 1,-1-3-101,3 1 0,-7-6-224,1 6 0,-8-1-25,2 1 0,-4 2 133,-2-8 0,0 6 857,0-5 0,7 7 0,3-4 0</inkml:trace>
  <inkml:trace contextRef="#ctx0" brushRef="#br0" timeOffset="349">752 515 8653,'-10'2'1702,"4"4"0,4-3-1422,2 9 1,2-8-1,4 2 1,5-4-61,5-2 1,-4 6 0,-1-1 0,3-1-22,1-2 0,-3-2 1,0 0 406,1 0-466,3-8-195,-7 6 1,-3-5-1,-12 7 1,-5 0 6,-5 0 1,-1 6 0,-1 1 0,-1 5 164,-4 7 1,3-1 0,-5 7-1,2-2-53,0 1 1,5 5-1,8-6 1,3 0-139,3 2 0,2-5 0,4 3-212,4-3 0,9-11 0,10-3 0,2-4-176,4-2 0,2-2 0,2-4 0,0-5-193,0-5 0,6-1 1,-2-1-1,-4 1 33,-4-1 1,-10-3 621,2 3 0,5-11 0,-1 10 0</inkml:trace>
  <inkml:trace contextRef="#ctx0" brushRef="#br0" timeOffset="700">1345 113 8047,'10'-25'13,"-2"5"1,-6-3 1354,4 4 0,-5 7-725,5 0 1,-4 11-1,-4 1 1,-4 9 56,-5 7 1,1 11 0,-2 6-1,1 8-168,1 3 0,-5 9 0,3 5 1,-2-2-360,3-1 0,-3 3 0,8 2 0,1 0-353,-3 0 1,6-7 0,-4-9 0,4-3-1442,2-8 1,6 0 740,0-10 1,5-9 0,-3-14 520,2-10 0,-6-5 1,2-5-1,-5-1-382,-1-2 1,0-3 0,-1 5 0,-3-4 100,-2-2 0,-8 3 1,3-5 639,-5-2 0,-1-2 0,-1-2 0</inkml:trace>
  <inkml:trace contextRef="#ctx0" brushRef="#br0" timeOffset="848">1136 427 8015,'-12'-15'129,"2"1"1,1 5 355,-1 1 1,6 0 845,-2 2 1,4 6-484,2 0 1,4 6 0,6 8-1,7-5-229,3-1 0,7 4 1,2-6-1,4-2-430,2-3 0,6-1 0,1 0 0,1-1-559,0-5 1,3 2 0,-3-6 0,0 2-3146,-1 4 3515,-9 3 0,0-7 0,-5-2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31:24.34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181 694 7868,'9'-12'0,"-1"2"0,-2 1 106,0-1 1,0 4 0,-4-6 1859,3-1-760,-3 5 0,4 2-629,-12 12 0,2 4 0,-5 7 0,-1 3-285,0 3 1,1-2 0,-5 6 0,4 1-367,3-1 0,-5-4 0,6 4 0,0-2 175,-1-3 0,5-3 0,-4-1-101,4-1 0,-6 1 0,-2-1 0</inkml:trace>
  <inkml:trace contextRef="#ctx0" brushRef="#br0" timeOffset="465">408 659 10974,'0'17'1697,"0"1"-1443,0-1 0,0 1 1,-2-1-1,-2 2-73,-2 5 1,0-5 0,6 4 54,0-3 1,0-3-1,0 1-904,0-1 1,0-5 194,0 0 0,0-11 305,0-1 0,6-1 0,2-11 0,0-2 37,-1-1 1,7-3 0,-2 1 0,1-1 147,-1 1 0,3 5 1,-3 1 395,4-3 0,-5 6 0,1 2-118,1 5 1,-3 1-1,0 1 1,-2 5-32,-5 6 1,1 0 0,0 3 0,2 4-316,-2 1 1,-2-1 0,-2-1 0,0-1-1309,0 1 1,0-1 285,0 1 1,8-9 1072,3-3 0,5-4 0,1-2 0</inkml:trace>
  <inkml:trace contextRef="#ctx0" brushRef="#br0" timeOffset="663">984 641 7892,'-10'12'0,"-5"0"582,-6 1 1,-3 8 0,7 5-1,-1-1 324,1 0 1,1 10 0,3-4 0,3 0-844,2 2 0,2-2 0,6 0-1079,0-2 0,0-7-516,0 1 1,8-13 1531,4-10 0,-4-8 0,-1-10 0</inkml:trace>
  <inkml:trace contextRef="#ctx0" brushRef="#br0" timeOffset="949">1141 222 8871,'12'0'3073,"0"0"-2402,1 0 1,1 10 0,-1 5 0,-1 9-200,2 3 1,-5 8 0,3 7-1,0 3-207,-3 4 0,5 1 1,-6 2-1,-1 1-507,1-1 0,-2-5 0,-6-3 0,0-3-234,0-8 0,-2 0 1,-2-10-1,-4-3-779,-1-7 1,3 1-1,-6-8 429,-1-2 0,-3-2 0,-1-2 826,-1 0 0,-7-8 0,-2-2 0</inkml:trace>
  <inkml:trace contextRef="#ctx0" brushRef="#br0" timeOffset="1298">967 729 13345,'29'0'0,"0"0"360,2 0 1,8 0 0,3 0 0,1 0-242,0 0 1,5 0-1,-3 0 1,1 0-172,1 0 0,-8 0 0,2 0 1,-6-2-305,-6-4 1,-4 4-550,-8-4 1004,1 4 1,-16 4-1,-8 4 579,-8 6 1,-3 3 0,1 3-257,5-1 1,-3-5 0,8-1 0,2 3-86,2 1 1,-3 3 0,-1-1-378,2 1 0,2-1 0,4 1-513,4-1 0,-2-1 0,5-3 1,1-3-2164,0-2 1,1-2 2715,7-6 0,-1 0 0,1 0 0</inkml:trace>
  <inkml:trace contextRef="#ctx0" brushRef="#br0" timeOffset="1881">1857 798 8936,'-17'-7'431,"-1"5"1,3-6 0,1 2 207,3 0 0,5 1 1046,-6 5 1,1 0-1159,-7 0 0,6 5 0,3 3-323,1 2 1,2-4 0,6 5 20,0 3 0,0 1-431,0 3 1,2-7 0,4-1 0,6-2-142,3-4 0,3-2 1,1-2-1,2 0 106,3 0 0,5-6 0,-4-2 0,2-2-60,4-3 0,-6-3 1,1-1-1,-3-1 216,0 1 1,0 0-1,-7-1 1,-2 1 435,-3-1 1,-7 1-66,2-1 0,-4 10 0,-4 8-73,-4 10 1,2 6 0,-7 3 0,-1 2-134,2 3 1,2 5 0,8-6 0,0-2-111,0-1 1,0-3 0,0 1 0,2-3-39,4-3 0,4 2 0,7-9 0,1-1 17,-1-2 1,3-10-1,1-3 1,2-5-35,-1-1 1,-3-7 0,-1-1 0,-1-2-7,0-4 1,1 4 0,-1-2 0,-1-2-17,-4-2 0,1-8 1,-7-2-1,-2-1-67,-2-5 1,-2-3-1,-2-6 1,-4-5-231,-6 1 1,-1 10 0,-3 11 0,1 8 605,-5 10 0,-1 2 0,4 19 0,-3 9 188,-3 15 0,1 17 0,-5 7 0,2 7-124,4 5 1,-4 4 0,3 8-1,5-2-612,3-4 0,4 9 0,-3-5 0,3-2-1187,2-6 0,3-7 1533,5-7 0,-8 5 0,-2-7 0</inkml:trace>
  <inkml:trace contextRef="#ctx0" brushRef="#br0" timeOffset="2080">1473 432 8881,'-27'0'0,"4"2"12,3 3 1,5-1 0,3 8-663,6 2 1,6-5 0,4 3 649,2 1 0,8-5 0,-5 0 0</inkml:trace>
  <inkml:trace contextRef="#ctx0" brushRef="#br0" timeOffset="2263">844 327 7993,'-33'0'-51,"4"0"0,4 0-708,8 0 759,7 8 0,2-6 0,8 5 0</inkml:trace>
  <inkml:trace contextRef="#ctx0" brushRef="#br0" timeOffset="2446">198 257 7814,'-68'0'0,"8"2"589,14 4 0,22-4-1217,30 4 628,4-4 0,31-2 0,-5 0 0</inkml:trace>
  <inkml:trace contextRef="#ctx0" brushRef="#br0" timeOffset="3030">2958 82 7835,'11'-7'167,"-1"-5"0,0-4 1,-1-1 1258,5 0 0,-6 5-676,-3 12 0,-5 8 1,-7 25-1,-9 7-6,-5 9 1,-12 5 0,0 14 0,-6 0-244,0 4 1,-5 9 0,-3 1 0,-3 3-655,23-41 0,1 0 0,-24 41 0,3-4 0,8-7 274,8-8 0,6-13 1,10-15-6482,3-7 6360,4-13 0,24-26 0,3-11 0</inkml:trace>
  <inkml:trace contextRef="#ctx0" brushRef="#br0" timeOffset="3848">3097 781 7859,'18'-8'427,"-9"4"521,-3-7 1,-4-1 241,-2-5-86,0 7 1,-2 2-1,-4 10-173,-5 4 0,-3 4 0,1 9 0,1 4-466,-2 6 1,5 4 0,-1 2 0,0 0-274,1 0 1,3 0-1,-4-2 1,2-2-186,4-2 1,1-5 0,-1 3-228,-2-2 1,2-12-5,10-13 1,-2-9-1,7-14 1,3-7-35,1-3 0,-3-2 0,0 1 0,1-1 111,3 0 1,1-2-1,1-2 1,-3-2-162,-3 2 1,3 3-1,-3 1 1,4 2-150,1 4 1,1 3 0,-1 11-18,0 3 0,1 4 0,-1 10-88,1 4 0,-3 4 1,-1 5-1,-2 1-167,1 1 1,-3-3 0,2 9 0,1-3 174,3-3 0,-5 1 0,-1-1 0,-2 1 554,-4-1 0,3-5 0,-1-1 0,-2 3 0,-2 1-107,-2 3 1,-2-3 0,-2-1-1,-4-4 520,-1-3 0,3 5 0,-4-4 275,2 2 0,3 1 242,5 7 0,0-7 0,2-1 0,3-2-319,7-4 0,4-2 0,3-2 1,2 0-418,3 0 1,9-8-1,0-4 1,5-5-216,1-7 0,-2 3 0,-2-6 0,0 0-120,0 0 1,-2-3-1,-4-3 1,-6 4-265,-3 6 1,-11-2-1,-3 2 279,-4 1 0,-10 9 0,-3 3 0,-7 2 72,-5 4 1,-2 10 0,-6 6 0,2 5 77,-3 6 1,5-1 0,0 5 0,2 0-201,4 0 0,1-3 1,5 3-1,1 0-225,2 0 1,9-6 0,-3 5 0,6-3-112,6 0 0,3 1 0,11-9 1,3-3-56,6-6 0,10-5 0,2-1 0,-3 0 567,-1 0 0,6-7 0,2-3 0</inkml:trace>
  <inkml:trace contextRef="#ctx0" brushRef="#br0" timeOffset="4413">4302 781 7859,'-17'2'213,"-1"2"0,-1 4 545,-4 1 0,9 3 1,-3 7-1,1 5-184,1 5 0,-5 4 1,-1 4-1,-2 1-87,1 3 1,-3 8-1,0-1 1,-2 8-229,-4 8 0,-1-3 0,1-3 0,4-6-347,2-5 0,2-12 1,7-12-62,5-4 1,3-11-321,8-8 0,0-10 0,0-11 0,2-4 114,4-2 0,-3-4 0,11-8 1,4-2 94,3 2 0,4-5 0,-2-3 0,6-5-28,4-6 1,2 3-1,2-3 1,2 4 418,2 1 1,5 7 0,-5 3 0,-2 6 434,-2 10 1,-4 13-1,-4 9 1,-6 3 44,-3 2 1,-11 13 0,-1 7-1,-2 5-255,0 6 1,0-4 0,-8 2 0,-4 0-265,-6-2 1,2 4 0,-1-7 0,-3-1-158,-1 2 0,3-11 1,2 3-1,1-3-151,-1-4 0,4-1-560,-6-3 565,9-4 0,-3 6 0,10-10 0,3-2 72,3-2 1,4-7-1,7 3 1,2-2 62,-1 1 1,-1 1-1,0-4 1,5 3 86,1-3 0,2-1 0,4-5 1,-4-1 137,-6-2 0,2-1 1,-1 7-1,-5-1 460,-5 1 0,-1-1-188,-7 1 1,-2 7 0,-10 4-372,-5 4 0,-5 10 0,-3 4 0,-3 5-54,-1 7 0,0-3 0,5 8 0,1 0-674,-1-2 1,3 4-1,1-5 1,5-1-877,1 0 0,2-2 0,8-5 1554,4-1 0,3 1 0,9-1 0</inkml:trace>
  <inkml:trace contextRef="#ctx0" brushRef="#br0" timeOffset="4863">5071 851 7722,'-43'0'169,"6"0"0,-4 0 0,5 0 719,1 0 0,6 2 0,1 4 0,3 3-418,4 1 0,3 6 1,5-5-1,3 5-226,2 1 1,2-5 0,6-1-215,0 3 0,2-4 1,4-1-146,6-1 1,5-2 0,5-6 0,1 0-69,-2 0 1,5 0 0,-1 0 0,0 0-22,0 0 0,0-6 1,-3-2-1,1-1 11,-2-5 0,-1 4 1,-3-1-1,1-1 66,-1 2 0,-1-5 0,-3 5 339,-1 1 173,-8-7 1,2 14-1,-12-4 1,-6 4-95,-3 2 1,-1 2 0,3 4-1,1 6-100,-2 3 0,1 3 1,-1-1-1,4 3-157,3 3 1,1-4-1,6 5 1,0-5-78,0-2 1,0 1-1,0-1 1,2-1-295,4-4 0,3-5 0,9-7 0,1 0-469,4 0 0,3-2 1,5-5-1,0-9-37,6-5 1,-2-10 0,5 2 0,-5-4 265,-6-2 1,4 0 576,-4 0 0,4-8 0,2-2 0</inkml:trace>
  <inkml:trace contextRef="#ctx0" brushRef="#br0" timeOffset="5046">5734 257 7722,'-17'0'321,"-1"0"1,1 0 0,-2 2 818,-5 4 1,3 5-1,-6 13 1,0 7-409,-1 8 0,5 7 0,-4 10 0,2 5-242,3 1 1,3-4-1,3 4 1,5 0-494,5 0 1,4-13-1,2-3 1,2-7-337,4-4 0,-2-8 0,7-5 0,3-9-462,1-7 0,-3-4 1,0-2-1,-1-2-703,-1-4 0,6-4 1504,-5-7 0,-3-8 0,0-2 0</inkml:trace>
  <inkml:trace contextRef="#ctx0" brushRef="#br0" timeOffset="5213">5245 571 7722,'-19'0'511,"-4"0"0,11-2 1326,0-3 1,18 3-1,12-6 1,11 2-1031,10 0 0,5-1 0,11 1 1,5-4-862,10 0 0,1-5 0,11 5 0,3-2-916,6 1 0,1 1 1,3-3 969,-6 1 0,2 0 0,-11-5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31:22.64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245 612 7793,'10'-18'0,"-4"1"347,-4-1 1,-2 1-1,0-1 643,0 1 0,0-1-160,0 1 0,-8 1-462,-4 5 0,-3 5 1,-5 12-1,-1 5-79,-2 5 0,-2 9 0,3 4 0,-1 4-168,2 2 1,1-6-1,5 0 1,1 0-76,2-1 0,9 3 1,-3-8-1,4-2-316,2-1 0,8-11 0,3-3 0,7-4-3,5-2 1,2-8 0,6-3 0,-2-7 67,2-5 0,-3 2 1,-1-7-1,-2 1 129,-4 0 0,-1 6 1,-3-4-1,-1 1 159,-5 1 0,3 0 0,-8 5 369,-2 1 1,-4 1-196,-6 5 1,2 5-1,-8 12 1,1 7-21,1 9 1,-6-3 0,7 6-1,-1 0-49,4 5 0,-2-3 1,3 0-1,-1-2-185,-2-4 1,6-1 0,-4-3 0,4 1-175,2-1 0,0 1-129,0-1 1,8-7-277,4-4 0,3-12 0,1-6-124,-5-3 0,5 3 1,-6 0-1,1-1 12,1-3 1,-2-1 0,3 1 0,-1 3-558,1 1 1245,3 0 0,1-5 0,1 0 0</inkml:trace>
  <inkml:trace contextRef="#ctx0" brushRef="#br0" timeOffset="416">595 629 7963,'-16'18'1761,"2"-1"-891,3 0 0,7-5 0,-2 0-17,4 1 0,2 3 148,0 1 0,0 1-468,0-1-575,0-7 0,8-2 0,2-10-140,-1-4 1,7-4 0,-5-7 0,3-1-140,-2 1 1,3-1 0,-3 1-1,3-2 47,3-5 0,3 5 0,-1-4 0,-5 3 303,1 3 1,-1-1-1,3 1 117,-1-1 0,-5 9 863,-1 3 1,-7 12-1,2 7 1,-4 7-498,-2 3 1,0 8-1,0-4 1,0 2-278,0 0 0,0-2 0,0 4 0,0-3-202,0-3 1,0 4 0,2-8 0,2-3-244,2-5 1,0-1-1039,-6 5 566,0-7 0,0-10-198,0-11 1,0-5-1,0-1-52,0-1 0,1 3 0,3 1-82,2 2 0,2 1 1014,-2-7 0,11-7 0,10-2 0</inkml:trace>
  <inkml:trace contextRef="#ctx0" brushRef="#br0" timeOffset="800">1555 0 7746,'-29'28'1227,"0"-5"1,8 6-1,-3 6 1,3 11-355,-2 11 0,11 3 1,-2 6-1,7-4-159,1-2 1,0-2-1,8-7 1,4-5-620,5-5 1,-1-12 0,2-6 0,1-5-270,3-6 1,-5-5 115,1-7 1,-2-2 0,3-3-332,-1-7 1,-8-4 0,2-1-1,-4-1 9,-2 1 0,-2 0 0,-4-3 1,-6-1-137,-3-3 0,-3 1 0,-1 8 0,-4 1 208,-6 2 1,1 9-1,-1-3 1,-2 4 590,-2 2 0,4 2 0,2 6 0,0 7 258,0 6 1,5 10 0,-1-1 0,5 3 62,7 1 0,-3 7 0,8 0 1,3-2-337,1-2 0,9-4 0,5-4 1,5-8-449,7-7 0,5-1 1,10-7-1,3-2-1414,3-2 0,4-12 0,9-5 1594,6-7 0,11-17 0,5 3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31:18.31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175 704 7837,'0'-11'674,"0"-1"1,0 6-6,0-5 0,0 5-50,0-6 1,0 6 791,0-5-926,0-1 0,-2 2 1,-4 5-287,-6 3 1,3 4 0,-3 1-1,-2 5-48,-1 2 0,-1 4 0,3 7 0,1 2-2,-1-1 0,-1 3 0,0 0 0,5 0-263,1 0 0,2 5 1,6-7-1,0-2-387,0-1 1,8-5 0,3-1-1,5-5-415,1-1 0,7 4 1,-1-6-1,0-3 916,3-1 0,1-9 0,8-3 0</inkml:trace>
  <inkml:trace contextRef="#ctx0" brushRef="#br0" timeOffset="586">489 722 7986,'-2'-12'243,"-4"1"0,4 5 0,-5-4 568,-1 2 1,4 3-278,-8 5 1,1 0 0,-7 1-154,1 5 0,1 4 0,3 7 0,1 3-97,-2 3 1,7-3-1,1 3 1,4-2-94,2 2 1,0-3 0,2 1 0,4-5-104,5-5 0,7-7 0,5 2 0,6-4-99,4-2 0,2-10 0,0-5 1,0-8-75,0-5 1,0 5 0,-2-6 0,-4-2-63,-6-2 1,-5 4-1,-7 2 1,-5 1-142,-4 5 1,-10 4 0,-5 5 0,-9 6-257,-7 4 1,-4 2 0,-2 0 0,0 2-115,0 4 1,6 4-1,2 9 1,0 2 187,0 3 0,6 1 0,-3-4 0,7 3 470,5-3 0,4-2 0,1 7 0,-3 1 0</inkml:trace>
  <inkml:trace contextRef="#ctx0" brushRef="#br0" timeOffset="937">996 285 7938,'0'-11'1032,"0"-1"0,0 10 0,0 2-524,0 10 0,-6 7 0,-2 7 0,-2 7-195,-3 7 1,1 7-1,-2 5 1,-1-1-335,1-2 0,1-1 1,-5 7-1,1-1-200,-1 0 0,7-13 0,1-6 1,2-6-423,4-5 1,2-9 0,4-3-52,4-2 1,-2-12 0,8-12 0,1-7 162,3-4 1,1 4 0,1-7 0,-1-1 530,1-2 0,-1-2 0,1 1 0,-1-9 0,1-2 0</inkml:trace>
  <inkml:trace contextRef="#ctx0" brushRef="#br0" timeOffset="1101">1153 181 8443,'-18'0'730,"7"9"0,1 9 0,0 9-198,0 6 0,-1 10 0,-7 5 0,1 10-369,-1 12 0,3 0 1,1 6-1,5-5-419,1-1 1,2-15-1,6-9 1,0-9-513,0-8 1,0-9-1,2-11 1,4-1-480,5-4 1,-1-8 1246,2-2 0,-1-15 0,7 1 0</inkml:trace>
  <inkml:trace contextRef="#ctx0" brushRef="#br0" timeOffset="1586">1397 687 7898,'0'-19'-121,"0"-3"0,0-1 339,0 2 0,0 1 1,-2 3 411,-4-1 0,3 1 1,-9 1-256,-2 5 0,-1-3 0,-3 8 0,1 2-84,-1 2 1,-1 12 0,-2 6 0,-3 7 37,3 4 1,2 2 0,1 6 0,1 0-160,-1 0 0,7 0 0,1 0 0,2-2-171,4-4 0,2-4 0,4-7 1,4-3-46,6-3 1,9-4-1,4-8 1,2-2-115,5-4 1,-5-10-1,2-9 1,0 0-87,-2 0 1,-2-5 0,-7 5 0,-1 0 60,1 0 0,-9-4 0,-3 5 0,-4 3-11,-2 2 1,0 1 0,-2 1 0,-4-1-276,-5 1 1,-5 5 0,-1 2 0,-1 3-368,1 3 0,5 2 1,1 2-327,-3 0 1164,-2 0 0,-1 15 0,-1 5 0</inkml:trace>
  <inkml:trace contextRef="#ctx0" brushRef="#br0" timeOffset="1903">1764 582 7898,'0'-17'288,"0"-1"0,0 1 929,0-1 1,0 1-313,0-1 0,-8 9 0,-3 5-422,-5 8 1,-1 5 0,-1 9 0,1 1-244,-1 5 1,1 3-1,-1 8 1,1-2-206,-1-4 1,9 4 0,1-6 0,2 2-458,0 0 0,0-8 1,6 3-1,2-5-401,4-1 1,-2-1 0,8-1 0,1-3 137,3-1 0,1-8 0,1 2 0,-1-5 685,1-1 0,-1 0 0,1 0 0</inkml:trace>
  <inkml:trace contextRef="#ctx0" brushRef="#br0" timeOffset="2485">2008 774 7898,'6'-17'0,"2"-1"124,2 1 1,-6 5 0,3 1 0,-1-3 274,0-1 0,6-3 0,-5 1 1,3 1 140,4 4 0,-7-3 0,1 3 0,-2-3 244,0-3 0,0 1-413,-6-1 1,-2 9-1,-4 3 1,-6 4-97,-3 2 1,-3 8-1,1 3 1,-3 5-83,-3 1 1,4 7-1,-5 1 1,5 0-150,2 0 0,-1 4 1,1-3-1,1-1-224,5 0 0,3-2 0,8-5 0,0-1 30,0 1 0,2-3 1,4-3-1,5-6-19,5-4 1,9-2 0,2-2-1,2-4 107,0-6 0,0-9 0,4-2 0,-2-1 55,-1-1 0,-9 4 0,2-6 0,-3-1 43,-3 1 1,-1 6-1,-3-2 1,-3 3 703,-2 3-556,-3 7 1,-12 4 0,-5 12-1,-4 6 157,-1 3 0,5 8 0,1 3 0,-1-1-420,2 0 0,-3 4 0,7-4 1,2 1-383,2-1 1,2-2 0,0-5-1,2-1-425,4 1 1,4-7 0,7-1-1,1-2 345,-1-4 1,2-2 0,3-4-1,1-4-152,-2-6 0,5-3 0,-3-3 1,-2 1-734,-1-1 1426,-3-7 0,1-2 0,-1-8 0</inkml:trace>
  <inkml:trace contextRef="#ctx0" brushRef="#br0" timeOffset="2718">2620 146 9280,'-8'-10'724,"4"10"1,-6 13 0,3 7-109,3 3 0,-4 14 0,2 0 0,2 6-340,2 5 1,2 10 0,0 6 0,0 4-642,0 2 1,0-2-1,0-4 1,2-8-206,4-7 1,-4-14 0,6-12-365,0-4 1,-7-11 325,5-8 1,-4-8 0,-2-9 0,0 0 238,0-1 0,0-5 0,0 0 0,-2-1 369,-4-1 0,-1 0 0,-7-6 0,2 2 0,1 0 0,-7-6 0</inkml:trace>
  <inkml:trace contextRef="#ctx0" brushRef="#br0" timeOffset="3021">2515 565 7898,'0'-12'333,"0"0"1,-2 9 505,-4-3 0,4 6 0,-4 6-426,4 5 0,2 5 1,0 1-1,2 1-22,4-1 0,2 1 0,6-1 0,-3 1-127,3-1 0,1-1 0,3-3 0,1-3-191,4-2 1,-1-3-1,5-5 1,0 0 74,0 0 1,2-2 0,4-3 0,-3-9-306,-7-7 0,2 1 0,-4-3 0,-3 4-36,-5 1 1,-7 1 305,6-1 0,-10 3 0,-2 3 0,-10 6-39,-5 4 0,-3 12 1,1 5-1,-3 7 4,-3-1 0,4 6 0,-5 2 0,7 3-284,5-3 0,-1 4 0,7-6 0,2 2-378,2 0 0,2-8 1,2 3-1,6-7-193,9-5 0,3-5 0,9-7 0,4-1-2,5-5 0,5-12 1,6-11 778,-3-4 0,-7-10 0,4-1 0</inkml:trace>
  <inkml:trace contextRef="#ctx0" brushRef="#br0" timeOffset="3386">3458 41 7866,'0'-12'301,"0"1"1293,0-3 1,-2 10-838,-4 10 0,2 6 0,-7 19 0,-3 3-212,-1 5 1,3 10 0,0-1 0,1 7-75,1 3 1,-4 6 0,9-4 0,1 0-479,2 0 1,2-1 0,0-9 0,0-3-676,0-7 0,0-11 0,2-7 213,4-9 1,-5-7 261,5-12 0,-4-3 0,-2-9 1,0 1-92,0-1 1,-2-5 0,-2 0-1,-3-1 89,-3-1 0,0 4 0,-5-6 0,1 1 23,1 5 1,-9 4-1,7 3 1,-7 4 481,1 3 1,2 1 0,1 6 0,1 2 374,-1 4 1,1 11 0,-1 12 0,3 4-132,3 2 1,-2 2 0,7 2 0,-1 3-76,0 3 1,4-6 0,10 2 0,6-6-702,3-6 1,11-4-1,5-10 1,5-3-1042,5-6 0,8-6 0,-1-6 1277,9-6 0,5-11 0,7-4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14:57:26.39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287 1214 7761,'-5'17'-515,"-1"1"1,2-1 0,0-1 278,-2-5 0,4-1 241,-4-4 0,3-2 338,-3 7-225,4-7 1,-8 4 105,4-8-5,4 0-89,-5 0-74,7 0 1,-2 0 112,-4 0-75,4 0 0,-8 0 110,4 0 1,2 0 48,-7 0 1,5 0-31,-6 0 0,6 2-3,-5 4 0,5-4 1,-4 5 1,3 1 0,-5-4 1,4 6-71,-2-3 1,7 1 0,-5-4 28,0 2 1,4 2-68,-7-2 1,1 3 0,-4 7-22,3-5 0,7-1 208,-2-4-245,-4-4 1,10 4 24,0-12 1,8-4-1,9-9 1,3-5 103,3-5 1,12-6 0,12-5-1,5-9-69,6-7 0,-24 21 1,2-2-1,6-6 0,1-1 1,4-4-1,2-1-58,2-3 1,2 1 0,2-1 0,-1 1-1,-1 0 1,-1 1 0,-1 2 0,1 1-89,-3 2 1,1 1 0,0-1 0,0 2 0,-4 8 0,0 1 0,-4 2 0,-1 2 22,31-27 0,-6 13 1,-12 3-1,-7 6-348,-8 6 0,-10 9-30,-18 9 1,-5 9 0,-12 2-290,-5 10 1,-5 5-1,-1 4 1,-3 3 673,-3 1 0,-4 16 0,-8-2 0</inkml:trace>
  <inkml:trace contextRef="#ctx0" brushRef="#br0" timeOffset="935">410 1685 6369,'9'0'1151,"-1"-8"1,-10 1-959,-4-5 0,2 2 0,-7 6 27,-3-1 0,-1-1 0,-3 6-2,1 0 0,5 0 0,0 0-39,-1 0 1,-3 8-1,1 3 1,1 5-129,3 1 0,1 6 0,-2 3 0,5-1-140,-1 0 0,6 4 0,-4-4 0,4 1 69,2-1 0,2-4 0,2-7 0,4-4-42,1-3 1,3-1-1,5-8 156,1-4 0,-1-3 0,-1-11 0,-3-1 17,-1-2 0,-6-1 1,4 5-1,-1-2 97,1-3 1,-6 1 566,2 6-476,-4-1 1,-2 16-1,-2 8 1,-2 8-195,-2 3 1,-6 8 0,5 4 0,-1 4-278,0 2 1,-5 0-1,3 0 1,-2 0-35,1 0 0,-1 0 1,-6 0-1,1-2-21,0-4 0,-1-4 0,1-7 0,-1-1-438,1 1 0,-1-9 1,1-3-146,-1-4 0,1-4 1,1-4 809,5-5 0,-5-13 0,6-3 0</inkml:trace>
  <inkml:trace contextRef="#ctx0" brushRef="#br0" timeOffset="1483">672 1615 7448,'0'-9'1210,"-2"1"-748,-4 8 1,-2 8 0,-4 3 0,5 5-121,-1 1 0,6 8 0,-6 5 0,2 3-250,1 2 1,-3-1 0,4 3 0,-2 2-156,2 2 1,2 0 0,2-8-1,-2-2 31,-3-2 0,3-8-169,-4 2 0,4-13 198,2-10 0,0-13 0,2-13 1,2-1 21,1-4 0,1-2 0,-6-2 0,2-2-36,4-3 1,-4 3 0,4-4 0,-2 4 45,2 2 0,-5 2 0,7 4 1,-2 4 187,0 0 0,2 11-105,-3-3 1,5 11-1,8 0-159,-1 4 0,1 10 0,-1 3 1,0 5 30,1 1 0,-6 1 0,-1-1 0,3 1-873,1-1 1,-3 1 0,-2-1-1,-1 1-238,1-1 0,-6-5 1127,2-1 0,3 1 0,1 5 0</inkml:trace>
  <inkml:trace contextRef="#ctx0" brushRef="#br0" timeOffset="1736">1003 1545 7791,'18'0'-1572,"-1"0"2568,-7 0 1,-2 2-1,-8 4-432,0 6 1,0 3 0,0 5-1,-2 1-360,-4 2 0,4 3 0,-4-5 0,4 4-85,2 2 1,0 1 0,0 3 0,0-4-200,0-2 0,0-2 0,0-5 0,2-3-1425,4-3 210,-4 3 1,8-15-461,-4 0 1755,-4-7 0,5-11 0,-7 1 0</inkml:trace>
  <inkml:trace contextRef="#ctx0" brushRef="#br0" timeOffset="2299">1492 1074 7791,'0'17'166,"-5"1"1,-3-1 0,0 3 234,0 3 1,1 2 0,3 6 0,-2-2-58,2 2 1,4 8 0,4 2 0,4 0-215,1 1 0,3-5 1,5 4-1,-1-4-95,-4-2 1,3-2 0,-3-4 0,1-6-28,-1-3 0,2-3-370,-9 1 35,1-9 0,-6-3 138,0-12 1,0-3 0,0-9-63,0 1 0,-6 5 1,-1 0-1,-3 1-1,-4 1 0,5-4 0,-1 7 0,0-1 163,1 0 1,-3 2-1,-6 8 236,1 4 0,1 4 0,3 7 1,3 3 105,2 3 0,-3-2 0,5 8 0,2 2-13,2 2 0,2 0 0,0-2 0,2-3-158,4-3 0,4-2 0,7-5 1,0-3-133,1-3 0,-1-3 0,1-5 0,-1 2-285,1-2 0,-1-10 1,1-5-1,-1-5-431,1-1 1,-7-3 765,1-3 0,0-4 0,5-8 0</inkml:trace>
  <inkml:trace contextRef="#ctx0" brushRef="#br0" timeOffset="2617">951 1336 7592,'0'27'39,"0"-4"1532,-8-3 1,8-12-1599,0-8 0,14-8 0,9-8 0,-2 3-265,-1 1 292,-3 0 0,9-5 0,1-1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6T14:57:32.27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88 523 7617,'9'0'-1581,"1"6"2367,-4-1-299,-4 1 0,6-8 458,-8-3-530,0 3 0,-2-8-208,-4 4 1,-4 4-154,-7-4 1,1 6 0,3 4-1,3 4-67,2 2 0,-5 1 0,3 7-57,0-1 1,2 1 0,8-1 0,0 1 19,0-1 0,0-5 1,0-1-151,0 3 0,2 0 0,4-3 131,6-5 0,-2-4 0,1-2 65,3 0 0,-5-8 0,3-3 0,0-5-24,-3-1 1,1 1 0,-6 2-1,2 3 23,-2-3 1,-2-1 146,-2-3-8,0 1 0,0 9-85,0 8 1,0 8-1,0 9 1,0 3-174,0 3 1,0-4 0,0 5 0,0-3-345,0 2 1,0-3-1,0 3 468,0-4 0,0 7 0,0 1 0</inkml:trace>
  <inkml:trace contextRef="#ctx0" brushRef="#br0" timeOffset="266">297 348 7864,'10'8'62,"-4"4"0,-4 3 34,-2 3 1,0-1 0,0 0 0,0 1-160,0-1 1,0 7-1,0 1 1,0 2-51,0 4 1,0-4-1,0 2 1,0 1-43,0-3 0,2 0 0,2-6 1,1 2-199,-1-1 1,-2-3 352,-2-1 0,8-9 0,2-1 0</inkml:trace>
  <inkml:trace contextRef="#ctx0" brushRef="#br0" timeOffset="484">472 156 7800,'0'25'-528,"0"-5"1,0 5 0,0-2 639,0 0 1,0 7 0,0-5 0,0 2 350,0 4 0,0 2 1,2 2-1,2 0-595,2 0 0,1 0 0,-3 0 0,2-2-107,-2-4 1,0 2-1,0-8 1,2-2-254,-3-1 492,-1-10 0,-2-3 0,0-7 0</inkml:trace>
  <inkml:trace contextRef="#ctx0" brushRef="#br0" timeOffset="998">734 208 7827,'10'0'439,"-3"0"1,-5-1-1,2-5-250,2-6 1,2 2 0,-4-1 0,3-3 32,3-1 0,-4-3 1,6 1-1,-1-1-195,-1 1 0,5 5 0,-5 0 1,2 1-172,-1 1 1,-5-3 55,6 7 0,-8 2 0,2 10 0,-4 5 33,-2 5 0,-2 7 0,-4 2 0,-6 2 26,-3 5 0,-3 1 0,1 1 0,-1 1-17,1 0 1,1-2 0,3-2 0,1-3-155,-2-3 1,7 0-1,-1-6 1,2 1-581,0-5 1,0-1-23,6 3 802,0-7 0,8-2 0,2-8 0</inkml:trace>
  <inkml:trace contextRef="#ctx0" brushRef="#br0" timeOffset="1183">874 890 7915,'0'17'-5,"-2"0"1448,-4 1-1411,4-8 1,-4-5 0,10-10-643,2-7 0,5-4 1,-3-1 609,2 0 0,-6-1 0,4 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46:04.18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4768 105 7459,'-2'16'1617,"-3"-5"-1244,3-3-248,-14-8 1,12 0 50,-7 0 1,5 0 73,-6 0 0,0 0 9,-5 0 1,0 0 0,-1 0-60,1 0 0,5 0 0,0 0-31,-1 0 0,-3 0 0,-3-2 1,-3-2-7,-1-2 0,0 1 0,5 5 0,-1 0-61,-4 0 1,3-6 0,-5 0 0,2 2-76,0 2 1,-7 2 0,5 0-1,0 0-38,0 0 0,-4 0 0,5 0 0,1 0-19,-2 0 0,4 0 0,-7 0 0,3 0 41,4 0 0,-1-6 0,1 1 1,-4 1 25,-2 2 1,3-4-1,-3 0 1,0 2 5,0 2 0,0-4 1,-4 1-1,4 1-3,1 2 1,-5 0-1,2-2 1,-2-2 49,2 2 0,-4 2 0,6 0 0,-2-2-74,0-1 0,1-1 0,-3 6 1,4 0 16,2 0 0,-4-2 0,4-2 0,-1-2-3,1 2 1,-4 2 0,6 2-1,0 0-9,-3 0 0,5 0 0,-6 0 0,0 0 13,-1 0 0,5 0 1,-4 0-1,2 0 22,3 0 1,-3 0 0,2 0 0,0 0-18,-3 0 0,7 0 1,-6 0-1,2 0-5,-1 0 0,1 0 0,4 2 0,-3 2-22,-1 2 1,0 0-1,5-6 1,1 2-35,-1 4 0,1-4 1,-1 3-1,1-1 11,-1 2 1,-1-2-1,-2 6 1,-3-3 9,3-3 1,2 4-1,1 0 1,-1 0 14,-5-1 0,5 5 0,-6-4 1,2 1 28,-1 5 0,-1-4 1,4-1-1,-5 1 0,-1 0 1,4-4-1,-4 5 1,0 1-7,-1-2 1,7 5 0,-4-5 0,2 2 0,-1-1 0,-5-5 0,4 6 0,0 1-1,0 3 0,1-5 0,5 1 1,-2 2-25,-3 1 1,-1-3 0,4-1 0,-3 3-12,3 2 0,0-5 1,-1 1-1,-1-1 20,2-1 0,-1 6 0,1-7 0,-4 3 4,-2 0 1,5-1 0,-1 5 0,2-3-22,-3-1 0,5 0 0,-6 5 0,1 1 0,1-1 1,-2 1 0,4-1 0,-5 0 3,-1 1 1,6-1 0,-2 1 0,3-1 16,3 1 1,-7 5 0,1 0 0,2-1 37,1-3 1,1-1-1,-2-1 1,-3 1 19,3-1 0,2 0 0,1 1 1,3-1-39,3 1 1,-4-1 0,5 1-1,-5-1-33,-1 1 0,-1-1 1,1 1-1,-1-1-16,1 1 0,5-3 0,1 1 1,-3-3-4,-1 1 1,3 11 0,0-8 0,-1 3 25,-3-1 1,5-1 0,-1-1 0,-2 1-4,-1-1 1,3 6 0,2 1-1,1-3 4,-1-2 1,4-1 0,-5-1 0,-1 1 33,2-1 0,1 1 0,5-1 1,-4 1-63,-2-1 0,4 6 1,-3 1-1,1-3-23,4-2 0,-6 5 1,1 1-1,-3 2 58,0 4 0,6-4 0,-3 2 0,-1 3 4,0 1 0,1-1 1,-5 0-1,4-3 14,3 2 1,-7 4 0,4 3 0,-1 1 11,-1-6 1,6 2 0,-3-4 0,-1 6 19,0 4 0,6 0 0,-4-6 1,3 1-25,-1 5 0,0-4 0,4 6 1,-2-3-9,-2 1 0,1 2 0,5-2 0,0 5 7,0 5 0,0-5 0,0 1 1,0 1 15,0 3 1,0 3 0,0 2 0,0 5 24,0 1 1,0-4 0,2 4 0,1 2 59,3 4 0,2-4 0,-4 8 1,4-8-29,1-4 0,-3 6 1,6-4-1,-1-2-62,-1-7 1,4-1-1,-7-7 1,1-1-4,0-3 1,-2-4 0,-4-4 0,2-4 9,1-6 1,1 2-1,-6-1-100,0-3 0,0-7-4,0-3 373,0-7 180,0 4-308,0-8 0,0-2-8,0-4-273,0 4 0,0-8 0,-2 7-11,-3-3 0,1-2 79,-8 2 41,8 4 0,-9-7 203,7 3-112,-8 4-180,12-6 0,-8 8-62,5 0 54,3 0 16,-6 0 143,8 0 241,0 0 1,-2-6-335,-4 0 1,2-1 0,-5 1-46,1-6 1,-6-9 0,3-4 0,-5-5 3,-1-6 0,-1-1 0,-1-12 0,-3-3-51,-1-4 1,0-10 0,5 2 0,1-2-13,-1 2 1,1 9 0,1 13 0,3 3 51,1 6 22,8 9-295,-3 7 39,7 9 1,2 14 268,3 0 0,-3 7 1,6-1-1,0 4 99,3 1 1,-1 1 0,2-1 0,-1 2-35,-1 5 0,6-3 0,-5 8 1,3 0-28,-2-2 0,3 6 0,-5-3 0,1 1-23,1-2 1,-6 6-1,4-2 1,-1 7-15,1 5 1,-6-4 0,4 7 0,-3 5 15,1 3 0,0 10 0,-6-4 0,0 0 107,0-4 0,0-9 0,-2-5 0,-2 1 17,-2 0 0,-5-12 0,3 0 0,0-6-122,1-6 0,-5-1 50,6-3-210,0-7 98,6-3 0,0-8 72,0-5 1,0-4-18,0-7 1,0-1-1,0 1 1,2-1 2,4 1 1,-2-1-1,6 1 1,-1-1-2,1 1 1,-4-6-1,4-1 1,-1 1-20,1-2 0,2 3 0,5-7 1,0-2-41,1-2 0,7-4 0,6-3 0,8-7-122,8-3 0,11-18 0,-26 30 1,2 0-1,3-5 0,1-1-301,6-5 0,0-1 0,0 0 0,1-1 1,4-7-1,1-3 0,1 0 0,1-2-3216,2-2 0,1-2 3692,1-5 0,2-1 0,5-2 0,0-2 0,-21 24 0,0-2 0,0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46:16.08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36 714 8303,'-12'6'501,"0"0"0,9 8 0,-3-3 0,4 7-52,2 5 0,0 4 0,0 10 0,0 4-122,0 5 0,6 5 1,1 1-1,1 1-212,0-1 1,4 4 0,-7-1 0,-1-7-1,-2-3 0,-2-10 0,0-8 77,0-2-353,0-9 1,0-16-1,-2-12 1,-2-5-100,-1-7 0,-1 1 0,6-10 0,0-6 102,0-3 0,0-1 0,0-8 0,0-3-62,0 0 1,0-12-1,0 0 1,2 0 8,4-2 0,3 2 0,9 2 0,-1 8 483,1 7 0,-1 16 0,1 16 1,-1 9 44,0 6 0,1 4 0,-1 6 0,1 9-106,-1 10 1,-5 6 0,-2 4 0,-3 4-206,-3 5 1,-2-3 0,-2-2 0,0-4-314,0-2 0,0-2 0,-2-4 0,-4-6-33,-5-4 0,1-3 1,0-2-1,1-5-140,-1-1 1,6-4 0,-4-8 0,3-6 479,-1-5 0,-8 1 0,4-11 0</inkml:trace>
  <inkml:trace contextRef="#ctx0" brushRef="#br0" timeOffset="850">542 575 7878,'0'17'0,"0"1"257,0-1 0,0 1 0,0-1 0,0 2 529,0 5 0,0-3 1,2 8-1,2 2-161,2 2 1,0-4 0,-6 0-1,0 1-135,0-3 0,6-2 0,-1-8 1,-1 1 253,-2-1 0,-2 1 486,0-1-442,0-7-308,0-2 0,0-10-234,0-4 0,-2 2-446,-4-8 129,4 1 0,-7-5 81,3 5 1,4 1 90,-4 4 21,4 4-176,2-6-21,0 8-1884,0 0 1873,0-7 0,0-3 0,2-7-65,4-1 0,-2-5 0,6-1 0,-1 1-106,1-2 1,-4 4 0,5-7 0,1 3 15,-2 4 1,3 1-1,-5 3 133,2 0 0,0 5 0,3 2 95,-1 2 0,-1 5 0,5 8 208,-4 7 0,1 4 0,-5 1 0,0 0-84,-1 1 0,5-1 0,-4 1 0,0-1-24,-1 1 0,1-1 0,-4 1-44,2-1 0,2-1 0,-5-3-168,3-1 0,0-6 0,-4 3-164,4-1 1,-2-2 149,7-6 1,-5-2 0,4-4 0,0-3-109,-1-1 0,1-6 0,4 5 0,-5-5-41,-1-1 0,4-7 0,-5 1 134,3 2 0,-6 1 0,2 3 194,-4-1 1,-2 7 0,-2 1-17,-4 2 1,2 3 0,-7 6 0,-3 5-4,-2 6 0,-1 3 1,0 5-1,-1 3-135,1 6 0,-1 4 0,3 2 0,1 0-251,2 0 0,8 0 0,-1 0 1,3-2-305,2-4 1,2 2 0,3-8 0,9-1 105,7-3 0,7-9 0,7-4 1,-1-4 562,1-2 0,0-8 0,0-2 0</inkml:trace>
  <inkml:trace contextRef="#ctx0" brushRef="#br0" timeOffset="1183">1398 697 7774,'-19'0'0,"-3"2"0,-1 2 550,2 2 1,1 1 0,3-3 0,1 4-108,5 2 1,-5-4 0,6 5-1,-1 3-149,-1 1 0,6 3 0,-3-1 46,1 1 1,2-1-271,6 1 1,0-1 0,2-1-118,4-5 0,1-1 1,7-6-1,-2 4 217,1 1 0,3 1 1,1 4-1,-1-3 17,-5 3 0,5 1 1,-4 3-1,1-1-82,-1 1 1,-2 1 0,-7 3-1,3 3-276,-2 2 0,-4-4 1,-4 4-1,-4-1-396,-1-5 0,-3 2 0,-5-3 0,-1-5-366,1 1 1,5-9-1,0-1 247,-1-4 1,3-12 0,0-5 685,3-6 0,-7-10 0,4 3 0</inkml:trace>
  <inkml:trace contextRef="#ctx0" brushRef="#br0" timeOffset="1535">1381 907 11227,'17'5'1151,"0"1"-993,1-2 1,-1-2 0,1-4 0,-1-2-40,1-2 1,-3-7-1,-1 3 1,-2-2-134,1 1 0,-3-1 0,-1-5 0,-1-1-18,-4 1 1,-2 5 0,-2 1 48,0-3 1,-2 4-1,-4 1-108,-5 1 0,-5 4 0,-1 10 1,-1 5 17,1 5 1,-1 1 0,3 3-1,1 1 69,3 2 0,1 1 0,-2-5 0,4 2-128,1 3 1,5-1-1,-4-6 1,6 1-252,6-1 1,3 1-1,9-3 1,-1-3-159,1-6 0,5-4 1,2-2-1,3 0 27,3 0 0,-4-8 0,0-4 0,-2-3 514,-4-3 0,3-5 0,-5 0 0,-3 1 0,-3-5 0,5 0 0</inkml:trace>
  <inkml:trace contextRef="#ctx0" brushRef="#br0" timeOffset="1951">1747 819 7762,'10'0'828,"-2"0"1,-8 2-474,0 4 0,0 4 0,0 7 1,0 1 44,0-1 0,0 1 0,0 1 0,0 2-27,0 3 0,2 5 1,2-4-1,1 0-171,-1 0 1,-2-1-1,0-7-188,4 1-1126,-4-1 864,6-7 1,-8-4-1,2-12 1,1-6-1,3-3 1,0-3 0,-6-1 0,2-3 31,4-1 0,-4 0 0,4 5 0,-2 1 253,1-1 1,-3 1-1,6 0 220,0-1 0,-6 6 1,6 3 190,-1 1 0,-3 4 1,6 10-9,-2 6 1,3 3 0,-3 3 0,2 1-119,3 4 1,-3-3 0,2 5 0,1-2-389,3 0 0,-1 1 1,-1-7-1,-2-1-168,1-5 0,-3 3 0,1-8-556,3-2 1,2-2 0,1-4 0,-1-4-46,-5-6 1,5-5 0,-5-5-1,5-3 296,1-2 1,-5-2 0,0-6 0,1-2 538,3-4 0,9-3 0,2-9 0</inkml:trace>
  <inkml:trace contextRef="#ctx0" brushRef="#br0" timeOffset="2169">2446 68 7738,'0'-17'497,"0"-1"0,-2 3 0,-4 3 401,-6 6 1,3 8 0,-3 10-1,0 11-352,3 8 1,-5 14 0,6 5 0,1 9-307,-1 3 0,2 4 0,6 7 0,0 5 28,0 2 1,2-1 0,4 3-1,5-7 57,5-3 0,1-8 0,1-4 0,-3-7-90,-3-14 1,4-10-1994,-5-12 0,3-9 336,-3-8 0,-3-8 1,-8-9-1,0-3-1173,0-3 2595,0 4 0,0-14 0,0 5 0</inkml:trace>
  <inkml:trace contextRef="#ctx0" brushRef="#br0" timeOffset="2368">2027 505 9276,'-8'6'1047,"8"0"1,15-1 0,16-5-1,6 0-852,4 0 1,10-2 0,-1-1 0,8-5-176,4-2 1,-3-2 0,5-5 0,0-2-341,-2-5 0,6-1 0,-4-6 1,0 2-2706,-6-2 3025,0-2 0,-13-2 0,7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46:12.43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123 360 8404,'9'-2'1210,"-3"-4"0,-4 2-583,-2-7 1,0 5 95,0-6 1,-2 8-439,-4-2 0,3 4 1,-9 4-219,-2 4 1,5 4-1,-3 7 1,-2 3-135,-1 3 1,3 4 0,1 8 0,-1 0-45,2 0 1,3 0-1,7 0 1,0-2-544,0-4 0,1-4 0,5-7 0,8-3-2214,7-3 2868,-1-4 0,13-16 0,-6-2 0</inkml:trace>
  <inkml:trace contextRef="#ctx0" brushRef="#br0" timeOffset="852">490 377 10794,'-18'18'322,"8"-7"0,3-1 0,1 0-136,0 0 0,0 1 0,6 7 0,0-1-35,0 1 1,0-1 0,0 0-133,0 1 1,6-1-1,2-1 1,1-4-25,5-7 1,2-3 0,1-2 0,0 0-10,1 0 1,-1-7 0,1-5 0,-3-4-10,-3-1 1,2-1 0,-9 1 0,-1 0-68,-2-1 0,-2 1 0,-2-1 0,-4 3-64,-5 3 1,-5 2 0,-1 6 0,-1-1-29,1 1 0,-1 2 0,1 2 0,0 0-1599,-1 0 0,1 2 1781,-1 4 0,1 3 0,-1 9 0</inkml:trace>
  <inkml:trace contextRef="#ctx0" brushRef="#br0" timeOffset="1283">926 412 7801,'-17'0'112,"-1"0"1,7 0 0,-1 0 392,-2 0 1,5 2 0,-3 2-199,-2 2 1,5 6 0,-1-5-21,2 3 1,0-6 0,5 4 11,-3-1 0,0 3 0,4 8-54,-4-1 1,4 0 0,-4 1-188,4-1 1,2 1 0,2-1-33,4 1 1,2-7 0,6-1 0,-3-2-104,3-4 1,1-2 0,3-4 76,-1-4 0,1-4 1,-3-7-1,-1-1-24,-3 1 0,-1-3 1,2-1-1,-4-2-41,-1 1 1,-5 3 0,4 2 0,-4-1-196,-2 1 1,-2 5 0,-4 0-465,-5-1 1,-5 5 0,-1 2-1218,-1 4 1941,8 2 0,-5-7 0,5-3 0</inkml:trace>
  <inkml:trace contextRef="#ctx0" brushRef="#br0" timeOffset="2015">1136 360 7885,'-6'11'0,"-2"-1"197,-2-2 1,7 6-1,-5-5 1,2 3 405,0 0 0,0-1 0,6 9-202,0 3 1,0-8 0,0 7 0,0-1-104,0-2 0,0 1 1,0-3-1,0 1-94,0-1 0,0 1 0,0-1 1,0 1 12,0-1 1,0 1-286,0-1 0,0-5-148,0-1 1,0-9 0,2-2 96,4-9 0,-4-7 0,4-3 1,-2-3 32,2-1 1,-5-6 0,7 4-1,-2-1-80,0 1 0,0-6 0,-4 4 0,2 0-15,1 4 0,3 3 1,-4 3-1,2-1-210,-2 1 0,3-1 1,1 3-501,2 3 1,-4 4 255,5 8 0,1 0 0,5 2 635,1 4 0,-1 4 0,1 7 0</inkml:trace>
  <inkml:trace contextRef="#ctx0" brushRef="#br0" timeOffset="2498">1607 28 7768,'-11'-12'1832,"-1"1"-1224,0 7 1,3 4 0,3 11-1,4 7-102,2 5 1,0 4 0,2 8 0,4 2-155,5 4 1,5-2-1,1 7 1,1 3-253,-1 1 1,1-3 0,-1-3 0,1-1-59,-1-4 1,-1-2-1,-3-4 1,-3-4 115,-2-6 1,-1-5-357,-1-7-67,-4-3 1,0-10 0,-10-4-4,-1-5 1,3-3-1,-6 1 1,0 1 72,3-2 0,-7-1 0,5-3 0,-5 1 3,-1-1 1,-1 7 0,1-1-1,-1 0 71,1 3 1,-1-1 0,1 6 251,-1-2 1,1 2-1,1 10-24,5 6 0,-3 5 0,8 5 0,2 1-116,3-2 0,1 7 0,0-1 1,0 2-221,0 0 0,1-2 0,3 4 0,4-4-258,2-1 1,1-3 0,7-6 0,-1-1-191,1-5 0,-1-3 1,1-8-1,1 0-7,4 0 0,-3-8 684,3-3 0,-3-5 0,-3-1 0</inkml:trace>
  <inkml:trace contextRef="#ctx0" brushRef="#br0" timeOffset="2848">2096 395 8291,'0'-12'2783,"0"0"-1991,0 9 1,-2-5-136,-4 8 0,-3 2-513,-9 4 0,3 3 1,1 9-1,4-1-121,3 1 0,-5-1 0,4 1-142,-1-1 0,5 1 0,-2-1-194,4 0 0,2 1 0,2-3 300,4-3 0,3-2 0,9-6 0,-1 3 232,1 3 0,5-4 0,0 4 0,-1-3 99,-3-3 1,-1 6 0,-1 0 0,-1 1-42,-5 1 1,-3 0-1,-8 5-771,0 1 1,-8 5 0,-5 0 0,-7 0-3342,-3 3 3835,-8-7 0,-4 14 0,-10-6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46:19.21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245 385 7822,'-11'0'-1,"-1"0"348,-1 0 0,-1 1 0,0 3 0,5 4 243,1 2 0,-6-4 1,5 5-1,-3 3-199,0 1 1,1 5 0,-7 1 0,1 4-131,-1 3 1,7-5 0,-1 6 0,0 2-150,3 2 0,1 2 0,8-2 0,0-2-145,0-2 1,2-8 0,4 3-1,7-5-190,9-1 0,-3-9 1,6-3-1,0-4-930,5-2 1,3-8 0,0-5 1152,-4-9 0,4-5 0,-6-8 0</inkml:trace>
  <inkml:trace contextRef="#ctx0" brushRef="#br0" timeOffset="368">542 507 7778,'-6'11'102,"1"1"1,-9-6 0,2 6-1,-1 1 382,1 3 1,-3 1-1,5 1 1,-2-1-57,1 0 0,-1 7 0,-3 1 0,3 0-162,6 0 0,-2 6 0,2-3 1,3-1-119,1-4 0,4-3 0,1-3 0,5-2-86,2-3 1,2-4 0,5-8-1,1 0-47,-1 0 0,0-10 0,1-5 0,-1-9-72,1-3 0,-3 4 0,-1-6 1,-2-2 57,1-2 0,-5 4 0,-2 2 1,-4-1-45,-2 1 1,0 6 0,0-2 0,-2 3-314,-4 3 1,-4 1 0,-7 3 0,-1 3-744,1 2 1,-1 2 0,1 6 219,-1 0 1,7 8 878,-1 4 0,8 3 0,-3 3 0</inkml:trace>
  <inkml:trace contextRef="#ctx0" brushRef="#br0" timeOffset="768">857 594 7778,'9'8'536,"-1"-6"0,-8 7 0,-2-5-128,-4 2 1,4 2-1,-5-4-143,-1 2 0,-2 7 1,-5-1-1,1 3-6,2 3 0,1-1 1,-5 1-1,3 1-85,1 4 1,6-1-1,-3 5 1,1 0-112,4 0 1,2-5-1,4 1 1,4-4-63,5-1 0,5-8 0,1-5 0,1-3 123,-1-2 1,7-4 0,1-5 0,0-11 34,0-5 0,-1-4 1,-7-6-1,-1 0-130,-5 0 1,3 0-1,-8 2 1,-3 2-68,-1 2 0,-4 8 0,-3-3 0,-7 5-264,-4 2 1,-7 7-1,-2 4 1,-2 4-362,-4 2 1,5 0 0,3 0 0,4 0-747,1 0 1,1 8 1408,-1 4 0,9 3 0,1 3 0</inkml:trace>
  <inkml:trace contextRef="#ctx0" brushRef="#br0" timeOffset="1134">1136 612 7745,'0'17'131,"-6"-5"1,0-1 261,3 3 0,1 1 1,2 3-1,0-1 402,0 1 1,0-1 0,0 1 0,2-1-474,3 1 1,-1-1-1,6 1 1,-2-1-124,-4 1 0,3-1 1,-1 0 41,-2 1 1,0-3-393,2-3 98,-4-4 0,5-16 0,-7-4 1,0-3 2,0-3 0,0-7 0,2-2 0,2-4-120,2-4 0,2 10 0,-4-10 0,4 2 65,1 0 1,1 4-1,4 2 1,-3-1-66,3 1 1,-5 6-1,3-2 1,2 3-257,1 3 0,3 5 0,-1 2 0,3 3-310,3 3 0,-2-4 0,6 2 0,0 2 736,1 2 0,1 2 0,6 0 0</inkml:trace>
  <inkml:trace contextRef="#ctx0" brushRef="#br0" timeOffset="1568">1887 0 7843,'-14'18'0,"-3"-1"685,-2 1 1,-1 1 0,5 2 0,1 7 52,2 5 1,9 0-1,-3 15 1,4 6-27,2 9 1,10 4-1,5 5 1,8 4-341,4 5 1,-3 1-1,5-1 1,0-3-507,-2-12 0,-2-10 0,-7-9 1,-3-6 533,-3-5-559,4-16 0,-15-7-154,5-18 0,-6-5 0,-4-8 1,-3-1 2,-3-4 0,-2 1 0,-5-5 0,-1 0-89,1 0 0,-1-2 0,-1-8 0,-2 0 62,-3 2 1,-1-2-1,4 14 1,-2 2 378,1 1 1,3 5 0,1 3 370,1 6 0,5 4 0,3 4-190,1 4 0,2 10 0,6 7 0,0 0-172,0 2 1,0-5-1,2 3 1,2-2-320,2 3 0,5-5 1,-3 6-1,2-1-385,3-1 0,3 0 1,1-5-1,1-1-73,-1 1 1,6-1 0,3-1 0,-1-5 725,0-5 0,6 4 0,-4-1 0</inkml:trace>
  <inkml:trace contextRef="#ctx0" brushRef="#br0" timeOffset="1917">2463 507 8924,'-17'0'430,"-1"0"0,1 0 290,0 0 0,1 2 0,2 2 0,5 3-117,1 3 1,-6 2-1,5 5-423,-1 1 0,-4-1 1,9 2-1,-1 3-142,-2 1 1,6-5 0,-4-7 0,4 3-150,2 1 0,2 1 1,2-3-1,4-3-63,2-2 1,1 4 0,7-5 0,-1 1 168,1 0 0,-1 3 0,-1-3 1,-3 0 225,-1 0 1,-1 3 0,5-3 0,-2 0 48,-3 0 1,-5 3 0,4-3 0,-3 2-10,-3 3 0,-2-3 0,-2 2 0,-2 1-627,-3 3 0,-7 1 1,-9-1-1,-5-3-1557,-1-1 0,-8-2 1923,-6 1 0,-7 5 0,3-6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46:22.18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245 612 7846,'-8'12'242,"-3"-1"1,1-7 0,-2 2 323,-1-4 1,3 0-1,-2 2-187,-1 2 1,-3 1 0,-1-3-231,-1 2 0,3 2 0,1-4 1,2 4-104,-1 1 1,3 3 0,0 5 0,1-1-112,-1-5 1,6 13 0,-2-3-55,4 4 1,2-5 0,0-9-1,2 1-79,4-2 0,4 3 0,7-7 0,3-2 47,3-2 0,-2-2 0,7-2 0,-1-4 114,0-5 0,-6-7 1,3-3-1,-3-3 35,2 3 1,-5 2 0,1 1 454,-5 1 1,-5-1 15,3 1 1,-4 9-1,-8 8 1,-2 10-183,-4 5 1,2 11 0,-6 3 0,1 4-164,-1 2 0,6 0 0,-2-1 0,4 1-484,2 0 0,0-2 1,0-4-1,0-5-1199,0-5 0,2-3 675,4-5 1,-2-11 0,8-11 883,1-5 0,10-17 0,5-4 0</inkml:trace>
  <inkml:trace contextRef="#ctx0" brushRef="#br0" timeOffset="401">629 1 7772,'-8'17'0,"-1"3"358,-1 3 0,-4 6 0,7 10 1,-1 4 365,0 1 0,2 5 0,6 9 0,0 4-411,0 0 1,2-2 0,2-5 0,4 1-100,2 2 1,-5-2-1,5-9 1,-2-6-176,-4-4 1,4-10-1,-3-4-309,-1-4-177,-2-9 0,4-4 1,0-12 34,-2-6 0,-2-3 0,0-2 1,1-1 219,3 1 1,0-7 0,-4 1 0,2 2 136,2 1 1,1-3 0,-3 0 86,2 1 0,6 3 1,-4 3-1,-1 3 327,1 1 1,0 8-1,-2-2 4,5 5 1,-3 2 0,0 5 0,-2 8-84,0 7 0,-1-1 0,-3 5 0,2 0-162,2 4 1,0 2 0,-8 0 0,-2-4-298,-2-1 1,-5-1-1,3-6 1,0 1-1666,0-5 0,-5-3 1844,1 0 0,-4-5 0,-1-7 0</inkml:trace>
  <inkml:trace contextRef="#ctx0" brushRef="#br0" timeOffset="1033">1118 595 7830,'10'-8'3229,"-2"6"-2792,-8-6 0,0 10 0,-2 4-227,-4 6 0,2 3 0,-6 4 1,1 3-45,-1 1 0,4 0 1,-4-3-1,3 1-133,3 2 0,0 1 1,0-7-1,-2 1-75,2-1 1,2 1 0,2-1 10,0 1 0,2-3 1,2-1-1,2-3 230,-2 3 1,0-4 0,0 1-249,1 3 0,1 1 1,-6 3-180,0-1 0,0-5 0,-2-2-1343,-4-3 1,3-1-1027,-9-6 2597,8 0 0,-11-8 0,5-1 0</inkml:trace>
  <inkml:trace contextRef="#ctx0" brushRef="#br0" timeOffset="1367">1258 734 7742,'0'18'489,"0"-1"1,0 1-1,0-1 1,0 1-16,0-1 0,8-1 0,3-3 1,5-1-208,1 1 0,7-5 0,1-2 0,0-4-130,0-2 0,0-2 1,-3-4-1,1-5 22,-2-5 0,-1-3 0,-3-3 1,-1-3-289,-5-2 0,3 4 1,-8-5-1,0 1-100,1 0 1,-5 6 0,4-3-1,-6 5 47,-6 2 0,3 1 0,-9 3 0,-2 3-15,-1 2 1,-5 2-1,-1 6 1,-2 2 53,1 4 1,3 4 0,2 9 0,-1 2 59,1 3 1,1 5-1,2-4 1,5 0-144,1 1 1,0 5 0,4-4 0,-1 2-31,1 0 0,4-8 0,5 3 0,7-5-289,4-2 1,7-1 0,2-4 544,2-7 0,2-3 0,6-2 0</inkml:trace>
  <inkml:trace contextRef="#ctx0" brushRef="#br0" timeOffset="1800">1817 630 7742,'-8'27'29,"-4"-8"0,-9-7 1,0 1 179,5 3 1,1 1-1,7 1 1,0 1 604,0 4 0,-3-1 1,5 5-1,2 0-437,2 0 1,2-3 0,2 3 0,4 0-196,5 0 1,-1-6 0,2 3-269,1-5 1,-3-7 0,2-3-331,1-1 1,-3-2-1,0-8-29,-3-4 1,5-3 0,-4-9 0,0 1 137,-1-1 0,5-5 0,-6 0 0,0-1 148,1-1 1,-3 6-1,6-5 1,-2 5 187,-4 2 0,3-1 0,-1 1 601,-2-1 1,0 3 274,2 3 1,-2 6-556,7 12 1,-7 10 0,2 7 0,-4 0-131,-2 2 1,6 1-1,2 5 1,-1-4-382,1-2 0,4 0 1,-5-3-491,3 1 1,-4-2-1,4-7 1,-1-5-125,1-1 1,-4-2-1,6-8 200,1-4 0,-3-3 0,0-9 0,-3-1 575,-3-5 0,6-3 0,0-8 0</inkml:trace>
  <inkml:trace contextRef="#ctx0" brushRef="#br0" timeOffset="2051">2463 18 7742,'-8'20'1351,"-4"1"-826,-3 2 1,-1 8 0,3-2-1,1 8-2,-1 10 0,3 1 0,0 16 1,1 2-54,-1 2 1,6 0 0,-2-2-1,4-2-292,2 2 1,0 0 0,2-4-1,4-9-204,6-11 0,1-5 0,1-6 1,-3-5-466,3-9 1,-4-11-1,1 0-430,3-4 1,-1-6 0,1-6 0,-4-9 104,-2-7 0,3 3 1,-3-6-1,0-2-622,-1-2 1438,-1 6 0,-6-14 0,0 4 0</inkml:trace>
  <inkml:trace contextRef="#ctx0" brushRef="#br0" timeOffset="2233">2218 420 7742,'-5'12'855,"-3"-1"17,-2 3 1,6 1 0,-2 3-345,4-1 1,10-1-1,6-3 1,5-3-202,5-2 1,7 4-1,0-7 1,5-1-173,5-2 0,8-4 0,-3-4 0,7-5-488,5-5 1,-4-7-1,4-2 1,-3-2 332,-3-5 0,-7-8 0,-2-5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46:46.70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35 332 8048,'-12'-6'963,"1"0"-10,7 0-648,-4 6 0,8 8 0,0 4 1,0 5-43,0 7 0,6-3 0,0 8 0,0 4-198,1 6 1,-3 0 0,6 7 0,-2 1-259,-4-3 1,3 5 0,-1-6 0,0-1-496,2 1 0,-6-4 1,3-10-1,-3-6-1341,-2-3 2029,8-3 0,-6 0 0,6 1 0</inkml:trace>
  <inkml:trace contextRef="#ctx0" brushRef="#br0" timeOffset="684">52 245 7825,'-7'11'69,"-5"1"1,2-8 1034,-1 1-877,7-3 1,-2-2-1,12 0 35,6 0 0,3-5 0,2-1 0,1 0-108,-1-2 0,7 4 0,1-5 0,2-1-131,4 0 0,-4 4 1,0-3-1,1 1-204,-1 4 1,0-4-1,4 2 1,-4 3-214,-2 1 1,-1 2 0,-7 0 0,1 0-377,-1 0 0,1 0 1,-1 0 769,0 0 0,1 0 0,-1 0 0</inkml:trace>
  <inkml:trace contextRef="#ctx0" brushRef="#br0" timeOffset="933">559 175 7783,'-6'11'98,"0"1"0,-7 0 0,3 5 1,0 1 235,5-1 1,1 8 0,0 6 0,-2 8-52,2 8 0,4-3 0,4 3 1,4 1-393,1 3 1,-5 1 0,4-1-1,-2-3-193,0-1 1,-1-8 0,-5-1-1,0-5-345,0-4 0,0-7-754,0 1 1401,0-4 0,-7-9 0,-3-2 0</inkml:trace>
  <inkml:trace contextRef="#ctx0" brushRef="#br0" timeOffset="1217">140 1065 7738,'-6'12'392,"0"0"1,8-9 0,10 3-1,3-4-243,3-2 1,7 0 0,4-2 0,2-2-191,-2-1 1,4-7-1,-4 4 1,4-1-81,2-5 0,-6 4 1,0-1-1,1-3-250,-3-2 0,4 1 0,-8 1 371,-2 3 0,-1-9 0,-3-7 0</inkml:trace>
  <inkml:trace contextRef="#ctx0" brushRef="#br0" timeOffset="1533">1030 506 7701,'-17'2'126,"0"4"0,-5 4 0,3 7 0,3 1 278,1-1 1,5 9 0,0 3 0,3 6-140,3 5 0,2-1 0,2 6 0,0-1-253,0 1 0,0 0 0,0 1 1,2-5-282,4-4 0,-5-2 1,5-2-1,-4-4-1092,-2-6-493,8-3 1854,2-11 0,7-9 0,1-9 0</inkml:trace>
  <inkml:trace contextRef="#ctx0" brushRef="#br0" timeOffset="1850">1030 454 7975,'-7'0'645,"7"0"0,7 6 0,11 2 0,-1-1-399,1 1 1,-1 0-1,3-4 1,-1 4-109,-1 1 0,3-3 0,-11 6 0,1-1-38,1-1 1,-8 6 0,2-5-211,-4 5 0,-4 1 0,-2 1 0,-4-1-180,-2 1 1,-1-7 0,-7 1 0,1 0-310,-1-3 1,-5 1-1,0-6-57,1 2 0,3 0 0,3-8 656,5-4 0,-5-4 0,7-7 0</inkml:trace>
  <inkml:trace contextRef="#ctx0" brushRef="#br0" timeOffset="2133">1485 0 7637,'-8'12'0,"-4"-3"488,-3-1 0,-3 6 0,3-1 0,1 7-58,2 3 1,7 6 0,-5-2 0,2 4-96,4 6 1,2 4-1,2 0 1,0 3-236,0 1 1,0 3-1,0-5 1,2 0-286,4 0 0,-4-3 0,6-5 1,-2-2-203,-1-4 0,3-3 1,-4-9-378,2 0 0,7-7-45,-1-4 0,-4-6 1,0-4 808,-1-2 0,-5-15 0,6 2 0</inkml:trace>
  <inkml:trace contextRef="#ctx0" brushRef="#br0" timeOffset="2365">1275 262 9185,'25'0'603,"-3"0"0,7-2 0,2-2-585,2-2 0,2-5 0,2 5 0,-1 2-383,-1 2 1,4-4-1,-12 0 1,2 3-1398,0 1 1762,-15 2 0,17 7 0,-11 3 0</inkml:trace>
  <inkml:trace contextRef="#ctx0" brushRef="#br0" timeOffset="2932">245 1397 7701,'-18'2'0,"1"4"173,-1 6 0,9-3 0,1 1 0,2 0 182,0-1 0,0 3 0,6 7 0,0 3-27,0 1 0,0 14 0,0 0 0,0 5-112,0 7 1,0 1-1,0 5 1,0 1-167,0 2 0,0 2 0,0-5 0,0-1-311,0-3 1,0-17 0,0-1-169,0-5 0,2-13-618,4-9 0,4-14 0,5-7 1047,-3-7 0,3-9 0,-5 4 0</inkml:trace>
  <inkml:trace contextRef="#ctx0" brushRef="#br0" timeOffset="3383">140 1397 7752,'0'18'-295,"0"-1"1,0-5-1,2-3 616,4-1 0,-1 4 0,11-6 1,3-2 406,1-3 0,5-1 0,0 0 0,2 0-576,4 0 1,0-5-1,0-3 1,-1-2-212,1-3 1,-4-3 0,0-1-1,0-1-290,0 1 0,-5-1 1,1 1-1,-4 1-183,-1 5 0,-7-3 0,-1 6-886,-2-1 1259,-2 5 0,-12 4 0,-2 9 1,-2 3 281,-3 0 0,3-1 1,-1 9-1,-1 1 280,2 2 1,-3 3-1,7-3 1,0 6 65,-2 4 1,6 2 0,-4 0 0,4 2 46,2 3 0,0 3 0,0 6 0,0-3-239,0 3 0,0 1 0,0 3 0,0-1-499,0 0 1,6-7-1,0-4-135,-2-4 0,-2 1 0,-2-3 0,0-8 0,0-5-917,0-5 0,0-5 1274,0 0 0,-16-1 0,-3 7 0</inkml:trace>
  <inkml:trace contextRef="#ctx0" brushRef="#br0" timeOffset="3616">105 2497 8270,'17'0'757,"3"0"1,3 0 0,6 0-526,4 0 1,8-7-1,2-5 1,-1-4-310,1-1 1,5 0 0,-3-1-1,2-1-360,-1-5 0,-7 5 1,2-4-1,-4 1-1127,-2-1 1564,-8 4 0,6-14 0,-6 6 0</inkml:trace>
  <inkml:trace contextRef="#ctx0" brushRef="#br0" timeOffset="3883">1135 1292 7707,'-17'0'200,"-1"6"1,3 2 0,1 2 386,3 3 0,1 9 0,-4 3 0,5 2-121,1 4 1,-4 8-1,6 4 1,3-1-237,1 1 0,2 3 0,0-3 0,0 0-337,0 0 0,0-1 0,0-3 0,0 2-391,0-2 1,0-8 0,0-4 0,0-2-667,0-4 1,0-1-699,0-3 1862,0-7 0,7-2 0,3-8 0</inkml:trace>
  <inkml:trace contextRef="#ctx0" brushRef="#br0" timeOffset="4303">1223 1729 7733,'-8'10'571,"-2"-3"120,0 1 0,-3 2 0,7 7-238,2 1 1,2-1 0,2 1-1,0-1-324,0 1 0,0 1 0,0 2 1,0 3-118,0-3 0,2-2 0,2-1-350,2-1 1,2-1-62,-3-4 1,-1-5 198,8-7 1,-8-7-1,4-5 1,-3-4 75,1-1 1,6-2 0,-4-3 0,-1-3 125,1-2 0,4 5 1,-4-1-1,-1 4 130,1 1 1,4 1-1,-4-1 274,1 1 1,-3 5-84,6 1 0,-7 14 0,5 5 0,-2 10-190,-4 5 0,-2 8 0,-2-4 0,0 2-332,0 0 0,2-1 0,2 3 0,1-4-360,-1-2 1,-2-2-1,-2-5-1670,0-1 2229,0 1 0,8-1 0,2 1 0</inkml:trace>
  <inkml:trace contextRef="#ctx0" brushRef="#br0" timeOffset="4766">367 2969 7767,'-6'-18'0,"-2"1"667,-1 0 735,5-1-1011,-4 1 0,8 9 1,0 8-1,2 11-51,4 11 0,-4 1 1,3 10-1,-3 4-160,-2 0 1,0 7 0,0 1 0,0 2-173,0-1 1,0-1 0,0 3 0,0-1-356,0 1 0,0-5 1,0-2-1,0-6-882,0-6 1,0 2 354,0-8 1,0-9 0,0-14-264,0-10 1137,0-5 0,0-11 0,0-1 0</inkml:trace>
  <inkml:trace contextRef="#ctx0" brushRef="#br0" timeOffset="5115">349 2951 7727,'-7'-9'299,"5"-1"1,-6 6 1415,0-2-966,6 1 0,-4 5-478,12 0 1,4 0 0,7 0 0,1 0-75,-1 0 1,1 0 0,-1 0 0,1 0-117,-1 0 0,3 0 0,1 0 0,2 0-90,-1 0 1,-3-2 0,-2-2 0,1-2-63,-1 2 0,1-4 0,-1 2 0,1 3 40,-1 1 1,-5 2-1,-1 0 65,3 0 0,-6 2 0,0 1 0,-3 5 120,1 2 0,0 2 0,-6 5 0,0 2-116,0 5 1,0-5-1,0 6 1,0 1-200,0 3 0,0-2 0,-2 0 0,-2 0-339,-2 0 1,1 2 0,3 4 0,-2-2-242,-2-1 0,-2-1 0,4 4 0,-3-2 741,-3-2 0,-2 8 0,-5 7 0</inkml:trace>
  <inkml:trace contextRef="#ctx0" brushRef="#br0" timeOffset="5349">402 3755 8346,'-18'10'617,"1"3"0,1-5 412,5 2 1,5-7-467,12 3 1,5-4-1,11-2 1,3 0-376,2 0 1,2-8 0,6-1-1,-2-3-491,-4 0 0,8 1 0,-6-7 0,0 1-71,2-1 0,0-1 0,2-2 1,0-5-2337,0-1 2710,0 6 0,8-12 0,1 6 0</inkml:trace>
  <inkml:trace contextRef="#ctx0" brushRef="#br0" timeOffset="5801">1135 3091 8051,'-11'6'311,"-1"0"1,8 2-1,-2-3 1,4 7 152,2 4 1,-5 1-1,-1 1 1,2 1-243,2 4 0,4 4 1,2 8-1,2-2-115,-3-4 0,-1 4 0,0-4 0,2 4-176,2 2 0,0-7 0,-6-5 0,0-4-1126,0-1 1,0-1-6,0 1 1200,0-9 0,0-1 0</inkml:trace>
  <inkml:trace contextRef="#ctx0" brushRef="#br0" timeOffset="6103">1153 3091 7583,'0'-10'1311,"2"-3"0,4 7 0,7 2-924,8 2 1,-1 2 0,3 0-1,-2 0-183,3 0 0,-5 0 1,4 0-1,-3 2-93,-3 4 1,-5-2 0,-2 8-1,-3 1-100,-3 3 0,-2 1 0,-2 3 1,-2 1 8,-4 2 1,-3 0-1,-9-3 1,-1 1-769,-4 2 1,1-1-1,-5-11 1,2-3-54,4 0 0,-5-6 1,3 4-1,2-6-683,1-6 1484,3-4 0,-1-23 0,1-4 0</inkml:trace>
  <inkml:trace contextRef="#ctx0" brushRef="#br0" timeOffset="6699">1659 3056 7746,'-2'-11'48,"-4"-1"1,5 6 708,-5-5 0,2 7-512,-2-2 0,-2 6 0,-5 6 0,3 5-1,2 5 0,-3 3 1,3 4-1,-2 7-62,-4 3 0,7 2 0,-1-3 0,2 0-157,0-3 0,0-2 0,6 2 1,0-6-131,0-3 1,6-9 0,2-1 0,2-2-4,3-4 1,3-10 0,1-6-1,-1-5 44,-4-7 1,3 3 0,-5-6 0,1 0 16,1 0 1,-8 3 0,2-3 0,-4 0-23,-2 0 0,0 5 1,-2-3-1,-2 2-167,-2 0 0,-8-1 1,3 5-1,-3-2-176,3-3 0,-5 1 0,6 6 0,-1 1-396,-1 4 1,8-3 807,-2 3 0,4-3 0,2 5 0,0 2 0</inkml:trace>
  <inkml:trace contextRef="#ctx0" brushRef="#br0" timeOffset="6949">1939 2550 7746,'-2'-10'1785,"-4"4"0,2 4-1254,-8 2 0,1 8 1,-5 6-1,3 7-215,1 8 0,6 4 0,-4 4 0,1 4-178,-1 5 1,6 11 0,-2 3 0,4 0-528,2 0 0,0 4 0,0-8 1,0-5-440,0-9 1,0-5 0,0-4 0,2-5-636,4-11 0,-2-7 278,8-10 1185,-8 0 0,11-16 0,-5-3 0</inkml:trace>
  <inkml:trace contextRef="#ctx0" brushRef="#br0" timeOffset="7316">1991 3056 7903,'-17'18'0,"5"-1"0,2 1 0,1 1 674,-1 4 0,6-3 0,-2 3-189,4-4 0,4-3-399,4-4 0,-2-5 0,7-7-123,3 0 0,2-2 0,-1-3 1,-1-9 22,-3-7 0,1 1 0,5-5 0,-1 2 107,-4-1 1,3 1 0,-5 6 0,1-1 318,1 1 1,-6-1 100,6 1 0,-7 1 0,5 7-122,-2 9 0,-2 9 0,-8 15 0,-2 7-361,-2 7 1,-6 9 0,5 9-1,-1 4-283,0 3 1,-4-1 0,5 4 0,-1-4 103,0-2 1,-3-10 0,3-11 0,0-8-325,0-8 473,-5-3 0,3-3 0,-8 1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46:54.69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68 612 7803,'8'-10'795,"-6"2"1,6 12-1,-8 6 1,0 7-445,0 3 0,-6 7 0,0 2 0,2 4-209,2 2 0,2 6 1,0 2-1,0-1-281,0 1 1,0 5 0,0-3 0,0 0-367,0-5 1,0-3 0,0-4 0,0-4-641,0-5 1,0-11 1144,0-1 0,0-16 0,0 2 0</inkml:trace>
  <inkml:trace contextRef="#ctx0" brushRef="#br0" timeOffset="485">33 525 7768,'-6'11'0,"-1"-1"452,-3-2 0,6-1 283,-2-1 0,6-4 1,8 4-337,10-4 1,-1 4-1,6 0 1,-1-3-107,1-1 0,-2-2 1,8 0-1,0 0-185,-1 0 0,-1 0 0,-4 0 0,4 0-211,0 0 1,4 0 0,-7 0-1,-1 0-32,2 0 1,-5 2 0,3 2 0,-4 2-133,-1-2 0,-1 4 1,-1-1-1,-3 1-334,-1 0 0,-8 0-199,2-2 770,-4-4 248,-2 5 1,-2-7 218,-4 0 1,4 2 0,-6 2 4,0 2 1,7 8-1,-7-3-113,0 5 1,6 3 0,-4 2 0,2 5-140,-1 1 0,3 2 0,-4 6 0,4 0-196,2 0 1,0 0-1,0 0 1,0-1-404,0 1 1,0 0 0,0-2 0,0-2-374,0-2 0,0-5 0,0 3 0,0-2-1673,0-3 2455,-8-3 0,-2-2 0,-7 1 0</inkml:trace>
  <inkml:trace contextRef="#ctx0" brushRef="#br0" timeOffset="717">103 1398 7817,'-8'9'1679,"8"5"-1199,0-8 0,8 0 0,12-6 1,1 0-299,2 0 1,10-2 0,0-4 0,6-6-332,0-3 0,0 3 0,-1 0 1,5-1-203,2-3 1,-1-1 0,3-1 0,-6-1-1829,-4-4 2179,-3 3 0,9-5 0,2 8 0</inkml:trace>
  <inkml:trace contextRef="#ctx0" brushRef="#br0" timeOffset="1316">1186 821 7803,'0'-11'0,"0"-1"25,0-1 1,0-3 334,0-1 1,0-1-42,0 1 1,-2 7-1,-4 2-36,-5 0 1,1 7-1,-2-5-151,-1 4 1,3 4 0,-2 2 0,1 3-187,1 3 0,-6 2 0,7 7 1,-3 2-9,0 3 1,7 5 0,-5-4 0,2 0 33,4 0 0,2 5 1,2-7-1,0-2-138,0-1 0,0-3 1,0 1 5,0-1 0,8-7 142,4-4 1,3-6 0,3-6 12,-1-6 1,-5 2-1,-2-1 1,-1-1-15,1 2 0,-4-3 280,5 7 0,-5 0 0,4 8 1,-2 4 85,-4 6 1,-3 5 0,-1 6 0,0 6-191,0 4 0,0 2 0,-1 0 0,-3 0-262,-2 0 1,-8 6-1,5 0 1,-3-4-319,0-6 1,3 0 0,-5-10 0,2-4-684,-1-3 1,5-12-640,2-2 1745,4-16 0,-6-11 0,-1-8 0</inkml:trace>
  <inkml:trace contextRef="#ctx0" brushRef="#br0" timeOffset="1684">1396 699 7894,'0'25'0,"0"5"215,0 3 0,0-4 1,0-2-1,0 0 80,0 0 0,0-4 0,1 5 0,3-3 61,2-4 1,2-1 0,-4-3-186,2 0 61,-1-7-283,-5-2 0,0-16 0,0-3 51,0-5 0,0-1 1,0-3-1,0-1 15,0-2 1,0-3 0,0 3 0,0-4-25,0 0 1,0-6 0,0 6 0,0-3-2,0 1 1,0 8 0,2-2 0,2 3-12,2 3 0,6-1 0,-4 3 1,-1 1-22,1 3 1,6 7 0,-3-2-140,5 4 0,-5 4 0,1 2 1,2 4-160,1 1 0,-3 3 1,-1 5-1,3-1-817,2-4 1,1 3 1156,0-3 0,1 3 0,-1 3 0</inkml:trace>
  <inkml:trace contextRef="#ctx0" brushRef="#br0" timeOffset="1933">1902 717 7775,'-6'11'48,"-2"-1"0,-1 0 375,-5-1 0,4-3 0,-1 6-103,-3 1 0,4 3 0,1 1 1,1 1 28,4-1 1,2 1 0,2 1 0,0 3-238,0 1 1,2 6 0,2-6 0,4 1-204,1 1 0,1-6 0,4 4 1,-3-5-108,3-6 1,-4-5-644,1-7 0,1-2 1,5-5 230,1-11 1,-6-1-1,-3-8 1,1-1 609,0 1 0,1-2 0,7-6 0</inkml:trace>
  <inkml:trace contextRef="#ctx0" brushRef="#br0" timeOffset="2348">2129 1 7775,'-15'19'113,"3"4"1,-4-1 0,7 7 0,-3 4 312,0 6 1,8-1 0,-1 9 0,3 3-20,2 7 1,2-1 0,2 6 0,3-2-129,3-4 0,2-3 0,3-5 0,-1-3-163,-3-2 1,-5-3 0,6-7 0,-1-3-235,-1-7 0,0-4-361,-4-1 1,-4-11 194,3-7 0,-3-1 0,-2-11 0,0-2 47,0-1 0,0-3 1,0 1-1,0-1 57,0 1 1,0-6 0,0-1 0,-2 3-14,-3 2 0,1 1 1,-8 1 116,-1-1 1,-3 3 0,-1 3 191,-1 6 1,6 4-1,1 4 1,-1 4-100,2 6 1,-3 3 0,5 5-1,0 3 256,1 6 0,-1 4 0,4 2 0,-2 0 43,2 0 1,2-6 0,2 0 0,2 0-231,4-2 1,-2-2-1,8-7 1,1-3-281,3-3 1,1-4-1,1-10-268,-1-4 0,1-4 0,-1-7 0,0-1-1203,1 1 1665,-1-8 0,1-2 0,-1-8 0</inkml:trace>
  <inkml:trace contextRef="#ctx0" brushRef="#br0" timeOffset="2531">1815 490 8328,'-18'17'426,"1"1"1,1-1 0,7-1-403,9-5 0,7-3 0,11-8 0,1-2-24,4-4 0,-3-4 0,5-7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47:04.69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34 423 8195,'0'20'1212,"0"1"-874,0 2 0,0 10 0,0 2 1,0 10-19,0 5 0,6 16 1,-1 8-1,-1 7-148,-2 9 1,4 3 0,0 0 0,-2 4-255,-2 0 1,4 2-1,1-14 1,1-11-252,0-12 1,-2-9 0,-4-7 0,2-7-471,1-8 0,1-6-148,-6-7 0,2-9 316,4-3 0,-2-10 635,7-2 0,1-15 0,6 2 0</inkml:trace>
  <inkml:trace contextRef="#ctx0" brushRef="#br0" timeOffset="550">51 580 7858,'-17'0'323,"-1"0"1,9-2 615,3-3 1,6 1-645,6-8 1,5 2 0,11-3 0,1 3-219,-2 2 0,-1-3 0,-3 3 1,3 0-62,3 0 0,-4 1 0,5 3 0,-5-2-273,-2 2 0,1-4 0,-1 2 0,1 1-362,-1-3 1,1 6-1,-1-4-959,1 4 1468,-1-6 0,-1 8 194,-5 0 0,-9 2 0,-10 10 0,1 3 322,-1 7 0,-4 5 0,6 8 1,1 2 50,-3 4 0,6 5 0,-4 12 0,4 6-92,2 4 0,0 8 0,0 0 0,0-3-84,0-1 0,6 0 0,2 0 0,1-4-479,5-12 0,2-4 1,-1-11-1,-1-2-367,-3-2 0,-5-10 0,4-4-363,-2-3 0,-3-3 0,-5 1 140,0-1 0,-1-7 788,-5-4 0,-4 11 0,-7 2 0</inkml:trace>
  <inkml:trace contextRef="#ctx0" brushRef="#br0" timeOffset="816">104 2082 7865,'-12'10'0,"2"-2"344,3-1 249,1-5 0,15 4 1,7-12-1,7-3-433,4-1 1,1-6 0,3 5 0,-2-5-316,2-1 1,-4-1 0,2 1 0,2-1-442,2 1 1,0 0 0,-2-1 0,-2 1 595,2-1 0,2-7 0,2-2 0</inkml:trace>
  <inkml:trace contextRef="#ctx0" brushRef="#br0" timeOffset="1337">802 1052 7862,'-17'17'116,"-1"-5"0,3 2 0,1 3 329,3 4 0,7 8 0,-2-3 0,2 3 44,-2 8 1,4-2 0,-4 7 0,4-1-294,2 0 1,0 0 0,0-7-1,2 3-213,4 4 0,-4-10 0,4 2 0,-4-6-208,-2-5 1,0-3-1,0-2-1055,0 1 594,0-8 0,6-5 442,0-10 1,-1-5 0,-5-8 0,0 1 281,0 0 1,0-1-1,0-1 1,0-5 125,0-5 0,0-4 1,0-2-1,0-2-19,0-3 1,0-5 0,0-7 0,0-1-8,0 1 0,0 0 0,0-1 0,2 1 155,4-1 0,-2 11 0,6 5 0,-1 8 179,1 3 1,2 9 0,5 7-112,1 3 0,-1 14 0,-1 13 0,-3 3-219,-1 2 0,-2 6 0,1-4 0,-5 3-389,-4-1 1,4 0 0,0 4 0,-2-2-238,-2-2 0,-2-8 0,-2 3 0,-2-5-230,-2-2 1,0-5-1,4-2-429,-4-2 0,2-3 1143,-7-5 0,7-7 0,-4-3 0</inkml:trace>
  <inkml:trace contextRef="#ctx0" brushRef="#br0" timeOffset="1899">1029 860 7862,'-9'17'107,"-1"1"1,6-1 0,-2 3 528,2 3 1,2-2-1,2 8 1,0 2-99,0 2 0,2-4 1,2-1-1,4-1-293,2 0 0,-6 0 0,3 2 0,-1-6 17,0-3 1,0-3-1,-4-1 73,4-5-859,-5 5 0,7-16 180,-8 0 0,0-2 0,0-10 0,0-1 258,0-3 0,0-1 1,0-3-1,0-1-1,0-2 0,0-6 0,0 3 0,0-1-45,0-4 0,2 4 0,2 0 0,2 0 183,-2 0 1,4 5 0,-3-1-1,-1 4 139,-2 1 1,4 6 0,2 3 80,1 1 1,-3 2-1,6 6 1,0 2 26,-3 4 0,7-2 0,-5 7 1,5 3-72,1 2 1,7-5 0,-1-1-1,-2-2-250,-1-4 0,-3-2 0,1-2 0,-1 0 54,1 0 0,-1 0 1,1 0-1,-3-2-451,-3-4 0,1 2 1,-7-8 106,-2-1 0,-2-3 0,-2-1 194,0-1 0,-8 8 0,-3 5 1,-5 3-14,-1 2 0,-1 2 0,-1 3 0,-3 7 44,-1 4 0,0 1 1,5 3-1,1 1-36,-1 2 0,3 0 0,1-5 0,5 1-158,1 5 0,2-5 0,6 4 0,0-3-344,0-3 1,10-5 0,5-3-1,8-1 626,5-4 0,1-2 0,6-2 0</inkml:trace>
  <inkml:trace contextRef="#ctx0" brushRef="#br0" timeOffset="2219">1728 772 7862,'-18'0'109,"1"0"0,-1 0 1,1 2-1,0 2 204,-1 2 1,6 8-1,1-5 1,-1 3 14,2 0 0,3-1 0,5 5 1,-2-3-162,-2-1 0,0 0 0,8 5 95,4 1 0,-4-7 0,6 1 41,-1 1 1,3 3-1,8 1-128,-1 1 1,-5-1 0,-3 1-153,-1-1 1,-2 1 0,-6-1 0,0 1-64,0-1 0,-6 1 0,-2-1 1,-1 2-66,-5 5 1,-1-7 0,-3 3-1,1-7-920,-1 1 1,1-4 0,-1-1-122,1-1 0,-1-4 0,3-10 1146,3-6 0,4-11 0,8-4 0</inkml:trace>
  <inkml:trace contextRef="#ctx0" brushRef="#br0" timeOffset="2583">1588 947 7862,'0'18'1018,"0"-1"0,0 0 0,2-1-720,4-4 1,-2-3-1,7-5 1,3 2-247,2-2 1,1-2-1,0-2 1,1 0 80,-1 0 0,1 0 1,-1-2-126,1-4 0,-1-4 0,1-7 1,-1-3-544,1-3 1,-1 4 0,1-6 0,-1 1 193,1 1 1,-7-6 0,-1 4 0,-2-1 44,-4 1 1,-1 2 0,1 5 0,2 1 193,-2 0 1,-4 7-1,-4 2 1,-4 2 177,-1 0 0,3 3 0,-6 8 1,1 7 177,1 4 0,-4 1 1,6 0-1,1 1-132,-1-1 1,2 7 0,6-1-1,0 0-105,0 2 0,0-5 0,0 3 0,0-3-232,0-3 0,2 1 1,4-1-1,6-2-125,3-3 0,3-4 0,1-8 1,2 0 58,3 0 0,1-2 0,-4-4 0,2-6 281,-1-3 0,5-10 0,0-2 0</inkml:trace>
  <inkml:trace contextRef="#ctx0" brushRef="#br0" timeOffset="3181">2199 650 8174,'-15'2'530,"3"4"1,-1 4-1,7 9 1,0 2-22,-2 3 1,6 7 0,-4 0 0,5 6-283,1 3 0,0 1 0,0-6 0,0 0-108,0 0 0,0-2 1,0-4-1,0-6-366,0-3-125,7-11 1,1-3-1,6-12 111,-3-5 1,-5-5 0,4-1-1,-2-1 67,-5 1 1,5-6-1,0-1 1,0 1 68,0-2 1,3 5 0,-5-3 0,0 4 60,2 1 1,-6 1-1,5 1 1,-1 3 1390,0 1-1056,0 8 1,-6-2-1,0 12 1,0 6-22,0 3 0,0 9 0,0 1 1,0 0-155,0 0 0,2 4 0,2-5 1,3-1-97,3 2 0,2-4 0,5 7 0,1-5-202,-1-8 1,1 1 0,-1-10-1,0-2 120,1-2 1,1-4 0,3-4-1,1-6-530,-2-3 0,-3-11 1,-5-1-1,-1-2 222,2 0 0,-7 0 1,1-6-1,-2-2 148,0-4 1,0 3 0,-6-11 0,0-5-53,0-8 1,0-14 0,0-6-1,0-3 294,0-2 0,5 7 0,3 5 0,0 7 62,0 9 0,-3 23 1,-5 22-50,0 10 0,0 10 1,-1 17-1,-5 6 583,-6 4 1,4 10 0,1 4 0,1 3 135,0 2 1,0-5 0,6 0 0,0 1-476,0 3 0,0 7 0,0 2 1,0 0-378,0 0 1,0 4 0,0-4 0,0-1-756,0-5 1,6-6 0,0-15-305,-2-3 0,-2-9 1179,-2-15 0,0-8 0,0-16 0</inkml:trace>
  <inkml:trace contextRef="#ctx0" brushRef="#br0" timeOffset="3382">2252 615 7862,'2'-17'884,"4"-1"0,3 7 0,11 1 0,3 2-480,6 4 1,4 2 0,2 2-1,0 0-372,0 0 1,0 0-1,0 2 1,-2 4-365,-4 6 1,-4 9 0,-9 4 0,-5 3 331,-5 3 0,-4 9 0,-2 5 0</inkml:trace>
  <inkml:trace contextRef="#ctx0" brushRef="#br0" timeOffset="4031">313 2693 7928,'-17'0'27,"5"0"0,2 2 182,3 4 1,-1-2 0,4 8 0,-2 1 131,2 3 0,2 7 0,2 2 0,0 3-137,0 3 1,0 2-1,0 2 1,0-1-158,0 1 0,2 0 1,2 0-1,4 0-259,2 0 1,-6-8 0,3-3-1,-1-5-744,0-2 0,2-7 364,-2-4 0,-3-4 0,7-4 592,-2-4 0,5-11 0,-3-11 0</inkml:trace>
  <inkml:trace contextRef="#ctx0" brushRef="#br0" timeOffset="4402">191 2624 7928,'-16'11'-48,"5"1"0,3-6 678,8 5 1,2-7-1,4 4 1,6-2-256,3 0 1,2-1 0,1-5-214,-1 0 0,1 0 0,1 0 0,3 0-52,1 0 1,0-1-1,-5-3 1,-1-4-116,1-2 0,-3 4 0,-1-5 0,-3-1-27,3 2 1,1-3-1,1 5-156,-4-2 0,3 6 305,-3-1 0,-4 10 0,-3 7 0,-3 6-1,-2 5 1,0-2 0,0 8 0,0 2 121,0 2 1,0 8 0,2 0 0,2-2-461,2-2 0,2-5 0,-4 0 1,1-5-165,-1-2 1,4-2-1,-2-5 1,-2-1-812,-2 1 1,4-1 1196,-1 1 0,-7-1 0,-7 0 0</inkml:trace>
  <inkml:trace contextRef="#ctx0" brushRef="#br0" timeOffset="4633">296 3322 8046,'2'10'895,"4"-4"1,5-4-373,5-2 1,9 0 0,2-2 0,2-2-507,0-2 0,0-8 1,6 3-1,0-5-75,0-1 0,-6-1 0,0 1 0,1-1-554,-3 1 1,6-1-1,-4 1 1,2 0-1920,-2-1 2531,4 1 0,-6-1 0,8 1 0</inkml:trace>
  <inkml:trace contextRef="#ctx0" brushRef="#br0" timeOffset="5549">1326 2624 7812,'10'-8'1488,"3"4"-1018,-7-8 0,0 7 0,-8-5-119,-4 2 1,2 2-1,-7 6-190,-3 0 0,-1 2 0,-3 4 0,-1 4-130,-4-1 1,3 7 0,-3-4 0,3 5-199,3 6 0,0-3 0,-1 5 0,3-2 6,3 1 0,-2 1 0,9-4-125,1 2 1,2 1-1,4-9 172,3-3 0,5-4 1,8-8-1,-1 0 62,1 0 1,-1-8 0,2-4-1,3-3 11,1-3 0,0 1 0,-5-1 0,-1-1 62,1-4 0,-1 5 1,1-1-1,-3 5 193,-3 1 0,-2 3 55,-5-2 0,-3 10 1,2 2-1,-6 10-76,-4 5 1,-5 5 0,3 3 0,0 4-141,0 0 1,1 5 0,3-9 0,-2 0-211,2 2 0,2-5 0,2 3 0,0-4-851,0-1 0,8-8 0,4-5 466,3-3 0,-3-7 0,-1-5 0,3-4 542,2-5 0,-1-4 0,-1 1 0,-3-3 0,3-2 0,-4 4 0,-1-7 0,1-1 0,0-2 0,-6-2 0,3 1 0,-1-1 0,0 0 0,6-8 0,-7-4 0,1-1-23,2 1 1,-6-1-1,6 7 1,-2 2 313,-1 2 1,1 16 165,-6 4 0,0 13 0,0 4 0,0 11 57,0 11 1,0 3-1,0 6 1,-2 0-126,-4 6 1,4-2 0,-3 8-1,3-3-174,2 1 0,-2 2 0,-2-4 0,-2 1-219,2-1 1,2-2-1,2-2 1,0 0-57,0 0 1,0-2-1,0-4 1,0-6-165,0-3 0,0-9-42,0 1 0,0-10 0,0-2 101,0-10 1,2-5 0,2-3 0,4 1 106,2-1 0,-5 1 0,7-1 0,0 1 63,-3-1 1,5 1 0,-6 1-1,-1 3 584,1 1 17,6 8 0,-5-2-305,9 12 0,-8 6 1,-5 9-1,-3 4-178,-2 3 0,0-5 0,0 6 0,0 2-415,0 2 0,-2 0 0,-3-2 0,-7-4-450,-4-2 0,5 3 1,-1-9-1,1-4-1618,1 1 2360,-6-8 0,14-8 0,-5-10 0</inkml:trace>
  <inkml:trace contextRef="#ctx0" brushRef="#br0" timeOffset="5964">2025 2519 8174,'-10'2'1887,"4"4"1,-3 3-1485,-3 9 1,4-7 0,0 1-168,1 2 0,-1 1 1,-6 3-1,3-1-128,-3 1 1,4-1 0,-1 2 0,-3 3-81,-1 1 0,-1 0 1,2-3-1,3 1-143,-3 2 0,6 1 0,1-9 0,1-1-161,0-3 0,0 1 147,6 6 1,8-9 0,4-3 0,3-4 177,3-2 1,-1-2 0,1-2 0,-1-2 31,1 2 1,5 3 0,0 1 0,-2 0 62,-1 0 1,-3 0 0,1 0-203,-1 0 1,-7 1-1,-4 5-140,-4 6 0,-4 0 0,-4 1 0,-6 3-508,-3-3 1,-3 1 0,1 3 0,-1-1-210,1-5 0,-1 3 1,1-8 914,0-2 0,-1-2 0,1-2 0</inkml:trace>
  <inkml:trace contextRef="#ctx0" brushRef="#br0" timeOffset="6734">2042 2816 9507,'18'0'1184,"-1"0"1,1-2-911,-1-4 1,1 2 0,-1-8 0,2-1-219,5-3 0,-5-3 1,6-2-1,-1-3-5,-1 3 1,0 0 0,-5-1-1,-3-1-218,-3 2 1,1 1 0,-7 3 0,-2-1-236,-2 1 1,-4 7 282,-4 4 0,-3 12 0,-11 6 0,-1 3 23,-2 3 1,-1 1-1,7 3 1,-1 3 63,1 2 1,-1-4-1,3 4 1,1 1 59,3-1 1,5-4-1,-4 4 1,2 0-118,4 0 0,3-5 1,2 1-1,5-3-164,6-3 0,5-2 0,5-3 1,1-6-50,-2-4 1,5-2 0,-1-2 0,2-6-112,4-9 1,2-1 0,0-7 0,-2 0 168,-2-4 1,0-4 0,4-2 0,-2 2 243,-2 4 0,-5-4 0,3 4 0,-2-4 0,-4-2 0,-1 6 0,-5 1 409,-3 3 70,-4 2 0,-16 15 0,-2 8 0,-1 10 18,-1 5 0,0 3 1,-3 1-1,1 3-114,3 1 0,-1 6 0,-5-4 0,1 2-87,4 4 1,-1-3 0,7-1 0,0 0-178,-2 0 1,6 0 0,-3 2 0,3-5-101,2-5 1,0-1 0,0-1-111,0 0 1,2-7-1,3-4-198,7-4 0,-2-10 1,1-4-1,3-5 39,2-6 0,-5 1 0,1-5 0,1 0 102,3 0 1,-1 0-1,-1-4 1,-2 2 67,1-2 1,1 5-1,-1 3 1,-3 4 138,-2 1 0,4 1 0,-5 1 727,3 5-506,-6 3 0,4 16 0,-8 3 0,0 7-20,0 5 1,0-2-1,0 6 1,2 1-114,3-1 0,-3-6 0,6 4 0,-2-1-196,0-1 0,5 6 0,-3-8 0,2-3-178,3-5 1,3-3 0,1 2 0,1-6-159,-1-4 1,1-4-1,1-4 1,3-6-190,1-3 1,2-11 0,-4-1 0,3-2 92,-3 0 0,-2 0 0,-1-6 1,1 0 176,5 0 0,-5-2 0,2-2 304,-7-1 0,9-17 0,-3 3 0</inkml:trace>
  <inkml:trace contextRef="#ctx0" brushRef="#br0" timeOffset="6932">3300 1960 7857,'0'-17'215,"-8"7"0,-4 4 261,-3 4 0,3 10 1,0 5-1,-1 9-89,-3 7 0,-1 12 0,-1 5 0,1 7 52,-1 5 1,1 4-1,1 8 1,3 0-243,1-1 1,8 1 0,-1 0 0,3-2-379,2-4 0,2-6 0,3-11 1,7-4-34,4-1 0,-5-15 1,1-3-643,1-15 0,-3-7 1,0-4-258,-2-3 1113,-3-5 0,3-15 0,2-2 0</inkml:trace>
  <inkml:trace contextRef="#ctx0" brushRef="#br0" timeOffset="7133">2881 2432 8113,'-18'0'2266,"10"-2"-1625,8-4 0,10 4 1,13-6-1,6 0-195,4-3 0,8-5 1,2 1-1,1 1-316,5 2 1,-4 1 0,1-7 0,1 1 12,-3-1 0,1 1 0,-6-1 0,2 1-1202,-3-1 1,-1 7 0,-4-1 1058,-4-1 0,4-3 0,-6-1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47:28.46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123 588 7241,'2'-10'1199,"4"4"-508,-4-3 0,6 9 0,-10 0-239,-4 9 0,4 9 1,-6 3-1,2 5-140,1 1 0,-7 2 0,4 6 0,0 2-177,1 3 1,-7-3-1,4 6 1,1-2-252,3-1 1,-2 1-1,0-6 1,1-2-958,-1-4 1,2-4 0,6-7 112,0-1 1,2-1 0,4-6-348,5-10 1307,-3-8 0,8-10 0,-7 1 0</inkml:trace>
  <inkml:trace contextRef="#ctx0" brushRef="#br0" timeOffset="316">88 605 7888,'-9'-1'1315,"3"-5"-775,-4 4 1,10-6 0,0 8 0,10 0-28,5 0 1,3 0-1,1 0 1,2 0-126,3 0 1,5 0-1,-6 2 1,-1 2-226,-3 2 0,-7 5 0,-1-3 1,1 2-128,-2 3 0,-3 3 1,-7 1-200,0 1 0,-2 3 0,-2-1 0,-3-5-291,-3 1 0,-2-1 0,-5 1 0,-1-3-575,1-1 1,0-8 169,-1 2 1,8-6 0,5-6 368,3-6 0,2-3 0,2-5 0,3-1 490,7-2 0,4-9 0,1 5 0,0-8 0</inkml:trace>
  <inkml:trace contextRef="#ctx0" brushRef="#br0" timeOffset="566">525 82 7888,'0'-12'285,"0"0"1,0-1 264,0-3 0,0 5 0,-2 1-49,-4 2 0,4 10 0,-6 10 0,3 5 16,-1 6 0,-2 5 0,4 8 0,-2 3-226,2 2 0,1 6 1,-1-5-1,-2 3-205,2 3 1,2 3 0,2 1 0,0-1-315,0-5 0,0 3 0,0-7 0,0 1-389,0 0 1,6-10 0,0-10 0,-1-3-823,3-3 0,-4-7 811,8-5 0,-6-3 0,3-4-19,-1-3 0,-2-5 647,-6-7 0,8-1 0,1 1 0</inkml:trace>
  <inkml:trace contextRef="#ctx0" brushRef="#br0" timeOffset="783">263 361 7979,'-8'10'1343,"8"-3"1,0-7-896,10 0 0,5 0 0,5 0 0,3 0-202,6 0 1,4 0 0,0 0 0,-2 0-35,-2 0 1,0 0-1,6 0 1,-2 0-178,-4 0 0,2 0 1,-7 0-1,-3 2-603,-1 4 568,5-4 0,-6 14 0,6-7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47:30.413"/>
    </inkml:context>
    <inkml:brush xml:id="br0">
      <inkml:brushProperty name="width" value="0.06" units="cm"/>
      <inkml:brushProperty name="height" value="0.06" units="cm"/>
      <inkml:brushProperty name="color" value="#E71224"/>
    </inkml:brush>
    <inkml:brush xml:id="br1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629 16 7665,'-10'-1'1092,"5"-5"1,1 4-302,-2-4 0,4 12 0,-6 7-324,0 9 1,5-1 0,-7 10-1,0 6-186,0 8 1,1 1-1,-5 5 1,4 5-208,3 4 1,-7-2-1,4 2 1,1-3-409,3-7 1,-2-9-1,2 0 1,2-6-2382,2-6 1961,2-4 0,8-15 1,4-7-1,3-6-106,3-9 1,-1-4 859,1-1 0,-1-8 0,1-2 0</inkml:trace>
  <inkml:trace contextRef="#ctx0" brushRef="#br0" timeOffset="399">804 418 7882,'-24'29'486,"1"-2"0,4 1-402,5-1 0,1-4 0,7 4 0,2-2 218,2-3 1,2 3 0,0-2 145,0-1 1,0-9-313,0-1 1,2-10-160,4-2 0,2-2 0,5-10 0,-1 1-30,1 1 1,1-6 0,-1 3 0,-1-7 17,2-3 1,1 0-1,3 3 1,-3-1 41,-3-2 1,3-1 0,-3 7-1,2 0 217,-3-1 1,3 1 0,-6 1 0,-1 3 249,1 1 0,-2 10 1,-6 2-200,0 10 1,0 5 0,0 5 0,0 3-261,0 6 1,0 2 0,0 0 0,0-2-525,0 2 0,0-6 0,0-1 0,0-5-627,0-1 0,2-3 1,4-3 1135,5-6 0,5 3 0,1 1 0</inkml:trace>
  <inkml:trace contextRef="#ctx0" brushRef="#br0" timeOffset="964">612 1431 7987,'-12'23'0,"0"3"55,-1 1 0,3 2 0,0 8 0,1 2 548,-1 1 1,4 9-1,-4-3 1,3 5-345,3 1 0,0-5 0,0-3 0,-2-1-218,2-4 1,-3-2-1,1-2 1,2-2-230,2-4 0,2-10 1,0-7-1245,0 1 740,0-5 0,2-8 1,2-11 132,2-5 1,5-1 0,-3-3 558,2-3 0,-6 3 0,3-5 0</inkml:trace>
  <inkml:trace contextRef="#ctx0" brushRef="#br0" timeOffset="1234">559 1553 8012,'-7'-9'2738,"5"1"-2303,-6 8 1,16 2-1,1 4 1,3 5-51,0 5 0,-3-3 0,5 3 0,-4 3-52,-3 1 1,5-1 0,-4-1-1,-1-1-147,1 1 0,-2-1 0,-6 0 0,0 1-207,0-1 0,0 1 1,0-1-1,-2 1-440,-4-1 1,2 1 0,-7-3-697,-3-3 0,-1 1 361,-3-7 0,8-2 0,5-10 0,3-5 107,2-5 1,0-1 0,0-3 688,0-3 0,7-4 0,3-8 0</inkml:trace>
  <inkml:trace contextRef="#ctx0" brushRef="#br0" timeOffset="1566">891 1483 7902,'-17'6'0,"-1"2"78,1 2 1,-1 3 0,3 9 0,1 3 296,2 2 0,9 2 1,-3 6-1,4 0-33,2 0 1,0 0-1,0 0 1,2-2-172,4-4 0,3-4 0,9-7 0,-1-3-51,1-3 1,-1-4 0,3-8 0,1 0-83,2 0 0,0-8 0,-5-4 0,-1-5-91,1-7 0,-1 3 0,-1-6 0,-3 0-90,-1 0 1,-8 5 0,2-3 0,-4 2 47,-2-1 1,0-1 0,-2 4 0,-4-2-47,-6 1 1,-3 1-1,-3 0 1,-1-3-160,-4 3 1,3-4 0,-5 1-1,2 1-102,-1-2 0,1 5 1,6-3-1,-1 4-114,1 1 0,1 1 0,5-1 516,5 1 0,4 7 0,10-5 0,1 5 0</inkml:trace>
  <inkml:trace contextRef="#ctx0" brushRef="#br0" timeOffset="1801">1171 890 7841,'-2'-16'493,"-4"5"0,4 11 0,-4 13 0,2 8 36,-2 9 0,4 4 0,-3 7 1,3 8-212,2 7 0,0 6 1,0 10-1,0 2-240,0 1 1,0 1 0,0-8 0,0-6-309,0-10 1,2-1 0,1-12 0,5-6-429,2-8 1,-4-8 0,5-5-101,3-6 1,1-12 0,3-6 335,-1-3 1,-5-3 0,-2 1 421,-3-1 0,15-7 0,-3-2 0</inkml:trace>
  <inkml:trace contextRef="#ctx0" brushRef="#br0" timeOffset="2166">1275 1658 7833,'0'18'-192,"0"1"0,0 2 74,0 3 1,0-1 0,0-6 400,0 1 0,8-8-41,4-5 1,3-3 0,3-2 0,-1-2 3,1-3 0,-7-5 0,1-8 0,1 1 27,3-1 0,1-1 1,1-2-1,-1-3 26,1 3 1,-6 7 0,-1 3 628,3-3-721,1 6 0,-5 8 1,-4 14-1,-6 7-140,-6 9 0,2 12 0,-8 9 0,-1 9-355,-3 8 1,1-2-1,1 11 1,3 1-417,-3 3 1,-2-1-1,-1 0 1,0-5 164,-1-7 0,1-8 1,-1-13-1,1-8-767,-1-8 1306,1-6 0,-1-8 0,1 1 0</inkml:trace>
  <inkml:trace contextRef="#ctx0" brushRef="#br0" timeOffset="2649">542 2863 7924,'0'-17'313,"-8"-1"201,-4 1 0,3 7-170,-3 4 1,0 4-1,-3 4-77,3 4 0,-3 4 1,5 9-1,-2 2-2,1 3 1,-1 9-1,-3 0 1,1 8-4,2 3 0,3 1 0,-5 3 0,4-1-121,3 1 1,-5-3-1,6 0 1,2-3-100,2-3 0,-4-4 1,1-6-1,1-6-204,2-3 0,0-10-419,-4-5 0,2-5-14,-7-5 0,5-5 1,-4-8-1,0 1 1,1-1 1,3 1 0,-6 0 0,1-3 211,1-3 1,-4-4 0,6-6 0,1 2 381,-1 2 0,-6-8 0,5-8 0</inkml:trace>
  <inkml:trace contextRef="#ctx0" brushRef="#br0" timeOffset="2815">420 2776 7781,'17'0'0,"0"0"-364,1 0 0,-3 2 0,-1 2 0,-2 1 284,1-1 0,-3 4 0,0 0 0,-1 0 56,1-1 0,-4 5 0,4-4-98,-3 1 122,7 3 0,-4 6 0,7-1 0</inkml:trace>
  <inkml:trace contextRef="#ctx0" brushRef="#br0" timeOffset="3585">559 2758 7853,'-7'-9'12,"3"-5"0,-6 6 0,0 1 0,2-3 0,1 0 0,1-2 1,-2 1 456,-4-1 1,3 1 0,-3-5 0,-1 2-9,-3 3 1,-1 1 0,-3-3-162,-3 1 0,3 8 1,-3-2-1,2 4-95,-2 2 0,3 2 0,-5 4 0,2 8-152,-1 7 0,-1 0 0,4 10 0,-1 4 54,7 4 1,-3 10-1,9-5 1,-1 3-112,4-1 0,4-5 0,4 4 0,4-3-58,6-3 1,5-10 0,4-7 0,5-9 40,1-7 0,0 2 0,4-4 0,-4-6-1,-2-8 0,5-7 1,-7-5-1,0-3 2,2-2 1,-7-2 0,1-6 0,-5 0 126,-1 0 0,1 0 0,-2 0 0,-5 0 110,1 0 1,-6 0 0,4 0 0,-6 0-53,-6 1 0,2 1 0,-5 3 0,-1 7 62,0 4 1,-2 3 0,-5 7 37,0 9 0,5 9 1,2 15-1,1 5-56,-1 4 1,6 4-1,-2 5 1,4 9-35,2 5 1,-6 10 0,1 0-1,1 6-152,2 3 0,2 15 0,-2-1 0,-2 4-193,-2 2 0,-2-4 1,2-9-1,-5-8 52,-5-8 1,-7-8-1,0-14 1,-1-7-92,-1-6 1,4-11-1,-6-1 1,1-7-422,5-5 1,2-3-1,1-9 1,1-7-309,-1-4 1,7-9 0,1-4 0,2-6-224,4-6 1,2-3 1160,2-9 0,8-7 0,2-2 0</inkml:trace>
  <inkml:trace contextRef="#ctx0" brushRef="#br0" timeOffset="4082">699 2933 7808,'16'-17'-299,"-3"1"0,-3 2 428,-2 3 1,3 5 0,-3-6 395,2-1 0,-6 3 1,3 0 1099,1 3-1118,-6 1 1,0 14 0,-10 5 0,0 6-86,1 5 1,-5 7 0,4-4 0,0 2-277,1 0 1,-7 0-1,4 4 1,-1-2-33,-1-2 0,2-5 1,-3 3-1,3-2 14,2-4 1,-5-1-286,1-3 0,4-9 0,3-8-16,3-10 0,2-5 1,0-5-1,0-1 59,0-2 0,2-8 1,1 4-1,5-2 5,2-1 1,-4 3-1,5-2 1,1 4-8,-2 0 0,5 5 0,-5-3 0,2 6-25,-1 5 0,1-2 0,5 8 0,1 3 1,-7 1 0,1 2 0,2 0-240,1 0 1,3 2 0,-1 3 0,1 5-124,-1 0 0,1 3 0,-1-5 0,0 0 1,1 0 1,-1 3-1,1-3 1,-1 0-298,1 0 799,7-3 0,2 3 0,8 2 0</inkml:trace>
  <inkml:trace contextRef="#ctx0" brushRef="#br1" timeOffset="4766">1118 3003 8249,'0'11'1301,"0"1"1,0-6-269,0 6 0,0-7-469,0 7 0,-2-8 1,-2 4-1,-2-1-122,3 5 1,1-2 0,2 1 0,-2 1-137,-4-2 1,4 5 0,-4-3 0,2 3-193,-2 3 0,4-1 0,-5 1 1,1-1-379,0 1 0,0-1 0,6 1-866,0-1 1,0-5-2396,0-1 3409,0-7 1,8-4 0,2-9 0</inkml:trace>
  <inkml:trace contextRef="#ctx0" brushRef="#br1" timeOffset="5249">1363 2339 8249,'-16'12'307,"4"0"1,-1-1 0,7 7-1,2-1 210,2 1 0,2-1 0,0 2 0,2 5 506,4 5 1,-2-2-1,8 2 1,1 2-638,3 2 1,-1 8 0,-1 2 0,-3-1-207,3 1 0,1-2 0,3-4 0,-3-1-98,-3-1 1,2 2-1,-8-12 1,-1-1-814,3-5-334,-6 10 397,6-25 1,-10 10 440,-4-20 0,4-4 0,-6-5 0,3 1 95,-1 2 1,-6 7-1,4-5 185,-1 2 1,-3-4 175,-6 7 0,1 1-45,0 10 1,1 3 0,2 9 0,5-1 115,1 1 1,2 1 0,6 2 0,0 3 32,0-3 1,0 4 0,0-1 0,0-3-282,0-2 0,2-1 0,4-1 0,6-1-323,3-5 0,-3 3 0,-1-8 0,3-2-124,1-2 1,3-4 0,-1-4-1,1-4-534,-1 1 0,-1-7 1,-3 4-1,-1-3-1323,2-3 2312,-7 1 1,9-8-1,-6-3 1</inkml:trace>
  <inkml:trace contextRef="#ctx0" brushRef="#br1" timeOffset="5431">1101 2811 8249,'-33'11'849,"4"1"72,-4 0-674,21-3 0,4-1 0,20-10-320,3-4 0,3 2 1,-1-5-1,1-1 97,-1 0 0,8-1 0,3-7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47:46.561"/>
    </inkml:context>
    <inkml:brush xml:id="br0">
      <inkml:brushProperty name="width" value="0.08" units="cm"/>
      <inkml:brushProperty name="height" value="0.08" units="cm"/>
      <inkml:brushProperty name="color" value="#E71224"/>
    </inkml:brush>
    <inkml:brush xml:id="br1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35 577 8046,'0'-10'68,"-2"2"0,-2 6 454,-1-3-54,-1 3 96,6-6 156,0 8 1404,0 0-2062,0-8-41,0 6-27,0-6 52,0 8-132,0 0 80,-8 0-35,6 0-21,-6 0 28,8 0 38,0 0 18,0 8 15,0-6 12,0 6-37,0-8-17,0 0 4,8 0 1,-6 0 0,6 0 0,-8 0 150,0 0-104,8 0-59,-7 0 8,7 0 6,-8 0 283,0 0-135,8 0 0,-6 2 32,4 4 0,-4-2 0,-2 7 0,2 3 16,3 1 1,-3 5 0,4 1 0,-2 6-90,2 6 1,-2-2-1,6 12 1,-3 0 9,-3 3 1,-2-3-1,0-2 1,2-6-221,2-6 1,0 2 0,-6-8-225,0-2 505,0-9 115,0-4 0,0-22-266,0-3 0,0-5 0,0 5 0,0-1-44,0 1 0,0-1 1,0 1-1,0 0-54,0-1 1,0 1 0,0-1-44,0 1 0,0-1 0,0 1 60,0-1 1,0 7 0,0-1 4,0-2 0,5 5 0,1-3-23,-2-1 0,0 3 63,2-2 0,-2 2 0,5-3 0,1 1 7,0-1 1,-4-3-1,5-1 1,3-1 9,1 1 1,3-7 0,-1 1 0,1 0-10,-1-2 1,1 5 0,-1-3-101,1 4 1,-1 3 0,-1 2-446,-5 3 202,-3 7 1,-2-2 0,0 12-479,-2 6 1,-3 3-1,-1 3-134,0-1 0,0 0 0,2-1 949,4-4 1,4 3 0,7-5-1</inkml:trace>
  <inkml:trace contextRef="#ctx0" brushRef="#br1" timeOffset="899">524 769 8099,'-17'0'675,"7"0"1,4 0 0,12 0-414,6 0 0,-3 0 0,3 0 1,2 0-110,1 0 1,3 0 0,-1-2 0,1-2 64,-1-2 1,0-5-1,-1 3 1,-2-2-368,-3-3 0,1-1 1,3 0-1,-1 3-67,-2-3 0,-8-1 1,1-3-1,-1 1-38,2-1 1,-4 7-1,2-1 131,-8-2 1,-6 7 0,-7 1 0,-3 4 35,-3 2 0,2 8 0,-8 3 1,-2 7 126,-2 5 0,4-2 0,1 8 0,1 3 93,0 1 0,6 1 1,-3 1-1,7 0-48,5 0 1,5 0 0,7 0 0,1-2-180,5-4 1,6-4-1,11-9 1,6-4-326,4-7 1,4-3 0,2-2 0,4 0-1440,1 0 1858,-5-7 0,12-11 0,-7-9 0</inkml:trace>
  <inkml:trace contextRef="#ctx0" brushRef="#br0" timeOffset="1199">1031 577 14094,'-18'0'-79,"1"0"1,-1 0 349,1 0 0,5 2 1,1 4-1,-1 5 295,2 5 1,-3 1 0,5 1 0,0 1-316,0 4 0,1-1 1,3 5-1,-2-2-233,2-4 1,2-1 0,4-3 0,2 1-453,2-1 1,7-1 0,-1-5 0,3-5-304,3-4 1,-1-2 0,1 0 0,-1-2-421,1-4 0,5-3 1090,0-9 0,8 1 0,-3-1 1</inkml:trace>
  <inkml:trace contextRef="#ctx0" brushRef="#br0" timeOffset="1601">1153 664 11551,'-23'12'323,"-1"-1"1,1 1-1,6 4 1,1-3 495,4-1 1,5 1 0,7 9-137,0 1 0,0 0 0,2-7-751,3-5 0,5 3 0,8-8 1,-1-2 177,1-2 0,-1-8 0,0-2 0,1-2 62,-1-3 0,1-3 0,-1-1 0,1-1-128,-1 1 0,-1-1 1,-3-1-1,-3-2 52,-2-3 0,0 1 1,-5 6-1,3-1-190,-2 1 1,-4 5 0,-6 0 0,-5 1-498,-5 1 0,-3 2 0,-3 8 1,-1 0-315,2 0 1,-4 0-1,1 2 154,3 4 1,2 4 896,1 7 1,8 9-1,3 1 0</inkml:trace>
  <inkml:trace contextRef="#ctx0" brushRef="#br0" timeOffset="2033">1520 664 9074,'-16'8'388,"5"4"1,3 3 0,8 4 0,0 3-89,0 1 1,0 0-1,0-3 1,2 1-226,4 2 0,-3 1 0,7-7 0,0-1-230,0-5 0,-5 3 229,7-8-80,-8 0 1,4-8 0,-8-4-1,0-6 19,0-3 1,0-3 0,0 1 0,0-3-15,0-3 0,0 2 1,0-6-1,0-1-97,0 1 1,2 0 0,1-4 0,3 4 55,-2 2 1,0-1 0,0 5 0,2-2 48,-2 1 1,5 3-14,3 1 1,3 9 0,3 3-150,-1 4 1,1 2 0,-1 2-1,1 2-53,-1 2 0,-5 7 0,0-1 1,1 3 4,3 3 1,1-6 0,1-3 150,-1-1 1,1 6-1,-1-5 1</inkml:trace>
  <inkml:trace contextRef="#ctx0" brushRef="#br0" timeOffset="2483">1974 0 8896,'-12'8'291,"2"4"0,3 3 138,3 3 1,2 7-1,4 4 1,4 6 217,5 6 1,5-2-1,3 7 1,4 3-437,7 1 0,-3-3 1,0-1-1,-2 1-169,-4-2 1,-1-5 0,-5-9 0,-1-3-324,-2-3-477,-8-2 495,3-13 1,-9-10-1,-3-12 54,-7-3 0,-4-3 0,-1 1 1,1-1-231,5 1 1,-11-3 0,5-1 0,-4-2-157,-5 1 0,5 5 0,-6 3 0,0 3 488,-1-3 1,1 6 0,-2 3-1,4 3 198,0 2 0,9 0 0,-3 2 0,1 3 225,5 7 0,7 5 0,0 5 0,4 3-79,2 2 0,2-4 0,4 5 1,6-3-161,3-4 0,5 4 1,1-1-1,4-3-138,2-2 0,0-3 1,4-2-1,-1-5-334,1-1 1,-4-2 0,2-6 0,0 0-550,-2 0 967,6 0 1,-6-8 0,8-2 0</inkml:trace>
  <inkml:trace contextRef="#ctx0" brushRef="#br0" timeOffset="2833">2515 350 14516,'-17'0'202,"-1"0"0,1 0 0,1 2 680,5 4 0,-3 3 0,6 9 0,-1-1-99,-5 1 0,4-1 0,1 1 0,-1-1-397,0 0 1,6 7 0,-3-1 0,1-2-229,0-1 0,0-3 0,8-1-427,4-5 1,-2 3 0,7-8 37,3-2 0,3-2 0,5-2 0,1-2 329,-2-4 1,1 4 0,-1-6-1,4 2 135,2 1 0,-5-1 0,3 4 0,-2-2-145,1-2 0,-1 0-347,-6 6 1,-1 2 0,-4 4 0,-9 6 281,-6 3 0,-7 3 0,-8-1 0,-1 3-90,-4 3 0,-5 4 0,-6 8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48:08.542"/>
    </inkml:context>
    <inkml:brush xml:id="br0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4349 1694 12903,'-11'0'-480,"-1"0"1,-2 0 147,-1 0 594,5 0 598,2 0 339,8 0-312,0 0 0,0 8-550,0 4 1,-5-2 0,-1 1 0,0 3-32,-2 1 0,4-3 0,-7 0 0,-1 3-105,2 6 1,-5-1 0,3 3-1,-3-1 51,-3 1 1,1-4 0,-1 4 0,-1-1-152,-5 1 0,5-3 1,-4 3-1,3-4-54,3-1 0,-2-1 0,-3 1 0,-1-3-32,2-3 0,1 1 0,3-5 1,-1 0 3,1 0 0,-7-1 1,1-3-1,2 2-182,1-2 0,1-2 0,-2-2 0,-3 0-32,3 0 0,-4 0 1,2 0-1,-1-2-35,-1-4 1,0 4-1,-6-4 1,4 4 38,1 2 1,1-5 0,4-1 0,-4 0 81,-3-2 0,5 6 0,-4-5 0,0 1-27,0 0 1,-1-6 0,-3 4 0,4 1 87,2-1 1,-6-6 0,2 3-1,-2-3 61,2 3 0,-4-5 0,6 4 0,-3-3 34,1-3 0,2 1 0,-4-1 0,2 1 38,-2-1 0,4 1 1,-2 0-1,0-1-8,1 1 1,1-1-1,6 1 1,-2-3-3,1-3 1,-3 4-1,2-5 1,1 5-46,3 1 0,0 1 1,-3 0-1,-1-1-70,2 1 1,1-1 0,3 1 0,-3-1 24,-3 1 0,4-1 1,-7 1-1,3-1 65,0 1 0,-8-1 0,2 1 1,-2-1-20,2 1 0,-4 0 1,3-1-1,-3 1 59,-1-1 1,4 3 0,3 1-1,2 2-64,4-1 0,-6-1 0,-1 1 0,-1 1-29,0-2 0,6 5 0,-4-3 0,0-1 16,-1-3 0,7 4 0,-4 1 1,0-1 44,-5 2 1,3-5 0,0 5 0,0-2-26,0 1 0,5 5 0,-1-4 0,2 1-32,-2-1 0,3 4 0,-3-4 0,3 1 24,3-1 1,-6 0-1,-1-3 1,3 3 39,2 2 1,1-3 0,1 3 0,-1 0-25,1 0 0,-1-3 0,1 5 0,-1 0-31,1-2 1,-1 4 0,1-5 0,0-1 7,-1 0 1,1 4 0,-1-5 0,1-1 20,-1 2 0,1-3 0,1 5 1,3 0-35,1 1 0,0-5 1,-3 4-1,1 0 19,3 1 0,5-5 0,-6 4 1,-1 1 34,-3-1 1,4-4 0,1 4 0,-3 1-9,-1-1 0,3-4 0,0 4 0,-1 1-55,-3-1 1,5-4 0,-1 4 0,-2-1-31,-1-5 0,3 4 0,1-1 0,-3-1 47,-2 3 1,5-7 0,-1 6 0,-1-1 11,-3-1 0,-1 6 1,-1-5-1,1-1 4,-1 2 1,1-3 0,-1 5-12,1-2 0,-1 4 0,1-3 0,-1-1 37,1 0 1,-1 6 0,1-3-14,0-1 1,-1 4-1,1-8 1,-1 8 0,3-3 45,3-1 9,-4 6 42,7-14 30,-1 14-369,2-5-99,8 7-33,0 0-175,8 0 307,-6 0 1,6 2 428,-8 3 0,0 5 0,2 8-78,4-1 1,-5 1-1,7-1 1,-2 2 4,0 5 0,2-3 1,-4 8-1,3 2-121,3 2 0,-4 4 1,4 2-1,-1 0-99,1-6 1,-4 2 0,3-8-1,-1 0-103,-4-4 0,4-3-163,-2-3 547,-1-7 0,-5-4 0,0-14 0,0-8-88,0-5 0,0-10 0,0 2 0,-1-4-129,-5-2 0,-4-2 1,-6-2-1,3-3-92,1-3 0,-1 4 0,-9-5 0,-1-3-232,2-1 0,-1 3 0,1 0 0,-2 1-52,1 1 1,-1 3 0,4 9 0,5 2 562,4 1 0,5 9-6,5-2 1,2 11 0,3 6 0,7 4-24,4 2 1,7 0 0,2 0-1,0 2-135,0 4 1,7-2 0,-3 8 0,4 1-69,2 3 0,-6-5 0,0 1 0,2 2-511,2 1 1,2-3 0,2-2 0,1-1-551,3 1 1,2-6 0,-2 4 0,3-3 1096,1 1 1,13 8 0,-4-4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1:41.37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401 716 7924,'-16'-2'-309,"4"-3"-219,5 3 528,7-6 0,0 0 0,0-2 0</inkml:trace>
  <inkml:trace contextRef="#ctx0" brushRef="#br0" timeOffset="667">174 629 8498,'-45'-8'481,"4"6"0,12-4 0,6 5-1545,3 1 1958,11 0 0,3 0 0,12 0 0,5-2-422,5-4 0,7 4 0,0-4 0,1 6-286,1 6 0,-4 4 1,6 7-1,1 0-70,-1 1 0,-4 5 0,4 2 0,-2 1-81,-3-1 1,-3 0 0,-1-4 0,-1 5-212,1 1 1,-3-6 0,-3 2 0,-5-3-84,1-3 1,-6-5 0,4 0 61,-4 1 1,-4 3-1,-4-1 115,-5-3 0,1 1 0,-2-5 0,-1 0 13,-3 0 0,4 3 1,1-5-1,-1 0 25,2 2 0,-5-6 45,3 4 0,3-4 49,-3-2 1,8-2-1,-2-4 1,4-6-4,2-3 0,0-11 0,0-3 0,2-4-24,4-2 0,-2 0 1,8 0-1,-1 1-2,-1-1 0,5 0 0,-3 0 0,4 2-42,1 4 0,-5-2 1,-1 7-1,5 3-23,5 2 0,-7 3 0,3 4 0,-1 7-222,-1 3 1,3 2 0,-1 0-166,1 0 0,-9 7 1,-1 3-1,-2 2-32,0-1 0,2 3 0,-5 7 0,3 3-282,-2-3 1,0-2-1,0-1 745,2-1 0,0-7 0,-6 6 0,0-7 0</inkml:trace>
  <inkml:trace contextRef="#ctx0" brushRef="#br0" timeOffset="1084">820 716 7879,'-24'0'312,"1"0"0,2 2-16,1 4 1,11-2-207,3 8 0,6-3 1,6 3-1,5-6 97,5-4 0,1-2 1,1 0-1,1 0-123,4 0 0,-3 0 0,5 0 0,-2-2-62,1-4 1,1-2-1,-4-5 1,3 1-18,-3-2-1,-2-1 1,-1-3 0,-1 1-139,1-1 0,-3 1 0,-1 0 0,-5-1-72,-1 1 1,-2-1 0,-6 1 0,-2 1 158,-4 4 1,-9-1-1,-10 7 1,-3 2 65,-3 2 0,-2 10 0,-2 4 0,0 3 99,1 3 0,-1 7 0,0 4 1,2 4 50,4 2 1,3 0 0,9 0 0,1-2-113,5-4 0,5 4 1,12-6-1,5 0-199,5-4 1,9-3 0,4-5 0,4-3-130,2-6 0,6-4 0,0-2 0,-3-2-57,-1-4 1,0-4-1,2-7 1,2-1 347,-2 1 0,-10-8 0,4-2 0,-6-8 0</inkml:trace>
  <inkml:trace contextRef="#ctx0" brushRef="#br0" timeOffset="1770">1379 594 7879,'-2'18'184,"-4"-1"1,2 2 0,-6 5 0,2 5 358,5 4 1,1 4 0,2 3 0,2 9-324,3 7 1,-1 0-1,8 8 1,0 1-245,-3-3 1,-1 4-1,-8-10 1,0-4-18,0-3 1,0-12 0,0-2 0,-2-10-118,-4-6 0,2-9 27,-7-4 1,7-6 83,-2-6 0,4-4 0,2-7 0,0-3-106,0-3 0,0-4 1,0-8-1,0-2-64,0-4 1,0 3 0,2-11-1,2-3-145,2-5 0,0-1 0,-6 6 0,0-1 163,0 1 0,0 5 0,1 3 0,3 3 386,2 8 1,8 6 0,-3 11 0,5 5 128,1 5 1,1 6 0,-1 6-1,1 7-22,-1 9 0,1 5 1,-1 8-1,-1 0-118,-5 0 0,3-1 0,-8 1 0,-2 0-191,-2 0 1,-2-2-1,0-4 1,0-5-21,0-5 0,0-1 0,-2-3 74,-4-3 0,2-5 102,-8-7 0,8-1-146,-1-5 0,3-4 0,2-7 0,0-1-88,0 1 1,0-7-1,2-1 1,1 0-186,3 0 0,6-6 1,-4 3-1,1-1 54,5 0 1,-4 0 0,1-6 0,3 0 66,1 0 1,3 2 0,-1 2 0,1 2 174,-1-2 1,1 6 0,-1 2 499,1 3 1,-7 10-162,1 5 0,-8 12 0,0 11 0,-8 9 14,-8 6 1,2 2-1,1 0 1,1 0-161,4 0 0,-4 6 0,3-1 1,1-1-308,2-2 1,2-8 0,0 0 0,0 0-395,0-2 1,2-1 0,4-9-117,5 1 0,5-7 1,1-1-1,1-2-144,-1-4 1,2-10 0,1-6 749,-3-3 0,12-3 0,-9 1 0</inkml:trace>
  <inkml:trace contextRef="#ctx0" brushRef="#br0" timeOffset="2250">2304 629 7737,'-17'0'-99,"-1"0"1,1 0 0,-1 0 0,1 2 358,-1 4 0,1-2 0,-3 7 0,-1 3-34,-2 1 1,0 3-1,5-1 1,1 1-259,-1-1 1,3 3-1,1 1 1,4 2 32,3-1 1,1-3 0,6-2-33,0 1 0,8-8 0,3-5 1,5-3-46,1-2 0,1 0 1,1-2-1,2-3-46,3-7 0,7-5 1,-4-5-1,2-1-8,0 2 1,-6-5 0,5 1 0,-1 0 91,0 0 0,-6-1 0,3 5 0,-7-2 53,-5 1 1,1 1 0,-7 0 177,-2-3 1,-4 9 0,-6 9 52,-6 4 1,-3 12 0,-3 5 0,1 9 30,0 3 0,-1 2 0,3 6 1,1 0-194,2 0 0,8-2 1,-1-2-1,3-2-274,2 2 0,0 0 1,2-2-1,1-6-108,3-3 1,8-5 0,-1-3 0,7-6-82,3-4 1,2-4 0,-3-4 0,3-6 117,2-3 0,-6-10 1,3-5-1,-5-3 261,-1-1 0,7-1 0,2 0 0</inkml:trace>
  <inkml:trace contextRef="#ctx0" brushRef="#br0" timeOffset="2501">2688 70 7865,'-7'25'91,"-5"4"1,-2 12-1,3 8 1,5 7 553,4 8 0,4 12 0,4 5 0,5 5-631,5 1 0,1-2 1,1-1-1,-1-9-174,1-9 0,-1-9 1,1-24-1,-3-4 219,-3-6 0,3-11-422,-3-6 1,-2-6 0,-1-6 0,-1-6 85,-4-3 1,-2-3 0,-2 1 0,0-3-84,0-3 1,-6 2 0,-2-7 0,-1 1 359,-5 0 0,-1-2 0,-3-6 0,-15-8 0,-4-1 0</inkml:trace>
  <inkml:trace contextRef="#ctx0" brushRef="#br0" timeOffset="2819">2479 577 7865,'-10'17'-139,"4"1"1,-2-1-1,3 0 1,3 1 333,6-1 0,5 7 0,11 1 0,3 0 166,6 0 1,4-1 0,2-7-1,0 1-335,0-1 0,6-5 0,-1-3 0,-1-1-19,-2-4 1,-2-2-1,-2-2 1,-2-2-39,-2-4 0,-8 2 0,3-7 1,-5-1-92,-1 2 1,-3-5 79,-3 3 1,-4-3 31,-8-3 1,-2 8-1,-4 5-45,-6 3 0,2 2 0,-1 2 28,-3 3 1,5 5 0,-1 8 0,0-1-87,0 1 0,7-1 0,-3 0 0,4 1-14,2-1 0,0 7 0,2-1 0,4-2-187,5-1 1,7-9 0,5-1 0,4-2 313,0-4 0,14-2 0,-4-2 0</inkml:trace>
  <inkml:trace contextRef="#ctx0" brushRef="#br0" timeOffset="3250">3876 0 7857,'-23'12'331,"-1"0"1,-5 1-1,6 10 1,4 7 312,5 3 1,6 9 0,8 5 0,2 3-442,4 3 1,4 5 0,7 2 0,1 0-288,-1 0 0,1-3 1,-1-9-1,-1-3-271,-5-3 1,3-3 0,-6-10-384,1-5 264,3-5 1,-2-11 318,-5-8 0,-3-8 0,-2-9-12,0-1 0,-7 1 0,-5-1 0,-4 1 24,-1-1 0,-6 1 0,-3-3 1,-1 1 54,-4 1 0,-2-3 1,-2 11-1,0 1 113,0 3 0,0-2 0,1 4 0,1 6 568,3 8 1,-1 7-1,8 7 1,4 5-17,5 4 1,6 2 0,8 0-1,2 0-234,4-1 0,6 1 1,11-2-1,8-3-210,8-7 0,2-6 0,9-5 0,6-6-245,5-4 1,-3-4 0,6-6 0,2-8-706,2-5 0,0-8 0,-2 4 0,-6-2 817,-6-4 0,2-2 0,-11-2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1:47.53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380 892 7996,'-29'0'0,"2"0"-200,2 0 1,2 5-1,5 1 1,3 0 206,3 2 0,2-6 1,6 6 562,-1-1 1,-1-3 619,6 8-728,0-8 1,-2 4 0,-2-7 129,-2 5 0,-7-4 0,1 4-339,-4-4 1,5-2 0,-1 2 0,-2 2 66,-1 2 0,-2-1 0,-1-3 0,1 4 0,5-4 0,0 4 471,-1-4-643,5-2 0,4-2 1,16-4-1,11-7 117,8-9 0,14 1 0,9-10 0,14-4-71,11-4 1,-29 14-1,1 0 1,6-1-1,1-1 1,7-3-1,2-2-113,8-2 0,1 0 0,2-1 1,1 0-1,5 1 0,1 0 1,0 2-1,-1 0-142,0 3 1,-1 0 0,-4 2-1,-1 2 1,-5 2 0,-2 1-1,-5 4 1,0 1 18,-8 4 1,0 1-1,-2-1 1,-1 1 0,38-11-1,-2 1-134,-2 3 1,-17 3 0,-8 3 0,-10 1-66,-7-2 0,-12 1 0,-12 1-274,-3 6 715,-11-3 1,-3 7 0,-12-4-1,-5 4-195,-5 2 0,-3 0 1,-3 0-1,-1 0-380,2 0 0,-4 0 1,-1 2-1,-1 2-115,-4 2 1,6 5-1,2-5 1,3 0 169,3 2 1,-1-6-1,3 5 1,1-1-2336,3 0 721,7 0 1934,4-6 0,9 0 0,9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2:29.13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0 576 7411,'0'-9'4049,"0"1"-3645,0 8 0,0 2 0,0 4-231,0 5 0,0 7 1,0 3-1,0 3-120,0-3 0,0 4 0,0 0 0,0 2-212,0 5 0,0-1 0,0 0 0,0-4-639,0-2 1,0 0 0,0-3 0,0 1 214,0-2 1,0-7-1,0-3 583,0 3 0,0 2 0,0 1 0</inkml:trace>
  <inkml:trace contextRef="#ctx0" brushRef="#br0" timeOffset="416">0 507 7816,'0'-12'-277,"0"0"0,2 3 682,4-3 0,4-2 0,7 9 0,1 1-41,-1 2 1,1 2-1,-1 0 1,1 0-282,-1 0 1,0 0 0,1 2-267,-1 4 1,-1 3-229,-4 9 1,-5-1 0,-9 1-93,-3-1 1,1-1 502,-8-5 0,-7 5 0,-9-7 0</inkml:trace>
  <inkml:trace contextRef="#ctx0" brushRef="#br0" timeOffset="785">524 0 7823,'-17'0'237,"5"0"20,0 0 1,9 2 0,-5 4 0,2 6 159,0 3 0,0 8 1,6 5-1,0 3-309,0 5 0,0 13 0,0 1 0,0 9-282,0 3 1,2 0 0,2 2 0,2-6-325,-2-4 0,4-9 0,-3-6 1,-1-8-1030,-2-8 1527,-2-3 0,8-3 0,2 1 0</inkml:trace>
  <inkml:trace contextRef="#ctx0" brushRef="#br0" timeOffset="1365">699 524 7723,'-2'-15'-292,"-2"1"1,-4 2 696,-1-1 1,-3-1-192,-6 3 0,7-3-141,-1 8 0,6 0 1,-3 8 10,1 4 1,0 2 0,4 5 0,-2-1-39,3 2 1,1 1 0,2 3-1,0-1-69,0 1 0,0-1 1,0 0 4,0 1 0,0-6 0,2-3-2,3-1 1,5-2-1,8-6-5,-1 0 0,-5 0 0,-3-2 0,1-2 7,0-2 1,-4-7 0,5 3 15,3 0 1,-6-5-39,-3 3 855,5 4-595,-8 1 0,6 14 0,-8 5 0,0 3-253,0 3 0,0-1 0,0 1 1,0-1-387,0 1 0,0-1 1,0 1-554,0-1 0,0 1 972,0-1 0,8-7 0,1-2 0</inkml:trace>
  <inkml:trace contextRef="#ctx0" brushRef="#br0" timeOffset="1767">891 542 7723,'-8'17'76,"-3"0"0,-3 1 1,2-1-1,7 1 208,3-1 0,2 1 0,0-1-232,0 1 1,0-1-306,0 1 1,2-3 240,3-3 1,5-4-287,8-8 1,-7-8 43,1-4 0,-6-3 1,3-3 179,-1 1 1,4-1 0,-6 1 0,-1-1 28,3 1 0,-6 5 0,6 1 67,0-3 1,-5-2 455,9-1 0,-6 7 82,6 4 0,-9 6-414,3 6 1,-4 4-1,-2 7 1,0 1-104,0-1 0,0 1 0,0-1 1,0 1-383,0-1 1,0 1 0,2-3-1422,4-3 1760,-4 3 0,13-13 0,-5 6 0</inkml:trace>
  <inkml:trace contextRef="#ctx0" brushRef="#br0" timeOffset="1999">1275 35 7723,'-17'25'63,"-1"2"1,3 8-1,3 0 164,6 0 1,4 6 0,2 4 0,0 3-48,0 6 1,0-3 0,0-4 0,0 1-617,0 2 1,0-5-1,0-6 1,0-8-214,0-8 1,0-9 648,0-3 0,-7 1 0,-3 6 0</inkml:trace>
  <inkml:trace contextRef="#ctx0" brushRef="#br0" timeOffset="2333">1031 402 7836,'0'17'20,"0"1"0,7-7 0,5-1 0,4-2 217,1-4 0,1 4 0,1-3 0,2-1-160,3-2 1,-1 0 0,-6 2 0,1 2-31,-1-2 0,8-2-65,5-2 0,-5 0 0,-2 0 164,-3 0 0,-11 7-14,-3 5 1,-4-2 0,-2 1-72,0 3 0,0 1 1,0 3-210,0-1 1,0 1 0,-2-3 0,-2-1-617,-2-2 0,1-7 764,5 7 0,-8 0 0,-2 5 0</inkml:trace>
  <inkml:trace contextRef="#ctx0" brushRef="#br0" timeOffset="2733">1485 559 7794,'0'17'0,"-6"1"0,0-1 0,0-1-54,-1-4 1,5 3 0,-4-3-70,4 3 0,4-5 110,4-4 0,3-4-30,9-2 0,-9-2 1,-1-2-1,-2-4-23,0-2 1,2 5-1,-4-7 1,1-2-29,-1-1 0,4 3 0,-2 1 72,-2-3 0,3-2 0,1-1 301,2 0 0,-4 5 232,5 0 1,-5 8-177,6-1 0,-6 3-295,5 2 0,-1 7 0,2 5 0,-5 4-285,1 1 0,-6 0 0,6 1 1,-2-1-969,0 1 1213,-1-8 0,3 13 0,2-4 0</inkml:trace>
  <inkml:trace contextRef="#ctx0" brushRef="#br0" timeOffset="2948">1782 559 7764,'-28'23'203,"5"1"0,4 5 0,1-4 1,3 4 278,3 8 1,-1 0-1,7 7 1,2 1-171,2 0 0,2-5 0,0 5 0,0-2-478,0-4 0,6 1 0,0-3 0,-3-6-644,-1-4 0,-4-3 810,-3-7 0,-5-7 0,-8-2 0</inkml:trace>
  <inkml:trace contextRef="#ctx0" brushRef="#br0" timeOffset="3115">1345 157 7777,'-17'0'1829,"-1"0"-1891,8 0 0,5 0 0,10 2 62,7 4 0,4 4 0,1 7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2:34.52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71 646 7830,'-16'2'-147,"5"4"453,-5-4 1,8 13 0,-3-3 46,5 4 1,4-5 0,2 1-194,0 1 1,0 3 4,0 1 1,0-5 698,0 0-735,0-8 1,0 1-1,0-10-56,0-7 1,0-4-1,0-1 1,0 0-113,0-1 1,0-1-1,0-3 1,2-3-20,4-2 1,-2 4 0,5-5-1,1 3-12,0 4 0,1-4 0,7 1 1,-1 3 5,1 2 0,-1 1 1,1 3-1,-1 1-330,1 2 0,-1 9 0,0-3-68,1 4 0,-1 8 0,1 1 0,-1 5-96,1 7 1,-9-1 0,-1 7 557,0 0 0,2 2 0,7 8 0</inkml:trace>
  <inkml:trace contextRef="#ctx0" brushRef="#br0" timeOffset="316">315 664 7862,'0'9'1156,"0"-1"1,2-10-1024,4-4 0,2-3 1,5-7-1,-1 3-175,2 1 0,-5 0 1,3-5-1,0-1-29,-3 1 0,1-1 0,-6 1 66,2-1 1,-1 1 155,-5 0 0,-1 7 8,-5 4 1,-4 12 0,-7 5 0,-1 5-41,1 1 0,5 3 0,2 1 1,1 4-267,-1 3 1,6 1 0,-2 4-1,4-2-205,2-2 0,2-6 0,4 4 0,6-1-313,3-5 1,3-2-1,-1-3 665,1-5 0,-1 5 0,0-6 0</inkml:trace>
  <inkml:trace contextRef="#ctx0" brushRef="#br0" timeOffset="547">804 175 7830,'-17'23'240,"-1"0"0,3 8 0,1-2 0,4 4 100,3 2 1,-1 6 0,4 2-1,-2 1-472,2 5 0,2-1 0,0 1 0,-1-3-330,-3 3 1,0-6 0,6-5 0,0-6-733,0-9 1194,0-4 0,8-1 0,1-1 0</inkml:trace>
  <inkml:trace contextRef="#ctx0" brushRef="#br0" timeOffset="1031">874 506 7830,'-17'8'397,"-1"-4"1,1 8-57,-1 1 1,3 3 0,1 1 0,4 1-68,3-1 0,-5 7 1,6 1-1,2 0-200,2 0 1,2 4 0,0-5 0,0-1-57,0 2 0,6-11 0,2 1 0,2-3-132,3-2 0,3-7 0,1 3 0,1-6-76,-1-6 1,1-3 0,-3-9 0,-1 1 13,-3-1 0,1-1 0,5-2 0,1-3 87,-1 3 1,-5-4 0,-2 0 0,-1-1 36,1 1 1,-6 2 0,4 5 0,-2-1 97,-1-4 1,1 9-1,-6-3 147,0 1 0,-2 8 0,-2 4-63,-1 8 0,-3 4 1,4 8-1,-2-1-40,2 5 0,-3 1 0,1-2 0,2 3-89,2 1 1,2 2-1,0-4 1,0 3-232,0-3 0,0-1 0,0-3 0,0 0-144,0 1 0,0-6 0,2-3-61,4-1 1,-2-2 0,7-8 155,3-4 0,-1-4 0,1-9 0,-2-2 279,1-3 0,-3-5 0,1 4 0,1-2 0,-2-4 0,5-4 0,-3-6 0,4-4 0,1-7 0</inkml:trace>
  <inkml:trace contextRef="#ctx0" brushRef="#br0" timeOffset="1196">1293 0 7822,'-6'12'0,"-1"-1"516,-3 3 1,4 7 0,-4 6 0,1 6-149,-1 10 1,4 8 0,-5 7 0,-1 6-432,2 4 0,0 0 0,7-4 0,-3-8-298,2-8 1,2-1-1,2-12 1,0-8-789,0-6 225,0-11 924,0-2 0,0-24 0,0-3 0</inkml:trace>
  <inkml:trace contextRef="#ctx0" brushRef="#br0" timeOffset="1498">1136 402 7518,'8'17'61,"3"1"1,3-7 0,0-1 0,-3 0 310,3-1 0,1 3 0,3 5-233,-1 1 0,1-1 1,-3 1-1,-1-1 32,-2 1 0,-7-1 0,5 1 0,-2 1-69,-4 4 0,-2-3 0,-2 5 1,-2-2-78,-4 1 1,2-1-1,-6-6 1,3 1-326,3-1 1,2 1-960,2-1-405,0-7 1664,7-2 0,3-24 0,8-3 0</inkml:trace>
  <inkml:trace contextRef="#ctx0" brushRef="#br0" timeOffset="2032">1415 576 7836,'-11'18'0,"-1"-3"10,-1-3 1,3 3 0,0-3-1,2 4 13,5 1 1,1-5 0,4-3-2,3-1 1,5 4 0,8-6 0,-1-2-31,0-2 1,1-2 0,-1-2 0,1-4 4,-1-6 0,-1 2 0,-3 1 1,-1-1-22,2 0 0,-1 4 1,1-5 170,-3-3 0,-1 5 358,2-3-39,3 0 0,-13 5-193,4 7 0,-4 7 1,-4 11-192,-4-1 1,4-5 0,-3-1-1,1 3-83,-2 2 0,4 1 0,-6-1 1,2-3-21,0-1 0,1-6 0,5 5-112,0 3 1,-2-6-319,-4-3 390,4 5 0,-4-10 56,12 0 0,-4-2 1,6-9 30,-1-3 1,1-2 0,6 1 0,-5 1 262,-1 3 1,4 5 0,-4-4 164,1 2 0,-3-3-54,6 5 0,-1 0-218,7 6 0,-6 2 0,-3 4 0,1 4-369,0-1 0,-5 7 0,5-5-436,-2 5 1,-2 1-1,-4-1 1,2-2 70,1-3 1,1-5 551,-6 6 0,0-1 0,0 7 0</inkml:trace>
  <inkml:trace contextRef="#ctx0" brushRef="#br0" timeOffset="2415">1922 629 7980,'-18'0'496,"1"0"246,0 0 0,5 0 1,2 2-343,2 3 0,1-1-57,1 8 0,4-6-523,-4 5 188,4 1 10,2 6 0,0-1 198,0 1 1,6-7 0,0 1-89,-2 1 1,-2 3 0,0-1 0,1-1-157,3-2 1,0-1 0,-6 7-412,0-1 0,-2 1 0,-2-1-478,-2 1 0,-1-7 1,1-1-1269,-6-2 2185,-3 5 0,-3-11 0,1 6 0</inkml:trace>
  <inkml:trace contextRef="#ctx0" brushRef="#br0" timeOffset="2646">1939 227 8503,'0'18'0,"0"-1"617,0 0 0,0 3 0,0 3 0,0 6-135,0 4 1,2 2-1,2 0 1,4 2-577,2 4 0,-1-2 0,3 5 1,-4-1-599,0-4 1,-7 1-1,7-3 1,-2-6-128,0-4 1,0-3 0,-6-7 818,0 1 0,-8-9 0,-2-1 0</inkml:trace>
  <inkml:trace contextRef="#ctx0" brushRef="#br0" timeOffset="2863">2132 821 7804,'-24'17'0,"1"1"0,4-1 325,5 1 0,6-1 0,8 1 1,0-1 414,0 1 1,2-1-1184,4 0 1,4-7 0,7-4-504,1-4 0,-1-2 946,1 0 0,-1-8 0,0-2 0</inkml:trace>
  <inkml:trace contextRef="#ctx0" brushRef="#br0" timeOffset="3231">2289 873 7790,'-16'18'203,"5"-1"1,-3 1-1,8-1 1,2 2 408,2 5 0,4-3 0,2 6 0,4 0-371,2 1 0,-5-7 1,7 2-1,0-1-28,-3 1 0,1-4-251,-4 5 1,-2-7-141,7-5 0,-7-6-358,2-12 1,-4-4 0,-4-7 223,-4-1 0,4 1 1,-3-3-1,3-1 187,2-2 0,0-1 1,0 7-1,0-1 303,0 1 0,0-1 1,0 1 388,0-1 0,0 1 735,0 0-838,0 7 0,0 4 0,0 12 0,0 5-294,0 5 0,5 1 1,1 3-1,-2 1-13,-2 3 1,-2-1 0,0-6-1219,0 1 1,6-1-2593,0 1 3653,0-9 0,-6 7 0,0-6 0</inkml:trace>
  <inkml:trace contextRef="#ctx0" brushRef="#br0" timeOffset="3430">1677 262 7749,'-44'0'0,"1"0"4612,6 0-4430,12 0 1,15 6-1,16 0-318,8-2 0,3-3 1,1-1-1,-1 0-851,1 0 1,-1 0 986,1 0 0,-1 0 0,0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2:51.90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18 297 7504,'-10'0'1078,"3"2"1,7 4-788,0 6 0,5 3 0,1 3-205,-2-1 1,0 6 0,0 1 0,2-3-37,-2-2 1,-2 5-1,-2-1 1,1-4-175,5-5 1,-4 2 0,4-5-29,-4 5 1,-2-5 0,2-1-163,4-2 97,-4-2 0,11-14 0,-5-4 40,2-3 0,-6-3 0,3 1 0,-1-1-73,0 1 0,2-6 0,-4-1 101,2 3 0,1 2 113,-1 1 1,-4 6 117,4 1 1,-4 9 0,-2 2-1,0 10 123,0 5 1,0 4 0,0 3 0,0 3-9,0 2 0,0 0 0,0 4 0,0-3-82,0-3 1,0 4 0,2-6 0,2-1 61,1-3 1,3-7 0,-2-3-103,6-1 0,-3-2 0,3-6 0,0-2-46,-3-4 1,5-4-1,-8-7 1,0 0-39,1-1 1,-3-5-1,6-1 1,-2 3-205,-4 2 0,3 1 0,-1 1 0,-2-3-279,-2-3 0,-2 4 1,2-3-1,2 7-1156,2 3 1648,-1 8 0,-5-19 0,0 4 0</inkml:trace>
  <inkml:trace contextRef="#ctx0" brushRef="#br0" timeOffset="250">542 350 7936,'-8'17'8,"4"1"0,-7-1 1,-1 1 190,2-1 0,3 0 0,7 3 0,0 1 194,0 3 1,0 5 0,0-6-1,0 0-446,0 2 1,5-5 0,1 3 0,-2-3-398,-2-3 1,4 0-1031,0 1 132,0-8 1348,-6-3 0,7-22 0,3-5 0</inkml:trace>
  <inkml:trace contextRef="#ctx0" brushRef="#br0" timeOffset="650">490 123 7910,'-8'0'-31,"8"0"-41,10 0 0,5 0 0,3 0 0,1-2-83,4-4 1,-3 4-1,5-4 1,-2 4 51,0 2 0,3 0 0,-5 0 0,2 0 1,-1 0 0,-3 2 1,-1 2 76,-1 2 1,-2 7 0,-3-1-20,-6 4 1,-4 1 0,-2 1 0,0-1 459,0 0 1,0 1 0,0-1 0,0 1 315,0-1 0,-2 7 0,-2-1 0,-2 0-196,2 2 1,2 1 0,0 7 0,-1 0-280,-3 3 0,-2 3 0,4-4 0,-2 0-263,2 0 0,1 0 0,-1-2 0,-2-4-183,2-6 0,0-3 0,0-3-751,-2 1-743,1-9 1,5-3 1136,0-12 1,0-3 0,0-9 545,0 1 0,-8-1 0,-2 1 0</inkml:trace>
  <inkml:trace contextRef="#ctx0" brushRef="#br0" timeOffset="1183">647 175 8211,'-10'8'697,"2"2"0,8 7-438,0 0 0,8-5 0,6 0 0,5 1-112,4 3 0,3-1 1,-5-3-1,4-4-19,2 0 1,-3-7 0,5 5 0,0-4-130,-2-2 0,-2 0 1,-7 0-1,-1-2-43,1-4 0,-1-3 1,1-9-1,-1 1-12,0-1 0,-5 1 0,-2-1-14,-2 1 1,3 0 123,-5-1 0,0 4 106,-6 9 0,-2 7 0,-2 15 0,-4 2 72,-1 5 0,5 3 1,-4 8-1,2 0-144,0 0 1,-5 2 0,3 1 0,0 3-174,0-2 0,1-8 0,3-4 1,-2 0-143,2 0 1,2-11-798,2 1 849,0-11 0,2-6 0,2-11 45,2-5 1,1-1 0,-1-1 46,6 1 1,-2 1-1,-1 3 1,1 3 162,0 2 1,-4 2 315,5 6 0,-5 0 0,4 2-306,-2 4 0,-3 4 0,-3 5 0,2-1-326,2-2 0,2-3 0,-4 5 0,1-3 126,-1 3 0,4-4 1,0-1-2462,2-1 2571,-7-2 0,13 2 0,-6 2 0</inkml:trace>
  <inkml:trace contextRef="#ctx0" brushRef="#br0" timeOffset="1415">1380 350 7918,'-17'13'46,"-1"5"0,3 3 1,3-3-1,6-1 350,4 0 0,2 1 0,0 1-347,0 5 0,0-5 0,2 4-479,4-3-546,4-3-276,7-7 1252,1-2 0,-1-16 0,1-2 0</inkml:trace>
  <inkml:trace contextRef="#ctx0" brushRef="#br0" timeOffset="1832">1485 420 7898,'-2'17'58,"-2"0"0,-2 1 285,3-1 0,1 7 1,2-1-1,2-2 45,3-1 1,3-3 0,6 1 0,-3-3-286,3-3 0,-4 1 0,-1-5-113,-1 2 1,6-6-109,-3 2 1,-1-6-72,2-6 1,-8-4 0,3-7 0,-1-1-26,0 1 1,2-3-1,-4-1 1,1-4 16,-1-2 1,4 3-1,0-3 1,0 2 100,-1 3 1,5 3 0,-6 2 0,0-1 527,1 1 1,-3 1 399,8 5 0,-8 5-377,2 12 0,-4 5 0,-2 11 0,2 3-150,3 2 1,-3-4 0,6 6 0,-2 0-393,0-1 1,5 3 0,-5-8 0,0-2-538,2-1 0,-4-3 0,5 1-827,-1-1 1,0-7 1450,-2-4 0,-4-12 0,5-4 0</inkml:trace>
  <inkml:trace contextRef="#ctx0" brushRef="#br0" timeOffset="2015">1380 0 7877,'-17'10'0,"-6"4"0,1-7 0,5 1 368,3 0 0,10 6 0,0-5-438,8 1 0,6 4 0,5-7 0,-1 1-758,-2 0 0,-3 5 828,3-1 0,4 4 0,-7 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2:58.46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192 86 7130,'10'0'2140,"-2"0"-1184,-8 0 1534,0 0-1976,-8 0-44,6 0-396,-6 0 0,8-2 1,-2-2 160,-3-2-101,3 0 80,-6 6-218,8 0 1,-2 0 64,-4 0 0,4 0-32,-5 0 0,7-1 21,0-5-84,0 4-18,0-6 41,-8 8 64,6 0 83,-6 0-121,8 0 401,0 0-421,-8 0 3,6 0 2,-5 0 3,7 0-388,0 0 369,-8 0-50,6 0 35,-6 0 25,8 0 17,0 0-72,-8 0-8,6 0 0,-7 0-76,3 0 134,4 0 0,-8 0 1,4 0 0,4 2 29,-3 4 1,-3-2 9,2 7 0,-2-7-12,3 2-17,3 4 1,-8-3-1,4 5 0,4 4 6,-4-5 19,4-3-3,2 8 1,0-13 0,0 9 0,0-6-20,0 6 5,0-9 1,0 7-22,0-4 4,0-4 0,0 8 17,0-5 0,2-3-5,4 4 0,-2-4 7,8-2 1,-7 0-1,7 0-7,2 0 0,-5 0 0,3 0-28,2 0 0,-5-6 0,1-1 0,0-1-18,-1 0 1,-3-4 0,4 5-1,0-3 28,-1-4 0,-3 5 1,4-3-1,0-2 15,-1-1 0,-5-3 0,4 1 31,0-1 1,-6 1 103,3 0 0,-3 5-112,-2 0 1,-2 8 3,-3-1 0,1 10 0,-6 7 1,2 4 148,4 1 0,-3 2 0,1 3 0,2 3 65,2 2 0,2-4 0,0 5 0,0-1-117,0 0 1,0 0 0,0 2 0,0-5-311,0-5 1,2-2 0,4 1-1,5-3-57,5-3 1,3-4 0,5-10 0,5-6-4011,4-9 4253,2-1 0,0-23 0,-1 5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3:08.83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141 524 6616,'0'12'411,"0"-1"0,-2-7 0,-2 4 0,-2 0-97,2 3 1,2-1 0,2 4 0,0 3-51,0 4 0,-6 10 1,-1-1-1,-1 3-111,0 2 1,-4 5-1,5 3 1,-1 0-266,0-1 0,-5-1 0,3-6 0,0-2-130,4-4 1,-1-4 0,1-7-820,2-1 0,2-9-396,2-8 1457,8-8 0,-6-17 0,5-2 0</inkml:trace>
  <inkml:trace contextRef="#ctx0" brushRef="#br0" timeOffset="318">53 681 7853,'-15'-2'361,"3"-4"1,4 3 0,10-7-124,4 2 0,4-6 0,9 5 0,3-3 2,1 1 1,6 1-1,-4-4 1,0 3-80,1-3 0,-1 4 0,-4 1 0,3 1-44,-3 4 0,-2 2-94,-1 2 0,-9 2 1,-3 4-1,-4 5-83,-2 5 1,-6 7-1,-1 1 1,-3-3-287,-4-2 0,-3 5 0,-4-1 0,-3-2-92,3-1 0,1-3 1,3-1-1,0-5-43,-1-5 0,6 2 1,1-2 480,-3-3 0,-1-1 0,-3-2 0</inkml:trace>
  <inkml:trace contextRef="#ctx0" brushRef="#br0" timeOffset="587">507 175 7947,'-11'0'623,"-1"0"0,8 2 1,-2 3-1,4 7-336,2 4 0,0 9 0,0 4 0,0 4-143,0 2 1,6 0 0,0 2 0,-2 3-289,-2 7 1,-2-2 0,0-1 0,-2-1-498,-4-4 1,4-2-1,-6-2 1,3-2-465,-1-4 1,-6-4 1104,6-8 0,-7 1 0,3-1 0</inkml:trace>
  <inkml:trace contextRef="#ctx0" brushRef="#br0" timeOffset="1200">839 541 7838,'-17'-7'56,"-1"3"0,1-6 1,-1 2 46,1 4 1,5 3-1,1 1 182,-3 0 1,-2 1-220,-1 5 0,5 2 0,3 6 0,1-3-24,4 3 0,-4-4 0,2 1 0,3 3-69,1 1 0,2-3 0,0 0-44,0 1 1,0 3 31,0 1 0,2-7 0,3-4-22,7-4 0,4-2 0,1-2 52,0-4 1,1-4-1,-3-7 1,-1 1 17,-2 5 1,-6-5 0,3 4 0,1-3 112,0-3 0,-5 7 664,7-1-587,-8 0 0,4 5 0,-10 7-93,-4 9 0,2 7 0,-6 1 0,3 1-110,3-1 1,-4 1 0,2-1 0,2 1-194,2-1 1,0 1 0,-1-1 0,-3 1-866,2-1 0,2 1-393,2-1 1455,0-7 0,8 5 0,1-5 0</inkml:trace>
  <inkml:trace contextRef="#ctx0" brushRef="#br0" timeOffset="1651">979 489 7838,'-18'18'447,"1"-1"0,1 0 0,3 1-76,1-1 1,8 7-1,-1-1 1,3 0-231,2 2 1,0-5-1,0 3 1,0-1-150,0 1 1,0-10-1,0 5 1,0-3 9,0 1 0,2-6-716,3-5 0,-1-3 409,8-2 0,-6-7 0,3-5 0,1-4 111,0-1 0,-4 0 1,3-1-1,1 1 44,0-1 1,-4-5 0,3 0 0,1-1 52,0-1 0,-1 6 0,5-5 1,-4 5 121,-3 1 1,5 1 0,-6 0 0,0 1 213,1 4 1,-5 3 0,6 5 36,0-2 1,-6 8 0,4 10 0,-4 3 84,-2 3 0,0 5 0,0 2 1,0 0-236,0 1 1,0 3-1,0-6 1,0 0-467,0 2 1,0-5 0,0 3-1368,0-3 55,0-3 1652,0-7 0,7-3 0,3-7 0</inkml:trace>
  <inkml:trace contextRef="#ctx0" brushRef="#br0" timeOffset="1884">1346 0 7838,'-14'25'0,"-3"4"82,-3 4 0,7 2 1,3 2-1,2 2 465,4 2 0,2 7 1,2-1-1,0 5-376,0 6 0,0-9 0,0 3 1,0-3-716,0-5 0,6-7 1,0-9-770,-2-3-55,-2-10 1368,-2-7 0,0-16 0,0-1 0</inkml:trace>
  <inkml:trace contextRef="#ctx0" brushRef="#br0" timeOffset="2369">1154 332 7838,'0'12'-658,"0"-1"745,0 3 0,0 1 1,0 3 412,0-1 1,7-5 0,5 0 0,3-1-234,3-1 0,-1 3 1,1-7-1,-1-2-106,1-2 0,1 0 1,3 2-1,1 2-94,-2-2 0,4-2 0,-1-2 0,-3 0-297,-2 0 1,-1-6 0,-1 0 0,1 2-394,-1 2 0,1-4 1,-3-2-263,-3-1 0,-2 5-91,-5-2 1315,-3 4-24,6 2 0,-10 2 0,-2 4 0,-3 6 499,-3 3 0,4 3 1,-4 1-1,1 2-247,-1 3 1,4 7 0,-4-2 0,1 4-43,-1 2 1,4-2-1,-4-2 1,3-2-323,3 2 1,-4-6 0,2-2 0,2-3-605,2-3 0,2-5-31,0 0 1,2-11 0,4-1-351,6-9 0,-2-7 1,1-1-1,3-3 111,1-3 0,3-2 0,-3-6 1,-1 2-742,-2-2 1412,-1-2 0,7-2 0,-1 0 0</inkml:trace>
  <inkml:trace contextRef="#ctx0" brushRef="#br0" timeOffset="2601">1712 454 7825,'-9'8'0,"1"2"72,0-1 0,4 7 1,-5-5-1,1 5 217,4 1 1,2 1 0,2-1 0,0 1 174,0-1 0,0 3 0,0 1 0,0 2-109,0-1 0,0 3 0,0-2 0,0-1-272,0-3 1,2-7 0,2-1 14,2 3 0,1-1-1303,-1-1 733,-4-4 1,8-10 0,-6-4-11,2-6 1,1-3 0,-3-3 0,2 1-161,-2 0 0,4-1 0,-1 1 257,3-1 0,-4 1 385,6-1 0,-1 1 0,7-1 0</inkml:trace>
  <inkml:trace contextRef="#ctx0" brushRef="#br0" timeOffset="2817">2027 611 7826,'0'18'310,"0"-1"0,0 3 0,0 1 0,0 2 284,0-1 1,0 3 0,2 0-1,2 2-244,1 4 0,1-4 0,-6 1 0,2-3-29,4-4 0,-4 4 0,2 1 0,-6-1-421,-4 0 0,-8-2 0,5-5 0,-3-1-334,0 1 0,1-1 0,-7-1 1,1-3-687,-1-1 1,1-8-1,0 2 210,-1-4 0,1-4 910,-1-4 0,1-12 0,-1-9 0</inkml:trace>
  <inkml:trace contextRef="#ctx0" brushRef="#br0" timeOffset="3000">1677 192 7787,'-23'6'488,"0"2"0,3 1 73,7 5 0,-1 2 0,9 1 1,1 1-543,2-1 0,2 6 1,0 1-1,2-3-609,3-2 0,-3-1 1,6-1-466,0 1 0,-6-7 1055,4 1 0,-12 0 0,-4 5 0</inkml:trace>
  <inkml:trace contextRef="#ctx0" brushRef="#br0" timeOffset="3183">176 210 7787,'-28'-8'320,"3"6"1,25-6 0,12 8 0,13 0-236,8 0 0,4 0 1,2 2-1,3 2-1064,3 2 979,2 7 0,5 5 0,0 9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3:14.59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192 403 8003,'0'-12'269,"0"0"1,0 6 665,0-5-429,0 7 0,0-6 388,0 4-669,0 4 0,-8-5 0,-1 9-84,-1 3 1,-6 5-1,7 10 1,-3 1 13,0 2 0,1 8 0,-5 0 0,3 6-157,1 4 1,8 2 0,-2-5 0,4 3 36,2-2 0,0-10 0,0-6 0,2-3-27,4-3 0,4-7 0,7-4 0,1-6 53,-1-6 1,1-6 0,-1-11-1,1-6-141,-1-4 1,-1-2 0,-3 0 0,-3 0-110,-2 0 0,-2 0 0,-6 2 1,0 2-34,0 2 0,-2 8 1,-4-3-1,-8 5-154,-7 2 1,1 1 0,-3 4 0,2 7-201,-2 3 0,3 2 0,-3 2 0,5 3 203,7 7 0,-3 9 0,6 5 0,1-1 373,-1 0 0,2 6 0,6-4 0</inkml:trace>
  <inkml:trace contextRef="#ctx0" brushRef="#br0" timeOffset="367">716 315 7862,'0'-17'627,"0"5"-154,0 0 0,-8 9 0,-3-3-138,-5 4 1,-1 4 0,-1 4-1,1 5-119,-1 5 0,-1 7 1,-4 2-1,-5 0-96,1 1 0,0 5 1,6-2-1,-3 4-154,3 2 1,2 0 0,3 0 0,5-2-219,5-4 1,4 4-1,2-6 1,2-2-340,4-7 0,3-3 1,11-9-1,3-2 76,6-2 1,4-2 0,0-2 0,-2-4 514,-2-6 0,8-3 0,8-3 0</inkml:trace>
  <inkml:trace contextRef="#ctx0" brushRef="#br0" timeOffset="634">926 315 7862,'-18'0'439,"1"-6"297,-1 1 1,1 1-1,-1 8-272,1 1 0,5 9 0,3-2 1,-1 3-230,0 3 0,-2-1 0,-3 2 0,1 3-87,3 1 0,1 8 0,-4-4 0,5 0-302,1-3 1,2 1-1,6-2 1,2 1-298,4 1 0,0-6 0,9 3 0,5-7-138,-1-3 1,6-8 0,1 1 0,-1-3-190,0-2 1,4-2 777,-6-3 0,8-5 0,-3-8 0</inkml:trace>
  <inkml:trace contextRef="#ctx0" brushRef="#br0" timeOffset="1153">1223 385 7308,'-18'0'2419,"8"0"-1555,-5 0-423,13 0 0,-12-2 0,7-2-200,-3-2 0,4 1 0,-6 5-170,-1 0 0,-3 2 0,-1 3-157,-1 7 0,3 4 0,1 1 1,5 0-96,1 1 0,-4-1 0,6 1 0,2-1 27,3 1 1,1-7 0,0 1 0,1 0-15,5-3 0,4 5 0,7-8 0,1-2 30,-1-2 1,3-4 0,1-2 0,2-4 45,-1-2 1,-1-1 0,0-5 0,3 3 99,-3 1 0,-7 2 1,-5-3-1,1 1 228,0-2 62,-6 7 0,3 1 0,-7 12 1,0 5 6,0 5 0,-5 7 0,-3 2 0,0 1-336,0-1 0,2 4 1,6-4-1,0 0-335,0 1 0,0-3 0,0-6-541,0 1 0,2-3 1,4-3 906,6-6 0,3-12 0,3-4 0</inkml:trace>
  <inkml:trace contextRef="#ctx0" brushRef="#br0" timeOffset="1349">1502 437 7787,'-25'24'0,"-2"1"91,-1 2 1,5-4 0,10 5 0,3-1 647,2 0 0,2-6 0,6 3-722,0-5 1,8-7 0,4-3-772,3-1 0,3-2 1,-1-6 753,1 0 0,-1-8 0,1-2 0</inkml:trace>
  <inkml:trace contextRef="#ctx0" brushRef="#br0" timeOffset="1670">1694 315 7966,'-27'18'129,"4"-1"0,3 3 203,3 3 0,5-4 1,2 6-1,3-1 221,3-1 1,2 2 0,2-3 0,0 1-409,0-2 1,0-1 0,2-3-144,4 1 0,3-1 0,9-1-16,-1-5 1,-5 3 0,0-8-11,1-3-99,-5-1 0,2 4-70,-5 0 0,-5 6 1,2-5-363,-6 3 1,-7-4 0,3 4 0,-2-1-369,-3 1 1,-1-4 922,3 6 0,-13-9 0,5 5 0</inkml:trace>
  <inkml:trace contextRef="#ctx0" brushRef="#br0" timeOffset="2417">1816 507 8100,'0'-11'164,"0"-1"1,6 6 184,0-5 0,2 5 938,-2-6-627,-5 8 1,5-4-380,-12 8 0,3 2 0,-9 4-338,-2 6 0,5 3 0,-1 3 0,0-1 35,1 1 0,5-1 0,-2 1 0,4-1-124,2 1 0,0-7 1,0 1-1,2 0 11,4-3 0,3-1 0,9-8 0,-1 0 31,1 0 1,-1-2-1,1-4 1,-1-5-47,1-5 0,-1-1 0,1-1 1,-1-1 73,1-5 1,-7 5 0,-1-4 0,-2 1 167,-5-1 0,-1 4 1,-2-5 88,0 5 0,0 2 0,-2 1 0,-1 3 142,-3 1 0,-2 8-9,2-2 0,4 6-240,-4 6 1,5 4-1,1 7 1,0 1 55,0-1 1,1 1 0,3-1 0,2 0-62,-2 1 0,4 1 0,0 3 1,-1 1-60,1-2 0,4-1 1,-5-3-1,1 1-26,0-1 0,-2 1 0,-4-1 0,2 1-92,1-1 1,1-5-160,-6-1-66,0 1 1,0-4-35,0-8 0,0-8 1,0-12 82,0-3 0,0 4 0,0-6 0,0 1 47,0 1 1,2-2 0,2 3-1,4-1 213,2 2 1,-5 1-1,7 3 362,2-1 0,-1 7 1,1 1 114,-3 2 1,1 3-1,4 6 1,-3 5-6,-1 6 1,-1 3 0,7 3 0,-1 1-296,1 5 0,1-5 1,3 4-1,3-3-448,2-3 0,-6-1 0,3-3 1,-5-3-464,-1-2 0,-7 3 0,1-5-1538,1-2 2296,-5-2 0,0-10 0,-8-1 0</inkml:trace>
  <inkml:trace contextRef="#ctx0" brushRef="#br0" timeOffset="2599">1659 1 7904,'-56'15'0,"3"-1"650,9-2 1,15-1 0,15 5 469,18-5 1,14-3 0,14-8 0,1 0-1568,2 0 0,-4 0 0,10-2 447,-4-4 0,6-3 0,1-9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3:24.59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158 18 7732,'-18'0'318,"9"0"0,-1-2 0,4-2 287,-6-2 1,3 0-60,-3 6 1,6 0-107,-5 0 1,5 0-217,-6 0 1,3 2-1,-5 2-127,2 2 1,8 8 0,-1-3-151,3 5 0,2 1 0,0 1 2,0-1 1,7-7 0,5-4-57,4-4 1,1-2-1,0 0-117,1 0 0,-1-2 0,1-2-256,-1-2 1,-5-8 113,0 3 1,-7-3 0,5 1-775,-2 1 0,-2 6 1140,-6-5 0,-8 7 0,-2-4 0</inkml:trace>
  <inkml:trace contextRef="#ctx0" brushRef="#br0" timeOffset="353">350 70 8869,'0'12'1414,"0"0"-1128,0 1 0,0 3-249,0 1 0,0 1 1,0-1-31,0 1 0,2-7-248,4 1 220,-4-8 1,5 2-16,-7-12 0,0-4 0,0-7-73,0-1 1,2 1-1,2-1 75,2 1 0,2 1 0,-4 3-246,1 1 0,9 2-137,-2-1 1,3-3 0,3 8 416,-1 2 0,1-5 0,-1-1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3:32.74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175 594 7812,'-17'0'0,"-1"0"0,7 0 368,-1 0 1,6 2 0,-4 4 0,3 8 180,3 7 0,2-2 0,2 7 0,0-1-376,0 4 0,0 2 1,0 0-1,-2-2-456,-4 2 0,4 2 0,-4 2 0,2-2-436,-1-4 0,3-2 0,-6-5 0,2 1 719,0-2 0,-15-1 0,2-3 0</inkml:trace>
  <inkml:trace contextRef="#ctx0" brushRef="#br0" timeOffset="301">123 577 8296,'2'-16'1754,"4"5"-1388,5 5 0,7-2 0,3 2 1,2 2-198,-1 2 1,-1 2 0,0 2 0,3 2-55,-3 2 1,-7 8-1,-3-3 1,1 5-30,-2 1 0,-3 1 0,-7-1 0,0 1-248,0-1 0,-7 6 1,-5 1-1,-4-3-248,-1-2 0,-6-1 0,-3 1 0,-1 1-186,-4-3 0,4 3 0,0-15 0,2-1-703,3-2 1299,3-2 0,-6 0 0,-3 0 0</inkml:trace>
  <inkml:trace contextRef="#ctx0" brushRef="#br0" timeOffset="533">577 105 7880,'0'18'262,"-6"-1"0,0 1 0,0 1 386,-1 4 1,5 1 0,-4 9 0,4 5-436,2 5 0,-2-2 1,-2 5-1,-2 3-326,2 1 0,2 1 0,2-5 1,-1-5-142,-5-4 0,4-2 0,-4-2 0,4-4-285,2-6 1,0-9 538,0-2 0,-8-9 0,-1 5 0</inkml:trace>
  <inkml:trace contextRef="#ctx0" brushRef="#br0" timeOffset="1053">786 612 7916,'0'-18'186,"0"1"0,6-1 68,0 1 0,0-1 0,-6 1 98,0-1 1,0 7-58,0-1 1,-2 8-223,-4-2 0,-2 6 0,-5 6 0,1 6-153,-1 3 0,-1 9 0,0 1 0,5 2 64,1 4 0,-4-4 0,6 2 0,3 1-87,1-3 0,2 0 0,0-6 1,0 2-89,0-1 1,0-9-1,2-3 1,3-2 72,7-4 0,4-2 0,1-4 0,-1-4 53,-5-6 0,5-3 1,-5-3-1,3 1 42,-2-1 0,3-5 1,-5 0-1,0 1 89,-5 3 1,3 2 0,-2-1 156,-2 1-69,-2 7 1,-2 4 0,-2 12-23,-4 6 1,2 9-1,-6 4 1,3 0-126,3 1 0,-4 5 1,2-2-1,2 2-191,2-2 0,2 2 1,0-8-1,0-1-606,0-3 1,2 4 789,4 1 0,4-9 0,7-7 0</inkml:trace>
  <inkml:trace contextRef="#ctx0" brushRef="#br0" timeOffset="1468">1136 647 7826,'-18'23'217,"3"0"1,1 0 164,3 3 1,7-7 0,-2 6 0,4-1-200,2-1 0,0 0 1,0-5-1,0-1-364,0 1 0,0-1 0,2-1 58,4-5 0,-2-3 0,7-8-77,3 0 1,-5-2 0,1-4 0,0-5-20,0-5 0,-1-1 0,5-3 0,-4-1 113,-3-2 1,7-3 0,-4 5 0,1-4 8,1-2 1,-2 3 0,3-3 0,-3 2 31,-2 4 1,3-5 0,-3 3 697,2 2-317,1 1 1,1 11 0,-2 7 0,-3 9-6,-3 11 1,-2 9 0,-2-2-1,0 2-208,0 4 0,0 2 0,0 2 0,0 0-514,0 0 0,0-6 1,0-1-412,0-3 1,2-2 821,4-6 0,4-7 0,7-2 0</inkml:trace>
  <inkml:trace contextRef="#ctx0" brushRef="#br0" timeOffset="1683">1695 53 7825,'-24'23'0,"1"0"0,0 14 0,5-2 0,3 4 596,3 4 1,-1 3 0,7 14 0,0 8-451,-2 6 0,6 2 1,-4-6-1,4-2-779,2-4 0,0 0 1,0-12-1,0-9-73,0-10 1,0-8 123,0-8 582,0-7 0,0-10 0,0-10 0</inkml:trace>
  <inkml:trace contextRef="#ctx0" brushRef="#br0" timeOffset="2027">1433 437 7807,'-6'17'86,"0"1"158,2-1 0,2-5 0,2 0 1,0 1 281,0 3 1,8-1 0,4-1 0,5-2-245,6 1 1,-1 1 0,5-1-1,0-3-66,0-2 0,2 3 0,6-5 0,0-2-94,0-2 0,-2 4 0,-2 0 1,-4-2-65,-2-2 1,-1-2 0,-7 0 139,1 0 1,-3 1 40,-3 5 1,-4 4-1,-8 7-181,0 1 1,0-6 0,0-1-1,-2 1-194,-4-2 1,4 5-1,-6-5 1,2 1-588,0 1 1,1-6 0,3 6-2467,-4 1 3189,4-5 0,-6 7 0,8-5 0</inkml:trace>
  <inkml:trace contextRef="#ctx0" brushRef="#br0" timeOffset="2399">2184 542 7868,'-24'23'821,"1"0"1,2 1-269,1 1 1,3-4 0,1 6 0,5 1-175,5-1 1,4-6 0,2 2 0,0-3-362,0-3 1,6-5 0,1-2-237,3-3 1,-4-1 0,6-6 49,1 0 0,-3-2 1,0-4-1,-1-5-294,1-5 0,-4-1 0,4-1 0,-1 1 221,1-1 1,-4 1 0,3-1 0,1 1 145,0 0 1,-6-1 0,3 1 253,1-1 1,-4 1 624,8-1-435,-1 1 1,-1 9 0,-4 8 0,-2 12 24,2 9 1,-4 0 0,5 6-1,-1 1-268,0-1 0,6 0 0,-5 4 1,3-4-659,4-2 0,-5-1 1,1-7-1,0-1-2264,-1-5 2816,3 5 0,6-14 0,-1 6 0</inkml:trace>
  <inkml:trace contextRef="#ctx0" brushRef="#br0" timeOffset="2616">2550 542 8145,'-23'35'0,"0"-2"657,1-4 1,3 10 0,3-4 0,5 1-185,5 1 1,4-2 0,2 0-1,0 0-466,0 0 0,0 0 1,0 0-1,0-2-738,0-4 0,-2-4 1,-4-7-364,-5-1 1,-5-1 1093,-1-5 0,-9-11 0,-1-9 0</inkml:trace>
  <inkml:trace contextRef="#ctx0" brushRef="#br0" timeOffset="2799">1729 123 7716,'-7'-12'0,"-3"0"206,0-1 1,5 5-1,10 2 1,11 4 109,11 2 0,4 0 0,16 0 0,-1 0-1877,-1 0 1561,5 0 0,3 8 0,9 2 0</inkml:trace>
  <inkml:trace contextRef="#ctx0" brushRef="#br0" timeOffset="3583">3092 542 7962,'-10'-8'2704,"2"6"-2331,0-6 0,7 10 0,-5 4 0,4 6-126,2 3 0,0 3 0,0 1 0,0 2-129,0 3 1,-6 5 0,0-4 0,2 2-200,2 4 0,-4-4 1,-1 1-1,-1-3-37,0-4 0,-3-1-284,5-3 0,-6-9 156,6-8 1,0-8-1,8-9 1,2-3 184,2-3 0,2-4 0,-2-8 0,5 2 28,5 4 1,-5-4 0,1 6 0,2-3 40,1 1 1,3 8 0,-1-2 0,1 3 135,-1 3 1,1 1 0,-1 5-181,0 5 1,1 4-1,-1 2 1,3 0-167,3 0 0,-3 2 0,3 4 0,-4 5 22,-1 5 0,-1 1 0,1 1 1,-1-1-296,1 1 1,-1-1-1,0 1 1,1-3-1254,-1-3 1728,-7 3 0,6-5 0,-7 8 0</inkml:trace>
  <inkml:trace contextRef="#ctx0" brushRef="#br0" timeOffset="3900">3476 629 7835,'-18'6'-45,"1"0"58,7 0 1,4-6 0,12 0 521,6 0 1,-2 0-1,1-2 1,3-2-554,1-2 0,-3-6 0,-2 5 0,-1-1 0,1 0 0,-4-4 0,4 5 132,-3-3 1,-1 4-57,-6-6 1,-2 9 0,-4-3 34,-5 4 1,1 10 0,-2 3 0,-1 5-67,-3 1 0,-1 3 0,-1 1 0,3 2-208,3-1 0,-1 3 1,7-2-1,2-2-501,2-1 1,2-3 0,2-1 681,4-5 0,4-3 0,7-8 0</inkml:trace>
  <inkml:trace contextRef="#ctx0" brushRef="#br0" timeOffset="4099">3860 0 7835,'-29'26'95,"0"3"0,6 6 1,-3 3-1,5 5 494,6 2 0,3 1 0,-2 7 0,5 3-652,1 8 0,-4-6 0,6 10 1,3-6-458,1-5 0,0 1 1,-2-6 519,-2-7 0,0-6 0,6-4 0</inkml:trace>
  <inkml:trace contextRef="#ctx0" brushRef="#br0" timeOffset="4584">3895 664 7835,'-17'0'129,"5"0"538,0 0 1,6 0-445,-5 0 1,5 2-1,-6 4-76,-1 5 0,3 5 1,0 1-119,3 1 1,-1-1-1,4 1 1,-2-1-322,2 1 1,2-1 64,2 1 0,8-9 0,4-3 1,3-4 72,3-2 0,-1-8 1,1-3-1,-1-5 25,1-1 0,5-3 0,0-1 0,-1-2 138,-3 1 0,-2 3 1,-1 2-1,-3-1 238,-1 1 0,-6 1 0,4 2 121,-3 3 0,-1 9 1,-8 2-133,-4 10 0,3 5 0,-9 3 1,0 1-115,3 4 1,-5-3-1,6 3 1,1-2-341,-1 3 0,2-5 0,6 4 0,0-3-413,0-3 0,0-5-273,0-1 0,2-7 904,4 2 0,3-4 0,9-2 0</inkml:trace>
  <inkml:trace contextRef="#ctx0" brushRef="#br0" timeOffset="4816">4384 70 7822,'-29'37'0,"0"4"0,8-2 0,-5 7 0,3 3 818,0 1 1,-1 10 0,7 2 0,-1 3-866,1-1 1,2 0-1,1 5 1,2-1-487,-1-4 0,3-7 0,0-15 0,1-11-1661,-1-9 2194,6-1 0,-4-27 0,8 4 0</inkml:trace>
  <inkml:trace contextRef="#ctx0" brushRef="#br0" timeOffset="5082">3965 524 7766,'-10'8'796,"-3"-4"-546,7 8 1,0-7 0,8 5 0,4 0-52,5 0 1,5-5-1,3 5 1,3 0-19,1-1 1,6 1 0,-4 4 0,1-5-116,-1-1 0,6 6 0,-4-4 0,2-1-84,0-3 0,-7 4 1,1-1-1,-4 3-49,-1 0 1,-3-6-1,-1 5-125,-3 3 1,-7 1 0,2 3-250,-4-1 1,-2-5-1253,0 0 1693,0-9 0,-8 5 0,-1-8 0</inkml:trace>
  <inkml:trace contextRef="#ctx0" brushRef="#br0" timeOffset="5683">4541 751 7753,'-8'18'66,"-1"-1"1,-7 1 0,3-1 524,1 1 0,6-7 0,-3 1-228,1 2 0,4-7 1,10-1-368,5-4 1,3-4 0,1-4 0,1-5-57,3-5 1,3-1 0,-5-1-1,1 1 16,-1-1 1,1 1 0,-1-1-1,0 1 6,1-1 1,-1 1 0,1 0 57,-1-1 0,1 1 36,-1-1 96,1 1 0,-9 15 0,-5 8 8,-8 7 1,1 7 0,-7 1-1,0 2-95,0-1 0,7-1 0,-5 0 0,2 2-25,0-1 0,-2 3 0,5-2 0,-3-1-86,2-3 1,0-1 0,0-1-57,-2 0 1,0-5-644,6 0 263,0-1 1,2-3 408,4-8 1,-4-2 0,6-7 0,-2-1 28,0 0 0,7-2 0,-3-5 34,0 0 1,3 5-1,-5 2 1,0 0 226,-1 1 0,5 3 279,-6-6 1,5 7 379,-5-7 1,2 8-407,-2-2 1,-4 6 0,4 6-331,-4 6 0,-2-3 0,0 3-512,0 2 0,0-5 1,0 3-443,0 1 0,0-3 0,2 0-289,3-2 0,-1-3 1103,8-5 0,0 0 0,5 0 0</inkml:trace>
  <inkml:trace contextRef="#ctx0" brushRef="#br0" timeOffset="6017">5222 786 7753,'-17'10'648,"-1"-2"0,1-6-170,-1 4 0,1-3 1,0 7-1,-1 0-49,1 0 1,1-5 0,3 5 0,3 0-152,2-1 0,-4-3 1,5 6-292,-3 1-1,6-3 1,-2 2-5,4 1 1,2-3-235,0 2 0,8-3 188,4 3 1,3 2-1,1-7 137,-5 3 0,3-4 0,-6 4 0,0-1-16,-1 1 0,5-4 0,-6 6 0,-2 1-205,-2 3 1,-2-5 0,0 1-635,0 2 0,-8 1 0,-4 3-60,-3-1 0,-3-5 0,1-3 0,-1-1 842,1-4 0,-8-10 0,-3-4 0</inkml:trace>
  <inkml:trace contextRef="#ctx0" brushRef="#br0" timeOffset="6450">5327 53 7842,'0'17'305,"-2"1"0,-2 1 1,-2 4 422,3 7 1,1 4 0,2 5 0,0 6-170,0 5 1,0 5 0,0 11 0,-2 0-578,-4 5 1,2-1-1,-6 6 1,3-6-166,3-6 1,-6-6 0,0-11 0,-1-7-6,-1-3 1,2-10 0,-3-5-738,1-9 583,8-5 0,2-16 1,10-3-1,2-5 173,3-1 1,-3-1-1,2-1 1,1-2 162,3-3 0,-1 1 1,-1 5-1,-3 1 272,3 0 0,2-1 534,1 1 0,1 1-173,-1 4 0,-7 7 1,-3 10-1,-1 7-186,0 4 0,0 3 1,-4 2-1,2 5-211,2 1 1,-1 0-1,-3 4 1,2-4-273,2-2 1,0-1 0,-6-5-993,0 4 1,-2-3-1016,-4 3 0,2-6 2049,-7-5 0,-1-12 0,-6-10 0</inkml:trace>
  <inkml:trace contextRef="#ctx0" brushRef="#br0" timeOffset="6665">5659 1136 8027,'-18'15'0,"1"-1"762,0-3 0,-1 1 1,3 5-112,3 1 0,4-1-1442,8 1 1,2-8 83,4-5 1,-2-3-1,7-4-198,3-3 905,2-5 0,1-8 0,0 1 0</inkml:trace>
  <inkml:trace contextRef="#ctx0" brushRef="#br0" timeOffset="7050">5834 1171 7687,'-18'34'0,"1"1"480,-1 0 0,7 0 1,-1 2-1,0 2 6,3 2 0,-1 1 0,6-3 0,-2 2-286,2-2 0,0-2 1,1-4-1,-3-4-510,2-6-52,-6-11 0,8-7 0,-4-10-119,4-7 1,8-4-1,2-1 1,0-2 278,0-5 1,5-1 0,-1-8 0,1 0 171,-1-4 0,4-2 0,-5 4 0,5 1 13,1-1 1,1 0 0,-1 0-1,1 2 486,-1 4 0,-5 3 0,-1 7 452,3-4 0,-1 13-485,-1 4 1,2 12 0,-9 13 0,-1 5-205,-2 5 0,-8 4 0,1 2 0,-1-2-261,-2-4 1,6 2 0,-6-8 0,3-1-876,-1-3 1,0-2 0,4 1-2317,-4-1 3220,4-7 0,-6-2 0,8-8 0</inkml:trace>
  <inkml:trace contextRef="#ctx0" brushRef="#br0" timeOffset="7299">6532 1031 7687,'-23'8'0,"-2"3"649,-3 5 1,7 1-1,-2 1 1,3-1-2,3 1 1,0 5 0,1 2 0,2 0-305,3 1 0,7 3 0,-2-6 0,4-2-275,2-1 1,-6-3-1,0 1 1,3-1-435,1 1 0,2-1-154,0 0 0,0-5-334,0 0 1,0-6-1,-2 3-1906,-4-1 2759,-4-2 0,-7-6 0,-1 0 0</inkml:trace>
  <inkml:trace contextRef="#ctx0" brushRef="#br0" timeOffset="7482">5886 839 7803,'-17'6'897,"-1"-1"0,6 3-241,1-2 0,9 4-1684,2 7 1028,0 1 0,15-1 0,-5 0 0</inkml:trace>
  <inkml:trace contextRef="#ctx0" brushRef="#br0" timeOffset="7665">4314 262 7709,'-50'-17'64,"3"1"1,8 5 92,8 5 1,12 4 0,9 4-465,2 4 1,3 3 0,5 9 306,0-1 0,7 9 0,3 1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3:45.44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315 280 7638,'-6'-11'-247,"0"-1"0,1 6 803,5-5 1,-6 5 0,0-6 71,2-1 0,2 3-133,2-2 1,-6 1-153,0-7 1,-7 3-289,1 3 0,-3 2 0,-3 6-32,1-1 1,-1 1-1,-1 9 1,-2 7 22,-3 4 0,1 3 1,5 2-1,3 5 6,3 1 1,-1-4 0,5 4 0,0 0-27,0 1 0,3-7 1,5 2-1,2-3-43,3-3 1,5-1 0,9-5 0,3-5-11,1-4 0,2-2 0,-3 0 1,1-2-39,-2-4 1,-1-3 0,-1-9 0,1 1 39,-3-1 1,4 1-1,-11-3 1,2-1 31,-1-2 0,-7-1 0,2 7 67,-4-1 1,-2 1-37,0 0 0,-8 7-43,-3 4 0,1 4 0,0 4 0,2 4-31,5 5 1,-5 5 0,2 1 0,2 1-226,2-1 0,2 7 1,0-1-1,2-2-377,4-1 1,4-3 0,7 1 0,1-1 637,-1 1 0,8-9 0,2-1 0</inkml:trace>
  <inkml:trace contextRef="#ctx0" brushRef="#br0" timeOffset="232">717 106 7914,'-29'11'100,"1"1"0,1 0 329,0-3 1,6 7-1,-3-3 1,7 7-176,5 3 0,-3 2 0,5-3 1,0 1-281,5-2 0,3 5 1,2-1-1,0 0-160,0 0 1,0-1 0,0-7-1,2 0-323,3 1 0,5-3 0,8-3 76,-1-6 1,6-4 0,3-2 432,1 0 0,-6-8 0,4-2 0</inkml:trace>
  <inkml:trace contextRef="#ctx0" brushRef="#br0" timeOffset="431">856 176 7801,'-17'17'0,"-1"1"97,1-1 0,7 0 0,4 1 115,4-1 1,2 1 0,2-1 0,4-1-202,6-5 0,3 5 1,3-6-1,-1 1 137,1 1 0,-1-8-148,1 2 0,7 3 0,2 1 0</inkml:trace>
  <inkml:trace contextRef="#ctx0" brushRef="#br0" timeOffset="798">1206 141 7892,'-28'17'0,"5"1"0,4-1 0,3 2 0,3 3 0,3 1 494,2-2 1,-3 5 0,5-3 0,2-2-384,2-1 0,2-3 0,0 1 0,2-3-198,4-3 1,-2-4 0,7-8 177,3 0 0,-4-6 1,1-2-1,1-2-119,-3-3 0,7-3 0,-6-1 1,1-3 48,1-3 1,0 4 0,3-5 0,-1 5 28,-3 1 0,-1-5 1,4 0-1,-3 2 78,3 1 0,-4 8 1,1 1 163,3-3 0,1 1-112,3 1 1,-8 6 0,-5 12-233,-3 6 1,-2 9 0,0 4 0,0 0-204,0 1 0,2-1 0,2-4 0,2 3-542,-2-3 0,-2-2 1,0-3 796,4-5 0,3 5 0,9-6 0</inkml:trace>
  <inkml:trace contextRef="#ctx0" brushRef="#br0" timeOffset="1098">1677 123 7892,'-27'16'178,"4"-5"1,1 5 0,1-4 0,-2 3 549,1 3 1,-1-1-1,4 2 1,5 3-229,4 1 1,-1 0 0,5-5-375,2-1 0,2-5 0,4-2-91,4-3 1,4-1 0,7-6-144,1 0 0,-1-6 0,0-1 1,-1-3-186,-4-4 1,3 5-1,-5-3 1,1-2-38,1-1 0,-6-1 0,4 3 1,-3 1-232,-3-2 0,4 5 0,-2-3-460,-2-1 1,4-3 1020,-3-1 0,9-1 0,-4 1 0</inkml:trace>
  <inkml:trace contextRef="#ctx0" brushRef="#br0" timeOffset="1514">1974 106 7892,'-17'11'55,"-1"-1"0,1 0 162,-1-1 0,1-3 1,-1 4-1,1 0 227,-1-1 1,7-3-1,-1 6-264,-2 1 0,5-3 0,-1 2-227,2 1 0,2-3-310,6 2 50,0-8 1,2 3 173,4-7 1,-2 0-1,8 0 80,1 0 0,-3 0 0,2 0 93,1 0 1,3-5-1,1-1 134,1 2 1,-1 2-1,1 0 1,-1-2 27,1-2 1,-1 0-1,1 6 1,-1 0 137,0 0 1,-5-2-1,0-1 247,1-3 0,-5 2-337,-2 10 0,-4-2 1,-4 5-1,-4 1-253,-6 0 1,-9-1 0,-2 5 0,1-2-414,3 1 1,4-3 0,1 0 0,2-1-3759,-1 1 2427,5-6 1747,0 4 0,0-8 0,-1 0 0</inkml:trace>
  <inkml:trace contextRef="#ctx0" brushRef="#br0" timeOffset="1832">2376 1 7892,'-8'17'733,"-2"1"-210,1-1 0,-5-5 1,6 0-1,0 1-131,1 3 1,-1 1-1,4 1 1,-2-1-191,2 1 0,2-1 0,2 1 0,0-1-141,0 0 1,0-5-1,2 0-156,4 1 1,2-3 0,6 0-158,-3-3 1,1-1 106,5-6 0,1 0 50,-1 0 1,-5 0 510,-1 0 1,-7 2-409,2 4 0,-12-2 0,-5 6-232,-5-3 0,-7 7 1,-2-4-1,-1 1 121,1 1 1,-6-6 0,2 5 102,-4 3 0,-2 2 0,0 1 0</inkml:trace>
  <inkml:trace contextRef="#ctx0" brushRef="#br0" timeOffset="2382">472 1084 7883,'-29'6'426,"0"-1"0,8 9 1,-3 0-1,5 5-31,1 4 1,9 8 0,3-2-1,4 4-56,2 2 0,0 0 0,0-2 0,0-2-385,0-2 1,0-7 0,0 1 0,2-4-665,4-1 1,-4-1-224,3 1 0,5-9 0,0-5 361,0-8 1,-3-5 0,-5-9 571,4 1 0,-4-1 0,6 1 0</inkml:trace>
  <inkml:trace contextRef="#ctx0" brushRef="#br0" timeOffset="2632">507 1014 7694,'8'-10'-72,"-4"-3"1,7 7 185,3 2 0,1 2 0,3 4 0,-1 4 592,1 5 1,-1-1 0,1 2 0,-1 1-335,1 3 1,-7 1 0,-1 3-1,-2 1-282,-4 2 1,-2 1 0,-4-7 0,-4 2-32,-6 5 1,-9-5 0,-2 4 0,1-3-533,3-3 1,-4-5 0,-1-2 0,3-3-509,2-3 0,1-2 1,1-2 980,-1 0 0,1 0 0,-1 0 0</inkml:trace>
  <inkml:trace contextRef="#ctx0" brushRef="#br0" timeOffset="2831">979 717 8090,'-26'17'87,"5"11"0,-4 5 0,3 5 482,7 1 0,9-2 0,0-2 1,4 0-249,2 0 0,0 0 0,0-2 0,0-2-539,0-2 0,2-6 0,2 4 0,2-1-1141,-2-5 1,6-2 1358,1-1 0,5-8 0,1-3 0</inkml:trace>
  <inkml:trace contextRef="#ctx0" brushRef="#br0" timeOffset="3382">1206 1084 7123,'-8'-10'96,"-4"4"1,4 2 0,1 0 895,-1-1 0,4-7-571,-8 6 1,9-2 0,-5 5-194,0-3 0,4 0 0,-8 6-109,-1 0 0,3 2-305,-1 4 1,1 3-1,-4 9-63,3-1 0,7 1 1,-2-1 9,4 1 1,2-7 0,2-1 161,4-2 0,3-2 0,9-6 0,-1 0 29,1 0 1,-1 0 0,1-2 0,-1-4 12,1-6 1,-1 2 0,1-1 70,-1-3 1,1 1 0,-3-1 281,-3 2 717,3 1-534,-13 1 0,6 10 0,-8 12-266,0 3 1,-6 3-1,0-1 1,1 1-193,-3-1 0,6 1 0,-4-1-845,4 1 1,2-1-836,0 0 0,2-7-260,4-4 1897,3-4 0,9-10 0,-1-2 0</inkml:trace>
  <inkml:trace contextRef="#ctx0" brushRef="#br0" timeOffset="3781">1590 909 7928,'-8'18'40,"-2"-1"0,-7 0 1,1 1 305,5-1 1,-3 1 0,6-1-1,1 3-75,-1 3 1,2-4-1,6 5 1,0-5-99,0-1 0,0-7 0,0 1-39,0 1 1,2-5-603,4-2 1,4-4-268,7-2 1,-5-8-1,-1-3 466,3-5 1,-4-1 0,-1-1-1,1 1 97,0-1 1,-5 1 0,5-1 0,0 1 120,0-1 1,-5 1 0,7-1 224,2 1 0,-5-1 670,3 1-303,-8 7 0,4 4 0,-8 12-198,0 6 0,0 3 1,0 3-1,0-1-283,0 1 1,0-1 0,0 1 0,0-1-391,0 1 0,0-1-228,0 1 0,0-7 0,2-1-1056,3-2 1614,-3-2 0,14-6 0,-6 0 0</inkml:trace>
  <inkml:trace contextRef="#ctx0" brushRef="#br0" timeOffset="4015">2044 525 7928,'-27'27'-87,"2"6"0,7-2 1,1 6 687,-1 4 0,3-1 1,1-3-1,4 4-223,3 6 0,1 1 1,6 1-1,0-5-574,0-1 0,0-2 0,0-8 0,0-4-634,0-6 1,2-5 356,4-7 0,-3-3 1,7-10-1,-2-4 473,-4-5 0,5-5 0,1-1 0</inkml:trace>
  <inkml:trace contextRef="#ctx0" brushRef="#br0" timeOffset="4333">1764 804 7928,'-17'2'165,"0"4"1,5-2 0,2 8 266,2 1 1,3-3 0,5 2-364,0 1 0,2 1 0,3-1 0,7-3 45,4-2 0,1 3 1,2-3-1,5 0-65,5 0 0,-2-3 0,2-3 0,0 2-127,-2 2 0,6 0 0,-5-6 1,1 0-6,0 0 0,-8 0 0,4 0 0,-1 0-4,-1 0 1,-6 6 0,-5 0 24,2-3 1,-1 7 66,-1 2 0,-4-2 0,-8 1-4,0 3 1,0-5 0,-2 1 0,-2 0-89,-2 0 1,-2-5-800,2 7-608,4-8 1494,-5 4 0,14-16 0,3-2 0</inkml:trace>
  <inkml:trace contextRef="#ctx0" brushRef="#br0" timeOffset="4699">2550 822 7928,'-7'17'0,"-5"1"0,-4 5 0,1 0 0,1 1 0,3 1 0,7-6 0,-4 6 0,2-1 576,0-1 0,1 6 0,5-6 1,2 1 48,3 1 0,-3-6 1,4 5-1,-2-7-576,2-5 0,-4-3 0,6-5-496,-1 2 0,-3 0 1,8-6-130,1 0 0,-3-2 0,2-4 167,1-6 0,-3 3 0,0-3 160,-3-1 1,7-1 825,-2 2-222,-5-3 0,1 15 0,-8 0 48,0 10 1,0 7-1,0 4 1,0 5-44,0 1 0,-6-4 1,1 6-1,1 2-664,2 2 0,-4 0 1,0-4-1,0-5-579,-1-5 0,5-2 0,-6-1-1648,0-4 2531,6-5 0,-13-7 0,5 0 0</inkml:trace>
  <inkml:trace contextRef="#ctx0" brushRef="#br0" timeOffset="4864">2271 717 7928,'-18'-25'-86,"-3"0"1,2-3 0,5 9 799,4 5 1,5 3 0,7-5-614,3 5 1,5 3 0,10 8 0,1 0-310,2 0 0,2-6 0,-3 0 1,1 2 207,-2 2 0,7-5 0,-1-3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3:51.57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227 367 8080,'-19'0'82,"-5"0"1,11 0 0,-5 0-1,3 0 177,-1 0 1,5 0 0,-1 2 0,-2 4-128,-1 6 0,3 3 0,3 3 0,-1 1 13,0 5 1,4-3-1,-3 6 1,1 0-5,4 0 1,2-3-1,2 3 1,2-2-59,4-4 0,3-3 1,9-7-1,-1-5-80,1-4 1,7-4-1,2-4 1,2-5-67,0-5 0,-5-3 1,3-2-1,-2-5-48,-3-1 1,-3 0 0,-2-4 0,1 4-12,-1 2 1,-5-5-1,-2 7 1,-3 2 13,-3 1 1,-4 3 0,-6 0 0,-5 1-199,-5 4 0,-3-1 0,-2 7 0,-3 2-273,3 2 1,2 2 0,1 2 578,1 4 0,-1 4 0,1 7 0</inkml:trace>
  <inkml:trace contextRef="#ctx0" brushRef="#br0" timeOffset="319">803 263 7996,'-2'-10'856,"-3"4"1,1 4 0,-8 2-342,-1 0 0,-3 2 0,-1 4-365,-1 6 1,-5 5-1,-1 4 1,1 5-148,-2 1 1,6-4-1,-5 4 1,5-2-258,1-3 1,7 3-1,1-2 1,2-1-413,4-3 0,2-1 1,4-1-1,4-1 194,6-5 1,3-3 0,5-8 0,1 0 471,2 0 0,9-16 0,-5-3 0</inkml:trace>
  <inkml:trace contextRef="#ctx0" brushRef="#br0" timeOffset="550">1048 245 7899,'-33'16'0,"2"-3"236,2-1 0,7 0 1,-3 3-1,2-1 294,0-3 0,-1 3 0,7 7 0,1 3-93,5-3 0,-3-2 1,8-1-1,2-1-404,2 1 1,2-1 0,0 1-168,0-1 1,8 1 0,6-3 0,5-3-667,4-6 1,3-5 0,-3-2 0,6-3 799,4-2 0,2-16 0,0 3 0</inkml:trace>
  <inkml:trace contextRef="#ctx0" brushRef="#br0" timeOffset="1018">1397 385 8030,'-19'8'87,"-3"3"421,-1 5 0,2 1 1,7-1 514,3-5 1,5 3-459,-6-8 0,8 2-151,-2-3 0,3-3-62,-3 4-538,4 4 1,-6-6-376,8 7 0,0-5 227,0 6 1,8-8 0,3 2 110,5-4 1,1-8 0,1-2 0,-1-2 41,1-3 0,5-3 0,0-1 0,-1-1 139,-3 1 0,-1 5 0,-1 0 0,0 1 176,1 1 0,-6-3 984,-1 7-810,1 0 1,-2 14 0,-5 3 0,-3 5-261,-2 1 0,0 3 0,0 1-423,0 2 1,0 1 0,0-7-244,0 1 0,2-9 0,4-3-123,6-4 0,3-2 1,3-2 740,-1-4 0,1-3 0,-1-9 0</inkml:trace>
  <inkml:trace contextRef="#ctx0" brushRef="#br0" timeOffset="1335">2008 228 7930,'-17'6'-37,"-1"-1"0,1 1 277,0 2 0,-1-4 0,1 6 0,-1-1 432,1 1 1,-1 4 0,1 7 0,-1 2-227,1-2 1,-1 1-1,1-1 1,-1 2-25,1-1 0,7-3 0,4-1-235,5-1 1,1-5 0,1-3-281,5-1 0,4-2 0,7-6 9,1 0 0,-1 0 0,1 0 8,-1 0 0,-1 2 0,-3 2-80,-1 2 1,-8 7-171,2-1 1,-4-2 0,-4-1-1,-2 1-596,-2 0 0,-8-4 1,3 3-215,-5-1 0,-1 4 1136,-1-6 0,1 7 0,-1-3 0</inkml:trace>
  <inkml:trace contextRef="#ctx0" brushRef="#br0" timeOffset="1567">2183 298 7883,'-2'11'228,"-2"1"0,-2 1 291,3 3 1,-5-4 0,2-1 0,2 3-38,2 1 1,2 3-1,2-1-607,4 1 1,2-1-1,5-1 1,-1-3-77,1-1 0,-3-8 0,2 2-671,1-4 0,3-2 872,1 0 0,1-8 0,-1-2 0</inkml:trace>
  <inkml:trace contextRef="#ctx0" brushRef="#br0" timeOffset="2133">2323 280 7920,'-8'12'123,"-4"-1"0,3-5 0,-1 6 761,2 1 1,4-5-1,10-2-472,6-4 1,5-2 0,5 0-1,1 0-18,-2 0 0,-1 0 1,-1 0-1,2 0-206,3 0 1,-1 0 0,-6 0 0,1 0-166,-1 0 0,-5 0 0,0 0-236,1 0 0,-3 0-660,2 0-352,-9 0 833,5 0 416,-8 0 0,-2 0 238,-4 0 151,5 0 0,-7 2-364,8 4 1,2 1-1,2 7-31,1-2 1,3-8 0,-2 1 0,4-1 50,-1 2 0,7-4 0,-4 4 0,3-4-15,3-2 1,5-6-1,0-2 1,0 0 141,3 1 0,-7-5 1,4 4-1,-3 1 220,-3-1 1,1 0-1,-1 4-9,1-2 0,-1 1 0,0 5-122,1 0 0,-6 0 1,-1 0-177,3 0 0,-4 5 0,-1 3 0,-1 2-116,-4 3 0,4-3 0,-3 2 128,-1 1 0,-2 3-1577,-2 1 1,0-5-2885,0 0 4340,0-9 0,-7 5 0,-3-8 0</inkml:trace>
  <inkml:trace contextRef="#ctx0" brushRef="#br0" timeOffset="2316">2253 1 8001,'-35'6'1061,"0"-1"0,8 1 0,4-4-82,3 4 0,12-4-1116,8 4 1,8 1 0,10-1 0,-1-2-498,1-2 1,5-2-1,2 0 634,2 0 0,-5 8 0,3 2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49:26.32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175 359 7867,'0'-17'-1,"0"-1"1,-7 1 0,-3-1 0,-2 1 259,1-1 0,5 1 0,-4-1 0,0 1 539,1 0 0,3 1-188,-6 4 0,8 8 0,-2 18-203,5 15 1,-5 14 0,0 17 0,2 10-204,2 9 0,2 15 1,0 5-1,0-47 0,0 0-216,0 3 1,0 1 0,3-1-1,0 1 1,0 2 0,0 0-1,-1 0 1,0-2-220,-2-2 0,2-1 1,3 40-1,1-7 1,-2-13-1613,-2-7 1,4-25 163,0-6 0,-1-35 1679,-5-17 0,0-12 0,0-6 0</inkml:trace>
  <inkml:trace contextRef="#ctx0" brushRef="#br0" timeOffset="415">71 324 7928,'-18'24'128,"1"-1"0,5-6 0,2-5 1717,3 1-1564,1-5 1,8 0 0,3-8 33,7 0 0,4 0 0,1 0 0,1 0-67,-1 0 1,8-2-1,4-4 1,4-5-51,2-5 1,2-3-1,2-3 1,4-3-47,1-2 0,3-2 0,5-8 0,-1-2-36,-5-2 0,3 6 0,-8 8 0,-5 0-149,-5 0 1,-5 8 179,-9 1 1,-7 16-1,-4 18 1,-4 9 136,-2 10 0,-8 13 0,-2 3 0,-2 7-81,1 4 0,-1 2 0,-3 6 0,1 2-139,2 3 0,1 5 0,-5 7 0,3-1-430,1-5 1,2-3 0,-1-10 0,3-4-454,0-6 1,6-11 0,-4-7 0,4-5-231,2-6 1,0-3-1,0-9 1049,0 1 0,8-1 0,2 0 0</inkml:trace>
  <inkml:trace contextRef="#ctx0" brushRef="#br0" timeOffset="665">71 1983 8936,'-14'24'2085,"-4"-1"-1765,5-8 0,19-9 0,13-12 0,6-5 157,6-5 0,6-7 1,6-2-1,5 0-214,1-1 0,5-3 0,6 4 0,5-2-294,6-4 1,-7 0 0,6 0-1,-2 3-601,0 3 0,2-6 0,0 4 0,-2-2-1013,-4 0 1,-4 6 1644,-8-7 0,-7 1 0,-2-6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49:25.10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105 597 7941,'-2'-47'0,"-4"1"4,-5-3 1,3 4 0,2 1-1,4 1 291,2 4 0,0-1 1,0 5-1,0 7 470,0 7 0,2 6-441,4 3 1,-4 8 0,4 16 0,-3 13 13,3 12 0,-4 9 0,4 13 1,-4 5-136,-2 4 0,6 9 0,0 5 0,-2 3-226,-3 2 0,5 1 0,0-1 0,-2 0-402,-2 1 0,0 5 0,2 0 0,2-4-414,-3-5 1,-1-15 0,-2-10 0,0-9-378,0-9 1,-2-16 1215,-3-19 0,-5-4 0,-8-2 0</inkml:trace>
  <inkml:trace contextRef="#ctx0" brushRef="#br0" timeOffset="417">70 422 7906,'-15'27'175,"3"-3"0,-9-11 816,7-1-791,6-8 0,16 3 1,4-9-1,3-1 44,3-3 1,-1-8-1,2 3 1,3-5 71,1-1 0,8-1 0,-2-1 1,4-3-90,2-1 0,0-2 0,2 2 0,2-5-69,2 1 1,1-6-1,-3 4 1,2-4-105,-2-2 0,-4 2 1,-6 4-1,-6 6-131,-4 3 1,-3 7 230,-5 7 0,-3 12 1,-10 21-1,-2 10 125,-1 6 1,-9 9-1,2 8 1,-1 2-94,1 4 1,-3 4 0,3 4 0,-4 3-200,-1 3 0,5-4 0,1 3 0,-1-3-442,2-8 0,1 0 0,5-12 0,-2-4-507,2-3 0,2-10 1,2-1-1,0-6-1990,0-9 2952,0-4 0,0-1 0,0-1 0</inkml:trace>
  <inkml:trace contextRef="#ctx0" brushRef="#br0" timeOffset="683">140 1872 7881,'-27'33'319,"3"-4"1,5-4 611,2-8 1,9-9-579,8-8 0,8-2 0,9-9 0,1-3-135,-1-2 0,8-3 1,4-2-1,4-5-88,2-1 0,2 4 1,2-4-1,4 0-396,1 0 0,-3-3 0,6-5 0,-1 2-1009,-1 4 1,3-4 1274,-7 4 0,8 4 0,-5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49:22.08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285 192 7393,'0'-17'-186,"0"-1"0,0 1 0,-2 1 1,-1 3-1,-3 1 0,0 0 1,0 1 240,0-1 0,-7 2 0,1-3-52,-3 1 0,3 8 0,0-1 45,-1 3 0,3 2 0,-2 2-11,-1 3 0,5-1 0,0 6 285,0-2 1,7 5-30,-5-1 0,4-2 1,2 1 262,0 3 1,0-4 267,0 1 0,0-5 30,0 6 1,0-7-354,0 7 0,0-6 1,0 6-1,0 1-42,0 3 1,0 7 0,0 4 0,0 6-68,0 10 1,0 7-1,0 10 1,0 12-183,0 14 0,0 9 0,-1-42 0,0 0 0,-1 2 1,0-1-131,-1 1 0,0 1 1,0 3-1,0 0 1,3-2-1,0-1 1,0-2-1,0 0-126,0 45 0,0-9 0,0-11 0,0-9-247,0-10 0,0-15 0,0-10 0,0-10-2003,0-6 1460,0-9 0,8-10 0,2-14 0,1-7 112,1-8 1,0-6-1,5-6 1,-1-5-1160,-5-5 1883,5-9 0,-6-10 0,7-9 0</inkml:trace>
  <inkml:trace contextRef="#ctx0" brushRef="#br0" timeOffset="1200">128 35 6370,'0'18'-64,"0"-7"565,0 1 173,0-8-95,0 3 0,2-5-79,4 4 0,-2-4 0,8 4-235,1-4 1,3-2 0,3 0 0,4 0-153,6 0 0,1 0 1,3-2-1,3-2-101,1-2 1,2-5 0,0 3 0,2 0-113,-3 0 0,-3-3 1,-4 3-1,-3 0-91,-3 0 0,-8 3 1,-7 3-144,-2-4 467,-2 4 0,-14-6 0,-4 10 1,-3 2 82,-3 2 1,1 7 0,-3-1 0,-1 5 81,-2 7 0,-1-5 0,5 6 0,-2-1 5,-3-1 0,3 8 0,7 0 0,3 6-82,-3 4 1,6 13-1,1 2 1,1 10-81,0 12 1,2 5 0,10 7 0,6 1-316,3 2 0,3 4 0,-1-8 0,1-5-215,-1-5 1,0-11 0,1-10 0,-3-5-209,-3-7 0,-2-5 0,-6-12 1,1-4-263,-1 1 0,-4-9 0,-4 2-478,-1-5 1337,-9-10 0,4 4 0,-7-8 0</inkml:trace>
  <inkml:trace contextRef="#ctx0" brushRef="#br0" timeOffset="1466">41 1991 7760,'-18'12'758,"1"-1"1,11-1-419,12 2 0,6-5 1,17-7-1,2 0-58,2 0 1,2-1 0,0-3 0,1-4-207,5-2 1,2-1-1,3-5 1,-3 2-378,0 3 0,-6-1 1,5-5-1,-1 1-503,0 5 0,-2-3 0,-10 8 804,-6 2 0,4 2 0,0 2 0</inkml:trace>
  <inkml:trace contextRef="#ctx0" brushRef="#br0" timeOffset="1899">181 2585 7917,'-8'-10'136,"-4"4"0,-3 4 324,-3 2 0,9 2 0,3 6 40,4 10 1,2 7 0,0 14-1,0 5-275,0 9 0,2 18 0,2 5 0,3 9-152,3 9 1,-4 1 0,-1-45-1,0 1 1,2 46-404,-3-2 1,4 4 0,-2-8 0,-2-6-257,-2-7 0,-2-16 1,0-12-1,0-11-1644,0-8 2230,0-9 0,0-5 0,-8-25 0,-2-11 0</inkml:trace>
  <inkml:trace contextRef="#ctx0" brushRef="#br0" timeOffset="2316">111 2934 7869,'-12'0'33,"0"0"-66,-1 0 832,5 0 0,2-8-417,12-3 1,6 1 0,9 0 0,2 1-75,-1-1 0,5 4 1,2-4-1,4 1-50,2-1 1,6-2 0,-1-3 0,-1 1-57,-2 3 0,4-1 1,0-6-1,-3 1-75,-1 0 1,-2 5 0,-2 0-1,-4-1 33,-5-3 1,-5 1 0,-3 1 167,-5 2 1,-3 10 16,-8 2 1,-2 8 0,-2 12 0,-4 3-181,-1 6 0,3 4 0,-4 4 0,0 2-106,1 1 1,3 9-1,-4-2 1,2 3-125,5 2 1,-5 7 0,2 1 0,2 2-269,2 4 0,2-6 0,0-2 0,0-3-582,0-3 0,0-2 1,0-3-1,0-6 44,0-4 0,0-4 0,0-2 1,0-4-311,0-2 1181,0-9 0,0 7 0,0-4 0</inkml:trace>
  <inkml:trace contextRef="#ctx0" brushRef="#br0" timeOffset="2583">285 4226 7930,'-19'8'-2,"-2"2"1,-1 2 1699,7-1-965,-3-7 0,24 4 0,0-8 1,8-2-371,3-4 1,8 2 0,4-5 0,4-1-198,2 0 0,0 0 0,0-3 1,2 1-272,4-1 1,-4 3-1,5 0 1,1 1-489,4-1 1,-5 4 0,1-4-1,-2 3-1971,-1 3 2564,1-6 0,-6 8 0,0-6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49:33.09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140 123 6740,'-2'-18'0,"-2"1"69,-2-1 0,-5 7 1,5-1-1,0 0 577,-2 3 1,4-5-194,-7 8 1,1 2-254,-2 10 1,-1-2 0,7 8 0,0 1 19,-2 3 0,6 1 1,-3 1-1,3 1-3,2 4 0,-6 5 1,0 7-1,2 0-59,2-1 1,2 1-1,0 0 1,0 0-138,0 0 1,2-2 0,2-4-1,4-5-173,2-5 1,-5-7 0,7-3 103,2-1 0,1-10 0,1-11 0,-3-9 17,-1-7 1,-2-4-1,3-2 1,-3-2 121,-2-3 0,-1 3 0,-3-4 0,2 4 120,-2 2 1,-2 2-1,-2 4 1,0 6 253,0 3 1,-2 5 0,-2 5-278,-2 10 1,-7 10-1,3 15 1,-2 10-41,1 10 1,5 5-1,-4 4 1,0 5-154,1 5 0,5 4 0,-2 1 0,2 3-349,-2 4 0,4-8 0,-3 2 0,3-8-578,2-14 0,-6-9 44,0-10 1,0-13 0,6-16 0,0-12 887,0-9 0,-8-6 0,-1-8 0</inkml:trace>
  <inkml:trace contextRef="#ctx0" brushRef="#br0" timeOffset="917">384 175 8239,'-15'12'362,"3"-1"1,5 1-1,7 6 1,0-1 235,0 0 1,0 1 0,0-1 0,0 1-142,0-1 0,0 1 0,1 1-320,5 4 1,-4-3 0,6 3-392,0-3 122,-6-11 1,7-3 0,-5-12-1,2-5-136,-2-5 0,-2-3 0,0-3 1,2-3 16,2-2 0,1-2 0,-3-6 0,4 0 134,2 0 0,-5 6 1,7 0-1,0 0 36,-3 2 0,7 1 0,-4 9 0,3-1 110,3 1 1,-1 7-1,1 4 1,-1 4 114,0 2 1,3 2-1,1 4 1,4 4-582,3 0 1,-5-1-1,4-5 437,-2 2 0,6 8 0,-3-5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49:31.36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53 175 7878,'-8'-17'1095,"6"9"-663,-3 8 0,3 10 1,2 13-1,0 6-218,0 4 1,0 2-1,0 2 1,0 2-96,0 1 0,0 7 0,0-6 0,0-1-373,0 3 1,0-6-1,0 2 1,0-6-876,0-4 1,0-8-561,0 2 1689,0-11 0,-8-4 0,-2-8 0</inkml:trace>
  <inkml:trace contextRef="#ctx0" brushRef="#br0" timeOffset="317">53 262 7900,'-8'10'-57,"5"-2"0,-7-6 653,2 4 159,2-4 0,14 3 1,4-8-1,3-5-295,3-2 0,-1 6 0,1-2 1,1 2-83,4-1 1,-3 3 0,3-4-47,-4 4 1,-7 2 0,-2 2-270,-3 4 0,-1 3 0,-6 9 0,-2-1-354,-3 1 0,-5-1 1,-8 1-1,-1 1-235,-4 4 1,3-3-1,-3 1 1,4-5-306,1-5 0,1-7 0,-1 2-1313,1-4 2144,7-10 0,-6-9 0,7-10 0</inkml:trace>
  <inkml:trace contextRef="#ctx0" brushRef="#br0" timeOffset="617">402 123 7988,'-5'11'0,"-3"-1"-20,-2-2 0,4 5 0,-3-1 702,1 4 1,2 1 0,6 0-448,0 1 1,2-1 0,2 1 0,4-1-309,1 1 0,1-7 0,4-1 0,-3-2-454,3-4 0,1-2 0,3-2-408,-1 0 1,1-8 934,-1-4 0,-7-11 0,-2-4 0</inkml:trace>
  <inkml:trace contextRef="#ctx0" brushRef="#br0" timeOffset="766">542 0 7859,'-2'20'47,"-4"3"0,4-2 0,-5 9 0,1 1 337,0 2 0,0 3 0,4 5 0,-2 6-169,-1 3 1,-1 3-1,6 1 1,0 4 122,0 6 1,2-4-339,4-1 0,-5-5 0,7-2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49:30.25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18 26 7797,'0'-12'1849,"0"1"1,0 9-1441,0 2 0,-2 8 1,-2 11-1,-2 4-217,2 6 0,3 6 0,1 4 0,0 4-255,0 1 0,0 1 1,0 4-1,0-3-520,0 3 1,0-7 0,0-1-1,0-6-1129,0-6 0,0 2 1712,0-8 0,0-7 0,0-8 0</inkml:trace>
  <inkml:trace contextRef="#ctx0" brushRef="#br0" timeOffset="482">210 463 10925,'0'-10'809,"0"4"1,0 12-785,0 6 1,0-3 0,0 3 0,0 2-204,0 1 1,0 3 0,0-1-131,0 0 0,6 1 0,2-3 23,1-3 1,-3-4 214,6-8 0,0-2 0,5-4 76,0-6 0,-5 3 1,-2-3-1,-1-1 136,1-3 1,2-1 0,5-1 134,1 1 0,-7 7 0,1 4 106,2 4 0,-5 2 1,3 0-552,2 0 0,1 8 0,3 2-907,-1-1 1,0 7 1074,1-5 0,-1-3 0,1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49:28.80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18 612 7882,'-10'-18'2940,"3"1"-2701,7 7 1,0 10-1,0 12 1,0 5 74,0 7 0,0-3 1,0 8-1,0 0-222,0-2 1,0 6 0,0-5 0,0 1-125,0 0 1,0-8 0,0 2 0,0-3-210,0-3 1,0-5 46,0 0 0,0-10 0,0-2 46,0-10 0,0-12 0,0-3 0,0-2-31,0-4 0,2-2 0,1-4 0,5 0 106,2 2 0,-4-3 0,3 8 0,1-1 95,0 2 0,-4 4 1,5 8-11,3-1 1,1 3 0,3 5 38,-1 10 1,-1 2 0,-3 11 0,-3 5-207,-2 3 1,0 5 0,-4-5 0,1 2-268,-1-2 0,-2 5 0,-4-3 0,-2-2-153,-1-1 1,-7-3 0,4-1 574,-2-5 0,-9 5 0,-8-6 0</inkml:trace>
  <inkml:trace contextRef="#ctx0" brushRef="#br0" timeOffset="350">542 36 7825,'-8'-10'119,"4"2"0,-5 6 759,1-4 0,0 4-6,2-3 0,2 3-513,-7 2 1,1 7 0,-2 7 0,5 7-120,-1 9 0,4 4 1,-6 7-1,1 6-205,-1 3 0,6 8 0,-2 3 1,4-1-360,2 0 1,0-2 0,0-6 0,2-1-341,4-4 1,-2-7 0,6-11 0,-1-7-532,1-9 1,-4 1 1194,5-8 0,1-16 0,6-9 0</inkml:trace>
  <inkml:trace contextRef="#ctx0" brushRef="#br0" timeOffset="550">228 298 7787,'-18'7'830,"12"-5"-314,12 4 1,8-6 0,19-4 0,6-4-761,3-1 0,5-5 0,5-7 0,1-2-1542,-1 1 1786,8-5 0,-6 8 0,7-7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0:06.69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35 241 14658,'0'19'165,"0"4"0,0 1 1,0 11-1,0 7-13,0 7 0,0 3 0,0 3 1,0 1-458,0 2 0,0-2 1,0-9-1,0-6 99,0-4 0,0-10 1,0-4 153,0-4 1,0-11 41,0-8 1,0-15 0,-2-14 0,-2-4 80,-1-2 1,-1-2 0,6-4 0,-2-4 70,-4 1 1,4-7-1,-4 5 1,4-3-42,2 3 1,0-5-1,0 7 1,0-1-41,0 4 0,8 4 0,2 4 1,1 4-32,1 6 0,0 5 0,5 7 0,1 5-144,-1 4 1,1-4-1,-1 0 1,0 4-136,1 6 0,-1-2 0,3 6 0,1 0-300,2 3 0,1-1 1,-7 2-606,1 1 0,-1 3 0,1-1-444,-1-3 1598,0 4 0,1-7 0,-1 9 0</inkml:trace>
  <inkml:trace contextRef="#ctx0" brushRef="#br0" timeOffset="368">419 241 7725,'-2'17'0,"-1"1"377,-3-1 1,-6 1 0,6-1 145,2 1 1,4-1 0,6 1 0,6-3-142,3-3 0,3-3 0,-1-5 0,1 2-114,-1-2 1,1-4-1,-1-6 1,1-6-90,-1-3 1,1-8-1,-1-3 1,1 1-104,-1 0 1,-7-6-1,-3 4 1,-1-2-68,0 0 0,0 7 0,-6-1 1,0 4 33,0 1 0,-2 3 1,-4 3-16,-6 6 1,-3 4 0,-2 4-1,-1 4-88,1 6 0,-1 5 0,3 4 1,1 5-7,2 1 0,1 2 0,-5 8 1,3 2-175,1 1 1,8 7 0,-2-4 0,4-1-284,2 1 1,2 0 0,4-5 0,4 1-202,-1-6 0,13 0 1,-5-9-1,3-3-338,-1-2 0,-1-9 1062,-1-4 0,8 3 0,2 1 0</inkml:trace>
  <inkml:trace contextRef="#ctx0" brushRef="#br0" timeOffset="733">943 276 7725,'0'-18'124,"0"1"1,0-1 292,0 1 1,0-1 0,0 1 482,0-1 1,0 7-2,0-1 0,-2 6-533,-3-5 1,-3 9 0,-6 2 0,3 9 53,-3 7 0,4 7 0,-1 4 0,-3 5-144,-1 4 1,3 5 0,0-2-1,-1 4-157,-3 1 1,6-3 0,5 4 0,1-1-190,-2 1 1,4-6 0,-4 0 0,6-6-582,6-4 1,-2-14 0,8 1 0,3-7-193,6-5 1,-1-2 0,5-4 0,-2-4 216,1-5 0,5-13 0,-6-5 0,0-4-568,2-2 1194,-5 1 0,13-9 0,-6-2 0</inkml:trace>
  <inkml:trace contextRef="#ctx0" brushRef="#br0" timeOffset="1333">1432 101 7756,'8'-17'0,"-6"-1"0,4 1 150,-4-1 0,-4 7 877,-4-1 1,-4 8 0,-7 0-575,-1 8 0,7 6 1,-1 7-1,-1 1-265,-3-1 0,-1 6 0,1 3 0,2-1-46,3 0 1,1 4-1,-3-4 1,3 1-105,2-1 0,0-2 0,4-5 1,-1-1-208,1 1 1,2-7 0,4 1 58,4 1 0,3-5 1,9-2-1,-1-4 131,1-2 0,5 0 1,0 0-1,0 0 197,3 0 1,-5 0 0,6 2 0,-2 2 75,-3 2 0,-3 5 1,-1-3-1,-1 2-66,1 3 0,-9 9 1,-3 1-1,-4 0-246,-2 2 1,-2-3 0,-4 7 0,-7 0-346,-9-2 0,1 4 1,-6-7-1,0-1-428,0 2 1,-3-11 0,-5 1 0,1-5-2006,-1-6 2796,0-2 0,-8-10 0,-2-2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0:09.68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105 961 7913,'-12'0'1484,"1"0"-1155,7 0 1,-4 10 0,8 7 0,2 10-96,4 6 1,-2 10 0,7 6-1,1 7-164,-2 8 1,3 4 0,-5 2 0,0-2-183,0-4 0,-3 2 1,-5-10-1,0-4-850,0-3 0,0-18 116,0-2 1,0-17 845,0-12 0,-15-16 0,-5-11 0</inkml:trace>
  <inkml:trace contextRef="#ctx0" brushRef="#br0" timeOffset="267">0 891 7862,'0'12'765,"0"-1"0,0-5 0,2 6-446,4 2 1,6-7 0,11 1 0,6-2 65,4 0 0,8 5 1,-1-5-1,-1 0-231,-2 2 1,-2-4 0,-2 5 0,-2 1 22,-2 0 1,-13 1 0,1 7 0,-3 1-201,-5 5 1,-1-5-1,-10 6 1,-4-2-571,-5 1 1,-5 7-1,-1-4 1,-3 0 149,-3-4 1,2-5-1,-6-5 1,-1-3-467,1-2 0,6-2 1,-2-6 908,3 0 0,-5-8 0,-2-2 0</inkml:trace>
  <inkml:trace contextRef="#ctx0" brushRef="#br0" timeOffset="501">576 1 7861,'-5'17'0,"-1"2"341,2 5 0,2 5 0,2 12 0,0 7 371,0 8 0,0 14 0,0 12 1,2 3-467,4 2 0,-2 7 0,5 1 0,-1-2-408,-4-4 1,4-6 0,0-15-1,-1-4-611,1-5 0,0-9 1,-4-7-1,2-10-1237,-3-6 2010,-1-12 0,6 1 0,2-6 0</inkml:trace>
  <inkml:trace contextRef="#ctx0" brushRef="#br0" timeOffset="1018">926 1031 8049,'-18'0'493,"9"-8"0,1-2-74,0 1 1,6-1 0,-6 4 275,1-5 0,3 1-214,-8-2 1,0 8-325,-5-1 1,7 10 0,3 7 0,1 4-119,0 1 1,0 8 0,6 2 0,0 2-143,0 1 1,0-3 0,0 4 0,2-4-79,4-2 0,-2-2 1,7-5-1,3-3 29,1-3 0,-3-4 0,0-8 0,1-2 72,3-4 0,-1-4 0,-1-7 1,-4-2 70,-3-5 0,5 5 0,-6-6 0,-2 1 53,-2 1 0,0 0 1,2 5-1,1 1 100,-1-1 0,-2 7 0,-4 1-5,-4 2 0,4 4 1,-5 10-1,1 8-79,0 7 0,-6 0 0,7 9 0,-1 1-242,-2 2 0,6 2 0,-4-2 1,4-2-340,2-2 0,0 0 1,0 4-1,0-4-538,0-6 1,6-3 1058,0-3 0,8-7 0,-5-2 0</inkml:trace>
  <inkml:trace contextRef="#ctx0" brushRef="#br0" timeOffset="1433">1223 891 7811,'-18'23'69,"1"1"0,1 1 0,3-4 0,3 5 503,2 1 1,-3 0 0,5 4 0,2-2-192,2 2 0,2 0 1,0-2-1,0-4-246,0 1 0,0-7 0,2 4-149,4-3 1,-2-5-558,7-3 0,-5-4 0,4-10 326,-3-4 1,5-4-1,-6-7 1,-2-1-114,-2 1 1,4-3 0,-1-1 0,-1-4 181,-2-2 1,4 3-1,0-5 1,0 0 243,1 2 0,-5-4 0,6 6 0,-2 0 171,0-1 1,2 3 0,-5 6 1085,3-1-931,8 1 0,-6 17 0,3 9 1,-5 13-78,-4 5 1,4 8-1,0 6 1,-2-1-225,-3 3 0,5-6 0,0 4 0,-2-5-432,-2-1 1,4-5-1,0-3 1,-3-2-494,-1-4 0,0-3 832,4-7 0,4-11 0,7-9 0</inkml:trace>
  <inkml:trace contextRef="#ctx0" brushRef="#br0" timeOffset="1667">1624 35 7810,'-23'53'560,"0"-1"1,5 3 0,9 3-1,1 8 86,4 7 0,2 7 0,2 7 0,0 1-406,0-1 0,0 6 1,2 0-1,2-3-630,2-7 1,1-7 0,-3-14-1,2-10-142,-2-9 1,0-8 0,0-6-226,2-6 0,-1-13 1,-5-10-815,0-10 1571,0-5 0,-7-11 0,-3-1 0</inkml:trace>
  <inkml:trace contextRef="#ctx0" brushRef="#br0" timeOffset="1966">1345 699 7810,'-2'23'127,"-4"1"0,-2-1 0,-3-6 0,5 1 371,4-1 0,2 7 1,0 1-1,0 0 138,0 0 0,2 1 0,4-3 0,5 4-310,5 0 1,3-2-1,3-7 1,3-1-137,2 1 0,2-3 1,6-1-1,-2-4-99,-4-3 1,4 5-1,-4-6 1,2-2-158,-2-2 1,2 0 0,-7 1-155,-3 3 0,-3 8 139,-7-3 1,-3 5 0,-8 1 28,0 1 1,-6-1 0,-2 1 0,1 1-372,-1 5 1,-4-11 0,4 5-3413,-1-3 3835,5 1 0,-12-7 0,7-1 0</inkml:trace>
  <inkml:trace contextRef="#ctx0" brushRef="#br0" timeOffset="2350">1974 961 7719,'-24'33'608,"3"-2"1,4-4 144,3-2 0,10 5 1,-2-5-1,4 0-381,2 0 0,0 4 1,0-3-1,0-1-152,0 0 0,2 4 0,4-6-335,6-1 0,-3-5-308,3-5 1,-6-4-1,4-10 34,-3-4 1,5-4 0,-6-7 0,0-3-94,1-3 0,-5 2 0,4-8 0,-2-2 255,2-2 0,-4 3 0,4 1 0,-2 0 175,1 2 0,-3-4 0,6 8 1,-2 1 186,0 3 1,1 2 0,-3-1 303,2 1 0,2 9 0,-4 8 66,2 10 0,-1 13 0,-3 6 0,2 4-187,2 2 0,2 0 0,-4 2 0,3 1-470,3 3 0,-4-2 1,6-8-1,-1-2-302,-1 2 1,4-6 0,-7-1-2023,3-5 2476,2-9 0,-3-2 0,-1-8 0</inkml:trace>
  <inkml:trace contextRef="#ctx0" brushRef="#br0" timeOffset="2617">2393 996 8504,'-35'35'760,"0"0"1,2 6-1,4-1 1,7-1-163,9-2 0,-1 6 0,8 5 0,3 7-231,1 3 0,2 6 0,2-4 0,1 2-159,3 4 0,14 4 1,-3 2-1,3-1-124,-1-3 0,-3-7 0,-3 1 0,-3 0-453,-2 0 1,-3-14-1,-5-1 1,0-8-413,0-4 0,-2-8 0,-3-6-186,-7-7 0,-4-6 1,1-10-251,3-4 1,-3-6 1216,3-11 0,-3-4 0,-3-8 0</inkml:trace>
  <inkml:trace contextRef="#ctx0" brushRef="#br0" timeOffset="2950">2725 1083 7816,'25'-17'35,"-6"-1"1,3 1 0,-7-1 236,-3 1 1,5-2 0,5-3-1,-5-1 14,-3 2 0,-11 1 0,5 5 72,0 3 0,-8 4 0,2 10 132,-6 4 0,-8 4 1,5 9-1,-1 2-52,0 3 1,-5 5 0,3-4 0,-2 2-21,1 4 0,5 2 1,-4 2-1,2 2-213,4 4 1,-3-2 0,1 7 0,2 1-116,2-3 0,-4 7 0,0-6 1,1 1-506,-3 1 0,4-9 0,-6 3 0,0-4-519,1-2 1,-3-6 0,-3-2 0,1-3-17,2-9 1,-5-5 0,-6-14 949,1-8 0,-5-7 0,0-16 0</inkml:trace>
  <inkml:trace contextRef="#ctx0" brushRef="#br0" timeOffset="3133">1851 629 7704,'-35'27'1511,"8"-1"0,4-11-1570,4-3 1,11-4-1,8-8 707,10 0 1,5-8 0,4-4 0,3-5-1077,1-7 1,6 3 0,-4-6 0,1 0-1971,-1 0 2398,-2-3 0,2-4 0,3-1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0:16.76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18 541 7922,'0'-36'-2,"-2"-3"1,-2-4 99,-2-2 0,0 7 0,6-3 0,0 6 800,0 6 0,0-2-443,0 8 0,6 9 0,2 14-99,2 10 0,-1 15 0,5 8 0,-4 8-156,-3 3 0,7 9 0,-4 5 0,1-2-146,1-2 0,-8-1 0,4-1 0,-3 1-384,1-1 1,2-5-1,-4-3 1,2-1-470,-2-4 0,-3-2 0,-1-4 0,0-4-2175,0-6 2974,-7-11 0,-11 3 0,-9-5 0</inkml:trace>
  <inkml:trace contextRef="#ctx0" brushRef="#br0" timeOffset="366">70 0 7855,'-15'2'517,"3"4"1,-2-2 237,9 7 1,-1-5-1,8 6 1,4-1-338,5-1 0,5 6 0,1-5 0,1 3-119,-1-2 1,8 1 0,4-7 0,4-2-58,2-2 1,2-2-1,4 0 1,4 0-118,-1 0 1,5 0 0,-9 0-1,-1 0-81,-2 0 0,2 0 0,-2 0 1,-6 0-47,-4 0 0,-4 8 0,-5 5 0,-3 7-12,-3 3 0,-4 8 0,-8 0 1,0 8 129,0 7 1,-6 5 0,-2 1 0,-2 1-65,-3-1 0,-3-6 1,1 1-1,1 0-274,3-3 1,1-7 0,-4-10 0,5-1-853,1-5 1,-4-2-813,6-1 1,1-11 368,5-7 1,0-7 1516,0-11 0,-8-7 0,-2-2 0</inkml:trace>
  <inkml:trace contextRef="#ctx0" brushRef="#br0" timeOffset="616">192 1153 7948,'-13'35'208,"-5"0"1,1-2 1384,3-4 0,7-10-1043,7-7 1,7-8 0,5 1 0,5-3-55,7-2 0,3-2 0,10-3 1,2-7-165,1-4 0,9-1 0,-3-1 0,5-1-360,1-4 1,6 1-1,1-7 1,-3-2-873,-2-2 1,-1-2 0,-3 0 0,-1-1 899,-3-5 0,-7 4 0,4-6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0:15.81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113 298 7801,'-15'-18'784,"3"1"0,4 5-280,8 0 1,0 10 0,0 4 0,0 16-215,0 15 0,0 9 0,0 11 0,2 1-177,4 4 1,-2 3 0,8 6 0,-1-1-404,-1 0 1,4 4 0,-7-12 0,1-1-428,0-3 0,4-5 0,-7-7 0,1-11-481,2-9 0,-6-11 1198,4-16 0,-12-13 0,-4-9 0</inkml:trace>
  <inkml:trace contextRef="#ctx0" brushRef="#br0" timeOffset="317">9 1 7990,'-8'0'896,"8"0"1,8 0 0,11 2 0,4 1-575,6 3 0,4 2 1,4-4-1,2 2-97,2-2 0,7 3 0,-1 1 1,3 0-123,3 0 1,-1 3-1,-1-3 1,-5 4-18,-5 7 0,-12-1 1,-6 7-1,-5 2-53,-7 8 0,3 2 0,-10 7 1,-4 1-81,-4 0 0,-10 1 0,3 9 0,-5 1-108,-1 2 0,-1 0 1,1-5-1,-1-3-235,1-3 0,1 1 0,3-7 1,3-2-233,2-2 1,3-8 0,5-2-2297,0-2 2918,0-2 0,-8-13 0,-2-2 0</inkml:trace>
  <inkml:trace contextRef="#ctx0" brushRef="#br0" timeOffset="566">183 1310 8481,'-8'33'0,"-1"-3"209,-1-7 0,2-4 0,8-1 1,2-3-72,4-3 1,4-4 0,9-8 0,3 0 308,1 0 0,8 0 1,-2 0-1,4-2-451,2-4 0,6 2 0,-1-8 0,1-1-371,2-3 1,0-1-1,3-1 1,-3 1-309,-1-1 0,-5 1 0,4-1 0,-6 3 683,-6 3 0,4-3 0,-6 5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0:14.86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35 121 7824,'-9'-17'615,"1"-1"33,8 1 0,0 11 0,0 10-218,0 11 0,0 17 1,2 2-1,2 13-270,1 9 0,1 3 0,-4 8 0,2 5-449,2 0 1,2 0 0,-4-2 0,1 1-65,-1 5 1,-2-12-1,0 0 1,2-9-1643,2-9 1995,0-3 0,-14-16 0,-2-2 0</inkml:trace>
  <inkml:trace contextRef="#ctx0" brushRef="#br0" timeOffset="350">0 34 7824,'0'-18'1017,"2"9"0,6 3 0,8 6-775,5 6 0,4-4 1,-3 5-1,3-1-119,2 0 1,2 6-1,6-4 1,-2-1 24,-4 1 1,4 6 0,-6-5-1,2 3-140,0 0 1,-7-1 0,1 7 0,-4 1 5,-1 4 1,-3-1 0,-3 5-1,-4 0 64,0 0 1,-6 0-1,3 4 1,-3-1-12,-2 1 1,0 2 0,0 2 0,-2-1-17,-3 1 0,3 6 0,-6 0 1,2-2-190,0-2 0,0 3 0,6 1 0,0-2-278,0-2 1,-5-2 0,-1-2 0,2-2-117,2-2 1,2-2 0,0 2 0,0-6-1353,0-3 1884,-8-3 0,-2 9 0,-7 1 0</inkml:trace>
  <inkml:trace contextRef="#ctx0" brushRef="#br0" timeOffset="567">105 1309 8494,'-11'15'0,"1"-1"590,2-2 1,2-7 0,8 5-96,4-2 0,6-2 0,11-6 0,6-2-193,4-4 1,8-4-1,1-7 1,3-3-247,4-3 0,7 2 0,2-6 0,0-1-590,2 1 0,-5 6 0,3-4 0,-6 3 534,-5 5 0,3-4 0,-5 11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0:13.94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260 53 7683,'0'-17'-422,"0"5"952,0 1-82,0 7-69,0-4 1,0 16 303,0 3 1,-2 5-308,-4 1 0,3-1 1,-7-3-1,2-1 156,4 2 1,-4 3 0,1 6 0,-1 7-51,0 3 0,-5 9 0,3 7 0,0 9-236,4 12 1,3 15-1,-1 14 1,1-48-1,0 1-170,1 0 0,0 1 1,1-1-1,2 1 0,0-1 1,2 0-1,0 1 0,2-1-309,-1 1 0,1-1 1,5 35-1,4-11 0,-5-18-1245,-1-15 1,4-14 374,-7-23 1,1-14 0,-4-19 0,2-4 1102,2-6 0,0-17 0,-6-1 0</inkml:trace>
  <inkml:trace contextRef="#ctx0" brushRef="#br0" timeOffset="367">51 472 7823,'-18'0'500,"1"0"-295,7 0 1,4-5 0,12-3-1,6-2-27,3-3 0,3-5 0,1-3 0,4-4-10,6-3 0,-1 5 1,1-4-1,2 0-46,2 0 0,-4 5 1,-2-1-1,0 4 28,0 1 1,1 6-1,3 3 1,-4 1 83,-2 4 0,4 16 0,-6 9 0,1 10 144,1 12 0,-6 7 0,5 9 0,-5 5-306,-2 3 0,1 13 0,-1 3 0,-1 5-346,-4-3 0,1-3 1,-7-1-1,0-5-85,2-4 1,-7-18 0,3-9-1,-6-10-489,-3-6 1,-9-14-1,2 1 848,-3-7 0,-3 5 0,1-4 0</inkml:trace>
  <inkml:trace contextRef="#ctx0" brushRef="#br0" timeOffset="602">155 1468 7807,'-7'27'146,"5"6"1,-4-4 0,6 2 294,6-2 1,5 2 0,13-7 0,7-3 209,8-2 0,-1-7 0,7-2 0,0-2-638,-1-5 0,5-3 0,7-3 0,0-5-471,-5-2 1,-1 0-1,-7-3 1,0 3-1676,-1 2 2133,-1 3 0,-14-3 0,-2-2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0:18.99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295 408 7694,'-17'0'245,"-1"-2"0,1 0 0,2 2 0,3 10 0,8 11 428,8 14 1,2 17-1,9 20 1,7 17-477,-10-36 0,1 3 1,4 13-1,1 4 1,2 13-1,0 4 1,-6-23-1,0 1 0,-1 1-139,1 6 1,1 1-1,-1 2 1,1 5 0,-1 2-1,2 1 1,0 4-1,1 1 1,0 0 0,-1-3-1,-1 1 1,-1-2-246,-2-5 1,0-1-1,-1-2 1,-2-6 0,0-1-1,-2-1 1,0 25-1,-3-2 1,0-4 0,-2-2 62,0-1 0,-2-3 1,-3-10-1,-2-2 1,0-3-1,-1-1 1,-2-6-1,0-1-81,0-5 1,-1-2 0,-9 39 0,1-9-1,-1-12-42,1-16 1,-1-6 0,3-13 0,1-8-226,3-7 0,1-11 0,-2-18-81,7-11 1,-3-15 0,0-15 552,-2-9 0,14-5 0,-2-8 0</inkml:trace>
  <inkml:trace contextRef="#ctx0" brushRef="#br0" timeOffset="406">68 338 7849,'-17'10'481,"-1"-5"0,3 5-97,3 2 0,6 1 0,14-1-115,10-6 1,7-4 0,10-2 0,2 0-75,3 0 1,5-2-1,7-4 1,1-6-42,-1-3 0,6-9 0,1-1 0,-1-2-144,2-4 1,-4-4 0,6-4 0,-3-1-80,-9 1 1,-1 8 0,-13 4 0,-4 1-43,-5 5 1,-6 13 361,-9 14 0,-5 21 0,-7 28 0,0 14-81,0 17 1,-3-34 0,-1 2 0,-1 9 0,0 3 0,-1 7 0,0 3-3,0 8 1,1 3 0,2 2-1,2 2 1,-1-23 0,1 2 0,0 0-1,1 1 1,2 1 0,0 0-357,1 3 0,1 0 0,0 0 0,3 2 0,0 1 0,1-2 0,-1-2 0,1-2 0,0 0 0,3 28 0,-1-2-57,0-12 1,0-4-1,-1-14 1,-1-4-1,0-7 1,0-3 0,5 41-562,-1-12 0,-8-13 1,2-13-1,-4-9 10,-2-7 1,0-4 0,0-4 795,0-4 0,0 4 0,0-6 0</inkml:trace>
  <inkml:trace contextRef="#ctx0" brushRef="#br0" timeOffset="648">645 4145 7689,'0'18'948,"2"-1"-732,3 0 1,13-7 0,11-6 0,6-10-161,6-11 1,11-10 0,12-14 0,6-6 28,6-3 0,1-10 1,-35 29-1,0 0 1,-1-1-1,1 0-384,3-1 1,-1 1-1,34-24 1,0-2-1,-12 6 299,-6 5 0,-2-3 0,-6 5 0</inkml:trace>
  <inkml:trace contextRef="#ctx0" brushRef="#br0" timeOffset="1267">1972 2049 7719,'-17'-9'428,"1"1"0,2 2 199,3 0 0,7-2 79,-2 3 1,4 7-1,2 3-224,0 17 1,6 11 0,2 8 0,1 5-122,5 5 1,-4 3 0,-1 2 0,1 2-344,0-1 1,-4-3 0,3-2-1,-1-1-248,-4-5 1,-2-11 0,-2-11-92,0-5 0,-6-11 1,-2-8-1,-1-12-112,-5-9 0,-3-8 0,-5-12 0,-1-6 156,2-3 0,3-3 0,5-1 0,3-6 287,2-10 0,2 0 0,6-7 0,0-1 24,0-3 0,8-11 1,4-1-1,3 6-3,3 9 1,5 14 0,0 23-1,1 14 159,1 12 1,-6 7 0,4 10-1,-1 6 47,1 9 0,-4 8 1,7 12-1,-3 2-153,0 2 0,1 7 0,-9-3 0,-1 2-537,-3-1 0,-7-1 0,2 1 1,-4-5-241,-2-4 1,-2-4-1,-4-2 1,-7-6 134,-9-5 0,3-7 1,-4-13 557,3 0 0,3-8 0,-1-1 0</inkml:trace>
  <inkml:trace contextRef="#ctx0" brushRef="#br0" timeOffset="1766">2234 1421 9065,'8'17'593,"-4"3"1,7 5-1,3 10-31,1 9 1,3 7 0,1 3 0,3 4-206,1 6 1,0-4-1,-7-1 1,-3-7-285,-1-5 0,-8-5 0,2-9 97,-4-4 0,-4-11-156,-4-12 0,2-4 0,-6-6 0,0-6-263,1-7 0,5-7 1,-2 3-1,4-4 17,2-2 0,-6-3 0,0-4 0,3-3 20,1-4 0,2-2 0,2-5 1,1 1 5,3-1 0,2 3 0,-2-2 1,6 1 189,3 1 0,4 3 0,3 9 1,1 3 132,-2 7 0,5 6 0,-3 5 0,0 6 94,2 4 1,-3 2 0,7 2-1,0 2-20,-2 2 0,4 8 0,-7-5 0,-3 3-56,-2 0 1,-1-1 0,-3 7 103,-3-1 1,-4-5-39,-8-1 1,-2-1 0,-4 4-154,-6-3 0,-3-1 1,-3 4-1,1-3-177,-1 3 0,7-1 1,-1 1-1,-2-2-224,-1 1 0,3 1 0,3-1 0,1-1-384,4 2 0,2 1 1,2 3-101,0-1 1,0 1 0,2-1 177,4 0 1,3-7 658,9-4 0,7-4 0,2-2 0</inkml:trace>
  <inkml:trace contextRef="#ctx0" brushRef="#br0" timeOffset="2066">3334 897 8101,'-27'0'655,"2"2"0,7 2 0,1 3-347,-1 3 0,1 9 1,-1 11-1,1 2 104,0 3 1,7 0-1,4 2 1,4 2-198,2 2 1,0 5 0,2-5-1,4-4-72,5-6 1,5 2 0,1-6 0,3 2-11,3 0 0,-1-7 0,5-1 1,-2-5-96,-4-5 0,4 1 0,-1 5-31,-3 1 1,-3-1 0,-5-1-1,-3-3-65,-2-1 1,-4 0-1,-10 5 1,-8 1-350,-7-1 0,-1 1 0,-7 1 0,-2 2-454,-2 3 0,-4 1 0,-1-2 0,-5 6 861,-2 4 0,-1 2 0,-7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0:22.08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32 0 7888,'0'18'140,"0"-5"0,0 3 0,0 5 316,0 4 1,0 14 0,2 15 0,4 14-113,5 12 1,-1 5 0,2 3-1,1-1-274,3 0 1,-1 4 0,-1-3 0,-2-9-306,1-5 0,-5-6 0,0-4 1,-3-10-1349,1-11 538,0-10 0,-6-31 1045,0-8 0,0-23 0,0-8 0</inkml:trace>
  <inkml:trace contextRef="#ctx0" brushRef="#br0" timeOffset="300">14 70 7885,'-1'17'410,"-5"1"1,4-1 0,-2-1-206,8-4 1,11-5 0,11-7-1,1 0 113,4 0 0,4 0 0,3-2 0,5-1-37,2-3 1,1 0-1,7 6 1,-1 0-44,1 0 0,-1 10 0,-2 5 0,-3 8 2,-6 5 0,-12 8 1,-6 13-1,-5 7-95,-7 8 0,-3 0 0,-8 4 0,0 4-344,0 0 0,-8 5 0,-3-3 0,-5-4-36,-1-4 1,-1-10 0,1 2-1,-1-3-422,1-3 1,-1-9-1,1-6 1,-1-8-688,1-4 0,1 4 1344,5-6 0,-13 1 0,5-7 0</inkml:trace>
  <inkml:trace contextRef="#ctx0" brushRef="#br0" timeOffset="500">207 1397 7837,'0'18'0,"0"-1"0,0 1 0,0-1 395,0 1 1,9-1-1,9 1 1,9-3-82,6-3 0,10 1 0,5-7 1,6-4-248,5-6 1,9-7-1,0-13 1,5-5-125,1-4 1,-4 4 0,-4 0-1,-2-2-514,2-2 1,6 0 570,-3 4 0,5-4 0,-12 6 0</inkml:trace>
  <inkml:trace contextRef="#ctx0" brushRef="#br0" timeOffset="1033">1953 804 7773,'-17'-2'126,"-1"-4"0,3 2 0,1-8 191,2-1 1,3-3 0,-5-1 0,4-1 23,3 1 1,-7 1-1,4 3 1,-1 3-155,-1 2 1,-2 0-1,-7 5 1,-2-3-19,1 2 0,3 10 1,2 5-1,-1 5 21,1 1 0,-1 8 0,1 5 0,-1 5-110,1 5 0,5-1 1,2 6-1,3-3-154,3-3 1,2-2-1,2-2 1,2-2-24,4-4 1,3-4-1,9-9 1,1-4-7,4-7 0,-1-5 0,5-5 0,-2-9 14,-3-7 0,3-1 1,-2-7-1,0 0 61,3 2 0,-7-6 1,4 6-1,-5-2 14,-7-1 1,5 9 0,-6-2 343,-1 3 1,-3 7-58,-12 7 0,-1 16 1,-7 21-1,2 6-126,-1 3 0,-3 9 0,1-4 1,1 1-271,2 1 0,9-8 1,-3 1-1,4-3-609,2-2 0,0-8 0,0-3-431,0-5 1,8-13-1,3-10 742,5-12 1,1-13 0,1-2 0,-1-6 420,1-3 0,-1-9 0,1 4 0</inkml:trace>
  <inkml:trace contextRef="#ctx0" brushRef="#br0" timeOffset="1400">2040 349 7773,'0'-33'108,"0"4"0,0 10 0,0 11 293,0 6 1,-5 14 0,-1 17 0,0 6-20,-2 6 1,6 3 0,-6 11-1,3 1-27,-1 2 1,0 10 0,4 2 0,-2 9-162,-2 7 0,0 1 0,6 0 0,0 1-92,0-1 1,0-15 0,0-10-1,0-13 135,0-15 0,0-6-210,0-11 0,2-15 0,2-10 1,4-11-290,2-10 0,-1-4 0,5-4 0,-2-2-80,1-2 0,1-7 1,-1 1-1,-1-1 249,2 1 0,1 3 0,3 5 1,-1-2 138,1 2 1,-7 4 0,1 8 0,0 8 164,-3 5 0,7 10 0,-7 2 139,1 12 0,-2 4 0,-8 15 0,0 2-155,0 2 0,6 2 0,0 0 0,-3-1-338,-1 1 0,-2 0 0,0-2 1,-2-2-390,-3-2 0,3-7 0,-6 1 1,2-3-350,0-3 0,-5 0 0,3-1 881,-2-4 0,6-5 0,-3-7 0</inkml:trace>
  <inkml:trace contextRef="#ctx0" brushRef="#br0" timeOffset="1750">2599 873 9078,'-17'6'0,"-1"0"1494,1-2 1,-1-2-518,1-2 1,7 2-622,4 4 1,-1-3-1,1 9-195,2 2 0,2 1 0,0 5 1,-2 1-41,-2 2 0,-1 6 0,3-3 1,-2 1-37,2 4 0,0 2 0,0 0 0,-2-2 23,2-2 1,3-2-1,1 4 1,0-4 148,0-1 1,0-3 0,0-6 0,1 3 97,5 3 1,2-4 0,6 5-1,-5-5-49,-1-1 0,6-1 0,-5 0 1,3 1-245,0-1 1,-8 1 0,1-1-1,-3 1-464,-2-1 0,-2 1 1,-3-1-1,-7-1-1122,-4-5 1,-1 3-1,-2-8 1524,-5-2 0,-3-2 0,-8-2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5:12.57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106 1324 7786,'-8'-18'297,"6"7"0,-4-1 0,4-2 0,2-1 0,0-3 753,0 1 1,0 0 0,0-1 265,0 1-780,-7 7 1,-3 4-346,-8 12 0,7 9 0,1 9 1,0-1-177,1 2 0,5-5 1,-2 5-1,4 0-235,2 4 0,0-2 0,0 1 0,0-3-413,0-4 0,8-1 0,3-3 0,5 0-269,1 1 0,7-8 0,1-5 0,2-3 902,4-2 0,2-7 0,2-3 0</inkml:trace>
  <inkml:trace contextRef="#ctx0" brushRef="#br0" timeOffset="400">472 1149 7798,'-17'0'318,"0"0"1,-1 6 445,1 0 1,-1 7-439,1-1 0,1 4 1,5 1-184,5 0 0,4-5 1,2 0-136,0 1 0,2-3 0,4 0 0,3-1 28,1 1 1,5-6-1,-3 2 1,6-6-62,5-6 1,-4-2 0,5-5-1,-5-1 52,-2-5 0,-1 1 0,-2-5 0,-3 2-14,3-3 0,-6 5 1,-3-4-1,-3 3-70,-2 3 1,0-1 0,-2 3-105,-3 3 0,-11 4 0,-7 8 0,-1 0-327,-1 0 1,6 2 0,-5 4-1,5 6-517,2 3 0,-1 3 1005,1-1 0,-1 8 0,1 3 0</inkml:trace>
  <inkml:trace contextRef="#ctx0" brushRef="#br0" timeOffset="1050">857 1009 7872,'-10'-7'305,"0"5"1,6-6 835,-1 0 0,-3 4-523,2-7 0,4 5 0,-6-4 196,1 2 1,-3 3-516,-8 5 0,1 0 1,-1 2-232,1 3 1,0 5 0,1 8-1,2 1-92,3 4 0,7-1 0,-4 5 0,2-2-123,0-4 1,1 5 0,7-3-73,3-2 1,5-3 0,10-7 0,1-5 75,2-4 1,2-4 0,-3-6 0,1-7-54,-2-7 1,-1-3 0,-3 2-1,1-4-26,-1 0 1,-5 1-1,-2 9 1,-3-1 73,-3 1 0,-4 0 1,-6 1-1,-5 4-119,-5 7 1,-1 3-1,-1 2 1,-1 0-844,-4 0 1,3 7-414,-3 5 1523,3 4 0,3 1 0,0 0 0</inkml:trace>
  <inkml:trace contextRef="#ctx0" brushRef="#br0" timeOffset="1416">1101 992 7796,'0'12'2130,"2"-3"-902,4-1 0,-4 6-666,4-3 0,-4 5 0,-2 1-303,0 1 1,0-1-1,2 1 10,3-1 1,-3-5 274,4-1-450,-4 1 1,-4-2 0,-2-6-231,-2-8 1,-1-6 0,3-7-1,-2-3-69,2-3 1,2 2 0,2-9 0,0-1 78,0-2 0,0 4 0,0 0 0,0 0 79,0 2 1,8 0 0,2 5 0,1-1-56,1 2 0,0 1 0,7 5 0,2 3-96,3 6 0,-1 4 0,-6 2 0,3 0-159,3 0 0,-4 2 1,5 4-1,-5 6-828,-1 3 0,-7 3 1,1-1 1184,1 1 0,-5-1 0,0 1 0</inkml:trace>
  <inkml:trace contextRef="#ctx0" brushRef="#br0" timeOffset="1850">1468 49 7739,'0'-18'2597,"0"1"-1796,0 7 0,0 6 0,2 14 1,2 11-240,2 11 0,7 0 0,-1 15 0,3 2-199,3 1 1,5 4 0,0 5 0,1 3-218,1 0 0,-6-2 1,5-8-1,-7-1-64,-5-5 0,1-3 0,-7-10 1,-2-4-150,-2-6-96,-2-11 0,-8-4 0,-3-10-92,-5-4 0,0 2 1,3-7-1,1-1-94,-1 2 1,-3-5 0,-1 3 0,-1-4-73,1-1 0,-1 5 0,1 1 1,-1-1 23,1 2 1,-1 3 0,1 7 482,-1 0 1,9 2-1,1 3 1,2 7 136,0 4 1,1 1 0,5 2-1,0 3-78,0 1 0,5 6 1,3-4-1,2 1-318,3-1 0,5-2 1,3-5-1,4-1-439,3 1 1,-5-9-1,6-3 1,0-4-309,-2-2 1,6 0 0,-6-2 919,1-4 0,5-11 0,-6-10 0</inkml:trace>
  <inkml:trace contextRef="#ctx0" brushRef="#br0" timeOffset="2199">2044 486 7739,'-17'0'137,"-1"7"0,1 3 0,-1 2 620,1-1 1,5-5 0,1 6-1,-1 1-30,2 3 0,1-1 0,5-1 1,-2-2 24,2 1 1,2 3-626,2 1 1,0 1 0,2-3-156,4-3 0,4 1 1,7-5-70,0 2 0,1-6 0,-1 2 26,1-5 1,-1-1-1,1 0 155,-1 0 0,1 0 1,-1 0-1,1-1 435,-1-5 1,-5 4 161,-1-4 0,-5-2-416,6 2 0,-10 3 1,-2 8-1,-12 5-892,-9 0 1,-1 5 0,-7-3 0,-2 3-985,-2 3 1,-2-3-1,0-1 1611,1-2 0,-9-1 0,-2 7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5:16.02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297 911 8128,'-17'-18'513,"-1"1"1,1 1-67,-1 5 0,7-3 0,-1 6 1,-2 0-67,-1 1 1,-4 1 0,-3 6 0,-1 0 72,2 0 0,7 2 1,2 6-1,-1 7-248,-3 6 0,6 10 0,3-1 0,1 3-207,0 1 1,0 1-1,6 0 1,2-2-127,4-4 0,6 2 0,11-7 1,6-3-739,4-1 1,2-5 0,0-3 0,0-8-681,0-8 1,2-6 1544,3-7 0,-3-16 0,6-4 0</inkml:trace>
  <inkml:trace contextRef="#ctx0" brushRef="#br0" timeOffset="350">489 753 7793,'-2'16'105,"-3"-4"1,-3 3 0,-6-5-1,4 3 426,3 5 1,-5-5-1,4 13 1,1-3-166,-1 0 1,0 8-1,4-2 1,-2 6 108,2 6 1,2-4-1,2 4 1,0-4-244,0-2 1,0-1 0,2-1 0,4-3-201,6-7 1,3-12 0,3-5 0,-1-4 9,1-2 0,-1-8 0,1-5 0,-1-8-134,1-9 1,-1-4-1,1-5 1,-3-2-86,-3 2 1,-3 0 0,-5 1-1,2-3-57,-2 2 1,-2 4 0,-2 4 0,-2 4-75,-4 2 0,-3 1 1,-9 9-1,1 3-174,-1 6 1,1 4 0,-1 2 0,1 0-81,-1 0 1,3 2-1,1 4 1,4 8-603,3 7 1164,1-2 0,-2 14 0,-2-5 0</inkml:trace>
  <inkml:trace contextRef="#ctx0" brushRef="#br0" timeOffset="1083">943 823 7770,'-17'0'253,"-1"0"1,1 0 0,-1 0 0,1 0 458,0 0 0,5 0 0,2 2 0,1 2-303,-1 2 1,4 6-1,-4-5 1,3 3-158,3 4 1,-4 1 0,2 3 0,2-1-103,2 1 1,2-1 0,0 0 0,2 1-70,4-1 0,4-1 0,7-4 0,3-7-157,3-3 1,-2-2 0,6-2 0,1-3-86,-1-7 1,-6-4-1,2-3 1,-3-2 93,-3-3 1,1-5 0,-3 4 0,-3 0 38,-6 0 0,-4 1 0,-2 5 0,-2-1-29,-4 3 0,-6-2 1,-11 13-1,-4 2-456,0 2 0,-6 2 0,3 2 0,-1 4-63,2 5 1,-2-1 0,8 2 0,4 1-207,5 3 782,-2 1 0,7 1 0,-9-1 0</inkml:trace>
  <inkml:trace contextRef="#ctx0" brushRef="#br0" timeOffset="1483">1205 806 8701,'-17'6'0,"-1"1"924,1 3 0,1-4 1,5 6-254,5 1 0,4 3 1,2 1-416,0 1 1,0-1-1,0 1 1,2-1-99,4 0 1,-2 1 0,7-1 41,3 1 0,-6-1 1,-1-1-1,-1-3 611,0-1-1805,0-8 835,-6 4 0,0-16 0,-2-6 0,-2-5 151,-2-4 0,-2-6 0,5 3 0,-3-1 15,2-4 0,2-2 0,2-4 0,0-2-38,0-1 0,2 1 0,2 6 0,3 2 1,3 0 0,-4 0 0,6 9-179,1-1 1,3 2 0,1 9-414,1 6 0,-1 6 0,1 4 0,-1 4-254,1 2 1,-1 7-1,0 6 1,-1-1 875,-4-3 0,3-1 0,-5-1 0</inkml:trace>
  <inkml:trace contextRef="#ctx0" brushRef="#br0" timeOffset="1917">1502 20 7767,'-6'-14'988,"1"9"1,-1 12-1,6 20 1,0 5-347,0 4 1,2 11 0,3 1 0,7 9-389,4 7 1,7 11 0,2 5 0,2 0-264,4-5 0,0-3 0,-1-6 0,-7-6 170,-4-7 1,-9-15 0,-2-3-137,-1-9 1,-7-15-207,0-5 1,-1-12 0,-11-5 0,0-5 18,3-1 0,-7-7 1,4-1-1,-3-2 12,-3-4 0,1 4 0,-1-2 0,1-2-224,0-2 0,-7 3 0,-1 3 0,0 2 64,0 4 1,1 1-1,7 5 1,-1 3 558,1 6 0,5 6 0,3 6 0,1 6 29,4 3 0,2 10 0,2 3 1,0 1-39,0 0 0,0-2 1,0 4-1,2-2-52,4 2 1,3-4-1,9 1 1,1-3-602,5-4 0,-3-1 0,6-5 0,0-3-566,0-6 1,1-5 0,3-1 0,-2 0-283,2 0 1261,-6-7 0,16-3 0,-4-7 0</inkml:trace>
  <inkml:trace contextRef="#ctx0" brushRef="#br0" timeOffset="2249">2061 439 7919,'-29'33'649,"0"-4"1,-6 4 0,12-2 0,1 6-21,3 4 0,3-2 1,5-8-1,5-4-467,4-2 0,2-2 0,2-7-48,4-4 1,-2-5 0,9-7-1,5 0-95,3 0 1,4-2-1,-3-3 1,1-7-267,-2-4 1,4-1 0,1-2 0,-1-1 448,0 3 1,-2-5 0,-5 11 0,-1-3 322,1 2 0,-1-1 199,1 7 0,-3 2 1,-7 10-607,-14 6 0,-5 11 0,-17 6 0,1 6-856,0 6 0,-8-3 1,-6 7-1,3-2 738,1-4 0,-6 5 0,-2 1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5:45.08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140 1 7889,'-15'2'868,"3"7"-203,6 15 1,4 15 0,2 27 0,2 15-455,4 14 1,-2-40 0,2 1 0,2 2 0,1 0 0,0 2-1,0 0-270,-1 1 1,1 1 0,-1 0 0,0 0 0,-1-2 0,-1-2 0,0-5 0,0-1-461,7 41 0,-3-17 0,0-20-387,-2-7 0,-3-24 334,-5-19 0,0-12 1,0-13-1,-2-5 572,-3-5 0,3-12 0,-14-3 0,6-9 0</inkml:trace>
  <inkml:trace contextRef="#ctx0" brushRef="#br0" timeOffset="317">0 53 8698,'18'0'628,"-1"0"0,5 0 0,7 0 1,12 0-191,7 0 1,12-6-1,4 1 1,2 1-206,-2 2 1,2 2-1,-10 0 1,-3 2-84,-5 4 0,-11 3 1,0 9-1,-10-1-11,-7 1 0,-5 5 0,-11 2 1,2 2-12,-2 4 0,-4 8 0,-4 4 1,-2 0-56,2-1 1,-4 5 0,1-4 0,-1 1-92,0 5 0,2 1 1,6 4-1,0 3-259,0 1 0,0 0 0,0-5 1,0-3-226,0-3 1,0 7 0,0-8 0,0-3-193,0-4 1,0-10 0,0-2 0,-2-2-258,-3-3 951,3-11 0,-14 5 0,6-6 0</inkml:trace>
  <inkml:trace contextRef="#ctx0" brushRef="#br0" timeOffset="533">140 1590 7914,'-15'35'207,"9"0"1,-10-2 0,7-2 66,5-2 0,15-8 0,11 3 0,7-7 325,8-5 0,9-4 0,3-8 0,7-2-293,8-4 0,12-10 0,5-9 0,3-2-607,-3-4 0,-3-2 1,-8 0-1,1 2-212,5 2 1,-12 7-1,0-1 1,-10 2-1701,-7-3 2213,-4 5 0,-1-14 0,3 6 0</inkml:trace>
  <inkml:trace contextRef="#ctx0" brushRef="#br0" timeOffset="766">1677 18 8284,'-35'8'0,"0"6"686,0 7 0,6 6 0,2 10 0,4 6-334,7 9 0,-1 8 1,5 12-1,-4 4-108,-1 5 0,7-3 0,3-2 0,1-7-394,0-5 0,2-1 0,8-7 1,4 0-883,1-5 1,3-9 0,5-13 0,-1-5-92,-4-5 1,3-9 1122,-3-4 0,-4-5 0,-1-1 0</inkml:trace>
  <inkml:trace contextRef="#ctx0" brushRef="#br0" timeOffset="1303">1904 909 7791,'0'-25'-26,"0"3"1,0-5-1,0 0 87,0 0 0,0 4 1,-2-5-1,-2 1 87,-2 0 1,1 4-1,3-4 242,-4 1 1,2 5-192,-8 9 0,6 7 1,-5 10-1,-1 9-44,2 7 1,-5 5 0,5 5-1,-1-2-71,-1 2 0,6 4 0,-4 4 0,1 1-80,-1-1 0,6-2 0,-2-4 0,4-2-88,2-2 1,0-8-1,0 3 1,2-7-82,4-5 1,4-4 0,9-10 126,5-4 1,-5-6 0,4-11 0,-1-4 3,1 0 0,-4-6 1,3 4-1,-7-4 48,-3-2 1,-3 5 0,5 1-1,-4 0 236,-2 2 1,-3 2 304,-5 7 0,0 11-440,0 7 1,0 13-1,-2 11 1,-1-1-179,-3 2 1,0-4 0,6 8 0,0 1-329,0-3 1,0 0 0,0-6-239,0 3 1,0-1 0,2-8-309,4-3 0,3-4 937,9-8 0,-1-8 0,1-2 0</inkml:trace>
  <inkml:trace contextRef="#ctx0" brushRef="#br0" timeOffset="1633">2218 630 8072,'-11'11'448,"-1"1"1,-7-1-1,9 7 1,-2-1-154,1 1 1,5 1 0,-4 3 0,2 3 51,5 2 1,-1-4-1,0 4 1,-2-1 27,2-5 0,2-2-299,2-1 1,2-8 0,2-7 30,2-6 0,7-1 1,-3-8-1,2-3-82,-1-7 1,-5 3 0,4-6 0,0-1-109,-1-3 0,1 4 1,4 0-1,-5 2-255,-1-1 0,4 1 0,-5 4-114,3-5 0,0 5 1,3-4-33,-1 3 0,-6 10 1,4 7 28,-3 6 0,1 7 1,-4 8-1,4-1 71,1 1 1,-3-1 0,6 0 0,1 1 383,3-1 0,-4-5 0,-1-2 0,1-1 0,-2 1 0,5 2 0,-5 5 0</inkml:trace>
  <inkml:trace contextRef="#ctx0" brushRef="#br0" timeOffset="2099">2480 752 7746,'10'0'2903,"-2"0"-2454,-16 8 0,0 1 1,-3 11-1,5 3-114,4 6 1,-4 6 0,0 4 0,2 3-126,2 3 0,2 4 1,-2 7-1,-1 2-227,-3-2 1,-6 1 0,4-3 0,-1 0-163,-5-3 1,4-10-1,-1-3 1,-1-7-365,2-7 0,1-13 226,3-5 0,4-14 0,-4-7 1,4-8 91,2-5 1,8-7-1,4-5 1,1 1 214,-1 2 1,3 2-1,-3 0 1,3 0 84,3 0 1,-6 2 0,-1 2 0,3 4 245,1 2 1,3 0 0,-1 3 0,1-3-22,-1-2 1,3 6-1,3-5 1,6 1-86,4-4 0,0-4 0,-2-2 0,-2 0-180,2 0 1,-4 0 0,0-2 0,-1-1-143,-5-3 1,-2-2-1,-3 4 1,-4-1-40,-7 1 0,-3 10 0,-4 5 0,-3 7 74,-7 5 0,-4 5 0,-3 7 1,-2 3 205,-3 9 1,-1 8 0,4 14 0,-4 3 21,-3 4 0,7 4 0,-2 7 0,3 0-64,3 1 0,5-1 0,3-1 0,1-3-125,4-1 1,2-8-1,4 1 1,4-3-526,5-2 0,13-10 0,3-5 1,2-9-284,0-3 1,0-4-1,4-10 1,-2-5 840,-2-5 0,0-9 0,6-2 0</inkml:trace>
  <inkml:trace contextRef="#ctx0" brushRef="#br0" timeOffset="3167">1572 1939 7760,'10'-17'0,"-2"-2"166,-1-5 0,-5 11 0,4-5 425,-4 3 1,-2 5 0,-2 0-16,-4 2 0,-3 3 0,-9 7-84,1 3 0,-1 5 1,1 8-1,-1 1-160,1 4 0,-6-1 0,-1 7 0,3 2-196,2 2 1,1 2 0,1 0 0,1 0-29,4-1 1,-1 1 0,7-2 0,2-2-161,2-1 0,2-7 0,2 4 0,4-2-110,6-3 1,-3-9-1,1-1 1,0-1-222,-1-1 235,3 6 0,-2-7-113,-4 9 1,-6-8-1,-6-5 1,-6-1-285,-3 2 1,-9-2 0,1 6-1,0-3 134,-2-3 0,5-2 0,-3-2 0,3 0-51,3 0 1,5-2 0,3-4 0,1-5-354,4-5 0,4-3 815,6-4 0,11-5 0,10-6 0</inkml:trace>
  <inkml:trace contextRef="#ctx0" brushRef="#br0" timeOffset="3437">1834 2044 8069,'10'-8'1819,"0"6"-329,-5-3-1145,-3 3 0,-2 4 0,-9 3 0,-3 5-99,0 0 0,1 7 0,-7-1 1,-1 7-131,-4 4 1,3 0-1,-3 5 1,3-3-96,3 2 0,1 2 0,3 2 0,3-2-431,2-4 0,3 2 0,5-6-268,0 2 0,2-7 1,3-3-1,9-9-103,7-6 1,1-10 0,5-4 0,0-3 780,0-3 0,-6-7 0,12-2 0,-5-8 0</inkml:trace>
  <inkml:trace contextRef="#ctx0" brushRef="#br0" timeOffset="4082">2131 2062 8075,'-17'0'1344,"-1"0"1,6 0-1022,1 0 1,1 7-1,-3 5-129,1 4 1,6 1-1,-4 0 1,3 1-110,3-1 0,-4 7 0,2-1 1,2 0-185,2 2 0,2-5 1,0 3-117,0-3 0,2-5 0,4-3-21,6-6 0,3-6 0,3-6 0,-1-6 66,1-3 1,5-11 0,0-3 0,-1-4 111,-3-2 1,-2 2 0,1 2 0,-1 4 46,1 2 1,-3-4-1,-3 6 1,-6 1 342,-4 3 0,4 7-176,-1 0 0,-5 16 0,-7 4 0,-3 10-108,-4 5 0,5 8 0,-1-4 0,2 2-21,4 0 1,-3-2 0,1 5-1,2-5-225,2-2 0,2-2 0,0-5 0,0-1-589,0 1 1,8-9 342,3-3 0,5-6 0,-1-6 0,-1-7 124,-2-9 1,-1 1 0,5-6 0,-3 0 319,-1 0 0,-6-3 0,3-3 0,1 2 0,0 2 0,-6 0 0,4-6 0,-3-2 0,1-3 0,2-5 0,-4-7 0,2-1 0,-2 1 0,3-8 0,-1-2 0,0 1 34,2 9 1,-6 9 0,3 14 0,-1 6 509,2 4 0,-4 11 0,4 8 0,-6 11 146,-6 11 0,-2 5 0,-3 8 0,3 2-192,0 3 1,6-1 0,-6 8-1,3 1-143,-1 3 1,0 1 0,6 1 0,0-3-77,0-3 0,-6 9 0,0-6 0,2 1-482,3-3 1,6-11 0,1 0 0,0-8-873,2-4 1,-4-3 0,7-11 400,3-5 1,-1-6 0,1-6-1,-4-7 674,-2-9 0,5-5 0,-3-8 0</inkml:trace>
  <inkml:trace contextRef="#ctx0" brushRef="#br0" timeOffset="4450">2672 1852 7737,'-33'23'485,"4"1"1,-2 5-1,10-4 1,5 0 164,9 0 1,5-1 0,2-5 0,0 2-262,0 3 1,7-7 0,5-7 0,4 0-187,1-1 1,8-5-1,3 2 1,1-4-80,0-2 1,0 0 0,6-2 0,0-4 7,0-5 1,-2-7 0,-2-3 0,-4-4-144,-2-3 0,4-1 0,-6-4 0,-1 2-57,-3 2 1,-9 2-1,-2-2 1,-3 6 295,1 3 0,-2 3 1,-10 1 82,-5 4 1,-5 7 0,-3 12 0,-3 11-70,-1 9 0,-2 6 0,4 4 0,-3 2-227,3 1 1,3 9 0,5-2 0,3 3-119,2 2 0,3 1 0,5-3 1,2-3-783,3-6 1,11-6 0,11-4 0,4-6-888,6-6 0,10-5 1772,-1-14 0,12-16 0,4-3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5:42.30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51 296 7951,'-17'0'280,"-1"0"1,9 2 38,3 4 0,6-4 0,7 3 1,11-3-1,9-2 142,6 0 0,4-2 0,2-3 0,5-7-291,7-4 1,-1-1 0,14-2 0,4-5-18,6-5 1,-2-2-1,2 0 1,-8 2-46,-8-2 0,-6 6 1,-5 3-18,-7 9 1,-12 7-1,-11 14 158,-9 9 0,-6 10 1,-4 14-1,-4 8 259,-6 7 1,-3 8 0,-3 12 0,3 5-239,3 4 1,-3 3-1,5 1 1,-2 2-224,1 2 0,7-1 1,-2-11-1,4-5 7,2-4 1,0-3 0,2-3 0,2-7-4,2-13 1,5-7-1,-5-4 1,-2-2-512,-2-4 1,0-4 0,2-7-2602,2-1 1,1-7 456,-1-4 2604,4-12 0,0-4 0,-3-7 0</inkml:trace>
  <inkml:trace contextRef="#ctx0" brushRef="#br0" timeOffset="483">156 191 7658,'-18'0'0,"3"2"-332,3 4 0,-3-2 755,3 7 1,4 1 13,3 5 1,3 1 0,2-1 0,0 3 33,0 3 1,0-2 0,2 10 0,1 4-16,3 4 0,2 17 0,-4 3 0,4 9-177,1 7 1,-3 15 0,-1-39 0,0 2 0,0 4 0,0 1-234,-1 2 1,1 0 0,1 0-1,0 0 1,2 0 0,-1-1-1,0-1 1,0 0-341,-1 2 1,0-1 0,-2-6 0,1-2 0,7 46-1,-6-13-621,-4-14 1,-2-2 0,0-14 0,0-7 303,0-11 0,-8-14 1,-2-3-1,-1-7-26,-1-4 0,6-3 637,-5-5 0,-1-15 0,-6-5 0</inkml:trace>
  <inkml:trace contextRef="#ctx0" brushRef="#br0" timeOffset="683">34 1798 7785,'-8'33'29,"-2"-2"1,1-4 306,3-2 0,6 4 1,6-5-1,5-3 270,5-2 1,7-3 0,2-3 0,2-3-344,4-2 0,4-2 1,6-6-1,6-2-143,3-4 0,3-4 0,1-9 0,2-2-259,2-3 0,-5-5 1,-9 6-1,-1 0-763,-4-3 1,-2 7 901,-2-4 0,0-5 0,0 1 0</inkml:trace>
  <inkml:trace contextRef="#ctx0" brushRef="#br0" timeOffset="1150">1675 628 7697,'-2'-18'136,"-3"1"0,1 1 0,-6 3 309,2 1 0,0 8 1,5 0-83,-3 8 1,0 14 0,6 13 0,0 9 110,0 13 1,0 7 0,0 12 0,2 1-218,4 3 1,-2 6 0,7-5 0,1 3-732,-2 3 1,3 1 0,-5-3 0,0-7-518,-1-8 0,-1-16 0,-6-15-1077,0-9 2068,-8-15 0,-1-3 0,-9-8 0</inkml:trace>
  <inkml:trace contextRef="#ctx0" brushRef="#br0" timeOffset="1500">1448 1134 7693,'-17'18'285,"7"-1"0,4 2 0,4 3 101,2 1 0,8 2 0,6-3 0,7 3-172,8 2 1,-2-8 0,2 1 0,4-8-145,6-5 1,-2-1 0,6-6 0,-2 0-94,-1 0 0,3-10 0,-4-5 0,0-8-51,-6-5 1,0 1 0,-10-4 0,-2 2 91,-1-2 0,-3 6 0,-1 0 0,-5 1 95,-5 1 0,-6 6 0,-6 5 0,-5 0 11,-5 3 1,-7 1-1,-2 8 1,-3 0-6,-3 0 0,-7 8 0,-3 5 0,4 9 59,6 7 1,0-2 0,6 2 0,-1 0-98,1-2 1,8 4 0,7-6 0,2 3-483,4 3 1,4-4 0,8 0 0,8-4-345,5-7 0,12-1 0,0-9 1,8-2-195,3-2 0,1-4 939,2-4 0,3-11 0,-5-10 0</inkml:trace>
  <inkml:trace contextRef="#ctx0" brushRef="#br0" timeOffset="1850">2339 907 7693,'-17'10'176,"-7"0"0,1-5 1,2 5-312,1 0 1,3 5 0,-1-3 0,1 5 949,-1 7 0,7-5 0,1 4 1,2-1-490,4 1 0,-3-2 1,1 6-1,2-1-296,2-5 1,2-2-1,0-1 1,2-1-93,4 1 1,-2-3 0,7-1 0,3-4 36,1-3 0,3-1 0,-1-6 1,1 0-70,-1 0 0,1 0 1,1-2-1,2-2 235,3-1 0,-1-1 1,-6 6 472,1 0-485,-1 0 1,-7 8-1,-6 3 1,-10 5-459,-11 1 1,-3 3 0,-9 1 0,-2 2-191,-2-1 0,-2-3 0,0-2 0,0-1-37,0-4 0,6-5 0,2-7 0,2 0-553,4 0 1109,9-15 0,-4-5 0,7-15 0</inkml:trace>
  <inkml:trace contextRef="#ctx0" brushRef="#br0" timeOffset="2082">2531 226 7693,'-6'19'112,"-2"5"1,1 7 332,-1 8 1,0 7 0,4 14 0,-1 10 455,1 10 0,2 5 0,2 2 1,0 1-880,0-1 0,2-4 1,3-5-1,5-12-382,0-10 0,0-7 0,-7-14 1,5-2 264,2-4 1,-4-12 0,5-11-609,3-4 1,-4-2 0,-1-2 0,-1-6 702,-4-9 0,6-1 0,-1-7 0</inkml:trace>
  <inkml:trace contextRef="#ctx0" brushRef="#br0" timeOffset="2288">2164 785 9357,'27'-2'437,"8"-4"0,8 2 0,11-7 1,5-3-240,5-2 1,4-1-1,1 0 1,1 1-408,0 4 1,-4 5 0,-6 7 0,-9 0 208,-7 0 0,-11 23 0,-7 6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6:05.93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210 2062 7562,'-12'0'577,"2"-2"182,3-4 0,-5 2-402,6-8 0,-7 8 1,3-3 197,0-1 0,0 6 0,5-4-132,-7 4 0,-3 2 0,-3 2-379,1 4 0,5 4 0,2 7 0,1 1-103,-1-1 0,6 0 1,-2 1-1,4 1-429,2 5 0,0-5 0,0 4 0,0-1-512,0 1 1,8-4-1,4 5 1,5-5 999,6-2 0,5-7 0,6-2 0</inkml:trace>
  <inkml:trace contextRef="#ctx0" brushRef="#br0" timeOffset="368">384 2009 7648,'-17'6'0,"-1"2"178,1 1 1,1-3 0,3 6 0,1 1 404,-1 3 1,3 1 0,0 3 0,3 1-164,3 2 1,-4 7-1,2-7 1,2-2-82,2-1 0,4 3 1,4 0-268,6-1 0,3-5 0,3-5 0,1-7-38,4-3 0,-3-4 0,3-3 0,-4-7-71,-1-4 0,-1-7 0,1 0 0,-1 0-69,1-3 0,-9 7 0,-1-6 0,-2 1-8,0 1 0,0 0 1,-6 5-1,-2 1-105,-4 0 0,-4-1 1,-7 3-1,-1 1-349,1 2 0,-3 8 0,-1-3 0,-2 1-76,1 0 0,3 0 0,2 6 0,1 2 644,4 4 0,-11 4 0,4 7 0</inkml:trace>
  <inkml:trace contextRef="#ctx0" brushRef="#br0" timeOffset="718">769 1555 7623,'-18'12'209,"1"-1"0,5 1 1,2 7-1,1 5 644,-1 5 0,4 4 1,-4 4-1,1 1-346,-1 3 1,6 8 0,-2-3 0,4 7-394,2 5 0,0-4 1,-2 4-1,-1-5-292,-3-7 0,0-1 1,6-8-1,0-2-534,0-8 0,0-11 0,2-7-329,4-1 1,-2-4 0,5-10-802,-1-6 1842,6-3 0,-12-3 0,5 1 0</inkml:trace>
  <inkml:trace contextRef="#ctx0" brushRef="#br0" timeOffset="935">838 1642 7606,'-17'18'297,"0"-1"0,-1 3 1,3 1 340,3 2 1,2 8-1,6-1 1,-1 2-289,1 3 0,2 2 0,2 4 0,0 6-495,0 3 1,2-3 0,2-1 0,1 1-441,-1-3 0,-2 1 1,0-8-1,2-2-157,2-8 1,0-6 741,-6-3 0,7-1 0,3 1 0</inkml:trace>
  <inkml:trace contextRef="#ctx0" brushRef="#br0" timeOffset="1208">1135 2254 7586,'6'-12'-260,"0"0"0,6 1 214,-7-7 1,1 1-882,-6-1 927,0 1 0,0-1 0,0 1 0</inkml:trace>
  <inkml:trace contextRef="#ctx0" brushRef="#br0" timeOffset="1585">1135 2096 7800,'-17'0'1205,"5"0"-207,1 0 1,-1 0-30,-5 0 1,5 0-155,0 0 1,1 0-357,-7 0 1,6 0 0,1 0-76,-3 0 0,5 2-351,-3 4 0,6-2 0,-4 8-32,3 1 1,1 3 0,6 1 0,0 1-154,0-1 0,2 1 0,4-1 1,5 1-71,5-1 0,1-1 1,1-3-1,-1-3 18,1-2 0,1-3 0,2-5 0,3-1 44,-3-5 1,-4 2 0,-3-8 0,-2-1 63,1-3 0,-5-1 1,-2-3-1,-4-1 90,-2-2 1,0-1-1,0 7 1,-2-1-168,-4 1 0,-4 1 0,-7 3 0,-1 3-225,1 2 0,-1 1 0,1 3 0,-1-2-247,1 2 0,0 4 0,-1 6-914,1 5 1559,-1 5 0,1 9 0,-1 2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6:08.46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1432 1031 6607,'10'17'0,"-2"-5"0,-8-1 0,7-7 0,-3 4-724,8-8 897,-8 0 0,3-2 1,-7-4 123,0-5 0,0 1 1,0-2 120,0-1 0,6-3 0,0-1 16,-2-1 1,-2 7-1,-2-1 10,0-2 0,0-1 0,0-3 161,0 1 1,-8 7-387,-3 4 0,-5 5 1,-1 1-1,-1 1-31,1 5 1,-1 10 0,1 9 0,-1 2-54,1 4 1,-1 2 0,3 2 0,1 0-238,3 0 0,7-2 0,-2-2 1,6-4-590,6-2 1,3-3-1,9-11 1,1-5-109,5-4 1,-3-2-1,6-2 1,0-4 798,0-5 0,2-12 0,6-5 0</inkml:trace>
  <inkml:trace contextRef="#ctx0" brushRef="#br0" timeOffset="485">1694 961 7666,'-10'8'983,"-5"-5"-510,3 9 1,4-6-1,1 4-129,-1-3 0,6 7 0,-6-4 0,2 1-65,1 1 0,-1 0 0,4 5 1,-2 1-86,-2-1 1,0 0 0,6 1 0,0-1-162,0 1 0,2-1 1,2 1-1,4-3-190,2-3 1,1-4 0,7-8 0,-1 0-12,1 0 1,-1-8-1,2-6 1,3-5 39,1-4 0,0-6 1,-5 3-1,-3-1 144,-3-4 1,4 0 0,-7 0-1,1 2 267,-4-2 0,-4 6 0,-2 1 0,0 5 342,0 2 1,-2 7-387,-4 4 0,-4 12 0,-5 5 0,1 5-101,2 1 1,7 7 0,-5 1 0,2 0-56,4 0 1,2 1 0,2-5 0,0 2 69,0-1 0,0-3 1,2-2-251,4 1 1,4-8 0,7-5-613,1-3 0,-1-2 0,1-2 0,-1-3-335,1-7 0,-1-4 0,-1-1 0,-3-2 419,-1-5 1,-1 3-1,5-6 1,-2 0 624,-3-1 0,-7-1 0,19-6 0,-3 1 0</inkml:trace>
  <inkml:trace contextRef="#ctx0" brushRef="#br0" timeOffset="700">2270 0 7597,'-11'2'753,"1"6"-100,2 9 0,-3 5 0,5 13 0,2 7 47,2 7 0,-4 13 0,0 10 0,2 13-527,3 12 1,0-45-1,2 1 1,-1 1-1,0 1 1,0 0 0,0 0-486,0 0 1,0-1 0,0 45-1,0-10 1,0-13-454,0-18 0,1-11 27,5-12 1,-4-12 0,4-11 115,-4-16 1,-2-10 0,0-5 0,0-5 67,0-5 1,0 2 553,0-2 0,0-8 0,0-8 0</inkml:trace>
  <inkml:trace contextRef="#ctx0" brushRef="#br0" timeOffset="1033">2166 804 7597,'0'17'159,"0"1"0,0-7 0,0 1 0,0 1 58,0 3 1,2 0 0,3-3 0,7-3-68,4-2 1,1 3 0,2-3 0,3 0 44,1-1 0,2-1 0,-3-6 0,3 0-64,2 0 0,-6-2 1,5-3-1,-3-7-126,0-4 0,0 5 1,-5-1-1,-3-1-13,-3-3 0,2-1 0,-9-1 92,-1 1 1,-4 1 41,-5 4 1,-5 5 0,-8 7 0,1 0 244,-1 0 0,1 7 1,-1 5-1,1 4-170,0 1 1,-1 6 0,1 3 0,1 1-234,4 4 0,-1-4 0,7 2 0,2 0-275,2-2 0,2 4 0,2-7 0,4-5-576,6-5 1,3-1 0,5-7 0,1-2-1361,2-2 2243,0-10 0,3-9 0,1-11 0</inkml:trace>
  <inkml:trace contextRef="#ctx0" brushRef="#br0" timeOffset="1433">2882 70 7597,'-18'18'163,"3"1"0,3 4 527,6 6 1,-2 6-1,3 4 1,1 4-131,2 1 0,8 9 0,1 7 1,3 2-139,4 4 1,1-6-1,3-2 1,-1-3-263,1-3 1,-3-1-1,-1-7 1,-5-7-252,-1-6 0,4-15 1,-6 1-3,-3-1 0,-1-10 1,-2-6-369,0-10 1,0-6 0,0-1 0,0-1-70,0 1 1,0-2 0,-2-3 0,-3-1 131,-7 2 0,-2-1 0,-1 1 0,-1 0 177,-3 5 0,-2 0 0,3 9 0,-1-1 252,-5 0 0,5 4 1,-4 10-1,3 6 333,3 3 1,-1 5 0,1 3-1,0 6 178,-1 4 0,3 10 1,1 3-1,4 5-135,2 1 0,3-1 1,5-1-1,0-1-217,0-1 1,4-7 0,5-14-1,11-4-452,5-7 0,4-6 1,6-10-1,2-4-733,4-8 1,1-7-1,7-16 995,-3 0 0,9-8 0,7-2 0</inkml:trace>
  <inkml:trace contextRef="#ctx0" brushRef="#br0" timeOffset="3067">122 2201 7572,'-11'0'469,"-1"0"1,6-2 1558,-5-4-1341,-1 4 0,-4 2 1,5 14-1,5 7-148,4 8 1,-4 4-1,0 4 1,2 4-288,3 5 0,1 7 0,0 3 0,0 2-82,0-2 0,-6-3 0,0-7 1,2-7-200,2-8 1,2-5-201,0-9 1,0-15 0,0-8 0,0-9 124,0-9 0,2-3 1,2-8-1,4 0 64,1 0 0,-3-5 1,4-3-1,0 0-57,-1 1 0,-3-5 1,4 4-1,-1 1-75,1-1 1,-4 2 0,4 6 0,-1 0 48,1 0 0,-4 8 0,6 6-41,1 7 1,-3 6 0,2 8 0,-1 2-156,-1 4 1,5 4 0,-5 7 0,2 3-232,-1 3 1,1-2-1,5 7 1,-1-1 57,-4 0 0,3-6 0,-3 5 0,3-3 191,3 0 1,-7 0 0,1-7-1,0-3 122,-3-1 0,5-6 1,-6 4 284,1-3 1140,-5-1-661,4-6 0,-16-6 630,-3 1 1,1-1 630,-2 6-1310,8 8 1,-1-5-232,10 9 0,5-8 1,8 0-193,-1-8 1,1 0 0,-1-8 0,1-1-203,-1-3 1,6-1 0,-1-3 0,-5-1-124,-3-2 1,-5 0 0,5 5-1,-4 1 49,-3-1 1,-1 1 0,-8 1 44,-4 5 0,3 3 0,-11 10 1,-3 4 7,-5 5 1,-3 7 0,4 3 0,-3 4-20,3 2 1,2-3 0,1 3 0,3 0-18,3 0 1,-2 0-1,9 2 1,1-5-117,2-5 1,4-1-1,3-1 1,9-1-187,7-5 1,1-3 0,5-8-1,0 0 55,0 0 1,0-8-1,4-3 1,-1-5 98,1-1 0,-6-1 0,0-1 0,-2-3 294,1-1 0,-1 0 0,-8 5 0,-1 1 0,-2-1 0,-3-5-105,3 0 182,-4 0 0,-16 13 0,-2 6 0,-1 6 357,-1 4 1,6 7 0,-3-1 0,-1 3 117,0 3 1,4-1 0,-3 3-1,1 1-204,4 2 1,-4 8 0,2-1-1,2 3-151,3 1 0,1 9 1,0 4-1,0 3-68,0 3 0,0 1 1,0 2-1,0 0-20,0-5 1,0-6 0,0-12-1,1-4-104,5-6 0,-4-4-61,4-1 0,-4-10 1,-2-8-1,0-10-169,0-6 1,2-7-1,2-2 1,2-2 90,-2-4 0,-1-2 0,1-2 0,2 0 18,-2 0 0,0-8 0,0-3 0,4-5-66,1-1 1,-3-8-1,6-4 1,1-4 109,3-2 0,1 2 0,1 6 0,-1 9 336,1 11 0,-1 15 0,1 9 0,-3 12 298,-3 10 1,1 14 0,-7 11 0,-2 6-22,-2 5 1,-2 3 0,0 6 0,0-5-400,0-1 1,-6 0 0,-2-5 0,-1 1-283,-5-6 0,4-6 1,-1-9-387,-3-1 0,-1-7 0,-1-6-389,4-8 1,5-13 0,7-13 0,0-5 267,0-5 1,0 1 0,0-8 0,0-1 82,0-3 0,7-3 0,3-2 564,0-2 0,5-16 0,-5 2 0</inkml:trace>
  <inkml:trace contextRef="#ctx0" brushRef="#br0" timeOffset="3232">1048 1624 7572,'-6'20'344,"-2"1"1,1 6 119,-1 6 0,2 0 0,6 16 0,0 5 105,0 8 1,0 8-1,2 6 1,4 3-193,5 1 1,5 3 0,1-9 0,1-4-663,-1-4 1,-5-17 0,0-5 0,-1-9-1139,-1-6 0,5-13 1423,-3 1 0,4-19 0,1 0 0</inkml:trace>
  <inkml:trace contextRef="#ctx0" brushRef="#br0" timeOffset="3550">1327 2568 7643,'-2'-10'0,"-1"2"0,-3 0 0,-2 1 0,4-7 422,-2 2 0,0 1 1,6-7 1339,0 1 0,0 5-488,0 0 0,0 11-1016,0 1 1,0 7 0,0 13 0,0 1-342,0 2 1,-5 8 0,-1-3 0,2 1-122,2 0 0,2-6 1,0 4-1,0-2-1085,0-3 0,2-3 0,2-1 1289,2-1 0,7-7 0,-3-2 0</inkml:trace>
  <inkml:trace contextRef="#ctx0" brushRef="#br0" timeOffset="4069">1764 2393 8795,'-12'-10'1514,"1"4"0,5 4 0,-6 4-881,-1 4 0,3-2 0,-2 8 1,-1 1-282,-3 3 1,4 7 0,1 0 0,-3 1-278,-1 1 1,3-4-1,2 6 1,3-1-531,3-5 0,2 4 0,2-1-597,0-3 1,8-4 0,5-5-309,9-6 1,-3-4-1,4-4 1360,-3-4 0,5-4 0,2-7 0</inkml:trace>
  <inkml:trace contextRef="#ctx0" brushRef="#br0" timeOffset="4632">2061 2515 7505,'2'-11'340,"4"-1"1,-3 0 168,9-5 1,-8-1 112,2 1 0,-4 5-52,-2 1 0,-2 7-331,-4-2 1,-4 6 0,-7 6-133,-1 5 1,3 5-1,1 1 1,5 1-109,1-1 1,-4 3 0,6 1 0,2 2-267,2-1 0,2-9 0,0-1 0,0 1 0,2 1 0,4-2 21,6-7 0,3-3 0,3-4 1,1-3 63,5-7 1,-5-4 0,4-3 0,-3-2 122,-3-3 1,1 1 0,-3 4 0,-1-1 80,-3 3 0,-7-4 1,2 9-1,-2-2 562,2 3 0,-6 3-97,0 8 0,-2 2 1,-10 4-328,-1 5 1,5 5-1,0 1 1,2 1-122,0-1 0,1 1 1,5-1-1,0 1-561,0-1 0,0 1-302,0-1 0,7-1 0,5-5 96,4-5 0,1-6 0,-1-6 728,-5-5 0,12-13 0,-3-3 0</inkml:trace>
  <inkml:trace contextRef="#ctx0" brushRef="#br0" timeOffset="4883">2480 1520 7848,'-18'0'625,"7"2"0,-1 3 0,1 9-3,1 7 1,-4 16 0,7 16-1,-1 11-153,0 9 1,2 9-1,6 11 1,0 6-436,0-47 0,0-1 1,0 46-1,0-6 0,2-9-697,4-13 0,-2-6 1,6-15-47,-3-7 1,1-16-1,-4-21 141,2-8 0,0-6 0,-6-9 0,0-4 190,0-6 0,0 1 0,0-1 0,0-2 378,0-2 0,0 4 0,0 0 0,-8-8 0,-2-7 0</inkml:trace>
  <inkml:trace contextRef="#ctx0" brushRef="#br0" timeOffset="5083">2375 2183 7623,'-10'2'163,"5"4"0,-3 4 0,2 7 153,2 1 0,2-1 1,2 1-1,0 1-12,0 4 1,2-3-1,2 5 1,4-2-21,2 1 1,1-1-1,7-6 1,-1 1-34,1-1 1,-1-5-1,0-2 1,1-3-178,-1-3 0,3-2 0,1-2 0,2-2-474,-1-4 1,-3 3 0,-1-9 0,-3-2-267,-3-1 0,3-3 0,-3 3 0,2 1 666,-3 3 0,5-1 0,-7-6 0</inkml:trace>
  <inkml:trace contextRef="#ctx0" brushRef="#br0" timeOffset="5481">3004 2061 7587,'-35'18'0,"8"-7"0,4 1 0,3 1 273,3 3 1,1 1 0,4 1 0,5-1 583,-1 1 0,6-1 0,-2 1-443,8-1 0,0-1 0,8-3 0,1-1-382,3 2 0,-3-5 1,1 3-1,1 0 10,-1-3 0,-1 7 1,5-7-1,-1 3 74,1 0 0,-6-6 0,-1 5 176,3 3 1,-6-5-1,-3 3-198,-3 2 0,-4-5 0,-3 1-247,-7-2 0,-4 4 0,-1-5 0,-1 1-497,1 0 0,-8 3 1,-2-5-1,-3 0-1264,1 2 1914,0-6 0,-13 6 0,-3-8 0</inkml:trace>
  <inkml:trace contextRef="#ctx0" brushRef="#br0" timeOffset="5598">1502 2026 7588,'-18'0'1088,"1"0"1,9 0 0,10 0-1089,14 0 0,9-8 0,10-1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6:49.29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350 699 7526,'12'-8'-421,"-1"-2"0,1-1 1178,-2-1 1,-1 2-132,-3-1 0,-4 1-29,4 4 1,-6 4-229,-6-4 1,-4 4 0,-7 4-1,-1 2-13,1 2 1,-1 8 0,-1-3-1,-2 5-154,-3 1 0,-5 1 0,6 1 1,0 3-103,-3 1 0,7 2 0,-6-4 0,4 3-105,3-3 0,-3-2 1,11-1-1,0 1-110,4 5 1,5-11 0,2 5 6,5-3 1,6-7-1,9-2 1,5-4 74,1-2 1,0 0 0,4 0-1,-2 0 76,2 0 0,-4 0 0,0 0 1,-1 0 31,-5 0 0,-2 0-39,-1 0 0,-8 7 0,-7 5-7,-6 4 0,-9-1 0,-11-1 0,-5-3-451,1 3 0,-6 1 0,4 1 0,-4-2-211,-2-3 0,2-7 1,4 2-1,4-4-747,0-2 1,11 0 1379,-3 0 0,3-16 0,-3-3 0</inkml:trace>
  <inkml:trace contextRef="#ctx0" brushRef="#br0" timeOffset="333">629 734 7526,'18'0'-921,"-7"0"2435,1 0-598,-8 0 0,4 2-579,-8 3 0,0-1 1,-2 8-1,-2 4-32,-2 5 1,-2-2 0,4 6 0,-1-1-287,1-1 0,-4 8 1,2-4-1,0 2-111,-1 0 0,3-7 0,-6 1 0,2-3-588,4-3 1,-3 0-2379,1 1 3058,0-8 0,-2-10 0,-2-10 0</inkml:trace>
  <inkml:trace contextRef="#ctx0" brushRef="#br0" timeOffset="750">821 699 7526,'0'11'155,"0"1"1,0 2 401,0 1 0,0 3 0,0-1-40,0 1 1,-2 7-1,-1 2-277,-3 0 0,0-2 0,6-7 0,0-1-98,0 1 1,-2-1-1,-2 1 1,-2-1-88,2 1 0,3-7 0,-1-1 0,-2 0-382,-2-1 31,0-5 0,6 2 80,0-12 1,2-3 0,2-9 0,4-1 6,1-5 1,1 5 0,4-6-1,-3 1 174,3 1 1,1 0-1,3 5 1,-1 1 92,1-1 1,-7 1 0,1 2 0,2 1 322,1 2 0,-3 8 0,-1-1-167,3 3 1,0 9 0,-1 5-1,-3 4-233,-2 1 0,3 0 1,-5 1-1,-2-1-252,-2 1 0,4-1 0,0 1 0,-3-1-925,-1 1 1,-2-7-739,0 1 1934,0-8 0,0 4 0,0-8 0</inkml:trace>
  <inkml:trace contextRef="#ctx0" brushRef="#br0" timeOffset="1235">1310 821 6993,'18'0'-360,"-6"0"2374,-1 0-926,-7 0-799,4-8 0,-16 6 1,-4-3-76,-3 3 0,-3 2 1,1 0-1,-1 0-60,1 0 0,0 5 0,-1 3 1,1 0-4,-1 0 0,1 3 1,-1-3-1,3 2-86,3 3 0,-1-3 0,7 2-234,2 1 0,2-3 93,2 2 0,8-3 1,3 3-1,5-6 40,1-4 0,3-2 0,1 0 0,2-2 114,-1-4 1,-1 2 0,0-6 161,3 3 1,-1-5 0,-6 6-1,1 2-91,-1 2 0,-5 4 0,0 4 0,-1 6 310,-1 3 0,4 11 0,-9 3 0,-1 6-160,-2 5 1,-4-1 0,-2 8 0,-5 1-495,-7 3 0,3-5 0,-13-1 0,3-4-111,0-8 1,-1-6 0,5-10-1,-2-1-373,-3-5 0,1-5 0,6-14-218,-1-9 0,7-8 0,1-10 0,2-2-117,4-4 1,2 2 1013,2-7 0,0-9 0,0-7 0</inkml:trace>
  <inkml:trace contextRef="#ctx0" brushRef="#br0" timeOffset="1483">1625 0 7613,'0'18'466,"2"-1"1,2 1 0,3 1 727,3 4 1,-4 6 0,4 12 0,-1 8-477,1 7 0,-6 8 0,2 12 0,-4 5-542,-2 5 0,0 1 1,0-4-1,0-5-223,0-8 1,0-12 0,-2-4 0,-2-9-359,-2-10 0,-6-18-2928,7 1 2398,-9-12 0,12-6 1,-4-14-1,4-5-588,2-5 1523,0 1 0,-8-10 0,-1-4 0</inkml:trace>
  <inkml:trace contextRef="#ctx0" brushRef="#br0" timeOffset="1816">1712 821 7613,'10'17'376,"0"1"523,-5-1 1,5 1-1,7-3-505,1-3 0,-1 2 0,1-9 0,-1-1-121,1-2 1,-1-2 0,1 0 0,1 0-127,4 0 1,-3-7 0,3-5-1,-2-4-175,3-1 1,-5-6-1,4-3 1,-5-1 19,-6-4 1,1 4 0,-7 0 0,0 0 2,2-1 0,-7 7 0,3 0 228,-8 7 1,-5 6 0,-9 8-1,1 2 166,-1 4 1,1 12 0,-1 11 0,1 4-39,0 2 1,-1 0-1,3 0 1,1 1-153,2 5 0,8-4 0,-1 4 0,3-6-273,2-6 0,2 2 1,5-8-1,9-3-472,5-7 0,10-5 0,-2-8 0,2-2-740,-1-4 0,1-9 0,-6-11 1286,2-1 0,-6-2 0,5-6 0</inkml:trace>
  <inkml:trace contextRef="#ctx0" brushRef="#br0" timeOffset="2015">507 507 7652,'-58'7'430,"11"5"0,22 4 0,27-1-401,14-3 1,9-4 0,12-8-1,1 0-29,3 0 0,8-8 0,-5-2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7:00.84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550 612 7793,'-2'9'794,"-2"-1"-1222,-2 0 0,1-4-313,5 7 741,0-7 0,0 4 0,0-8 0</inkml:trace>
  <inkml:trace contextRef="#ctx0" brushRef="#br0" timeOffset="970">550 681 7671,'-10'-7'205,"1"5"804,3-4 1,-4-2-523,-7 2 1,5 0-1,0 6 1,-1 0-48,-3 0 0,-1 0 1,-1 2-1,-1 2-26,-4 2 1,1 8 0,-7-3-1,0 7-207,2 5 0,-6-4 1,4 7-1,-2-1-80,2 4 1,-2-2 0,7 0 0,3 1-90,2-1 0,3 0 0,4 2 0,7-6-143,3-3 0,4-3 1,3-1-1,7-3 19,4-1 0,3-8 0,4 2 0,8-4-4,8-2 0,-2 0 0,4 0 0,-2 0 59,1 0 1,-3 0-1,2 0 1,-6-2 211,-4-4 1,-8 4 50,3-4 0,-15 6 0,-9 6 98,-9 5 1,-13-1 0,-5 2-1,-4 1-377,-6 3 0,-3 1 1,1 1-1,-2-1-434,2 1 0,-4-1 0,3 1 0,3-3-503,6-3 0,6-2 1,7-7-506,1 3 0,9 0 1489,8-6 0,15-8 0,13-1 0</inkml:trace>
  <inkml:trace contextRef="#ctx0" brushRef="#br0" timeOffset="1252">760 804 7942,'-28'0'589,"5"0"1,12 2-1,5 3 1,4 7 347,2 4 0,0 1 0,0 0 0,0 1-685,0-1 1,6 7-1,-1 1 1,1 0-289,2 0 0,-6 4 1,4-3-1,-4-1-317,-2 0 0,0-2 1,0-5-3824,0-1 4176,0 1 0,-8-8 0,-2-3 0</inkml:trace>
  <inkml:trace contextRef="#ctx0" brushRef="#br0" timeOffset="1667">1056 734 7697,'-1'17'0,"-3"1"0,-2-1 0,-6 6 0,6 3 0,2-1 0,3 0 0,1 6 0,0-2 0,0 4 1262,0 2 1,0-6 0,0-2 0,-2-1-723,-4-5 0,4-2 0,-4-1-319,4-1-502,2-7 0,0-4 1,0-12 121,0-6 1,6-9 0,2-2-1,-1 1-87,1 3 0,4-6 1,-4-2-1,-1 0 103,1 3 0,4-1 0,-4 2 0,1 1 152,5 3 0,-4 1 0,-1 1 0,1 2 333,0 3 1,-5-2 0,7 8 92,2 3 0,-5 3 1,1 5-1,-2 9-109,-4 7 1,3 5 0,-1 5 0,0-2-351,2 2 1,-6 2-1,4 0 1,-2-2-295,1-2 1,-3-8 0,4 3 0,-4-5-1176,-2-2 1,0 1-62,0-1 1,2-7 1553,4-4 0,4-12 0,7-4 0</inkml:trace>
  <inkml:trace contextRef="#ctx0" brushRef="#br0" timeOffset="2117">1615 751 7905,'-11'0'688,"1"2"1,0 2-112,1 2 1,-1 2 0,-4-3 0,3 7-279,-3 4 0,-1 1 1,-1 1-1,2-1-129,3 0 0,-1 7 0,-3-1 0,1 0-131,2 3 0,9-7 1,-3 4-1,4-3-96,2-3 0,0 1 0,2-3-50,4-3 1,-3-4-1,9-8 1,2-2-40,1-4 1,8 2 0,1-10 0,-3-3 2,-2-5 1,-1-1 0,-1 6-1,1-3 105,-1-3 0,1 4 0,-3-5 0,-1 5 237,-2 1 0,-9 1 353,3 0 1,-6 11-294,-6 12 0,-1 5 0,-7 18 0,2 4 138,-1 6 1,-3 0 0,-1 9 0,-1 5-466,1 3 1,1 10-1,3-4 1,1 0-545,-1-4 1,3-5 0,0-8-1,1-11-969,-1-8 1042,6-15 0,-4-7 0,8-14 0,0-9-379,0-6 1,0-4 917,0-6 0,8-8 0,2-2 0</inkml:trace>
  <inkml:trace contextRef="#ctx0" brushRef="#br0" timeOffset="2367">2034 0 7661,'-17'18'358,"7"1"1,4 6-1,5 10 537,1 10 1,0 7 0,-2 8 0,-2 8 1,-2 6 1,-6 10 0,5-3 0,-3 3-828,-4-3 1,5-5 0,-1-12 0,0-8-80,0-7 0,7-7 0,-5-9-1324,0-4 1033,6-11 0,0-12 0,10-10 0,0-4-1146,-1-2 0,5-1 0,-6-7 1446,-2 1 0,5-9 0,1-1 0</inkml:trace>
  <inkml:trace contextRef="#ctx0" brushRef="#br0" timeOffset="2667">1982 891 7652,'0'12'273,"0"-1"318,0 3 0,2-4 0,4 1-401,5 3 0,5-5 1,1 1-1,1-2-89,-1-4 1,3 4-1,1-3 1,2-1-111,-1-2 0,5-8 1,0-1-1,0-5-7,-3-7 1,1 1 0,-2-7 0,-2 2-41,-1-1 0,-9 1 0,-1 6 0,-2-1 306,-4 1 0,-2-1-7,-2 1 1,-2 7 0,-4 4 0,-4 6-2,1 6 1,-5 0 0,6 9 0,0 5 38,1-1 0,-5 3 0,6-1 1,2 2-287,2-2 0,2 5 0,0-3 0,2-2-348,4-1 0,4-3 0,7 1 0,1-3-22,-1-3 1,1-4 0,-1-8 374,1 0 0,-1 0 0,1 0 0</inkml:trace>
  <inkml:trace contextRef="#ctx0" brushRef="#br0" timeOffset="2867">847 437 7731,'-52'0'487,"17"2"-393,11 4 0,26-2 0,18 5 0,5 1-435,6 0 1,2 1 340,2 7 0,0-1 0,0 1 0</inkml:trace>
  <inkml:trace contextRef="#ctx0" brushRef="#br0" timeOffset="3683">358 2183 7656,'-27'6'368,"3"2"1,5 4 216,2 7 1,1-2 0,4 9 0,7-3 24,3 0 1,0 8 0,-2-2 0,-2 4-415,2 2 1,2-6-1,2-1 1,0-3 36,0-4 0,2-1 264,4-3-520,-4-7 0,8-4 1,-7-14 42,3-10 0,2 1 0,-4-8 0,2 1 32,-2 1 1,3-10-1,1 0 1,0-6-50,0 0 0,3 1 0,-3-1 0,2-4-114,3-2 1,3 7 0,1-3 0,1 4 29,-1 2 1,1 2 0,-1 4 0,1 6 47,-1 3 1,1 11 0,-1 3 0,1 6-266,-1 6 0,2 3 0,1 9 0,1-1-472,1 1 1,-11 1 0,9 2-1,-3 5 770,-3 1 0,-1 2 0,5 6 0</inkml:trace>
  <inkml:trace contextRef="#ctx0" brushRef="#br0" timeOffset="4050">777 2288 7646,'-6'12'508,"0"-1"1,-7-7 0,3 4 260,0 0 0,3-4 0,9 5-437,3-1 1,-1-2 0,8-6 0,2 0-236,1 0 0,4-8 0,3-3 0,1-5-127,-2-1 1,5 3-1,-3-2 1,-2-3-18,-1 0 0,-3-1 0,-1 3 0,-3-1-77,-1 1 0,-6 1 0,3 3 1,-1 1 64,-4-1 0,-4 5 0,-6 2 0,-5 4 19,-5 2 1,-1 0 0,-1 2 0,-1 4 2,-5 5 1,5 11 0,-4 1 0,3-2-3,3-1 0,1 3 0,3 0 1,3 1-213,2 1 0,3-6 1,5 5-154,0-5 1,7-4-1,5-1 1,5-4-169,7-2 1,-3-3-1,8-5 1,2-2-518,2-3 1089,-6 3 0,6-22 0,-6 5 0</inkml:trace>
  <inkml:trace contextRef="#ctx0" brushRef="#br0" timeOffset="4684">1231 2131 7646,'-12'0'854,"1"0"1,-1 2-380,-5 4 0,1 3 1,5 9-1,3-1 27,0 1 1,4 7 0,-6 4 0,3 6-96,3 6 0,2 3 0,2 11 0,0 3-265,0 6 1,0 12-1,2 5 1,2 3-438,2-3 1,1-5-1,-3-12 1,2-6 120,-2-4 0,-4-11 0,-4-8 1,-4-12-399,-1-9 0,3-6 382,-6-8 1,8-8 0,-2-6 0,4-5 168,2-4 1,0-8-1,0 1 1,0-4 39,0-7-1,2 0 1,2-9 0,4-5-214,2 1 0,-4-6 0,5 0 1,3-4-84,1-8 1,5 4 0,1-2 0,2 10 372,-1 5 1,-1 17-1,0 7 420,3 9 1,-3 11 0,-7 18-230,-3 11 0,-7 1 0,2 10 1,-4 2 4,-2 2 1,0 2-1,0 0 1,-2 0-255,-4 0 0,4 0 0,-6-2 0,3-2-53,-1-2 0,0-7 0,4-1 0,-2-6 63,-2-3 1,0-6-157,6 6 0,0-11 1,0-1-1,2-7 23,4-3 0,-2-7 1,8 1-1,-1-5 7,-1-1 1,6-5-1,-5-2 1,5-4-88,1-2 0,3 0 0,1 0 0,2-2-44,-1-3 1,-3 1 0,-2-6 0,1 3 83,-1 3 0,-5 4 0,-2 6 762,-2 5 1,-5 15-1,-8 9-81,-7 9 1,-4 15-1,-1 5 1,-1 6-116,1 5 0,1-1 0,3 6 0,3 0-314,2-1 0,-3-5 0,5 2 0,2-2-596,2 1 0,8-9 0,2 2 1,3-6-355,9-5 0,-3-9 0,8-3 1,-1-2-525,-1-4 0,6-10 1348,-6-6 0,8-11 0,-3-4 0</inkml:trace>
  <inkml:trace contextRef="#ctx0" brushRef="#br0" timeOffset="5400">1877 2358 7646,'-17'0'668,"5"0"1,1 0 1206,-3 0 0,4 0-787,-1 0 1,5 0 215,-6 0-1224,1 0 1,-5 2 0,2 2-156,3 2 0,7 7 1,-4-1-93,0 3 0,6 3 1,-3-1-368,3 1 1,2-1 92,0 1 0,7-9 1,5-3 43,4-4 1,7-2-1,0-2 1,-1-4 109,-3-5 1,0-5 0,3-1 0,1-3 125,-2-3 1,-1 4 0,-3-5-1,1 5 196,-1 1 1,-7 7-1,-2 1 528,-1 2 1,-7 3-1,0 7-113,-9 3 1,-7 5 0,-1 9-1,-1 3-262,1 1 0,5 6 0,2-6 0,1 1-281,-1 1 1,6-6-1,-2 5-203,4-5 1,4-3 0,4-5 0,6-5-148,3-4 0,3-4 0,1-4 0,2-7-68,3-9 1,-1-3-1,-6-6 1,3 2 98,3-2 1,-5-4 0,1-4 0,-5-4 267,-1-1 1,-3-3-1,0-7 1,-3-4 11,-3-6 1,4-8-1,-2-6 1,-2-5 63,-2-1 0,0 3 0,1 1 0,3 10 478,-2 10 1,-2 27-1,-2 16 358,0 17 1,-8 10 0,-1 23-1,-3 5 18,0 5 1,7 4-1,-5 7 1,0 4-392,0 6 0,7 6 0,-5 4 0,2 1-195,0-1 0,0 0 0,6 0 0,2-1-343,4-5 0,-2-6 0,6-11 0,-1-5-628,1-5 0,-4-14-92,6-9 1,-3-10 0,5-16 165,-3-10 1,-7-1-1,2-8 1,-4 0-915,-2-1 1611,0 7 0,0-12 0,0 6 0</inkml:trace>
  <inkml:trace contextRef="#ctx0" brushRef="#br0" timeOffset="5767">2192 2183 7629,'-2'16'0,"-2"-3"0,-2-1 521,2 2 1,2 1-1,2 3 1,0-1-124,0 1 0,8-1 0,4-1 0,3-3-93,3-1 0,1-8 0,2 1 0,5-3-125,1-2 1,2 0 0,4 0 0,-2-2-55,-2-3 1,-2 1 0,4-8-1,-4-1-8,-1-3 0,3 1 0,-8 1 0,-3 2 19,-5-1 1,-3 3 0,1-2 97,-5-1 1,-6 5 0,-6 2 10,-5 4 1,-5 2-1,-1 0 1,-3 2-49,-3 4 1,4 4 0,-5 7-1,5 1-66,2-1 1,-1 6 0,1 3-1,-1-1-168,1 0 0,7 4 1,4-4-1,4 1-276,2-1 0,0 4 0,0-6 0,4-1-195,8-3 1,-1-3-1,13-5 1,-3-5-378,2-4 1,4-6-1,8-6 1,0-9-37,0-6 0,0-4 0,0-6 0,-2 0 920,-4 0 0,2 0 0,-7 0 0,7-15 0,-4-5 0</inkml:trace>
  <inkml:trace contextRef="#ctx0" brushRef="#br0" timeOffset="6166">2995 1485 7616,'-17'0'316,"-1"0"0,3 2 0,1 4 502,2 5 0,7 7 0,-5 3 0,0 6-124,0 6 0,5 0 0,-5 14 0,2 3-264,4 6 1,2 1 0,2 7-1,0 0-70,0-2 1,0 4 0,0-10 0,0-4-171,0-3 1,0-4 0,0 1 0,0-7-401,0-8 0,2-8 1,2-9-648,2-2 1,0-10 250,-6-2 1,0-2-1,0-10 199,0-2 0,0-1 1,0-3-1,0 1 193,0-1 1,-6 7 0,-2 1 0,-2 2 102,-3 4 1,3 2-1,-1 2 1,-3 0 587,-2 0 0,5 2 0,-1 4 0,-1 6 166,-3 3 1,4 9-1,1 1 1,-3 2-125,-1 4 0,3 8 0,2 2 0,3-2-429,3-3 0,4-1 0,4 0 0,5-2-381,7-4 0,5-5 1,14-13-1,2-5-567,4-4 1,3-4-1,9-6 1,-1-9-2118,0-10 2975,1-6 0,-1-2 0,1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7:21.39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209 2630 7681,'-30'-6'108,"1"0"1,6 0-1,-4 5 1,2-3-1,3-2 1,3 2 1041,1 2 0,9 0-810,3-4 0,6 4 1,6-5-1,5 1 38,5 0 1,9-8 0,4 1 0,8-7 32,10-3 0,1-8 0,16 0 0,2-6-194,2-4 1,12-7-1,5 1 1,-39 22-1,1 0-154,2-1 0,-1-1 0,1 1 0,1 0 0,2 0 0,1 0 0,0-1 1,1 1 29,2 0 1,-2 0 0,-7 3-1,-2 1 1,42-17 0,-11 8-22,-7 8 0,-7 4 0,-5 3 0,-11 5-504,-11 5 1,-8 4-1054,-9 2 603,-1 0 1,-9 8 267,-8 3 0,-8 5 0,-9-1 0,-1-1-590,1-3 1,-1-1 1203,1 2 0,-8 3 0,-2-5 0</inkml:trace>
  <inkml:trace contextRef="#ctx0" brushRef="#br0" timeOffset="917">436 1023 7635,'17'-8'0,"-5"1"0,-3-7 238,-1 2 1,4 7 841,-6-7-807,-1 8 0,-10-2 0,-3 10 1,-2 4 53,-3 2 1,-3-5-1,-1 7 1,-1 0-58,1-3 0,-1 7 0,3-4 0,1 1-176,2-1 1,3 3-1,-5-5 1,3 2-26,-3-1 0,6-5 0,0 4 0,3 0-368,-1-1 0,2-5 156,10 2 1,3-4-1,11-2 1,3-2 116,6-4 1,-2 2 0,3-5 0,-1-1 120,-2 0 1,4 6 0,-6-1-1,0 1 162,1-2 1,-3 4 0,-8-2-10,-3 8 0,-6 6 0,-12 9 1,-6 2-302,-3 3 0,-10 7 0,-6-2 0,-6 4-140,-4 2 0,-6 0 0,7-2 0,1-4-506,2-6 0,8-4 0,2-3-697,1-4 0,13-7 755,13-10 0,10-11 1,13-9 640,6-2 0,4-2 0,2-6 0</inkml:trace>
  <inkml:trace contextRef="#ctx0" brushRef="#br0" timeOffset="1268">855 1006 7499,'-10'2'805,"2"2"1,1 3-452,-5 3 1,2 2-1,-1 5 1,-3 3 61,-2 3 1,-1 4 0,0 8-1,1 0-155,4 0 0,-1 6 1,7-1-1,2-3-221,2-6 1,4 0 0,4-7 0,6-5 44,3-5 0,10-7 0,4-7 0,2-2-97,-1-3 1,3-7 0,-4-9 0,2-5-86,-2-1 0,-2-4 0,-8-8 0,1-1 50,-5 1 1,-9 4-1,0 4 1,-4 2-14,-2-2 1,-10 0 0,-5 1 0,-9 5-110,-3 0 1,-4 6-1,-8-5 1,1 5-262,5 1 0,-2-5 0,7 0 0,1 2-220,4 1 0,6-3 0,5 0 1,6 1 110,4 3 1,6 1-1,6-1 539,7-4 0,12 3 0,-2-5 0</inkml:trace>
  <inkml:trace contextRef="#ctx0" brushRef="#br0" timeOffset="1516">1588 10 7635,'-8'-9'1544,"-1"12"0,-7 19 0,3 13-851,1 7 1,0 13 0,-7 11-1,-2 8-381,-3 7 1,-5 12 0,16-44 0,1 1 0,-1 1 0,1 1-424,-1 0 0,1 1 1,-1 1-1,2 0 0,2-2 1,1-1-1,-8 39-248,5-17 1,-3-13 0,8-13 0,2-8-1777,2-8 714,2-6 1,2-15 347,4-4 0,-2-18 1073,8-6 0,-1-11 0,7 2 0</inkml:trace>
  <inkml:trace contextRef="#ctx0" brushRef="#br0" timeOffset="1916">1588 936 7644,'0'10'-227,"0"-1"1222,0-3 1,2-4-275,4 4 0,-4-2 145,4 2 0,-4-3 155,-2 9 1,-2-6-653,-4 6 0,2-3 0,-6 5 0,1-2-94,-1 1 0,0-3 1,-3 1-1,3 5-74,2 5 0,-3-1 0,5 3 0,2-4-64,2-1 0,2-1-142,0 1 0,14-8 0,3-5 0,4-5 86,5-5 0,-1-7 0,6-11 0,-4-7-6,-2-3 1,4-1 0,-5-1 0,-3 0-28,-2 0 1,-9 6-1,-4 0 1,-4-1-130,-2 3 1,-2 2 0,-6 10 0,-7 1-180,-7 2 1,-3 8 0,4 1 0,-3 6-950,3 9 1,-4 4-1,2 3 1209,1 4 0,3 4 0,1 8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7:34.955"/>
    </inkml:context>
    <inkml:brush xml:id="br0">
      <inkml:brushProperty name="width" value="0.06" units="cm"/>
      <inkml:brushProperty name="height" value="0.06" units="cm"/>
      <inkml:brushProperty name="color" value="#E71224"/>
    </inkml:brush>
    <inkml:brush xml:id="br1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286 1012 7999,'-8'-10'762,"4"2"239,-7 8 1,5-5-338,-6-1 0,6 0-389,-5 6 1,-1 0-1,-4 2 1,3 2-117,1 2 0,6 5 1,-5-3-1,-3 0-122,-1 0 0,3 5 0,0-3 0,1 1-150,1 1 0,-5 0-353,3 5 1,4 1 154,2-1 0,14-7 0,8-4 259,5-4 1,10-4 0,-2-2 0,4-4 62,2-2 0,6 5 0,-1-7 0,-1 0 157,-2 3 1,-8 1 0,-2 8 0,-1-2 162,-5-4 0,-9 6 1,-7 0-61,-3 10 0,-17 5 0,-8 3 0,-10 1-307,-8 4 0,2 3 1,-6 5-1,1-4-56,-1-2 1,4 0 0,-1-5 0,3-1-679,6-3 0,10-5-277,-1 1 0,17-6 0,10-12 0,13-6 1047,3-3 0,9-10 0,-1-3 0</inkml:trace>
  <inkml:trace contextRef="#ctx0" brushRef="#br0" timeOffset="567">705 1029 7832,'-17'6'58,"-1"0"0,1 8 1,-1-3-1,3 5 393,3 1 1,-2 7 0,9 1 0,1 2-146,2 4 1,0 4 0,-2 4 0,-2 1-170,2-1 0,2-2 0,2-2 0,0 0-113,0 0 1,0-8-1,0-4 1,0-3-32,0-3 1,0-5-528,0 0 439,0-9 0,0 3 0,2-12 0,2-5 68,2-5 1,2 3 0,-4-3 0,1-3 6,-1-1 1,4-5 0,-2 0 0,0-2-42,1-4 0,-3-2 1,6-4-1,0-2-52,-1-2 1,1-7 0,4 3 0,-3-1 83,3-1 0,1 8 1,3-2-1,-3 6 151,-3 6 0,4 6 1,-7 9-1,3 5 151,0 1 1,-9 4 0,3 12 0,-4 9 28,-2 11 0,0 5 0,-2 1 1,-4 3-325,-5 4 0,1-2 0,-3 6 0,-5-3-72,-3-3 0,-3-2 0,7-4 0,0-4-183,-1-6 0,1-5 0,-1-5 0,1-3-342,-1-2 0,7-2 0,1-8 204,2-4 0,4-6 1,8-9-1,4-4-340,2-3 1,7 5 754,6-6 0,8 0 0,-3-6 0</inkml:trace>
  <inkml:trace contextRef="#ctx0" brushRef="#br0" timeOffset="1067">1159 872 8440,'-12'0'1060,"1"2"-703,-3 4 0,-1-2 0,-3 7-187,1 3 1,-1 2 0,3 1 0,1 2-152,3 5 1,1-5 0,-2 6 0,6-1-168,4-1 1,2 0-1,0-5-52,0-1 1,2-5 0,4-2 84,6-3 0,5-3 0,5-10 0,1-5 9,-2-5 1,-1-1 0,-3-1 0,3 1 84,3-1 0,-4-5 1,5 0-1,-7-1 4,-5-1 1,3 6 0,-5-4 0,0 3 72,-5 3 1,-3 5 63,-2 0 1,-2 9-1,-3-1 1,-7 8-6,-4 7 1,-1 7 0,1 3 0,3 4-95,1 2 0,2-3 0,-1 5 0,5 2-104,4 2 1,2-4 0,0-2-1,0-2-179,0-3 0,2-1 0,4-2 0,5 1-43,5-5 1,1-9 0,1 0 0,1-4-54,5-2 0,-5-8 0,4-5 0,-3-7 358,-3-3 0,1-8 0,-1 4 0,1-2 0,-1-1 0,0-6 0,1-9 0</inkml:trace>
  <inkml:trace contextRef="#ctx0" brushRef="#br0" timeOffset="1317">1700 16 7844,'-7'-9'411,"-5"3"0,-2 6 278,3 6 0,-5 11 0,7 12 0,-3 6-222,0 6 0,1 11 1,-7 14-1,3 6-405,3 4 0,2 9 0,6 1 0,-1 5-127,1 0 1,0-11 0,0-11 0,-2-8 2,2-7 0,-3-9 0,1-7 0,0-7-1271,-2-7-145,6-5 979,-6-9 1,16-4-1,2-12 1,2-6-34,-1-3 1,-5-3 0,4 1 531,-3-1 0,7-7 0,-4-2 0</inkml:trace>
  <inkml:trace contextRef="#ctx0" brushRef="#br0" timeOffset="1717">1805 680 8044,'0'-17'0,"-2"1"133,-4 4 1,5 3 156,-5 3 0,-2 6 1,0 0-1,0 12 137,1 9 1,-5 6 0,4 8 0,0 2-335,1 4 1,-5 1 0,4 7 0,1-3-144,-1 3 0,-4-4 0,6-1 0,1-1-373,-3-4 0,6-4 0,-4-6 0,4-6-418,2-4 1,2-9-1,4-4-432,5-4 1273,5-10 0,1-2 0,1-7 0</inkml:trace>
  <inkml:trace contextRef="#ctx0" brushRef="#br0" timeOffset="2400">2102 732 8023,'-17'6'0,"-1"0"189,1-2 0,-1 0 0,1 2 241,-1 5 1,3-1 0,1 2-1,3 1-187,-3 3 1,-2 3 0,1 3 0,1 1-90,3-2 0,7 1 0,-2-1 0,2 2-204,-2-1 1,4-3-1,-1-4-162,6-3 1,1-4-1,8-8 1,3 0-1,7 0 1,-1-8 0,8-4 0,2-5-55,2-6 0,-4 1 0,0-5 0,1 0 79,-3 0 0,6 4 0,-6-5 0,0 1 106,-4 0 1,-3 6 0,-5-3-1,-1 5 74,-2 2 1,-9 5 0,1 2 273,-8 2 1,-5 10 0,-9 10 0,1 6-71,-1 5 1,1-2-1,-1 6 1,3 0-155,3 1 0,-1-1 0,5 2 0,0-4-74,0 0 0,3-5 0,5 3-58,0-4 0,7-9 0,5-4 0,3-4 57,3-2 1,5 0 0,2-2 0,1-6 21,-1-9 1,4-3-1,-4-7 1,0 0 14,1 0 0,-1-2 0,-4-4 0,3 2 40,-3 2 0,-4-1 0,-3-4 0,-2-1-28,1 0 1,-3-8 0,0-2 0,-3-1-81,-3-1 1,4 1 0,-2-9 0,0-1 28,1-2 0,-5 7 1,4 11-1,-4 5 199,-2 6 0,-2 13 4,-4 16 1,-3 16-1,-9 15 1,-1 7 10,-5 9 0,5 5 0,-6 5 1,2 3-272,-1 2 0,-1 2 0,6 6 0,-1 0 44,5 0 1,1-6 0,-3-2-1,-1 0-505,1 0 0,-1-16 0,1-3 0,-1-14 552,1-9 0,-1 1 0,1-11 0</inkml:trace>
  <inkml:trace contextRef="#ctx0" brushRef="#br0" timeOffset="2634">1438 366 7950,'-17'0'-110,"0"0"23,-1 0 0,16 0 0,8 0 1,9 2 173,9 4 0,3-5 0,8 5 0,0-4 3,0-2 0,5 0 1,1 0-1,-2 0-382,-2 0 0,-2 0 0,0 0 1,0 0 291,0 0 0,0-8 0,-1-1 0</inkml:trace>
  <inkml:trace contextRef="#ctx0" brushRef="#br0" timeOffset="2818">2050 505 8162,'-33'2'0,"2"4"321,2 6 1,15 3 0,2 3 0,8-1-873,4 1 1,0 1 0,0 3-166,0 1 0,0 0 716,0-5 0,8-1 0,2 0 0</inkml:trace>
  <inkml:trace contextRef="#ctx0" brushRef="#br1" timeOffset="3869">356 2427 9050,'0'11'-486,"0"1"1,-2-6 769,-4 5 1,2-5 0,-6 6 0,1 1 148,-1 3 1,4 3 0,-4 5 0,3 5-65,3 4 0,-4 11 0,0 7 0,0 7-210,1 4 0,-5 2 0,4 6 0,1-2-129,-1-4 1,-4-4 0,4-10 0,1-3-245,-1-6 0,0-12-15,2-6 0,4-13 0,-3-10 0,3-10 98,2-5 1,0-11-1,2-3 1,1-4 67,3-2 0,8-7 0,-4-3 1,1-1 36,1-1 0,-1 0 1,7-7-1,-1-2-56,1-2 0,-1-3 0,3 5 0,1-2-35,2 2 1,1 3-1,-7 9 1,1 11 260,-1 13 0,0 5 0,1 11 179,-1 6 0,-7 7 0,-2 15 1,-2 5 28,0 4 0,-1 8 0,-5 1 0,0 1-306,0 0 1,0 3 0,-2-5 0,-3-2-108,-7-2 0,-2-10 0,1-4 0,1-3-193,-1-3 1,-3-1 0,-1-5 0,-1-5-303,1-4 0,5-4 1,2-4-1,3-7-1171,3-9 1,2-5 1726,2-8 0,0-8 0,0-1 0</inkml:trace>
  <inkml:trace contextRef="#ctx0" brushRef="#br0" timeOffset="4133">775 1641 7944,'-6'17'0,"-2"1"377,-1-1 1,5 2 0,-2 7 0,4 7 257,2 5 1,8 13 0,1-1 0,3 11-317,0 6 1,-7-1-1,5 12 1,-2-2-317,-4-1 0,-2 1 0,-2-6 1,0-4-164,0-8 1,0-2-1,0-15 1,0-4-563,0-6 0,0 0-491,0-8 0,8-7 644,3-10 0,5-4 0,-1-4 1,-1-4 568,-3-6 0,1-3 0,6-3 0</inkml:trace>
  <inkml:trace contextRef="#ctx0" brushRef="#br1" timeOffset="4601">1142 2409 8841,'-6'-17'1241,"0"-1"-624,0 8 0,-2-3-414,-3 7 0,1 2 0,-2 8 0,1 4-61,1 1 0,-5 3 0,5 6 0,-2-1-41,1 1 0,1 5 1,-4 0-1,5 0-135,1 3 0,2-7 1,6 4-1,0-3-345,0-3 1,2 1-1,4-3 157,5-3 1,5-4 0,1-10 0,3-2 48,3-2 1,-2-10-1,7 1 1,-1-6 83,0-1 1,0-3-1,2 2 1,-6-1 100,-3-1 0,-3 6 0,1-5 0,-3 5 70,-3 2 0,2-1 113,-9 1 1,-1 9-1,-10 8-56,-5 10 0,1 7 1,-2 4-1,1 5-29,1 1 0,-4 0 0,9 2 0,1-4-173,2 1 0,2-1 0,0 4 0,0-6-275,0-3 1,2-3 0,2 0 0,3-1-168,3-4 0,-4-5 0,6-7-153,1 0 0,3 0 0,1-2 658,1-3 0,-1-5 0,1-8 0</inkml:trace>
  <inkml:trace contextRef="#ctx0" brushRef="#br0" timeOffset="5035">1578 2217 8050,'-35'17'-5,"2"1"1,4 1 3,6 5 1,5 1 0,7 6-1,5-2-89,4 2 1,2 2 0,0 2 0,0 0 134,0 0 0,-2-2 0,-2-2 0,-2-4 739,2-2 1,3-2-1,1-5-769,0-1 0,1-7-92,5-4 1,-2-4 0,8-4-65,1-4 0,-3-2 0,2-5 0,-1 1 50,-1-1 1,6-3-1,-7-1 1,3-3-48,0-3 1,-3 3 0,5-5 0,-2 2 56,1 0 1,1-6-1,-1 5 1,-1 1 130,2-2 0,-5 5 0,1-3 405,-2 4-158,5 1 1,-11 10-1,4 8 1,-4 12-129,-2 9 1,-6 1-1,-2 7 1,1 2-176,-1 2 0,2-4 1,4 0-1,-2 0-145,-2-2 0,1 4 0,5-7 0,0-3-377,0-2 0,0-1-24,0-1 0,2-7 1,3-6-41,7-8 0,-4-8 592,-2-11 0,3-4 0,1-8 0</inkml:trace>
  <inkml:trace contextRef="#ctx0" brushRef="#br0" timeOffset="5288">1962 1588 8065,'-13'20'0,"-5"3"1,-1 6 554,0 4 1,3 10 0,4 3-1,5 7-107,-1 5 1,6 6 0,-6 10 0,2 1-424,1-1 0,-1 4 0,6-3 0,-2-1-252,-4-2 0,4-10 0,-4-8 0,4-9-556,2-10 0,-6-12 43,1 0 1,-1-13 326,6-10 0,2-2 1,2-9-1,1-3 413,-1-2 0,-2-9 0,6-2 0,2-8 0</inkml:trace>
  <inkml:trace contextRef="#ctx0" brushRef="#br1" timeOffset="5602">1840 2234 12838,'0'18'1583,"0"-6"1,0-1 0,0 3-1412,0 1 0,0 3 0,0-1 0,2 1-201,4-1 0,-2 1 0,7-1 0,5 1-145,5-1 1,-1 0-1,3 1 1,-2-1-33,3 1 1,-5-1 0,4-1 0,-3-3 33,-3-1 1,-5-2-1,-1 3-10,3-1 1,-6-6-642,-2 5-295,-4-7-705,-2 4 709,-8-8 711,6 0 1,-4 0 0,10-2 2018,2-4-1017,7 4 0,-3-21 0,8 4 0</inkml:trace>
  <inkml:trace contextRef="#ctx0" brushRef="#br1" timeOffset="6001">2539 2304 12838,'-16'26'3038,"-1"1"1,-14 8 0,2 1-1536,-2 5 0,9 4 1,3 5-1,1-1-1069,5-3 0,1 3 0,0 5 0,7 1-489,3-5 0,2-9 0,0 0 1,0-7-189,0-4 1,0-5 0,0-8 9,0 1 0,2-9-1147,3-3 0,-1-4 0,8-2 790,2 0 1,-5-2-230,3-4 1,-6 4 224,5-3 0,-9 3 569,-2 2 0,-2 2 0,-7 3 1,-1 7 297,0 4 1,-1-3 0,-7 3 0,1 3 25,-1 1 0,-1 7 1,-3 0-1,-1 2-98,2 0 1,3-8 0,5 3 0,3-5 34,2-1-566,3-9 0,12-5 1,5-14-1,3-9 190,3-6 0,5-6 1,0-8-1,-1-4 385,-3-1 0,-1-5 0,-1-9 0,-1-8-51,-5-8 1,3-7-262,-8-12 1,0 41-1,1-1 1,-2-4-1,0-1 1</inkml:trace>
  <inkml:trace contextRef="#ctx0" brushRef="#br1" timeOffset="6117">2382 1955 12838,'0'-17'1886,"0"-1"0,-2 6 0,-4 1-2433,-6-3 1,-3 8 0,-3 6 1446,1 10 0,5 8 0,2 3 0,1 4-736,-1 2 0,6 2 1,-2 6-1,4 0-818,2 0 0,0 0 0,0 0 745,0 0 0,0 8 0,0 1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7:43.95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132 105 8079,'-23'52'33,"-1"1"0,9-7 0,9 1 1,4 0 163,2-3 0,6 7 0,2-5 0,0 3-97,-1-3 1,5 5 0,-4-5 0,-1 3-25,1-3 1,4 3-1,-6-8 1,-2-3-391,-2-1 0,3-2 0,1-2 0,-2-4-316,-2-5 0,-2-11-175,0-1 805,0-8 0,0 4 0,0-8 0</inkml:trace>
  <inkml:trace contextRef="#ctx0" brushRef="#br0" timeOffset="383">27 70 8034,'-17'0'-172,"7"0"1,10 0 0,12 0 0,3 0 245,3 0 0,1 0 0,2 0 0,3-2 1,-3-4 0,4 4 0,1-5 0,-1 1-20,0 0 0,-2-2 0,-5 4 0,-1-3 0,1-3 0,-1 6 1,1-2 94,-1 4 1,-5 4 0,-3 4 114,-1 6 1,-2 3-1,-6 5 1,0 3-104,0 6 0,0 6 0,0 4 1,2 3-84,4 3 0,-2 2 0,5 3 0,1-1-75,0-3 1,-4-5 0,5 4 0,1-1-243,-2 1 1,-1-12-1,-5 2 1,2-4-221,-2-4 0,-2 4 1,-2-8-1,0-1-114,0-3 0,0-7 1,-2-1 571,-4 3 0,-4 1 0,-7 3 0</inkml:trace>
  <inkml:trace contextRef="#ctx0" brushRef="#br0" timeOffset="565">219 1520 8078,'0'17'0,"0"1"134,0-1 1,4-1-1,8-5 1,13-5 175,12-4 0,15-12 0,14-9 0,8-12-378,8-8 1,-36 14 0,1 0 0,1 0-1,1-1 1,0-2 0,1-2 67,-1-1 0,1 0 0,3-1 0,0 0 0,5-3 0,-1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7:43.190"/>
    </inkml:context>
    <inkml:brush xml:id="br0">
      <inkml:brushProperty name="width" value="0.08" units="cm"/>
      <inkml:brushProperty name="height" value="0.08" units="cm"/>
      <inkml:brushProperty name="color" value="#E71224"/>
    </inkml:brush>
    <inkml:brush xml:id="br1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217 243 9193,'-17'0'-240,"-1"0"0,1 0 798,0 0 1,1 2-246,4 4 0,3 5 0,5 12 0,-2 8-50,2 8 1,2 8-1,4 11 1,2 6-141,2 4 1,5 8 0,-3-1 0,0-1-258,0-2 1,5-4 0,-3-2 0,0-8-649,-4-9 0,1-11 0,1-22 161,2-4 1,-6-14-1,3-16 1,-1-9-588,0-6 1193,0-2 1,-6-8 0,0-1-1</inkml:trace>
  <inkml:trace contextRef="#ctx0" brushRef="#br1" timeOffset="332">8 68 8108,'-8'-6'163,"8"0"0,8-5 0,11 5 1,3 0 213,1-2 0,6 6 0,-4-3 1,0 3-254,1 2 1,3-2 0,-4-2 0,0-2 9,0 2 1,-1 4 0,-7 6 0,-1 6 56,-5 3 0,3 5 0,-8 1 1,-2 4-113,-2 2 1,3 8-1,1 6 1,-2 0-106,-2 1 1,-2 3 0,0 9 0,0 3-117,0 1 1,0 0 0,0-6 0,0 1-26,0-1 1,0-1-1,0-5 1,0-5-194,0-4 1,0-2 0,0 0 0,-2-2-713,-4-4 1,4-4-356,-3-7 1427,3-1 0,2-7 0,0-3 0</inkml:trace>
  <inkml:trace contextRef="#ctx0" brushRef="#br1" timeOffset="549">148 1133 8108,'-16'12'193,"4"0"1,-1-1 0,7 7 0,2-1 142,2 1 1,4-3 0,6-1 0,7-3-179,7 3 0,7-6 0,-4 0 0,2-3-339,4 1 0,2 0 1,2-6-1,-2 0-242,-4 0 1,-2 0 0,-5 0 0,1 0-532,-2 0 0,-7 0 954,-2 0 0,-8 8 0,3 2 0,-7 7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4:57:41.922"/>
    </inkml:context>
    <inkml:brush xml:id="br0">
      <inkml:brushProperty name="width" value="0.08" units="cm"/>
      <inkml:brushProperty name="height" value="0.08" units="cm"/>
      <inkml:brushProperty name="color" value="#E71224"/>
    </inkml:brush>
    <inkml:brush xml:id="br1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158 206 11286,'-8'10'671,"-4"-4"0,-3-4-906,-3-2 1,7 2 0,-1 2 0,-2 5 452,-1 7 0,3 5 1,3 16-1,-1 6 80,0 9 1,6 16 0,-2 15-1,5 11-239,0-43 1,2 2 0,-1 4 0,0 1 0,0 5 0,0 0 0,0 1-1,0 0-101,0-1 1,0 0 0,-1-1-1,2-2 1,-1-1 0,1-1-1,1-3 1,0-1-106,1-3 0,0-2 1,5 37-1,-4-16 1,2-12-349,-2-10 1,-3-5 0,1-10 0,2-4-471,2-5 0,0-5 0,-6-2-1122,0 1 2062,8-1 0,1 1 1,9-1-1</inkml:trace>
  <inkml:trace contextRef="#ctx0" brushRef="#br1" timeOffset="384">140 241 8017,'0'-44'-186,"0"3"1,0 12 0,2 5 0,2 5 191,2 2 0,6 5 1,-5 2-1,1 1 470,0-1 1,5 6-1,-1-2 1,4 4-184,1 2 1,0-6 0,1 1 0,-1 3-100,1 6 1,-1 7 0,1 10 0,1 5 34,4 1 0,-3 4 0,3 10 1,-3 5-135,-3 5 0,-1 1 1,-3 0-1,-1 3-62,1 3 1,3-2-1,-1 6 1,-1 1-122,-2-1 1,-7-6-1,5 4 1,0 0 56,0 4 0,-5-9 1,5-3-1,-2-4-108,-4-3 1,4 6-1,-1-5 1,1 3-209,0-3 0,-2-1 1,-6-4-1,0 3-59,0 1 1,0 3-1,0-7 1,-2-2-73,-4-2 0,-2 0 0,-5 0 0,1-1 478,-2-3 0,-1 6 0,-3 6 0</inkml:trace>
  <inkml:trace contextRef="#ctx0" brushRef="#br0" timeOffset="567">158 2319 9007,'-18'0'-129,"10"0"358,8 0 1,8-7-1,10-5 1,1-5-401,4-7 0,-1 3 0,7-8 0,2-2-1136,2-2 1285,-6-2 0,14 0 0,-4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58:08.54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17 524 7281,'0'-17'-346,"0"0"153,0-1 0,0 1 0,0-1 0,0 1 305,0-1 1,0 1 0,2-3 0,2-1 255,2-2 0,0-1 1,-6 7 319,0 0 1,2 7-290,4 4 0,-2 14 0,5 11 1,1 16-97,0 16 1,-6 22-1,1 18 1,-3-40-1,-2 1-290,1 7 1,-2 1-1,-2 4 1,-1 2-1,-2 7 1,0 1-1,-2 3 1,0 1-303,0 3 1,-1-1 0,1-3-1,0-2 1,2-8 0,1-2 0,1-9-1,2-4-699,0 34 1,4-22-78,4-29 1065,-4-12 0,21-31 0,-4-1 0</inkml:trace>
  <inkml:trace contextRef="#ctx0" brushRef="#br0" timeOffset="917">70 175 7310,'-10'8'-51,"0"-6"1,7 6 1336,-3-1-997,0-5 0,10 8 1,6-6-1,9 2 48,6-2 0,14 0 1,15-1-1,14 3-172,12-2 0,-30-3 0,3-2 0,5-1 0,2-2 0,7-1 0,2-1-119,5-2 0,1 0 0,6-3 0,1-1 0,2-1 0,-1 1 1,0-1-1,-1 0-253,-3 1 0,-1-1 0,-6-1 1,-2-1-1,-6 3 0,-2 1 0,-3 1 1,-2 0-1103,-3 3 1,-3 1 1308,38-10 0,-9 20 0,-16-4 0,-8 4 0</inkml:trace>
  <inkml:trace contextRef="#ctx0" brushRef="#br0" timeOffset="1366">2183 1 7889,'-17'0'201,"1"1"0,2 5 0,3 8 5,-3 7 0,6 16 0,3 19 0,3 18 32,2 17 0,-1-33 0,0 3 0,-1 4 0,0 2 0,-2 5 0,0 1-216,-1 5 0,0-1 1,3 0-1,1 0 1,-2 4-1,0 1 0,1-4 1,2-1-85,0-3 0,0-3 1,0-5-1,0-3 0,0-11 1,2-2-1,4 40-321,5-13 0,3-15 0,-1-11 1,-3-12-155,-2-8 0,-2-10 1,-6 2-1,0-3 537,0-3 0,0-3 0,0 3 0,0 5 0</inkml:trace>
  <inkml:trace contextRef="#ctx0" brushRef="#br0" timeOffset="1700">157 2585 7783,'-17'10'-1,"-1"-4"0,-1-4 0,-2-2 0,-3 0 107,3 0 1,7-2 0,5-4 58,1-6 1,2-3 0,8-3 0,6 3 189,9 3 0,8-3 1,14 3-1,8-4 130,11-1 1,16 5-1,11 1 1,12-3-317,-42 7 1,1-1 0,3-1-1,2 0 1,3 0 0,2 1-1,3-1 1,2 2-65,3 1 1,1 1 0,3-3-1,-1 0 1,1 3 0,0 0-1,-2 0 1,-1 1-201,-2 1 0,0 0 0,-3-1 0,-1 0 0,-2 0 1,-2 0-1,-3 0 0,-2 0 95,-3 1 0,-1-1 0,-1-2 0,-1 0 0,-3 3 0,1 0 0,45-1 0,-2 2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58:13.823"/>
    </inkml:context>
    <inkml:brush xml:id="br0">
      <inkml:brushProperty name="width" value="0.06" units="cm"/>
      <inkml:brushProperty name="height" value="0.06" units="cm"/>
      <inkml:brushProperty name="color" value="#004F8B"/>
    </inkml:brush>
    <inkml:brush xml:id="br1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315 349 7998,'0'-11'-991,"0"-1"1,-2 8 990,-4-2 0,4 4 0,-14 10 0,7 2 0</inkml:trace>
  <inkml:trace contextRef="#ctx0" brushRef="#br0" timeOffset="300">297 384 7998,'10'0'-822,"0"0"1926,-5 0 402,-3 0-993,6 0 0,-8 8 1,0 4-226,0 3 1,-2 3 0,-2-1 0,-3 3-219,-3 3 1,0 2-1,-3 8 1,1 0-348,-2 4 0,-1 2 0,-5-4 1,-1 0-284,-2-1 0,-2 5 0,3-2 0,-1-4-573,2 0 1,1-8 1132,3-1 0,-9-5 0,-1-1 0</inkml:trace>
  <inkml:trace contextRef="#ctx0" brushRef="#br1" timeOffset="566">0 489 13801,'0'27'-323,"0"-3"1,0-5-1,2-4 1,2-1 186,2-2 0,8-7 1,-3 7-1,5 0 236,1-3 0,3 7 0,1-4 0,4 3-108,2 3 0,0 1 1,5 2-1,-5 3-491,-2-3 0,-2 4 0,-3 0 0,-1 1 448,-2-1 1,5 6-1,-12-4 1</inkml:trace>
  <inkml:trace contextRef="#ctx0" brushRef="#br0" timeOffset="867">542 0 8000,'0'18'256,"0"5"0,0 2 0,0 2-87,0 4 1,0 8-1,0 6 1,0 3-24,0 7 0,0 9 0,0 2 1,0 5-241,0 5 0,0 4 0,0-9 1,0-5-176,0-4 0,6-11 0,-1-10 0,-1-4-180,-2-3 1,0-14 448,4-8 0,-4-1 0,6-1 0</inkml:trace>
  <inkml:trace contextRef="#ctx0" brushRef="#br1" timeOffset="1350">1013 332 9402,'-11'0'-25,"-1"0"224,-2 0 0,-1 6 0,-3 0 0,1-1 79,-1 3 1,1 2 0,-2 9 0,-3 5-147,-1 5 1,0-2-1,5 2 1,1 2-130,-1 2 0,3 0 0,3-2 0,6-4-175,4-2 1,4-3 0,4-9 0,6-3-6,3-2 1,5-2-1,1-6 1,4 0 86,2 0 0,-5 0 1,1 0-1,-4 0 126,-1 0 1,-3 2 0,-1 1 87,-2 3 1,-10 8 0,0-3-104,-6 5 0,-16-1 0,3 1 0,-5 0-363,-3 3 1,4 2-1,-8-3 342,-2-1 0,-2 1 0,-2-1 0</inkml:trace>
  <inkml:trace contextRef="#ctx0" brushRef="#br1" timeOffset="1683">1380 419 10853,'0'12'-31,"0"-1"1,0-5 0,-2 4 460,-4-2 1,2 5-1,-7-1-290,-3 4 0,4 1 0,1 2 0,-1 3-164,0 1 1,-1 8 0,-7 0-1,1 6-286,-1 4 0,-1 1 0,-2-3 0,-3 2 294,3-2 1,-6 5-1,0 1 1</inkml:trace>
  <inkml:trace contextRef="#ctx0" brushRef="#br0" timeOffset="1900">1170 384 8055,'0'12'109,"0"0"0,2 1-239,4 3 1,-2 9 0,8 6-1,1 6 853,3 4 0,7 7 0,2-3 0,2 1-1167,5 1 1,1-3 0,1 3 0,-1-6 443,-3-4 0,3-2 0,-6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58:17.40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367 140 8062,'10'0'530,"-5"0"-152,-10 0 1,1 0 0,-8 0-71,-2 0 1,-1 6 0,-3 2-1,1 0 31,0 0 0,-3 5 0,-1-1 1,-3 1-109,3-1 1,-4 9-1,2-3 1,-1 1-99,-1 1 0,6-1 0,-3 2 0,7 3-221,3-3 1,8-2 0,0-1-125,8-1 0,6-5 1,9-2-1,3-3 76,1-3 0,8-2 1,-4 0-1,2 2 140,0 2 0,-7 0 0,1-4 0,-3 2 88,-3 1 1,-2 9-1,-3-2-56,-6 3 1,-6 3 0,-6-1 0,-6-1-379,-3-5 1,-8 5-1,-3-7 1,1 1-387,0-4 0,-6 2 0,4-2 0,-2-1-795,0 3 1523,7-6 0,-11 6 0,6-8 0</inkml:trace>
  <inkml:trace contextRef="#ctx0" brushRef="#br0" timeOffset="483">734 385 7302,'9'-18'-643,"-1"7"1,-8-1 787,0-1 1,2 3-1,2-2 64,2-1 1,0-3 0,-6-1 204,0-1 0,-2 7 0,-4 1 6,-6 2 1,2 2 0,-1 6 0,-3 0-38,-1 0 1,-1 2-1,3 2 1,1 4-174,-2 2 1,-1 3 0,-1 8 0,3 5-111,1 1 1,8-6-1,-2 4 1,4-1-131,2-1 1,0 0 0,0-5-1,2-1-72,4 1 0,6-9 0,9-3 1,2-4 140,-1-2 1,3-2 0,-2-4 0,1-5-25,1-5 0,-6-7 0,3 0 1,-7-1 71,-3-1 0,-8 4 1,1-6-1,-3 1-91,-2 5 0,0-4 1,-2 2-1,-5 1-168,-11 3 0,1 3 0,-7 5 0,5 3-581,2 0 0,-1 6 1,1-4 95,-1 4 1,8 10 0,5 4 0,3 3 656,2 3 0,0-1 0,0 1 0</inkml:trace>
  <inkml:trace contextRef="#ctx0" brushRef="#br0" timeOffset="934">1030 263 13131,'0'17'1712,"0"1"-1466,0-1 1,0 1 0,0-1 0,0 2-166,0 5 1,6-5 0,0 4 0,0-3-16,2-3 0,-4-5 0,5 0 1,1-1-122,0-1 0,-4-2 0,5-8-14,3 0 0,1-8 0,1-6 48,-5-7 1,3 2 0,-8-7 0,-2 3-44,-2 0 0,-2-2 0,0 1 1,0-5-489,0-4 1,0 4-1,0 2 1,0 0-264,0 0 1,0 5-1,0-1-1253,0 3 645,0 3 1423,7 15 0,3 12 0,8 17 0</inkml:trace>
  <inkml:trace contextRef="#ctx0" brushRef="#br0" timeOffset="1681">1485 245 6353,'-2'-11'1103,"-4"-1"0,2 8-34,-8-2-721,8 4 0,-3 4 0,7 4 1,0 6-128,0 3 1,0 3 0,0 1-1,0 2-150,0 3 1,0 7 0,0-4 0,0 2 12,0 0 1,5-6 0,1 5-157,-2-3 0,-2-2 112,-2-5 0,0-11 0,0-7 0,0-9 35,0-7 1,0-3 0,0-5 0,0-3-38,0 0 0,0-8 1,0 2-1,0-6-222,0 1 1,0 1 0,0 2 0,2 2-176,4 4 0,-2-2 0,7 7 70,3 3 1,1 4 0,3 5 0,-1 6-173,1 4 0,-1 10 1,1 5-1,-1 7 461,1 3 0,7 0 0,2-5 0</inkml:trace>
  <inkml:trace contextRef="#ctx0" brushRef="#br0" timeOffset="1948">1886 123 8285,'10'-18'1129,"-2"7"-751,-8-1 1,-2 8 0,-4-1-63,-6 3 0,3 4 0,-3 1 0,0 5 68,3 2 0,-7 1 1,4 9-1,-1 1-195,1 3 1,-3 5-1,5-4 1,-2 0-339,1 0 0,7 4 0,-2-5 0,4-3-676,2-2 0,2 5 1,4-3-152,5-5 0,7-7 1,3-9 975,3 0 0,7-15 0,-4-5 0</inkml:trace>
  <inkml:trace contextRef="#ctx0" brushRef="#br0" timeOffset="2334">2183 158 8076,'-17'17'586,"-1"-1"1,3-3-94,3-1 0,4-6 0,8 6-223,0 1 0,8-5 0,4-2 0,5-2-64,6 1 1,-1-3-1,7 4 1,2-4-243,2-2 1,-4-2-1,0-2 1,0-3-138,-2-3 0,4-2 0,-7-5 0,-3-1 18,-2 1 0,-1-1 0,-1 1 0,-1-1 11,-4 1 1,-5-1-1,-7 1 1,0 0 160,0-1 1,-2 6 0,-3 3 0,-7-1 31,-4 0 0,-9 6 1,-2-1-1,-2 3 65,0 2 1,6 7 0,-5 7 0,1 5 211,0 5 1,6 7 0,-3-2 0,5 4-115,2 2 0,7 0 0,4-2 1,4-2-417,2-2 0,10 0 0,7 4 0,10-4-191,6-6 1,4-5 0,2-5-1,4-3-1123,1-2 1,-3-2 1517,6-6 0,-9-8 0,5-2 0</inkml:trace>
  <inkml:trace contextRef="#ctx0" brushRef="#br0" timeOffset="2950">786 1171 7951,'-2'-16'-371,"-2"3"304,-2 1 0,-1 0 0,3-5 1,-2-1 119,2 1 0,2 0 1,2-1-1,0 1 160,0-1 1,0 1-1,2-1 1,2 1 556,2-1 0,1 1 15,-1-1 0,-2 11-433,8 7 0,-8 9 1,1 15-1,-3 5-40,-2 4 1,6 9 0,0 5 0,-2 3-218,-2 3 0,-2-1 1,0 3-1,0 1-461,0 2 0,0 0 0,0-7 1,0-5-15,0-5 1,0-12 0,-2-6 124,-4-3 1,2-10 0,-7-7 76,-3-6 1,-1-13 0,-5-9 0,-1 0 196,-3-1 1,-1-5 0,4 2 0,-4-4 21,-2-2 1,-1 0 0,-3 0 0,4 0 76,2 1 1,4 6 0,7 5-1,2 6 351,-1 5 1,5 8 0,2 14-70,4 7 1,2 12 0,0 0 0,2 4-208,4 2 0,-2 0 0,8 0 0,3 0-421,6 0 1,1-6 0,5-2 0,0-1-475,0-5 1,2-4-1,4-5 1,-2-6-372,-2-4 0,1-2 1,5 0 1072,-1 0 0,1-8 0,0-2 0</inkml:trace>
  <inkml:trace contextRef="#ctx0" brushRef="#br0" timeOffset="3450">1275 1363 7951,'17'0'-90,"-7"-2"1,-4-4 397,-4-5 1,-2 1 0,-2-2-46,-4-1 1,2-1-1,-7 0 1,-3 5-54,-1 1 0,-5-4 0,-1 6-80,-3 3 1,1 1 0,6 2-1,-1 2 28,1 3 0,-1 5 0,1 10 0,1 1-118,5 2 0,-3 6 0,8-3 0,2-1-159,2 0 0,2-2 0,0-5 0,2-1-30,4 1 1,4-9 0,9-3 0,3-4-1,1-2 1,2-2-1,-3-4 1,3-7 31,2-9 1,-4 3-1,4-6 1,-1 1 36,-5 1 1,-4-6 0,-3 4-1,-4 0 199,-3-1 1,5 3 0,-6 6 516,-2-1 0,-4 3-344,-6 3 1,2 6 0,-6 12 0,3 6-112,3 3 1,-4 5-1,2 3 1,2 4-166,2 0 1,2 6-1,0-6 1,0 2-398,0 1 1,0-7 0,0 6 0,2 0-184,4-2 1,-2-2-1,8-7-241,1-1 1,-3-7 0,2-4 804,1-4 0,-5-10 0,0-2 0</inkml:trace>
  <inkml:trace contextRef="#ctx0" brushRef="#br0" timeOffset="3683">1467 717 7969,'-27'17'43,"2"8"0,9 5 1,3 3 337,1 1 1,8 3 0,-2 2-1,4 6-23,2 5 0,0-7 1,2 9-1,2-3-564,2-5 0,6 7 0,-7-6 1,-1-1-68,-2-3 1,4-12-1,0-6 1,-2-3-983,-2-3-87,-2 1 1342,0-9 0,0-9 0,0-9 0</inkml:trace>
  <inkml:trace contextRef="#ctx0" brushRef="#br0" timeOffset="4200">1135 1066 7901,'-8'0'883,"8"0"1,16 0 0,13 0 0,4 0-838,2 0 1,2-6 0,4-2-1,3 1-63,1-1 1,5-6-1,-5 5 1,2-1-165,-1 4 0,-7-2 1,2 3-1,-6 1-18,-6 2 1,2-4 0,-8 0 0,-2 2 34,-1 2 0,-5 0 171,-3-4 0,-4 6 255,-8 0 0,-8 6 1,-4 8-1,-3-2-37,-3 1 0,1 3 0,-1 1 0,1 1 170,0-1 1,-1 2-1,1 5 1,-3 3-154,-3 0 0,9 0 0,-3-5 1,1 3-175,1 2 0,5-6 0,4 5 0,4-3-240,2 0 1,2-5 0,4-9-1,6-1-26,3-4 0,10-4 0,3-6 1,1-7 123,0-9 0,-2 1 0,4-8 1,-4-2 76,-2-2 0,-1 4 0,-7 1 0,-1 1 246,-5 0 1,-1 6 0,-6-3 458,2 5 1,-2 4-362,-10 3 0,2 18 0,-6 11 0,3 4-161,3 5 0,2 3 0,2 10 0,0 3-180,0 3 1,0-4 0,2 5 0,3 3-673,7 1 1,6-3-1,3-1 1,4 1-3314,2-2 3979,2-3 0,6-15 0,0-1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58:32.30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36 577 8059,'2'12'1042,"4"0"1,-4-7-601,3 7 0,-3 0 1,-2 5-1,0 3 92,0 3 0,0-2 0,0 8 0,0 2-138,0 2 1,0 2-1,0 0 1,0-2-105,0-4 0,0 4 1,0-6-27,0 1 0,0-3 0,-2-10 84,-3-3 1,3-6 0,-6-14-239,0-9 1,6-3-1,-6-9 1,3-2 60,-1-2 1,0-2 0,6-2 0,0-4-332,0-5 0,0 3 1,0 0-1,0 3-282,0-1 1,0 0 0,2 6-1,4 2 161,5 4 0,5-2 1,1 10-1,3 3-160,3 5 0,-2 9 0,8-2 0,3 4-480,0 2 0,-2 10 1,-1 7 918,2 10 0,2 6 0,2 2 0</inkml:trace>
  <inkml:trace contextRef="#ctx0" brushRef="#br0" timeOffset="400">507 769 7812,'-17'0'1054,"-1"0"-512,9-7 1,1 7-193,8 0 1,2 0-1,4 5-119,5-3 0,5-2 0,1 0-212,1 0 0,-1 0 1,1-2-1,-1-3-79,1-7 0,-7 2 0,-1-1 0,0-3-36,-1-2 1,-5 5 0,2-1 144,-4-1 0,-4 5 1,-4 2 69,-5 4 0,-5 2 1,-3 2-1,-3 4 189,-1 6 0,0 3 0,5 4 0,1 3-173,-1 1 0,1 8 1,1-4-1,5 2-99,5 0 0,4 1 0,2 3 0,2-2-226,4-2 1,5-10 0,13-1 0,7-11-1242,8-5 1,-1-9 0,9-5 1430,2-4 0,-7-17 0,1-3 0</inkml:trace>
  <inkml:trace contextRef="#ctx0" brushRef="#br0" timeOffset="684">1014 1 7976,'10'0'1109,"-3"2"0,-7 6-503,0 9 1,0 8 0,2 12 0,2 6-340,2 9 0,0 10 1,-6 14-1,0 6-114,0 3 0,0 0 0,0-3 0,0-7-318,0-3 0,-2-12 0,-2-9 0,-2-14-549,2-12 0,0-6-462,-1-1 379,-5-8 1,-2-10 0,3-12 796,1-4 0,-6-9 0,4-2 0</inkml:trace>
  <inkml:trace contextRef="#ctx0" brushRef="#br0" timeOffset="900">699 507 9963,'18'0'166,"-1"-2"1,1-1 0,1-3-226,5 2 1,-3-4-1,10 2 1,4 0-267,4-1 1,1 3 0,-5-6 0,0 2 44,0 4 0,0-3 0,-2 1 0,-4 0-184,-5-2 1,-5 6 0,-2-3 463,1 3 0,-1 2 0,1 0 0</inkml:trace>
  <inkml:trace contextRef="#ctx0" brushRef="#br0" timeOffset="1234">1276 577 8034,'0'18'484,"0"-1"0,0 3 0,0 1 1,0 2 114,0-1 1,2 5 0,2 0-1,3 2-375,3 0 1,-4 0-1,4 4 1,-3-2-61,-3-2 0,4-7 1,-2 1 752,-2-4-710,-2-9 1,-2-10 0,0-12-1,0-5 3,0-6 0,0-4 0,2-8 0,1 0-207,3 0 1,0-6 0,-6-2 0,0-1-341,0-5 1,6 6 0,0 3 0,0 5 146,1 6 0,-3-2 0,8 7 107,1 3 1,3 4-81,1 5 1,-1 12 0,-4 13 0,-5 7-329,1 3 1,-4 6 0,6-3 0,-3-1-487,-3 0 1,-2 6-1,0-4 1,2 2 66,2 0 0,6-13 910,-7 1 0,9-3 0,-4 3 0</inkml:trace>
  <inkml:trace contextRef="#ctx0" brushRef="#br0" timeOffset="1432">1608 647 7880,'5'-12'666,"1"1"1675,8 7-1802,-12-12 0,6 22 0,-8 2-275,0 11 1,0 1 0,0 5-1,0 0-305,0 4 0,0 4 0,0 4 0,0 2-423,0 2 1,0 0 0,0-8 0,0-4-421,0-6 1,0-4 0,2-3-1211,3-5 2094,5-3 0,7-16 0,1-1 0</inkml:trace>
  <inkml:trace contextRef="#ctx0" brushRef="#br0" timeOffset="1783">1817 577 7314,'-8'18'1653,"7"-7"-875,-5 1 0,4 0-695,2 5 1,0-5 0,2-3-67,4-1 1,3 4-1,9-6 1,-1-2-22,1-3 1,-1-1 0,1 0 0,-1 0-59,0 0 0,3-1 0,1-5-5,2-6 1,1-3-1,-9-3 1,-1 1 41,-2-1 0,-9 7 0,5-1 0,-2-2 33,0-1 1,-2 3 0,-10 2 0,-4 1 78,0-1 1,-5 6 0,3-2-1,-3 4 211,-3 2 1,-1 8 0,-2 4 0,-3 3-56,3 3 0,7 5 0,5 2 1,-1 1-285,0-1 0,6 4 1,-1-4-1,3 2-182,2 4 1,7-4 0,5 1-1,4-3-514,1-4 0,2-7 1,3-5-1,1-1-1285,-2-4 2022,7-2 0,-1-10 0,8-1 0</inkml:trace>
  <inkml:trace contextRef="#ctx0" brushRef="#br0" timeOffset="2267">2166 542 7920,'18'0'1943,"-6"0"-1323,-1 0 0,-7 8 0,2 4-247,-4 3 0,4 9 0,0-1 0,-3 0-159,-1 2 1,0 1 0,2 5 0,4-4-41,2-2 0,-5 4 0,5-6 115,-2-1 0,6-5-154,-3-5 0,-1-4 0,0-10 1,-3-4 19,-3-6 0,4-3 0,-2-5 0,-2-1-17,-2-2 0,-2-8 0,0 1 0,2-3-302,3-1 0,-3-1 1,4 0-1,-4 2-530,-2 4 0,0-2 1,0 7-1,2 5-2173,4 5 2222,-4-1 0,6 15 0,-7 0 0,3 9-12,2 7 1,2 1 656,-2 1 0,-4-1 0,5 1 0</inkml:trace>
  <inkml:trace contextRef="#ctx0" brushRef="#br0" timeOffset="2583">2533 665 7920,'-8'17'1231,"7"-7"0,-5-3 1,12-7-1070,5 0 0,5 0 1,1 0-1,1-1-85,-1-5 0,1 2 0,-1-6 0,2 0-60,5 1 0,-11 3 0,5-4 0,-3 1-196,1-1 1,-1-2-1,-1-3 320,-2 3 1,-9-4-70,3 5 0,-6 3 0,-6 2-3,-5 4 1,-5 2-1,-1 0-84,-1 0 1,7 8 0,-1 4 0,0 3-52,3 3 0,1-1 1,8 1-1,0-1-52,0 1 0,0 5 0,4 0 0,6-3-136,7-7 0,10 3 0,-2-7 0,3 1-538,3-4 0,0-4 1,0-2 791,-2 0 0,0 0 0,6 0 0</inkml:trace>
  <inkml:trace contextRef="#ctx0" brushRef="#br0" timeOffset="2750">1590 106 7918,'-8'0'-519,"6"2"45,6 3 0,10 5 474,-2 8 0,11-1 0,4 1 0</inkml:trace>
  <inkml:trace contextRef="#ctx0" brushRef="#br0" timeOffset="3533">699 1939 7893,'-1'16'-120,"-3"-2"0,-2-3 70,2 3 1,2-5-1,2 3 1918,0 2-112,0-7-1267,0 1 0,0-10 1,2-4-126,4-5 0,-4-5 0,4-1 0,-5-3-67,-1-3 0,6 2 0,0-8 0,-2 0-117,-2 1 0,-2-10 0,0 3 0,-2-2-404,-4 0 0,4-6 0,-6-3 1,3-5-391,-1-1 1,0 1-1,4 5 1,-2 7-968,-2 8 1192,1-2 0,7 23 0,1 4 0,5 14-78,2 8 0,-4 7 0,3 2 0,-1 2 467,-4 4 0,6 2 0,-1 2 0</inkml:trace>
  <inkml:trace contextRef="#ctx0" brushRef="#br0" timeOffset="3983">612 1677 7867,'10'-11'793,"-2"1"-505,-1 2 0,-3-3 0,8 3 1,2 0-83,1 0 1,2-5 0,1 3 0,-1-1-219,1-1 1,5 6-1,2-4 1,1 3 43,-1 3 1,4-4 0,-6 2 0,-1 2-188,-3 2 0,4 10 1,1 4 210,-3 3 1,-9 9 0,-7 1 0,-3 0 223,-2 0 1,0 4 0,0-3 0,0 1-110,0 4 1,0-4 0,0 0 0,0-2-80,0-3 1,0-3 0,0-1-89,0-1 205,0-7 1,0-4-1,0-12-68,0-6 0,6-9 0,0-5 0,0 1 66,2 0 1,-5-6-1,7 2 1,0-4-165,0-2 1,-5 0 0,5 2 0,0 2-151,-1 2 1,-3 2 0,6-4 0,2 5 78,1 7 1,-3 0 0,-1 13-72,3 2 1,-4 2-1,-1 4 1,1 6-379,0 9 0,-4 1 0,5 7 0,1-2-298,-2 0 0,5 7 0,-5-7 1,1-2-432,1-1 0,0-3 1206,5 0 0,1 1 0,-1-1 0</inkml:trace>
  <inkml:trace contextRef="#ctx0" brushRef="#br0" timeOffset="4266">1433 1660 7769,'-8'-17'-17,"0"5"0,-5 2 0,3 1 376,2-1 0,1 6 1,3-4-1,-4 2 403,-2 1 0,4-1-437,-5 6 1,1 7 0,-1 7-121,5 7 0,4-1 1,2 3-1,0-4-142,0-1 1,2-1 0,2 1 0,3-3-104,3-3 1,2 2 0,5-9 0,1-1-34,-1-2 1,6-2 0,1 0-1,-3-2-67,-2-3 0,-1-5 1,-1-8-1,1 1 46,-1-1 0,-7 1 0,-4-1 0,-4 1-112,-2 0 0,-2-1 0,-4 1 0,-6 1-368,-3 4 1,-10-1 0,-3 7 0,-1 2-396,0 2 1,8 2 968,-2 0 0,-5 8 0,1 2 0</inkml:trace>
  <inkml:trace contextRef="#ctx0" brushRef="#br0" timeOffset="4814">1695 1573 7840,'8'-18'2414,"-4"9"-1879,7 3 1,1 6 0,3 6-280,-3 5 1,2 5 0,-9 1-1,1 1-98,2-1 0,-6 6 0,6 1 0,-2-1-163,-1 2 0,3-5 0,-4 3-129,2-4 1,0-7 0,-6 0-388,0 1 392,0-5 0,0-8 0,0-12 0,0-3-186,0-3 1,5-1 0,1-2 0,0-3 123,2 3 0,-4-4 0,5 1 0,1 3 383,0 2 1,-4 3 0,3 3 762,-1 1-476,6 8 1,-10 6 0,5 13-1,-1 9-231,-4 3 1,-2-4-1,-2 6 1,0 2-373,0 2 0,6 0 0,0-2 0,-3-3-29,-1-3 1,-2-2 0,2-5-57,4-1 0,-2-7 1,6-6 173,-3-8 0,1-8 0,-4-9 0,2-3 34,-2 3 0,6-6 0,-1-2 0,3-2-88,0 2 1,-3-4-1,5 5 1,-3 1 28,3 4 0,-4 4 0,1 1 201,3 1 1,1 7-1,3 4-183,-1 4 0,-1 10 1,-2 4-1,-3 3-204,3 3 0,1 5 0,3 0 0,-3 0-218,-3 3 0,1-7 0,-5 4 0,0-3 464,0-3 0,5 1 0,-3-1 0</inkml:trace>
  <inkml:trace contextRef="#ctx0" brushRef="#br0" timeOffset="5550">682 1503 7154,'-10'0'2496,"3"0"-2046,-1 0 0,6-2-53,-4-4 0,4 2-16,2-7 0,0-1-45,0-6 1,0 7-196,0-1 0,0 1 1,0-7-181,0 1 1,0 5 0,0 0 0,0-1 137,0-3 0,2 5 0,4-1 4,6-2 0,1-1 0,1-1 0,-3 3-4,3 1 0,-4 8 0,1-2 1,3 4-105,1 2 1,3 0 0,-1 0 0,1 0-329,-1 0 0,1 6 1,-1 2-1,1 2-450,-1 3 0,-5-3 0,-3 2 783,-1 1 0,6 3 0,-5 1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58:54.75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403 560 6709,'-2'9'1615,"-4"-3"0,2-4-893,-8-2 0,6 0-309,-5 0 1,-1 0-1,-5 0-220,-1 0 1,1 0 0,-1 0 0,1 0-64,-1 0 1,-5 2 0,-2 4-1,0 4-104,-1-1 1,1 7-1,4-5 1,-2 5-100,1 1 0,5 1 1,3-1-117,2 1 1,9-1 0,-1 1 0,8-3 120,7-3 1,13 1 0,3-5 0,2 0 139,0 0 1,0 3 0,4-3-1,-4 2 21,-6 3 1,-3-3 0,-5 2 0,-1 1 13,-2 3 1,-10 1 0,-2 1-315,-10-1 1,-8 1 0,-3-1 0,-4-1-392,-2-5 1,-1 3 0,-3-8 0,4-2-767,2-2 0,-4-2 1364,6 0 0,-1 0 0,7 0 0</inkml:trace>
  <inkml:trace contextRef="#ctx0" brushRef="#br0" timeOffset="500">595 769 7958,'0'12'127,"-2"-2"1,-2-1 255,-2 1 0,0-4 0,6 5 125,0 3 0,0 2 0,0 1-182,0 0 1,0 7-1,0 1 1,0 0-149,0 0 0,0 6 0,0-1 1,2 3-118,4 1 1,-4 1 0,4 0-1,-4-2-57,-2-4 1,0 2-1,-2-7 1,-2-3-20,-2-1 1,-2-11-112,2-3 1,-1-6 108,-5-6 0,-2-9 0,9-11 1,1-1-78,2-4 1,2-8-1,0-3 1,0-3-154,0-3 0,0-9 0,0-1 0,0 0-45,0-2 0,8 5 0,3-3 0,5 6 212,1 5 0,3 7 0,1 10 1,2 9 460,-1 7 1,-1 1 0,0 7 0,3 4-192,-3 6 0,-2 12 1,-1 9-1,-3 2-104,-3 4 0,-2 4 0,-7 4 0,3 1-364,-2-1 0,-8 2 0,-3-4 1,-3-4-148,-4 0 1,-1-8-1,-3-2 1,1-3-275,-1-3 1,7-7-1,-1-4 699,-2-4 0,-1-10 0,-3-2 0</inkml:trace>
  <inkml:trace contextRef="#ctx0" brushRef="#br0" timeOffset="1100">996 734 8073,'0'18'196,"0"-1"0,2 1 0,2-1 326,2 1 0,0-1 0,-6 1 0,0-1-12,0 0 1,6-5-1,-1 0-70,-1 1 1,-2 3 371,-2 1-707,0-7 0,0-4 0,0-12 1,0-6-69,0-3 0,0-5 0,0-1 1,0-4-116,0-2 0,2 0 0,2-6 0,2 2-100,-2-1 0,4-4 0,-1 8 1,1 1 99,0 4 0,5-2 0,-3 1 0,2 5 124,-1 5 0,-5 7 1,6 7 93,1 0 1,1 13-1,-2 7 1,-5 5 84,1 6 0,0 2 0,4 0 1,-5-2-161,1-2 1,-4-2-1,8 2 1,-1-5-63,-1-5 0,6-3 0,-5-5-71,5-5 1,1-4 0,1-2-1,-1-2-119,1-4 0,-1-5 1,0-11-1,1-1-6,-1 2 1,-1-5 0,-3 1 0,-1 0-60,2 0 1,-5-4 0,1 5 0,-2 1-3,-4-2 1,-2 5-1,-4-1 358,-4 7 0,-4 7 0,-7 7 0,-1 2 154,1 3 0,-1 7 0,1 9 0,-2 5 93,-5 1 0,7 4 0,-3 8 1,7 1-361,-1-1 0,1-2 0,1-2 0,6 0-573,4 0 0,2 0 1,2 0-1,4-2-344,6-4 1,3-6-1,5-11 1,1-6 925,2-4 0,8-2 0,-4 0 0</inkml:trace>
  <inkml:trace contextRef="#ctx0" brushRef="#br0" timeOffset="1550">1887 682 7968,'-17'0'0,"-1"0"-51,1 0 1,-1 0 0,1 2 635,-1 4 1,1 1 0,-1 7-1,1-4-214,-1-3 0,1 7 1,-1-2-1,1 1-200,-1-1 1,3 9 0,1-3-1,3 1-101,-3 1 1,6-3-1,1 2 1,1 3-32,0 1 1,0 0-1,8-5-217,4-1 0,4-7 0,7-4 0,1-4-74,-1-2 0,2-2 0,3-4 0,1-6-25,-2-3 0,5-3 0,-3 1 0,-2-1 107,-1 1 1,-3-6 0,1-1 0,-3 3 163,-3 2 1,1 1 0,-5 1 0,0-1 271,0 1 0,-3-1-76,-5 1 1,-1 1 0,-5 7-22,-6 9 1,2 7 0,1 13 0,-1 1 83,0 2 0,6 6 0,-3-3 0,1-1-494,0 0 0,0 0 0,8-3-152,4 1 0,-2 0 0,7-7 0,3-5-133,2-5 1,1-4-1,0-2 1,1-2 172,-1-4 0,1-3 0,-1-11 0,1-1 353,-1-2 0,-1-8 0,-3 2 0,-1-4 0,2-2 0,1 0 0,3 0 0</inkml:trace>
  <inkml:trace contextRef="#ctx0" brushRef="#br0" timeOffset="1900">2149 193 8675,'-12'8'592,"1"3"1,7 7 0,-4 5 0,2 8-66,0 8 0,1 6 1,5 7-1,0 2-343,0 4 0,0 3 0,2 1 0,1-8-181,3-5 0,2-11 0,-4 1 0,2-8 23,-2-7 1,3-11-119,-1-1 0,2-8 0,-4 0-31,2-8 0,-1 0 0,-5-8 0,0-1-12,0-3 1,0-1 0,0-3 0,0-1-50,0-3 0,-5-1 1,-3 4-1,-2-2-111,-3 1 0,-3-3 1,-1 2-1,-1 1 233,1 3 0,-1 2 0,1 1 281,-1 4 0,1 7 0,-1 10 0,3 7 91,3 4 1,-1 9 0,5 4 0,0 4-98,0 2 1,2 0 0,6 0-1,0 0-96,0 0 0,6-1 1,2-1-1,4-3-689,7-7 0,-1-4 0,7-1 0,-2-3-774,0-3 0,6-4 0,-3-10 1346,1-4 0,2-12 0,6-9 0</inkml:trace>
  <inkml:trace contextRef="#ctx0" brushRef="#br0" timeOffset="2233">2673 542 7968,'-27'0'328,"3"0"0,5 2 0,0 2 0,-3 4 253,-1 1 0,-2 3 1,3 6-1,-3-1-160,-2 0 1,0 9-1,-2 1 1,4 2-300,-1 0 1,7-8-1,-4 5 1,5-3-18,7 0 1,3 1-308,8-7 0,2-7 1,4-4-1,5-5-116,5-1 1,3 0-1,2 0 1,3 0 115,-3 0 0,-2-5 1,-1-1-1,-1 2 110,1 2 1,-7 2 193,1 0 0,-8 8 0,0 3-46,-8 5 0,-6-1 1,-7-1-1,-1-4-494,1-3 1,-6 5 0,-1-6 0,1 0-956,-2 2 1393,-2-7 0,-8 7 0,0-8 0</inkml:trace>
  <inkml:trace contextRef="#ctx0" brushRef="#br0" timeOffset="2833">2778 71 8958,'-6'11'0,"0"1"584,2 2 0,-4 7 0,3 6 0,-1 4 106,-2 6 1,6 15-1,-6 3 1,2 5-532,1 6 1,-7 8 0,4 1-1,0-3-327,1-6 1,1-6-1,4-7 1,-2-5 146,-2-7 0,0-2 0,6-16 11,0-2 0,2-11-40,4-10 0,-4-8 1,6-9-1,0-3-76,3-3 1,3-2 0,-1-8 0,-1 0-107,2-4 0,-1-2 0,1 2 0,-4-2-55,-3-1 1,7 1 0,-4 8-1,1 2 454,1-2 0,-2 5 0,3 5 344,-1 8 1,-6 5 0,3 10 0,-1 4-4,-4 5 1,-2 12 0,-2 7 0,0 3-188,0 1 1,6 1-1,0 0 1,-1 0-228,3 0 1,-6-2 0,6-4 0,-2-3-105,-1-1 1,9-12 0,-4 5 0,1-5-270,1-3 1,0-2-1,5-8 1,1-2-146,-1-4 0,2-4 0,1-9 1,-1-2 123,-3-3 1,-3-1 0,3 4 0,-2-4 32,-3-3 1,-7 1 0,2-2-1,-4 4 168,-2 0 0,0 5 1,-2-1-1,-4 7 215,-6 9 1,-3 3-1,-3 2 1,1 2 125,-1 3 0,1 5 0,0 7 0,1 3 148,4 3 1,-3 2 0,5 6 0,0-1-361,5 1 1,3-4-1,2 2 1,0 2-598,0 2 0,7-6 0,7-2 1,5-1-309,5-1 0,7-6 0,-2-7 1,4-2 874,2-4 0,7-10 0,3-4 0</inkml:trace>
  <inkml:trace contextRef="#ctx0" brushRef="#br0" timeOffset="3249">3389 717 7946,'-25'10'217,"5"-3"0,-3-5 0,4 2 333,1 2 0,1 6 1,1-5-1,3 1-57,1 0 0,8 0 1,-2-3-78,4 7 1,4-4-326,4-2 1,-2-4 0,8-2-1,1 0-64,3 0 0,1-2 0,3-2 0,1-4-83,2-2 1,0-1 0,-5-7 0,-1 1-179,1-1 1,-1 7 0,1-1-1,-3-2 118,-3-1 1,2-3-1,-7 3 1,1 1 167,0 3 1,-2-1 0,-8-3-9,-4 3 0,-4 4 0,-9 8 0,-3 0 94,-1 0 0,-6 2 0,4 4 1,0 7 153,-1 9 0,-3-3 1,6 6-1,2 1-93,1 3 1,10-2-1,5 2 1,3 0-240,2-2 0,0 4 0,2-7 0,5-3-220,11-2 1,1-3-1,10-4 1,2-7-324,2-3 1,2-2 0,0-2-1,-2-3-151,-4-7 0,4-9 1,-5-5-1,-1 1 267,-4 0 0,-6-4 0,-5 4 0,-4-3 467,0-3 0,-6-2 0,5-2 0</inkml:trace>
  <inkml:trace contextRef="#ctx0" brushRef="#br0" timeOffset="3466">3581 1 8116,'-6'11'471,"0"1"0,-5-6 1,3 6-1,0 3 207,0 6 0,3 1 0,5 9 0,0 4-171,0 4 1,0 11 0,2 0 0,1 9-296,3 3 0,6 0 1,-4 4-1,1-4-269,5-2 0,1-9 0,3-11 1,-1-5-194,1-6 0,-1-3 0,-1-9 0,-3-1-345,-1-5 1,-6-3-1,4-10 1,-1-4-118,1-5 1,-4-5 0,4-1-1,-3-1-918,-3 1 1630,6-9 0,-8-1 0,6-8 0</inkml:trace>
  <inkml:trace contextRef="#ctx0" brushRef="#br0" timeOffset="3649">3284 402 9229,'14'0'1548,"1"0"0,7 0-1110,3 0 1,12 0-1,11 0 1,7 0-263,3 0 1,8 0 0,-2 0 0,2-1-747,-2-5 0,-10 2 0,-11-6 1,-4 0 569,-6 1 0,-18-3 0,1-5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59:10.03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452 119 7807,'-11'-12'522,"1"0"0,0 1 0,1-1 278,-5 0 1,4 9-459,-1-3 0,5 4 1,-6 4-100,-1 4 0,-3-3 1,0 9-1,1 2 10,-2 1 0,3 5 0,-9 1 0,1 6 3,-1 6 1,2 0-1,-7 14 1,1 1-21,0 3 0,6 9 1,-2 2-1,3 4-100,3 4 0,7-14 0,4 4 0,6-11-16,6-7 0,11-7 0,13-9 1,4-7-186,7-9 1,6-8-1,11-8 1,6-8-21,4-7 0,-4-6 0,0-10 1,0-4 54,-2-6 0,-2-3 0,-9-2 0,-7 1 57,-9 5 0,-9-3 1,-15 8-1,-5 4 49,-4 6 0,-10 0 0,-5 8 1,-9 2-93,-7 1 0,-6 3 0,-6-1 0,-3 3-510,-1 3 1,-3 4 0,5 8 0,-2 0-429,-3 0 0,5 4 0,4 6 0,6 9-228,4 7 1182,8 3 0,-12 14 0,6 1 0</inkml:trace>
  <inkml:trace contextRef="#ctx0" brushRef="#br0" timeOffset="365">435 643 7798,'-18'5'583,"1"1"0,1 8 1,7-2-42,9 3 0,15 8 0,16 1 0,6-1-137,4 2 0,7-5 0,1 3 1,5-4-375,4-1 0,6-3 1,-5-1-1,-3-3-568,-2 3 1,-3-6 0,-5-2 0,-7-4-589,-8-2 1125,-6 0 0,-7 0 0,-1 0 0</inkml:trace>
  <inkml:trace contextRef="#ctx0" brushRef="#br0" timeOffset="1081">1325 206 7898,'-17'0'0,"0"2"596,-1 4 1,6 3-1,1 9 1,-3 1-9,-1 5 0,-3 5 0,1 12 0,-1 5 34,1 5 0,5 3 0,1 4 0,-3 4-295,-2 0 0,1 4 0,1-9 0,5-7-379,1-7 0,2-3-31,6-5 1,2-11-108,4-19 1,-2-10-1,7-9 1,1-5-118,-2-5 0,5-7 1,-3 0-1,3-6 218,3-3 0,-1-9 1,1 1-1,-1-7 9,1-3 1,-3-8-1,1 2 1,-1-6-311,5-5 0,1 3-1,-4 0 1,1 12 577,-1 13 0,1 12 1,-1 12 591,1 11 1,-7 20 0,-1 15-1,0 16-126,0 10 0,-1 5 0,5 2 0,-3 4-472,3 3 0,-4 1 0,1 5 0,3 1-718,2 0 0,-5-8 0,1-4 1,1-5-337,3-7 1,-4 3 0,-3-10 0,1-8-1352,0-12 1804,-6-9 1,1-18 0,-10-3 0,-7-5 419,-4-1 0,-17-1 0,-3 1 0</inkml:trace>
  <inkml:trace contextRef="#ctx0" brushRef="#br0" timeOffset="1248">1116 678 7788,'-16'2'1380,"5"3"0,5 3 1,14 4-1,9-6-985,10-5 1,16-1 0,7 0 0,9-1-323,3-5 1,-4-2-1,4-6 1,-2 3-892,-4-3 0,-3-1 818,-7-3 0,5-7 0,-6-2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59:25.13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420 245 7962,'-18'0'430,"7"0"1,-1 0 317,-1 0 1,-3 0-1,-1 2-191,-1 4 1,1-2 0,-1 5 0,1 1-76,-1 0 0,-1 0 0,-3 5 0,-3 1-122,-2 3 0,6 8 0,-4-2 0,1 3-115,1 3 1,0 2-1,7 2 1,4-1-359,7 1 0,3 0 0,4-2 0,5-6-337,11-9 0,9-3 1,12-9-1,6-2-631,5-2 1,-2-12-1,11-5 1,-5-8-1742,-2-5 2822,-7-1 0,13-13 0,-3-3 0</inkml:trace>
  <inkml:trace contextRef="#ctx0" brushRef="#br0" timeOffset="216">647 1 7827,'-16'17'519,"3"1"0,3 1 258,2 4 0,-3-1 1,5 7-1,2 4-216,2 5 1,2 1 0,0 6 0,0 0-395,0-1 0,6-3 0,0 4 1,-2-1-387,-2 1 0,3-8 0,1 0 1,-2-8-1057,-2-4 1,0-8 0,4-7 1274,5-2 0,5-2 0,1-6 0</inkml:trace>
  <inkml:trace contextRef="#ctx0" brushRef="#br0" timeOffset="550">804 315 7975,'10'27'588,"-4"-4"0,-4-3 1,-1-3-254,5 1 0,-2-7 1,8-1-1,1-2-255,3-4 0,1-2 0,1-2 0,1-2 10,5-4 1,1-4 0,6-7 0,-2-3-13,2-3 0,-4 2 1,0-6-1,-1-1-198,-5 1 0,-2 6 1,-3-2-1,-3 1 169,-1-1 1,-8 4-1,0-3 148,-8 9 0,-8-1 0,-11 8 0,-6 4 149,-4 6 1,-2 6-1,0 9 1,0 5 115,0 5 0,0 4 0,2 2 0,4-1-301,6 1 0,3 6 0,5 2 0,3 0-554,6-1 1,5-1-1,2-8 1,7-2-283,10-2 0,7-9 0,10-3 0,2-9-1137,3-6 1,-1-4 1811,8-4 0,-1-4 0,7-7 0</inkml:trace>
  <inkml:trace contextRef="#ctx0" brushRef="#br0" timeOffset="970">1538 123 7915,'-16'10'89,"10"-1"1,-13-5 0,1 4 461,3 2 0,-12-5 1,9 7-1,-1 2 9,-1 1 0,3 3 0,-1-1 0,1 1-156,0-1 0,1 0 0,2 1 0,5-1-225,1 1 0,-4-1 0,7 1 0,1-1-157,2 1 1,4-7 0,3-1-144,7-2 1,0-2-1,3-6 1,5-2-302,-1-4 0,2-4 0,1-7 0,1-1 126,-2 1 1,-1-6-1,-1-1 1,3 1 185,1-2 1,0 5 0,-5-3 0,-3 4 337,-3 1 0,3-5 1,-5 0 929,0 1 1,1 11-712,-11 5 1,2 6 0,-13 8 0,-5 9-171,-5 10 1,1 6 0,-1 2-1,5 0-426,5 0 0,5 0 1,-4 0-1,3 0-457,3 0 1,2-8 0,2-4 0,0-3-597,0-3 1,7-7 0,5-4 246,4-5 0,1-8 0,1-5 955,-1-3 0,1-11 0,-1-1 0</inkml:trace>
  <inkml:trace contextRef="#ctx0" brushRef="#br0" timeOffset="1300">1869 53 7836,'-23'8'0,"0"5"811,1 9 1,9-3 0,3 6 0,2 1 116,5 3 1,1-2 0,2 2 0,0 2-585,0 2 0,0-6 0,0-2 0,0-1-143,0-1 1,0 0-242,0-5 1,2-9 0,3-5-221,7-8 1,-2-5-1,1-9 1,3-1-65,1-4 1,5-3 0,1-5-1,3 2 8,-3-2 1,0-2 0,1-2 0,3 2 394,2 4 0,-6-2 0,3 8 0,-5 3 338,-2 7 1,1-1 0,-1 8 0,1 2 4,-1 3 1,1 2 0,-1 5 0,-1 6-95,-5 3 1,3 11-1,-8 3 1,0 2-455,1-2 1,-5 4 0,6-6-1,-2 0-984,0-3 1,0 1 0,-6-2 1109,0-2 0,0-1 0,0-3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59:23.90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243 0 10665,'2'18'1359,"2"1"1,2 2-902,-2 3 1,3 7 0,1-2-1,0 4-474,0 2 1,3 2 0,-3 1-1,0 1-275,0-6 0,-3 2 0,-5-8 0,2 1-2516,4-5 2807,-4-12 0,6 5 0,-8-6 0</inkml:trace>
  <inkml:trace contextRef="#ctx0" brushRef="#br0" timeOffset="703">330 210 9573,'10'-12'1852,"-4"1"0,-6 7-1364,-6-2 1,2 4-1,-7 2 1,-3 0-90,-2 0 0,-9 0 0,-2 0 1,-2 2-217,0 4 1,0-2-1,-4 5 1,2 1-140,2 0 0,7-5 0,1 7-165,7 2 1,8-7 0,12-1-331,6-4 0,11-2 0,8 0 0,8-2 37,8-4 0,-3-1 1,3-7-1,-1 4 94,-1 3 1,-2-5-1,-10 4 1,-2 0 107,-2 1 666,-16 1 0,-7 14 0,-23 3 0,-12 5 127,-10 1 1,2 7 0,-4 1 0,4 0-217,2 0 1,2-1 0,4-7-1,6 0-224,4 1 1,9-1-278,4 1 0,14-8 0,7-5 0,9-3-161,3-2 0,4 0 0,8 0 0,2-2-128,-3-3 1,5-3 0,-2-6 0,-2 1 121,-3-7 1,5 3 0,0-7 302,-2 5 0,-2-6 0,-2-2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59:33.93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348 926 6700,'10'0'1221,"-1"0"292,-3 0 788,-4 0 302,6 0-1508,-8 0 0,-2 0-640,-4 0 1,-4 6 0,-7 2 0,-3-1-197,-3 1 1,2 6-1,-8-1 1,-2 7-198,-2 3 1,-2 8 0,0-2 0,2 2-506,4-2 0,4 4 0,9-6 1,4 2-120,7 1 0,5-15 0,5 3 0,9-5-824,7-3 0,8-2 1,10-8 1385,2 0 0,7 0 0,-3 0 0</inkml:trace>
  <inkml:trace contextRef="#ctx0" brushRef="#br0" timeOffset="465">680 1083 8066,'9'0'712,"-1"-8"1,-8 4 0,-2-5-397,-4 1 0,3 2 0,-9 6 0,-2 2 77,-1 4 1,-3-2-1,1 7 1,-1 3-138,1 2 0,5 1 1,1 0-1,-1 1-126,2-1 1,3 1-1,7-1 1,0 1-47,0-1 0,9 1 0,9-3 0,9-3-156,6-6 1,2-4 0,0-4 0,0-2-75,0-2 0,-8-8 1,-2 1-1,-2-7 91,1-3 1,-9 0 0,-9 5 0,-4-1-63,-2-4 1,-2 7-1,-4-3 1,-8 1-351,-7 5 0,0 1 0,-6-1 0,-1 1-618,1-2 1,4 5-1,-4-1-958,2 2 2043,1-5 0,7 11 0,-1-6 0</inkml:trace>
  <inkml:trace contextRef="#ctx0" brushRef="#br0" timeOffset="848">1012 1013 7997,'0'18'846,"-6"-1"0,0 1-91,2-1 1,2-5-1,2-1-474,0 3 0,0 1 0,0 3 0,0-1-157,0 1 0,2-6 0,2-1-9,2 3 1,0-5-516,-6 3 214,7-8 0,-5 2 0,6-12 0,-2-6-52,0-3 0,5-3 1,-5-1-1,0-2-40,2-3 1,-1-5 0,7 6-1,-4 0 357,-3-3 0,5 7 0,-4-4 290,2 3 0,-5 9 0,7 1 166,2 2 0,-7 10 1,1 12-1,-2 5-333,0 4 0,0 8 0,-6-1 1,2 3-577,3 1 1,-3 1 0,4-2 0,-4-2-462,-2-1 0,0-9 0,0 2 835,0-3 0,8-11 0,2-1 0</inkml:trace>
  <inkml:trace contextRef="#ctx0" brushRef="#br0" timeOffset="1183">1658 891 7712,'-10'-2'1651,"2"-2"-1352,0-2 1,-1 1-24,-9 5 1,7 7-1,-1 3 1,-2 2-69,-1-1 0,-1 1 1,3 5-1,1 1-156,-1-1 0,-1 1 0,0-1 0,5 1-97,1-1 0,-4 1 0,6-1-288,3 1 0,3-7 0,5-1 192,7-2 1,4-3-1,1-5 1,1 2 153,-1 4 0,0-4 0,1 6 0,-1-2 120,1 0 0,-7-1 0,-1-3 197,-2 4 0,-4 4-497,-10 7 0,-4-5 0,-9 0 1,-2-1-622,-3-1 0,-7 0 1,2-6 787,-4 1 0,-10 1 0,-1-6 0</inkml:trace>
  <inkml:trace contextRef="#ctx0" brushRef="#br0" timeOffset="1483">1937 350 13349,'-10'19'0,"5"4"399,3 6 0,2 4 0,0 4 0,0 4-190,0 6 1,0 11-1,0 4 1,0 2-225,0 0 1,0 0-1,0 6 1,0-4-471,0-8 1,0-8 0,-2-15 0,-2-2-1087,-2-3 1,0-5 452,6-8 1,-6-9 0,-1-8-159,-3-10 1276,-2-5 0,-5-10 0,-1-3 0</inkml:trace>
  <inkml:trace contextRef="#ctx0" brushRef="#br0" timeOffset="1966">1588 821 7741,'-18'0'2310,"11"0"-1785,7 0 1,7 0 0,13 0 0,3 0-192,6 0 0,4 0 1,2 0-1,0 0-241,0 0 1,0 0-1,0 0 1,0 0-86,0 0 1,0 0 0,-2 0-1,-2 0-26,-2 0 0,-8 0 1,2 0 103,-3 0 0,-9 2 0,-1 4 117,-2 6 0,-2 3 0,-6 3 1,0-1 181,0 0 0,0 1 0,0-1 0,0 3-55,0 3 0,0-4 1,0 7-1,0-3-166,0 0 1,0 1 0,0-7-175,0 0 1,0-5-1,2-2-12,3-2 1,-1-3 0,8-7 79,2-3 1,-5-5 0,1-8-1,0 1 46,-1 0 0,-3-3 0,4-3 0,0-6-2,-1-4 1,-3 4-1,4 0 1,0-2-93,-1-2 0,-3-2 1,4 2-1,-1 4 17,1 5 1,-4 7-1,4 3 1,-1 4 97,1 3 0,-4 1 1,4 8-544,-3 4 1,5 3 0,-4 11-1,0 1-436,-1 2 1,5 3-1,-4-5 1,-1 2-536,1-1 0,6 3 0,-3-2-873,5-2 2262,1-9 0,1 4 0,-1-7 0</inkml:trace>
  <inkml:trace contextRef="#ctx0" brushRef="#br0" timeOffset="2265">2723 821 7741,'-8'-10'996,"-1"3"1,-9 5-139,1-4 1,5 4 0,0-4-171,-1 4 0,5 10 0,2 4-285,4 3 1,2 3-1,0-1 1,0 1-132,0-1 1,0 6-1,2 1 1,2-3-223,2-2 0,7 3 1,-1-3-1,6-3-96,5-1 1,-2-7 0,6-2 0,-1-4-114,-5-2 0,4 0 1,0-2-1,1-4-89,-1-6 0,4-9 1,-6-2-1,-1 1-101,-3 3 1,-7-6-1,-1-3 1,1-1-460,-2 0 0,-3 6 0,-5-4 0,2 0 171,2-1 0,0 13 0,-6-3 637,0 3 0,0 7 0,0 0 0</inkml:trace>
  <inkml:trace contextRef="#ctx0" brushRef="#br0" timeOffset="2550">3247 856 9357,'-18'0'1499,"1"0"0,5 0 0,3 2-806,1 4 1,0-4-34,2 4 1,-3 3-518,-9 3 1,7 3 0,1 3-232,2-1 0,2 1 1,6-1-1,2 1-154,4-1 0,4 1 0,7-3 0,3-1-286,3-3 0,-2-7 1,8 2-1,2-4-177,2-2 1,-4 0 0,-1-2 0,-1-2-6,0-2 0,-4-13 0,4 0 0,-1-5 410,-5-1 1,-4-6 0,-3 2 0,-4-6-80,-3-6 1,-1 2 378,-6-7 0,8-8 0,2-9 0</inkml:trace>
  <inkml:trace contextRef="#ctx0" brushRef="#br0" timeOffset="2750">3526 0 8739,'0'14'1352,"0"1"1,0 9-826,0 7 1,2 4-1,4 15 1,6 6-400,3 5 1,9 12 0,1 13 0,0 5-225,0 0 0,4-4 0,-5-5 1,-3-8-266,-2-8 1,-3-14 0,-4-13 0,-7-8-327,-3-8 1,-4-3-149,-3-3 1,-5-9 143,-8-8 0,1-8 1,-1-11 690,1-5 0,-8-3 0,-2-8 0</inkml:trace>
  <inkml:trace contextRef="#ctx0" brushRef="#br0" timeOffset="2916">3264 472 7741,'0'17'0,"-5"-5"728,-1 0 0,2-3 0,10 3-232,5-6 0,13 2 0,5-3 0,6-1-315,5-2 0,7 4 0,11 0 0,6-2-281,4-2 0,2 3 0,-2 3 0,-6 0 100,-10 0 0,-7 13 0,-10-2 0</inkml:trace>
  <inkml:trace contextRef="#ctx0" brushRef="#br0" timeOffset="3583">488 2131 8054,'0'-18'321,"-8"3"0,-2 1 0,-1 3-188,-1-3 0,2 4 0,-3 1 0,1 1 163,-2 4 1,-1-4 0,-3 3-53,1 1 0,-1 2 0,-1 4 0,-2 3 192,-3 7 0,1 9 0,8 5 0,1 1-206,2 4 0,3 2 0,-3 2 0,6-2-259,4-4 1,2 2 0,2-8-1,4-1-160,6-3 1,9-9 0,4-4 0,0-5 54,1-1 1,3-7 0,-4-5 0,0-3 53,0-3 0,-1 1 1,-7-3-1,1 1 186,-1 1 1,-5-3-1,-3 9 1,1-1 260,0 1 0,-6 0-101,2 12 0,-4 4 1,-4 16-1,-4 3-113,-6 6 0,-3 6 0,-5 4 0,-3 4-319,-6 1 1,-2 1 0,0 1 0,4-5-1287,1-4 0,-3-4 0,6-4 1452,2-6 0,9-11 0,4-4 0</inkml:trace>
  <inkml:trace contextRef="#ctx0" brushRef="#br0" timeOffset="3899">680 2183 7838,'9'2'437,"-1"2"1,-2 4 58,0 2 1,7-5 0,-1 5 0,4-2-258,1-4 0,6-2 0,3-2 0,-1 0-219,0 0 1,4-2-1,-4-2 1,1-4-134,-1-2 1,-2-1-1,-5-9 50,-1-3 0,-1 4 0,-5-5 1,-5 5 58,-4 2 1,-10 1-1,-5 4 1,-7 7 3,-3 3 1,-8 2 0,2 0 0,-2 0 125,2 0 0,-2 7 0,7 5 0,3 4 13,1 1 0,3 2 1,0 3-1,1 1-354,4-2 1,5 7 0,7 1-1,0 4-473,0 2 1,2-6 0,5-2 0,9-2 687,5-4 0,18 7 0,-2-1 0</inkml:trace>
  <inkml:trace contextRef="#ctx0" brushRef="#br0" timeOffset="4216">1151 2183 7802,'-17'-9'115,"5"-1"1,0 6 0,-1-2 449,-3 2 1,5 2-1,-1 2-49,-1 0 1,3 0 0,0 2-65,2 4 1,-3 4-1,5 7-309,2 1 1,2-1 0,2 1 0,0-1-118,0 1 0,2-1 1,4-1-1,5-3 59,5-1 1,3-8 0,5 2-1,3-4-263,0-2 1,4-6 0,-8-2 0,1-2-102,1-3 1,-6-3 0,3-1 0,-7-1 189,-3 1 1,-8-1 0,1 1 0,-3-1-33,-2 1 0,-7-1 0,-7 3 0,-5 1-482,-5 3 1,-7 5-1,2-4 1,-4 2-1733,-2 5 2335,8 1 0,-6 2 0,6 0 0</inkml:trace>
  <inkml:trace contextRef="#ctx0" brushRef="#br0" timeOffset="4966">1378 2166 7796,'12'0'0,"0"0"249,1 0 0,3 0 1462,1 0 0,-1 2-1280,-5 4 1,-1 3-1,-6 9-200,2-1 0,0-5 0,-6 0 2,0 1 1,-2-5-1070,-4-2 477,4-4 1,-6-10-1,8-6 105,0-7 1,0 2-1,2-7 1,2 3 127,2 0 1,5-1 0,-3 7 0,0 0 533,0-1 1,5 1-1,-1 1 81,3 4 1,-3 7 0,0 10 0,-1 7-115,-1 4 1,6 9 0,-7 4 0,3 4-250,0 2 0,-9 0 0,5 0 0,-2-2-326,0-4 1,0 2 0,-6-8 0,2-1-1045,3-3 1012,-3-2 1,6-9 0,-8-10-1,2-11 13,4-9 1,-4-7 0,4 4 0,-4-2-32,-2-4 1,5-8 0,1-2-1,-2 4 40,-2 6 1,-2 0 0,0 6 453,0-2 1,2 5-74,4-1 0,-4 13 0,4 10 0,-5 10 165,-1 6 1,0 1 0,0 1-1,0 1-191,0 4 0,2-3 1,2 3-1,2-4-134,-2-1 0,6-1 0,-1 1 0,3-3-21,0-3 1,-1 2 0,5-7 0,-3 1-125,-1 0 0,0-2 0,7-6 0,2-2-64,3-4 1,-1-4 0,-5-7-1,-1-1 33,0 1 0,7-3 1,-1-1-1,-2-2 66,-1 1 0,-9 1 1,1 0-1,2-3 51,1 3 1,-5-4 0,-4 2 46,-4 1 0,-4 5 0,-4 3 0,-6 5 149,-3 1 1,-9 4 0,1 10-1,2 5 106,1 5 1,-3 7 0,0 2-1,1 3-38,3 3 1,7 2 0,3 1 0,1 1-156,4 0 1,2-2 0,2-2-1,4-2-446,8 3 1,-1-7 0,15-2-1,-1-5-369,4-7 0,4-3 0,2-8 0,2-2 754,3-4 0,-3-11 0,6-10 0</inkml:trace>
  <inkml:trace contextRef="#ctx0" brushRef="#br0" timeOffset="5531">2321 1485 10749,'8'19'550,"4"4"1,-1 12-1,5 12 1,3 5-306,1 7 0,-1 8 0,-3 9 0,-5 0-467,-5 1 0,-4-5 0,-2 2 0,0-8-730,0-8 0,0-9-620,0-3 1,0-26 1571,0-14 0,0-20 0,0-21 0</inkml:trace>
  <inkml:trace contextRef="#ctx0" brushRef="#br0" timeOffset="5933">2129 1834 7723,'-15'12'359,"3"-1"0,4-5 0,10 4 0,4 0-29,6-1 1,11-5 0,6 2 0,6-4-240,6-2 1,3 0 0,9 0-1,-1 0 175,1 0 0,1 0 0,0 0 0,-1 0-142,-9 0 0,-7 2 0,-6 4 0,-4 3 43,-1 1 0,-5 6 0,-9-5 0,-7 5 25,-3 1 1,-4 7 0,-1 1 0,-5 0-66,-2 0 0,-2 4 0,-3-5 0,1-3-113,3-2 1,7-1 0,-4-3-531,0-3 354,6-4 1,-5-16 0,7-6 0,2-5-75,3-4 1,-3-8 0,4 2 0,-2-4 137,2-2 0,-4 6 1,4-1-1,-5 1 51,-1 2 0,6 0 0,2 8 0,0-1 147,0 5 1,-1 3-1,-1 0-151,6 7 0,-2 10 0,1 7 1,3 4-439,1 1 0,3 0 0,-1 3 0,1 1-757,-1 2 1,-5 1 1245,-1-7 0,9 8 0,7 3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59:52.26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2620 35 7933,'-17'0'991,"7"0"0,0 0 783,4 0-559,4 0 1,-5 2-749,7 4 0,6-2 1,1 8-1,3 1-183,4 3 1,-5 3 0,3 3 0,2 1-392,1-2 0,-3 4 1,-1-1-1,1-3-607,-2-2 1,5-1 0,-3-1-1,1 1-663,-1-1 1,4-7-1,-5-4 1377,5-4 0,1-2 0,1 0 0</inkml:trace>
  <inkml:trace contextRef="#ctx0" brushRef="#br0" timeOffset="217">2865 0 8385,'-16'2'1335,"2"2"0,5 4-955,1 2 0,-4 7 0,5 8 0,-1 5 126,0 6 0,-5 5 0,1 8 0,-4-3-493,-1 3 0,-3 1 1,-1 5-1,-4-1-426,-2-2 1,5-3-1,-1-16 1,4-4-2318,1-6 2730,1-3 0,-1-3 0,1 0 0</inkml:trace>
  <inkml:trace contextRef="#ctx0" brushRef="#br0" timeOffset="833">455 874 7824,'-18'0'818,"6"0"1,3 4 0,1 5 119,4 9 1,-4 11 0,2 0 0,3 4-450,1 2 1,-4 8-1,0 3 1,2 5-364,2 1 0,2-2 0,0-1 0,-2-3-260,-4 3 0,5-8 0,-7-4 0,2-8-2734,0-4 1370,-7-2 0,9-13 1498,-8-4 0,0-4 0,-5-2 0</inkml:trace>
  <inkml:trace contextRef="#ctx0" brushRef="#br0" timeOffset="1033">0 1223 11393,'10'-10'-180,"8"4"1,9 3-1,12-1 1,3-2-131,3 2 0,0 2 0,3 2 0,-1-2-194,1-4 1,3 4 0,-1-3 0,-1 3-751,-3 2 1254,-7 0 0,4-8 0,-8-2 0</inkml:trace>
  <inkml:trace contextRef="#ctx0" brushRef="#br0" timeOffset="1400">891 1153 7822,'-10'8'89,"-5"-4"0,3 5 0,-3 1 238,-3 0 1,-1 1-1,-2 7 1,-5-1 200,-1 1 1,4-1 0,-4 1-1,0 1-138,-1 5 0,7-3 0,-2 6 0,5-2-294,7-3 0,3-3 0,8-2 0,0 1-134,0-1 1,8-7-1,5-4 1,9-4-58,7-2 1,2-2 0,2-4 0,0-6-175,4-3 1,1-8-1,-3-3 1,0 1 152,0 0 1,0-4 0,-2 4-1,-4-3 209,-6-3 0,1 4 0,-5 0 0,-5 2 215,-5 4 0,-5 3 4,-10 6 1,-9 5-1,-8 9 1,-1 5-119,-1 11 1,6 1-1,-5 8 1,5 1-342,2-1 0,-1-4 0,3 6 1,1 0-323,2-2 0,9-1 0,-3-9 0,4 1-19,2-1 0,2-5 1,4-3-1,5-1-178,5-4 1,7-8 0,2-4 0,0-3 183,1-9 0,3 1 1,-4-8 481,2 1 0,2-12 0,6 1 0</inkml:trace>
  <inkml:trace contextRef="#ctx0" brushRef="#br0" timeOffset="1752">1293 751 7822,'0'12'382,"-2"0"333,-4 1 0,-2 5 0,-5 5 0,3 6-121,2 4 1,-3 10 0,3 3 0,-2 7-333,-3 5 1,-1-2-1,0 6 1,3-1-248,-3-5 1,4-10-1,1-5 1,1-6 404,4-6-536,2-4 0,2-17 0,2-8-176,4-10 1,4-7 0,7-4 0,1-5 46,-1-1 1,0-2-1,1-6 1,-1 0-9,1 0 1,-1 2 0,1 2 0,-1 4 165,1 2 1,-1 2 0,-1 5 0,-3 3 641,-1 3 0,-2 6 0,1 14-86,-5 9 0,-4 11 0,-2 10 0,-2 5-109,-4 2 1,-3-1-1,-9 5 1,1-5-389,-1-1 1,-5 2 0,0-8 0,1-6-609,3-4 1,1-6 0,3-7 46,3-3 1,4-9 0,8-4 588,0-13 0,16-10 0,3-10 0</inkml:trace>
  <inkml:trace contextRef="#ctx0" brushRef="#br0" timeOffset="1967">1887 647 7700,'-18'17'1165,"-5"-5"0,0 1 0,1 7-292,3 7 0,3 2 1,3 4-1,3 6-701,2 3 0,-3 5 0,3 7 0,0 3-161,0 1 1,-3 4 0,3-8 0,0-5-427,0-5 1,3-5 0,5-10 0,0-5-539,0-5 1,2-9-1,3-6-117,7-8 0,3 0 0,3-10 1070,-1-5 0,1-6 0,-1-10 0</inkml:trace>
  <inkml:trace contextRef="#ctx0" brushRef="#br0" timeOffset="2305">1974 1066 7788,'-12'6'0,"3"1"674,1 3 0,2 2 1,6 5-1,0 1-98,0-1 1,2 1 0,4-3 0,5-1-410,5-3 1,7-7 0,0 2-1,1-4-76,1-2 0,-6 0 1,7 0-1,-3-2-74,0-4 1,0-4 0,-5-7-1,-1 0-164,1-1 0,-3-5 1,-3 0-1,-4 1 205,0 3 1,-6 1 0,1 1 186,-6-1 0,-7 9 1,-8 3-1,1 6 283,-1 6 1,-5 3 0,-2 11-1,0 3-61,-1 6 1,-3 2 0,6 2 0,2 0-477,1 4 0,5-4 0,1-4 0,5 2-628,1 2 1,2 2-1,8-2 1,4-4-166,5-5 0,7-13 0,3-5 0,4-4-648,3-2 0,6-2 1450,7-4 0,8-11 0,-5-10 0</inkml:trace>
  <inkml:trace contextRef="#ctx0" brushRef="#br0" timeOffset="2583">2777 1013 8250,'-17'0'0,"-1"0"1170,1 0 0,-1 0 0,-1 0-563,-4 0 0,3 6 0,-3 2 0,4 2-153,1 3 0,3 3 0,1 3 0,2 3-308,-1 1 1,3 0 0,0-5 0,3-1-204,3 0 0,2 1 0,4-3 0,4-3-84,5-6 0,7-4 0,3-2 1,4 0 93,2 0 0,-3 0 1,3 0-1,0 0 380,0 0 1,-3 0-1,3 0 1,-2 0 196,-4 0 0,-1 2 0,-5 4 0,-1 3-176,-3 1 0,-7 6 1,2-5-1,-8 7-169,-9 5 0,-9-4 0,-15 7 0,-2-3-921,-3 0 1,-5 0 0,-5-5 735,3-1 0,-11 1 0,3-1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1:20.17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873 45 7817,'-7'-10'903,"5"-6"0,-8 13 1333,4-9-1649,4 8 0,-11 4 0,5 12-189,-2 3 0,6 10 1,-2 5-1,2 3-25,-1 1 1,3 3-1,-6 6 1,2 9-14,0 11 0,0 12 0,6 9 0,0 5-259,0 4 0,0-43 0,0 1 0,0 44 0,0-4 38,0-9 0,0-16 1,0-10-1,0-8 174,0-7 0,2-14-225,4-9 88,-4-8 1,6-18-1,-8-4 1,-2-5 115,-4-7 0,2 3 1,-5-8-1,-1-4-335,0-6 0,-1 0 1,-9-5-1,-1-1-352,-2 0 1,-3 5 0,5-5 0,-4 2-97,-2 5 1,-1 3 0,-3 7 0,2 11 149,-2 9 1,4 6 0,-2 4-1,-2 6 165,-2 9 1,4 11 0,2 10-1,-1 5 761,1 2 1,8-1 0,-1 5-1,9-4-169,3-3 1,2 5-1,8-6 1,6-3-337,9-1 0,3-10 1,9-3-1,4-5-550,6-1 1,-2-9-1,3-3 1,-1-4-576,2-2 1,-2 0 0,5-2 0,1-2-1385,0-2 2429,1-7 0,7-5 0,-1-9 0</inkml:trace>
  <inkml:trace contextRef="#ctx0" brushRef="#br0" timeOffset="647">1223 918 7831,'5'-18'0,"1"1"220,-2-1 0,-2 7 1,-2-1-1,0-1 84,0-3 0,0 4 0,0 1 0,-2-1 191,-4 2 0,2 1 0,-7 5-134,-3-2 1,-1 0 0,-3 8-170,1 4 1,-1 4-1,1 7 1,1 3-9,5 3 1,-5-2-1,6 8 1,-1 0-79,-1-1 0,8 5 1,-2-6-1,4 0-210,2-4 0,0-3 0,2-5 0,4-1-87,6-3 0,3-7 1,3 2-1,-1-4 6,1-2 0,1-8 0,3-3 1,1-7 35,-2-5 0,-1-4 0,-3-6 0,-1 2 145,-5 2 0,3-1 1,-8-5-1,-1 1 96,3-1 0,-6 2 0,4 4 0,-4 5 659,-2 5 0,-2 9-536,-4 4 0,2 14 1,-5 8-1,1 7-143,4 4 0,0 2 1,0 6-1,-2 0-328,2 0 1,2 2 0,2 0 0,0 0-635,0-4 0,0-10 0,0 0-144,0-3 1,8-5 509,4-3 1,1-12 0,1-14 0,-4-7 523,-2-8 0,5-4 0,-3-2 0</inkml:trace>
  <inkml:trace contextRef="#ctx0" brushRef="#br0" timeOffset="880">1572 27 7919,'-27'0'0,"1"2"0,9 6 0,1 9 931,5 11 1,-3 8 0,8 9-1,3 11-534,1 10 1,4 10 0,1 19 0,0-44 0,0 1-442,-1 2 1,0 1 0,-1-1 0,0 0 0,-1 45 0,0-10-97,0-11 0,6-6 0,0-22 1,-2-11-154,-2-12 1,3-7-177,1-3 0,6-9 335,-6-8 1,5-8 0,-5-9-1,-2-3 110,-2-3 24,-2 4 0,0-22 0,0 4 0</inkml:trace>
  <inkml:trace contextRef="#ctx0" brushRef="#br0" timeOffset="1348">1275 673 8139,'-10'2'696,"4"4"0,6 6-608,6 3 1,12 3-1,11-1 1,4 3-54,2 3 1,7-2 0,3 6 0,2-1-143,-1-5 0,-5-4 1,6-3-1,-1-4 46,-1-2 0,-3-3 0,-7-5 0,-2 0 27,-4 0 1,2-5 0,-7-3-1,-3-2 95,-1-4 0,-9-1 0,-1-3 152,-2 1 1,-4 7-1,-10 3 1,-6 1-27,-3 0 0,-9 0 0,-1 6 0,-2 0 102,-4 0 1,-2 0-1,-2 0 1,0 2 58,0 4 1,0 4 0,2 7-1,2 0-88,2 1 0,2-1 0,0 3 0,7 1-41,7 2 1,9 7 0,-2-7-1,6-2-188,6-1 0,5-5 0,13-3 0,5-6-337,4-4 0,2-2 0,2-2 0,1-4-35,3-6 0,0-3 0,-6-5 0,0-3 208,0-6 1,-2 2-1,-4-1 1,-6 1 207,-4 0 1,-3 6 0,-2-2 539,-3 3 0,-9 10-483,-2 5 0,0 10 1,-8 7-1,3 6-94,-1 5 1,0 2 0,6 6 0,0 0-475,0 6 1,-2 0 0,-2 9 0,-2 3-920,2 1 1,2 3 1354,2-1 0,-7 1 0,-3-1 0</inkml:trace>
  <inkml:trace contextRef="#ctx0" brushRef="#br0" timeOffset="1930">489 1896 8243,'-8'-16'2551,"-3"3"-1925,-5 1 1,-1 8 0,-1-2-379,1 4 0,-1 2 1,1 2-202,-1 4 0,3-2 0,1 6 0,5 0-14,1-1 0,0 3 0,4 5-91,-2 1 1,2-1 0,10 1 90,6-1 1,3 1-1,3-3 1,-1-1 127,1-3 1,-1 1 0,1 6-1,-1-1-116,1 0 1,-1 1 0,-1-1-18,-5 1 0,-3 1 0,-10 1 0,-4-1-82,-5-3 1,-11-3-1,-5 5 1,-4-1-98,-6 1 0,-9-7 0,1-1 1,-2-2 104,1-4 0,7-3 1,0-2-1,8-5-140,8-6 186,11-3 0,-3-11 0,5-1 0</inkml:trace>
  <inkml:trace contextRef="#ctx0" brushRef="#br0" timeOffset="2248">734 2158 7759,'-18'6'0,"1"1"0,1 3 407,4 4 1,5 1 0,7 3 270,0-1 0,2-1 0,3-3 1,7-3-199,4-2 0,1 3 1,1-5-1,1-2-113,4-2 1,-3-4 0,5-2-1,-2-4-110,0-1 1,7-3 0,-7-7 0,-2-3-255,-1-1 0,-3-6 0,1 4 0,-3-2-218,-3-4 0,-5-1 0,-7 1 0,0 2-388,0-2 0,-1-2 1,-5 0-1,-6 2-266,-3 2 0,-9 8 0,1-2 0,2 3 165,1 3 0,3 7 1,-1 4 703,1 4 0,-1 2 0,1 0 0</inkml:trace>
  <inkml:trace contextRef="#ctx0" brushRef="#br0" timeOffset="2964">1188 1948 7860,'0'18'1456,"0"-1"-758,0 1 1,-6-1 0,-2 3-451,-2 3 1,6-4-1,-1 6 1,3-1-146,2-1 0,-2 6 0,-2-4 0,-2 1-79,2-1 0,2-2 0,2-5 152,0-1-470,0-7 0,0-6 0,2-14 0,2-8 181,2-1 0,6-8 0,-5-2 0,1-4-29,0-2 1,5 0 0,-3-2 0,2 0 1,-1 2 1,-1-4 0,4 12-1,-5 0 273,-1 4 0,0 5 0,-4 5 0,4 3 395,1 2 0,-5 6 0,4 12-86,0 8 1,-6 11 0,5 2 0,-1 6-205,0 3 1,0 9 0,-6-5-1,0 1-271,0-4 1,0-4 0,2-4 0,2-2-61,1-2 0,1-14 1,-6 3-1,2-5-59,4-3 1,-2-4 0,6-12-60,-3-6 1,5-9 0,-4-4-1,1 0-52,5-1 1,2-7 0,1 0 0,1-7-103,-1-5 0,0 6 1,1-3-1,-1 1 32,1 0 1,-1 2 0,1 10 0,-3 6 666,-3 3 1,3 11 124,-3 3 0,-4 20 0,-2 9 0,-4 8-220,-2 4 0,0 0 0,0 0 1,0 2-323,0 3 0,0-3 0,0 4 0,0-6 200,0-6 0,0 2 0,0-8-2098,0-1 1981,0-3 0,0-9 0,0-3 0</inkml:trace>
  <inkml:trace contextRef="#ctx0" brushRef="#br0" timeOffset="3529">1886 1861 8863,'-15'12'0,"1"1"398,2 7 0,9 5 0,-3 10 0,4 0-796,2 0 1,2 1-1,4 3 1,3 2 474,1-2 1,5-4-1,-5-4 1,2-4 296,-1-2 1,-5-3-343,6-11 0,-8-5 30,2-12 0,-4-9 0,0-9 0,1 1-264,3-2 0,0-2 1,-4-8-1,2 0-189,2 0 1,5 0 0,-3 0 0,2 0 230,3 0 0,-3 6 0,2 2 0,-1 0-22,-1 0 1,6 7 658,-5 3 0,3 9 0,-1 14 344,-1 5 0,-8 13 1,2 5-1,-4 4-466,-2 2 1,0 0-1,0 0 1,0 0-315,0-1 0,0-1 1,0-3-1,0-7-77,0-4 0,0-1-737,0-1 655,0-7 1,0-10 0,0-12 0,0-3-93,0-3 0,6 1 0,1-3 1,3-3-145,4-6 1,1 2-1,3-2 1,-1-2 201,0-2 0,7 4 0,1 1 0,0 3 262,0 4 0,-1 3 1,-7 7-1,3 5 141,3 4 1,-10 2 0,5 4 0,-4 7 214,-5 13 0,5 3 0,-6 6 1,-1 4-347,1 0 0,0 0 0,-4-3 0,3 1-241,3 0 0,-6-6 1,4-1-1,-2-3-661,-1-4 1,9-3 0,-2-7-1509,3-5 2290,3-4 0,-1-2 0,1 0 0</inkml:trace>
  <inkml:trace contextRef="#ctx0" brushRef="#br0" timeOffset="3932">2847 1913 8003,'-25'0'84,"3"0"0,-5 0 0,2 0 628,3 0 0,9 8 0,1 4-510,-1 3 1,3 3 0,0 1 0,2 2-235,5 3 0,-5 1 1,2-4-1,2 3 5,2-3 1,2-2 0,0-1-116,0-1 0,8-1 0,4-5 0,3-5 50,3-4 1,1-2-1,2 0 1,5-2-139,1-4 0,2-3 0,4-7 0,-2 3-85,-2 1 1,-2 0 0,2-5 0,-4-2 255,1-5 0,-9 5 1,3-4-1,-9 3 516,-3 3 1,4-1-1,-7 1 192,-1-1 1,-4 9 0,-6 3-358,-5 4 0,-3 4 1,1 4-1,1 7-164,-2 9 0,5-1 0,-1 6 0,0 0-357,1 0 0,5-3 1,-2 3-1,4-2-246,2-4 1,0 5 0,0-3 0,2-4-215,4-5 0,3 1 0,9-5 689,-1 0 0,1-2 0,-1-8 0</inkml:trace>
  <inkml:trace contextRef="#ctx0" brushRef="#br0" timeOffset="4597">3318 1983 7849,'-11'18'0,"-3"1"0,0 2 594,-1 3 1,7 7 0,2-4 0,4 2-95,2 0 0,0 0 1,0 4-1,0-2-354,0-2 1,2-5 0,2 3 262,2-2-221,0-9 0,-6-11 1,-2-12-55,-4-11 0,4-7 0,-6-10 0,3 0 72,-1 0 0,0-2 0,6-2 0,0-3-375,0-3 0,0 4 0,0-3 0,0 1-187,0 4 0,0 2 0,0 4 0,0 4 68,0 6 1,0 4 0,2 3-14,4 4 1,3 7 0,7 10 0,-2 9-230,-3 7 1,1 1-1,5 7 1,1 2-314,-1 2 1,3 0 842,3-4 0,-4 4 0,7-6 0</inkml:trace>
  <inkml:trace contextRef="#ctx0" brushRef="#br0" timeOffset="5030">3615 2018 8026,'-17'6'356,"-1"0"445,1-2 0,7 5 1,4 3-654,4 4 1,2-5 0,0 1 0,0 1-97,0 3 0,8 1 56,4 1 1,3-8 0,3-5-223,-1-3 1,1-2 0,-1-2 0,1-2 115,-1-1 1,2-15-1,3 3 1,1-3 19,-2 1 0,5 2 0,-3-1 0,0-1 76,2-5 0,-5 7 0,3-2 1,-3 7 328,-3 4 0,-5-4 146,-1 7 0,-7 9 1,2 13-1,-6 10-23,-6 6 0,-4 10 0,-5 3 0,-1 7-222,-1 5 0,3 6 1,-11 10-1,2 1-348,0-1 1,-8-10-1,3-6 1,-1-3 3,0-3 0,8-15 0,-3-8 177,5-8 1,7-11-1,3-6 1,1-8-84,4-7 1,4-7 0,6-5 0,6-6-428,3-4 0,3-10 1,1-4-1,4-3-500,6-2 1,6-9 0,4-3 0,4-5 848,1-7 0,11-4 0,-24 37 0,0-1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1:33.823"/>
    </inkml:context>
    <inkml:brush xml:id="br0">
      <inkml:brushProperty name="width" value="0.08" units="cm"/>
      <inkml:brushProperty name="height" value="0.08" units="cm"/>
      <inkml:brushProperty name="color" value="#004F8B"/>
    </inkml:brush>
    <inkml:brush xml:id="br1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585 279 10441,'-16'-1'-160,"5"-5"1,-5 4 481,5-4 1,1 2 1043,-2-2-849,8 4 1,-9-7-155,7 3 1,-6 2 0,5-6-102,-3 2 0,4 3 0,-4 3-166,3-4 0,-1 4 1,2-4-62,-6 4 1,3 10 0,-1 4-1,0 3 147,1 3 0,5 1 0,-2 2 0,4 5-27,2 1 0,0 0 1,0 4-1,2-2 137,4 2 1,11-6 0,12-1-1,6-7-129,6-5 0,0-5 0,9-7 1,4-2-120,1-3 0,1-7 0,0-11 0,3-8-156,-3-8 1,-10 2 0,-7-6 0,-8 3 77,-7-1 0,-13-2 0,-7 4 0,-10-1-23,-11 1 1,-10 4 0,-14 6 0,-6 7-162,-3 9 1,-8 5 0,-2 8 0,-1 0-222,1 0 0,2 14 1,8 5-1,3 6 38,6 6 0,6 8 1,6 4-1,6-1-169,3 1 0,11 0 1,3-4-1,6 1-116,6-1 1,11 4 0,14-2 0,8-4 645,8-6 0,3-6 1,3-8-1</inkml:trace>
  <inkml:trace contextRef="#ctx0" brushRef="#br1" timeOffset="533">620 716 7966,'-18'0'-586,"7"-6"1,1-2 511,2-1 1,1 5-1,3-4 331,-2 0 1,0-1-1,8-9 94,4 1 0,-4 5 0,6 0 1160,-1-1-953,-5 5 1,12 2-1,-8 14-41,-2 10 0,-3 9 0,-2 13 0,-3 7-244,-2 3 1,-2 13 0,4 6-1,-4 13-182,-1 9 1,3 0 0,-4 8 0,0 0-321,1-2 0,5-9 1,-4-17-1,2-10-308,0-15 1,3-17-1,8-11-384,7-11 0,4-8 1,3-9-1,2-10 921,3-5 0,7-12 0,-4-7 0</inkml:trace>
  <inkml:trace contextRef="#ctx0" brushRef="#br1" timeOffset="1133">410 1799 7678,'0'-10'1685,"0"-5"0,0 11 226,0-8-1633,0 8 0,-2-4 0,-3 10 1,-5 4-130,0 6 1,-11 0 0,3 3 0,-3 4-67,-4 1 1,3 5 0,-5 0 0,2 1-316,4-1 0,1 0 0,3-4-540,-1 3 0,11-3 1,7-9 384,9-7 1,9-5-1,5-5 1,6-9 180,4-7 0,8-1 0,2-7 1,-1 0 155,1 2 0,4 2 1,-5 7-1,3 1 447,3-1 1,-3 9 0,0 3-1,-1 8-82,1 9 0,-6 3 0,0 13 0,-8 0-227,-8 0 0,-4 3 1,-3 3-1,-3-2-210,-1-2 1,-8-8-761,2 2 0,-6-11 882,-6-6 0,-4-20 0,-7-5 0</inkml:trace>
  <inkml:trace contextRef="#ctx0" brushRef="#br0" timeOffset="1883">498 1083 7732,'-12'0'331,"0"0"591,8 0-369,-3 0 99,7 0 1386,0 0-1564,-8-8 0,-2 6-114,-7-4 1,-1 4 0,1 0 0,-1-1-127,1-3 0,-8-2 0,-4 4 1,-4-2-270,-2 2 0,0-3 0,0-1 0,0 0-571,0 0 1,8 3-1,4 3 1,3-2-377,3-2 0,9 0 0,8 6 0,13 0 976,15 0 1,9 0-1,15 0 1</inkml:trace>
  <inkml:trace contextRef="#ctx0" brushRef="#br1" timeOffset="2167">777 996 6922,'-10'0'2665,"1"0"-1146,3 0-768,4 0 0,-6 1-567,8 5 0,8-4 0,4 4 1,3-4-189,3-2 0,5 0 0,2-2 1,4-2-273,8-2 0,0-7 1,8 1 275,-3-3 0,7-3 0,-5 1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3:03.24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315 752 7729,'-8'-10'903,"4"0"-95,-8 5 1,6 3 0,-5-6-161,-3 0 1,4 6 0,-1-4-193,-3 4 0,-1 4 1,-3 2-1,1 4-81,-1 2 1,1 1-1,-1 9 1,1 1-81,-1 2 0,1 7 0,0-5 1,-1 2-383,1 4 0,7 2 0,4 0 0,4-2-470,2-2 1,2-6-1,6 5 1,7-5-271,7-8 1,9 1-1,-2-10 1,4-2-1956,2-2 2782,0-2 0,7-16 0,3-3 0</inkml:trace>
  <inkml:trace contextRef="#ctx0" brushRef="#br0" timeOffset="467">559 769 7704,'-8'18'152,"-3"-1"0,1 1 0,0 1 0,2 2 348,5 3 1,1 7 0,2-4 0,0 2-157,0 0 0,0-6 0,0 5 0,0-3-156,0-4 1,0-1-1,0-3 282,0 1-347,0-9 0,0-3 1,0-12-1,0-5 39,0-5 1,0-3-1,0-3 1,0-3-28,0-2 1,0-2 0,2-6 0,1 0-421,3 0 1,6-6 0,-4 1 0,-1 1 69,1 2 1,6 8 0,-5 2-1,3 1-38,0 5 0,-1 2 0,7 3 0,-1 4-203,1 7 1,-1 5 0,1 5 0,-1 9-233,1 7 1,-1 7-1,1 6 1,-1 1 687,1 0 0,-9 0 0,7 8 0,-7 2 0</inkml:trace>
  <inkml:trace contextRef="#ctx0" brushRef="#br0" timeOffset="783">856 996 7704,'-10'-7'-292,"2"3"522,8-8 0,2 6 0,4-3-163,6 1 0,-2-4 0,1 4 0,3 1-39,1-1 0,3-6 0,-1 3 0,1-3-134,-1 2 1,1-3 0,-3 3 0,-1-1 227,-3 1 1,-7-4 0,4 7-1,-2-3 241,0 0 0,-1 7 0,-6-5-84,-5 2 0,-4 4 1,-9 10-19,-5 6 0,5-1 0,-4 5 0,3 3-199,3 1 0,-1 1 0,3 0 0,1 3-193,3-3 0,1 4 0,-2-1 0,6-1-208,4 2 0,2-5 1,0 3-1,2-4-335,4-1 0,10-7 1,9-1-1,2-2 674,4-4 0,10-10 0,4-4 0</inkml:trace>
  <inkml:trace contextRef="#ctx0" brushRef="#br0" timeOffset="1200">1293 804 7701,'-12'2'-615,"0"2"371,-1 2 1,-3 2 0,-1-3 594,-1 7 1,7-2 0,1 1-1,2 3-201,4 2 0,-4 1 0,3 0 0,1 1 26,2-1 1,2 1 0,0-1-227,0 1 1,2-7 0,4-1-1,5-2-204,5-4 1,-5-2-1,1-2 1,4-2-121,5-4 0,-2-4 0,5-7 0,-5-1 374,-2 1 0,1-1 0,-3-1 0,-1-2-48,-2-3 0,-3-1 1,5 4-1,-4-2 108,-3 1 0,-1 1 0,-4 1 0,2 1 669,2 3 0,-2 5-375,-10-1 1,-2 6 0,-3 12 0,3 8-127,0 7 0,6 0 1,-4 9-1,4 1-224,2 2 0,0 2 0,0-1 1,0 1-399,0 0 0,2 0 1,4 0-1,6 0-296,3 0 1,3-8 0,-1-3 689,1-5 0,-1-9 0,1-5 0,-1-5 0,0-5 0,1-7 0,-1-11 0,1-4 0,-1-8 0</inkml:trace>
  <inkml:trace contextRef="#ctx0" brushRef="#br0" timeOffset="1450">1851 1 7697,'-17'8'102,"5"-4"0,3 7 1,1 5 473,4 5 1,2 8 0,2 10-1,2 6-268,4 5 1,-4 8 0,4 18 0,-5 5-470,-1 5 0,0 1 0,-1-1 0,-3-7-53,-2-9 0,-2-8 0,4-12 0,-4-3-159,-1-6 1,3-18-233,-6-5 1,6-13 0,-3-1 274,1-8 0,2-7 0,6-13 0,0-5 330,0-4 0,0-9 0,0-3 0</inkml:trace>
  <inkml:trace contextRef="#ctx0" brushRef="#br0" timeOffset="1617">1589 333 7689,'-15'11'-122,"3"1"1,6 2 544,4 1 1,4 3 0,4-1 0,8 0-67,7 1 1,6-1 0,8 1 0,2-1-596,4 1 1,-4-1 0,4 1-1,-5-3 101,-1-3 1,-6 3 0,-1-3-1,-3 2-2307,-4-3 2444,-1 5 0,5-6 0,2 7 0</inkml:trace>
  <inkml:trace contextRef="#ctx0" brushRef="#br0" timeOffset="1950">1956 874 7414,'12'0'-1286,"-1"0"1410,3 0 0,2-2 1,1-2-1,2-3-185,5-3 0,-3-8 1,8-5-1,0 0 23,-2-2 0,4-1 0,-7-5 0,-5 4 136,-5 2 0,-6 2 1,-8 5-40,0 1 1,-8 7-1,-4 6 1,-5 6 427,-7 4 1,5 13 0,-6-1 0,1 3 291,1 4 1,0-3 0,5 7-1,1 2-373,-1 2 0,7 8 0,1 1 0,2 1-442,5 0 0,3-3 0,7-5 0,11-2-379,9-4 0,12-3 0,5-11 0,5-3-1072,5-6 1487,10-4 0,-9-18 0,5-3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3:06.71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364 243 7650,'-12'0'-263,"2"2"298,2 4 0,1-4 541,1 4-477,4-4 332,-6-2 1136,8 0 1872,0 0-2859,0-8 1,0 21-182,0 5 1,-6 5-1,-1 8 1,-3 6-162,-4 8 1,-1 13 0,-3 6 0,1 4-281,-1 2 0,1-6 1,-1-2-1,3-4-491,3-7 0,-1-9 1,5-15-315,-2-9 0,8-12 497,2-18 0,2-7 0,10-18 0,1-4 302,3-6 0,0-3 0,-3-4 0,-1-3 128,1-1 0,3-12 1,1 4-1,1 0-53,-1-2 0,-5 1 0,0-1 1,-1 6 173,-1 9 1,3 10 0,-5 16-1,2 8 112,4 5 0,-5 10 0,3 1 0,-1 8 117,-1 13 0,6 7 0,-3 12 1,7 4-130,3 5 1,0 7 0,-5 5 0,-1 6-620,1 4 0,-1 2 0,-1-2 0,-5-4-204,-5-6 1,2-6-1,-2-5 1,-2-8 163,-2-8 1,-4-8 0,-4-11-171,-6-7 1,-3-3 0,-3-2-136,1 0 0,-7-5 663,1-1 0,-8-16 0,4 3 0</inkml:trace>
  <inkml:trace contextRef="#ctx0" brushRef="#br0" timeOffset="200">14 558 7958,'-7'9'707,"5"1"0,-2-6 0,10 2-140,11-2 0,4-3 0,12-1 0,6 0-452,4 0 1,1 0 0,7 0 0,-3-1-466,1-5 1,3 2 0,-11-6-1,-2 0-132,-2 1 1,-4-1-1,-2-4 1,-4 5-1913,-2 1 2394,-9-6 0,7 5 0,-4-9 0</inkml:trace>
  <inkml:trace contextRef="#ctx0" brushRef="#br0" timeOffset="633">783 627 7748,'-18'18'477,"3"-1"0,3 1-117,6-1 0,4 1 0,2-1 0,0 1-152,0-1 0,0 1 1,0-1 74,0 0 1,0 1-169,0-1 1,2-7-8,4-4 1,-4-6 23,4-6 1,-2-4 0,0-9 0,1-2 4,-1-3 0,0-1 0,0 2 0,2-4-119,-2 0 1,0-5 0,1 9 0,5 0 111,0-2 1,0 5 0,-5-3-119,7 4 1,4 3-236,1 4 1,0 5 0,-1 9 0,-2 3-307,-3 7 0,-5 4 1,4 1-1,-1 1-473,1-1 0,-4 0 0,4 1 1002,-3-1 0,7 1 0,-4-1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3:11.68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53 499 7605,'-8'10'-976,"-2"-2"1017,1-1 1,-1-5-1,6 6 1513,-2 0-1071,0-6 0,6 7 35,0-3 1,6-2-184,0 8 0,2-3 0,-4 5 20,2-2 1,-1-1 0,-5 7-98,0-1 0,0 1 0,0-1-2,0 1 1,0-7 154,0 1-342,0-8 1,6 2-1,0-12-32,-2-6 0,4-5 0,-1-5 1,1-3 64,0-2 1,4-2 0,-5-6 0,1 0-98,0 0 1,4 6-1,-7 2 1,1 2 242,2 3 0,-4 9-411,7 1 0,-5 10 0,4 2-326,-2 10 0,3 11 0,-5 4 0,-2 1-904,-2-1 1,4 0 1392,0-2 0,7-3 0,-3 5 0</inkml:trace>
  <inkml:trace contextRef="#ctx0" brushRef="#br0" timeOffset="533">734 97 8042,'-18'0'385,"1"0"1,0 0 0,-1 0 336,1 0 0,-1 2 0,1 4-265,-1 6 1,1 3 0,-1 3-1,3-1 1,3 1 0,-3 7 1,3 6-1,-4 6-135,-1 4 1,1 9-1,5 0 1,5 9-219,4 3 0,4-4 0,6 4 0,9-4-167,10-7 0,6-7 0,4-11 0,4-5-158,6-11 1,-3-7 0,1-10 0,-2-4-229,-5-8 1,-3-1 0,-4-18-1,-4-4 184,-1-4 1,-5-2 0,-9 6 0,-6 0 331,-5 0 1,-1 0 0,0 2-1,0 4 113,0 6 0,-7 4 1,-5 1-1,-3 1-30,-3-1 0,-5 8 0,-1 5 1,3 3-25,2 2 1,1 7 0,1 3-1,1 2-177,5-1 1,-3 1-1,8 6-101,2-1 1,2 1 0,2-1 35,0 0 0,2-1 0,4-4 0,6-7-107,3-3 0,3-2 0,-1 0 1,3 0-77,3 0 0,-4-2 1,7-3-1,-3-7-38,0-4 1,6-1-1,-5 0 1,-3-3-248,-2-3 0,-1 3 1,-1-5-1,1 0 583,-1-4 0,1-4 0,-1-2 0</inkml:trace>
  <inkml:trace contextRef="#ctx0" brushRef="#br0" timeOffset="701">1136 167 7687,'-8'18'206,"-2"-1"1,-1 3 349,-1 3 1,8-2-1,-2 10 1,4 4 148,2 4 0,0 4 1,0-5-1,0 5-484,0 2 0,6-6 0,2 1 0,0-5-613,-1-6 1,1 2 0,-4-7-224,2-3 1,2-9-802,-3-6 1,-3-12 1415,4-6 0,4-3 0,0-3 0</inkml:trace>
  <inkml:trace contextRef="#ctx0" brushRef="#br0" timeOffset="1049">1520 10 7667,'-10'-8'1530,"-5"6"0,11 2 0,-6 12 0,2 5-1338,4 7 0,-5-3 0,-3 10 0,-3 4-131,-3 4 0,1 4 1,-1-3-1,1 5 15,-1 0 0,-5 3 0,2-7 0,3-2-526,5-2 0,9-10 166,-2-4 0,6-11 0,6-7 0,5-3 97,5-2 0,3-5 0,3-3 1,1 0 264,-2 0 0,6-3 0,1 3 1,1 0 276,0 0 0,-6 3 0,4 5 0,-2 0 85,-3 0 1,-5 1 0,-5 5-314,-6 6 0,-6 3 0,-8 5 1,-10 1-541,-9 2 1,-6 9 0,-4-3 0,-3 2 412,-7-2 0,-19 4 0,-6-6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3:14.41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133 916 7709,'-12'6'512,"0"0"179,-1-2 1,3 4 209,-2-3 0,9-1-659,-3-9 0,4 1 1,4-10-1,4-3 159,5-5 1,-1-9 0,2 0 0,-1-6-199,-1-3 1,5-9-1,-3 2 1,4-3-127,1-2 1,-5-9 0,-1-1 0,1-2-200,-2 0 0,3 8 1,-5-2-1,0 3 20,0 3 0,-1 15-169,-1 8 1,-2 17 0,8 12 0,1 12-313,3 9 1,1 7 0,1 8 0,-1 5 582,1 6 0,-1 3 0,0 3 0</inkml:trace>
  <inkml:trace contextRef="#ctx0" brushRef="#br0" timeOffset="285">28 602 7775,'-8'10'2401,"-4"-4"-1623,5-5 1,7-2 0,13-5 0,9-6-260,7-3 1,10-5 0,3-1 0,1-2-487,0 1 1,5 1 0,-3-1 0,1-1-1087,1 2 0,-8 1 1053,1 3 0,-3 0 0,-2-1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3:17.84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53 542 8091,'2'12'1356,"2"-1"0,2 3-1088,-3 1 0,5 5 1,0 3-1,0 6-319,-1 4 1,-1 2 0,-4 2 0,2 2-356,2 1 0,0-1 1,-6-8 405,0-2 0,-8-7 0,-2 3 0</inkml:trace>
  <inkml:trace contextRef="#ctx0" brushRef="#br0" timeOffset="565">280 664 8123,'-18'0'931,"9"-2"1,1-2-260,0-1 0,4-1-451,-7 6 1,-1 0 0,-5 0 0,-1 0-55,1 0 0,5 7 1,0 3-1,-1 2-87,-3-1 1,-1 1 0,-1 6 0,3-1-230,3 0 1,-3-5 0,5 0-479,0 1 1,2 3 155,8 1 1,2-7 0,4-4 158,6-4 0,3-4 1,3-2-1,-1-2-6,1 2 1,-1-3 0,1-1 506,-1-2 1,1 4 670,-1-5-493,-7 7 1,-10 2-1,-12 10 1,-3 1 163,-3 5 1,-1 3 0,-3 5 0,-1 1-191,2-2 0,3 1 0,5-1 0,3 2-423,2-1 0,2-9 0,8-1-380,4 1 1,10-5 0,9-2-1,2-6-215,4-6 0,2-4 677,2-7 0,8-8 0,1-2 0</inkml:trace>
  <inkml:trace contextRef="#ctx0" brushRef="#br0" timeOffset="1300">874 245 7576,'0'-17'270,"0"5"1,2 2 320,3 2 0,-3 1 111,4 1 0,-4 6-262,-2 0 0,-2 13 1,-4 13-1,-5 1-5,-5 4 0,5 8 0,-1 3 1,-2 3-215,-1 4 1,3-5 0,3 3 0,1 1-329,4 3 0,2-5 0,2-3 0,0-4-438,0-6 0,8-10 0,3 0 0,5-5-635,1-7 1,1-3 0,-1-10 1179,1-4 0,7-3 0,2-9 0</inkml:trace>
  <inkml:trace contextRef="#ctx0" brushRef="#br0" timeOffset="1551">594 577 7942,'12'0'605,"2"0"0,3-2-189,4-4 1,10 2 0,0-7 0,6-1-698,4 2 0,0-5 1,-6 3-1,0-3-161,0-3 0,-2 1 0,-4-1 0,-6 1-302,-4-1 0,-1 1 744,-1-1 0,1-7 0,-1-2 0</inkml:trace>
  <inkml:trace contextRef="#ctx0" brushRef="#br0" timeOffset="1883">1240 70 7708,'-7'18'0,"-3"1"383,0 5 0,-5-3 0,5 10 0,-2 6 190,1 7 0,5 7 1,-6 3-1,1 2-268,1 3 0,-6-1 0,7-6 0,-3-1-110,0-5 0,7-5 0,-5-12-906,2-6 0,2-13 356,6-10 0,8-8 0,4-9 0,3-2 36,3-5 1,-1-1 0,1-6 0,-1 2 230,1-2 0,5 4 1,0-1-1,-1 1 204,-3 0 1,-2 6 0,1-1-1,-1 7 531,1 3 1,-9 6 0,-1-3-227,0 1 1,-6 10 0,4 12-1,-4 5-293,-2 4 1,-6 8-1,-2 0 1,-2 6-500,-3 4 0,-3-2 0,-1-8 0,-1-4-689,1-2 0,5 0 0,1-5 1060,-3-3 0,-1 5 0,-3-13 0</inkml:trace>
  <inkml:trace contextRef="#ctx0" brushRef="#br0" timeOffset="2083">1625 1 7708,'-35'25'649,"8"-2"1,3 10 0,7 6 266,5 4 1,-3 11-1,3 10 1,-4 4-626,-1 2 1,0 5 0,-1 1-1,1 0-760,-1 1 0,7-7 1,1-2-1,2-14-760,4-11 1,-4-8 0,3-6-473,1-6 1701,2-11 0,2-4 0,0-8 0</inkml:trace>
  <inkml:trace contextRef="#ctx0" brushRef="#br0" timeOffset="2602">1782 507 7634,'-25'17'267,"5"-5"1,-3-2-1,2-1 253,-3 1 0,5 2 1,-4 3-1,3 1-311,3 1 1,-1-9 0,3 10 0,1-3-111,3 1 0,5 1 1,-4 1-149,2-1 1,4 0-153,10 1 0,4-8 0,9-5 0,3-5 14,1-5 1,8-3 0,-4-6 0,2 5 272,0 1 1,-7-4 0,3 4 0,-2 1 819,0-1 0,1 2-411,-7 6 0,-7 2 0,-6 6 0,-10 7-417,-11 7 0,-16 9 0,-14 0 1,-5 6-2388,-7 3 2309,5 1 0,-14-6 0,6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3:16.74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175 350 7751,'0'18'648,"0"-7"498,0 1-643,0-8 0,-8 5-124,-3-3 0,1-4 1,-2 6-31,-1 0 0,3-4 0,-1 5 0,-3 1-33,-2 0 0,5 1 0,-1 7 0,1-1-22,1 1 0,-4-1 1,8 1-1,3-1-207,1 1 0,2-1 0,0 1 0,0-1-104,0 1 1,7-7-1,5-1 1,4-2-535,1-4 1,6-3-1,3-2 1,1-5-1039,4-6 0,-4-3 1589,2-3 0,0-7 0,6-2 0</inkml:trace>
  <inkml:trace contextRef="#ctx0" brushRef="#br0" timeOffset="300">280 1 7758,'-17'0'1202,"7"0"0,2 8 0,10 3-1302,4 5 0,4-1 0,7-1 0,0-2-830,1 1 1,-1 3 929,1 1 0,-1 1 0,1-1 0</inkml:trace>
  <inkml:trace contextRef="#ctx0" brushRef="#br0" timeOffset="700">699 350 7686,'-11'10'171,"1"-2"474,2-1-155,-6-5-330,13 6 0,-13-6 1,6 2 63,-2 2 1,5 0 0,-5-5-133,2 5 1,0-4 0,5 6-68,-3 0 1,-2-4 118,2 7 28,4-7 0,2 12 128,12-5 0,1-1 0,1 2 13,-2 1 1,-8-3 0,1 2 0,-3 1-158,-2 3 1,0 1 0,-2 1 0,-2-1 12,-1 1 0,-9-1 1,1 1-1,-7-1-3635,-3 0 3466,0 1 0,-3-8 0,-1-3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3:53.39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88 944 7697,'-12'1'820,"1"5"0,7 4 0,-2 7 0,4 3-289,2 3 0,0 10 0,0 12 0,0 3-301,0 7 1,-2 3 0,-2-2 0,-2 2-254,2-1 0,0-5 0,1-5 0,-3-9-737,2-7 1,2-11-197,2-9 1,-6-14 0,0-5 0,2-10 955,2-5 0,2-16 0,0 2 0</inkml:trace>
  <inkml:trace contextRef="#ctx0" brushRef="#br0" timeOffset="251">0 891 8650,'8'10'432,"-4"-2"1,8-8-1,1 0-102,3 0 0,7 0 1,0 0-1,1 0 22,1 0 1,-4 2-1,6 1 1,-1 5 101,-5 2 0,-3 2 1,-7 5-325,-5 0 1,-4 7 0,-2-1 0,-2-2-107,-4-1 0,-9-3 0,-9 1 0,3-1-649,2 1 1,-5-7-1,1-1 1,2-2-1232,1-4 0,3-2 1856,-1-2 0,1-8 0,-1-2 0</inkml:trace>
  <inkml:trace contextRef="#ctx0" brushRef="#br0" timeOffset="584">489 1083 7623,'-17'10'239,"1"-2"0,3-2 538,1-1 0,8 9-261,-1-2 0,3-3 0,2 3 89,0 2 1,0-5-1,2 1 293,3-2 1,5 5-656,8-1 0,-1-4 0,0-2 0,1-5-257,-1-1 0,1 0 1,-1-1-136,1-5 1,-1-4-1,1-7 1,-1-1-293,1 1 1,-3-7 0,-1-1 0,-5-2-127,-1-4 0,4 4 1,-4-4-1,-1-4-553,1-4 0,-2-2 1120,-6 6 0,-8 0 0,-1 0 0</inkml:trace>
  <inkml:trace contextRef="#ctx0" brushRef="#br0" timeOffset="985">944 297 7736,'-18'2'0,"3"4"258,3 6 1,-4 3-1,7 5 1,-1 3 519,4 6 1,4 6 0,2 6 0,0 5-124,0 5 1,0 7-1,0 2 1,0 0-570,0 0 1,0-7-1,-2-8 1,-2-3-218,-1-3 1,-1-4-265,6-6 1,0-13 161,0-16 0,2-8 0,2-12 0,3-3 50,3-6 1,2-4-1,5 0 1,1 2 103,-1 2 0,1 0 0,-1-4 0,0 4 437,1 5 1,-1 5 0,1 2 0,-1 1 393,1 4 0,-5 5 0,3 9-396,3 3 0,3 13 0,-7 11 1,-3 4-381,-6 2 0,-4 6 1,-2 1-1,0 1-403,0 0 1,-10-1 0,-6-3 0,-5 0-790,0-6 0,1-6 0,3-9-24,-1-1 1,3-11 1239,3-12 0,-3-11 0,5-18 0</inkml:trace>
  <inkml:trace contextRef="#ctx0" brushRef="#br0" timeOffset="1220">1380 210 7667,'-19'25'975,"-1"2"1,1 4-261,3 4 0,11-2 0,-1 14 0,4 1-377,2 3 0,2 7 1,2 2-1,3 0-274,3 1 1,-4-1-1,4-6 1,-1-1-295,1-9 1,-4-5 0,4-6 0,-3-4-435,-3-6 0,0-5-52,2-7 0,-2-3 0,7-10-1507,3-4 2223,-6-3 0,7-16 0,-5-3 0</inkml:trace>
  <inkml:trace contextRef="#ctx0" brushRef="#br0" timeOffset="1367">1572 717 8032,'-8'23'0,"-1"2"657,-1 2 0,-3-4 0,7 7 1,2 1-340,2 2 0,2-4 0,0-2 0,2 0-532,4 0 0,-2-9-410,7 5 1,1-15 623,5 3 0,1-14 0,-1-7 0</inkml:trace>
  <inkml:trace contextRef="#ctx0" brushRef="#br0" timeOffset="1651">1904 682 7667,'-25'17'363,"-2"1"1,0 1 87,3 4 0,7-3 1,3 3-1,4-4-410,3-1 0,1-1 1,6 1 27,0-1 0,2-5 1,4-2-1,5-3 27,5-3 0,-5 0 0,1 0 1,2 2-12,1-2 1,-3-2 0,-2-1-1,-1 3-7,1 2 1,-6 8 0,2-3-34,-4 5 1,-4 1-1,-4 1 1,-6-1-226,-3 1 0,-3-3 0,1-1 1,-1-4-525,1-3 0,5 5 0,1-6 704,-3-2 0,-2-2 0,-1-2 0</inkml:trace>
  <inkml:trace contextRef="#ctx0" brushRef="#br0" timeOffset="2019">2166 0 7586,'-25'35'0,"5"2"0,-3 4 0,6 6 547,5 3 1,4 18-1,8 8 1,0 7 620,0 4 1,0 1-1,2-1 1,2 0-1281,2 1 0,6-11 0,-5-7 0,1-12-171,0-9 0,3-6 0,-5-10 1,0-6-13,2-10 1,-4-7-1,5-12-8,-1-4 0,4-11 0,-4-12 0,-1-4 143,1-2 1,4-8-1,-6-4 1,-1-1 187,3 1 0,-4 5 0,6 7 0,-2 0 383,-5 0 0,5 8 1,0 3 215,2 5 1,1 3 0,5 7-238,-5 9 1,3 9-1,-8 15 1,0 5-361,1 4 0,-3 10 1,6 1-1,-2 3-440,-4-1 1,3-7 0,-1 2 0,-2-4-954,-2-2 1,-2-8 0,-2-4 1362,-4-3 0,-3-11 0,-9-1 0</inkml:trace>
  <inkml:trace contextRef="#ctx0" brushRef="#br0" timeOffset="2201">1520 262 7697,'-43'18'649,"8"-1"1,10 1 0,13-1 0,7 3-754,3 3 0,4-2 0,3 8 0,7 4-1803,4 6 1907,1-2 0,8 21 0,2-3 0</inkml:trace>
  <inkml:trace contextRef="#ctx0" brushRef="#br0" timeOffset="2601">734 1607 7614,'-17'18'0,"-1"-1"0,3 1 765,3-1 1,4 1-1,8 1 1,0 2-117,0 3 0,8 5 0,2-4 0,1 0-471,1 0 1,0 6 0,3-3-1,-1 1-295,-3 0 0,-1-6 0,2 4 0,-7 0-408,-3 1 1,4-7-1,0 2-762,-2-3 1,-4-5 1286,-6-3 0,-4 3 0,-7-5 0</inkml:trace>
  <inkml:trace contextRef="#ctx0" brushRef="#br0" timeOffset="3017">542 1939 7614,'-8'10'163,"6"-1"-37,-4-3 1,8-4 328,10 4 0,2-4 0,15-2 0,2 0-108,2 0 1,2 0 0,0-2 0,-1-2-548,1-2 1,0 0 0,2 6 0,2 0-4,2 0 1,-6-5 0,-6-1 0,0 0-309,-2-2 1,-2 6 0,-7-4 243,-1 5 1,-9-5 604,-8 0 0,-8 8 1,-9 9-106,-1 5 0,1 1 0,-1-1 0,3-2 224,3-3 1,-1 1-1,5 5 74,-2 1 0,6-1-510,-2 1 1,12-9 0,6-3 0,3-4 26,3-2 0,1-2 1,3-6-1,3-7 42,2-6 1,-4-8 0,4 3-1,-1 1 10,-5 0 0,-9-4 1,-7 5-1,-3 3-81,-2 2 0,-7 3 0,-7 5 0,-7 5-320,-8 4 0,-6 4 0,-4 4 0,-2 5 301,2 5 0,-5 9 0,-1 2 0</inkml:trace>
  <inkml:trace contextRef="#ctx0" brushRef="#br0" timeOffset="5118">193 2585 7635,'9'8'537,"7"-6"780,-14 6-33,6-8-622,-8-8 1,-2 6-290,-4-4 1,4 6 0,-6 6 0,2 6-52,0 3 0,-5 10 0,3 4 0,-2 6-183,-3 6 1,3 4-1,-2 9 1,-1 4-225,-3 6 1,1-3 0,1-3 0,3-4-568,-3-2 1,4-7 0,1-6 0,1-8-851,4-8 1,4-13 1501,6-10 0,3-23 0,9-14 0</inkml:trace>
  <inkml:trace contextRef="#ctx0" brushRef="#br0" timeOffset="6184">245 2620 8741,'0'18'730,"0"-1"0,0 1-325,0-1 1,0 8 0,0 4 0,0 6-162,0 6 0,6 4 0,2 7 0,-1 0-459,1 1 0,4 1 0,-5 0 0,1-1-158,0-9 1,-2-7 0,-6-8 0,0-5-239,0-5 0,0-7 0,-2-2-408,-4-3 0,-2-3 1019,-3-10 0,-13-3 0,5-9 0</inkml:trace>
  <inkml:trace contextRef="#ctx0" brushRef="#br0" timeOffset="6616">88 3004 7635,'10'8'197,"-3"-4"0,-7 8 519,0 1 1,2-5-306,4-2 1,-2 2 0,8-3-210,1-1 1,5-2-1,3-4 1,2-2-185,-1-1 1,3-3-1,0 2 1,0-4-97,0 1 0,1-5 1,-7 6-1,1 0-235,-5 1 1,-1-1-1,3 4 21,1-2 0,-7 0 512,1 6 1,-8 2 0,2 4 144,-5 6 0,-1 3 1,0 5-1,0 1-37,0 2 1,0 6 0,0-3 0,0-1 16,0 0 1,0 4 0,0-5-345,0-3 1,0-2-140,0-1 47,0-9 1,0-9 0,0-11 0,0-5 20,0-1 1,0-3 0,0-1 0,0-4-37,0-2 0,0 0 1,0-3-1,0 5-233,0 0 0,2 6 0,2-5-7,2 5 1,2 3-1,-2 3-259,5 1 0,5 8 0,1-2 0,1 4 605,-1 2 0,8 8 0,3 2 0</inkml:trace>
  <inkml:trace contextRef="#ctx0" brushRef="#br0" timeOffset="7216">1013 2707 7781,'-7'-17'0,"-3"0"524,0-1 0,-5 1 0,3 1-22,-3 4 1,-3-1 0,1 7 0,-1 2-224,1 2 1,5 10-1,0 6 1,-3 7 18,-6 8 1,1 6 0,-3 6-1,3 5-71,3 5 1,5 3 0,3 2 0,1 3-155,4-3 0,2-2 0,2-3 0,2-5-158,4-5 1,9-6 0,11-6 0,-1-8-117,0-7 0,4-6 1,-4-10-1,3-6-18,3-10 0,-6-1 0,-2-10 0,-4-2-137,-1-2 1,-1-2 0,1 0 0,-3 0 266,-3 0 0,-4 0 1,-8 0-1,0 0 149,0 0 1,-8 8 0,-6 4 0,-5 4-38,-4 1 1,-6 3-1,3 3 1,1 6 89,0 4 0,2 2 0,5 0 0,3 2-98,3 4 0,2 4 0,6 7 0,-1 1-47,1-1 0,2-5 0,4-1 1,4 1-71,5-2 0,5 3 0,1-7 0,3-2-140,3-2 0,-2-2 0,6 0 0,1-2 33,-1-4 1,2 0-1,6-9 1,0-7-92,0-3 1,-2 2 0,-2-6 0,-4-2 162,-2-2 0,2 0 0,-7 2 0,-7 4 371,-3 1 0,2 1 171,-7 2 1,-1 5-1,-10 1 1,-5 11 380,-5 10 0,-1 12 1,-1 9-1,1 4-325,-1 8 1,7 0 0,-1 9 0,-1 5-106,-3 5 1,4 0-1,3 8 1,1 4-422,4 6 1,2 0 0,4 3 0,4-5-813,6-10 0,3-8 0,3-9 0,-1-12 16,0-14 0,1-13 0,1-17 0,3-15 861,1-10 0,8-17 0,-4-9 0</inkml:trace>
  <inkml:trace contextRef="#ctx0" brushRef="#br0" timeOffset="7533">1537 2585 7635,'0'18'409,"0"-1"62,0 1 1,0-1 0,0 1 351,0-1 0,0-5-519,0-1 0,6-5 1,0 6-30,-2 1 0,-2 3 0,-2 1 0,0 1 31,0-1 1,0 7 0,0-1 0,-2-2-156,-4-1 1,4-3-1,-4 0 1,4 1-85,2-1 0,0 1 0,0-1 1,0 1-41,0-1 0,2-5 1,2 0-1,4 1-33,2 3 1,-5-5 0,5 1 0,-2 2-54,-4 1 0,-2 3 0,-2-1 0,-2 0-369,-4 1 1,-4-1 0,-9 1 0,-4-1-1126,-7 1 0,-3-3 1553,-1-3 0,-1 3 0,0-5 0</inkml:trace>
  <inkml:trace contextRef="#ctx0" brushRef="#br0" timeOffset="8053">2253 2673 7590,'-23'15'0,"-2"-1"187,-2-3 1,5 1 0,-1 7-1,4 3 525,1 1 1,7 8-1,-1-2 1,0 4-325,3 2 0,1 6 0,8 0 0,0-1-213,0 3 1,8-8 0,5 0-1,7-10-95,3-6 0,8-9 0,-4-4 0,2-4-36,0-2 0,-5-14 0,5-5 0,0-8-20,-2-10 1,4 0 0,-8-10 0,-1-1 36,-3-3 1,-9-3-1,-4-2 1,-5 0-35,-1 5 1,-1-1-1,-7 5 1,-10-3-456,-9-3 1,-8 9 0,-6 5 0,-3 8-203,-1 8 1,-3 11-1,7 8 1,4 10 14,6 11 0,6 10 0,9 12 615,5 2 0,-5 15 0,6-1 0</inkml:trace>
  <inkml:trace contextRef="#ctx0" brushRef="#br0" timeOffset="8500">2620 2952 8219,'-17'12'456,"-1"-1"1,7-1 0,1 4 0,2-3-134,4 3 0,-4 1 0,3 3 1,1-1-51,2 1 0,2-1 1,0 1-1,0-1-217,0 1 1,0-1 0,0 0 0,0 1-98,0-1 1,2-7-250,4-4 1,-3-6 0,7-6 0,0-6-31,0-3 0,-5-8 1,7-3-1,2-1 186,1-4 0,1-2 0,-3 0 1,-1 2 275,1 2 1,1 6 0,0-4 315,-3 1 0,1 5-88,5 9 1,-7 7 0,-4 12 0,-4 11-209,-2 9 0,0 8 1,2 6-1,2 3-574,1 1 0,1-2 0,-6-8 0,0-1-153,0 1 0,0-2 0,2-4-535,4-5 0,-2-15 1100,8-9 0,-1-23 0,7-14 0</inkml:trace>
  <inkml:trace contextRef="#ctx0" brushRef="#br0" timeOffset="8683">2969 2323 6618,'-17'25'0,"-1"5"525,1 3 0,0 7 1,1 5-1,2 5 406,3 11 0,7-1 1,-2 6-1,4 4-688,2 3 0,2 5 0,4-4 0,6-1-882,3-5 0,1-6 0,-3-13 1,-1-6-282,1-8 1,1-12 0,0-2 919,-3-7 0,1-14 0,5-10 0</inkml:trace>
  <inkml:trace contextRef="#ctx0" brushRef="#br0" timeOffset="8865">3231 3004 7621,'-27'35'202,"4"0"0,4 0 497,1 0 1,8-6 0,5-2 0,3 0-482,2 1 1,0-13 0,0 3-925,0-3 1,7-9 0,3-6 705,0-10 0,5-13 0,-5-4 0</inkml:trace>
  <inkml:trace contextRef="#ctx0" brushRef="#br0" timeOffset="9350">3406 3004 8427,'-14'35'0,"-3"-2"568,-2-4 0,1 2 0,6-5 1,7-1-134,3 0 0,2-2 0,0-5 0,2-3-423,3-3 1,-1-4 0,8-8-280,2 0 1,1-4-1,3-6 1,-1-7-8,0-3 0,1-5 0,-1 2 0,1 0 66,-1-3 0,1 5 0,-1-6 0,-1 2 133,-5 3 0,5 3 1,-6 1-1,1 1-132,1-1 1,-2 1 605,1-1 1,3 11 378,-8 7 0,1 13 0,-3 13 1,4 1-306,2 4 0,-1 2 1,5 2-1,-2 0-436,1 0 1,3-6 0,1-2 0,1-2-294,-1-4 0,-5-9 0,0-6-99,1-4 1,-5-6-1,-2-6 1,-2-7 146,1-3 0,-3-1 0,4 0 0,-4-5 168,-2-1 1,2 8-1,2-1 1,2 7 330,-2-1 1,-2 5 137,-2-3 1,0 10-282,0 2 0,0 14 0,0 9 0,-2 0-272,-4 2 0,4 1 0,-4 5 0,4-4-716,2-2 0,0-2 1,0-5-301,0-1 1140,0-7 0,0-2 0,0-8 0</inkml:trace>
  <inkml:trace contextRef="#ctx0" brushRef="#br0" timeOffset="9515">3249 2533 7594,'-58'23'0,"1"0"864,7-1 1,7-3 0,16-1 412,10-1 0,9-7 0,14-2 0,5-3-1843,5 1 1,3 0 0,3-8 0,3-2 565,2-2 0,2-15 0,6 2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4:40.525"/>
    </inkml:context>
    <inkml:brush xml:id="br0">
      <inkml:brushProperty name="width" value="0.08" units="cm"/>
      <inkml:brushProperty name="height" value="0.08" units="cm"/>
      <inkml:brushProperty name="color" value="#00A0D7"/>
    </inkml:brush>
  </inkml:definitions>
  <inkml:trace contextRef="#ctx0" brushRef="#br0">3599 210 14203,'0'10'-4345,"-2"-2"3873,-4-8 0,-4 0 296,-7 0 0,5-2 1,0-2 99,-1-2 1,3-6-1,-2 6 1,1 1 32,1-3 1,-5 4 0,3-8 142,-4-1 0,-1 5 0,1 0 1,3 2-77,1 1 1,0-7 0,-5 6 0,-2 0-211,-5-2 0,5 7 1,-6-7-1,1 2 143,1 0 1,-8 0 0,2 6 0,-4 0 56,-2 0 0,0 0 0,-2 0 0,-2 0 20,-1 0 0,-3 0 0,4 0 0,-2 0-2,3 0 1,-5 0 0,2 0 0,0 0-5,-1 0 0,5 0 0,-6 2 0,2 2 1,1 2 0,-1 2 1,6-4-1,2 1-11,4-1 0,-8 0 0,6 0 0,0 2 34,-2-2 0,0-2 0,-2 0 0,0 2-54,0 1 0,6 1 0,0-4 0,-2 2 18,-2 2 1,0 2-1,2-5 1,2 5-30,-2 2 1,4-4 0,-3 3-1,1 1 9,2 0 0,-6 0 0,6 3 1,-2-1 1,0 1 1,2-3 0,-4 2 0,2 1 16,-3 3 0,1-5 1,0 1-1,2 2-7,-2 1 1,4-3-1,0 0 1,0 1-3,0 3 1,3 1-1,-3 1 1,2-1-2,4 0 0,-1 1 0,1 1 0,-2 3-7,1 1 0,-3 0 1,0-5-1,0 1 0,-1 4 0,-3-3 0,4 5 0,0-2 1,0 1 0,-1-1 0,3-4 0,-4 3 0,0 1 0,0 0 0,5-5 0,-3-1 0,-2 1 0,5-1 0,-1 1 1,2 1-1,-2 4 1,3-3 0,-3 3-1,3-4 1,3-1 0,-1 1 0,1 3 0,0 1 0,-1-2 0,1 4 0,-1-1 0,1-3 0,-1-2 0,7 1 0,-1 1 0,-2 2 0,-1-1 1,-3 3 0,3-2 0,1-1 1,3-3 1,1 4 0,-4 3 0,5-1-3,1 0 0,-6 0 0,5-1 0,-3 3-4,0 0 1,3 0 0,-5-4 0,2 4-2,-1 1 1,3 5-1,0-6 1,1 2 1,-1 0 1,4-6-1,-4 6 1,3 2 1,3 2 1,2-3-1,2-1 1,0 2-7,0 2 0,0 0 0,0-2 0,0-2-1,0 2 1,6 0 0,1 2 0,1 0-4,0 4 0,0-4 0,-4-4 0,3 2-5,3 2 1,-4 8 0,4-1 0,-1-1 14,1-2 0,-4-2 0,5 2 0,1 2 2,-2 1 1,5 7 0,-3-6 0,4-2-1,1-3 1,0 5 0,1 0 0,-1-2 1,1-2 1,-1-2 0,1-1 0,1 1-3,4 0 0,-3 0 1,3 0-1,-1 0 24,1 0 0,-4 0 0,6 0 0,-1 0 14,-1 0 1,2 2 0,-1 1 0,3 3-9,0-2 0,6-4 0,-6-4 0,2-2-9,0 2 1,0 0 0,6-2 0,0-3-15,0-1 1,0-6-1,0 4 1,0-3-2,0-3 1,-2 1 0,-2-1 0,-2 1 2,2-1 0,2 6 0,2-1 0,0-5 8,0-3 0,6-3 0,1 7 1,3-1-12,3 1 0,1-3 0,-1-1 0,-1-2 6,1 1 0,3 1 0,1-1 1,1-1-27,-1 2 0,-5-5 1,-1 3-1,3 2 2,1 1 0,3-3 0,1-3 1,2 1 21,2 0 1,8 0 0,-4 3 0,1-3-5,-5-2 0,2 5 0,-2-3 1,-2 1-9,-1 1 0,-5 0 0,1 3 0,-1-1 0,4-2 1,3-1 0,-5 5 0,1-3-3,-1-1 1,0-2-1,3 3 1,-1-3 40,-2-2 0,3-3 1,-13-5-1,3 0 4,4 0 1,7 0 0,2 0-1,-2 0 14,-1 0 0,-3 0 1,2 0-1,1-1-7,-3-5 0,4 4 1,-11-6-1,2 0-21,-1-3 0,-1 1 0,1-2 0,-3 1-33,0 1 1,1-6 0,9 5 0,-1-5-9,1-1 1,-7-1-1,-1 1 1,-1-1 2,1 1 1,0-1 0,1 1 0,-3 0 5,0-1 0,-7 1 0,5-3 0,-4-1 3,-2-2 1,2-1 0,2 5-1,1-2-5,-1-3 0,4-5 1,-2 6-1,-3 2 38,-1 1 1,-15 1 0,-1-3 0,4-3-6,8-2 1,6 6 0,-6-5 0,-2 3 36,-2 0 0,-7-6 1,1 5-1,-4 1 2,-1-2 0,-3 6 0,-1-7 0,-4 3-27,-3 0 1,5-1 0,-6 5 0,0-2 0,1-3 0,-5-5 0,4 4 1,-4 0-12,-2 0 0,0-5 1,0 5-1,0-2-3,0-4 1,0 0 0,0 0 0,0 2-10,0-2 0,0-2 0,0-2 0,0 2-34,0 4 0,-2-4 0,-2 4 1,-2-4 2,2-2 0,-3 0 0,1 0 0,2 0 2,2 0 0,-4 0 1,0 0-1,3 0 8,1 0 1,2-2-1,-2-1 1,-2-3 11,-2 2 1,0 0 0,6 0 0,0-1 30,0 1 1,-2 2 0,-2 2-1,-1 0 5,1 0 1,2-5 0,2-1 0,0 2-20,0 2 0,0-4 1,0 1-1,0 1-12,0 2 1,0-4 0,0 0 0,0 3-15,0 1 1,0-4 0,-2 0 0,-2 2 7,-2 3 1,0 1 0,4 0 0,-2 0 13,-1 0 0,-7 0 0,4 0 1,-2 0 14,-3 0 1,3 0 0,-1 0 0,-1 0-19,2 0 1,-5 0 0,3 1 0,-3-1-20,-3 0 1,1 6-1,1-1 1,2 1 2,3 2 1,-1 0 0,-7 6 0,-3-3-22,-1 3 1,0-4-1,5 2 1,1 1 1,-1 3 0,-1-4 0,-2-1 1,-3 3 12,3 2 1,-4-5 0,0 1 0,-1 2-1,1 1 1,-4 3 0,6-1 0,0-1-3,-3-4 0,1 3 0,-4-3 0,4 3-20,0 3 1,3 5-1,-7 1 1,-2-3-22,-2-1 1,0-3-1,2 1 1,2-1 52,-2 1 0,-8-1 1,-4 1-1,1-1-2,-1 1 0,-6 1 0,3 3 0,-3 1-10,3-1 1,-5-1 0,5 0 0,-5 3 54,-1-3 0,0 4 1,-1 1-1,1-1-34,-1 0 0,-5 5 0,-2-5 1,-2 2-37,-4 4 1,4-4 0,0 3 0,2-1-79,3-2 0,-1 4 0,4-6 1,3 1-54,1-1 0,-1 4 1,-1-3-1,0 1-227,-1 4 0,1-4 1,-1 2 378,1 2 0,0 2 0,-1 2 0</inkml:trace>
  <inkml:trace contextRef="#ctx0" brushRef="#br0" timeOffset="2366">10445 734 8161,'-8'-12'0,"-2"1"-247,0-3 1,-5 1-1,3-1 1,-3 4 234,-3 2 0,1-3 0,-1 3 63,1-2 0,-6 6 0,-1-1 0,3 3 31,1 2 0,-3-2 0,-2-2 0,0-2-6,0 2 1,-7 2-1,3 2 1,-2 0 3,2 0 1,-4 0 0,4 0 0,-6 0-72,-6 0 0,5 0 1,-5 0-1,2 0 31,-2 0 0,4 0 0,-3 0 0,3 2 2,2 4 0,-2-4 0,-2 6 0,-2-2 1,3-1 1,1 7-1,0-4 1,-2 1-5,-2 5 0,-5 2 0,5 1 0,0 1-12,-1-1 0,3-3 0,-6 1 0,2 4-22,5 1 0,1-1 0,4-1 1,2-1-15,2 1 0,1-1 1,-3 1-1,2 1-6,-2 4 1,4-3-1,-2 3 1,0-4 28,2-1 0,-4 1 0,5 3 0,-1 1-15,-4-2 0,4 4 0,0-1 0,0-1 4,0 2 1,-1-5 0,-3 5-1,4-2-4,2 0 0,0 1 0,3-5 1,-1 2-5,2 3 1,1 1-1,3-4 1,-1 3 9,1-3 1,-1 0-1,1 1 1,0 1 24,-1-2 1,6 5-1,1-1 1,-3 0-20,-1 0 1,-3 6 0,1-4-1,-1 3-13,1-1 0,5 0 0,1 6 1,-3 0-2,-2 0 0,5-6 1,-1 0-1,0 4 6,3 6 1,-5-3 0,8 5-1,1-4 27,-3-2 0,4 6 1,-6 1-1,2 1 30,5 0 1,1-1-1,0-3 1,-2 4-33,-2 2 0,0 1 0,6 5 0,0-3-19,0-1 1,0 1 0,0 8 0,0 1 12,0-7 1,0 3-1,0-7 1,0 5 15,0 1 0,0-2 1,0-1-1,0-2 0,0 1 0,0-1 0,0 1 0,0 3 27,0-3 0,0 1 1,0 3-1,0 0-10,0 1 0,0-1 0,0-1 0,2-3-31,4-1 1,-4-1 0,4 5 0,-2-3 16,1-1 1,-3-6 0,6 3 0,-2 1-22,0-1 0,7-5 0,-1 2 0,2-4-9,-3-2 1,11 0 0,-5 0 0,2-2-15,1-4 1,-1 2-1,3-8 1,3 0-4,2 3 1,-4-7 0,4 4 0,1-3 0,-1-3 1,2 3 0,6-1 0,0 0-2,0-3 0,5-2 1,3 3-1,2 0 4,3 1 1,3-6-1,1-3 1,0 1 6,1 0 1,1-1-1,2 3 1,3-4 2,-3 0 0,6-7 0,2 5 0,6-2 22,6 2 0,-5-4 0,7 4 0,-2-2-8,-1 1 0,3-3 1,-4 4-1,3-2 7,3 2 0,1-4 0,7 6 0,1-3-20,4 1 0,-9 6 1,1-4-1,-4-1-1,-1 1 0,-4-2 1,5-4-1,3 2 9,1 2 0,-3-1 0,-3-6 0,1-3 38,-1-2 1,-5-2 0,2 2-1,-5-5-11,-1-5 1,0 4 0,0 1 0,-2-3-4,-4-1 0,-4-3 1,-8 1-1,1-3 36,-1-3 1,-1 4 0,-5-7 0,-5 3-34,-4 0 1,0-2 0,2 1 0,1-3-11,-1 0 1,-4-6-1,-4 6 1,-4-2-43,-1 0 0,-3 2 0,-6-5 0,-1 3-20,-5-2 0,-1-2 0,-6 0 1,2 2 107,-2 2 1,-2 6 0,-2-6-1,0-2 6,0-2 1,-2 4 0,-2 0 0,-4-1-33,-2 3 1,5-6 0,-5 4 0,0-4-1,0-2 1,5 0 0,-7 0 0,-2 0-36,-1 1 1,3-3-1,1-2 1,-3-2 16,-2 2 1,-1 0 0,0 1 0,-1-5 45,1-2 0,-1 7 0,1-5 0,1 2-1,5 0 0,-5-1 0,4 3 0,-1-2-45,1 2 1,-1-5 0,5-1-1,0 0-57,0 5 1,-3-3 0,5 0 0,2-1-7,2-5 0,-4 1 0,0-1 0,1 3 16,-3-3 0,4 2 1,-6-1-1,2-3-1,5 3 0,-5 5 1,0-3-1,0-3 10,0-1 1,-3 3 0,3 1 0,-2-1 1,-3 2 0,-3-5 0,-1 3 0,-1-1 0,1 1 0,-6 3 0,-3 5 0,1-2 5,0 2 1,-4 2-1,4 2 1,-1 1 22,1-1 0,-6 0 1,4 0-1,0 0-26,3 0 1,-1 0-1,0 2 1,-2 0 3,-4-2 0,-2 10 1,0-8-1,2 4 4,2 2 1,0-3 0,-4-2 0,2 2-11,1 7 1,7 2 0,-4-1 0,0-1-4,0 2 0,-2 1 0,-4 1 0,1-2 4,3-3 0,0-1 0,-4 4 0,2-2 9,2 1 0,6-3 0,-6 0 1,-2-1-5,-2 1 1,0 2 0,2 6 0,2-1-4,-3 1 1,-2-1-1,-5 3 1,-2 3-347,2 6 0,2-2 0,2 3 0,0 1-97,1 2 0,-1-4 1,0 0-1,-2 2-1906,-4 2 2346,4 2 0,-21 0 0,4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4:45.091"/>
    </inkml:context>
    <inkml:brush xml:id="br0">
      <inkml:brushProperty name="width" value="0.08" units="cm"/>
      <inkml:brushProperty name="height" value="0.08" units="cm"/>
      <inkml:brushProperty name="color" value="#00A0D7"/>
    </inkml:brush>
  </inkml:definitions>
  <inkml:trace contextRef="#ctx0" brushRef="#br0">3615 106 10703,'-11'-10'-1610,"-1"2"1416,-1 0 0,3 6 1,0-5-1,0 1 490,1 0 0,3 0 0,-6 6 0,1-2-260,1-4 1,-6 5 0,5-5 0,-5 2 8,-1-2 1,-1 4 0,-1-4-1,-2 4-24,-3 2 0,-7-5 0,2-1 1,-4 2-45,-2 2 0,-2 2 0,-3 2 0,-7 2 10,-3 2 0,-5 7 0,-1-3 0,-4 1 91,-2 1 0,5 0 1,-3 5-1,2 1-9,0-1 1,-2-5-1,3-1 1,-1 3 28,2 2 1,0 1 0,-1 0 0,-1 1-45,2-1 1,2 1 0,1-1 0,1 1 2,-1-1 0,7 1 0,-1-1 0,-1 1-17,-3-1 0,-1 6 1,-1 1-1,1-1-29,0 2 0,5-5 1,1 3-1,-1-2-25,2 2 1,-3-3 0,7 3-1,2-3 16,2-3 0,3 2 0,-1 3 0,0 1-8,0-2 0,6-1 0,0-3 1,-3 3 21,-1 3 1,-1-4 0,-1 5-1,0-5 56,0-1 0,-2 5 0,0 2 0,0 0 23,4 0 1,2 1-1,-4-5 1,2 4-69,4 2 0,-2 3 0,6 3 0,0-2 9,-1-2 1,1-2 0,4 4 0,-2-2 45,1 2 1,3 2-1,1 0 1,1-2-1,-1-2 0,1 4 0,-1 4 0,1-4-46,0 0 0,5 0 0,0 4 0,1 2-37,1 1 0,-6 3 0,7-4 1,-3 4-28,0 1 0,3 1 0,-5 3 0,4-3 4,3-2 1,-5 5 0,6-1 0,2 1-17,2-1 0,2-2 0,0-7 0,0 3 10,0-2 1,0 6-1,0-1 1,0 1 2,0-4 1,0 1 0,2 3-1,2 1 4,2 3 1,2 5 0,-4-9-1,1 1 6,-1 1 1,0 0 0,0 3 0,4-1 9,2-3 1,-5-5 0,7 5-1,2 1 4,1-2 0,-3 3 0,1-7 1,5-2-14,3-2 1,2 3 0,-3 1 0,1-2 7,2-2 0,7-8 1,-5 0-1,0 2 4,0 2 0,4-6 0,-3-2 0,-1-1-2,0-1 1,4 6 0,-4-6 0,3-1 36,3-3 1,2 4 0,2 1 0,1-3 5,5-2 1,-4-1-1,6 1 1,-3 3 0,1 1 1,8 0-1,-3-5 1,5-1 12,1 1 0,-1-7 0,-1 1 0,0 2-19,5 1 1,1 3 0,-2-3 0,3-1 33,1-3 0,8 1 0,-4 3 0,2-1-11,0-2 1,-2-3 0,4 5 0,-4-2-1,-2 1 0,4 3 0,-3 1 0,1 1-48,4-1 0,5-1 0,1-3 0,-4-1-3,0 1 0,-2 3 0,0-1 0,-4-1 5,-2-2 1,0-3 0,-1 3 0,5-4 34,4 0 0,1-5 0,1 7 1,-2-2 42,-4-4 0,4-2 1,-4-2-1,2 0 22,-2 0 1,-4-2 0,-5-2 0,1-4-15,2-2 1,6-1-1,-4-5 1,1 3-33,-1 1 1,-2-2 0,-4-7 0,1-2 5,-3 2 0,2-5 0,-11 1 0,0-2-47,-1-4 0,5 0 0,-6 0 1,-4 2-14,-6-2 1,0 0 0,-8-2-1,-2 2 7,-1-1 1,-3-4 0,-1 6-1,-3-3 33,-1-1 0,-6-1 0,3 2 0,-1 2-5,-4 1 1,4 7 0,-2-6 0,-2-2-19,-3-2 1,5 4-1,2 0 1,0-2-39,0-2 0,-1 0 0,-3 2 0,2 2-32,-2-2 0,4-2 1,-1-2-1,1 0 58,0 0 1,6 6-1,-5 0 1,3-2 14,0-2 1,-3-2-1,5 0 1,-3 2-22,3 4 1,-4-4-1,1 4 1,3-4-5,1-2 1,3 6 0,-3-1 0,-1-1-17,-2-2 1,-1-7 0,7-1-1,-1 2 11,1 2 0,-7-4 0,1-1 1,2-1 18,1 0 0,-5-3 0,-2 3 0,-3 0 25,1 1 1,6-7 0,-6 3 0,-2-3-5,-2 3 0,-2-5 1,0 5-1,0-5-11,0-1 0,-2-1 0,-2 1 0,-4 0-14,-2-1 0,1 1 0,-5-1 0,2 1-37,-1 0 0,-3 5 1,-1 0-1,-1-1 0,1-3 0,-1 1 0,1 1 0,-1 3 9,1-3 0,-6 1 1,-3 1-1,-1 5-3,-4-1 0,4 6 0,-4-4 0,-4 4 0,-4 3 0,-1 4 0,5 1 0,0 0-25,0 2 0,-6-6 1,0 4-1,2-2 15,3 2 0,-5-2 0,-2 6 1,0-1 20,1 1 0,1 0 1,6 4-1,-2-3 20,-4 3 1,3-4-1,-7 1 1,2 3 15,5 2 0,-5 7 0,0 0 0,-2-1-2,-3-3 0,5 1 1,3 1-1,3 2-8,2-1 1,-6-1 0,0 1 0,2 3-43,3 2 0,1-3 0,0 3 0,0 0-175,0 0 1,0 3 0,2 5 0,2 0-340,2 0 1,0-6-1,-4 0 1,2 2-462,2 2 1,7 2 0,-1-2 1001,3-4 1,-5-3-1,-2-9 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4:50.473"/>
    </inkml:context>
    <inkml:brush xml:id="br0">
      <inkml:brushProperty name="width" value="0.08" units="cm"/>
      <inkml:brushProperty name="height" value="0.08" units="cm"/>
      <inkml:brushProperty name="color" value="#00A0D7"/>
    </inkml:brush>
  </inkml:definitions>
  <inkml:trace contextRef="#ctx0" brushRef="#br0">2131 53 21496,'-17'-7'-828,"5"5"0,1-4 0,-1 2 0,0 0 578,1-2 1,5 0 227,-6 6 0,6 0 0,-3-2-77,1-3 0,0 3 0,2-4 179,-5 4 0,-5 2 0,-1 0 0,-1 0 39,1 0 1,-6 2-1,-1 2 0,1 2 27,-2-3 0,3 1 1,-7 0-1,-2 4-102,-2 2 1,-2-6-1,0 3 1,-1-1 106,-5 0 1,2 8-1,-6-5 1,1 3 7,-1 0 0,-2-1 0,-3 5 0,2-3-74,1-1 0,2 0 0,-1 5 0,3 0 8,0 1 1,6-1-1,-3 1 1,5-1-73,6 1 1,-4-1 0,4 1 0,-4-1-69,-2 1 0,0 1 1,0 2-1,0 3-33,0-3 0,0-2 1,0-1-1,0 1-13,0 5 0,0-5 0,0 6 1,0-1-16,1-1 0,4 0 0,3-5 0,2 1-43,4 4 0,-3-3 1,5 3-1,3-4-14,1-1 1,-1 1 0,-1 3-1,1 3 11,5 2 1,-5-6 0,7 5-1,-1-3-43,4 0 0,-2 8 0,2-4 1,3 2-21,1 1 0,-4-3 0,0 4 0,2-2 1,2 2 0,2 0 1,0 0-1,0-2 20,0 2 1,-6 2 0,1 0-1,1-2 27,2-2 1,2 0-1,0 6 1,0 0 42,0 0 1,0 0 0,0-2-1,0-2 35,0-2 1,0 6 0,0 6 0,0-2 67,0-2 0,0-2 0,0 1 0,2 3-50,3 2 1,-1 0 0,8-6 0,0 0-9,-3-1 0,7 1 0,-6 0 0,1 0 14,1 0 1,-2 0 0,3 2 0,-1 2-21,1 2 0,-3-1 0,2-5 0,-1 0 42,-1 0 1,6 6 0,-5 0 0,3-3 52,-3-1 1,5-2 0,-4 0-1,3 0 0,3 0 0,-1-2 1,2-2-1,3-4 53,1-2 1,8 5 0,-2-7 0,4-2 64,2-1 0,6 3 1,2 0-1,-1-2 57,1-1 0,6-3 1,-5 1-1,3-1 11,-1 1 1,-1-1-1,3-1 1,-1-3 42,2-1 1,1-2-1,4 3 1,3-3 21,1-2 1,2 3 0,-2-5 0,6-2-19,4-2 0,2 4 0,-2 0 1,-2-2-52,-2-3 1,-6 1 0,6 2 0,2 2-67,2-2 1,0-2-1,-2 0 1,-4 2-70,-2 2 1,4-1-1,-6-3 1,-1 2-4,-3 2 1,0 0-1,3-6 1,3 0 1,2 0 1,-6 6 0,2-1 0,-1-1-12,1-2 1,2-2-1,2 0 1,-8 2 22,-5 4 0,-4-4 1,3 4-1,-1-4 27,1-2 1,-3 0 0,-1-2-1,1-2 45,0-2 0,-1-6 1,3 5-1,-6-1 85,-4 0 0,-1-5 1,3 1-1,2-2-116,-2 3 1,-2-5 0,-4 5 0,-2-5-86,-2-1 0,0-7 1,4 1-1,-2 2 15,-2 1 0,-2 3 1,4-3-1,-4-1-30,-1-2 0,3-1 0,-4 7 1,0 0 19,0-1 1,5 3-1,-7 1 1,-2 2-5,-1-1 1,-3-3 0,1-1 0,1-1-11,4 1 1,-9-1 0,3 1 0,-1-1-33,-1 1 1,7 0 0,-3-1 0,-3 1-29,-1-1 1,1 6 0,1 1 0,1-3 18,-1-1 0,0-3 0,-1 1 1,-2-1-22,-3 1 1,1-1 0,3 1-1,-1-1 31,-2 1 0,-3 0 0,5-1 1,-2 1-31,1-1 0,-3 1 0,0-1 0,-1-1-12,1-4 1,-4 3 0,3-3 0,-1 2-1,-4-3 0,4 5 0,-2-6 0,-2 1-57,-2 1 1,-2-6 0,0 6 0,0-1-59,0-1 0,-6 0 0,-2-4 1,0 4-52,0-1 1,-5 5 0,3-8 0,-2 0 7,1 2 0,1-4 0,-3 5 0,1 1 15,-2 0 1,-1-4 0,-3 4 0,3-1 34,3 1 1,-9-4-1,3 4 1,-1 0 64,0-1 0,-1-3 0,-1 6 0,-4 2 91,-3 1 0,1-3 0,-4 0 0,2 1 69,-2 3 0,-2 1 0,-2-1 1,0-2 23,0-3 0,-2 1 1,-1 6-1,-3-1 53,2 1 1,-4-1-1,3 1 1,1 1 1,2 5 0,2-5 1,-2 4-1,-2-3-19,-1-3 0,-1 1 0,6-1 1,-2 1-16,-4 0 1,-1-7-1,-5 1 1,4 2-12,1 1 1,3 3-1,-6-3 1,2-1-65,5-2 1,1-6 0,2 5 0,0 1-16,0-2 1,0 5-1,2-5 1,2 2-16,2 0 1,0-1 0,-6 5 0,2-2-30,4-3 0,-4 1 0,4 6 0,-2-1-8,2 1 0,-8-7 1,6 1-1,0 0-5,-2-2 1,0 5-1,-2-5 1,0 2 14,0-1 1,0 1 0,0 6 0,0-3 3,0-3 0,0 4 1,0-5-1,0 5 42,0 1 0,0 1 1,1-1-1,-1 1 25,0-1 1,0 1-1,0 0 1,0-1 1,0 1 0,-6 1 0,-1 3 0,-1 3 10,0 2 0,-5-4 1,3 5-1,-2-1-186,1 0 1,5 2-1,-5 6 1,-1-2-209,2-3 0,-3 3 0,7-4 1,2 4-337,2 2 1,10 0-1,4-2 700,4-4 0,1-4 1,1-7-1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4:52.742"/>
    </inkml:context>
    <inkml:brush xml:id="br0">
      <inkml:brushProperty name="width" value="0.08" units="cm"/>
      <inkml:brushProperty name="height" value="0.08" units="cm"/>
      <inkml:brushProperty name="color" value="#00A0D7"/>
    </inkml:brush>
  </inkml:definitions>
  <inkml:trace contextRef="#ctx0" brushRef="#br0">9728 507 13421,'10'-17'0,"-2"-1"-189,0 1 0,-6-1 1,5 3-1,-1 1-153,0 2 0,6 7 0,-5-5 0,1 0 317,0 1 0,0 3 0,-4-6 122,1-1 0,7-3 146,-6-1 1,0-1 0,-6 1-55,0-1 0,-2 1 0,-4 1-61,-6 4 0,-3-3 0,-3 5 0,1-1-106,-1-1 1,-5 8 0,-2-4 0,-2 3 14,-4-1 1,-2-6-1,-2 4 1,-2 1-61,-4-1 0,2 2 0,-5 6 0,-1-2-16,0-4 1,-1 4 0,-9-4-1,-3 4 101,-6 2 1,2 6 0,0 0 0,0 0 7,0 2 1,0-4-1,-4 5 0,4 1 70,1 0 0,5-4 0,6 3 0,1 1-14,1 0 0,-5-5 1,11 5-1,-1 0-66,0 0 1,-5 1 0,3 5 0,1-3-24,3-1 0,-2 0 0,0 5 0,1 1-7,-1-1 0,8 0 0,6 1 0,0-1-8,2 1 1,-6 5 0,6 0 0,-1-1-9,5-3 1,-2-1 0,0 1 0,-1 2-12,1 3 1,-4-1 0,4-4 0,0 3-2,-1 1 0,-3 6 1,4-6-1,0 1-3,0 1 1,-5-4 0,5 8 0,0 0 15,0-1 0,-4 3 0,5-6 0,1 2-23,-2 4 1,4 4-1,-7 4 1,3 2-12,4-3 1,-1-1-1,1-2 1,-2 2-7,2 4 1,-1-4 0,1 3-1,-2-3 12,1-2 1,3-4 0,1 0-1,1 2 18,-1-2 0,7-2 0,-1 3 0,0-3-8,3 2 1,-5-4 0,6 0-1,1 0-40,-1 0 1,2-3-1,6 3 1,0 0-19,0 0 1,0-6 0,0 5-1,0-3 4,0 0 0,0 2 0,0-3 0,0 1 1,0-2 1,0 5-1,0-1 1,0 0 27,0 0 0,-2 1 0,-2-5 0,-2 4 28,3 2 1,-7 1-1,0 3 1,-1-2 10,-1 2 0,0 2 1,-5 2-1,-1 0-2,1-1 0,3 1 1,-1 0-1,-5 2 18,1 4 0,0-4 0,1 4 0,1-3 10,-1 3 1,-5-4-1,0 4 1,1-4-26,3-2 0,1-1 1,1 1-1,-1 0 10,1 0 0,5-6 0,3 0 1,-1 1-7,0-3 0,6 4 0,-2-6 0,5 0-35,1 0 0,0 7 0,0-5 1,0 2-13,0 0 1,0-2 0,0 4 0,0-2-11,0 2 1,5-4 0,3 3 0,0 1-19,0 2 1,5-4-1,-3 0 1,4 2-18,3 2 0,-3-4 1,9 0-1,-2 0 11,2-2 1,-1 6-1,7-4 1,2 2 11,2-1 1,2 3 0,0-4 0,2 4 13,3 2 0,-3 0 0,4-1 0,-4-1 27,-2-3 0,6 3 1,1-4-1,1 4 4,0 2 1,-3-6 0,-5-2 0,2 0 83,4 0 0,-2-4 0,7 5 0,3-3 25,1-4 0,5 1 0,1-1 0,4 2-14,2-1 0,-4-3 0,4-2 0,3 1-17,2-1 0,-6 1 0,8-1 1,1-1-26,4-5 1,6 5 0,7-6 0,0-1-16,1-3 1,-7 2 0,-1-2 0,1 0 10,5 1 0,-3-5 1,10 4-1,-4-4 0,-1-2 0,1 0 1,0 0-1,0 0-4,-3 0 1,-3 0 0,7 0 0,3-2-3,6-4 0,-4 2 1,-2-5-1,-6-1 5,-5 0 1,5 4 0,-2-5-1,7-3 28,-1-1 0,-8-3 0,-3 1 0,-1-3 21,1-3 0,-12 4 0,2-7 0,-4 3 70,-4 0 1,4-8 0,-8 2 0,-2-4 45,-1-2 0,-9 0 0,-1 0 0,-3-2-53,-3-4 1,-10 4 0,-7-3 0,-7 3-118,-3 2 1,-8-2 0,4-2 0,-3-2-69,1 3 0,0 3 0,-8 4 1,-4 2-71,-5-2 1,1-2 0,-2 0 0,-1 2-12,-3 1 0,-3 7 0,-3-6 0,-1-2 34,2-2 1,-1-2-1,1 0 1,-4-2 47,-2-3 0,5-3 1,-1-6-1,4 3 88,1-3 1,5-1 0,-1-3-1,-2 1 79,3 0 1,1 1-1,-1 3 1,3-1 29,2-5 1,-3 7-1,5-5 1,0 1-195,-2 1 0,6-10 0,-6-2 0,3 0-26,-1 3 1,0 3 0,6 0-1,0-4 22,0-2 0,-6 5 0,0-1 0,1 2 43,-3-2 1,4 1 0,-6-7 0,0 0 13,1 2 1,3-6 0,-6 6 0,1-2-13,1 0 1,-6 8 0,5-4 0,-5 1-10,-1 1 0,-1-2 0,1 4 1,-1-4-15,1-2 0,-2 5 1,-3-1-1,-3 2-15,-2-2 0,4 5 1,-7-1-1,-1 7-34,-2 5 0,-2-1 1,1 4-1,-3-4-38,-4-1 0,4 5 0,-6-2 1,1 2 9,-5-1 0,2 9 1,1-4-1,-1 4 38,1 3 1,-3-5 0,-3 6 0,1 0 6,2 4 1,1 3-1,-7 3 1,1-1-20,0 1 1,-7 1-1,1 5 1,0 5-162,-2 4 0,-2 2 0,-6 0 0,0 2-83,-2 4 0,2 9 1,-15 11-1,-6 1-6,40-12 1,0 1 0,2 1 0,-1 1 0,2 1 0,-1 1 409,-42 20 1,9 1 0,3-6 0</inkml:trace>
  <inkml:trace contextRef="#ctx0" brushRef="#br0" timeOffset="1898">3354 298 11601,'-47'-28'-211,"3"7"1,-1 7 448,0 9 1,5 3 0,-5 2 0,0 0 80,1 0 1,3 0 0,-4 0 0,3 0-98,3 0 1,-4-2-1,3-2 1,1-2-175,2 2 0,2-6 1,2 1-1,2-3 75,2 0 0,0 1 0,-4-7 0,4 3-52,5 3 1,-1-3 0,0 3 0,-2-4-68,-4-1 0,-2 5 0,-2 3 0,-2 1 1,-4 4 1,0-4-1,-9 2 1,-4 3-132,-1 1 1,-5 2 0,2 2 0,0 1 82,-3 3 0,1 8 0,-6-3 0,4 3 133,2-2 1,-6 5-1,2-1 1,-2 5 20,2 0 0,-2-1 0,6-3 0,0 3 16,0 3 0,1-2 0,7 6 0,0 1-5,-1-1 0,1 2 1,-1 4-1,1-2-11,0-2 0,1-6 0,3 6 0,1 2-12,-1 2 1,5-3 0,2-3 0,4 0-60,2 0 0,6 2 0,2 4 1,2-2-72,4-2 1,1 0 0,3 6 0,-1 0-46,1 0 1,5-6-1,2 0 1,3 2-65,3 2 0,2 4 1,2 2-1,0 2-31,0-2 1,0-2 0,0-2 0,0 1 29,0 5 0,8-4 0,1 4 1,1-2-8,-4 1 0,2 5 1,-3 7-1,1 1 30,2-1 1,-6 1-1,6-1 1,-3 2 36,1 4 0,2-3 0,-4 5 0,2-2 33,-2 0 0,3 3 1,-1-3-1,0 4 40,2 0 0,-6 4 0,4-6 0,-3 2 42,3 4 1,-4 2 0,6 0-1,-2-2 11,0-2 0,1 0 1,-3 4-1,4-2-42,2-2 0,-4-8 0,5 4 1,3 1-5,1 3 0,3-2 0,-1 0 0,1-2-5,-1-4 1,6-1 0,3-3 0,1-2-30,4-3 0,4 1 1,4-5-1,3 2 23,3 3 1,0-5 0,3-2-1,-1-4 5,1-2 0,3-1 1,1-1-1,0-2 7,1-1 1,1-3 0,4 2 0,6-4 13,4 0 0,2-5 0,0 3 1,2-6 4,3-5 0,-1 4 0,6-7 0,-3 3 18,-3 0 0,6-9 0,1 5 0,7-2 25,5 0 1,-4 0-1,4-6 1,-4 0 4,-1 0 0,1 0 1,2 0-1,4 0-12,2 0 0,-6-6 0,5 0 1,-3 0-20,0-1 1,0 3 0,-6-6-1,1 2-14,-1 4 0,0-3 0,1 1 1,-3 0-19,-4-2 0,-3 4 1,-6-5-1,2-1-2,1 0 0,1 4 0,-6-3 0,0-1 47,0 0 0,-6 4 0,-2-5 1,-4-1 6,-8 2 1,1-5 0,-10 5 0,-1-1 76,3-1 0,-6 2 0,4-3 0,-5 1-54,-1-2 0,0 5 0,0-3 0,-2-2-26,-4-1 0,2-3 1,-5 1-1,-1-2 36,0-5 0,-2 5 0,-5-4 0,-1 1 10,1-1 1,-7 2-1,1-8 1,0-1 3,-3 3 1,5-4-1,-6 6 1,-1-2-78,1-4 1,4 0 0,-6 0-1,0 3-32,1 3 0,-5-6 0,4 2 1,-4-2-64,-2 2 1,0-4 0,0 6 0,0-2 11,0 0 1,-2-1-1,-4-3 1,-3 2 12,-1 2 0,-12 0 0,5-6 0,-2 0 31,-1 0 0,-3 6 0,-2 0 1,-1-2-3,1-2 1,-6 0 0,2 2-1,-4 2 3,-2-2 0,0 4 0,-2-2 1,-1-2 24,-3-2 0,-2-2 1,4 0-1,-1 0 64,1 0 0,-4-6 1,2-1-1,1-1 38,-3 0 0,6-5 0,-6 1 0,3-1 73,-1 1 0,-2-3 0,4 3 0,-3-3-45,-3-3 1,4 1 0,-3-1 0,1-1-16,4-4 1,2 3 0,2-5 0,0 0-93,0-4 1,1 4-1,1 2 1,1 3-114,3 3 0,0-6 0,-6 2 0,0 3 42,0 5 0,1-1 1,-1-7-1,0-2-4,0 1 1,0 3 0,0 2-1,0-1 27,0 1 1,-6-1 0,1 3-1,-1 3 7,-2 7 1,6-3-1,-5 0 1,1 1-75,0-1 0,-2 2 1,3 6-1,-7 0-95,-3 0 0,-3 2 0,-1 4 1,-2 6-190,-3 4 1,-7 1 0,0 1 0,-5 1-143,-5 4 1,0 5-1,4 7 1,-3 0-2144,-7 0 2675,-11 7 1,-4 11 0,45-4-1,-1-1 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5:00.123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190 175 8006,'-11'0'-685,"-1"0"1,8-2 660,-2-3 70,4 3 335,2-6 685,0 8 376,0 0-872,-7 0 0,3 0-14,-8 0 1,6 0-1,-3 2 398,1 4 0,-6-4-341,3 3 1,-3-1 0,0 0-43,3 2 0,5 0 0,-6-6 540,-1 0-768,5 0 0,2 0-168,12 0 1,6 0 0,11-2-1,6-2-132,4-2 0,10-5 1,3 5-1,7 0-103,5-2 0,4 6 0,10-4 1,1 4-24,3 2 0,6-5 0,-5-1 1,1 2 38,-1 2 1,-7 4 0,-10 2 0,-3 2 9,-7-3 1,-3-1 0,-3-2 0,-9 0 211,-9 0 0,-7 0 198,-2 0 0,-9 0-282,-8 0 0,-8 0-647,-9 0 0,-1 0 0,1 0 0,0 0-982,-1 0 1,1 0-1,-1 0 1,1 0 1534,-1 0 0,1-7 0,-1-3 0</inkml:trace>
  <inkml:trace contextRef="#ctx0" brushRef="#br0" timeOffset="501">1290 18 8005,'-17'-2'-717,"0"-2"605,-1-1 1,6-1 226,1 6 1,5 0 1114,-6 0 1,7 0 2028,-7 0-132,8 0-1096,-4 0-1450,8 0 1,2 0-229,4 0 0,4 2-241,7 3 0,1 3 0,1 6 0,2-4-127,3-3 0,1 5 0,-4-4 0,4-1-70,3 1 0,-7 6 0,4-5 0,-2 3 29,1 0 0,-1-3 0,-7 5 0,-3-2-61,-1 1 0,-8 3 0,-2 3 0,-12 3-580,-13 1 1,-16 2 0,-8-2 0,-5 6-3607,-6 4 4303,-12 2 0,-10 0 0,-7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5:01.82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130 175 8398,'-10'-7'1058,"1"5"-415,3-4 0,2 4 145,-8 2 1,7 0 53,-7 0 0,6 0-97,-6 0 0,7 0 912,-7 0-336,0 0-756,-5 8 1,9-6-279,8 3 0,8-3 0,11-2 0,5 0 5,5 0 0,6 0 1,5 0-1,7 0-39,3 0 0,5 0 1,3 0-1,4 0-165,0 0 0,10 0 0,-6 0 0,-2 0-43,-2 0 0,-6 0 0,-7 0 0,-6 0-269,-7 0 0,-5 0-217,-13 0 246,-8 0 0,-5 0-97,-10 0 1,-5-5-895,-8-1 0,7 0-2813,-1 6-955,8 0 4954,-3 0 0,7 0 0,0 0 0</inkml:trace>
  <inkml:trace contextRef="#ctx0" brushRef="#br0" timeOffset="417">1108 1 8080,'-17'0'317,"-1"0"1,1 0 0,-1 0 1167,1 0 0,-1 0-328,1 0 1,-1 0-86,1 0 0,7 2-415,4 3 0,5-1-297,1 8 1,7-8 0,3 4 0,2-3-99,-1 1 1,-1 2 0,4-4-1,-3 2-109,3-2 1,1 3 0,3-1 0,-1 0-3,1 2 0,1-6 1,2 4-1,3-3-144,-3 3 1,4-4 0,-1 6 0,-3-2-32,-2 0 1,-1 1-1,-1-3 1,1 2 23,-1-2 1,-7 6 0,-4 1-96,-4 5 1,-12 3 0,-9 3 0,-14 3-691,-12 2 0,-7 4 1,-9 8-1,-7 2-892,-5-3 1,-13 5 1676,-1-2 0,37-17 0,-3 0 0,-4-1 0,0-1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5:03.220"/>
    </inkml:context>
    <inkml:brush xml:id="br0">
      <inkml:brushProperty name="width" value="0.06" units="cm"/>
      <inkml:brushProperty name="height" value="0.06" units="cm"/>
      <inkml:brushProperty name="color" value="#F6630D"/>
    </inkml:brush>
    <inkml:brush xml:id="br1">
      <inkml:brushProperty name="width" value="0.08" units="cm"/>
      <inkml:brushProperty name="height" value="0.08" units="cm"/>
      <inkml:brushProperty name="color" value="#F6630D"/>
    </inkml:brush>
  </inkml:definitions>
  <inkml:trace contextRef="#ctx0" brushRef="#br0">1 350 9678,'0'-9'4417,"0"-1"-3327,0 4 1,2 4-400,4-4 0,-3 4-163,9 2 0,-6 0-108,6 0 0,-7 0 0,7 0-44,2 0 1,1 0-1,5 0 1,1 0-90,2 0 1,8 0 0,0 0 0,10 0-31,11 0 1,9-2 0,8-2 0,3-3-157,4-3 0,3 0 0,7-3 0,-5 1-242,-5-1 1,-14 5 0,-10 2 0,-11 2-890,-10-2 265,-13 4 0,-12-5 1,-14 7-1,-8 1-106,-5 5 0,-8-2 1,4 8-1,-3-1 8,-3-1 0,4 0 0,0-6 1,2 2-91,3-3 0,3 1 0,2 0 953,-1 2 0,-7 0 0,-2-6 0</inkml:trace>
  <inkml:trace contextRef="#ctx0" brushRef="#br1" timeOffset="434">1153 1 8189,'-17'0'110,"5"0"0,1 0 355,-3 0 1,-1 0 0,-3 0-71,1 0 0,5 0 1,0 0 88,-1 0 1,-3 0 0,-1 0 128,-1 0 0,1 0 0,-1 0 350,1 0 0,-1 6-390,1 0 0,1 1 1,3-3 280,1 2 0,8 2-436,-1-2 1,5-2 0,5 5-263,7-1 0,5 4 1,5-5-1,3 1-11,2 0 0,4 6 0,8-5 1,2 3-155,-2-1 1,-1-5-1,1 4 1,2 0-210,-2-1 1,-2 1-1,-4 4 1,-2-5-185,-2-1 1,-10 6-1,-1-3 1,-11 5-157,-5 1 1,-11 1-1,-11 1 1,-13 5-369,-11 5 0,-13 2 1,-3 2 925,-2 2 0,-10-4 0,-7 11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5:04.79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428 228 8076,'-18'0'-98,"1"6"1,-1 1-208,1 3 0,-1-6 0,1 2 149,-1-4 1,1-2-1,-1 0 112,1 0 0,-1-2-48,1-4 0,7 2 189,5-8 1,3 1 198,2-7-181,0 9 0,0-1-432,0 4 317,7 4 0,-5-6 0,6 8 0</inkml:trace>
  <inkml:trace contextRef="#ctx0" brushRef="#br0" timeOffset="498">201 193 8034,'-10'0'355,"0"-2"500,4-4-474,4 4 1,-7-8 417,3 5-104,4 3 0,-8-6 904,4 8-873,4 0 0,-7 0-220,3 0 0,2 0 1,-6-2 175,3-4 1,-7 4-210,2-4 0,3 4 1,-3 2 110,-2 0 1,5 0-40,-3 0-219,8 0-74,-11 0 1,15 0-126,0 0 1,9 0-1,15 2 1,5 2 63,4 2 0,15 0 0,7-6 1,5 0-11,6 0 0,11 0 0,9 0 0,7-2-90,4-4 0,0 4 0,2-6 0,-6 3-68,-4-1 1,-11-2 0,-8 4 0,-10-2 122,-6 2 0,-17 2 0,-8 2-114,-7 0-401,-5 0 0,-9-1 1,-8-3-339,-10-2 1,-5 0-1,-3 6 1,-1 0-141,-5 0 1,5 0 0,-6 0 0,2 0-402,-1 0 0,1 0 0,5 0 0,1 0 1248,0 0 0,-1 8 0,1 1 0</inkml:trace>
  <inkml:trace contextRef="#ctx0" brushRef="#br0" timeOffset="1050">1336 36 8090,'-12'0'-568,"0"0"1,9 2 0,-5 1 1029,0 3-40,6 0 1,-6-8 987,8-4-771,0 4 0,-2-5 307,-3 7 0,3-2 1242,-4-4-1250,4 4 1,4-6-542,4 8 1,3-2 0,9-2 0,1-1-152,4 1 0,5 2 1,9 2-1,3 0-72,7 0 0,3 0 0,5 0 0,1 2-172,2 3 0,-2-1 1,-9 8-1,-8 2-206,-8 1 1,-8 3 0,-13 1 0,-12 2-51,-14 3 0,-19 9 0,-17 0 0,-12 5-596,-10 1 0,-7 4 0,36-22 0,-1 1 850,-1 0 0,0 0 0,-3-2 0,0-1 0,1 2 0,0 1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5:07.62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736 978 7271,'0'18'-201,"0"-1"0,0 1 0,1-3 0,5-3 165,6-6 0,2-12-277,-3-6 1,-3 3 307,-8-3 0,0 6 0,0-6 15,0-1-10,0 5 0,-8-7 0,-2 5 0</inkml:trace>
  <inkml:trace contextRef="#ctx0" brushRef="#br0" timeOffset="783">543 1013 7542,'0'10'347,"0"0"422,0-5 3,0-3-317,0 6 1,0-6 560,0 4-36,0-4 23,0 6-608,0-8 1,-2 0 675,-3 0-38,3 0-662,-14 0 1,12 0-1,-5-2-86,1-4 1,0 2 0,4-10 0,-2-3 72,2-4 0,-3-10 0,-1-1 0,-2-6-128,-3-9 0,3-3 0,-2-7 0,1-5-203,1-8 1,0-5-1,6 1 1,-1-2-86,1 3 1,2 10 0,2 9-1,0 8-64,0 3 1,0 16 52,0 9 0,0 14 147,0 4 1,0 2 0,0 10-91,0 2 1,0-5 0,0 3-87,0 1 0,0 3 22,0 1 1,0-5 254,0 0 0,-2-3 27,-4 3 0,4-2 55,-4-4-333,4-4-299,2 5 0,-2-7-102,-3 0 123,3 0-528,-6 0-1214,8 0-1829,0 0 1438,0-7 2483,0 5 0,0-14 0,0 6 0</inkml:trace>
  <inkml:trace contextRef="#ctx0" brushRef="#br0" timeOffset="1516">351 157 7766,'-6'-11'1794,"1"-1"-765,-1 8-270,6-11 50,0 13-88,0-6-224,0 8 717,0 0-598,0-8 132,0 6-95,0-5-304,0 7 1,-8 0 0,-4 2-195,-3 3 1,-8 5 0,-3 8 0,-1 1-305,-4 4 0,4-3 1,-2 5-1,0-2-540,2 0 1,1-1 0,9-9-964,-1-1 1,5-2 957,7 1 1,14-11-1,17-11 1,0-7 49,1-5 0,5 4 0,-2-7 0,4 3 644,2 0 0,-6-6 0,-2 5 0,0 3-64,0 2 1,-5 1 0,-1 1 0,-6-1-288,-3 1 1,-10 7 610,-2 4 0,-8 4 0,-9 2 1,-1 0 331,1 0 1,5 6 0,1 0 0,-1 0 52,2 2 0,-5-7-393,3 5 0,4-2 473,2 2-241,5-4 27,1 6 95,0-8 210,7 0-305,-5 0 1,8 0-5,-4 0 0,-2 0-164,7 0 1,3 0 0,7 0-169,2 0 1,10 0 0,2 0 0,10 0-548,5 0 0,11 2 0,5 2 1,5 1-3951,5-1 4322,0-2 0,-6 6 0,-1 2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5:10.78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454 53 7746,'2'-10'671,"4"5"1,-4 1 75,4-2 458,-4 4-245,-2-6-354,0 0-117,0 6-58,0-5-202,0 7 89,0 0 0,0 7-138,0 5 0,-6 9 0,-2 5 0,1 3 79,-1 8 1,-4 7 0,4 16-1,-1 10-40,-5 10 1,-1 13-1,6-44 1,0 1-1,0 1 1,1 1-94,-1 0 0,0 1 0,1-4 1,1 1-1,-7 47 0,4-4-69,3-8 0,-5-7 0,6-14 0,0-6-73,-1-4 1,5-5-1,-6-8 1,2-12-42,0-8 1,0-9-81,6-1 0,0-9 4,0-2 1,0-2 0,0-9 53,0-3 1,0-1 0,0-3-20,0 1 0,-2 5 0,-1 0-252,-3-1 1,0 3 280,6-2 1,-6 7 57,0-7-84,0 8-1078,-1-4-340,5 8 1,-4 0 531,12 0 0,-2-2 981,7-3 0,1-5 0,5-8 0</inkml:trace>
  <inkml:trace contextRef="#ctx0" brushRef="#br0" timeOffset="581">123 1276 7324,'-10'7'-1216,"0"-5"1884,4 4-80,-3 4-383,-9 0 0,7-1 0,1-1 140,2 0 1,0-6 389,2 4-148,5-5 1,-9-1 733,4 0-255,4 0 171,-6 0-265,8 0-102,0 0-580,8 8 0,0 2 0,5 7 0,-1 1-296,2-1 0,1 3 0,3 3 0,-1 4-488,1 0 1,5 4 0,0-5 0,-3-1-2063,-7 0 0,3-2 2556,-5-5 0,5-1 0,1 1 0</inkml:trace>
  <inkml:trace contextRef="#ctx0" brushRef="#br0" timeOffset="915">402 1363 7019,'12'0'1536,"-1"0"-710,-7 0 431,12 0 329,-14 0-1122,5 0 1,-9 2 0,-3 4-85,-7 5 0,-4 5 0,-3 3 0,-2 3-173,-3 1 0,-5 8 0,6-2 0,0 4-402,-2 2 0,5 6 0,-3-2 0,5-7-626,7-6 0,3-1 821,8-2 0,8-7 0,1-8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5:13.88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1537 430 7461,'12'-2'235,"-1"-4"635,-7 4 63,4-6 647,-8 8 1148,0 0-1471,-8 0-676,6 0 1,-13 0-202,3 0 0,2 0 0,-1 0-211,-3 0 0,-2 0 1,-1 0-1,-2 0 36,-5 0 1,3 0 0,-10 0 0,-6 0 50,-8 0 1,-7 6-1,-6 0 1,-6-2-6,-4-2 1,-8-2 0,1 0-1,-1 0-25,-2 0 1,6 0 0,-1 0 0,7 0-12,7 0 0,5 0 0,4 0 0,5 0-94,10 0 1,0 0-1,8 0 1,-2 0 198,0 0 0,7 0-78,-1 0-470,12 0-313,3 0-73,8 0 217,0 0-118,8 0 6,-7 0-232,7 0-558,-8 0-725,0 0 3471,8 0 643,-6 0-823,6 0-951,-8 0-364,0 0 1,6-2-325,-1-4 0,3-4 0,-2-9 0,6-3-68,3-1 1,8-10 0,1 0 0,-1-8-52,2-3 0,-3 5 1,5 0-1,-2 6 183,-4 4 1,-7 10 0,-4-1-302,-3 7 511,7 9 0,-20 4 1,0 13-1,-7 7 248,-5 3 0,1 0 1,-1-5-1,3-1 136,3 1 0,-3-1 0,5 1 0,-2-1 8,1 1 0,5-7 0,-6-1 0,1 0-110,1-1 1,0-3 0,4 6-133,-5 1 1,1-3 0,-2 2-215,-1 1 1,3 1 0,-2-1 19,-1-1 0,3 0 1,-2 3 115,-1-3 0,3 1 0,0-5 60,3 2 0,-1 0 0,4 3 71,-2-1 0,0-6 0,4 5 56,-3 3 0,3-4-43,-4 1 1,4 1 121,2 5 1,-2-1 396,-4-4 128,4 3 5,-6-13-331,8 6 0,2-10 1,4-4 0,-2 2-166,8-8 0,-1 3 1,7-5-1,-1 4-22,1 3 1,-1-5 0,3 6 0,5 2-86,10 2 0,8 2 1,13 0-1,8 0-312,11 0 0,13 6 0,9 2 145,-45-3 0,1 0 0,5 0 0,0 1 0,-1 3 0,1 0 0</inkml:trace>
  <inkml:trace contextRef="#ctx0" brushRef="#br0" timeOffset="2200">87 761 6255,'0'-9'566,"0"-7"1,0 12-178,0-7 1,0 5-11,0-6 1,-2 8 0,-1-3 5,-3-1 0,0 4 0,4-6 52,-4 2 1,4 1-1,-6 3 402,1-2 1,5-2-194,-4 2 1,2 4 655,-2-3-516,4-5 1,-7 8 299,3-4 71,4 4-727,-6 2 1,8 8 0,2 4-164,4 3 0,11 3 0,12 1 0,6 2-387,6 3 1,13 5 0,16-6 0,10 0-1728,5 3 0,8-9 1847,0 0 0,-39-4 0,1 0 0,-2-4 0,1 1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21:09.06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210 1031 7717,'6'17'-72,"2"-1"1,0-3 457,0-1 0,-3 0-90,-5 5 1,-2-1 0,-1-3 145,-3-1 0,-2-6 240,2 5 322,4-7-785,-6 4 0,3-10 0,-1-4 1,2-6 23,2-3 1,0-4-1,-2-3 1,-4-3-106,-1-2 0,3-8 0,-6-8 0,1-1-248,1-5 0,-6-7 0,5-6 1,-5-6-113,-1-10 1,-3-1 0,1-5 0,1 3 22,9 9 1,5 8 0,6 13 0,4 5 127,5 5 1,13 12-1,5 6 1,4 5 60,2 7 0,0-3 0,-2 8 0,-2 2-58,-2 2 0,0 2 0,4 0 1,-2 0 45,-2 0 0,-6 6 0,4 2 0,-3 2-547,-9 3 0,1 3 1,-10 3-1,-3 2-191,-1 3 1,-2-1-1,0-6 760,0 1 0,-7 7 0,-3 2 0</inkml:trace>
  <inkml:trace contextRef="#ctx0" brushRef="#br0" timeOffset="317">36 646 7704,'0'12'-598,"-2"0"323,-4 1 1,2 1 1924,-7-2-1017,7-5-366,-4-7 1,10 0 0,4-2 0,5-1 101,5-3 0,3-8 0,3 4 0,3-1-174,2-1 1,-4 0 0,4-3 0,1 1-388,-1 3 1,0 1-1,4-4 1,-4 5-871,-2 1 0,1-4 1062,-3 7 0,4-9 0,8 4 0</inkml:trace>
  <inkml:trace contextRef="#ctx0" brushRef="#br0" timeOffset="1201">804 646 6654,'0'12'1041,"0"0"1,-2-8-460,-3 1 0,1-3-212,-8-2 0,0-2-237,-5-3 1,5 3 0,1-4-71,-3 4 0,-2 8 1,-1 2-1,0 1-94,-1 5 1,6 1 0,1 3 0,-1 1-116,2 4 0,1-3 1,5 5-1,-2-2 123,2 1 0,2-1 0,4-6-103,4 1 1,4-8 0,7-5 123,1-3 0,-1-4 0,1-3 0,-1-7 19,0-4 1,-5-1-1,0 0 1,1-1 117,3 1 1,-4-1 0,-3 1-1,1 1 501,0 4-376,-6-3 1,9 15 0,-7 2 0,-4 13 64,-6 13 0,0 14 0,-8 9 1,-1 9-494,-3 8 0,-9 6 0,-4 15 1,-6 2-33,15-44 1,-1-1 0,-16 38-1,-3-15 1,3-10-258,2-11 1,0-13 0,2-14-266,4-7 0,6-16 0,9-15 722,2-11 0,1-12 0,-7-5 0</inkml:trace>
  <inkml:trace contextRef="#ctx0" brushRef="#br0" timeOffset="1866">1154 262 7688,'17'-9'4,"-1"-1"0,-3 6 0,-3-4 138,-2-1 1,-1 5 515,-1-2-315,-4 4 0,6 10 1,-8 5-1,0 7-19,0 3 1,0 8 0,0 0 0,0 6-230,0 4 1,0 5 0,0-1 0,0 3-68,0 7 0,0-5 1,0-5-1,0-3-226,0-3 1,0-2-1,0-4-247,0-4 481,0-11 0,0-18 0,0-12 1,0-3-21,0-3 1,0-5 0,-2-2 0,-2-1-36,-2 1 1,-2-4 0,3 4 0,-5 0-101,0-1 1,-5 3-1,5 6 1,-2-1-91,1 1 0,-1 1 0,-5 4 156,-1 7 0,1 5 1,-1 5-1,1 9 115,-1 7 0,1 7 1,-1 8-1,3 5 134,3 6 1,-1 3 0,7 3 0,0-3-158,-2-3 1,6 1 0,-4-5 0,6-2-216,6-5 0,4-5 0,7-15 1,3-4-24,3-7 0,-2-3 0,7-4 0,-1-3-231,0-7 1,-4-9-1,6-5 1,0-1 70,-1-4 1,3-2-1,-6-2 1,0 0 358,0 0 0,-1 1 0,1-9 0,2-2 0</inkml:trace>
  <inkml:trace contextRef="#ctx0" brushRef="#br0" timeOffset="2133">1503 245 7438,'-12'6'-279,"1"-1"0,5 1 1040,-6-6 1,6 0 0,-3 2-332,1 4 1,2-2-1,6 9 1,0 5-130,0 3 1,0 12 0,0 2 0,0 10-63,0 5 1,0 10-1,0 4 1,0 6-34,0 6 1,-2 0 0,-2 1 0,-2-9-987,2-6 1,1-11 0,-1-12-1,-2-8-1773,2-8 1962,2-11 0,2-7 0,0-10 591,0-7 0,6-4 0,0-1 0,7-8 0,-3-2 0</inkml:trace>
  <inkml:trace contextRef="#ctx0" brushRef="#br0" timeOffset="2431">1555 734 7681,'-11'6'61,"-1"-1"0,-2 1 471,-1 2 0,3-6 92,1 4-351,7-4 1,-2-2-1,12 2 1,5 2-35,5 1 1,3 1 0,3-6 0,3 2-33,2 4 0,2-2 1,6 6-1,0-1-1,0 1 1,-2 2-1,-2 7 1,-4 2 22,-2 3 0,-1 7 0,-9-2 1,-3 4-5,-6 2 1,-4 0 0,-4 0 0,-4-2-66,-6-4 1,-11 4 0,-6-4 0,-6 2-304,-6-2 1,2-4 0,-5-7-1,-1-3-680,0-3 0,1 1 1,-3-7-1,6-4-1966,5-6 2789,1-5 0,0-17 0,0-1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21:19.5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403 106 7706,'0'9'1071,"0"1"-647,0-4 0,-2-2 1,-4 7-166,-6 3 1,3-4-1,-3 3 1,0 5-85,3 3 0,-7 12 0,4 0 1,-3 10-62,-3 7 0,-5 3 0,-2 15 0,0 3-220,-1 1 0,1 6 0,4-3 1,-2-1-175,1-2 0,5-12 0,5-9 0,4-16-112,1-16 0,7-6 277,0-13 0,2-5 1,9-19-1,3-7 115,1-7 0,3-7 0,-1-7 0,1-1 36,-1 1 0,1-8 1,-1-3-1,1 1-127,-1 4 0,-5-4 0,-3 0 1,1-2 17,0 0 1,-1 10-1,3 1 1,-4 12 219,0 10 1,-4 8 66,7 11 0,-7 7 0,2 10 1,-2 7 23,2 4 1,3 9 0,9 4 0,-1 4-155,1 2 0,-7 2 0,1 3 0,2 7-115,1 4 0,1-7 1,-3-1-1,-1-2-309,1-1 0,-3-1 0,0-10 0,-2-5-157,-5-5 1,-1-2-595,-2 1 1,-2-8 1090,-3-5 0,-5 5 0,-8 0 0</inkml:trace>
  <inkml:trace contextRef="#ctx0" brushRef="#br0" timeOffset="215">1 717 7738,'17'0'109,"1"0"0,-6 0 0,-1 0 0,5 0 253,5 0 0,0-6 0,7-2 0,-1-1-213,0-5 0,2 4 0,6 1 1,2-1-385,4 0 0,-5 1 0,5-5 0,-4 4-180,-2 3 0,-6-5 1,-2 4-1,0 0-982,1 1 1397,-15-7 0,18 4 0,-11-7 0</inkml:trace>
  <inkml:trace contextRef="#ctx0" brushRef="#br0" timeOffset="1249">822 193 7735,'0'17'0,"-2"1"0,-4-3 249,-6-3 1,-3 4 0,-1-5 0,1 5 4,-3 1 0,5 1 0,-9 1 1,7 4-17,3 7 1,3 3 0,-3 3 0,6 3-125,4 2 0,2 9 0,0-1 0,2 3-146,4-1 0,6-12 1,9-5-1,4-8-130,2-7 0,-3-9 1,3-4-1,-2-4 40,-4-2 1,5-10 0,-3-6 0,-2-7 95,-1-4 0,-3-2 0,-1-6 0,-5 0 29,-5 0 1,2 0 0,-2 2-1,-2 2-7,-3 2 1,-6 2-1,-3-4 1,-2 4-111,-3 1 0,-3 3 1,-3 8-1,-3 1 52,-1 2 1,0 8 0,5-1 0,1 3 63,-1 2 0,1 7 1,1 5 128,5 4 1,5 1-1,12 1 17,5-1 0,5-2 1,3-3-1,5-6-24,5-4 1,0 4 0,4 0-1,4-3-19,0-1 1,-1-7 0,-1-3 0,0-2-134,0-4 0,-2 5 0,-2-3 0,-4-1-360,-1-3 0,-1-1 1,-4-1-1,1 1-307,-7-1 1,2 1 0,-5-1 0,2 1 600,-3-1 1,3 7 0,-8-1 44,-2-2 1,3-1 0,-1-3 77,-2 1 1,-2 0 0,-2-1 173,0 1 0,-8 7 0,-1 2 256,-1 0 0,-6 6 0,5-1-44,-5 6 1,-1 7 0,-1 10 0,1 3-3,-1 6 0,1 4 0,1 2 0,3 0-154,1 0 1,2 7-1,-3 5 1,3 1-186,2-1 0,3 4 0,5-7 0,1 1-76,5-4 1,4-12-1,7-8 1,3-7-70,3-9 0,-1-7 0,7-7 0,0-13 72,-2-9 1,6-2 0,-6-13 0,2-3 33,0-1 1,-7-5-1,-1 1 1,-6 0 48,-3 3 0,-8 3 0,0-3 0,-8 5-200,-8 5 1,-5 6-1,-6 6 1,-5 6-221,1 3 1,-6 11 0,6 3 0,0 4 39,4 2 0,-3 8 0,3 3 0,4 7-157,5 5 1,1 2-1,7 6 1,2-2 62,2 2 0,2-3 1,2-1-1,4-2 187,5-4 0,7-1 1,3-5-1,4-3 203,3-6 0,3-4 0,7-2 0,5-2 29,2-4 1,-5-4 0,7-9 0,0-2-39,-3-3 1,5-5 0,-8 4-1,-3 0 469,-1-1 1,-2 1 0,-2 4 0,-4-2 289,-5 1 1,-5 9-134,-2 1 0,-1 10 0,-4 2-189,-7 10 1,-3 5 0,-4 5 0,-2 3-165,-1 6 0,-9-2 0,4 4 0,-1 4-112,-1 4 0,0 10 0,-5-3 1,-2 3-59,-5-3 0,11 3 0,-5-7 0,5 1-139,3 0 0,-4-2 0,9-8 0,1-2-20,2-2 1,4-14 0,3 1 0,7-7-142,4-5 0,3-2 0,2-4 0,5-4-19,1-5 1,4-12 0,8-5 0,1-1-310,-1 0 0,4 0 1,0-4-1,1 2 69,5 2 0,-5 8 0,1-5 465,-2 1 0,5 6 0,-3-6 0</inkml:trace>
  <inkml:trace contextRef="#ctx0" brushRef="#br0" timeOffset="1749">1223 1677 7686,'0'26'-408,"0"-7"1,0 4 0,0-3 808,0-3 1,0-5-1,-1 0 1,-3 1-95,-2 3 0,-2-5 0,4 1 620,-2 2-564,-7-7 0,11-1-223,-4-12 0,4-3 0,2-9 0,0 1 89,0-1 0,0-7 1,0-4-1,0-4-49,0-2 1,-2-2 0,-2-4 0,-2-5-150,3-5 1,-1-1 0,0-2 0,-2-5-165,2-5 0,2-9 0,2-3 0,0 4-53,0 6 0,2 8 1,4 11-1,6 10-49,3 12 0,3 10 0,-1 15 1,0 0-221,1 0 1,-1 9 0,-1 9-1,-2 9 7,-3 6 1,-1 8 0,3 3-1,-3 5-176,-2 5 1,-2 3 623,-6-5 0,-8 0 0,-2 1 0</inkml:trace>
  <inkml:trace contextRef="#ctx0" brushRef="#br0" timeOffset="2215">1084 1433 7965,'0'-17'1098,"0"5"39,0 0-819,0 8 1,8-9-1,3 7-203,5 2 1,1 2-1,3 2 1,1 0-85,2 0 0,6 0 0,-3 0 0,-1 2-142,0 4 1,6-4-1,-4 6 1,2-3 39,0 1 0,-5 0 0,3-6 0,-2 0 57,-4 0 1,-1 0 0,-3 0 0,1 0-33,-1 0 1,7-8-1,-1-3-21,-2-5 1,-7 4 0,-5 1 0,1-1-41,0 2 0,-6-5 0,2 3 1,-5-3-8,-1-3 1,0 7 0,-1-1 33,-5-2 1,-6 1-1,-9 1 1,-4 6 70,-3 4 1,5 4 0,-4 4-1,0 6 49,0 3 1,-1 5 0,-1 1 0,6 4-3,4 3 0,-3 1 0,3 6 0,3 0-51,1-1 1,7 1-1,2-2 1,6-2-309,6-1 1,10-3 0,9 0-1,2-10-80,4-9 1,2-6 0,4-2 0,2-2 182,1-4 0,1-5 0,-6-13 1,-2-3 217,-4 0 0,2-6 0,-7 4 0,7-4 0,-4-2 0</inkml:trace>
  <inkml:trace contextRef="#ctx0" brushRef="#br0" timeOffset="2613">1887 1328 7686,'18'-17'-1294,"-9"5"2404,-3 0 88,-4 9-990,-2-5 0,-6 10 1,-2 2-78,-1 1 0,-1 9 1,-4-4-1,3 1-59,-3 1 0,1 0 1,-1 5-1,2 1-25,-1-1 1,-1 2 0,1 3 0,3 1-39,2-2 0,-3-1 1,5-3-1,2 1-49,2-1 1,2-5 0,2-2-56,4-3 0,5-3 0,11-10 1,3-5-86,2-5 1,-4-3 0,5-4-1,-1-7 44,0-3 1,0-7 0,4-1-1,-4 2 76,-2 2 0,1 8 1,-5 2-1,0 2 200,-5 3 90,1 11 1,-15 13 0,2 15 0,-6 10-113,-4 6 1,1 4-1,5 2 1,0 4-174,0 1 0,0-5 0,0 4 0,0-4-362,0-4 1,5 1 0,3-14 0,0-5-128,0-3 1,5-12 0,-3-4 543,0-14 0,3-3 0,-5-10 0,0-2 0,0-2 0,3-2 0,-5 0 0,8-8 0,-5-1 0</inkml:trace>
  <inkml:trace contextRef="#ctx0" brushRef="#br0" timeOffset="2813">2306 717 7686,'10'17'-692,"-4"1"1,-6 1 1177,-6 5 1,2-3-1,-6 8 1,1 2 32,-1 2 0,4 10 0,-4 3 1,3 5-337,3 1 1,-4 6 0,2 1 0,2-1-759,2 2 1,2-13 0,0-1-331,0-7 1,2-14 563,4-7 1,-4-16 0,4-14 0,-6-4 340,-6-1 0,-4-8 0,-7-2 0</inkml:trace>
  <inkml:trace contextRef="#ctx0" brushRef="#br0" timeOffset="3147">2044 909 7442,'18'6'0,"-3"2"-585,-3 1 0,3-3 1167,-3 6 0,4-1 0,1 7-319,1-1 1,-7-5-1,1 0 1,3-1-73,7-1 0,-3 6 0,6-5 0,-1 5-52,-1 1 0,2 1 0,-4-1 1,3 2-20,-3 5 0,-3-5 1,-5 4-1,-3-3 33,-2-3 0,3 7 0,-5-1 1,0-2 121,2-1 1,-6-3-1,3 3-92,-3 3 0,6-4-207,4 4 1,3-11 0,3-6-57,-1-4 1,-5-10 0,0-5 0,1-7-43,3-3 1,1-6 0,1 4 0,-1-3-225,0-3 1,1-2 0,-3-2 0,-1 2 16,-2 4 1,-6-4 0,3 4 0,-1-2-846,-4 2 0,4 4 1174,-3 7 0,-7-7 0,-7-2 0</inkml:trace>
  <inkml:trace contextRef="#ctx0" brushRef="#br0" timeOffset="3697">2743 1101 7686,'8'18'42,"-6"-1"1,3 1 0,-3-1 236,-2 0 0,0 1 1,0-1-1,0 1 164,0-1 1,0 3 0,0 1 0,0 4-201,0 2 1,6-3-1,0 3 1,0-2-118,2-4 1,-7-1-1,5-3-338,-4 1 195,6-8 0,-6-10 0,4-12 0,-4-6-77,-2-5 0,2-4 0,2-10 0,1-2 22,-1-1 1,-2-7-1,-2 4 1,0 1-144,0-1 0,0-4 1,0 9-1,2 3 94,4 4 1,-4 9 0,6-1-1,-3 4-71,1 1 0,8 8 0,-2 6-141,3 8 0,-3 6 0,-1 9 1,3 3 1,1 1 0,1 8 0,-2-2 0,-3 4 331,3 2 0,-5 0 0,3-2 0,0-4 0,-3-6 0,5-3 0,-6-3 0,0 1-61,-1-1 0,5-5 0,-4-2 49,1-3 0,-3-1 151,6-6 0,-6-2 1,3-4-1,1-5 61,0-5 1,-4-1 0,5-1 0,1 1-71,-2-1 0,5 1 0,-5-2 1,2-3-45,-1-1 0,-5 0 0,4 5 0,-1-1 52,1-5 0,-6 11 1,2-5-1,-4 3 100,-2-1 1,-2 7 0,-4 3 2,-6 4 0,-3 4 1,-3 4-1,3 7-52,3 9 1,-3-1 0,3 8 0,-4 2-155,-1 2 1,1 2-1,5 0 1,5 0-228,4 0 1,2 6 0,0-1 0,2-3-158,4-6 1,11-6-1,12-7 1,4-3-420,2-3 0,8-12 768,4-12 0,11-19 0,4-5 0</inkml:trace>
  <inkml:trace contextRef="#ctx0" brushRef="#br0" timeOffset="4149">4175 385 7086,'-8'-17'-553,"-2"7"0,-7 6 816,0 8 0,5 6 1,0 9-1,-1 6 230,-3 10 1,5 2 0,1 10 0,2 3-193,4 6 0,2 8 0,2 12 0,0 4-277,0-1 1,2 1 0,2-8-1,4-1-69,2-3 0,-1-13 1,5-7-288,-3-11 1,-1-20 0,4-1 0,-5-8-107,-1-10 0,0-6 0,-4-9 0,4-3 44,1-3 0,1 2 0,2-7 394,-7 3 0,5-6 0,0 4 0</inkml:trace>
  <inkml:trace contextRef="#ctx0" brushRef="#br0" timeOffset="4664">4385 996 7701,'11'0'-613,"1"0"321,1 0 1,-3-2 446,2-3 1,-8 1 0,3-6 0,-1 0 98,0 1 0,0-3 1,-6-5-12,0-1 0,0 6 0,-2 1-143,-4-3 1,-4 1 0,-7 1-119,-1 6 0,1 4 0,0 2-18,-1 0 1,1 8 0,-1 4 0,3 5 32,3 6 0,-2-3 0,9 5 1,1-2 41,2 1 1,2-1 0,0-6 0,0 1 42,0-1 1,7-1-1,5-5 1,4-5-51,1-4 0,1-2 0,1 0 0,2 0-53,3 0 1,1-8-1,-4-5 1,2-7-22,-1-3 0,-3-2 1,-1 4-1,-1-5-12,1-1 0,-9 6 1,-1-2-1,-2 3 177,0 3 0,0-1 91,-6 1 1,-2 7-1,-4 4-132,-6 4 0,4 10 1,1 6-1,1 5-47,0 4 1,0 1 0,6-5 0,0 2-345,0 3 0,0 5 0,0-6 0,0-2-350,0-1 1,0-3 0,2 1 274,4-1 0,4-1 0,7-7 384,1-9 0,-1-2 0,0-9 0,1-9 0,-1-7 0</inkml:trace>
  <inkml:trace contextRef="#ctx0" brushRef="#br0" timeOffset="5230">4821 804 7701,'10'0'291,"-2"0"1,-8 2-18,0 4 0,0-2 0,0 8 0,0 1-79,0 3 0,0 7 1,2 2-1,1 0-115,3 1 1,8 3 0,-3-6 0,5-2-85,1-1 0,1-3 0,-1 1 0,1-3 49,-1-3 1,-1-2 0,-3-7-139,-1 3 1,-8 2 152,2-2 0,-6 4 1,-6 7-1,-6 0-24,-3 1 1,-3 5-1,-1 2 1,-2 1-80,-3-1 0,-5-2 1,6-5-1,2-1-42,1 1 0,3-9 0,-1-3-246,1-4 1,7-4 0,4-6 111,4-9 1,4-3 0,4-7 0,6 2 199,3 4 1,3-4-1,-1 1 1,1 3 190,-1 1 1,1 3 0,-1 1 0,0 3 73,1 1 1,-1 1-1,1-7 1,-1 3 48,1 3 0,1-4 0,3 5 0,1-5-146,-2-1 0,-1-1 0,-3 1 0,0-3-98,1-3 0,-1 4 0,-1-6 0,-4 1-70,-7 1 1,3 0 0,-2 5-32,-2 1 1,-4 1 84,-6 5 1,-4 3 0,-7 8 0,-1 2-43,1 4 0,5 3 1,1 11-1,-3 1 4,-1 2 1,5 1 0,2-5 0,2 2-370,0 3 1,1 1 0,5-4 0,0 3-109,0-3 0,0-2 1,2-1-1,1-1-29,3 1 0,14-3 0,-1-3 1,4-6 508,3-4 0,5-2 0,-4-2 0,0-6 0,-4-10 0,4-7 0,1-10 0</inkml:trace>
  <inkml:trace contextRef="#ctx0" brushRef="#br0" timeOffset="5532">5467 787 7701,'10'11'364,"-4"1"1,-4 0 0,-4 3 0,-2-1 130,-2-3 0,-2 1 1,4 8-317,-1 3 0,-1-10 0,4 5 0,-2-3-135,-2 1 1,0 1 0,6 1 16,0-1-274,0-7 0,0-4 230,0-12 1,0-10 0,0-7 0,0 0 23,0-2 0,6-1 0,2-5 0,2 2-32,3-2 1,-3 0-1,0 0 1,-1 4-4,1 2 1,2 1-1,5 7-175,1 0 1,-1 1 0,1 4-1,-1 7-148,0 3 0,-5 2 0,0 0 0,1 2-303,3 3 1,-4 5 0,-3 8-1,1-1 620,0 0 0,1 1 0,7-1 0</inkml:trace>
  <inkml:trace contextRef="#ctx0" brushRef="#br0" timeOffset="5865">5886 682 6881,'18'-10'867,"-8"-5"0,-5 13 0,-8-2 0,-5 6-357,-2 4 1,4 5 0,-5-3-344,-3 2 0,0 1 0,1 5 9,1-4 1,8 3-251,-1-3 1,3-2 0,2 1-3,0 3 1,0-5 0,2 3 321,3 2 1,-1-5 0,8 1 236,1-2 1,3 5 67,1-1 1,-7-2-1,-4 1-267,-4 3 0,-2-4 1,0 1-1,0 3-512,0 1 0,-8-3 0,-4 0 0,-3 1-519,-2 3 0,-7 1 1,-1-1-1,-2-3 747,-4-1 0,-10 0 0,-4 5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39:39.86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887 227 7720,'8'-17'133,"-6"5"0,4 1 1,-5-3-1,-1-2 221,0-1 1,0 5 0,0 1-34,0-3 0,0 4 0,-1 1-8,-5 1 1,2-4 0,-8 7-118,-1 1 0,-9 2 1,-1 2-1,2 0-30,1 0 0,-3 2 1,-2 3-1,-1 7-43,1 4 0,-4 1 0,4 2 1,0 5-90,-1 5 1,-3 4-1,8 2 1,4 2 75,3 3 0,10-1 1,-2 8-1,4-1-20,2-1 0,16-2 0,7-10 0,10-4-78,8-6 0,4-11 0,7-6 1,2-6-21,4-6 0,-3-6 0,3-11 0,-4-8-29,-1-8 0,-9 0 0,-5-6 1,-8 1 6,-8-1 0,-9 6 0,-4-1 1,-4 5 26,-8 6 1,-8 3 0,-13 9 0,-6 1-114,-4 5 1,-2 1 0,0 6 0,-2-2-381,-4 2 1,4 4 0,-4 4 0,7 4-277,4 2 0,-1 1 0,8 9 1,2 1-855,1 3 1626,11-1 0,-7 2 0,6 2 0</inkml:trace>
  <inkml:trace contextRef="#ctx0" brushRef="#br0" timeOffset="267">957 402 7720,'-6'-12'-1517,"0"1"3299,-7 7-1065,3-12 1,2 16 0,8 0-389,10 10 0,5 4 1,5-1-1,1-1-356,2 1 0,7 5 1,-5 3-1,0 2-347,0-1 1,0-3 0,-3-1 0,1-1-1478,-2 1 1851,-1-1 0,-3 1 0,1-1 0</inkml:trace>
  <inkml:trace contextRef="#ctx0" brushRef="#br0" timeOffset="667">1463 0 7741,'0'12'487,"0"0"1,0-7-399,0 7 0,6-6 0,2 4 15,2-3 0,-5 7-518,7-2 0,0 3 0,3 3-368,-3-1 0,-2-5 782,-5-1 0,-3 1 0,6 5 0</inkml:trace>
  <inkml:trace contextRef="#ctx0" brushRef="#br0" timeOffset="1033">1865 123 7742,'17'-2'124,"1"-4"0,-3 2 239,-3-8 0,-4 6-104,-8-5 1,-2 7 0,-4-2-86,-6 4 1,-1 4 0,-1 4-1,3 4-18,-3-1 0,-1 7 1,-1-4-1,2 1-85,3-1 0,1 3 1,-3-3-1,3 3-46,2 3 0,-4-6 0,7-1 1,1 3-97,2 1 1,2-3 0,0 0 131,0 1 0,8 3 0,5 1 57,8 1 0,-1-7 1,3-1-1,-3 0-93,-3-1 0,0-3 0,1 6-117,-1 1 1,-7 3-1,-4 1-375,-4 1 1,-10-1 0,-4 1 0,-3-1 466,-3 1 0,-15 7 0,-3 2 0</inkml:trace>
  <inkml:trace contextRef="#ctx0" brushRef="#br0" timeOffset="1649">206 1153 7751,'-18'6'-715,"1"0"1,0-3 936,-1-1 1,1 4 0,-1 0 135,1-2 0,-1 4 0,1-2 203,-1-3 1,3 1-68,3 2 1,8-4-154,16 4 0,1 2 0,17-3 0,3-1 119,5-2 1,3-2 0,10 0 0,5 0-50,4 0 1,10-7 0,9-3 0,7-2-149,9 1 0,-42 5 0,1 0 0,1-3 1,0 0-1,0 1 0,1-1-165,0 0 0,0 0 0,1 1 0,1 1 0,4 0 0,0 0 0,0 2 0,0-1-126,0-1 0,-2 0 0,0 2 1,-1 0-1,-6 0 0,-1-1 1,0 0-1,0 0-11,1 2 1,-1-2 0,3-1 0,1-1 0,-2 2 0,0 0 0,-2-1 0,-1-1-335,44-10 0,-7 1 1,-5-1-1,-5 3 95,-6 3 0,-6-3 0,-14 5 0,0 0-122,1 4 1,-9 3 0,-5-1 0,-8-2-749,-8 2 0,-9-4 557,-2 2 1,-16 1 590,-2 5 0,-15-8 0,-6-2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39:42.18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0 420 7543,'18'0'868,"-1"0"1,-1-2 550,-5-4-863,-3 4 1,-8-4-402,0 12 1,0-2 0,0 7 0,0 3-126,0 2 0,-2 3-525,-4 4 0,2-3 1,-5 3-1,1-4-2048,4-1 2543,2-8 0,-6 5 0,-1-5 0</inkml:trace>
  <inkml:trace contextRef="#ctx0" brushRef="#br0" timeOffset="434">157 0 7872,'12'6'430,"0"0"1,-1 8-97,7-3 1,-9-1 0,-1 0 0,0-1 214,4 1 0,3-4 0,3 6 0,-1 1-147,1 3 0,-1 1 0,-1 3 0,-3 1-166,-1 2 1,-3 8 0,5-2 0,-4 6-40,-2 6 0,-3-4 1,-5 6-1,-2-1-426,-3 5 1,-5-1-1,-8 3 1,-1 1-376,-4-1 0,1-6 0,-7 1 1,0 1-987,2 0 1,-4-9 1589,8-1 0,-8 0 0,3-8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0:04.81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140 856 8025,'0'10'-476,"0"0"2118,0-4-453,0-4 414,0 5-366,0-7-60,0 0-742,0-7 0,0 3 1,-2-6-1,-2 0-75,-1 1 0,-1-3 0,6-6 1,-2 1-12,-4 0 1,4-1 0,-4-1-1,4-3-92,2-1 0,-5-8 0,-1 2 0,2-4-112,2-2 0,-4-6 1,0-1-1,2-3-189,2-4 1,-3 5 0,-1-1 0,2 0-115,2 1 1,4 5-1,2-2 1,4 6 35,1 6 0,1 4 0,4 8 0,-3 1-152,3 4 1,1 5-1,3 7-312,-1 0 1,1 7-1,-1 7 1,1 5-59,-1 5 1,1 5-1,-1-4 1,-1 2-176,-5 4 0,3 0 0,-6 0 0,-1-4-473,1-1 1,4 3 1291,-6-6 0,-1 8 0,-5-4 0</inkml:trace>
  <inkml:trace contextRef="#ctx0" brushRef="#br0" timeOffset="333">1 612 8037,'9'8'231,"-1"-4"208,-8 7 1,8-7-102,3 2 1,-1-4 0,2-4 0,1-2-18,3-2 0,1-7 0,1 3 0,-1-2-350,1 1 0,5 1 0,0-4 0,-1 5-496,-3 1 0,-7-4 0,-1 6 525,3 2 0,1-5 0,3-1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0:08.26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228 489 7335,'9'8'959,"-1"-6"1,-8 4-526,0-12 0,-2-4-219,-4-7 0,3 1 0,-7 3 90,2 1 1,-5 6-150,1-6 1,-4 9-125,-1-3 1,5 4-6,1 2 0,7 8 0,-2 3 46,4 5 1,2 1 0,0 1-217,0-1 0,2 1 73,4-1 0,3-7 0,9-4 242,-1-5 1,-5-1 0,0 0 31,1 0 0,-3-7 0,0-5-65,-3-3 1,1 3 3,-2 0-181,-4 1 1,6 3 237,-8 8 1,0 4 0,0 11 0,0 7-89,0 3 0,0 4 0,-2 8 0,-2 4-322,-2 5 1,-8 7 0,3 3 0,-5 2-123,-1-2 1,-1-9-1,1-8 1,-1-8-232,1-8 1,0 0 0,-1-5-668,1-9 0,-1-9 1230,1-11 0,-1-9 0,1-15 0</inkml:trace>
  <inkml:trace contextRef="#ctx0" brushRef="#br0" timeOffset="734">664 175 7950,'-11'0'1395,"-1"0"-74,8 0-918,-4 0 0,10 0 0,4 0-70,6 0 1,-2 6 0,1 1-1,3 3-33,1 4 1,-3 3-1,0 4 1,-1 5-202,-1 1 0,4-4 1,-7 6-1,1 0-120,0-2 0,0 6 0,-5-5 0,3-1-89,-2-4 0,-2-4 0,-2-1-159,0-1 209,0 1 1,0-10 68,0-8 0,-6-2 0,-2-10 1,1-2-8,-1-1 0,-6-3 1,3 1-1,-5 0-22,-1-1 1,-1 1 0,1-1 0,-1 1-11,1-1 0,-1 7 0,1 1 0,0 2 158,-1 4 0,1 2 0,-1 2 109,1 0 1,5 14-1,2 3 1,3 3-78,3-1 0,2 4 1,2 3-1,0-1-97,0 0 0,7 4 1,3-5-1,2-3-190,-1-2 0,3-7 0,7-2 0,3-1-134,-3 1 0,0-6 1,1 2-1,3-4-437,2-2 0,-6-6 1,3-2-1,-3-2 698,2-3 0,-3-10 0,5-5 0</inkml:trace>
  <inkml:trace contextRef="#ctx0" brushRef="#br0" timeOffset="1050">1014 0 8200,'11'16'1280,"-1"-3"-1036,-2-1 0,-2-6 0,-6 5 0,0 3 193,0 1 0,2 5 0,1 3 0,3 6-212,-2 4 1,4 4-1,-2 2 1,-2 4-99,-2 1 1,-2 3-1,0 5 1,0 1-753,0-1 1,0-7 0,0-5 0,0-5-1359,0-6 0,-2 2 1983,-4-7 0,-4-1 0,-7-6 0</inkml:trace>
  <inkml:trace contextRef="#ctx0" brushRef="#br0" timeOffset="1350">1049 437 7926,'2'9'466,"3"-3"1,-1-4 0,8-2 46,1 0 0,-3 0 0,2 0 0,1 0-115,3 0 1,3 0-1,3 0 1,1 0-62,-2 0 0,5 0 0,-1 2 0,0 2-120,0 2 0,-2 7 0,-5-1 1,-3 5-42,-3 7 1,-4-5 0,-8 6 0,-2-1-305,-4-1 0,-9 6 0,-11-4 1,1 1-576,0-1 1,-8-2 0,0-5 0,-6-3-949,0-3 0,2 1 1651,3-7 0,-9 0 0,-2-6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0:10.79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0 402 7900,'12'-6'-767,"0"1"0,-1-7 771,7 6 0,-8-2 827,-5 3-84,5 3 1,-8-8 634,4 4-829,-4 4 0,-2-4 1,0 12-110,0 6 1,0 3-1,0 5-168,0 3 1,6-4 0,-1 5 0,1-5-163,2-1 1,-4-1 0,6 1 0,-1-1 66,1 0 0,0-5 0,3-2 0,-1-2 177,1-5 1,-3-1 0,2-2-219,1 0 1,3-7-1,1-5 1,1-5-262,-1-7 0,-1 3 0,-3-6 0,-1 0-244,2-1 1,-1-1-1,1-6 1,-4 0-431,-3 1 0,1 1 0,-4 1 0,2 5-1020,-2 2 0,0 2 1815,1 5 0,-3 1 0,6-1 0</inkml:trace>
  <inkml:trace contextRef="#ctx0" brushRef="#br0" timeOffset="318">507 385 7900,'17'11'-162,"1"1"1,-1-8 1214,1 2 0,-1-6-902,1-6 1,-1-2-1,1-5 1,-1 1 3,1-2 0,-7 5 0,1-3 0,1-1-111,3-3 0,-1-1 0,-1-1-177,-2 1 1,-6-1 0,3 1 82,-1-1 0,-4 3 1,-10 3 113,-6 6 1,-3 4-1,-3 2 1,1 2 48,-1 4 0,7 4 1,-1 9-1,-1 2 65,-3 3 1,1 1-1,1-2 1,4 4-270,3 1 0,1 5 1,6-6-1,0 0-327,0-4 0,2 2 0,2-1 1,5-3-244,7-2 1,-3-9 0,13-4 660,-1-4 0,2-2 0,8 0 0</inkml:trace>
  <inkml:trace contextRef="#ctx0" brushRef="#br0" timeOffset="651">1013 210 7874,'0'20'-74,"0"3"1,-2-4-1,-1 7 1,-5-3 524,-2 0 0,6 6 0,-4-6 0,3 1-262,-1 1 1,-6 0-1,6 4 1,2-5-234,3-5 0,-5-2 623,0 1-495,0-8 0,6-10 1,0-12-1,2-4-108,4-1 1,-2 0 0,5-3 0,-1-1 22,-4-2 1,4-7-1,0 5 1,1 0-66,5 0 0,-4-4 0,1 5 0,3 3-12,1 2 1,3 1 0,-1 1 25,1-1 0,3 7 0,0 1 0,-1 2-336,1 4 1,0 4-1,-3 6 1,-3 6 387,-3 3 0,11 10 0,-3 3 0</inkml:trace>
  <inkml:trace contextRef="#ctx0" brushRef="#br0" timeOffset="984">1625 228 7869,'-18'-2'374,"1"-4"0,-1 4 1,1-4 177,-1 4 0,1 2 1,-1 0-306,1 0 1,-1 2 0,3 4 0,1 4-78,3-1 0,-1 7 0,-3-4 0,1 3-68,2 3 0,6-1 0,-3 0 0,1 1-99,4-1 1,2 1-1,4-1 1,4 1-152,6-1 0,-1 1 1,3-1-1,1 1 62,-1-1 1,-1-5 0,3-1 0,-2 1-231,-3-2 0,-1 5 62,2-3 0,-5-2 0,-9-1 1,-3-1-418,-7-4 1,-4-2 0,-1-2 0,0 0 670,-1 0 0,-7 0 0,-2 0 0</inkml:trace>
  <inkml:trace contextRef="#ctx0" brushRef="#br0" timeOffset="1219">1729 228 7527,'8'17'-507,"4"1"0,-3-7 0,1 1 913,-2 1 0,-2 3 0,-6 1 441,0 1 0,0-1 0,0 1 0,0-1-466,0 1 0,0-7 0,-2 1 67,-4 2 0,4 1-534,-4 3 0,4-7-1671,2 1 1757,0-8 0,-7 4 0,-3-8 0</inkml:trace>
  <inkml:trace contextRef="#ctx0" brushRef="#br0" timeOffset="1568">1974 298 6792,'-8'17'469,"4"-1"0,-7-3 1,-1-1-2,2 1 0,-5-3 0,5 2 0,-2-1-140,1-1 0,7 6 1,-2-5-1,4 5-129,2 1 0,0 1 0,0-1-102,0 1 0,8-3 0,4-1 1,3-5 9,2-1 0,7-2 0,1-6 0,2 0-80,4 0 0,-4-2 1,2-4-1,3-5-32,1-5 1,-6-1 0,-4-3 0,-6-1 51,-5-2 0,2-1 1,-9 7-1,-1-1-65,-2 1 0,-4-1 1,-3 1-1,-9-1-161,-7 1 0,-1 5 1,-5 3-1,0 1-263,0 4 0,3-4 1,-3 2-1,2 3-661,4 1 1,1 9 180,3 5 1,7 4 921,4 1 0,4 0 0,2 1 0</inkml:trace>
  <inkml:trace contextRef="#ctx0" brushRef="#br0" timeOffset="1934">2393 245 7851,'12'0'1287,"-3"2"-655,-1 4 1,0-4 0,-4 6-216,2-1 1,-1-3 0,-5 8 0,0 1-248,0 3 0,0-4 0,0-1 0,0 3-169,0 1 1,0 3-1,0-1 1,-2-1 100,-3-5 0,3 5-416,-4-4 1,2-5-569,-2-1 1,4-6 0,-2-4 372,8-1 1,0-9-1,6 2 1,0-1 350,-1 1 1,1-3 0,4 3-1,-3-2 296,3 3 0,-5-3 0,3 6 178,2-1 0,1 5 177,3-2 0,-3 6 0,-1 6-340,-3 5 1,-7 5 0,2 1-1,-4 3-571,-2 3 0,0-4 1,0 5-688,0-5 1105,0-1 0,8-1 0,2 1 0</inkml:trace>
  <inkml:trace contextRef="#ctx0" brushRef="#br0" timeOffset="2167">2917 263 7851,'-12'15'428,"1"-3"0,5 3 1,-4-3 56,2 3 1,3 3 0,5-1-408,0 1 0,2-3 1,1-1-1,5-2-281,2 1 0,-4-3 0,3 2 0,-1 1-226,-4 3 0,4-5 0,0-1 429,1-2 0,-5-2 0,4-6 0</inkml:trace>
  <inkml:trace contextRef="#ctx0" brushRef="#br0" timeOffset="2551">3161 298 7955,'-5'17'363,"-1"0"1,-2 1 0,4-1-1,-2 1 628,2-1 1,3 1-1,1 1-358,0 4 1,0-3-1,1 1 1,3-5-431,2-5 0,0 1 0,-4 5 0,2 1-126,2-1 0,-1-5 0,-3-2-211,4-2 1,-2-3 0,8-7-266,1-3 0,-3-5 0,2-8 0,-1-1 69,-1-4 0,6 1 1,-5-5-1,5 0 168,1 0 1,1 4 0,-1-5-1,1 3 258,-1 4 1,-5 1 0,-1 5 0,3 1 638,1 3 0,3 7-528,-1-2 0,1 6 1,-3 6-295,-3 5 0,-2 11 0,-6 1 1,1-2-318,-1-1 1,4 3-1,-2 0 1,0-1-367,1-3 0,-5-1 0,6-1 0,0-1 770,4-5 0,3 5 0,3-7 0</inkml:trace>
  <inkml:trace contextRef="#ctx0" brushRef="#br0" timeOffset="2852">3965 385 8551,'-18'0'5596,"9"0"-3159,-7 0-843,14 0-1401,-13 0 1,11 8 0,-6 3-99,2 5 1,2 3 0,5 4 0,-3 7-62,-2 3 0,-2 3 0,4 5 0,-4 8-237,-1 7 1,-3 6-1,-5 6 1,-3-2-289,-3-2 0,-2-2 1,-6 0-1,2-7-72,-2-7 0,3-15 0,1-2 0,2-8-649,4-7 0,1-10 0,3 0-722,-1-5 1934,9-1 0,-7-15 0,6-4 0</inkml:trace>
  <inkml:trace contextRef="#ctx0" brushRef="#br0" timeOffset="3117">2987 53 7781,'-18'10'514,"1"-4"1,5-3 0,1 1 1772,-3 2-1474,6 0 0,0-8-719,8-4 1,2 2-2020,4-7-144,-4 7 2069,14-4 0,-14 8 0,5 0 0</inkml:trace>
  <inkml:trace contextRef="#ctx0" brushRef="#br0" timeOffset="3518">1747 1 8002,'-8'15'-603,"-4"-3"0,-1-4 4432,1-1-2441,-3-5 0,13 4-1314,-4-12 0,12-2 1,5-3-1,5 5-1528,1 4 1454,1 2 0,7-8 0,2-1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0:24.41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0 385 7990,'8'10'272,"-6"-1"97,4-3 0,-4-2 605,-2 8 143,0-8 380,0 3-599,0-7 1,-2 0 525,-4 0-714,4 0 0,-6-1 236,8-5-598,0 4-200,0-6 0,0 6-255,0-4 1,2 4 0,4-5 23,6-1 1,-3 6-1,1-6 1,0 2 34,-1 0 0,-3 1 1,6 5 64,1 0 0,-3 0 1,0 2 62,-2 3 0,-3 5 0,-5 8 0,-2-1-21,-3 0 1,1 9 0,-8 1-1,0 2-62,3 0 1,-7-2 0,7 2 0,-1-5-84,4-5 0,-2-2 0,2 1-198,3-1 1,3-1-1,5-4-190,7-7 0,4-5 0,1-5 1,2-7-484,5-4 1,-3-1 0,6-1 0,0-1-292,1-4 1,-7 3 1247,2-3 0,4-4 0,0 0 0</inkml:trace>
  <inkml:trace contextRef="#ctx0" brushRef="#br0" timeOffset="383">489 1 7488,'-17'6'-599,"-1"-1"0,1 7 1354,-1-6 1,9 2-1,3-2-251,4 5 1,2-1 0,2 2 0,4 1 17,5 3 1,5 7 0,1 2-1,1 4 280,-1 8 0,6-2 0,1 8 1,-3-1-354,-2 5 0,-3 11 0,-4 4 1,-7 2-405,-3 0 0,-2-5 1,0 5-1,-2 0-721,-3-2 1,-11-2-1,-9-10 1,0-3 675,-1-6 0,-5-4 0,4-3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0:50.41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185 766 7718,'-8'17'81,"-2"0"1,-5 1 0,1-1 389,2 1 1,7-1 0,-5 1 0,2 1-227,4 4 0,-3-1 0,1 5 0,2-2-213,2-3 1,2 5-1,0 2 1,0 4-264,0 2 1,0-6-1,-2-2 1,-2-2-967,-2-3 0,0 3 1197,6-2 0,0 0 0,0-5 0</inkml:trace>
  <inkml:trace contextRef="#ctx0" brushRef="#br0" timeOffset="401">551 626 7835,'-7'17'513,"3"1"1,-6-1 0,2 1-264,4-1 1,2 8 0,2 3 0,0 1-210,0 0 1,0 6 0,-1 5 0,-3-1-193,-2-2 1,0-10 0,6-3 0,0-5-319,0-2 314,0-7 0,0-4 1,2-12-1,2-6-29,2-3 0,7-4 0,-3-3 0,2-3 30,-1-2 0,-1 4 1,4-5-1,-3 1 117,3 0 0,-5 6 0,3-3 0,0 5-44,-3 2 0,7 1 0,-6 2 0,1 5 634,1 1 0,-6 2 1,3 8-1,1 4-200,0 6 0,-4 5 0,3 4 1,1 5-522,0 1 1,-6 2 0,3 6 0,-1 0-177,0 0 0,0 0 1,-6-2-1,2-4 344,4-6 0,-4 4 0,5 0 0</inkml:trace>
  <inkml:trace contextRef="#ctx0" brushRef="#br0" timeOffset="684">1215 15 7872,'-15'17'224,"5"-3"0,-10 3 0,9 8 207,3 6 1,2 12 0,6 4-1,0 5-170,0 6 0,0 4 1,2 8-1,2 2-120,2 4 1,2-7 0,-5 3-1,3-8-861,-2-4 1,-2-1-1,-2-9 1,0-5 244,0-10 0,-2-2 0,-2-10 1,-3-4 474,-3-5 0,-2 1 0,-5-5 0</inkml:trace>
  <inkml:trace contextRef="#ctx0" brushRef="#br0" timeOffset="1018">988 748 7753,'8'18'211,"1"-1"233,1 0 1,6-5 0,-5-2 0,5-1-47,1 1 0,7-6 0,1 2 0,2-2-362,4 2 0,2-4 0,2 3 0,2-5-46,4-5 0,-5-5 0,7-8 1,-2-1-30,0-4 1,-3 3 0,-7-5-1,-3 2-310,-3-1 0,-2 1 0,-7 6 0,-5-1 147,-5 1 0,-6 1 1,-8 5 184,-9 5 1,-1 4 0,-7 4 0,0 4 74,-4 5 0,2 5 0,0 3 0,-1 4 127,1 7 0,6-3 0,0 2 0,5 2-212,4 2 1,9 0 0,-3-2 0,4-4-343,2-2 1,2 4 0,4-5 0,5-5-133,5-5 0,9-7 501,4-7 0,4 0 0,2 0 0</inkml:trace>
  <inkml:trace contextRef="#ctx0" brushRef="#br0" timeOffset="1284">1774 678 7725,'2'16'0,"2"-3"566,2-1 0,-1-6 1,-5 5-198,0 3 1,0 2 0,0 1-153,0 0 0,-2 1 1,-1-1-7,-3 1 1,0-1-313,6 1 67,0-1 1,0-9 0,0-8 36,0-10 0,6-11 0,1-2 0,1-1-192,0-1 1,6 0 0,-5-6 0,3 4-90,0 1 0,-1 1 0,7 4 0,-1-2-73,1 1 0,-3 9 0,-1 3 0,-3 2-188,3 4 0,1 2 0,3 2 539,-1 0 0,1 8 0,-1 2 0</inkml:trace>
  <inkml:trace contextRef="#ctx0" brushRef="#br0" timeOffset="1651">2228 958 7701,'0'11'1608,"0"1"-1162,-8 0 0,4 3-152,-7-3 1,7-6 0,-2-12-25,4-6 0,2-5 1,2-5-1,2-3-28,2-2 1,5-4 0,-3-8 0,0-4-169,0-1 0,3-5 1,-3-9-1,2-8-336,3-8 0,-3 2 0,2-5 0,1 3-238,3 4 1,3 0 0,1 18 0,-1 9 92,-4 10 0,-1 16 0,2 13 70,-5 8 1,3 7 0,-8 15-1,-2 7-215,-3 6 1,-1 9 551,0-1 0,0 11 0,0 4 0</inkml:trace>
  <inkml:trace contextRef="#ctx0" brushRef="#br0" timeOffset="2170">2315 661 7117,'0'9'2996,"0"-1"-2740,0 0 0,2-6-146,4 4 1,-2-4 0,8-2 0,1 0-227,3 0 0,1 0 0,1 0 0,-1 0-194,1 0 1,-1 0 0,0-2 0,1-2 93,-1-2 1,1-6-1,-1 7 1,1-1 86,-1-2 0,-5 6 0,-2-6-322,-3 1 640,-1 5 0,-14-4 0,-3 12 0,-5 3 303,-1 1 1,-1 11 0,1-3-1,-1 1-117,1 1 1,1 3-1,3 0 1,3-1-362,2-3 0,3-2 0,5 1 1,0-1-180,0 1 0,1-9 1,5-3 0,6-4 0,3-4 0,3-4 0,1-7-14,5-8 1,-5-1-1,6-7 1,-1 0 146,-1 2 0,0-4 1,-7 7-1,-3 1 191,-1-2 0,-2 11 0,1-3 120,-5 1 0,-4 11 1,-2 5-238,0 9 0,0 7 1,-2 3-1,-2 3-221,-2 1 0,-5 6 1,5-4-1,2 0-827,2 1 0,2 3 1,0-6 1004,0-2 0,8-1 0,1-3 0</inkml:trace>
  <inkml:trace contextRef="#ctx0" brushRef="#br0" timeOffset="2601">3031 713 7701,'10'0'938,"-2"0"0,-10 0 0,-4 0 0,-4 2-589,1 4 0,-7-4 1,4 6-1,-3-1-227,-3 5 0,7-2 0,-1 1 0,1 3-94,1 1 0,-4 3 1,8-1-203,3 1 1,1-1 0,4-1 0,3-3-153,7-1 0,4-8 0,3 2 0,2-4 14,3-2 1,7 0 0,0 0 0,6-2 99,3-4 1,-5-6-1,-6-9 1,0-2 21,-1 1 0,3-3 0,-8 2 0,-2 0 174,-1-3 0,-3 7 0,-1-4 0,-5 3 374,-5 3 0,-4 5 379,-2 0-440,0 9 1,-6 3-1,0 11-192,3 5 1,1 1-1,2 1 1,0-1-81,0 1 1,0-1-1,2 1 1,3-1-114,7 0 1,4 1-1,1-1 1,2 1-28,5-1 0,-3-5 1,6-2-1,0-3-119,1-3 0,-1-2 1,2-2-1,-4-2-426,0-4 0,-7-3 0,1-9 660,-5 1 0,-10-1 0,3 1 0</inkml:trace>
  <inkml:trace contextRef="#ctx0" brushRef="#br0" timeOffset="2901">167 364 7710,'-50'0'191,"3"0"0,12 0 0,14-2 252,7-4 1,14 2 0,12-6 0,5 1-520,7-1 1,-3-2 0,6-3 0,0 1-328,1 3 0,-5 7 1,6-2 402,2 4 0,2-6 0,2-1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0:48.4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0 503 7790,'8'-9'-1954,"-6"-7"2189,4 5 0,-2-3 1,0 0-5,2 3 0,-1-1 1,-5-5 86,0-1 1,2 3-1,2 1 1,2 2 360,-2-1 1,-2 3 381,-2-2-803,8 1 1,-7 3 0,5 8-1,-4 10-47,-2 5 0,0 12 1,0 6-1,0 8-104,0 4 1,2-4-1,2 5 1,4 1-48,2-3 0,-1-1 0,5-10 0,-3-4 39,3-6 0,2-5 0,1-6 0,1-9-36,-1-6 0,6-9 1,1-9-1,-3-5-361,-2-1 1,-1-4 0,-3-8 0,-1-1-294,-2 1 1,-3 2-1,3 2 1,-6 0-195,-4 0 0,-2 0 0,0 0 785,0 0 0,-16 0 0,-3 0 0</inkml:trace>
  <inkml:trace contextRef="#ctx0" brushRef="#br0" timeOffset="596">821 259 7790,'18'-8'71,"-3"-2"1,-1-5 237,-3 3 1,-7-3 0,2 3 51,-4-3 0,-2 3 0,-2 2-173,-4 2 1,-3 3 0,-9 5 0,1 0-80,-1 0 0,1 7 0,-1 3 0,-1 2-62,-4-1 0,3 1 0,-3 6 0,4-1-113,1 0 0,6 1 1,1-1-1,-1 1 33,2-1 0,3 1 0,7 1 1,0 3 88,0 1 0,0 0 1,2-4-1,3 3-11,7 1 0,4 6 1,-1-5-1,-1-1-53,-3 2 1,-1-6-1,4 5 1,-5-3-117,-1 2 0,-2-3 1,-6 3-1,-2-4-388,-4-1 0,0-1 0,-9-1 1,-5-3-326,1-1 0,-2-8 837,-3 2 0,-3 4 0,-8-1 0</inkml:trace>
  <inkml:trace contextRef="#ctx0" brushRef="#br0" timeOffset="980">1013 451 7684,'29'-17'-122,"1"-1"1,-1 1-210,-2-1 1,-2-5 0,-7 0-1,-1-1 491,0-1 0,-1 6 0,-2-5 0,-5 5-50,-1 2 1,-2-1 0,-6 1-44,0-1 1,-2 3-1,-4 3 52,-6 6 1,-3 4 0,-3 4 0,1 2 70,0 2 1,-7 13 0,-1 1-1,0 5 32,0 6 1,1 2-1,7 2 1,1 0-41,5 0 0,-3 5 0,6 1 1,1-2-325,-1-2 0,4 4 0,8-1 0,4-3-220,1-6 1,11-5-1,9-9 1,4-1-144,2-5 0,0-5 505,0-12 0,-1-4 0,1-7 0</inkml:trace>
  <inkml:trace contextRef="#ctx0" brushRef="#br0" timeOffset="1297">1502 207 7684,'0'33'0,"0"-2"202,0-2 1,0-2 0,0 4 0,0-2-86,0 2 1,0 2 0,0 2 0,0-2 11,0-4 1,0 4 0,0-6 0,0 0 101,0-3-10,0-5 1,0-11-1,0-8-139,0-10 0,0-11 0,2-4 1,2-3 52,2-3 1,6-4-1,-5-3 1,1-5-165,0-2 1,5 5 0,-1-5-1,4 0-87,1 1 1,1 5-1,-1-2 1,2 6 89,5 6 1,-3-2-1,6 10 1,0 3-127,1 5 0,-5 9 1,4 0-1,-2 8-1091,-3 7 1243,-3 5 0,6 9 0,2 2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0:54.76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53 734 6963,'-10'8'1171,"0"-6"-702,5 3 0,1-3 769,-8-2 47,8 0-223,-4 8-755,8-6 1,2 6-500,4-8 0,4 0 0,7 0 0,1 0-532,-1 0 1,1 0-1,-1 0 724,1 0 0,7-8 0,2-2 0</inkml:trace>
  <inkml:trace contextRef="#ctx0" brushRef="#br0" timeOffset="642">681 542 7704,'12'0'1132,"0"0"-837,-8 0 1,3 8-1,-9 3 1,-1 7-1,-3 5 1,-6-2 0,4 8 0,-1 2-161,-5 2 1,4 8-1,-1 2 1,-1 0-146,2-1 1,-5 5 0,5-8 0,-1-4-78,-1-4 0,8-10 0,-4 0-176,0-7 1,7-10-20,-5-16 1,12-1-1,3-19 1,3-2 88,0-5 1,-1-10 0,5 3 0,-3-5 17,-1-1 1,0-1 0,3 1-1,-1 0-20,-3-1 1,1 1 0,3 1 0,-1 5 279,-2 5 0,-3 10 0,5 6 0,-2 5 319,1 11 1,-5 7 0,0 10-1,-1 7 114,5 6 0,-2 10 0,0 1 0,-1 4-213,1 5 0,-4 2 1,3-2-1,-1 3-404,-4 1 1,4 3 0,-2-7 0,-2-2-623,-2-2 0,-2-4 1,0-2 49,0-2 1,-6-8 0,-2 1 0,-2-9-634,-3-7 1304,-3-4 0,-1-2 0,-1 0 0</inkml:trace>
  <inkml:trace contextRef="#ctx0" brushRef="#br0" timeOffset="1094">402 769 7704,'18'6'0,"-1"1"203,0 3 1,-5-6 0,0 2 0,1-4 238,3-2 0,3 0 1,3 0-1,3-2-178,2-4 1,2 2 0,4-6 0,0 1-270,2-1 0,-6 4 1,8-4-1,-6 3-220,0 3 0,2-4 0,0 2 1,-4 0-256,-6-1 1,3 5 0,-3-4 0,-2 4-273,-1 2 0,-3 0 429,1 0 1,-9 2-1,-3 4 598,-4 5 1,-2 5 0,-2 1 0,-2 1 108,-2-1 0,-5 1 0,3 1 0,0 3 255,1 1 0,-1 6 1,4-6-1,-2 0-249,2 3 0,2-7 0,2 4 0,0-3-248,0-3 1,0-5 0,0 0 32,0 1-140,0-5 1,2-2-1,2-12-77,2-6 0,6-3 0,-7-5 1,1-1-112,2-2 1,-4-3 0,5 5-1,-1-4-290,-4-2 1,4 5-1,0-3 1,-1 2-82,1 0 0,6-1 0,-3 7-53,5-1 1,1 9 0,1 3-98,-1 4 0,1 2 674,-1 0 0,8 8 0,3 1 0</inkml:trace>
  <inkml:trace contextRef="#ctx0" brushRef="#br0" timeOffset="1410">1485 839 7704,'10'2'216,"-5"3"604,-3-3-594,-2 6 0,6-10-81,0-4 1,0-3 282,-6-9 1,0 1-140,0-1 1,0 7 0,-2 1-52,-4 2 1,2 0 0,-8 5-122,-1-3 1,-3 0-1,-1 6 15,-1 0 0,7 8 1,-1 3-1,1 5-34,1 1 1,-6 1-1,7-1 1,-1 1-70,4-1 1,4 6 0,2 1 0,0-3-32,0-2 0,8-1 0,4-3 1,3-1-211,3-2 1,5-8 0,2 1 0,0-3-307,0-2 0,5 0 0,-5-2 0,0-3-1171,0-7 1689,6-4 0,-11-1 0,5-1 0</inkml:trace>
  <inkml:trace contextRef="#ctx0" brushRef="#br0" timeOffset="2379">1887 454 7741,'17'-11'-356,"0"-1"1,1 6-1,-1-5 1,-1-3 795,-4-1 0,1-3 0,-5 3 0,0 1 317,-1 2 0,-1 1 0,-6-7-140,0 1 1,-2 5 0,-4 2-161,-5 3 1,-5 1 0,-1 6-232,-1 0 0,1 4 1,-1 5-1,1 9-104,0 1 1,-1 9 0,1 1 0,-1 6 28,1 5 0,5-3 0,2 6 0,3 0-135,3 3 1,2 5 0,2-1 0,2-3-238,3-7 1,5-5 0,10-6 0,1-3 1,2-1 1,6-14 0,-3 1-1,1-10 36,4-8 0,-4-3 0,0-11 0,-2-3 4,-3-6 1,-9 2 0,-3-3 0,-2 1 57,-4 2 1,-2-4 0,-2 6 0,0 0 119,0-1 0,-2 3 0,-4 6 0,-6 1 7,-3 5 0,-3-3 0,1 6 0,-1 0-19,1 1 0,-1 1 0,1 6-45,-1 0 0,7 6 0,1 1 63,2 3 1,2 2 0,8 5-29,4 1 1,4-3-1,7-3 1,1-6-43,-1-4 0,3-2 0,1 0 1,4 0-125,2 0 1,-3-8 0,3-4 0,0-5-52,0-6 0,0 3 0,4-5 0,-3 2 121,-3-1 0,-2-1 0,-7 4 155,-5-3 0,3 1 470,-8 6 1,-2 7-1,-8 6 1,-4 8 271,-2 8 0,1 3 0,-5 5 0,4 1-344,2 2 1,-3 8 0,5-2 0,2 6-314,2 6 0,0-2 0,-2 5 0,-1 1-253,1 0 0,2 1 0,2 5 1,0-5-638,0-5 1,0-12-1,2-6 1,2-3-180,1-3 0,3-7 0,-2-6 177,6-8 771,-5-6 0,9-15 0,-6-2 0</inkml:trace>
  <inkml:trace contextRef="#ctx0" brushRef="#br0" timeOffset="2728">2568 454 7398,'17'0'-341,"1"0"1,-7 0 0,1 0 1951,1 0 0,-5-1 1080,-2-5-715,-4 4-1670,-2-6 0,-2 8 0,-2 2-159,-2 4 1,-5 3-1,3 9 1,0-1-110,0 1 0,-3 1 0,3 3 0,-2 1-15,-3-2 1,5 4-1,2-1 1,2-1-184,-2 2 1,4-5 0,-3 3 0,5-4 21,5-1 0,-1 1 1,8 1-1,2-1 190,1-3 1,8-5 0,3 3 0,-1-5 169,0-1 0,4-2 0,-6-6 0,-1 0 121,-3 0 1,-7 0-320,-1 0 1,-9 0 0,-2 2 0,-9 4-468,-7 5 0,-9-1 1,-4 2-1,-6-1-1268,-6-1 1,2 6 1710,-7-5 0,-9 5 0,-7 1 0</inkml:trace>
  <inkml:trace contextRef="#ctx0" brushRef="#br0" timeOffset="3267">3528 297 7061,'8'8'1164,"-8"4"0,0 3 1,-6 3-515,4-1 1,2 6-1,0 3 1,0 1-99,0 4 1,0 10-1,2 3 1,2 3-532,2-1 0,5 1 0,-5 5 0,0 1-216,2-1 0,-6-7 1,6-4-1,-3-7-3486,1-4 909,0-13 2772,-6-9 0,0-16 0,0-2 0</inkml:trace>
  <inkml:trace contextRef="#ctx0" brushRef="#br0" timeOffset="3694">3266 559 7761,'2'18'307,"4"-1"0,4-7 0,7-2 0,1-3 246,-1 1 0,8 0 0,4-6 0,6 0-535,6 0 1,-2-2 0,5-2 0,1-2-138,0 3 1,-6-5 0,1 2 0,-3 0-50,-2-2 0,4 6 0,-4-3 1,-8 1-379,-6-2 717,-3 4 0,-10-4-66,-8 12 0,-8 4 1,-12 7-1,-1 1 155,-2-1 1,-1 1 0,5 1 0,-2 2 79,-3 3 1,3-1 0,8-4 0,3 3-105,2 1 1,2 0-1,6-5-223,0-1 1,8-7 0,4-4 0,5-4-44,6-2 0,5-4 1,5-6-1,-2-7-102,-2-3 1,-2-5-1,4 0 1,-4-2-49,-2-5 1,-3 5 0,-9 0 0,-3 2 102,-2 4 1,-2 1-1,-6 3 1,-2 1-144,-4 5 1,-4 3-1,-7 8 1,-3 0-288,-3 0 1,4 2 0,-7 2-1,3 3-210,0 3 1,1 2-1,9 3 717,1-3 0,0 11 0,-5-3 0</inkml:trace>
  <inkml:trace contextRef="#ctx0" brushRef="#br0" timeOffset="4092">4104 594 7718,'30'0'0,"-3"0"-491,-2 0 1,-8 0-1,-5 0 2364,2 0-949,-7-8 0,-1 6-600,-12-3 1,3 3 0,-9 4-1,-2 2-76,-1 1 1,-3 9 0,1-4 0,-1 1 120,1 1 1,-1 0 0,1 5-141,0 1 0,1-1 0,2 0 1,5 1-223,1-1 0,2-5 1,6 0-114,0 1 1,2-3-1,6 0 1,7-3 111,7-3 1,9-4 0,-2-6 0,4-5 30,2-5 1,0-7 0,0 0-1,-2-1-2,-4-1 1,-4 4-1,-8-6 1,1 1-16,-1 5 0,-7 2 1,-6 1-1,-8 3-72,-8 3 0,-5-1 1,-6 7-1,-6 2-299,-4 2 0,-2 8 0,0 1 0,0 3-410,0 4 0,6-5 1,2 1-1,1 0-291,5 0 0,4-5 595,5 7 0,6-8 0,12 2 457,6-4 0,3-10 0,18-10 0,4-9 0</inkml:trace>
  <inkml:trace contextRef="#ctx0" brushRef="#br0" timeOffset="4309">4349 402 7718,'33'-29'-117,"-2"0"1,-4 0-248,-2 2 0,3-4 1,-9 5-1,-4-1 498,1-4 0,-2 4 1,-1-2-1,-3 0 655,-2 2 1,3 1 0,-3 11 1549,2 3-1781,-6 4 0,-2 22 1,-10 5-1,0 5 262,0 1 0,-3 6 0,3 0 1,0 8-67,0 7 0,-3 5 1,3 3-1,0 2-484,0 3 0,3 5 1,5-4-1,0 0-242,0 0 0,0-2 0,0-5 0,0-3-706,0-3 1,7-12-1,3-12 1,2-6-1654,-1-5 1,1-4 2330,5-8 0,1-16 0,-1-3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00.9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88 18 7891,'-12'6'0,"0"1"56,-1 3 1,3-6 0,0 4 570,2 0 389,-5-7 150,11 7-665,-6-8 1,8-2-1,2-2-163,4-1 1,-2-1-1,7 4 1,3-2-86,2-2 0,1-2 1,1 5-1,-1-3-111,0 2 0,7 2 1,1 2-1,0-2-527,0-4 0,6 4 0,-1-4 0,3 4-2818,1 2 3203,1 0 0,0 0 0,0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09.2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298 71 7152,'6'17'-83,"-1"1"0,3-9 0,-4-1 717,2 0-200,0-6 1,-6 4-46,0-12 1,0 2-1,0-8 86,0-1 0,0-3 1,0-1-51,0-1 1,0 7 0,-2 1 0,-4 0-150,-6 1 0,3 5 0,-3-2 1,-2 4-136,-1 2 1,-3 0 0,1 0-1,-3 2-102,-3 4 1,4 3-1,-6 9 1,1 1-77,1 5 0,0-3 0,5 8 0,1 2-151,-1 2 1,9 2 0,3-2 0,4-2-237,2-2 0,10-8 0,5 3 0,8-7-250,5-5 1,1-4-1,6-8 1,0 0 38,-1 0 1,7-2 0,0-4 634,-2-6 0,-10-3 0,-4-3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09.66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1 140 7793,'17'0'-76,"-5"0"0,0 0-317,1 0 1,3-8 490,1-3 0,-7 1 0,-2 0 0,-2 1 145,-1-1 1,1 4 0,-6-5 235,0-3 0,0 4 16,0-1 1,-2 1-214,-4-2 1,3 6 0,-9 10 0,0 4-1,3 2 0,-5 1 1,6 7-1,0-1-142,1 1 1,1 5 0,6 0 0,0-1-134,0-3 0,0-7 0,0-1 0,2 1-37,4-2 0,-2-2 0,9-8 0,5 0 33,3 0 1,2-8-1,-5-4 1,-1-3-337,1-3 1,-3 1-1,-1-1 1,-5 1-111,-1-1 0,-2 1 1,-6-1-1,0 1 25,0-1 0,-2 7 0,-4 1 0,-5 2-8,-5 4 0,-7 2 0,-1 2 426,3 0 0,-6 0 0,0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10.36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8 7186,'0'12'1334,"0"-1"1,0 1-998,0 5 0,0 1 0,0-1 0,-2 1-141,-4-1 0,4 1 0,-4-1-208,4 1 0,2-1 1,0 1 311,0-1-891,0-7 1,2-4 161,4-12 1,-2 2-1,7-10 1,3-3 164,1-5 1,3-3 0,-1 4 0,1-2 147,-1 1 1,1 3 0,-1 1 0,1 1 414,-1-1 1,-5 9 0,-1 1 222,3 0 1,0 8 0,-3 0-259,-5 10 1,-4 5 0,-2 5 0,0 1-110,0 3 0,0 1 0,0-4 0,-2 4-175,-4 2 1,2-5 0,-5 1-283,1-3-135,-6-3 1,12-9 188,-3-8 1,3-2-1,4-10 1,3-3 78,7-7 1,-2 3 0,1-6 0,3 1 72,2 1 1,-5 0 0,1 5 155,1 1 1,3 1 0,-1 3-1,-1 3 238,-2 2 0,-7 2 0,7 6 32,2 0 1,-7 2 0,1 2 0,-2 4-113,0 2 0,2 1 1,-4 7-1,1-1-156,-1 1 1,0-1-1,0 1 1,2-1-220,-2 1 1,0-3-1,-1-1 1,3-3-733,-2 3 0,0-4-48,2 1 0,4-9-1019,7-2 1956,-7-7 0,5-11 0,-5 1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10.8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35 7926,'0'17'636,"-6"1"0,0-1 302,2 1 1,2-1-556,2 1 0,0-1 1,0 1-240,0-1 0,0 1-256,0-1 1,6-5-294,0-1 1,7-7 120,-1 2 0,-2-6 0,-1-6 0,1-5-30,0-5 1,-4-1 0,5-1 0,1 1 146,-2-1 1,5 1 0,-5-1 0,2 1 185,-1-1 0,-1 1 1,3-1-1,-1 3 220,2 3 1,-5-1-1,3 7-152,2 2 0,-5 2 0,1 4 352,-2 4 1,-2 4-1,-6 7 1,0 2-57,0 5 0,0-5 0,0 4 1,0-1-271,0 1 1,0-4-1,0 5-357,0-5 1,0-1-841,0-1 735,-8-7 0,6-4 0,-2-12 111,8-6 1,-2-3 0,6-3 0,-3 1 121,1-1 1,6 1 0,-4-1-1,-1 1 143,1-1 1,4 7 0,-4-1 0,1 0 170,5 3 0,-4 1 0,-1 6 0,1-2 255,0-2 0,-4 0 0,5 8-212,3 4 0,-1 4 0,-1 7 0,-4 1-403,-1-1 0,-3 1 0,6-1 1,-2 1-710,-4-1 0,3 1 0,1-1-432,2 1 1,-4-9 1302,5-3 0,1-4 0,5-2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11.2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228 44 7810,'-18'0'10,"6"0"1,1 0 643,-3 0 0,-1 0 0,-3 0-104,1 0 1,-1 0 0,3 1-316,3 5 1,-3-2-1,5 8 1,-2-1-165,1-1 1,7 6-1,-4-5 1,2 5-104,0 1 1,0 1 0,6-1-163,0 1 0,8-7 0,4-1 0,3-2-17,3-4 1,-1-2 0,1-4-1,-1-2-23,1-2 0,5-8 1,0 3-1,-1-5 118,-3-1 1,-1-3-1,-3-1 1,-1-2 184,-3 1 1,-1 3 0,4 2-22,-3-1 1,-7 6 350,2 1 0,-6 9 1,-4 2-162,-2 10 1,-5 1-1,3 5 1,0 3-267,0 1 1,1-1 0,3-2 0,-2 1-286,2-1 1,2 1-1,2-1 1,2 1-814,4-1 1,-2-1 1125,7-5 0,1-3 0,5-8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11.66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53 35 7810,'-8'10'220,"4"5"0,-7-3 253,-3 3 1,6 3 0,3-1 0,3 1-133,2-1 1,0 1-1,0-1-261,0 1 1,0-7-195,0 1 0,2-8 0,3 2-278,7-4 1,-2-4 0,1-4-23,3-6 0,-4-3 1,1-3-1,3 1 162,1-1 0,-3 1 0,0-1 0,-1 1 173,-1-1 1,6 7 0,-7-1-1,3-1 291,-1-3 0,-5 4 0,6 3 692,2 1 0,-5 2-485,3 6 0,-8 2 0,2 4 0,-4 5-179,-2 5 0,0 1 0,0 1 0,0-1-599,0 1 1,0-1-816,0 1 0,1-9 3,5-3 1,-2-4 1170,8-2 0,-8-8 0,3-1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12.02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210 1 7787,'9'23'0,"-3"2"532,-4 2 1,-2-3 0,0 7 0,0 4 309,0 3 1,0 13 0,0-1 0,0 7-475,0-1 0,6 4 1,2-2-1,0-1-351,-1-3 0,5-10 0,-6-3 0,0-6-120,1-6 1,-5-3-163,4-9 1,-2-9 0,0-8-209,2-10 1,0-7 0,-6-5 0,0-1 123,0 2 1,-6-5 0,-2 1 0,-2 0-96,-3 0 1,-3-1 0,-1 5 0,-1-2 199,1 1 1,-1 3 0,-1 4 0,-2 3 99,-3 6 1,1-2 0,5 3 900,1 1 1,0 9 0,1 7-204,4 4 1,5 7-1,5 2 1,-2 0-261,-2 1 0,0 3 0,6-4 0,2 0-565,4 0 1,4-1 0,7-7 0,1-1-1409,-1-5 1679,8-3 0,2-8 0,8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12.6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262 18 9028,'-17'-6'-234,"0"0"1,5 0 0,0 6 1040,-1 0 1,3 2-1,0 4 1,1 8-195,-1 7 1,4 6-1,-6 8 1,-1 2-375,-3 4 0,5-3 1,-1 9-1,0 3-356,3 7 0,-7-9 0,6 5 0,1-5-317,3-3 0,-2-4 1,2-12-1,2-6-2241,2-4 2675,2-9 0,8-2 0,2-8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12.96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113 1 7921,'-8'17'698,"0"0"1,-5 1-386,1-1 0,6 1 0,-3-1 0,1 1-89,4-1 1,0 1-1,0-1 1,-4 1-163,-1-1 1,5 1 0,-2-1-472,4 0-1,0-1-466,-4-4 1,6-5 875,0-7 0,0 0 0,8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13.49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7733,'0'11'663,"0"1"1,0 0 0,0 5-344,0 0 0,0 1 0,0-1 0,0 1-88,0-1 0,0 1 0,0-1-211,0 1 1,0-1 0,0 1-220,0-1 1,0-5-314,0-1 1,2-9 126,4-2 0,3-7 0,9-11 0,-3 1 36,-3-1 0,3 3 1,-3 1-1,2 2 108,-3-1 1,5-1-1,-7 1 1,3 3 394,0 2 1,-6 2 0,5 6 274,3 0 1,-5 0-1,1 2-117,-2 4 1,6 4 0,-5 7 0,3-1-162,0-5 1,-1 5-1,7-4 1,-1 3-95,1 3 0,-7-7 0,1-1 0,1-2-280,3-4 1,1-2 0,1-2-61,-1 0 0,-5-6 0,-2-2 1,-1 0-266,1 0 1,-6-5 127,2 1 446,-4 4 0,-4 1 47,-4 7 0,2 0 0,-8 2-53,-1 3 0,5-1-152,2 8 0,2-8 131,-1 2 0,3 3 0,-6 1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13.6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7789,'4'11'-341,"7"1"1,9-8 0,17 2 0,3-5 170,7-1 1,3 0 169,3 0 0,7 8 0,2 2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14.0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88 7793,'17'6'-348,"1"0"1,-7 0-1,-1-4 1,0 2 914,-1 1 0,-5 3 28,2-2 0,2 4 1,-2 7-221,-2 1 1,-3-1 0,1-1 0,2-3 1,2-1 0,2-1 0,-2 7-103,5-1 0,-1-5 0,2-2-139,1-3 0,-3-1 0,2-6 0,1 0-173,3 0 1,-5-6 0,1-1 0,2-3-186,1-4 0,-3-7 0,-1-2 1,1 0-340,-2-3 1,3 7-1,-5-6 1,0 1-369,0 1 1,3 0 929,-5 5 0,8-7 0,-5-2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14.66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193 1 7758,'-2'9'299,"-4"-3"0,2-4 1,-5 0-1,-1 2-9,0 2 1,4-1-1,-3-3 1,-1 2-87,0 2 1,1 2-1,-5-2 1,2 3-58,-1 1 1,3 6 0,-2-7 0,1 3-83,1 0 1,0-3 0,7 5-266,-3-2 0,0-1 176,6 7 0,8-3 0,3-1 0,5-5 69,1-1 1,3 4-1,1-4 1,4-1-20,2 1 1,-3 6 0,3-5-1,-2 3-111,-4 0 1,-1-3 0,-5 5 0,-3-2-56,-6 1 0,2-3 0,-3 2-35,-1 1 0,-9-5-116,-7-2 1,-4-4 169,-1-2 1,5-2 0,3-4 7,1-6 1,2 3 0,8-1 351,4 2 0,-2-4 0,7 7 0,3-1 41,1-2 1,3 4 0,-1-7 0,1-1-137,-1 2 0,8-5 1,5 3-1,3-3-145,1-3 1,1 1 0,0-1-1,0-1-3,0-5 1,-6 5 0,-2-4 0,-3 3-65,-9 3 1,-5 5 253,-10 1 1,-8 9 0,-3 2 0,-5 7-33,-1 3 1,-1 11 0,1-3 0,-1 1-132,1 1 0,1-3 0,5 3 1,5 1-154,4 2 0,2 2 1,0-3-1,2 1-566,4-2 0,5-7 0,11-2 0,1-1 696,-2-1 0,6-2 0,0-8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15.4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193 35 7743,'-8'10'159,"-4"-4"0,2 2 264,-1-2 1,1 1 0,-3-3 332,1 2 1,6 0-399,-6-6 0,3 2 0,-5 2 5,2 1 0,1 9 1,-5-2-89,5 3 1,1 3 0,6-1 0,-2 1-50,2-1 1,2 1 0,2-1-169,0 0 0,8 1 1,4-3-1,3-3-35,3-6 1,1-4-1,5-4 1,3-4-198,0-6 1,4-5-1,-6-4 1,0-5-40,1-1 1,-3 4 0,-8-4 0,-3 2-35,-6 3 1,2-3 0,-5 2 8,-4 1 0,-7 5 0,-10 5 0,-1 6-337,-4 5 0,3 1 1,-3 0-1,4 0-751,1 0 0,1 7 1326,-1 5 0,8 3 0,3 3 0,7-1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15.72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88 629 7743,'0'28'0,"0"-5"363,0-4 1,0-1 0,0-1 58,0 1 0,-7-9-82,-5-3 1,2-4-176,-1-2 0,7-8 0,-2-3 0,2-5-4,-2-1 1,4-3 0,-4-1 0,4-4-68,2-2 1,0 3 0,-2-5 0,-1-4-294,-3-6 0,0 1 1,6-7-1,0 0 36,0 1 0,0-1 0,0-3 0,0 3-210,0 2 0,2 3 0,4 7 0,5 5 30,5 11 0,-4 1 1,-1 11-1,3 1 141,1 2 0,3 11 0,-1 7 0,1 7-29,-1 4 0,-1 3 0,-5 4 0,-5 1 231,-4 0 0,-2 0 0,0 0 0,0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15.87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35 298 7743,'-15'11'1563,"3"1"-926,4-8 1,12 3-1,6-8 1,9-5-369,6-6 1,4-3-1,6-3 1,2-1-366,4-5 0,-2 5 0,7-6 1,3 1-742,1 1 0,10-8 0,5 4 837,2 0 0,11-6 0,2 6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16.5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262 33 7253,'16'-2'0,"-3"-2"1194,-1-2 1,-8-1-736,2 1 0,-6 4-275,-6-4 1,-4 6 0,-7 4-1,-1 4 27,1 1 0,-1-3 0,1 6-87,-1 1 0,1 1 1,1 0-1,3-5-220,1-1 1,6 6 0,-3-3 40,1 5 0,2-5 0,6 1 112,0 2 1,2-5-1,4 3 1,5 0 96,5-3 0,-4 5 1,-1-6-1,3-1-44,1 1 1,1 6-1,-3-4 1,-3 1-207,-2 1 0,-2-1 0,-8 7-305,-4-1 0,-4-1 1,-7-2-1,-1-3-88,1 3 0,-6-5 1,-1 1-1,3 0-481,1 0 0,3-7 970,0 3 0,-9-12 0,-1-3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16.8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173 1 7827,'0'10'1985,"-2"-3"-1467,-3-7 0,1 0 0,-8 0-158,-1 0 1,-3 2-1,-1 2 1,1 4-177,4 2 0,-3-5 0,3 7 1,-1 2-146,1 1 1,2 3-1,6-1-190,-1 1 1,1-3 0,10-1 0,5-5-281,5-1 0,3-2 0,4-6 0,7-2-236,2-4 1,3-4-1,-2-7 1,-2-2-173,-1-5 0,-1 3 839,6-8 0,0 0 0,-1-6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17.1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88 1 7706,'-10'7'-42,"-6"3"1,5 6 0,-3-1 208,3 3 0,1-9 0,6 13 0,-2-1 626,2-2 1,2 3-1,4-1 1,2 4-589,2 3 0,2-7 0,-4 4 1,1-2-283,-1 1 0,4-1 0,0-6-241,2 1 1,-5-8 157,7-5 0,-8-5 0,4-5 0,-2-7-3,-1-4 0,3-1 0,-4-2 0,2-3 84,-2-1 1,0-2 0,-1 3 0,5-1 20,2 2 0,-6-5 0,4 3 1,-3 2 13,1 1 1,6 3 0,-4 1 0,-1 3 97,1 1 0,6 3 1,-3-3 2,5 6 1,1 4-1,1 2 1,-1 0-497,1 0 1,-1 2-1,1 2 1,-1 4-714,1 1 1152,-1-5 0,8 20 0,2-5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17.37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7706,'0'17'271,"0"1"0,0-1 185,0 1 1,0-7 0,0 1-133,0 2 1,0 1 0,0 3-1,0-1-209,0 1 1,0-7-1,0 1 1,2 1-360,4 3 1,-4-4-1,4-1-998,-4 3 1,5-6 1241,5-3 0,3-3 0,3-2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17.7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88 284 7706,'0'25'0,"-6"-4"0,-2 8 0,1 2 356,-1 2 0,2 2 0,4 2 0,-2 2 92,-2 2 1,1 5-1,3-5 1,-2-2-95,-2-2 1,-6-4-96,6-4 0,1-14-211,5-15 1,0-9 0,0-15-1,0-5-150,0-4 0,0-8 0,2-1 0,1-3-9,3-3 0,0-3 0,-6-1 0,0-3-39,0-3 1,6 10 0,0-5 0,0 5 87,1 3 0,-3 4 1,6 10-1,0 6 345,-1 6 1,-3 3 0,6 14-107,1 2 1,-3 4 0,0 16 0,-1 1-99,1 2 1,-6 8-1,4-4 1,-2 2-282,-1 1 0,7-1 0,-4 4 0,0-4-631,-1-6 0,5-4 0,-4-3-1283,1-4 2116,3-5 0,6-14 0,-1-3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17.9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88 1 7706,'-11'5'161,"-1"3"0,0 2 568,3 3 0,-5 11 0,6 5 1,0 6-151,1 5 1,1 11 0,6 11 0,0 4-497,0 6 0,0 2 1,0-5-1,0-1-351,0-4 1,6-11 0,0-14 0,-1-8-338,3-8 0,-4-12-119,8-5 0,-8-12 1,3-7-1,-1-6 10,0-5 0,0-1 1,-6 4 713,0-3 0,0-14 0,0 1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18.21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53 0 7706,'27'2'0,"-2"4"-106,1 6 0,-9-3 1,3 3-1,-7 0 818,1-3 1,-5 7 0,1-5-263,-2 5 1,-2 1 0,-8-1-383,-4-4 1,2 1-406,-8-7 383,1 8 159,1-12 0,4 13-255,12-3 1,-2-3-176,8 3 0,-9 0 0,1 5 0,-8 1-697,-7-1 0,-12-1 0,-9-3 922,-6-1 0,-7 7 0,-7 8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18.34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0 105 7706,'8'-10'12,"2"-5"1,7 3 0,1-2-58,-1 3 0,9 1 0,3 6 45,4-2 0,17-7 0,4 3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18.7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9075,'9'7'383,"-1"3"0,-6 8 0,2-1-284,2 1 0,7 1 1,-3 2-1,2 4-499,-1 3 0,-1-5 0,4 4 0,-3-2-615,3-3 0,-6-3 1015,-3-1 0,5-1 0,0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19.1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313 1 7920,'8'0'1686,"-8"0"-1600,-10 0 0,0 0 0,-3 0 0,-5 0-21,-3 0 0,-4 2 1,3 2-1,-1 4-127,2 1 0,-4-5 0,1 2 1,3-2-122,2 2 0,1-4 0,1 5-446,-1 1 1,8-4 426,5 8 1,5-8 0,5 1 0,7-3 53,4-2 0,1 0 1,1 0-1,-1 0 47,0 0 0,7 0 0,-1 0 1,-2 0 178,-1 0 0,-3 0 0,1 0 222,-1 0 1,-7 8 0,-4 4 377,-4 3 0,-2-3 0,-2 0 0,-4 1-344,-6 3 1,-3 1-1,-3 2 1,1 1-309,-1-3 0,7 5 0,1-11-2141,2 5 131,2-6 1984,22-3 0,-4-7 0,13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19.4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175 857 7793,'-7'9'0,"-3"5"0,-8-8 69,1-2 0,5-2-37,1-2 0,1-8 0,-2-4 0,7-3-76,3-3 0,2-1 1,0-5-1,0-5 112,0-4 1,-6-2-1,0 1 1,0-3-114,-2-4 1,4-4-1,-5-7 1,-1-2-308,0-5 0,6 5 1,-1-6-1,3 4 253,2 3 1,0 7-1,2 15 1,3 5 19,7 7 1,4 0 0,1 13 0,1 2 73,-1 2 1,0 10 0,1 3-1,-1 5 5,1 1 0,-1 8 0,1 3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19.7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88 7700,'17'0'70,"1"0"1,-7 0-1,1 0 1,2 0 146,1 0 0,2 0 1,1 0-1,-1 0-73,1 0 0,1-6 1,3-1-1,1-1-24,-2 0 0,4 2 1,-1 6 207,-3 0 1,-1 0 44,-3 0 1,-7 8-1,-4 4-36,-5 3 1,-1-3 0,0-1-149,0 3 0,-1 2-268,-5 1-99,4 0 1,-4-7 0,12-6-225,5-8 1,5 0 0,1-7 0,1-3-77,-1-1 1,1-3 0,1 1 0,3-1-1383,1 1 1860,0-1 0,2-7 0,2-2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20.0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53 49 7786,'-11'29'0,"1"-1"193,2-3 1,-3 6 0,5-4-1,2 0 171,2-4 0,8-3 0,0-3 0,-1 1-327,3-1 0,-4-7-121,8-4 0,-7-4 0,5-4-45,-2-4 0,5-10 0,-3-7 0,2 2-109,-1 1 0,-5-3 0,4 0 0,0 2 3,-1 1 0,-3-3 1,4 0-1,0 1 222,-1 3 0,-3 7 0,4 1 0,0-1 62,-1 2 0,-3 2 0,6 6 89,1-3 1,3 3 0,1-2 0,-1 8-69,-5 7 1,5 5-1,-2 1 1,5 1-98,4-1 1,1 1 0,-5-1 26,4 1 0,-3-1 0,5 1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20.30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297 0 7700,'-17'0'0,"-1"0"0,1 0 61,-1 0 1,1 0 0,-1 0-1,1 0 150,-1 0 1,1 0 0,-1 0-1,1 0 82,-1 0 1,7 0 0,-1 0-65,-1 0 0,-3 2 0,0 4-93,5 6 0,3 3 0,8 3 0,0-1-210,0 0 0,10 1 0,5-1 0,9 1-396,3-1 0,2-5 1,6-2-1,2-3-665,3-3 1135,-3-2 0,14-10 0,-7-1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20.5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71 0 7700,'-18'35'234,"1"0"0,1 2-143,5 4 0,3 9 0,8 10 0,0 3 330,0 3 0,0 0 1,2 1-1,4-3-745,5-3 0,3-1 1,0-19-1,-3-5-418,3-5 0,-5-1 364,3-13 0,-8-5 1,2-20 377,-4-10 0,-4-1 0,-2-8 0,-4 0 0,-2 0 0,-1-1 0,-7-3 0,1 2 0,-1-8 0,1-7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21.14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0 7700,'17'0'-465,"1"0"1,-1 2 0,1 2 735,-1 2 0,-5 2 1,-1-4-1,3 3-33,1 3 1,9 0 0,-1 3 0,0-1-110,2 2 0,3 1 0,7 4 0,-2 3 7,-4 1 1,4 0 0,-4-3 0,2 1 36,-2 2 1,4 7 0,-6-5 0,0 0-34,-3 0 1,-7-1-1,-3-5 1,-3 0 242,3-1-734,-6 3-301,-1-11 1,-7-8 320,0-8 1,2-8 0,2-3 108,2-1 0,0 1 1,-6 0 266,0-1 0,0 1 0,0-1 1,0 1 33,0-1 1,0 7 0,0-1 0,0-2 41,0-1 0,0 3 10,0 1 0,2 1-80,4-2 1,-3 4 0,9 10-1,2 2 204,1 2 0,3 8 1,-1-1-1,1 7 183,-1 3 0,0 6 1,1-4-1,-3 2-225,-3 4 1,4-5 0,-7-3 0,1-4-194,-4-1 1,2 5-1152,-3 0 803,1-7 0,-6-16 0,0-12 0,0-3 0,0-3 1,0-5-1,0 0 1,0-1 64,0-1 1,0 4-1,0-6 1,0 1 174,0 5 0,0 2 0,0 1 890,0 1-207,8 7 1,-6 4-1,4 12-373,-4 6 0,0 9 0,2 2 1,1 1-303,-1 1 1,0 0-1,0 4 1,4-6-556,1-3 0,3 3 1,6 0 634,-1-1 0,8-11 0,2-3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41:21.4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193 0 7700,'-18'17'37,"-5"1"0,0-1 0,1-1 255,3-4 1,2 3-1,-1-3 1,1 5-19,-1 6 1,9-3 0,3 3 0,4-3-10,2-3 0,0 1 1,2-1-126,4 0 1,5-1 0,11-2-1,1-5-58,-2-1 1,0 0 0,1-4 0,1 1-1,-2-1 1,-1 0 0,-3 0-417,1 2 0,-8 2-263,-5-2 1,-7-5 0,-7 5 0,-11-4 596,-5-2 0,-4 0 0,-6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4:26:37.11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171 252 7606,'0'-9'-228,"1"1"0,1 1 1,1 1 271,-1-1 0,-1 2 0,-1-1 277,0-1 0,0-1 0,0-1 301,0 0 0,3 0 119,0 0 0,0 3 133,-3 1 0,0 2-210,0-3 1,-1 9-1,-1 3-291,-1 6 0,-4 6 0,1 3 0,-3 4-114,-3 4 1,1 7-1,-3 6 1,0 3-267,0 3 1,-1-2 0,-2 1 0,2-4-189,3-4 0,2-6 0,1-4-1082,0-4 649,4-7 0,1-13 1,5-8-1,2-5-227,3-4 0,2-2 1,1-5-1,0-1-1176,0-1 2031,0 0 0,0-5 0,0-2 0</inkml:trace>
  <inkml:trace contextRef="#ctx0" brushRef="#br0" timeOffset="698">144 288 7606,'-3'-6'-1326,"0"0"1843,1-1 1,-2 2 91,1-1 0,-3 0-433,3-3 0,0 0 1,4 0-14,2 0 1,-1 1 0,4 1 0,1 1 112,1-1 0,4 0 0,0 0 1,0 1 39,1-1 1,1 0 0,3 0 0,-1 3 20,-1 0 0,-1 1 0,2 3 1,-2 0-180,-1 0 0,-1 1 0,-4 2-80,-2 2 0,-2 3 1,-4 1-1,-1 1-23,-2 2 1,-2-2 0,-4 3 0,0-1-109,0 0 1,0 1 0,0-2-1,-1 1-67,-2-1 0,2 2 0,-2-1 0,2-1 24,1-1 0,3 2 0,1 0 1,0-1 24,0-1 1,3-1 0,-1 0 27,2 0 0,2-3 0,2-1 92,3-1 0,2-1 0,2-2 0,1 1 106,1 1 0,1 0 1,-2-2-1,1 1 119,-1 1 1,-1 4 0,-1-2-1,-1 1 102,-2 0 0,-2 3 1,-4 3-1,0 0-93,0 1 0,-4 0 1,-2 3-1,-3-1-286,-3 1 0,-2-2 0,-5 1 0,-1 0-313,-1-1 1,-3 2 0,3-4 0,1-2-118,1-3 0,-1 0 0,1-4 0,3-1-340,2-1 1,3-2 0,5-2 0,3-3-737,2-2 0,1-4 1509,0 0 0,8-8 0,2 1 0</inkml:trace>
  <inkml:trace contextRef="#ctx0" brushRef="#br0" timeOffset="1314">432 396 7550,'6'-5'76,"-2"1"337,0 0 1,0 3 721,-1-2-486,-2-2 0,4 4-200,-2-2 0,-2 3 1,2 3-204,-2 3 1,-1 3-1,0 2 1,-1 2-91,-2 1 1,-1-2 0,-3 3 0,1 1-57,-1 1 0,1 1 1,-1-1-1,1-1-79,-1-1 1,0-4 0,0 1 0,1-2-304,-1-1 163,3-4 1,0-2 0,4-6-42,0-3 0,1-6 0,1-2 0,2-1 67,1 0 0,1-1 0,3-4 0,0-1 83,0 1 0,3 1 0,-1 1 0,1 0 166,1 0 1,-3 4 0,3 1 0,-1 2 61,0 2 1,0-1 0,-3 7-237,0 1 1,-1 2 0,-2 3 0,-2 3-223,0 2 0,-3 4 0,2 0 0,-2-1-780,-1-1 0,0-1 0,1 0 1020,2 0 0,-2 4 0,3 1 0</inkml:trace>
  <inkml:trace contextRef="#ctx0" brushRef="#br0" timeOffset="1898">683 387 7043,'3'-6'-190,"0"0"1,3 3 0,-2-2 1043,1 1 1,-2-2-279,3 3 0,-3-3 943,3 3-1062,-4 0 0,2 4 0,-5 2 1,-1 3 32,-1 2 1,-4 2-1,1 1 1,-1 2-66,1 1 0,-2 1 0,2 3 0,-2 0-260,-1 0 0,3 0 1,1 0-1,1 0-202,2 0 0,1-1 0,1-2 0,0-2-600,0 0 0,1-4 0,2 0 1,2-4 0,4-5-1,-1-1 637,-2-2 0,2-6 0,-3-5 0</inkml:trace>
  <inkml:trace contextRef="#ctx0" brushRef="#br0" timeOffset="2200">692 153 7667,'-3'6'275,"0"0"1,-4-4 3234,1 1-3085,2-2 1,0-2-322,4-2 0,4-1 1,1-3-105,0 1 0,7 0 0,-2-2 0</inkml:trace>
  <inkml:trace contextRef="#ctx0" brushRef="#br0" timeOffset="3166">1025 37 7559,'0'-9'735,"1"1"1,1 1 235,1 1 1,1 4 80,-1-1 0,-1 2-471,4 1 1,-4 1 0,1 3 0,-2 4-218,-1 3 1,0 6 0,0 1-1,-1 5-20,-2 3 0,-1 2 1,-3 1-1,1 4-176,-1 2 0,-4 1 0,-1 1 0,0 1-133,-1 1 0,3-1 0,-2-5 1,2-4-75,1-4 0,3-4 1,1-6-500,1-3 246,1-6 1,4-3-1,1-6 1,2-3-7,1-2 0,-2-2 0,2-1 0,0-2 63,0-1 0,-2 2 0,2-2 0,-1 0-52,-2 0 1,-1-1-1,-1-3 1,0 1 120,0 2 1,0-2 0,0 3 0,0 0 220,0 2 1,-1 5 0,-2 2 179,-3 1 0,-2 2 1,-1 5-74,0 3 0,1 3 1,1 3-1,1 3 16,-1 2 1,0-2-1,0 0 1,1 1-130,-1 1 0,2 1 1,0 0-1,1 0-168,2 0 1,1-1-1,1-2 1,0-3-81,0-2 0,1-2 0,2-1 0,3-2-367,2-1 1,2-1 0,1-4 0,1-2-779,-1-3 0,2-2 1344,-1-1 0,4 0 0,-2 0 0</inkml:trace>
  <inkml:trace contextRef="#ctx0" brushRef="#br0" timeOffset="4116">1222 333 6100,'0'5'2065,"0"3"0,-1-7-1366,-2 2 0,1-2-346,-4-1 0,3 1 0,-3 1-153,-1 1 1,-1 3 0,-1-3 0,0 0-71,0 1 1,0 1-1,0 4 1,0-1-106,0-2 1,0 4-1,1-3 1,1 1-79,1 3 1,1-2 0,-1 3-110,3-2 1,2-1 101,1 0 1,4-1-1,2-2 1,2-3 10,1-2 1,0-2-1,0-1 1,1-2 16,2-1 1,-2-1 0,2-3 0,-1 0-1,1 0 0,-2-3 0,2 0 1,-2 1 48,-1 1 0,-1-2 0,-1 0 0,-2 1 222,-1 1 0,-1 1 0,-3 0 296,0 0 0,0 3-278,0 0 1,-4 5-1,-1 1-34,0 5 1,-3 4 0,3 2-81,0 1 0,0 0 0,3-2 0,-1 2 64,1 3 0,0-1 1,0 1-1,-1 1 171,1 1 1,1 1-1,1 0 1,0 1-203,0 2 1,-3-2 0,-1 2 0,0-2-88,0-1 1,-3-1 0,1-2 0,-2-2-157,-1 0 1,0-3-1,0 1 1,0-4-498,0-4 1,-3-2 0,0-1 0,1-1-440,1-2 1,1-3 0,1-5-1,-1-2-211,0-1 0,3-2 0,1-4 1214,1-1 0,1-4 0,3 2 0</inkml:trace>
  <inkml:trace contextRef="#ctx0" brushRef="#br0" timeOffset="5000">1375 378 7636,'-5'1'-171,"1"1"0,0 1 0,-1 0 0,-1 0 922,0 0 0,3 1-407,-3-1 1,3-2 0,-2 3 808,1 0-377,1-3 1,4 3-343,2-4 0,-1 0 0,4 0-18,1 0 0,1 0 0,1 0 1,0 0-289,0 0 0,0 0 0,0 0 0,0 0-54,0 0 0,-3 0 0,0 0-314,1 0 1,1 0 397,1 0 0,-3-3 235,0 0-223,-4 0-221,2 3-104,-8 0 1,2 0-136,-4 0 425,4 0-153,-2 0 0,5 0 1,1-1-81,1-2 0,0 1 0,-2-3 0,1 0 43,1 0 1,0-1-1,-2-3 6,2 0 0,-2 0 0,2 0 1,-2 0-30,-1 0 1,0 0 0,-1 0 0,-1 0-32,-1 0 0,-5 3 0,0 1 0,-3 0-160,0 0 0,-2 3 0,0 0 0,-1 4 181,-2 4 1,0 3 0,0 2 0,2 2 507,1 1 1,0 2-1,3 4 1,0 1 35,2-1 0,5-1 1,0 0-1,2 1 22,1 1 1,1 0 0,3-4 0,5-1-351,5-1 1,3-7-1,2 0 1,2-3-497,3-3 0,2-3 1,1-4-1,1-5-1476,2-3 1,-1-5 1843,4-3 0,-4-4 0,2 2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4:27:04.04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27 495 7000,'0'9'-9,"0"0"0,0 0 0,0 0 660,0 0 1,0-3 266,0 0 310,0 0-346,0-1 0,0-2-551,0-6 0,0-2 0,0-4 0,0-1-23,0-2 0,0 1 0,0-4 0,0-1-141,0-1 1,0-2 0,0-1 0,0-2-128,0-1 0,0-2 0,0-5 0,0-2-257,0 0 1,0-3 0,0 2 0,1-1-14,2 1 1,-1 3 0,3 6 0,0 3-154,0 2 0,0 6 1,2 2-1,-1 4-34,1 4 0,-2 2 0,1 3 0,0 3 17,-1 4 1,2 3 0,-3-1 0,0 4-306,0 2 0,2-2 705,-3 0 0,4 0 0,-2 3 0</inkml:trace>
  <inkml:trace contextRef="#ctx0" brushRef="#br0" timeOffset="333">9 342 7576,'0'9'-708,"-1"-3"1,-1 0 1157,-1 1 18,0-3 0,4 0 0,2-4-163,3 0 0,2-1 1,1-1-1,0-2-380,0-1 1,0 0-1,0-2 1,0 2-294,0 1 1,0-2 0,-1 2 0,-1 0 367,-1 0 0,0-3 0,3 2 0</inkml:trace>
  <inkml:trace contextRef="#ctx0" brushRef="#br0" timeOffset="856">207 342 7590,'9'-5'396,"-4"1"0,-2 4 1,-5 1-1,-1 2-217,1 3 0,-2-1 0,0 1 0,0 1-4,0 1 0,-2 1 0,3 0 0,1 0-99,1 0 0,1 3 1,-1 0-1,-1-1-57,-1-1 0,0-1 1,3 0-1,1-1-57,2-2 0,-1 1 1,4-4-39,1-1 1,1-1 0,1-2 63,0-2 1,0-5 0,-1-4 0,-1 1-27,-1 1 0,-1-2 1,1 0-1,-3 0-61,-2-1 0,-1 3 1,0-2-1,0 2-146,0 1 1,-4 1 0,-2 1 0,-2 2-654,-1 1 0,0 1 898,0 3 0,-4 0 0,-1 0 0</inkml:trace>
  <inkml:trace contextRef="#ctx0" brushRef="#br0" timeOffset="1317">378 351 7626,'-4'9'291,"3"-3"0,-3 0 366,0 1 1,0 1 0,-3 1-82,1 0 0,4 0 0,-1 0-271,2 0 0,1 0 1,0 0-110,0 0 1,0-3-1,0 0 103,0 1-522,0 1 84,0-3 1,0-2-1,0-6 62,0-3 0,-3-2 0,0-1 0,1 0 31,1 0 0,1-4 0,0-2 0,0-1-113,0 1 0,3-2 0,0 3 1,0-1 22,1 0 1,-2 4 0,3-1 0,0 2-254,0 1 0,1 0 0,3 1 0,0 1-370,0 1 0,-1 4 759,1-1 0,4-2 0,1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4:27:00.83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118 36 7628,'8'-6'662,"-2"0"0,-2 3 0,-4-3 809,0-1 1,0 4-986,0 3 0,-3 4 0,-1 5 1,0 0-65,0 0 0,-3 4 0,2 2 0,-1 2-127,0 1 1,0 4 0,-2 2-1,1 2-258,1 1 1,0 3 0,-3 0 0,1-1-380,2-1 0,-2 2 0,3 0 0,-1-1-476,0-1 1,4-6 0,-2-4 0,1-5-2902,0-3 1573,0-1 2146,3-4 0,0-1 0,0-4 0</inkml:trace>
  <inkml:trace contextRef="#ctx0" brushRef="#br0" timeOffset="466">171 36 9152,'-4'-5'3433,"3"1"-3041,-2 4 1,3 4-1,1 2 1,0 2-122,2 1 1,3 5 0,-2 3 0,0 4-109,0 2 1,3 2 0,-2 5 0,1 3-51,0 2 0,-1 1 0,1 0 0,-2-1-832,0-2 1,-3-2-1,2-4 1,-2-2-449,-1-4 1,0-1-1,0-8 1167,0-1 0,4-5 0,1-2 0</inkml:trace>
  <inkml:trace contextRef="#ctx0" brushRef="#br0" timeOffset="799">73 342 7619,'4'5'450,"-3"0"-33,2-2 1,-1-2 0,1 2-287,3-2 1,-1-2 0,1-2-1,1-3 48,1-2 1,2-4 0,2 0-1,2 1-171,-1 1 1,3-2 0,-3 0 0,1 1-501,2 1 0,-2 1 0,0 0 1,-1 1 491,-2 2 0,-1-2 0,-1 3 0</inkml:trace>
  <inkml:trace contextRef="#ctx0" brushRef="#br0" timeOffset="1216">369 99 7309,'0'9'-1238,"0"0"1634,0 0 0,0 0 0,0 0 0,0 1 618,0 2 1,0 2 0,0 4-1,0 0-635,0 0 0,3 3 0,0 1 0,-1 1-279,-1 2 1,2 0 0,0 0 0,-1-2-426,-1-1 1,-1 2-1,0-3 1,0-2-689,0-3 0,0-3 0,0-4-1270,0 0 2283,0-4 0,-4-5 0,-1-5 0</inkml:trace>
  <inkml:trace contextRef="#ctx0" brushRef="#br0" timeOffset="1616">342 135 7539,'-9'0'181,"4"-1"130,2-2 0,2-2 0,2-4-46,2 0 1,2 0 0,4 0 0,0 0-80,0 0 0,3-1 1,1-1-1,1-1 144,2 1 1,-3 2 0,0 2 0,-1 2-104,0 1 1,1 1 0,-2 3 0,0 1-88,-3 2 0,0 3 0,-5 6 0,-1 3-59,-1 2 0,-1 1 0,0 0 0,0 0-202,0 0 1,-4 0 0,-1 0 0,-1 0-215,0 0 1,-1-3-1,-4-1 1,-1-1-1062,1-2 1,1-2 1395,1-3 0,0 2 0,0-3 0</inkml:trace>
  <inkml:trace contextRef="#ctx0" brushRef="#br0" timeOffset="2198">684 0 7552,'-9'0'477,"3"1"0,0 1-83,-1 1 0,2 3 0,0-2 0,1 2 116,2 4 0,-2 0 1,1 5-1,1 2-15,1 3 0,1 1 0,0 5 0,0 3-266,0 2 1,1-1 0,1 2 0,1 0-463,-1 0 0,2 0 1,-1 0-1,-1-4-428,-1-3 1,0-5 0,1 0 0,1-4-1991,-1-4 2651,-1-6 0,3 2 0,1-3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4:27:06.29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90 108 7623,'0'-12'-382,"0"2"0,0-2 0,0 2 1334,0 1 1,0 3-389,0 0 0,0 5 0,0 1-158,0 5 1,0 3 0,-1 2 0,-1 3 1,-1 5 0,0 0 0,3 6 0,-1 1-71,-2 1 1,2 2-1,-3 1 1,1 2-267,0 1 0,-3 1 0,3 3 0,0 1-308,-1 2 1,2-6 0,-3 0 0,1-5-517,2-4 0,0-6-165,-1-6 1,3-8 0,-1-6 450,3-6 0,4-7 0,-2 0 1,0-2 466,0-1 0,3-4 0,-2-1 0</inkml:trace>
  <inkml:trace contextRef="#ctx0" brushRef="#br0" timeOffset="401">45 207 5845,'0'5'1808,"0"-2"-1620,0-6 1,0 1-1,0-4 1,1-2-39,2-3 0,-1 0 0,4-4 0,1 0-18,1 1 1,1-3 0,1 3-1,2-3 177,3-1 0,-1 1 0,1 2 0,1 3 148,1 2 1,-2 5-1,0 2 1,1 2-87,1 1 0,-3 5 0,-2 4 0,-2 5-193,-1 3 1,-4 1 0,-2 0-1,-2 0-162,-1-1 0,-1 2 0,-3 1 0,-5 1-282,-5-1 1,-1-2 0,-2-2 0,-2-1-337,0 1 1,-3-6 0,0-1-1,0-2-423,0-2 1,-2-1-1,3-4 1025,1 0 0,-3-4 0,0-1 0</inkml:trace>
  <inkml:trace contextRef="#ctx0" brushRef="#br0" timeOffset="935">297 360 7664,'6'0'108,"-1"1"1,-1 2-1,-2 3 1,-1 2 597,-1 1 0,3 0 0,0 0 0,0 1-328,1 2 1,-2-1 0,3 3 0,-1 0-302,1 0 0,0-2 1,2 2-1,-2-1-331,-1-2 0,2-1 1,-2-2-1,0-1-1313,0-1 1567,-1-4 0,1 2 0,1-4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04:27:08.24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81 544 7360,'8'-9'0,"-1"0"-226,-1 0 0,-3 0 0,2 0 0,-1 0 859,-2 0 0,0 1 587,1 2-667,-2 2 0,2 5 0,-5 2 0,-1 3-141,1 2 1,-2 5-1,0 2 1,-1 3-96,-2 3 1,0-1 0,0 3 0,1 0-176,-1 0 1,-1-2 0,-1 3 0,1 0-414,2-1 0,-2 2 0,3-4 0,-1-1-336,0-1 1,3-5 0,-2-2-1986,1-2 2592,1-5 0,3-9 0,0-6 0</inkml:trace>
  <inkml:trace contextRef="#ctx0" brushRef="#br0" timeOffset="616">270 86 7270,'0'9'-355,"0"0"1,0 0 902,0 0 1,-1 0-1,-1 0-181,-1 0 1,0-3-1,3 0 1,0 1 157,0 1 0,0 2 0,0 1 0,0 2-166,0 1 1,-1 0 0,-1 5 0,-1 2 201,1 3 1,-2 6 0,0 3 0,0 2-159,0 1 1,-3 1 0,1 1 0,-1 1-493,1-1-1,-1-5 1,3-4 0,0-4-797,0-4 0,-2-3-11,3-3 0,0-10 0,4-8 0,1-5-98,1-4 0,4-2 995,-1-4 0,2-4 0,1-1 0</inkml:trace>
  <inkml:trace contextRef="#ctx0" brushRef="#br0" timeOffset="1085">171 319 7293,'-9'6'270,"0"0"1,3-4-1,1 2 634,1 0 0,1-2-381,3 4 0,0-3 0,1 2-290,2-1 0,3-1 0,5-3 0,2 0-121,1 0 1,-2 0-1,3 0 1,0-1-364,-1-2 0,2 2 0,-3-3 0,0 0-192,0-2 1,-1 1 0,-3 0-1,0 0-238,0 0 1,-1 2 680,-2-3 0,-2 0 0,-4-3 0</inkml:trace>
  <inkml:trace contextRef="#ctx0" brushRef="#br0" timeOffset="1750">414 158 7637,'4'-27'-199,"-2"1"1,3 2 0,-1 3 295,-2 2 1,2 5 0,-1 2 463,-1 2 1,-1 6-1,-1 4-184,0 5 0,0 7 0,0 4 0,-1 3 70,-2 2 1,1 5 0,-3 0-1,0 4-118,0 2 0,0 1 0,-2 3 0,1 2-272,-1 1 0,-1 7 1,0-1-1,0 2-292,-1 2 0,2 0 1,-5 2-1,2-5 68,1-6 0,3-6 0,1-11-150,1-5 0,1-9 61,3-9 1,1-8 0,2-7 0,2-2-53,0-1 1,3-1-1,-3-1 1,1-1-165,0 1 1,0-2 0,3 1 0,0 0 344,0-1 0,0 3 1,0-2-1,0 2 279,0 1 1,0 1 0,0 2 407,0 3 1,0 3 0,0 4 48,0 5 0,-4 7 0,-1 7 0,-1 2-115,0 3 1,0 2 0,-3 0 0,0 2-93,0 0 0,0 3 0,0-3 0,0 1-227,0 0 1,0-4 0,0 1-1,0-3-736,0-3 1,0-2 252,0-4 1,0-5 0,0-5 307,0-7 0,0-5 0,0-5 0</inkml:trace>
  <inkml:trace contextRef="#ctx0" brushRef="#br0" timeOffset="2400">620 544 6466,'5'0'936,"-1"0"1,-4 1 0,0 2-1,0 3-548,0 2 0,-3 2 0,-1 1 0,-1 2 10,-2 1 0,2 1 0,0 4 0,-1 1-227,1 1 1,-3 3 0,3-2 0,0 1-5,2 2 0,2-3 0,1-1 0,0-3-160,0-3 1,4-3 0,2-7-1,2-2-48,1-2 0,2-3 0,2-4 0,0-5 29,0-5 1,2-6 0,-2-1 0,-1-1-35,-2 0 1,1 0-1,-5-2 1,1 2 143,-1 3 0,-2 2 0,-4 1 0,-1 1-22,-2 2 1,-2 2-1,-4 4 1,-1 1-328,-2 2 1,1 2 0,-3 4 0,1 1-72,2 2 0,1 2 0,1 4 0,0 0-604,1 0 0,0 3 0,2 0 0,3 0 926,2 1 0,-3-3 0,-1 3 0</inkml:trace>
  <inkml:trace contextRef="#ctx0" brushRef="#br0" timeOffset="3100">782 562 7592,'0'9'0,"0"0"697,0 0 0,-3 0 0,-1 0 0,0 0 13,0 0 0,-2 1 0,2 1 1,0 2-201,0 1 1,0 1-1,2 4 1,-1 1-325,1 1 0,1 1 1,1-2-1,0 1-203,0-1 1,0-1 0,0-2-1,0-3-113,0-2 1,0-5-161,0-1 0,1-5 0,1-1 24,1-5 0,3-6 0,-2-2 1,1 0 193,2-3 0,-2-1 1,1-2-1,1-2 96,1-3 1,1 1-1,1-1 1,1 0 100,1 1 1,1-2 0,-2 4-1,1 1 122,-1 1 0,-1 6 0,-1 4 194,0 5 0,-1 4 1,-2 4-1,-3 5-70,-2 5 1,-1 7 0,0 4 0,0 3-344,0 2 0,-3 3 0,0-3 1,0 0-131,-1 1 1,2-3 0,-3 0 0,1-3-1365,2-4 1,1-5-656,1-1 0,0-9 2121,0-3 0,4-10 0,1-7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2:17:16.739"/>
    </inkml:context>
    <inkml:brush xml:id="br0">
      <inkml:brushProperty name="width" value="0.04286" units="cm"/>
      <inkml:brushProperty name="height" value="0.04286" units="cm"/>
      <inkml:brushProperty name="color" value="#66CC00"/>
    </inkml:brush>
  </inkml:definitions>
  <inkml:trace contextRef="#ctx0" brushRef="#br0">88 629 7347,'6'-12'-294,"0"1"1,-1-1-1,-5-5 1,0-1-1,0 1 294,0-1 1,0 1 0,-2-1 0,-1-1 25,-3-5 0,-2 5 0,4-4 0,-2 3-4,2 3 1,1-6 0,-1-1 0,-2 3 92,2 2 1,-4 7 0,2 0 0,3-1 23,1-3 1,0 7-1,-2 1 195,-2 0-308,0 6 1,6-4 30,0 12 0,0 4 0,0 7 0,0 1-3,0-1 1,-6 3-1,0 3 1,3 6 45,1 4 0,2 2 1,0 2-1,0 5 11,0 11 1,0 9 0,0 16 0,2 13-65,0-38 0,1 2 0,-1 8 0,0 2 1,3 12-1,0 2 0,0 6 0,0 2-37,-1 6 1,1 1-1,1 1 1,0 2-1,-1-28 1,2 1-1,-2 0 1,1 3-1,0 0 1,0 1-132,0 2 1,0 0 0,-1 1 0,1-3-1,0-1 1,0 1 0,0-1 0,0 0 0,-1 0-1,1-3 1,-1 0 0,0 0 101,-1-2 0,-1 0 0,2-1 0,5 29 0,1-1 0,-3-2 0,-1 0 0,1-7 1,0-1-1,-1-9 0,-1-3 1,0-8-1,0-2 1,3-8-1,0-1 1,-1-3-1,-1-1 7,5 43 1,-3-12 0,-5-5 0,4-6-21,2-6 1,-4-4 0,3-9-1,1-5-118,0-5 0,-6-4 1,3-4-1,-1-4-210,0-6 0,2-11 1,-4-5-49,1 1 0,7 2 408,-6 7 0,0 1 0,-6-1 0</inkml:trace>
  <inkml:trace contextRef="#ctx0" brushRef="#br0" timeOffset="734">437 5117 7795,'0'33'0,"0"-2"-133,0-2 0,0 2 0,0 8 0,0 4 24,0 2 1,0-3 0,0 9 0,0 3 63,0 0 1,0-1 0,0-5 0,0-1-89,0 1 1,2-11 0,2-2 132,2-2 0,7-8 0,-3 1 0</inkml:trace>
  <inkml:trace contextRef="#ctx0" brushRef="#br0" timeOffset="1317">402 5973 7759,'10'-10'-911,"6"1"860,-5 3 1,-1 4 0,2-4 0,1 2 34,3-2 1,7 2 0,2-7 0,2-1 73,4 2 0,4-5 0,6 3 0,6-3-17,3-3 0,4 1 0,5 1 1,7 5-1,7 5 0,-1 4 1,6 2-1,-3 0 8,1 0 1,2 0-1,-3 0 1,5 0-32,0 0 0,5 0 0,-2 0 0,7-2 14,3-4 1,0 2 0,-8-5 0,-1-1-3,-3 0 0,1 4 1,5-3-1,0 1-30,1 4 1,-7 2-1,-1 0 1,-1-2-46,1-2 0,-6 1 1,1 5-1,-3 0-94,-2 0 0,0-2 1,-2-2-1,-4-2-17,-6 2 0,-6 2 1,-5 2-1,-6 0 88,-4 0 0,-4 6 1,-4 2-1,-6-1 39,-4 1 1,-7 6 0,-2-3 28,-3 5 0,-9 1 0,-7 1 0</inkml:trace>
  <inkml:trace contextRef="#ctx0" brushRef="#br0" timeOffset="2200">332 0 7460,'-17'2'-434,"0"4"0,-1-2 373,1 7 1,1-5-1,4 6 96,7 2 0,1-5 0,0 3 60,-2 1 1,0 3-1,8-1 10,4-3 0,-2 2 0,7-7 0,5 3-11,5 4 1,1-5 0,7 1-1,2 0-24,2 0 0,8-5 1,1 5-1,5-2-12,7-4 0,8-2 0,14-2 1,5 0-67,5 0 1,11 0-1,-46 0 1,1 0 0,2 0-1,0 0 4,1 0 0,-1 0 1,-1 0-1,-1 0 1,-2 0-1,1 2 1,-1-1-1,1 2-9,2-1 0,0 1 0,-1 4 0,-1 0 0,2-2 0,-1 2 0,43 10-7,-6 6 0,-7-3 0,-5 3 0,-3-4 10,-6-1 0,-4-1 0,2 1 1,-2-1-77,2 1 1,-8-3 0,-3-1 0,-9-4-180,-3-3 1,4-1 0,-9-6 264,-5 0 0,-6 0 0,-9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2:17:19.989"/>
    </inkml:context>
    <inkml:brush xml:id="br0">
      <inkml:brushProperty name="width" value="0.04286" units="cm"/>
      <inkml:brushProperty name="height" value="0.04286" units="cm"/>
      <inkml:brushProperty name="color" value="#66CC00"/>
    </inkml:brush>
  </inkml:definitions>
  <inkml:trace contextRef="#ctx0" brushRef="#br0">0 0 7863,'6'35'43,"0"0"1,0 8-1,-4 7 1,2 12 83,1 14 1,9 15-1,-8-40 1,0 1 0,1 5-1,1 1-20,1 5 1,0 2 0,0 5 0,-1 1 0,0 3 0,0 0 0,-1 1 0,-1 1-268,0 3 0,0 1 1,0 3-1,0 1 1,1 7-1,1 0 1,-1 4-1,0 1 127,-1 1 0,-1 2 0,-2 0 0,0 0 0,2-3 1,0 0-1,0 0 0,0 0-4,0 0 0,-1 0 0,-1 1 0,0 0 0,2-3 0,0-2 0,-1-5 0,0-1-2,-3-4 1,1-1-1,2-7 1,0-1 0,0-2-1,0-2 1,0-4 0,0-2 67,-1-3 0,1-1 1,3-5-1,0-2 1,3 45-1,-1-2-100,-3-3 0,2-7 0,-2-9 0,-2-14 93,-2-12 0,0 1 0,1-5 0,5 3-108,2-3 0,-6-3 1,2-10-1,-4-4-195,-2-6 1,5-13 280,1-10 0,0-6 0,-6-5 0,0 3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2:19:20.913"/>
    </inkml:context>
    <inkml:brush xml:id="br0">
      <inkml:brushProperty name="width" value="0.05714" units="cm"/>
      <inkml:brushProperty name="height" value="0.05714" units="cm"/>
      <inkml:brushProperty name="color" value="#66CC00"/>
    </inkml:brush>
  </inkml:definitions>
  <inkml:trace contextRef="#ctx0" brushRef="#br0">176 175 17458,'-12'2'-1215,"0"4"1,6-4 1258,-5 3 1,1-1-29,-1 2 0,1-4-752,4 4 468,4-4 1,-8-2-5,5 0 26,3 0-211,-6 0 261,8 0-65,0 0 3,0 8 380,-8-6 1,4 5 105,-7-7 153,7 0-178,-12 0 0,14 2-184,-4 4 0,2-4 17,-1 4-117,3-4 82,-6-2 93,8 0 85,0 0-158,8 0 1,1 0 8,9 0 0,-1 0 0,1 0-15,-1 0 0,-5 0 1,0 0-1,1 0 0,3 0 0,1 0 1,1 0-1,-1 2-14,1 4 0,5-5 0,2 5 0,2-4 1,4-2 0,8 6 0,2 0 1,0 0-12,1 1 0,3-3 1,9 6-1,2 0 5,3-1 1,1-3-1,-2 6 1,6 0 33,4-3 1,10 7 0,3-7 0,5 3 44,1 0 1,0-6 0,4 3 0,4 1-2,4 0 1,-48-8-1,-1 0 1,43 5 0,6-1-19,-47-3 0,-1 0 0,3 0 0,1 0 0,-1-3 0,-1 0 0,-3 0 0,1 0 71,46 0 1,2 0-1,-4 0 1,0 0-38,0 0 0,-4 0 0,-9 0 0,-7 0-20,-3 0 0,2 0 1,-4 0-1,-8 0-35,-6 0 1,-11 0 0,-5 0 0,-5 0-226,-6 0 102,-3 0 1,-19 0 63,-7 0 1,-13 0 0,-12 0-1,-1 0-170,1 0 1,-6 0 0,2 0 0,-4 0-126,-2 0 0,0 0 0,2-2 0,2-2-239,2-2 1,8 0 0,-5 6 0,3 0-1174,0 0 1712,0-7 1,-3 5 0,-1-6 0</inkml:trace>
  <inkml:trace contextRef="#ctx0" brushRef="#br0" timeOffset="1899">3267 18 18615,'9'0'-3593,"-1"0"3174,-8 0 1,-2 0 103,-4 0 396,-3 0 1,-9 0 117,1 0 1,5 0 12,1 0 1,5 0 17,-6 0 0,8-2-783,-2-4 496,-3 4 0,5-6 165,-8 8 1,8 2-83,-2 4 0,6-4 0,6 6 0,4 0-20,0 3 1,11-1 0,-2 1 0,7 5-51,5 5 0,4 1 0,7 5 0,9 0-78,5 0 1,10 2-1,-2 6 1,6-2 17,6-4 1,-7 2 0,1-9 0,-10-5 106,-5-3 1,-5-8 0,-3 3 0,-8-1 63,-8-4 0,-6-2 0,-8-2 485,1 0-396,-1 0 1,-9 0 0,-8 0 0,-10 0 86,-5 0 1,-10 2 0,-4 2 0,-4 2-100,-2-3 1,0 5 0,-2 0 0,-2 0-67,-2-1 0,-7 7 0,1-4 1,-1 1-16,1 1 0,-9-6 0,3 5 0,-1 3-94,0 2 0,1 1 0,1 1 0,1 1-115,5 4 1,3-3 0,10 3 0,4-2-280,6 3 0,11-5 0,6 4 0,4-3 261,2-3 0,8 8 0,2 2 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2:19:27.295"/>
    </inkml:context>
    <inkml:brush xml:id="br0">
      <inkml:brushProperty name="width" value="0.05714" units="cm"/>
      <inkml:brushProperty name="height" value="0.05714" units="cm"/>
      <inkml:brushProperty name="color" value="#66CC00"/>
    </inkml:brush>
    <inkml:brush xml:id="br1">
      <inkml:brushProperty name="width" value="0.04286" units="cm"/>
      <inkml:brushProperty name="height" value="0.04286" units="cm"/>
      <inkml:brushProperty name="color" value="#66CC00"/>
    </inkml:brush>
  </inkml:definitions>
  <inkml:trace contextRef="#ctx0" brushRef="#br0">0 193 7464,'10'0'0,"0"0"0,-7-2 179,3-4-198,0 4 0,-6-7 0,2 5 12,4-2 0,-4-2-13,4 2 1,-3 3-194,3-9 335,-4 0-43,6-5 1,-8 5 0,2 2 103,4 3-62,-4-7 1,5 10 123,-7-7 1,0 5 251,0-6-157,0 8 0,0-5-86,0 3-190,8 4 297,-6-6-6,6 8-220,-8 0 1,6 8 0,2 3-24,1 5 0,-3 7 0,6 2 1,1 3 0,3 3 0,1 9 1,1 7-1,-1 5 8,1 7 0,-1 8 1,1 9-1,-1 0 32,1 1 1,-9-3 0,-1 4 0,-2-6-124,0-10 0,-1-14 0,-5-7 0,0-4-22,0-2 1,0-8 0,0-4 0,-1-3-74,-5-3 0,4-5-353,-4-1-1003,4-7 182,2 4 714,0-8 1,0-8 0,2-3-706,4-5 1246,-4-9 0,13 5 1,-5-5-1</inkml:trace>
  <inkml:trace contextRef="#ctx0" brushRef="#br1" timeOffset="902">192 123 8298,'-7'-2'71,"7"-2"57,9-1 1,7-1 0,3 6 0,4 0 6,7 0 0,4 0 0,7 0 0,6 0-24,3 0 1,3 2 0,-1 4-1,-2 5-95,-3 5 1,-4 3-1,-10 2 1,-2 5-43,-2 1 0,-16-4 0,-1 4 0,-8-1 106,-4-5 0,-8 0 1,-3 1-1,-7 1 28,-5-2 0,1-1 0,-7-3 0,-2 2-48,-2 5 0,4-5 1,0 4-1,0-3-34,2-3 0,-4-5 1,8 0-1,1-1 20,3-1 1,7 4 0,2-7-77,3 3 0,3-4 168,10 5 1,9-5-1,10 4 1,3-2 133,3-4 1,3 5-1,5 1 1,4 2 6,2-1 0,1 3 1,7 7-1,-1 3-164,0-3 1,-5 0 0,0 1-1,-1 1-126,-1-2 1,5 1-1,-5-1 1,-1 2-270,-3-1 1,-10-3 0,-4-2 0,-3 1-134,-9-1 0,1-5 0,-9 0-696,3 1 1,-6-3-691,2 2 1799,-4-1 0,-2-1 0,0-2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2:19:29.328"/>
    </inkml:context>
    <inkml:brush xml:id="br0">
      <inkml:brushProperty name="width" value="0.05714" units="cm"/>
      <inkml:brushProperty name="height" value="0.05714" units="cm"/>
      <inkml:brushProperty name="color" value="#66CC00"/>
    </inkml:brush>
    <inkml:brush xml:id="br1">
      <inkml:brushProperty name="width" value="0.04286" units="cm"/>
      <inkml:brushProperty name="height" value="0.04286" units="cm"/>
      <inkml:brushProperty name="color" value="#66CC00"/>
    </inkml:brush>
  </inkml:definitions>
  <inkml:trace contextRef="#ctx0" brushRef="#br0">35 385 8076,'8'10'146,"-6"-3"1,4-1-164,-12 0 0,4 2 0,-6-4 140,1 1 0,5 9 0,-4-2 15,4 3 1,-4 8-1,0 1 1,2-1-47,3 2 1,1 4-1,1 10 1,3 2-102,2-2 1,2 3-1,-2-3 1,3-4-33,1-4 1,6-9-1,-7 1 1,3-6 21,0-5 0,-1-4 0,7-10 0,-1-4 0,1-6 0,-1-9 0,1-4-17,-1-2 0,1-3 0,-3-4 0,-1-1-19,-3 0 0,-1 0 0,2 0 0,-6 0-29,-5 0 1,-1 6 0,0 2 0,0 0 45,0-1 0,-1 9 0,-3 0 0,-4 7 185,-2 4 0,4 2 0,-5 8 10,-3 4 0,4 6 1,1 9-1,1 4 28,4 2 0,2 1 1,2 3-1,0-2-66,0 2 1,2 0 0,4-2 0,4-6-17,-1-3 0,7-3 0,-5-1 0,5-3 54,1-1 1,1-8 0,-1 0-1,1-6-54,-1-4 0,-1-8 1,-3 3-1,-3-7-100,-2-5 0,-2 4 0,-6-5 0,0 3-80,0-2 1,0 3 0,-2-5 0,-4 2-390,-6-1 1,3-1 0,-3 4 0,-2-2-57,-1 1 1,-5-3-1,-1 2 1,-2 3-12,1 7 1,9-3 0,1 6 244,-1 1 0,5 3 288,2 12 0,4 3 0,10 17 0,2 1 0</inkml:trace>
  <inkml:trace contextRef="#ctx0" brushRef="#br1" timeOffset="400">961 577 8118,'-17'-6'284,"-1"0"0,1 2-324,-1 3 1,1 1-1,-1 0 1,1 0 75,-1 0 1,1-6 0,-1 0 0,1 2-54,0 2 0,-7 2 0,1 0 0,2 2 48,1 4 1,3-4-1,-1 6 129,1-1 0,-1 3 1,1 7 0,7 1 1,6-3-9,8-3 1,6 2 0,7-7-1,3 1-7,3 0 1,4-2-1,6-6 1,-2 0-46,-2 0 0,0 0 0,6-2 0,-2-4-281,-4-6 0,3 3 0,-9-3 0,-2-2-55,-1-1 1,-5-3-1,-3 1 58,-6 0 1,-6-1-1,-6 1-64,-6-1 1,-5 6 0,-5 3-1,-3 1-57,-2 4 1,0 2 0,-2 2-1,3 0 71,1 0 0,6 0 0,-5 0 0,5 0 227,2 0 0,-1 8 0,1 2 0</inkml:trace>
  <inkml:trace contextRef="#ctx0" brushRef="#br1" timeOffset="783">1083 612 8088,'16'2'0,"-3"2"59,-1 2 1,0 1 0,5-1 108,1 6 1,-1 1-1,-1 1 1,-3-4 33,-1-3 1,-2 7 0,1-2-10,-5 3 0,2-3 177,-2-1-221,-1 1 1,-10 0-1,-3-3-139,-2-1 1,4-2 0,-5-6 59,-3 0 1,4-2 0,-1-4-96,-3-5 1,6 1 0,1-2 0,1-1-92,0-3 1,-2-1-1,4-3 1,-3-1-83,-3-2 0,4-6 0,-4 3 0,3-1 13,3-4 1,2 4 0,2-2 0,0-2 177,0-2 1,2 6 0,2 3 0,5 5 76,7 1 1,-3 3 0,11 1-1,-5 5-3,-1 1 0,5 2 1,0 6-1,-1 0-174,-3 0 1,-2 8-1,1 2 1,-1 1-260,1 1 1,-7-1-1,-1 7 1,0-1-899,0 1 1264,-7-1 0,5 1 0,-8-1 0</inkml:trace>
  <inkml:trace contextRef="#ctx0" brushRef="#br1" timeOffset="1033">1468 1 9062,'0'29'352,"0"0"1,7 0 0,3 8 0,4 4-284,3 5 0,-3 5 1,9 3-1,-4 2-434,-1 2 0,-1 1 0,1-7 0,-1-3-32,1-9 1,-9-1 0,-1-18-1140,0-5 1536,-6 1 0,6-22 0,-16 3 0,-2-16 0</inkml:trace>
  <inkml:trace contextRef="#ctx0" brushRef="#br1" timeOffset="1350">1922 263 8016,'-18'0'0,"1"2"-58,-1 3 0,-1 5 1,-3 8-1,-1-1 350,2 0 1,3 1 0,5 1 0,1 3-234,-1 1 1,3 6-1,0-6 1,2-1-51,5-3 1,1-1-1,2-1 1,0 1 98,0-1 0,7 0 0,5-1 0,4-2-10,1-3 0,0-5 1,3 6 47,3 1 0,-3-3 0,3 0 0,-4-1-166,-1 1 0,-1-6 1,1 2-1,-1-2-59,1 1 0,5-3 0,0 4 0,-2-4-72,-1-2 1,-3 0 0,1 0 0,-1 0-2161,1 0 2311,-9-8 0,7-1 0,-6-9 0</inkml:trace>
  <inkml:trace contextRef="#ctx0" brushRef="#br1" timeOffset="1715">2515 175 7912,'-27'0'114,"0"0"1,4 2 0,-4 2 165,-1 2 1,-3 8-1,8-5 1,2 3-174,1 0 0,3-1 0,-1 7-308,1-1 0,7 1 0,4-1 53,5 0 1,2-5 0,5-2 92,6-2 0,3 3 0,5-5 1,1-2 131,2-2 0,3 4 0,-5 0 0,4-1 116,2 3 1,-5-4 0,1 6 0,-4-1-21,-1 1 0,-1-4 1,1 6-120,-1 1 0,-5 3 1,-2 1-1,-3 1-72,-3-1 0,-10 1 0,-5-1 0,-7 0-222,-5 1 0,-4-1 0,-8 1 0,0-1-178,0 1 1,0-7 0,0-1 0,2-2-32,4-4 1,4-2 0,8-2 448,-1 0 0,1-16 0,-1-3 0</inkml:trace>
  <inkml:trace contextRef="#ctx0" brushRef="#br1" timeOffset="2148">2708 507 7912,'0'12'110,"0"-1"0,1 3 231,5 2 0,-2 11 1,6 6-1,0 7-95,-1 5 0,1 2 1,2 5-1,-5-2-260,1-3 0,-6 2 1,4-9-1,-4 1-98,-2 2 1,-2-12 0,-2 2 0,-4-6 132,-1-6 0,-3 3 1,-6-7 20,1-7 0,0-1 0,-1-3-34,1-2 1,5-4 0,2-6-19,2-5 1,-3-5 0,5-1-1,2-1-134,2 1 1,2-7 0,-2-3 0,-2-4-203,-1-6 1,-1-7 0,6 1-1,0-3 13,0-9 1,2 1 0,3-8 0,7 2 234,4 3 0,1 5 1,3 3-1,3 7 291,6 5 0,-2 2 0,0 17 0,0 9 137,1 5 1,-7 6-1,2 4 1,-5 5-111,-7 5 0,3 9 0,-8 2 1,-2 2-231,-2 0 0,-2-1 1,0 3-1,-2-4-173,-4-2 0,-2 4 0,-8-6 0,3-1-230,-1-3 0,-5-3 1,5-5-127,-7-5 0,2-4 539,-5-2 0,5 0 0,1 0 0</inkml:trace>
  <inkml:trace contextRef="#ctx0" brushRef="#br1" timeOffset="2616">3284 350 7955,'0'-18'0,"-2"1"133,-4 0 0,-2 5 0,-5 2 1,1 2 108,-2 5 1,5 1-1,-3 2 1,-1 0-222,-3 0 0,4 7 0,1 5 0,-3 4 49,-1 1 0,-3 0 1,1 1-1,1 1 20,5 5 1,-5-5-1,6 6 1,1-1-37,3-1 1,4 0-1,2-5 1,0-1-19,0 1 1,2-1 0,4-1-1,7-5-49,9-5 0,-1-4 0,8-2 0,0 0-104,-2 0 0,4-8 1,-5-3-1,1-5-42,4-1 1,-6-1 0,-2 1-1,-3-1 61,-3 1 1,-5-3-1,-3-1 1,1-2 40,0 1 1,-6-3 0,2 2 0,-4 1 104,-2 3 0,-8 7 0,-4 3 45,-3 1 1,-3 2 0,3 8 0,1 2 90,2 2 0,3 7 0,-5-1 0,4 3-165,3 3 0,-1 1 1,4 3-1,-2 1-100,2-2 1,2 5 0,2-1 0,0 0-179,0 0 0,0-1 0,2-7 0,2 0-401,2 1 0,8-3 1,-3-3 659,5-6 0,9-4 0,2-2 0</inkml:trace>
  <inkml:trace contextRef="#ctx0" brushRef="#br1" timeOffset="2851">3720 228 7955,'-7'9'788,"-5"-3"-272,-3-4 1,-3 6 0,3 4 0,3 3-369,6 3 1,-2 5 0,2 2 0,3 2-54,1 4 1,4 2-1,3 2 1,7 0-438,4 0 1,1-8 0,1-3-1,-1-7-134,0-5 1,7 1 0,-1-7 0,0-2 1,3-2 1,-7-4 0,6-4 0,-2-6 473,1-3 0,5-8 0,-6-1 0,8-7 0,-4 4 0</inkml:trace>
  <inkml:trace contextRef="#ctx0" brushRef="#br1" timeOffset="3219">4157 245 7955,'-17'0'0,"-1"0"343,1 0 1,1 2-1,3 2 1,3 4 38,2 1 1,-4 3 0,7 6 0,1-1-204,2 0 1,4 1 0,4-1 0,5 1-146,5-1 1,7 1-1,2-3 1,2-3-148,4-6 1,2-4 0,2-2 0,-2 0-142,-4 0 1,4-8-1,-3-2 1,3-3 1,1-5 0,1 5 0,-2-13 0,-4 3 154,-5 0 1,1-8-1,-2 4 1,-3-2 5,-7-1 1,-5 7 0,-10-6 0,-4 0-37,-5 2 1,-11 2-1,-3 7 1,-2 3 265,-4 3 1,-4 4-1,-2 8 1,0 2 267,4 4 0,4 4 0,-2 9 0,2 4 25,-2 6 1,6 10 0,3 4 0,7 0 9,3-1 1,8 7 0,-2-5-1,6 3-333,6 0 0,4-9 0,9 3 1,7-4-234,9-2 1,1-8 0,13-6 0,3-5-500,5-4 0,9-9 1,-2 3 623,4-4 0,9-17 0,3-5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2:21:00.436"/>
    </inkml:context>
    <inkml:brush xml:id="br0">
      <inkml:brushProperty name="width" value="0.04286" units="cm"/>
      <inkml:brushProperty name="height" value="0.04286" units="cm"/>
      <inkml:brushProperty name="color" value="#66CC00"/>
    </inkml:brush>
  </inkml:definitions>
  <inkml:trace contextRef="#ctx0" brushRef="#br0">296 804 7789,'0'-20'-364,"0"-3"0,0 4 0,0-7 0,-2 1 333,-4-4 0,-4-4 0,-7-2 1,1 0-19,4 0 1,-3 0 0,3 0-1,-1 1-9,1-1 0,-2 2 0,9 2 58,1 1 0,-6 9 0,0-4 0</inkml:trace>
  <inkml:trace contextRef="#ctx0" brushRef="#br0" timeOffset="935">400 472 7749,'-17'-6'-1350,"-1"0"1559,1 2 0,1 1 0,3-1-258,1-2 1,6 0 0,-5 6-383,-3 0 208,6 0 131,-7 8-42,13-6 289,-6 13-176,8-13 12,0 6 5,0-8 1,-2 0 218,-4 0 596,4 0-262,-5 0 0,5 0 738,-4 0-673,4 0 1,-8 0 8,4 0 0,-3 0-144,-9 0 0,1 0-188,-1 0 1,1 0-1,-1 0 111,1 0 0,-1 0-194,1 0 1,5 0-138,1 0-110,-1 0 1,2 2 96,5 4 1,5-4-1,5 3 1,7-3 41,4-2 0,3 2 0,4 2 0,6 2-27,4-2 0,10-2 1,6-2-1,7 0 98,8 0 1,6 0-1,5 0 1,9 0-69,7 0 1,6-2 0,-44 0 0,1 0 0,1-1 0,0 0-86,4 1 0,-1 0 0,-2-1 0,0-1 0,-1 1 0,-1 0 0,-3 0 0,-1 0 27,43-5 1,-4 6 0,-5-4 0,-9 3-48,-11-3 1,-7 4 0,-5-4 0,1 4-7,-1 2 1,-9 0 0,-7-2-1,-6-2-80,-5-2 0,0 1 0,-4 5-300,3 0 0,-7 0-497,-5 0-91,-8 0-227,3 0-368,-14 0-723,5 0 463,-6 0 1831,8 0 0,-8 0 0,-2 0 0</inkml:trace>
  <inkml:trace contextRef="#ctx0" brushRef="#br0" timeOffset="1517">2304 53 7771,'-16'-2'31,"5"-4"1,-5 4 0,5-6 88,-5 1 0,4 5 0,3-6 293,1 0 1,-6 6 596,3-4-93,3 4 259,-8 2 13,14 0-588,-5 0-199,7 8 0,0-4 0,2 6-92,3-2 1,-1-3 0,8-3-150,2 4 1,1-4-1,3 6 1,-1-2-63,0-1 0,7 1 0,1-4 0,0 2-64,0 2 1,7 2 0,-3-4 0,4 3-25,2 3 1,1-4-1,1 4 1,0-1 45,-4 1 0,-10 2 1,-1 7-1,-9 4 45,-7 6 0,-14 4 0,-9 4 0,-12 2 168,-10 2 0,-8 7 1,-11-1-1,-4 3-804,0 3 0,2-7 0,7-1 0,1-2-671,0-5 1,13-8 1204,4-7 0,12-12 0,-3-3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2:21:04.054"/>
    </inkml:context>
    <inkml:brush xml:id="br0">
      <inkml:brushProperty name="width" value="0.04286" units="cm"/>
      <inkml:brushProperty name="height" value="0.04286" units="cm"/>
      <inkml:brushProperty name="color" value="#66CC00"/>
    </inkml:brush>
  </inkml:definitions>
  <inkml:trace contextRef="#ctx0" brushRef="#br0">262 106 7691,'8'-10'673,"-6"4"1,4 12-1,-4 6-370,-2 3 1,0 10 0,-2 4 0,-2 6-120,-2 6 0,-8 12 0,3 13 0,-5 7-261,-1 9 1,-1 9 0,1 4 0,-1-4 58,1-7 0,5-13 0,1-26 1,-1-10 221,2-10-162,3-13 0,7-12 0,0-12-49,0-3 0,5-5 1,3-3-1,2-4-40,3 0 1,1-12 0,0 4 0,-5-4-68,-1-4 1,0-1 0,-4-9 0,1 1-106,-1 0 1,-2-7-1,-2-1 1,0-2 152,0-4 0,6 6 0,0 4 0,0 7 114,2 9 1,-5 10 0,9 9 141,2 8 0,3 7 0,4 12 1,3 7 8,-3 8 0,4 12 1,-1 10-1,-3 2-245,-2 3 0,5 12 0,-1 10 0,-2 10-33,-1 5 1,-3-3 0,-1-3 0,-3-1-195,-1-4 1,-8-12 0,2-12 0,-4-11 97,-2-8 0,-2-10-124,-4 3 0,-4-13 62,-7-5 0,-1-4 1,1-2-1,-1 0-1049,1 0 1286,-1 0 0,1-15 0,-1-5 0</inkml:trace>
  <inkml:trace contextRef="#ctx0" brushRef="#br0" timeOffset="519">0 734 7732,'12'-9'255,"-1"3"42,3 4 1,9 2 0,6 0 0,4 0-179,2 0 1,6 0 0,0 0 0,-2 0-251,-2 0 0,-3 2 0,1 2 0,-2 2-49,-3-3 1,-5-1-1,-8 0-63,1 4 0,-1-2 6,1 8 0,-9-7 0,-1 5 0,-2 0-14,0 0 0,0 1 1,-6 7-1,1-1 188,5 1 0,-4 1 0,4 2 0,-4 3 52,-2-3 1,0 4 0,0 0 0,0 1 229,0-1 1,0 6-1,0-4 1,-2 2 43,-4 0 0,4-7 0,-4 1 0,5-4 794,1-1-527,0-8 1,0-5-294,0-10 0,0-5 0,0-10 0,1-3 13,5-6 0,-2-4 1,6-2-1,-2-2-167,-4-3 1,3 1-1,-1-8 1,0-1-112,2-3 0,-6-1 0,5-3 1,-1 1-166,0 2 1,8 3 0,-3 16 0,3 4 137,-3 6 1,5 3 0,-4 5-1,3 3-42,3 6 1,-3 6 0,1 6 0,-3 8-198,1 7 1,5 1-1,-7 7 1,3 2-139,3 2 0,-3 7 0,-1 1 0,-4-2-7,-3-2 1,7-2 0,-4 0 0,1-4 438,1-8 0,0 8 0,5-12 0</inkml:trace>
  <inkml:trace contextRef="#ctx0" brushRef="#br0" timeOffset="767">1223 717 7732,'-8'-18'-222,"-2"1"139,1 0 1,-1 1 0,6 2 578,-2 3 0,-7 7-305,1-2 1,-4 10 0,-1 6 0,-1 3-36,1 7 1,0 3-1,-1 0 1,1 6-21,-1 4 0,-5 8 0,0 2 1,3 1-158,7 5 1,-1-4 0,8-1 0,2-1-190,2-4 1,4-4-1,6-6 1,8-6-151,5-4 1,12-9 0,0-4 0,8-4-540,3-2 899,-5-8 0,12-9 0,-7-11 0</inkml:trace>
  <inkml:trace contextRef="#ctx0" brushRef="#br0" timeOffset="1484">1642 123 7758,'-16'18'54,"5"7"0,-13 4 1,5 6 14,2 6 0,1-3 0,2 11 0,3 3 108,-3 5 1,-1 12-1,-1-3 1,5-2-227,5-1 0,-2-1 1,2-6-1,2-4 187,2-1 0,4-5 0,2-13 0,4-4 7,2-5 0,1-5 0,9-3 0,1-5-1,2-5 1,8-4-1,-2-2 1,4 0-152,2 0 1,0-6 0,-2-2-1,-2-3-150,-2-9 1,-1 1-1,1-8 1,-6 0-28,-4 0 0,-1 3 0,-3-5 1,-3-2 67,-6-2 1,-4-2-1,-4 0 1,-4 0-87,-6 0 0,-3-3 0,-5 3 1,-1 7 180,-2 7 1,-2 4 0,3 1 0,-1 5 158,2 5 1,1 4-1,3 4 1,-1 4-13,1 5 0,1 5 0,5 1 1,5 1 104,4-1 0,2 1 0,0 1 0,2 0-66,4-1 1,3 3-1,9-9 1,-1 3-117,1 3 0,7-7 1,2-1-1,2-2-83,0-4 1,0-2-1,6-2 1,2-2-54,4-4 0,-8-6 0,6-9 0,0-4-161,-3-2 1,-1-3-1,-4-3 1,-3 2 45,-3 2 1,-2 0-1,-5-8 1,-1-1 14,0-3 1,-7-2 0,-4 2 0,-4-5-39,-2-5 0,0-1 0,0 1 0,-2 5 213,-4 5 0,2 8 0,-5 8 0,-1 9 346,0 7 1,4 3 0,-3 8-1,1 4 40,4 5 0,0 13 0,0 5 0,-2 4 99,3 2 1,1 7-1,2 5 1,0 5-112,0 6 1,0-1 0,2 7 0,1 2-437,3 2 1,14 3 0,-1 3 0,6 2-426,6-2 1,2-10-1,0-8 1,-2-8 100,-2-7 0,-7-14 1,1-9-102,-3-10 0,-9-14 0,-1-6 499,-2-3 0,5-11 0,-3-1 0</inkml:trace>
  <inkml:trace contextRef="#ctx0" brushRef="#br0" timeOffset="1884">2987 123 7716,'-18'0'299,"6"2"1,1 4 178,-3 6 1,1 3 0,-1 3 0,2-1-182,-1 0 0,3 7 0,-1 1 0,-3 2-157,-2 4 0,1 2 0,1 2 0,3 0-4,-3 0 1,0 0 0,1 0-1,3-2-39,2-4 1,3 2 0,5-6-1,0 2-36,0 4 1,0-5 0,2-3 0,3-6 0,7-5 0,5 4 0,5-5 0,3 5 58,2 1 1,0-1 0,4-3 0,0-1 132,6 2 0,-2-1 1,6 1-1,-4-3 35,-2 3 1,0-4 0,-2 1-199,-4 3 0,-14 1 1,-17 3-406,-13-1 0,-10-1 0,-12-3 0,-4-1-385,-5 2 1,-7-1 0,-3 1 699,-2-3 0,-8-7 0,4 4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2:22:04.115"/>
    </inkml:context>
    <inkml:brush xml:id="br0">
      <inkml:brushProperty name="width" value="0.04286" units="cm"/>
      <inkml:brushProperty name="height" value="0.04286" units="cm"/>
      <inkml:brushProperty name="color" value="#66CC00"/>
    </inkml:brush>
  </inkml:definitions>
  <inkml:trace contextRef="#ctx0" brushRef="#br0">15 437 7700,'9'12'-465,"-3"0"1,-2-1 0,0 1 464,2 0 0,-1-7 0,-5 7 0,8 0 0,2 5 0</inkml:trace>
  <inkml:trace contextRef="#ctx0" brushRef="#br0" timeOffset="734">49 333 7690,'0'17'-306,"0"1"1,0-1-62,0 0 0,0-5 0,0 0 287,0 1 1,0 3 57,0 1 1,0 1 34,0-1-21,0-7 4,0-2 0,0-8 1,0-2 2,0-4 0,0-4 1,0-7 0,-7-1 0,-3 1 0</inkml:trace>
  <inkml:trace contextRef="#ctx0" brushRef="#br0" timeOffset="1017">15 402 7690,'9'-7'1883,"7"5"-1213,-14-6 1,7 8 0,-5 2-167,2 4 0,0 3 1,-6 11-1,0 3-99,0 6 1,6 20-1,0 11 1,-3 14-378,-1 13 0,-2 10 0,0-43 0,0 1 1,0 0-1,0 0-188,1 0 1,-2-1 0,-6 43-1,-3-10 1,-2-11-295,1-10 1,5-21 0,-4-16-590,2-8 1,1-11 19,1-4 1,4-12-1,-2-8-881,8-7 1904,-2 1 0,13-13 0,-5 6 0</inkml:trace>
  <inkml:trace contextRef="#ctx0" brushRef="#br0" timeOffset="1400">67 682 7677,'10'10'346,"-3"-3"0,-5-7 0,2-2-129,2-3 1,2 1-57,-2-8 1,3 2 0,7-3 0,-3 3 16,-1 2 0,0-3 0,7 3 0,2-2 96,3-3 1,1 5 0,-4 0-1,3 2 6,-3 0 1,0 1-1,1 5 1,1 2-155,-2 3 1,-7-1-1,-3 10 1,1 3-148,-2 5 1,-2 3-1,-8-4 1,-4 4-117,-8 3 0,-2-1 1,-15 4-1,-2-4-421,-2-2 1,4-1 0,0-7-1,-2-1-1106,-2-5 1664,6-3 0,-6 0 0,6 1 0</inkml:trace>
  <inkml:trace contextRef="#ctx0" brushRef="#br0" timeOffset="2451">853 1 7602,'8'9'-311,"-5"5"981,9-8 1,-8 7 0,2-1-256,-4 4 0,-2 1 0,-2 3 0,-2 1-154,-2 2 1,-6 14 0,5 0-1,-1 4 48,0 1 0,-3 13 1,3-3-1,0 4-102,0 4 1,2-5 0,6 3 0,0-6-248,0-5 0,6-4 0,4-10 0,4-4-379,5-6 1,2-5 0,-3-5 0,-1-3-157,1-2 0,-1-3 0,1-5-803,-1 0 1,-5-7 1377,-1-5 0,1-11 0,5-4 0</inkml:trace>
  <inkml:trace contextRef="#ctx0" brushRef="#br0" timeOffset="2751">591 437 7561,'-18'0'1193,"16"-2"1,8-1-1045,8-3 1,9 0-1,2 6 1,3-2-9,3-4 1,2 2 0,1-5 0,1-1-46,0 0 0,6 4 0,2-3 0,1-1-455,5 0 0,-6 4 0,-1-3 0,-1 1-650,0 4 1009,-8-6 0,0 8 0,-6-5 0</inkml:trace>
  <inkml:trace contextRef="#ctx0" brushRef="#br0" timeOffset="3168">1586 385 8275,'0'-10'2254,"2"1"-1328,4 3-548,-4 4 1,4-6-17,-12 8 1,2 2-296,-8 4 1,3 4-1,-5 7-110,3 0 1,7-5-1,-2 0 1,4 1 115,2 3 0,0 1 0,0 1 54,0-1 1,0 3 0,0 1 0,2 2 66,4-1 1,-4-3 0,5 0 0,-1 3-47,0 1 1,0 2-1,-6-3 1,0 1-194,0-2 0,-8-1 0,-4-3 0,-3 1-188,-3-1 1,-5-1-1,-2-3 1,0-3-572,-1-2 1,-3-3 0,4-5-1,0-1-414,0-5 0,-4-4 1218,5-7 0,-7-9 0,4-1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2:22:08.614"/>
    </inkml:context>
    <inkml:brush xml:id="br0">
      <inkml:brushProperty name="width" value="0.04286" units="cm"/>
      <inkml:brushProperty name="height" value="0.04286" units="cm"/>
      <inkml:brushProperty name="color" value="#66CC00"/>
    </inkml:brush>
  </inkml:definitions>
  <inkml:trace contextRef="#ctx0" brushRef="#br0">210 16 7666,'18'0'-21,"-6"0"0,-1 0 428,3 0 20,-6 0 0,-1-2 367,-7-4-461,0 4 1,0-4-129,0 12 1,-6 6 0,1 9-1,1 4 79,2 3 0,0 3 1,-2 9-1,-2 7-182,2 3 0,-3 9 0,1 1 1,2 0-376,2 0 1,-4 4 0,0-6-1,2-3-497,2-7 0,2-7 1,0-12 769,0-6 0,-7-3 0,-3-3 0</inkml:trace>
  <inkml:trace contextRef="#ctx0" brushRef="#br0" timeOffset="701">18 540 7482,'-9'-8'1512,"1"6"-150,8-6-640,0 8 0,2 0-286,4 0 1,3 8 0,9 4-189,-1 3 0,-5 3 0,-2-1 0,-1 1-66,1-1 1,-4 6-1,4 3 1,-3 1-134,-3 4 1,4-4 0,-2 0 0,-2 0-5,-2 0 1,3-5 0,1 1 0,-2-3-1,-2-3 1,0 0-68,4 1 0,-4-6 87,4-1 31,-5-7 1,-1 2 101,0-12 79,0 4 0,0-8-138,0 5 0,0 1 0,0-8-80,0-1 1,0-3 0,2-1 0,4-1-25,6 1 1,3-7-1,3-1 1,-1-2-414,1-4 1,7-4 0,4-4 0,4-4-460,2-1 0,6 3 1,0-4-1,-1 3-2330,3 3 3167,-6 10 0,6-4 0,-9 6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2:22:44.06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105 676 7973,'-10'8'1835,"-5"-6"-1043,5 5 1,-6-5-24,5 4 0,3-2-57,8 8 0,0-1-376,0 7 0,0-7 1,0 1-180,0 2 1,6-5 0,2 1 0,1 0-76,5-1 1,3-5 0,5 4 0,1-2-82,-2 0 1,4 0 0,1-6 0,-1 0 37,0 0 0,4-6 0,-4-2 0,1-2-18,-1-3 0,-2-3 0,-5 1 0,-1-1 3,1-1 0,-3 3 0,-1-7 1,-5 5 10,-1 5 1,-2-1 0,-6-6 0,-2 1 10,-4-1 1,-3 9-1,-11 1 1,-3 2-28,-6 0 0,-2 1 0,0 5 0,2 0-16,-3 0 0,0 7 0,-3 5 0,0 3 29,0 3 1,2 5 0,4 2-1,5 3-150,5 3 1,3 2 0,5 2 0,5 0-441,4-1 0,4-1 0,4-2 0,5-3-167,5-3 0,9-2 0,4-5 0,6-3-587,6-3 0,-4-4 1312,4-8 0,3-8 0,1-2 0</inkml:trace>
  <inkml:trace contextRef="#ctx0" brushRef="#br0" timeOffset="417">961 571 8015,'9'-8'444,"-3"-3"0,-4 1 1524,-2-2-1554,0 8 1,-6-1 0,-2 10-1,-1 9-55,-5 7 1,-7 1 0,-2 7 0,1 0-282,3-2 0,-1 6 0,-1-4 0,-2 4-442,1 2 0,1-6 0,0-2 0,-3 1-162,3-1 0,2-6 0,1 2 0,1-5-831,-1-7 0,7-3 1357,-1-8 0,-7 0 0,-9 0 0</inkml:trace>
  <inkml:trace contextRef="#ctx0" brushRef="#br0" timeOffset="634">559 658 7857,'0'20'107,"0"1"-13,0 2 0,2 3 1,4-3-1,5 8-58,5 8 0,9-2 0,4 5 0,4-1 692,2 0 0,0 5 0,0-7 1,0-4-1176,0-4 0,-6-9 0,-2-1 0,-2-7-47,-3-9 1,-9-3 0,-3-4-1,-2-3-443,-4-7 937,5-4 0,-7-9 0,6-2 0</inkml:trace>
  <inkml:trace contextRef="#ctx0" brushRef="#br0" timeOffset="866">1170 641 7841,'-10'17'0,"3"1"429,-1-1 0,6 7 0,-4 1 0,4 2 181,2 4 1,0 8-1,2 2 1,2-3-795,2-1 1,2-2 0,-5-2-1,3-2-832,-2-2 0,4-13 408,-2 1 1,2-11 0,-5-2 607,3-8 0,8-6 0,-4-7 0</inkml:trace>
  <inkml:trace contextRef="#ctx0" brushRef="#br0" timeOffset="1186">1589 589 7785,'-17'0'193,"-1"0"1,1 1 499,-1 5 0,7-2 0,-1 8 0,-1 1-356,-3 3 1,6 1 0,3 3 0,1 1-266,0 2 1,0 1 0,6-7 0,0 1-13,0-1 0,0 1 1,0-1 87,0 1 0,2-3 1,4-3-40,5-6 1,5-5 0,1 1 0,1 2 48,-1 2 0,1 0 1,-3-4-1,-1 2-243,-2 2 1,-9 7 0,3-1-319,-4 3 1,-4-3 0,-4 0-1,-5-1-77,-5-1 1,-1 4 0,-3-9-1,-1-1-747,-2-2 0,-6-2 1227,5 0 0,-7 0 0,4 0 0</inkml:trace>
  <inkml:trace contextRef="#ctx0" brushRef="#br0" timeOffset="1483">2008 30 7742,'0'-12'1033,"2"2"-296,4 3 1,-4 9 0,4 11 0,-4 8-319,-2 9 1,0 4-1,0 7 1,0 6-160,0 3 0,0 5 1,0 3-1,-2 6-306,-4 4 0,4 2 0,-4-2 0,4-2-13,2-2 0,0-8 1,-2 0-1,-1-7-612,-3-9 0,-2-11 0,4-5-2585,-2-5 1278,-7-9 1978,11-2 0,-14-24 0,7-3 0</inkml:trace>
  <inkml:trace contextRef="#ctx0" brushRef="#br0" timeOffset="1766">1712 501 7700,'-10'0'1902,"23"0"0,16 0-1230,6 0 1,2 0 0,0 0 0,4 0-577,5 0 1,-1-6 0,2 1-1,1-1-218,3-2 0,-7 4 0,-3-6 0,-4 3-552,-2 3 0,-2-4 1,-4 2-1170,-6 2 1,-3 2 1842,-3 2 0,1 0 0,-1 0 0</inkml:trace>
  <inkml:trace contextRef="#ctx0" brushRef="#br0" timeOffset="2333">2480 536 7700,'-27'12'0,"3"-2"0,5-1 785,2 1 1,1 3 0,4 9 0,7 3-1,3 2 1,2-3 0,2 5 0,3 0-568,7-2 0,-2 6 0,-1-6 0,1 2-207,0 0 1,-4-9-1,3-1-505,-1-5 1,-2-9-17,-6 7 0,0-10 1,0-2 3,0-10 1,2-5 0,2-3 0,4-1 76,1-4 0,-3 1 1,4-7-1,0-2 23,-1-2 0,-3-2 1,6 0-1,1 0 319,3 0 0,-5 6 0,1 2 0,0 2 483,-3 4 1,5 7 0,-6 4 87,1 3 0,-5 3 1,2 11-1,-4 9 273,-2 5 1,6 10-1,0-2 1,-2 4-335,-2 2 1,0 2 0,1 2-1,3 2-230,-2-2 1,4 3 0,-2-3 0,-2-4-16,-2-4 1,-2-4 0,0 2 96,0-5 0,1-13-349,5-5 0,-4-8 0,6-7 0,-2-9-52,0-1 1,1-7 0,-3 1 0,2-2 66,-2-4 0,4-2 1,-1-2-1,1 0-72,0 0 0,4 8 0,-5 2 1,3 2 247,4-1 0,-5 1 28,3 5 1,0 11-15,5 7 0,-7 9 1,-2 13-1,-3 3-41,1 2 1,2 2 0,-4 6 0,4-2-541,1-4 1,-3 4-1,6-4 1,-1 2-631,-1-1 0,6-3 0,-5-6 0,5 2-30,1-1 0,3-11 1110,3-5 0,-4-4 0,7-2 0</inkml:trace>
  <inkml:trace contextRef="#ctx0" brushRef="#br0" timeOffset="2583">3423 554 7700,'-6'-12'698,"0"0"1,-7 8-1,1-1 104,-3 3 1,3 4 0,2 5-1,1 11-285,-1 9 0,4 14 0,-6 5 0,1 7-174,1 5 0,0 8 0,6 12 0,-3 5-224,-3 0 1,-2-1 0,-7 1 0,-4-3-611,-6-2 1,-4-7 0,-2-12 0,-2-13 115,-4-7 0,10-12 0,-2-6 0,6-7-128,5-8 0,5-6 0,5-6 0,5-6-551,-1-3 0,6-10 1054,-4-4 0,-4-12 0,1-4 0</inkml:trace>
  <inkml:trace contextRef="#ctx0" brushRef="#br0" timeOffset="2749">2585 152 7724,'-18'0'553,"1"0"0,-1 0 1,-1 2-432,-4 4 1,9 3 0,-3 9 0,1-1-1142,1 1 1019,5-1 0,-13 8 0,3 3 0</inkml:trace>
  <inkml:trace contextRef="#ctx0" brushRef="#br0" timeOffset="2915">995 239 7737,'-44'2'0,"5"4"178,8 6 1,8 9-1,11 2 1,10-1-305,12-3 0,11-1 0,20-3 126,5-3 0,13 11 0,3-4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2:22:47.628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313 560 8426,'-9'8'943,"-1"-6"1,4 3-635,-6-3 0,-3 0 0,-3 4 0,1 4 154,0-1 0,-1 7 0,-1-2 0,-3 5-95,-1 4 0,-2 8 0,3-2 1,-1 4-174,2 2 0,7 0 1,5 0-1,1-2-475,4-4 0,10 0 0,7-9 0,9-7-634,7-3 1,4-4 0,4-8-1,1-4 914,3-5 0,8-21 0,-5-4 0</inkml:trace>
  <inkml:trace contextRef="#ctx0" brushRef="#br0" timeOffset="1001">645 612 7709,'-12'0'533,"1"0"1,5 6-1,-4 2-54,3 2 1,-7-5-135,2 7 1,-1 0-1,-1 5 1,4 1-28,3-1 1,1 0-1,6 1 1,0 1-172,0 5 1,2-5 0,4 4-1,7-5-69,9-7 1,-1 3-1,8-8 1,0-2 25,-2-2 1,6-8 0,-4-2 0,2-4-99,-1-7 1,1 2-1,-8-9 1,-4 3-54,-5 0 0,-1-6 0,-7 3 0,-4 1 43,-6 0 0,-7 2 0,-13 7 0,-5 3-214,-4 1 0,-9 8 1,-5-4-1,-3 2-442,-3 1 0,3-1 1,1 6-1,5 0 21,1 0 1,4 6 0,8 1 0,6 3-825,5 4 1463,7-7 0,5 9 0,-2-6 0</inkml:trace>
  <inkml:trace contextRef="#ctx0" brushRef="#br0" timeOffset="1717">1239 1 10930,'0'17'689,"0"3"0,2 3 1,2 6-361,2 4 1,5 10 0,-3 5 0,2 7-348,3 3 0,3 14 0,1-2 0,1-1-298,-1-3 1,-7 0 0,-2-9-1,-3-9-15,1-11 1,-2-10 0,-10-9 406,-5-1 1,-5-7 7,-1-4 1,5-6 0,2-6 77,3-6 0,-7-3 0,4-3-46,1 1 0,-7-1 0,4 1-35,-3-1 1,-3 1-1,1 1 224,-1 5 0,7-3 0,-1 8 112,-1 2 0,-3 3-64,-1 1 0,-1 1-137,1 5 1,1 4 0,3 6 0,3-3 74,2-1 0,2-1 0,6 7 0,0-1-48,0 1 1,0-1-1,0 1 1,0-1-60,0 1 0,10-1 0,6 1 0,5-3-75,0-3 0,6 3 0,4-5 0,6 0-216,4-4 1,8-5-1,-3-1 1,7-1-113,5-5 1,-4-6 0,6-11 0,-2-4-68,1-1 0,-3-5 0,-9 4 0,-7-4-31,-3-2 1,-10 2-1,-3 2 1,-7 2 137,-5-2 1,-5 6 0,-7 2 0,-1 3 180,-5 3 0,-6 1 1,-9 3-1,-5 3-48,-1 2 1,4 2 0,-4 6-1,2 2 154,3 4 1,1 4 0,0 7 0,-3 3 155,3 3 1,4-4-1,3 7 1,4-3-88,2 0 1,-3 6 0,5-5 0,4-1-264,6 2 0,8-5 0,11 3 0,6-6-360,4-5 1,10 2-1,3-9 1,7-1-2108,5-2 2553,-4-10 0,14-9 0,-6-10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2:22:51.62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140 664 7679,'0'17'493,"-2"1"268,-4-1 0,4 8 0,-4 3 0,4 1-621,2 0 0,0 0 0,0 6 1,2 2-89,4 3 1,-4-3-1,4 6 1,-4-2-504,-2 0 1,-2-1 0,-2-5 0,-4-2 16,-1-4 0,-1-3 0,-4-11 0,5-1-1397,1-3 1831,-6-7 0,5 4 0,-9-8 0</inkml:trace>
  <inkml:trace contextRef="#ctx0" brushRef="#br0" timeOffset="283">35 699 7790,'10'-18'0,"-2"3"641,-1 3 0,5-1 1,9 7-1,5 2-57,1 2 1,2 2 0,6 0 0,0 4-273,0 7 0,-6 1 1,-2 13-1,-2-1-159,-4-1 1,-7 6 0,-4-4-1,-3 2-78,-3 4 1,-8-3 0,-5-1 0,-5-2-157,-5-4 0,-10 5 1,0-3-1,-4-2-277,-2-1 1,0-5-1,0-1 1,2-5-437,4-1 0,-2-2 0,7-6 0,5-2-1145,5-4 1939,-1-3 0,13-17 0,-6-1 0</inkml:trace>
  <inkml:trace contextRef="#ctx0" brushRef="#br0" timeOffset="716">821 734 7774,'-10'0'1725,"-5"-6"-1394,3 0 1,2 0-1,-1 6-92,-3 0 1,-1 0 0,-3 0 0,1 0 69,-1 0 0,7 6 0,-1 2 0,-2 2-71,-1 3 1,-1 3-1,3 1 1,3 1-159,2-1 1,2 0 0,6 1 0,0-1-92,0 1 0,2-6 0,4-3 1,8-1-56,7-4 1,0-2-1,7-2 1,-3 0 42,-4 0 0,1-2 1,-1-4-1,2-6-79,-1-3 1,-9-3 0,-1 1-1,-1-1-34,-1 1 0,-2 0 0,-8-1 0,0 1-51,0-1 0,-2 1 0,-4-1 0,-7 3-338,-9 3 0,1-3 0,-8 5 0,-2 0-1500,-2 4 2025,6 4 0,-14 2 0,4 0 0</inkml:trace>
  <inkml:trace contextRef="#ctx0" brushRef="#br0" timeOffset="1016">1153 611 7734,'-18'0'1218,"1"0"1,-1 0-755,1 0 0,7 2 0,2 4 0,3 6-286,-1 3 1,0 3 0,6-1-1,2 1-115,4-1 1,-2 1-1,5-1 1,1 1-82,0-1 1,-4 1 0,3-1 0,-1 0-606,-4 1 1,4-6-1577,-3-1 996,9-7 1,-6 2 1202,3-12 0,5-4 0,-6-7 0</inkml:trace>
  <inkml:trace contextRef="#ctx0" brushRef="#br0" timeOffset="1432">1380 524 7734,'0'12'578,"0"-1"-73,0 3 1,6 2-1,-1 1 1,-1 0 99,-2 1 1,0-1-1,2 3 1,2 1-148,-2 2 0,0 7 0,0-7 0,1-2-393,-1-1 1,-2-3 0,-2 0 0,0 1 142,0-1 1,0-5-303,0 0 0,0-10-214,0-2 1,2-8 0,2-10 0,2 1 71,-2-1 1,3-1 0,1-2 0,2-4 23,4-3 0,-5 5 0,3-4 0,1 2 121,3 3 1,-4 3-1,-1 1 325,3 1 0,1 1 71,3 5 0,-3 5 1,-1 12-1,-4 7-122,-3 9 0,7-3 0,-2 6 0,3-1-182,3-1 1,-7 6 0,1-4 0,2 1 3,1-1 0,2-2 1,1-6-1,-3 1-1521,-3-1 1,4-5 263,-5 0 1,-1-8 0,0-1 1251,-3-6 0,7-15 0,-4-9 0</inkml:trace>
  <inkml:trace contextRef="#ctx0" brushRef="#br0" timeOffset="1701">1939 0 8130,'-18'8'952,"3"-4"1,1 7 0,4 5-512,3 5 1,1 7-1,6 8 1,0 5-4,0 6 0,2 11 0,4 4 0,3 2-552,1 0 0,4 0 0,-7 4 0,3-4-273,4-6 1,-7-11-1,1-8 1,-2-8-1375,0-8 1160,0-4 1,-12-11 0,0-8 22,2-10 1,0-5 0,0-3 0,-3 1 577,-3 0 0,-2-9 0,-5-1 0</inkml:trace>
  <inkml:trace contextRef="#ctx0" brushRef="#br0" timeOffset="2116">1816 280 7734,'18'15'-58,"-1"-3"1,-5 1-1,0-5 1,1 0 123,3 0 0,9-1 1,4-3-1,4 2-30,2-2 0,6 4 0,1-2 0,3-3-24,4-1 0,-1-2 0,1 0 1,-5-2-145,-1-3 1,-2 3 0,-8-6 0,-4 2 161,-6 0 1,-4-5 0,-3 3 470,-4-2 1,-5 4-87,-7-5 1,-2 7 0,-3-2 47,-7 4 1,-2 4-1,1 2 1,1 4-179,-1 1 0,-3 3 0,-1 4 0,-1-3-127,1-1 0,-1-1 1,1 7-1,-1-1-49,1 1 1,-1-1-1,3 1 1,3-1-157,6 1 0,-1-1 0,1 1 0,2-1 111,2 1 0,2-1 0,2 0 0,4 3 174,5 3 1,-1-2-1,2 7 1,1-3-10,3-4 0,1 4 0,-1 1 1,-5-1-244,-5 0 0,2-2 0,-2-5 0,-2-1-713,-2 1 0,-10-3 0,-4-1 0,-3-4-638,-3-3 0,1-1 0,-3-6 1365,-3 0 0,-4-8 0,-8-1 0</inkml:trace>
  <inkml:trace contextRef="#ctx0" brushRef="#br0" timeOffset="2299">856 122 7770,'-51'0'0,"5"0"2865,5 0-2433,12 0 1,19 2 0,18 2 0,11 2-1021,11-2 0,-3-2 0,0-2 588,-2 0 0,6 8 0,-4 1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2:22:50.345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104 437 7915,'-6'11'434,"0"1"1,-8-8 139,3 2 0,-5-3 285,-1 3 1,5-4 53,0 4 0,9-2-593,-3 2 0,6-4 0,6 4-243,5-5 1,7-1 0,3 0 0,4 0-313,2 0 0,3 0 0,4-1 0,1-3-632,0-2 1,0-6 0,0 4 0,-2 1 866,-4-1 0,12-6 0,-4 5 0</inkml:trace>
  <inkml:trace contextRef="#ctx0" brushRef="#br0" timeOffset="283">907 0 7800,'12'0'1247,"-1"0"1,-7 4 0,2 6-880,-4 7 1,-2 12 0,0 0 0,0 6-159,0 6 1,0-2 0,0 7 0,0 3-322,0 1 0,6 3 0,0-3 1,-3-3-351,-1-7 1,-2-3 0,0-4-1,0-4-1915,0-5 199,0-13 2177,0-3 0,-7-8 0,-3 0 0</inkml:trace>
  <inkml:trace contextRef="#ctx0" brushRef="#br0" timeOffset="516">645 314 10649,'25'0'459,"-1"0"1,9 0 0,5 0-416,5 0 0,6 0 0,7 0 1,4 0-243,2 0 1,-6 0 0,3 0 0,-7 0-221,-6 0 0,3 0 0,-8-2 1,-4-1 417,-6-3 0,2 0 0,-6 6 0</inkml:trace>
  <inkml:trace contextRef="#ctx0" brushRef="#br0" timeOffset="799">1606 349 6920,'-26'16'123,"-3"-5"1,-4 5 0,-2-4 0,2 3 895,4 3 1,2-1 0,8 1 0,-1-1-703,5 0 0,9 1 0,0-1 0,4 1-258,2-1 0,8-1 1,4-4-1,3-5 55,3 1 1,5-6 0,2 4 0,0-6 7,0-6 0,7 2 0,-5-8 0,2-1-47,0-3 0,-2-7 0,2 0 0,-6 1-40,-3 3 0,3 0 0,-2-3 1,-3-1-54,-4 2 0,-11 1 0,3 3 0,-4-1-282,-2 1 1,-4-1-1,-5 3 1,-11 3-1178,-5 6 0,-4 4 1477,-6 2 0,-8 0 0,-1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2:22:54.55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86 350 7918,'-2'15'216,"-4"-3"0,2-2 1,-8-6 235,-1 1 1,5 3 1217,2-2-1334,4-4 0,12 6 1,6-8-1,7 0-260,4 0 0,2 0 1,6 0-1,2 0-148,4 0 0,3 0 1,7-2-1,-3-4-762,-1-6 0,-3-1 1,5-1-1,-4 3 834,-3-3 0,7-2 0,-5-1 0</inkml:trace>
  <inkml:trace contextRef="#ctx0" brushRef="#br0" timeOffset="1219">1151 53 11779,'0'23'316,"0"1"0,0 7 0,0-2 0,0 6-232,0 5 1,0-1 0,0 8 0,0 1-460,0 3 0,0-1 0,0-3 1,0-6-587,0-5 1,0-3-1,0-4-982,0-5 1943,0-13 0,-8 5 0,-1-6 0</inkml:trace>
  <inkml:trace contextRef="#ctx0" brushRef="#br0" timeOffset="1469">1413 280 7793,'10'17'549,"-4"1"1,-4-1 78,-2 1 0,-2-6 0,-2-1 0,-2 5-530,2 5 1,2-2-1,2 5 1,0-5-8,0-1 1,0-1 0,0 1 0,0-1-297,0 0 1,0 1 0,0-1-1785,0 1-362,0-8 2351,0-3 0,8-7 0,2 0 0</inkml:trace>
  <inkml:trace contextRef="#ctx0" brushRef="#br0" timeOffset="2018">1745 245 7888,'0'18'342,"0"1"1,0 2-1,0 5 350,0 1 1,0-6-1,2 4 1,2-1-400,2-1 0,5 2 0,-3-4 0,0 3-488,-1-3 0,1-7 0,-4-3 127,2 3 0,2-6-182,-3-3 1,-3-10-1,6-7 50,0-4 0,-4-3 1,6-2-1,-3-3-2,-3 3 1,4-4 0,0 2 0,1 1-16,5 3 1,-4 1 0,-1 1 248,-1-1 0,6 3 0,-5 1 297,1 3 0,6 7 0,-7 0-16,1 8 0,6 5 1,-5 9-1,3-1-100,-3 1 0,5-1 0,-2-1 0,5-3-24,4-1 1,2-6-1,-3 4 1,3-3-158,2-3 1,0-2 0,4-4-1,-3-4-130,-3-5 1,-2-5 0,-5-1-1,-3-1-96,-3 1 1,1-1 0,-7 1 113,-2-1 0,-10 3 0,-5 3 159,-5 6 1,-7 5 0,-1 1-1,3 1 18,2 5 0,1 4 0,1 7 0,-1 1-21,1-1 1,5 3 0,1 1 0,-1 2-358,2-1 1,2-3-1,8-1 1,0 1-437,0 4 0,2-9 0,4 3 0,6-3-1682,3-4 2399,11-3 0,1-7 0,8 0 0</inkml:trace>
  <inkml:trace contextRef="#ctx0" brushRef="#br0" timeOffset="2285">2950 36 7359,'-18'11'523,"1"1"0,-1-6 1,1 5 113,0 3 0,-1 1 0,1 3 0,-1 1-364,1 5 0,5-5 1,2 6-1,1 0-127,-1 4 1,6-1 0,-2 1 0,4 0 42,2-2 1,0 6 0,0-6-1,0 0-91,0-3 0,6-5 0,2-1 0,0 1-284,-1 4 0,5-9 0,-6 3-477,-2-1 1,-4-1-1,-6 1-763,-6-5 1,-3-1 1425,-3-4 0,-7-4 0,-2 6 0</inkml:trace>
  <inkml:trace contextRef="#ctx0" brushRef="#br0" timeOffset="2502">1448 1 7681,'2'15'-523,"2"-1"0,4-3-232,1 3 755,-5 1 0,12 3 0,-7-1 0</inkml:trace>
  <inkml:trace contextRef="#ctx0" brushRef="#br0" timeOffset="2869">121 1468 7774,'-29'5'0,"1"3"203,3 2 0,4-4 656,9 5 0,6-7 0,14 2-480,10-4 1,1-2 0,10 0-1,4 0-302,6 0 1,0 0-1,7 0 1,1-2-314,-3-4 1,7 4-1,-6-5 1,3-1-432,4-4 1,-9 2 0,8-1 0,-5-3-446,-1-1 1,-4-3 1111,5 1 0,1-1 0,5 1 0</inkml:trace>
  <inkml:trace contextRef="#ctx0" brushRef="#br0" timeOffset="3167">1308 1258 7756,'2'-17'659,"4"-1"0,-4 6 257,4 1 1,-4 9-458,-2 2 0,0 10 1,0 11-1,0 4-198,0 2 0,0 2 1,2 8-1,2 2-59,1 2 0,1 5 1,-6-5-1,0 0-247,0 2 1,0-7-1,0 5 1,0-4-380,0-2 1,0-8-1,0-2 1,-2-3-2156,-4-5 1787,4-3 0,-11-16 0,7-4 0,2-6 792,2-3 0,-6-3 0,-1 1 0</inkml:trace>
  <inkml:trace contextRef="#ctx0" brushRef="#br0" timeOffset="3435">1343 1241 7756,'12'-12'523,"-1"0"0,-5 3 1,6-3-33,2 6 0,1-2 1,3 3-1,-1 1-92,0 2 0,1 4 1,-1 2-1,1 3-135,-1 3 0,-5 2 0,-2 5 0,-3 2-71,-3 5 1,-2-5-1,-2 6 1,0 1-109,0 3 0,-13-4 1,-5 0-1,-1 0-399,-1 5 1,-3-5 0,0-2 0,0-4-431,-3-1 1,7-3 0,-4-3-1,3-6-334,3-4 0,-1-2-1264,1 0 2342,7-8 0,-5-2 0,5-7 0</inkml:trace>
  <inkml:trace contextRef="#ctx0" brushRef="#br0" timeOffset="3785">1832 1258 7955,'-17'8'408,"1"-4"0,3 5 0,1 1-164,-2 0 0,-1 1 0,-3 7 75,1-1 0,5 7 1,3-1-1,1-2-143,4-1 0,2 3 0,2 0 1,0-1-2,0-3 1,2-2 0,4-1-9,5-4 0,5-5 0,1-7 1,3 0-57,3 0 0,-4-5 1,5-3-1,-5-2-82,-1-3 0,-1-9 1,1-1-1,-1 0 40,1-3 0,-1 1 0,-2-6 0,-1 4-209,-2 2 1,-8-1 0,1 5 0,-3-2 16,-2 1 0,-2 1 0,-3 0 0,-7-2-279,-4 1 0,-1 9 0,0 1 0,-1 0-588,1 3 1,-1 1 0,1 8-1,-1 0 990,1 0 0,-1 0 0,1 0 0</inkml:trace>
  <inkml:trace contextRef="#ctx0" brushRef="#br0" timeOffset="4055">2181 752 7741,'-17'-8'1886,"7"14"1,4-1 0,5 11-1599,1 7 1,0-1-1,0 9 1,1 4-192,5 3 1,-4 11 0,6-4-1,-2 3-165,0 4 0,-1-3 0,-5 9 0,0-4-615,0-1 1,0-8 0,0-5 0,0-5-604,0-6 1,0-3-841,0-9 2126,0-7 0,0-10 0,0-10 0</inkml:trace>
  <inkml:trace contextRef="#ctx0" brushRef="#br0" timeOffset="4502">2339 1188 8167,'-8'12'424,"-4"-1"0,-3-1 1,-1 4-1,5-1-311,5 7 0,4-3 1,2 8-1,0-1 629,0-1 1,8 0 0,5-3 0,7-1-714,3-1 0,2 1 1,-4-11-1,5-1-292,1 1 1,-4-2 0,4-6 0,-2 0-157,-3 0 1,-3-8 0,-1-3-1,-3-5-200,-3-1 1,3-1-1,-3 1 1,2-1 151,-3 1 0,3-3 0,-6-1 0,-1-2 467,1 1 0,4 3 0,-6 2 0,-3-1-115,-1 1 1,-2-1 514,0 1 56,0 7 1,-7 10-1,-3 14 1,-2 5 220,1 4 0,5 6 0,-4-3 0,2 1-214,4 4 1,-5 2-1,-1 2 1,-2 0-110,1 0 0,5 7 0,-6 5 0,-1 1-183,-3-1 1,-1 1-1,-1-7 1,1 0-258,-1 2 1,1-8 0,-1-1-1,3-8-877,3-7 1,-3-9 336,3-4 1,4-6 0,3-6 0,3-6-889,2-3 0,0-5 1514,0-3 0,7-4 0,3-8 0</inkml:trace>
  <inkml:trace contextRef="#ctx0" brushRef="#br0" timeOffset="4851">3212 926 8751,'-12'-6'807,"1"1"0,-1-1 1,-6 6-83,1 0 0,0 9 0,-1 7 0,1 7-504,-1 4 0,1-3 1,-1 5-1,1 2-57,-1 2 0,1 2 0,-1 0 0,1 0-85,-1 0 1,9-2 0,1-2 0,2-2-153,0 2 0,0-6 1,8-4-1,4-5 76,6-5 1,-2-1-1,1 2 1,3-6-231,1-4 0,-3 3 0,0 1 155,1-2 1,-5 0-37,-2 2 0,-4-2 1,-4 5-1,-2 1-255,-2 0 0,-7 1 0,-1 7 0,-5-1-367,-5 1 1,-1-1 0,2 1 0,-8 1 729,-8 4 0,-6 5 0,-7 7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2:22:59.94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 1223 7828,'11'0'1374,"1"0"1,-6 0-452,5 0 0,1 2 0,6 2-436,-1 2 0,2 5 1,5-3-1,5 0-178,4 0 1,2 3 0,2-5 0,3-2-356,7-2 1,9-2 0,2-4 0,1-6-571,1-7 1,-4-6 0,6-1 0,-2-3-1675,-3 0 2290,-3-6 0,-9 6 0,-3-8 0</inkml:trace>
  <inkml:trace contextRef="#ctx0" brushRef="#br0" timeOffset="1484">1625 979 7895,'0'-18'-1,"0"1"396,0-1 0,0 1 0,-2 1 414,-4 5 1,2-5-415,-7 4 1,5 5-1,-6 1-92,-1 4 1,3 2 0,-2 0 0,-1 2-179,-3 4 1,1 3-1,1 11 1,2 3-51,-1 6 1,-3 0 0,1 4-1,3 4-212,6 0 1,-2 0 0,3 0 0,1 2-80,2 1 1,10 1 0,3-8 0,7-4-74,5-6 1,-2-5-1,10-6 1,4-7-1719,4-3 0,8-4 2007,-7-3 0,9-13 0,-4-9 0</inkml:trace>
  <inkml:trace contextRef="#ctx0" brushRef="#br0" timeOffset="1850">1939 874 7835,'-9'8'51,"-5"-4"0,6 5 0,0 1 402,1 0 0,1-5 1,8 5-224,4-2 0,3 4 1,9-7-1,-1-1-42,1-2 1,1-2-1,2 0 1,3 0-64,-3 0 0,-7-6 0,-3 1-607,3 1 482,1-6 0,-5 6 0,-6-6 11,-8 3 0,-6 3 0,-7 8 0,-2 3 20,-5 3 0,5 2 1,-6 5-1,1 3 25,1 3 0,-2-2 1,3 8-1,-1 0-50,2-1 0,1 5 0,5-4 0,3 4-97,6 2 0,5-6 0,1-2 0,0-2-280,0-4 1,13-3-1,5-6 1,3-7-193,4-3 1,-4-2 0,7-2 0,-1-3 562,0-7 0,2-11 0,6-5 0</inkml:trace>
  <inkml:trace contextRef="#ctx0" brushRef="#br0" timeOffset="2250">2393 804 7835,'-7'17'6,"-3"1"1,-8 1-1,1 3 255,-1 1 0,9 2 1,1-3-1,2 1 61,0-2 0,1 1 0,5-1 0,0 2-409,0-1 1,0-3-602,0-2 440,0-7 0,7-2 0,3-10 2,0-4 1,5-4 0,-5-7-1,2-1-72,-1 1 1,1 0 0,3-1 0,-1 1 231,-2-1 0,-1 1 1,5-1-1,-3 1 128,-1-1 0,-2 7 0,3 1 0,-1 0 440,1 1 0,-3 5-113,2-2 0,-2 6 1,1 6-1,-5 5-35,-4 5 0,0 9 1,2 2-1,2 2-260,-3 0 0,-1 1 0,-2 2 0,0 0-209,0-3 1,0-8 0,2 2 0,2-3-427,2-3 1,2-7-1,-2-4 561,5-4 0,5-18 0,1-3 0</inkml:trace>
  <inkml:trace contextRef="#ctx0" brushRef="#br0" timeOffset="2500">3127 298 7835,'-18'34'144,"-5"7"1,0 4 0,1 3 584,3 7 1,3 9-1,3 0 1,3 2-508,2-2 0,1 4 1,3-6-1,-2-2-467,2-8 1,-4-7 0,3-12 0,-1-4-859,-2-6 0,4-5 624,-8-7 1,7-11 0,-5-11 152,2-5 0,2-7 1,6 0-1,-2 1 326,-3 3 0,-5-6 0,-8-2 0</inkml:trace>
  <inkml:trace contextRef="#ctx0" brushRef="#br0" timeOffset="2866">2777 717 7828,'2'-12'589,"4"0"0,4 9 0,7-3-255,1 4 1,1 4-1,3 2 1,3 3-45,2 3 1,0 2-1,4 5 1,0 1 3,6-1 0,-8 6 0,6 1 0,-4-1-143,-4 2 0,-1-3 0,-9 5 0,-1 0-62,-5 0 0,-3-4 1,-8 4-1,0-1-8,0-5 1,-6-2 0,-2-1 0,-1-3-313,-5-3 1,4-4-192,-1-8 0,5 0 103,-6 0 1,8-8-1,-1-4 1,5-3 103,5-3 0,-1-5 1,6-2-1,0-2 19,-1-4 1,1 0 0,4 0 0,-3 3 90,3 3 0,1-4 0,3 8 1,-3 3 112,-3 5 0,4 3 0,-5-2 0,5 7-333,1 3 1,1 2 0,-1 0-1,1 2-73,-1 3 0,6-1 0,1 8 0,-3 0 398,-2-3 0,7 15 0,1-5 0</inkml:trace>
  <inkml:trace contextRef="#ctx0" brushRef="#br0" timeOffset="3216">3790 891 7828,'-11'0'45,"-1"0"1,-1 0 319,-3 0 0,4 0 1,1 0-1,-3 0-102,-1 0 0,-3 2 1,1 2-1,-1 4-40,1 2 1,1-5 0,3 7 0,1 2-23,-2 1 1,1 3 0,-1-1 0,5 1-120,1-1 1,2 6 0,6 1 0,0-3-129,0-2 0,2-7 0,4 0 0,5-1 27,5-1 0,3-2 1,5-8-1,5 0 26,4 0 1,2-8 0,-2-4 0,-2-3 162,-2-3 1,-2-5 0,4 0 0,-4 0-174,-2-3 0,-3 7 0,-11-6 0,-5 1 5,-4 1 1,-2 0 0,-2 7-1,-4 3-135,-5 1 0,-7 6 0,-5-3 0,-4 1-225,0 4 0,-4 0 0,5 0 0,1-2-473,0 2 1,2 2 0,5 2 0,1 0 830,-1 0 0,1 0 0,-1 0 0</inkml:trace>
  <inkml:trace contextRef="#ctx0" brushRef="#br0" timeOffset="3468">4122 909 7817,'-11'17'218,"-1"1"1,0-1 0,-3 1 0,1-1 299,3 1 0,5-1 0,-4 1 0,0 1-274,1 4 0,5-3 0,-2 3 0,2-4-481,-2-1 0,4-1-45,-4 1 0,3-3-182,-3-3 1,4-6-175,-4-12 1,4-4 0,2-7 236,0-1 0,0 1 0,0-3 401,0-3 0,8-4 0,2-8 0</inkml:trace>
  <inkml:trace contextRef="#ctx0" brushRef="#br0" timeOffset="3986">4454 1 7802,'10'0'1704,"-1"2"0,-5 3-1078,2 7 0,8 9 1,-3 7-1,5 3-247,1 5 0,1 11 0,-1 0 0,1 3-256,-1 2 0,1 7 0,-3 1 0,-1 0-173,-3 0 1,-7-7-1,2-9 1,-4-3-158,-2-8 1,-2 0-1,-2-10 1,-3-1 94,-3-3 0,-2-4 0,-3-1 0,1-4-293,2-2 1,7 3 14,-7-5 0,0 6-81,-5-7 0,-1 1 323,1-6 0,1-2 1,3-2-1,1-1 273,-1 1 1,3-4 0,-2 0 95,-1-1 0,-3 5 0,-1-2 181,-1 4 1,1 4 0,1 4 15,5 5 1,-3 5 0,6 1 0,0 3-58,1 3 1,1-2 0,6 8 0,0 2-132,0 2 0,2-3 1,4-3-1,5 0-161,5 0 0,7-6 1,2 1-1,2-9-203,5-7 0,1-4 0,1-2 0,1-2-500,0-4 1,-2-9 0,-2-10-1,-3-1-208,-3 1 1,4-6 0,-6 4 0,-3-2 110,-7 0 1,1 7-1,-8-1 1,-1 4 730,3 1 0,-6-7 0,6-2 0</inkml:trace>
  <inkml:trace contextRef="#ctx0" brushRef="#br0" timeOffset="4317">4978 664 7733,'-8'-9'753,"-1"1"472,-1 0 1,-6 6-514,5-4 0,1 4 0,-2 2-387,-1 0 0,3 8 1,0 4-1,1 3-91,-1 3 0,0-1 0,-3 3 0,1 1-80,-2 2 0,5 2 1,-1-3-1,2 1-132,4-2 1,2 5 0,2-3 0,0-2-121,0-1 0,2-5 0,4-1 0,6-4-67,3-3 1,3 5 0,-1-4 0,1 1 57,-1 5 0,6-4 1,1-1-1,-3 1 337,-1 0 0,-5-4 0,-1 3-285,-3-1 1,-7 6 0,2-3-346,-4 5 0,-4-5 0,-6 1 0,-9 2-234,-10 1 1,-8 5 0,-6 1-1,-6 2-812,-3-1 0,-12 5 1446,-8 2 0,-8 12 0,-9 3 0</inkml:trace>
  <inkml:trace contextRef="#ctx0" brushRef="#br0" timeOffset="4984">158 2358 7787,'-18'10'424,"1"-4"1,-1-4 8,1-2 0,5 2-219,1 4 0,15 1 0,1 5 0,11-4 170,7-1 0,4-5 1,8 4-1,0-4-249,0-2 0,6 0 0,2 0 0,1 0-350,5 0 0,-5 0 1,5-2-1,3-2-810,5-1 1,7-9 1024,-6 2 0,8-3 0,-4-3 0</inkml:trace>
  <inkml:trace contextRef="#ctx0" brushRef="#br0" timeOffset="5600">1747 2341 8768,'0'-18'173,"0"1"1,-2 1 0,-2 3-1,-2 1-65,3-1 1,-1-3 0,0-1 0,-2-1-34,2 1 0,-6-1 1,-1 3-1,-5 1-20,-1 2 1,-1 9 0,-1-3 0,-2 4-47,-3 2 0,-5 2 0,6 4 1,0 5-21,-3 5 1,7 9-1,-4 2 1,3 2-43,3 0 0,7-5 1,2 3-1,3 0-9,-1 0 0,2-6 1,12 3 15,9-5 0,1-9 0,7-4 0,0-6-4,4-6 1,-4-4 0,1-7 0,-3-1 43,0 1 0,6-3 0,-5-1 0,-5-2 15,-6 1 0,3 3 0,-6 2 0,-1-1 88,-3 1 0,-4-1 65,-2 1 0,-2 7 0,-4 4 26,-5 4 1,1 10 0,-2 4 0,1 3-121,1 3 0,-3 5 0,7 0 1,2-1-63,2-3 1,2-2 0,0 1 0,0-1-17,0 1 0,0 5 1,2 0-216,4-1 0,3-5 0,7-3 0,-3-5-487,-1-1 1,0-2 0,5-6 0,1-2-923,-1-4 1634,1-3 0,-1-9 0,1 1 0</inkml:trace>
  <inkml:trace contextRef="#ctx0" brushRef="#br0" timeOffset="5836">2114 1712 7744,'-8'10'94,"4"0"0,-7-5 194,-3 7 0,0 9 0,1 5 0,3 1 252,2 4 0,1 4 0,3 5 0,-2 5-416,2 0 0,0 5 0,0-5 0,-2 1-175,3 1 1,1-8 0,2 2-1,0-5-734,0-1 1,0-6-632,0 1 775,0-17 0,5-7 1,3-22 640,2-5 0,2-10 0,5 4 0</inkml:trace>
  <inkml:trace contextRef="#ctx0" brushRef="#br0" timeOffset="6032">2376 1642 7744,'0'18'596,"-2"-1"1,-2 1 0,-2 1-209,2 4 1,-5 6 0,-1 10 0,-2 6-227,1 5 1,5 1-1,-4 11 1,0 0-221,1 0 1,5-4-1,-2 4 1,4-3-379,2-9 0,0-7 0,2-14 95,4-6 341,-4-11 0,13-12 0,-5-10 0</inkml:trace>
  <inkml:trace contextRef="#ctx0" brushRef="#br0" timeOffset="6664">2795 2201 7706,'19'0'144,"5"0"1,-5-6 0,4 1 480,-3 1 1,-9 2-1,1 2-240,2 0 0,-1 7 0,1 5 0,-5 6-60,-1 5 0,4-2 1,-6 8-1,-2 0-108,-2-1 1,-2 6 0,0-1 0,0 6-156,0 0 1,-6-2 0,-2-2 0,-2 0-87,-3 0 0,-3-8 0,-1-4 0,1-3-112,5-3 0,-5-1 0,4-5-468,-3-5 1,3-6 257,1-6 1,7-3 0,-2-11 0,6-3 118,6-6 1,-2-4 0,5-4-1,1-2 103,0-2 0,1-7 0,7 1 0,1-3 158,4-3 1,-1 1 0,5 2-1,0 3 177,0 6 1,-3 6-1,3 6 156,-2 6 0,-2 11 0,-7 10 0,-3 10-37,-1 10 0,-8 11 1,2-2-1,-4 2-178,-2 0 0,0 2 0,0 6 1,-2 0-286,-4-4 0,2-4 0,-8 2 0,1-4-753,1-2 1,-6-1 185,5-7 1,1-7 0,0-6 0,3-8-182,3-8 1,4-5 880,6-7 0,3-3 0,9-8 0</inkml:trace>
  <inkml:trace contextRef="#ctx0" brushRef="#br0" timeOffset="6899">3581 1520 8560,'-8'18'0,"-4"-1"575,-3 0 1,-1 1 0,3 1 0,3 5-109,2 5 0,3 6 0,5 3 1,0 5-161,0 2 1,0 1 0,1 9 0,3 3-346,2 6 0,8-6 0,-5-4 0,1-7-277,-4-4 0,2-3 1,-2-7-2279,-3-3 1875,-1-13 1,-2-11-1,0-12 1,0-6-697,0-3 1414,-7-3 0,-3-7 0,-8-2 0</inkml:trace>
  <inkml:trace contextRef="#ctx0" brushRef="#br0" timeOffset="7382">3197 1922 8245,'-10'-8'1026,"-6"6"1,14 2 0,-1 10-688,6-1 0,15 7 1,11-4-1,4 1-161,2-1 0,8 1 1,3-5-1,5 0-50,1 0 0,0-2 1,3-6-1,3 0-142,6 0 0,-4 0 0,-2 0 0,-5 0-17,-7 0 1,-3 0-1,-10 0 1,-4 0-477,-6 0 0,-11-2 299,-6-4 0,-4 2 0,-2-8 178,0-1 0,-8 3 117,-4-2 0,-3 8 0,-3-1 44,1 3 0,1 4 1,3 1-1,1 5 138,-1 2 1,-3 2-1,1 5-102,3 1 1,-2-7 0,9 1 0,-1 1 16,-2 3 0,6-4 1,-4-1-74,4 3 1,10-1 0,6 1 36,7-2 1,-2-9-1,7 5 1,-3-2 138,0 0 1,6 6-1,-3-7 1,-1 1 159,0 2 1,-2 2-1,-5 7 1,-1 1-119,1-1 1,-9 0-1,-3 3 1,-4 1-223,-2 3 0,-10 7 1,-5-4-1,-8 2-212,-5 0 1,-3 0 0,-7 4 0,-3-4-1190,2-6 0,-6-3 1,1-3-1,-3-1 1294,1-5 0,-9 5 0,-7-6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2:23:16.224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183 1536 8488,'-10'0'1947,"3"0"1,5 0-338,-4 0-44,4 0-394,-6 0-694,8 0 1,-2 0 456,-4 0-456,5 0-84,-7 0-206,8 0-98,0 0 0,0-8 0,0-4-15,0-3 1,0-3-1,2-1 1,2-4-71,1-6 1,7-6-1,-4-4 1,2-4-7,3-1 1,3-11 0,1-9-1,1-6-50,-1-5 0,1 1 1,-1-6-1,0 1-13,1-1 0,-1 7 0,1-1 0,-1 10 96,1 11 0,-7 3 0,-1 9 0,0 4 23,0 6 1,-7 0-1,3 8 110,-4 2 1,-2 1-73,0 3 0,0-1-80,0 1 94,0-1 1,0 7-174,0-1 26,0 8-13,0-4 15,0 8 165,0 0 1,0 8-27,0 4 0,0-3-72,0 3 1,0 0-13,0 5 1,-2-7 0,-2-2-45,-1-1 1,-1-3 52,6 8 129,0-8-137,0 11 0,-2-11 8,-4 8 0,2-8 1,-6 4-17,3-1 1,-1-5 0,2 4-12,-6-4 1,-1 0-1,-1 2 1,1 4-94,-7 1 0,3-5 0,-8 4 1,-1 0-32,-3 3 0,2-1 1,-2 2-1,0-1 31,2-1 1,1 4 0,9-7 0,-1 1-255,1 0 38,0-2 0,9-6 0,10-2 167,13-4 0,5-4 0,9-7 0,4-1 10,6 1 1,-3-6 0,7-3 0,-2-1 90,0-4 0,7 4 1,-3 0-1,-1 0 0,-3-1 0,-4 7 1,-4 0-1,-2 5-93,-2 5 0,-8 7 233,3-2 0,-13 12 1,-5 5-1,-4 7 472,-2 5 0,0 4 0,-2 10 0,-2 2-247,-1 2 1,-7 5-1,4-5 1,0-2-245,1-2 0,-7 3 0,4 1 0,-1-2-316,-1-2 1,2-8-1,-3-4 1,3-1-1430,2-3 0,1-13 81,1 3 1,4-9 0,-2-8-58,8-5 1641,-2-13 0,21-3 0,-4-8 0</inkml:trace>
  <inkml:trace contextRef="#ctx0" brushRef="#br0" timeOffset="968">201 1710 7833,'-6'-11'-87,"0"-1"1,-8 8-1,5-3-191,-1-1-1,0 6-17,4-4 1,3 4 295,-9 2 152,8 0 37,-4 0 0,8 2 132,0 4-188,0-4 1,2 6-36,4-8 0,-2 0 1,8 0-12,1 0 0,1-2 0,1-2 1,1-4-6,3-2 1,5-1 0,-3-7 0,4-1-10,2-5 0,10-3 0,8-8 0,1-1 41,1-5 0,5 2 0,10-8 0,6-3 11,10-6 0,0 1 1,-38 26-1,1 0 0,1 1 1,-1 0-5,2-1 0,0 0 0,0 1 0,1-1 0,0-1 0,0-2 0,-2 2 0,1 0 32,38-26 0,-38 28 0,0 1 0,36-25 0,3 0 30,-1-1 1,-7 3 0,2 1 0,-4 5 17,-3 1 0,-5 2 0,-1 8 0,-5 4-33,-8 6 0,3 5 1,-9 5-1,3 1-71,-1-1 1,-7 3 0,0 0 0,-6 2-58,-4 5 0,-8-1 1,3 0-119,-5-2 0,-7 0 151,-1 6 0,-7 2 168,2 4 0,-10-2 0,-4 6-199,-1-3 0,-3 5 0,-3-4 0,1-1 2,2 1 1,3 0-1,-5-4 1,2 2-44,-1-2 0,3 3 0,-2-1 0,-1-2-34,-3-2 0,5 4 0,-1 0-49,-1-3 0,-3 5-80,-1-2 0,-1 0 11,1-6 0,5 0-691,0 0-1692,8 0 1514,-3 0 0,7-8 1,0-4 1019,0-3 0,7-3 0,3 1 0</inkml:trace>
  <inkml:trace contextRef="#ctx0" brushRef="#br0" timeOffset="1350">2471 16 7804,'-29'0'92,"2"0"0,0 0 509,-1 0 0,7 2 0,-2 2 613,3 2 0,9 2-268,-1-2 1,8-2-157,-2 7 1,4-5-513,2 6 0,2-8 0,2 3 0,4-1-3,2 0 1,1 0 0,7-6 0,-1 2-138,1 4 0,5-5 1,2 5-1,0-4-49,1-2 1,5 0 0,-2 0-1,2 0 48,-2 0 1,4 2 0,-6 2-1,2 2-173,0-2 0,-7-2 1,3-2-1,-2 0 77,1 0 0,-1 7 1,-8 5 106,-3 4 1,-4 1 0,-8 1 0,-2-1-112,-4 0 0,-4 7 0,-9 1 1,-4 0-216,-7 0 0,3 5 0,0-7 0,0-2-758,0-1 1,4-3-1,-5 1 1,3-3-473,4-3 0,1-5 0,3-7 1408,-1 0 0,1-7 0,0-3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2:23:18.59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70 384 7823,'-17'-6'-23,"-1"1"1,3-1 493,3-2 0,4 4-201,8-7 1,0 5 0,2-6-58,4-1 1,4-3 0,7-1-1,1-1 69,-1 1 0,0-1 0,1 1 0,1-1-25,5 1 0,-3-3 1,6-1-1,0-2-23,0 1 1,-3 3 0,3 3-1,-2 3 45,-4 1 0,-1 6 0,-1-3-68,5 1 1,-5 2 0,2 8 0,-5 4 32,-4 6 1,-9 5-1,3 4 1,-4 5 45,-2 1 1,-8 2-1,-3 6 1,-5 2-51,-1 3 1,-1-3 0,1 6-1,-3-2-7,-3-1 0,2 7 0,-6-4 1,-1-1-115,1 1 1,6-2 0,-2-6 0,3 0-271,3 0 1,1 0-1,5-2 1,5-4-542,4-6 0,2-4 1,0-1-68,0-1 1,8-7-1,3-4 1,5-4-665,1-2 0,3-2 1423,3-4 0,-4-4 0,7-7 0</inkml:trace>
  <inkml:trace contextRef="#ctx0" brushRef="#br0" timeOffset="717">314 1205 6703,'0'12'1787,"0"-1"-1133,0-7 0,0 6 969,0-4-170,0-4-203,-7 6-157,5-1-201,-14-5-335,14 6-177,-5-8-281,7 0 1,-6 2 0,0 4-190,2 5 1,-4-1-1,2 2 1,1 1-102,-3 3 0,6-5 0,-4 1-193,4 2 1,0-1 0,-2 1-77,-1-2 1,1-9 446,9 3 0,-1-6 0,6-6 0,0-5 78,-1-5 1,1-1 0,4-3 0,-3-1 108,3-2 0,-6-1 0,0 7 84,-1 0 1,-5-1-1,6 3 154,0 3 1,-8 4-288,0 8 1,-6 2-1,-6 4 1,5 6-94,-1 3 1,4 1-1,-6-3-478,2-1 1,3-1-954,5 7 920,0-8 1,2-3 0,3-7 0,5-2-949,0-3 0,5-5 1427,-3-8 0,11-7 0,4-2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2:23:40.79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385 1502 7810,'0'-19'-119,"0"-4"0,-6 3 1,-2-5-1,1 2 0,-3-1 1,0 1-1,-3 0 1,-3-2-55,-1-3 0,-1 1 0,1-2 1,-1 8 249,1 7 0,-1-1-151,1 3 28,-1 4 1,9 2 16,3 12 1,4-2 0,2 8-24,0 1 0,0-3 0,0 2 16,0 1 1,0 3-1,0 1 23,0 1 1,0-1 0,0 1 0,0-1 21,0 1 0,0-1 0,0 1 1,0-1 8,0 0 1,0 1 0,0-1 0,0 1 7,0-1 0,0 1 0,0-1 0,-2-1 27,-4-5 1,4 5 84,-4-4 100,4 3-231,2-5 1,0-10 0,-2-10 22,-3 0 0,3-5 1,-4 3-1,4-3-23,2-3 1,-6 7 0,0-1 0,0-2-21,-1-1 1,3-3 0,-6 1-1,0-1 3,1 1 0,5 0 0,-4-1 1,2 1 100,0-1 1,-5 7 0,3-1-65,-2-2 1,6 5-47,-1-3-230,3 8 253,2-4 0,2 8 0,2 2 35,1 4 1,9-2-8,-2 8 0,1-7 1,1 5-1,-5 0 15,-1 0 0,6-5-80,-3 7 0,3-6 0,0 4-128,-3-3 0,1 5-5,5-6 1,-5 1 104,0-1 1,-7-4 0,5 2 60,-2-8 0,5 2 0,-3-5 0</inkml:trace>
  <inkml:trace contextRef="#ctx0" brushRef="#br0" timeOffset="1034">228 1136 7810,'0'27'-126,"2"-2"1,2-2-268,1 0 0,1 1 0,-6-7 0,0 1 345,0-1 1,2 1 0,2-1 0,2 1 47,-2-1 0,-2 0 0,-2 1 0,0-1 0,0-5 0,0 0 0,0-8 0,0 1 0,0-10 0,0-5 0,0-8 0,0 1 0,0 5 0,0 1 0,0-3 0,0-1 0,0-3 0,0 1 0,0-1 0,0 1 0,0-3 0,-2-1 0,-2-2 0,-2 1 0,-2-3 0,4 2 0,-3 1 18,-3 3 0,4 2 0,-4-1 0,1 1 57,-1-1 0,4 1 1,-4-1 40,3 1 0,-5 5-10,6 1 37,-7 7-35,11-4 0,-6 10 182,8 4-59,0-4 18,0 5-172,0-7 1,2 0-21,4 0 0,-2 0 493,7 0 403,-7 0-265,12 0 1,-12 0 817,7 0-141,-7 0-669,12 0-130,-14 0-477,5 0 1,-7-2-700,0-3 754,0 3 1,6 7-44,0 13 1,7 11 0,-1 2 0,4 8-49,1 7 1,1 13 0,-1 7 0,1 7-56,-1 9 0,-5 9 0,-3 2 0,-1-4-120,-4-5 0,-2-8 0,-2-12 1,0-8 71,0-8 0,-6-13 1,0-11-1,0-7-47,-1-5 121,5-4 0,-12-10 0,6-4 0,1-6-43,-1-3 0,0-3-1,4-1 1,-4-5-37,-1-5 0,3-9 0,-4-5 0,1-2-68,-1-3 1,4-5-1,-4-3 1,1-6-133,-1-6 1,6 0 0,-2-13 0,4-3-37,2-1 1,2-4 0,6 1 0,9 7 235,11 13 0,5 19 0,2 14 1,1 10 123,5 6 0,2 3 1,3 5-1,-3 7 191,0 8 0,-4 11 0,5 10 0,-3 4-43,-8 8 0,0 0 0,-10 10 0,-3 1-364,-7 3 0,-5-1 1,-8-1-1,-2-5-137,-4-1 1,-5-4-1,-11-10 1,-3-6-66,-2-3 1,0-11-1,-4-3 1,3-4-309,3-2 0,2-2 1,5-6-1,1-7 658,0-7 0,-1-9 0,1 4 0</inkml:trace>
  <inkml:trace contextRef="#ctx0" brushRef="#br0" timeOffset="1400">996 839 7829,'18'27'0,"-3"-4"621,-3-4 0,-4 7 0,-7 3 0,3 4-161,2 2 0,2 7 1,-4 5-1,2 3-359,-2 3 0,-3-1 0,-1-1 0,0-5-129,0-5 1,-1-12 0,-5-8 165,-6-7 0,2-6-170,-1-8 1,1-8 0,-4-4 0,5-3 14,1-3 0,-4-7 0,5-4 1,-1-4 97,0-2 0,-4 0 1,7-2-1,1-1-243,2-3 1,2-2 0,0 2 0,0-3-193,0-1 1,0-3 0,2 7-1,5 2 176,11 2 0,-1 4 0,9 4 0,-3 8 133,0 7 0,8 6 0,-4 8 1,3 2-44,-1 4 1,-2 12-1,2 11 1,-6 6-327,-3 5 0,3-1 0,0 8 0,-1 1 414,-3 3 0,6 1 0,2 1 0</inkml:trace>
  <inkml:trace contextRef="#ctx0" brushRef="#br0" timeOffset="1750">1677 1031 7820,'0'-18'0,"0"1"20,0-1 1,0 1 0,0-1 0,-2 1 207,-3-1 1,1 7-1,-8 1 1,-2 2 131,-1 4 0,-3 3 0,1 1 0,-1 1-69,1 5 1,0 4 0,-1 9 0,1 5-59,-1 5 0,1 6 1,-1 5-1,1 7-155,-1 4 0,9-5 1,3-1-1,4-1-43,2 1 1,2-8-1,4-2 1,7-10-90,9-6 1,-1-3 0,6-4-1,-2-7 203,-3-3 0,3-9 0,-2-7 1,-2-5-66,-1-5 1,-3-7 0,-1 2 0,-4-4-35,-7-2 1,-3 0-1,-2 0 1,0 0-335,0 1 0,0 1 0,-2 1 0,-3 3-382,-7-2 0,-4 0 1,-1 0-1,-1 4-136,1 2 0,5 2 1,1 5-1,-1 1 802,2-1 0,3 8 0,-1-5 0,-2 5 0</inkml:trace>
  <inkml:trace contextRef="#ctx0" brushRef="#br0" timeOffset="2051">1834 1013 7893,'18'18'298,"-8"-1"0,-3 1 1,-1-1 244,0 1 1,0 7-1,-4 4 1,4 4 153,5 2 0,5 6 0,3 3 1,3 5-406,1 5 1,6 10-1,-4 0 1,0 4-383,1 2 0,-3 0 0,-8-2 0,-3-4-59,-6-6 0,-4-6 1,-4-5-1,-6-6 38,-9-4 0,-7-6 0,-7-6 0,4-8-70,2-1 1,0-8 0,3-3-161,-1-3 0,0-4 0,5-3 0,1-9 28,-1-7 0,3-8 0,1-12 1,3-6-289,-3-3 1,4-10-1,-1-4 1,-3-6-1109,-1-6 1709,-3-4 0,-7-15 0,11 47 0,1-1 0</inkml:trace>
  <inkml:trace contextRef="#ctx0" brushRef="#br0" timeOffset="2216">1852 489 7702,'6'-46'154,"0"-1"0,5 16 0,-3 4 1,2 10 362,3 5 0,5 6 0,5-4 0,4 3-200,0 3 1,6 2-1,-4 2 1,4 2-291,2 4 1,-2-3 0,-2 9 0,-3 2-366,-3 1 1,0 5 0,-4 1-1,1 4-264,-7 2 0,3 2 0,-9 6 1,3 0 601,0 0 0,-8 8 0,3 2 0</inkml:trace>
  <inkml:trace contextRef="#ctx0" brushRef="#br0" timeOffset="2584">2411 961 7286,'0'27'-219,"0"-4"0,-8-5 1,-2-5-1,1-1 1266,3 2 1,-2-5 225,2 3 0,2-8-1046,10 2 0,4-4 1,9-2-1,3-2-80,1-4 1,6 2 0,-4-8 0,0-1 13,1-3 0,5-3 1,-4-3-1,0-1-125,-4 2 1,-3-4 0,-3 1 0,1 1-25,-1-2 1,-7 5 0,-4-3 0,-4 4 57,-2 1 0,-8 7 0,-6 1 0,-7 2-24,-8 4 1,-4 2 0,-2 4 0,-2 4-70,-4 6 0,4 9 1,-3 4-1,3 2 46,2 4 0,6 2 1,0 2-1,0 2-14,1 4 0,9-4 0,9 4 0,2-3-181,5 3 1,5-10 0,7 2 0,11-6-236,5-5 1,4-3-1,6-3 1,2-5-90,4-5 1,-3-4 0,7-2-1,0-2 75,-1-4 1,3-3 0,3-11 0,-1-3-462,-3-6 1,-5-4 881,6-2 0,-1 0 0,7 0 0</inkml:trace>
  <inkml:trace contextRef="#ctx0" brushRef="#br0" timeOffset="2834">3162 681 7932,'-18'6'0,"1"2"461,-1 2 0,-5-1 1,0 5-1,-1-2-171,-1 1 1,4 5 0,-6 3-1,0 4-62,-1 2 1,7 3 0,-2 6 0,3 3-96,3 2 1,5 7-1,3-3 1,1 0-182,4-4 1,10-5 0,5-3 0,7-2-156,5-1 1,4-15 0,8 1-1,0-7-86,0-5 1,0-2 0,0-2 0,0 0-28,0 0 1,-6-10 0,0-5 0,2-8-172,2-5 0,-6 5 1,-2-6-1,-1-2 146,-1-2 0,0-2 0,-5 0 341,-1 0 0,1-7 0,-1-3 0</inkml:trace>
  <inkml:trace contextRef="#ctx0" brushRef="#br0" timeOffset="3085">3371 0 7751,'-17'0'490,"7"2"1,4 4 0,4 8 77,2 7 1,0 8 0,0 14 0,2 9-243,4 10 0,4 14 0,9 7 0,3 9-388,-11-43 1,1 1 0,3 4 0,1 0 0,-2 1-1,1-1 1,1-1 0,1-1-281,1-1 1,-1-1 0,10 31 0,-4-5 0,-5-16-555,-6-12 0,-5-11 564,-7-8 0,-7-15 1,-3-4 148,0-12 0,-3-2 1,5-8-1,-2-3-322,-4-7 0,-1 1 505,-3-8 0,-7 0 0,-2-6 0</inkml:trace>
  <inkml:trace contextRef="#ctx0" brushRef="#br0" timeOffset="3400">2952 437 7751,'-17'0'632,"-1"0"1066,1 0-1375,-1 0 1,22 2 0,10 2 0,9 4 21,8 1 0,4 3 1,6 5-1,3-1-149,1-4 1,7 3 0,-1-3 0,7 3-5,4 3 0,2-3 1,6-1-1,0-3-33,0 3 1,-6-4 0,-2-1-1,-4 1-66,-7 0 0,-15-6 1,-12 3-1,-5-1-65,-1 0 0,-9 8 5,-3-3 1,-4 7 0,-4 3 0,-2 2-88,-2-1 1,-5-1 0,3 0 0,-2 5-431,-3 1 1,3-6 0,0 2-1,1-3-642,-1-3 1,6 3 0,-4 1-1261,1 2 2386,5 1 0,-14-7 0,6 1 0</inkml:trace>
  <inkml:trace contextRef="#ctx0" brushRef="#br0" timeOffset="3750">4245 681 7825,'-18'0'776,"1"0"0,-1 0 1,-1 0-1,-3 2-213,-1 4 1,0 6 0,5 11 0,1 6-347,-1 4 0,3 2 0,1 2 0,5 2-191,1 2 1,2 5 0,6-5 0,0-2 38,0-2 1,8-2-1,3-2 1,5-4-236,1-6 0,1-11 1,-1-7-1,1-3 384,-1-2 0,-1-2 0,-3-3 0,-1-7 35,2-4 0,-1-1 0,1-1 0,-5-1-124,-1-4 1,4 3 0,-6-5 0,-2 0-266,-2-4 1,-2 2-1,0-1 1,0 1-749,0 0 0,0 0 1,0-4-1,-2 4-351,-4 2 0,-2 1 0,-6 5-287,3-4 1526,-1 3 0,-5-5 0,-1 7 0</inkml:trace>
  <inkml:trace contextRef="#ctx0" brushRef="#br0" timeOffset="4200">4489 751 6629,'10'-7'7299,"-3"5"-6787,-7-6 0,0 10 0,0 4 0,0 5-296,0 5 1,6 9-1,0 4 1,0 4-266,2 2 1,-6 8-1,3 3 1,-3 5-218,-2 1 1,0-7 0,0-4 0,0-7 298,0-4 1,0-5-5,0-8 0,0-9 1,0-8-1,0-12-57,0-9 0,2 0 1,4-8-1,6-2-103,3-2 0,3-8 0,-1-2 1,1 0-180,-1 1 0,1-11 0,1 5 1,2-1 34,3-1 1,1 7 0,-4 2 0,3 6 541,-3 6 0,-2 12 57,-1 11 1,-3 12 0,-3 7 0,-6 11-38,-4 11 1,0 0 0,2 7 0,1 1-655,-1 4 0,0 1 0,0 1 0,2-5-200,-2-1 1,-2 2 0,-2-9 0,0-5-312,0-3 0,0-5 0,0-6-946,0 1 1824,-8-8 0,-2-3 0,-7-7 0</inkml:trace>
  <inkml:trace contextRef="#ctx0" brushRef="#br0" timeOffset="4415">3860 123 7816,'-52'9'254,"1"-1"0,7-8 866,9 0 1,17 2 0,20 4-1117,14 5 1,9 5-1,10 3 1,-2 3-649,-4 1 0,2 8 0,-8-2 0,-3 4 644,-7 2 0,3 16 0,-6 3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2:44:35.95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87 137 7639,'0'-12'-400,"0"0"1035,0-1 1,0 3 322,0-2 1,-2 8-612,-3-1 1,3 10 0,-4 7 0,2 6-45,-2 5 1,4 6-1,-6 12 1,3 5-192,-1 5 0,-2 7 0,4 2 0,-2 0-412,2 0 0,-3 4 0,1-5 0,2-3-170,2-2 0,2-9 1,0-6-1,0-8-1579,0-8 388,0-11 1661,0-12 0,8-18 0,2-9 0</inkml:trace>
  <inkml:trace contextRef="#ctx0" brushRef="#br0" timeOffset="615">105 346 7655,'-18'-8'-176,"7"4"0,-1-7-50,-1-3 1,5 5 0,2-3 406,4-2 1,2-1 0,0-3 0,0 1 5,0-1 0,8 1 0,3-1 0,5 1 14,1 0 1,1-1-1,-1 1 1,3-1 4,3 1 0,-4-1 0,5 3 0,-3 3 80,2 6 1,-3-2-1,3 3 1,-4 3-71,-1 6 0,-1 5 1,-1 9-1,-3 1-76,-1 4 0,-6-1 1,4 7-1,-3 2-125,-3 2 0,-2-4 0,-4 0 0,-4 2-46,-5 2 1,-5-4 0,-1-2 0,-1-1-51,1-5 0,-3-2 0,-1-1 0,-2-3-40,2-3 0,1-4 0,3-8 1,-1 0 8,1 0 1,-1 0 0,1-2-135,-1-4 0,9 2 0,1-7 82,0-3 1,6 4 212,-4-1 1,6 1 64,6-2 0,-2 5 0,6 8 1,-1 5 216,1 6 0,0 3 0,3 5 0,-1 1 185,2 2 1,3 9 0,4-3 0,3 4-103,-3 2 0,4-2 1,1 0-1,-1-2-191,0 0 1,6 4 0,-4-10 0,0 0-214,-3 0 1,-5-1 0,-1-9-711,-1-3-1482,-7-5 1195,-3-7 1,-7-1-1,0-5 987,0-6 0,-7-11 0,-3-4 0</inkml:trace>
  <inkml:trace contextRef="#ctx0" brushRef="#br0" timeOffset="867">873 416 7647,'-17'10'303,"-1"5"0,1-5 0,1 2 447,5-1 0,3 1-478,8 5 1,2-1-1,4-5 1,5-5-44,5-4 1,1-2 0,1 0 0,-1 0-106,1 0 1,1 0 0,2 0-1,3 0-328,-3 0 0,-1-8 1,-1-1-1,2-3-350,3 0 1,-1 7 0,-6-7 553,1-2 0,7-1 0,2-3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2:44:34.00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332 22 7642,'15'-2'323,"-1"-2"113,-2-1 0,-8-5-267,1 10 0,-3 6 0,-2 15 0,0 6 149,0 6 1,0 0 0,0 14 0,0 3-102,0 6 0,0 7 0,0 8 0,0 5-176,0 6 0,0 1 0,2-3 0,2-11-17,2-8 1,0-13 0,-4-5-457,4-6 224,-5-6 0,-1-24 121,-11-7 0,-5-7 1,-1-11-1,-1 1-1,1-1 0,5-5 0,1-2 0,-5-4-38,-5-8 0,1 2 0,-5-6 0,0 2 24,-4-1 0,2 3 0,-1-2 0,1 8 266,0 8 0,12 3 0,-3 5-72,3 3 0,7 12 0,2 14 0,4 7 131,2 8 0,0 6 0,2 4 0,4 3 11,6 3 0,5-6 0,4 2 0,5-3-359,1 3 1,0-6 0,4 2-1,-2-8-199,2-4 0,2-1 1,2-9-1,0-3 56,0-6 1,-6-4 0,-2-2 0,0-2-403,0-4 670,-5-4 0,3-15 0,-8-2 0</inkml:trace>
  <inkml:trace contextRef="#ctx0" brushRef="#br0" timeOffset="400">786 686 7697,'-8'-18'705,"4"7"163,-7-1 0,-1 8-348,-5-2 1,-1 4-277,1 2 1,-1 8 0,1 6-191,-1 7 0,7-1 0,1 5 0,2-2 79,4 0 0,2 6 1,2-5-1,0-1-146,0 2 1,8-5 0,4 3 0,3-6-5,3-5 0,5-4 1,2-8-1,2 0 1,4 0 0,1-8 0,-1-4 1,-4-3 164,-2-3 0,-2-7 0,-5-4 0,-1-4-150,1-2 0,-3 0 0,-3 2 0,-6 2-290,-4 2 1,-2 0 0,0-4 0,-2 4-177,-4 6 0,-4 3 0,-5 3 0,1 1-286,2 5 0,1 3 1,-7 8 298,1 0 0,7 2 0,2 4 454,1 5 0,-3 5 0,-8 1 0</inkml:trace>
  <inkml:trace contextRef="#ctx0" brushRef="#br0" timeOffset="800">1065 703 7697,'12'6'359,"0"0"0,-6 0 0,3-4 199,-1 4 0,6-4 0,-3 3-243,5-3 0,-5-2 0,1 0 0,2 0-117,1 0 0,3-6 0,-1-1 0,1-3-19,-1-4 1,0-1 0,1-3 0,-1 1-113,1-1 1,-3-1-1,-1-2 1,-2-3-171,1 3 0,1 2 0,-3-1 0,-3 1 13,0 1 0,-6-3 0,2 9 55,-8-3 1,0 5 0,-10 4 0,-3 4 38,-4 2 1,-3 8-1,5 6 1,-2 5-25,-3 4 0,-5 9 0,6-5 0,0 2 26,-3 0 0,7 6 1,-4 6-1,5-3-4,7-1 1,-3 4-1,8 0 1,2-2-2,2-3 1,2-3 0,2-3 0,4-7-215,6-4 1,3-1-1,3-3 1,1-3-340,4-6 1,-1-6 0,5-6 0,0-6 19,0-3 1,-5-3-1,3-1 1,-2-4-191,0-7 1,1 3 721,-7-2 0,8 0 0,3-6 0</inkml:trace>
  <inkml:trace contextRef="#ctx0" brushRef="#br0" timeOffset="1283">1712 599 7370,'17'-8'-379,"1"0"1,-1-6-1,-1 3 772,-5-3 0,5 1 0,-5-1 1,5 2-93,1-1 0,-5-3 0,0-1 1,-1-1 57,-1 1 1,4-1 0,-9 1 329,-1 0 1,-2-1-433,-2 1 1,-2 7 0,-4 4 0,-5 4-76,-5 2 0,-7 2 0,0 4 0,1 6-44,3 3 1,-4 3 0,-1-1-1,3 0-105,2 1 0,1 5 0,1 0 0,1-1-81,5-3 1,-3-1-1,8 1 1,2 2-52,2 3 0,2-1 0,0-6 133,0 1 0,10-1 1,6 1-1,5-3 75,0-3 1,4 2-1,1-7 1,-1 1 72,0 0 0,-2 4 1,-5-5-1,-1 1 243,1 0 1,-3 0 0,-3-3-175,-6 7 1,-4 4 0,-4 1-296,-4 1 1,-6-1 0,-9 0 0,-4 1-633,-2-1 1,3 1 0,-5-1 0,-2 1-3095,-2-1 3770,6-7 0,-14 5 0,4-5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2:44:31.136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70 437 7678,'-8'-10'-301,"5"-5"1,-7 3 1815,2-3 1,2-3-676,6 1 1,0 5-172,0 0 0,0 6 367,0-5 319,0 7-112,0-4-414,0 8-127,0 0-763,0 8 0,0 2 0,-2 5 0,-2-1-131,-1-3 0,-1-5 0,6 6-1018,0 1 0,-2-3-446,-4 2 1,4-1 1655,-4 7 0,4-8 0,2-3 0</inkml:trace>
  <inkml:trace contextRef="#ctx0" brushRef="#br0" timeOffset="867">88 315 6838,'-8'-10'-15,"-4"4"506,-3-4 1,-3 7 208,1-9 254,7 8 186,2-4-724,8 8 1,0 2-1,0 4-69,0 6 1,2 5 0,2 8 0,2 8-59,-2 6 0,4 10 1,-3-1-1,1 8-196,2 8 0,-4 4 1,6 2-1,-1-2-155,1-4 0,-4-4 0,4-9 0,-1-7-163,1-9 1,0-7-1,3-13 1,-1-3-23,1-6 1,1-6 0,0-6 0,-3-8-47,3-7 0,1-1 1,3-9-1,-1-4 154,1-3 1,-1-9 0,-1 4 0,-3-1 87,-1-5 1,-2-1 0,3-1 0,-3 3-57,-2 1 0,3 8 0,-5 1 0,-2 7 258,-2 7 1,-2 15 17,0 9 0,0 15 1,0 14-1,0 6 2,0 6 1,0 4 0,0 7 0,0 2-125,0 4 0,2-3 1,2 1-1,4-5-175,1-5 1,3-9 0,5-2 0,3-12 96,3-9 1,-2-6 0,7-8-1,-3-4 204,-4-8 0,1-2 0,-1-17 1,2-4-9,-1-3 0,-3-9 0,-2 4 0,1 1-93,-1-1 0,1-5 0,-1 3 1,1-2-361,-1 1 0,1 5 0,-3-4 1,-1 1-710,-3-1 0,-5 6 1,6 0 996,1 8 0,3-9 0,1 3 0</inkml:trace>
  <inkml:trace contextRef="#ctx0" brushRef="#br0" timeOffset="1499">1188 0 7813,'10'24'486,"-6"-1"1,-6 0-179,-4 2 0,-2 1 0,4 5 0,-2 0-388,2 6 0,2-1 1,2 9-1,0 0 230,0-1 0,0 5 0,0 7 1,0 2-147,0-1 0,0-5 0,0-5 0,0-7 174,0-3 0,0-10 1,0-3 70,0-5-363,0-9 0,0-4 93,0-12 1,0-4 0,0-7 0,2-3-9,4-3 1,-2 2 0,6-7 0,0 1 38,-1 0 0,-3 0 0,6-4 0,-1 4 194,-1 1 0,4 3 0,-7 6 0,3-1 175,4 1 1,-5 5 0,3 2 156,2 3 1,1 3-1,3 12-208,-1 9 0,1 2 1,1 11-1,2 1-307,3 2 1,5-4 0,-4-2 0,0 0-94,0 0 0,6-7 0,-2-3 1,4-9 43,2-6 1,-5-2 0,-3 0 0,-2-2-112,-4-4 0,1-10 1,-3-9-1,0 0-57,-3 0 1,-8-4-1,1 3 1,-1-1 36,-4-4 0,-2 4 1,-2 0-1,0 0-10,0 0 0,-2-1 1,-2-1-1,-4 8 68,-1 7 0,-3 1 1,-5 7-1,-1 2 127,1 2 1,1 10 0,3 4 0,1 3 108,-2 3 1,5 5 0,-1 2 0,2 2-89,4 4 0,-3-4 1,1 1-1,2-1-332,2 0 0,2-4 0,2 4 0,4-1-350,5-5 0,5-2 0,3-3 0,4-3-478,7-1 0,-3-8 1113,2 2 0,8-12 0,7-4 0</inkml:trace>
  <inkml:trace contextRef="#ctx0" brushRef="#br0" timeOffset="2066">2183 297 7746,'-17'18'204,"-1"-1"0,7 1 0,1 1 0,2 2 430,4 3 1,-3 7 0,1-4-1,2 4-445,2 4 1,4-10 0,2 10 0,4-2-256,1 0 1,1-4-1,4-2 39,-3-2 0,-1-1-2,2-7 0,-3-7 1,-5-6-1,2-8-14,-2-8 1,-2-5 0,0-5 0,2-3 25,2-2 1,-1 4 0,-3-6 0,2-2-8,2-2 1,6-2-1,-5 2 1,1 2-5,0 2 0,5 5 0,-3-3 1,2 2-70,-1 4 1,1 1-1,6 5-295,-1 3 0,1 4 0,-1 8 19,0 0 0,1 10 0,-3 5 0,-1 7 163,-2-1 0,-1 4 0,7-1 1,-1-1 92,1 2 0,-1-5 1,-1 3-1,-3-6 228,-1-5 0,0 3 1,5-3 97,0 4 0,1-5 1,-1-1-1,1-2-7,-1-4 1,-1-4 0,-3-4 0,-1-4-42,2-2 1,-1-7 0,1-6 0,-4 1-10,-3 3 0,5-5 0,-6 1 1,-2 0 107,-2-2 0,-2 5 1,0-3-1,0 4 55,0 1 1,-6 6 0,-2 3 0,-2 1 25,-3 4 1,-3 2 0,-1 4-218,-1 4 0,1 4 0,1 9 0,3 2-210,1 3 1,6 7-1,-3-4 1,1 2-321,4 0 0,2 0 0,2 6 0,0 0-63,0 0 1,8 0 0,3-2 468,5-4 0,9 4 0,2-6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2:44:38.23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53 123 7673,'-8'11'124,"-2"1"0,0 2 0,5 1 0,3 3 371,2-1 0,-6 8 0,0 6 0,2 8-297,2 8 1,2-3 0,0 5-1,2 3-165,4 5 1,-4 1-1,6-6 1,-3-1-351,1-5 1,2-1-1,-4-8 1,2-2-407,-2-8 0,-2-6-594,-2-3 1317,0-1 0,0-7 0,0-2 0</inkml:trace>
  <inkml:trace contextRef="#ctx0" brushRef="#br0" timeOffset="598">105 332 7074,'-17'0'-599,"-1"0"1,1 0 693,-1 0 1,6 0 40,1 0 1,13-2 0,0-1-1,5-5 17,7-2 0,7-2 1,5-5-1,1-1 36,4 1 0,-4 5 0,2 1 0,0-3-106,-2-1 1,4 3 0,-7 2 0,-3 3 7,-2 3 0,-1 2-143,-1 2 0,-7 9 0,-4 7 0,-6 7-1,-6 4 1,-4-3 0,-7 5-1,-1 2 11,1 2 0,-6-4 0,-1 0 0,3 0-29,2-2 0,1 6 1,1-6-1,-1 1 28,1-5 0,7-4 0,4-1 0,4-1 26,2 1 0,2-1 0,4-1 80,6-5 1,-1-1-1,5-6 1,3 4 37,1 1 1,-1-3 0,-1 4 0,-1 0 136,1-1 0,-3-3 0,-1 6 0,-5 1 31,-1 3 0,4 1 0,-6 1 1,-3-1-44,-1 1 0,-4 5 0,-1 2 0,-5 0-154,-2 1 1,-2-3 0,-5-6 0,0 1-367,-1-1 1,1 1 0,-1-3-772,1-3 1,-1-4 226,1-8 1,7-8 837,4-4 0,4-11 0,2-4 0</inkml:trace>
  <inkml:trace contextRef="#ctx0" brushRef="#br0" timeOffset="997">611 542 7825,'0'19'-328,"0"5"0,0-3 0,0 6 1,0 0 339,0 0 1,0-3-1,0 3 1,0 0 418,0 0 1,0-3 0,0 3-1,0-2-204,0-4 0,0-1 1,0-3-285,0 1 235,0-1-319,-7-7 1,-1-4 0,-4-12-44,6-6 0,-1-3 0,1-3 0,2 1 19,2-1 0,0-7 1,-2-4-1,-2-4-6,3-2 1,1 0 0,4 0-1,1 0 151,3 0 0,6 0 1,-4 2-1,1 2 84,5 2 0,1 8 0,3-2 0,-1 3-11,1 3 1,-1 7 0,3 4 0,1 4-78,2 2 0,1 0 0,-7 0 1,1 0-140,-1 0 1,0 8 0,1 2 0,1 1 162,5 1 0,-5 0 0,6 5 0</inkml:trace>
  <inkml:trace contextRef="#ctx0" brushRef="#br0" timeOffset="1264">1066 594 7494,'0'18'-764,"-6"-7"1808,0 1 1,-6-6-599,6 6 1,1-7-1,5 7 1,0 2-132,0 1 1,0 3 0,0-1-1,0 2-136,0 5 0,5-3 0,1 8 0,-2 0-286,-2-2 1,4 6 0,0-5 0,-2 1-224,-2 0 1,-2-8-1,0 2 1,0-3-457,0-3 400,0 1 1,1-10 385,5-8 0,-4-8 0,6-10 0</inkml:trace>
  <inkml:trace contextRef="#ctx0" brushRef="#br0" timeOffset="1523">978 297 7708,'-23'-2'532,"0"-3"-382,-1 3 0,15-8 0,5 4-148,8-5 0,0 1 0,7 0-557,3 2 0,1-3 0,3 3-305,-1-2 860,1-1 0,-1 1 0,1 2 0</inkml:trace>
  <inkml:trace contextRef="#ctx0" brushRef="#br0" timeOffset="2097">1380 53 7784,'17'-8'-446,"-1"-2"139,-4-7 1130,3 7 0,-11 3-507,8 7 0,-7 7 0,5 7 0,0 7-19,-1 8 1,-3 4 0,6 2 0,0 2-190,-3 4 0,7 3 0,-6 11 0,1 1-226,1 2 0,-8 2 1,2-3-1,-5-1-33,-1-6 1,0 1 0,0-10-1,-1-4 54,-5-6 1,-2-6 0,-6-8-25,3 1 1,5-9 7,-6-3 0,8-6 0,-1-6-46,3-5 1,2 1 0,-2-2 0,-2-3 65,-2-6 0,0 1 0,4-3 0,-2 3 27,-2 3 1,-7 0-1,1-1 82,-3 1 0,-3 5 0,1 2 236,-1 3 1,1 1 0,-1 8-29,1 3 0,-1 7 0,3 9 0,1 5-85,3 1 1,7 2 0,-2 6 0,4 0-59,2 0 1,0 0-1,0-2 1,2-2-176,4-2 0,4-8 1,7 2-1,2-5-363,5-6 0,1-5 1,6-7-1,-2 0-19,2 0 1,-4-7-1,2-7 1,1-5 475,-3-5 0,4-5 0,-8 6 0,8-8 0,-4 4 0</inkml:trace>
  <inkml:trace contextRef="#ctx0" brushRef="#br0" timeOffset="2631">2009 647 7712,'17'0'-909,"-5"0"1524,-1 0 1,-7-2-241,2-4 1,-4-4-1,-2-7-81,0-1 1,-6 7 0,0-1 0,1 0-136,-3 3 0,4-5 1,-8 8-1,1 0-90,1-1 0,-6 5 0,5-4 0,-5 4-112,-1 2 0,-1 2 1,1 2-1,-1 4-57,1 1 1,-1 5-1,1 7 1,-1 2 14,1-1 0,0 3 1,1 0-1,4 1 65,7-1 1,-3 4-1,2-4 1,2 0-56,2 1 1,10-3 0,6-6 70,7 1 1,-2-9 0,5-3 0,-5-6 24,-2-6 0,7-3 1,-1-9-1,-2 1 26,-1-1 0,-5 1 0,-1-1 1,-3 1 217,3-1 1,-4 3 187,1 3 0,-5 5 1,4 8-228,-2 5 1,-2 6 0,-8 11 0,-2 6-139,-2 4 0,-8 4 1,3 4-1,-5 6-306,-1 3 0,-1-3 0,1 1 0,-1 3-274,1-1 1,-1-2 0,1-15-1,-1-3-877,1-7 1,1-4 921,5-1 1,3-16 0,8-10 0,2-11 446,4-11 0,3-3 0,9-2 0</inkml:trace>
  <inkml:trace contextRef="#ctx0" brushRef="#br0" timeOffset="2963">2096 751 7684,'15'2'-522,"-1"2"1078,-2 2 1,-1 0 0,7-6 0,1 0-98,4 0 0,5 0 0,7 0 0,-1 0-218,1 0 0,0-8 1,0-3-1,0-7-99,0-5 1,-2 3-1,-4-3 1,-5 4-133,-5 1 1,-4 1 0,-3-1 0,-6 1 33,-4-1 0,-4 7 0,-4 1 0,-6 2-43,-3 4 1,-4 4 0,-3 6 0,-3 6-38,-2 3 0,5 3 1,-3 1-1,2 3-47,0 1 1,-1 8 0,7-4 0,-1 2 22,1 0 1,1 0 0,5 6 0,3 0-120,0 0 1,6-6 0,-4 0 0,6 1-155,6-3 0,6-2 0,9-10 0,6-3-165,6-6 1,-1-6 0,10-8 0,1-9-975,3-10 1472,5-6 0,1-10 0,1-2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2:44:42.299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262 140 7733,'18'-17'-531,"-3"5"0,-1 1 915,-3-3 1,-7 4 0,2-1 465,-4-3 0,-2 4 0,0-1 1,-2 5-304,-4-6 0,-4 8 0,-7-1-264,0 3 1,-1 9-1,1 5 1,-3 4-115,-3 1 0,3 2 0,-3 5 1,4 3-150,1 0 1,-1 6 0,-2-4 0,-1 6-282,7 6 0,-1-2 1,8 5-1,1 1-83,-1 0 0,2-1 0,8 3 1,4-7-486,5-3 0,13-9 1,5-7-1,4-8-1212,2-7 2041,0-4 0,7-17 0,3-5 0</inkml:trace>
  <inkml:trace contextRef="#ctx0" brushRef="#br0" timeOffset="336">699 158 7653,'-18'6'234,"1"-1"0,-1 7 0,1-4 0,-1 0 59,1-1 1,5 7 0,3-2 0,-1 3-78,0 3 1,0-1 0,-1 1 0,3-1-18,0 0 1,6 7 0,-4-1 0,5-2-58,1-1 1,0-3-1,0 1 1,1-1-102,5 1 0,4-7 0,7-1 0,1-2-43,-1-4 1,1-4-1,-1-6 1,3-8 27,3-7 0,-4 1 0,5-5 0,-5 0-77,-1-4 1,-3-2 0,-1 0 0,-5 2-66,-1-2 0,4 3 0,-6-1 1,-3 0-93,-1 2 0,-2 2 0,-2 7 0,-3 1-91,-7-1 1,-9 9 0,-5 3 0,1 4 298,0 2 0,-6 16 0,4 3 0</inkml:trace>
  <inkml:trace contextRef="#ctx0" brushRef="#br0" timeOffset="1250">1188 105 9692,'-10'0'861,"-4"2"1,9 4-1,1 6-697,2 3 0,0 11 0,-2 1 1,-2 2-103,2 0 1,-4 6 0,1 6 0,-1-1-252,0 3 1,-5-6 0,3 2 0,-2-6-155,1-4 0,7-8 2,-2 2 0,4-13 0,2-12 107,0-13 1,8-9 0,1-7-1,5 2 153,3-2 0,-7-8 1,11-1-1,1 1 62,-3 2 0,1-4 1,-3 0-1,1 3 34,-1 1 1,1 4-1,-1 4 1,0 5 306,1 5 1,-1 3-56,1 5 0,-8 17 1,-3 13-1,-1 6 19,0 6 1,0 2-1,-6 4 1,-2 4-182,-4 6 0,2-3 0,-6 1 0,1-1-294,-1 1 1,4-6 0,-4 0-1,1-8-332,-1-8 221,6-4 0,-4-11 0,8-8 144,0-10 0,6-7 0,2-6 0,2-6 93,3-4 1,1-2 0,-1 0-1,-1 0 42,2 0 0,1-2 0,3-2 0,-1-2 19,1 3 0,-1 1 0,1 4 0,-3 4 65,-3 5 0,1 5 0,-5 3 0,2 5 94,3 5 0,-5 6 0,-2 6 0,-4 7 75,-2 9 1,6 5-1,0 8 1,-3 2-288,-1 3 0,-2-1 0,0 6 1,0 0-197,0-1 1,6-5-1,0 2 1,-2-4-534,-2-2 1,0-8 0,4-6-907,5-7 1690,-3-7 0,7-22 0,-5-5 0</inkml:trace>
  <inkml:trace contextRef="#ctx0" brushRef="#br0" timeOffset="1637">1781 123 7734,'0'17'343,"0"1"0,0-1-141,0 1 1,-5-1 0,-1 1 0,2-1-37,2 1 1,2-1 0,0 1 0,2-1 15,4 0 1,3-5 0,11-2-1,1-2-12,2-5 0,9-3 0,-5-5 0,2-7-166,0-4 1,-8-1 0,4-2 0,-1-3-42,-1-1 1,0-6 0,-7 6 0,-5 1-52,-5 3 0,-2-4 0,0-1 131,2 3 1,-2 9-1,-10 6 1,-6 4 24,-3 2 1,-3 2 0,1 6 0,-3 8 55,-3 5 1,2 10 0,-6-2 0,-1 4-10,1 2 0,6 2 0,-2 2 0,3 3-50,3 3 1,-1-6 0,3 4 0,3-3-75,6 1 0,4 0 1,2-8-1,2-4-205,4-6 0,6-5 0,9-7 0,6-5-186,6-4 1,0-4 0,12-6 0,0-9-190,-1-10 1,3-8 0,5-6 588,1-5 0,-9-5 0,-1-1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2:44:47.900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210 363 7902,'-16'10'73,"5"6"0,-13-5 0,7 5 335,5 1 1,-3 9 0,5 3 0,0 6-52,5 5 0,3 5 1,2 7-1,-2 1-319,-4-1 0,4 1 0,-4-1 0,4 0-321,2 1 1,0-7 0,0-1 0,0-4 54,0-8 1,0 0-1,0-10-2520,0-2 2748,0-9 0,-8-4 0,-1-8 0</inkml:trace>
  <inkml:trace contextRef="#ctx0" brushRef="#br0" timeOffset="300">0 643 7683,'0'-18'-119,"2"7"1,2-1 0,4-1 202,2-3 1,-5 4-1,7 1 1,2-3 317,1-1 1,10 3 0,4 0 0,4 1-39,2 1 1,0-4 0,2 9 0,2 1-98,2 2 0,-1 4 1,-7 4-1,-3 7-149,-7 8 1,-4 1-1,-3 5 1,-5 0-121,-5 0 0,-6 2 0,-6 6 0,-7 0-316,-9 0 0,-5 0 0,-8 0 1,0-2-172,1-4 0,-1 4 1,0-6-1,0 0 30,0-3 1,2-7 0,2-5 0,4-6 458,1-4 0,-5-2 0,4 0 0</inkml:trace>
  <inkml:trace contextRef="#ctx0" brushRef="#br0" timeOffset="634">804 67 7771,'7'-10'389,"-5"-6"127,4 5-196,-4-5-83,-2 6 0,-2 7 0,-2 12 0,-2 11-30,3 5 0,-5 10 0,0 8 0,0 3-115,0 8 0,-3 7 0,3 8 0,-2 3-469,-3 4 0,3 2 0,0 5 1,1-3-195,-1-3 1,6-3-1,-2-10 1,4-10 570,2-11 0,-7-10 0,-3-16 0</inkml:trace>
  <inkml:trace contextRef="#ctx0" brushRef="#br0" timeOffset="1199">1100 660 7820,'16'-19'-405,"-4"-4"1,-5 3 0,-5-3 0,2 4 758,2 1 1,0 1 0,-6-1 0,-2 1-88,-4-1 1,4 1 0,-6 1 0,3 3-162,-1 1 0,-6 6 1,4-4-1,-1 3-11,-5 3 1,-1 2 0,-3 4-98,1 4 1,-1 3-1,1 11 1,-1 1 23,1 2 0,-1 8 0,1-1 0,1 4 17,5 7 1,-3-4-1,6 4 1,1-4-59,-1-2 1,2 0-1,6-2 1,0-4-41,0-6 0,0-4 0,2-3 0,4-4 47,5-7 0,5-3 0,1-4 1,3-3-105,3-7 0,-4-6 1,5-3-1,-5-4 38,-1-2 1,-1 3 0,1-5 0,-1 0 64,0 2 1,-1-4 0,-2 6-1,-3-2 193,3-4 0,-4 5 0,-1 3 460,-1 4-393,-2 1 0,-6 10 0,0 8 0,0 12-142,0 9 0,0 5 0,0 5 0,0-2-181,0 2 0,0-4 1,0 2-1,0 0-269,0-2 0,8 4 0,1-7 1,3-3 344,0-2 0,-1 7 0,7 1 0</inkml:trace>
  <inkml:trace contextRef="#ctx0" brushRef="#br0" timeOffset="1468">1432 363 7680,'-17'12'98,"1"0"0,3 1 266,1 3 0,6 1 0,-3 1 0,1-1-201,4 1 0,8-1 1,4 3-1,1 1-68,5 2 1,1 2 0,5-3 0,1 1-226,2-2 0,3 5 0,-5-3 0,2-2-200,-1-1 0,-3-3 0,-2 1 0,1-3-613,-1-3 0,-5 1 943,0-7 0,-8-8 0,3-7 0</inkml:trace>
  <inkml:trace contextRef="#ctx0" brushRef="#br0" timeOffset="1699">1886 206 7683,'-9'29'0,"-7"0"499,-5 3 1,-8 1-1,5 3 1,3 7 23,2 9 0,-5 9 0,1 10 0,2 3-258,1 2 1,3 9 0,-3 1 0,-1 7-452,-2 4 0,-6-8 1,5 0-1,1-7-15,-2-5 1,6-7-1,-5-10 1,7-5-823,5-11 1,-1-13 1022,7-7 0,0-13 0,6-3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2:44:45.717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140 507 7706,'-11'0'2042,"-1"0"-1778,0 0 1,-3 2 0,3 3-1,4 9 8,1 7 1,5 3-1,-6 9 1,2 5-101,0 5 0,-2 4 0,5 7 0,-3 2-235,2 3 1,-4 3 0,2-8 0,2-6-320,2-3 0,2-12 0,0-10-441,0-3 0,2-10 1,4-9-1,4-8 823,0-11 0,13-19 0,-4 0 0</inkml:trace>
  <inkml:trace contextRef="#ctx0" brushRef="#br0" timeOffset="617">385 681 7706,'7'-17'-350,"1"5"1,4 1 0,-4-1 775,-1 2 1,-5-5 1142,4 3-1087,4 4 1,-8 2 0,4 12-215,-4 6 1,-2 9 0,-2 5 0,-2 1-92,-2 4 0,-6 2 0,6 2 0,1 0-227,-3 0 1,6-1-1,-6-1 1,2-2-187,0-1 1,1-7 0,5 4-1,-2-4-1017,-4-7 589,4 1 0,-4-17 528,12 0 0,-4-13 1,6-11-1,-3 1 154,1-2 1,6 6-1,-4-7 1,-1 3 37,1 0 0,4-6 1,-4 5-1,-1 3 83,1 2 0,0 3 0,-4 2 127,2 3 1,1 7 0,-3 0-1,2 8 24,-2 8 0,0 9 1,0 4-1,2 2-274,-3 4 1,1-3 0,0 1 0,2 0-350,-2-2 1,4 0 0,-1-7 0,1-1-576,0-4 0,6-9 908,-3 0 0,-3-12 0,0-3 0</inkml:trace>
  <inkml:trace contextRef="#ctx0" brushRef="#br0" timeOffset="849">227 0 7753,'-17'10'268,"-6"5"0,1-3 1,5 2-160,3-3 1,10 5-1,-1-5-40,3 5 1,9 1-1,5-1 1,6-2-233,5-3 1,-2-5 0,6 4 0,1-2-234,-1-5 0,-4 5 1,4-2-1,0 0 396,0 2 0,3-6 0,5 5 0</inkml:trace>
  <inkml:trace contextRef="#ctx0" brushRef="#br0" timeOffset="1100">944 70 7753,'9'-8'383,"5"8"1,-8 2-87,-2 14 1,-3 3 0,1 12 0,2 6-123,2 8 0,0 5 0,-6 5 1,0 3-269,0 6 0,0 2 1,0-2-1,0-6-89,0-4 0,0-9 0,-2-4 1,-2-6-556,-2-6 0,-1-6-653,1-11 1390,4-5 0,-14-7 0,7 0 0</inkml:trace>
  <inkml:trace contextRef="#ctx0" brushRef="#br0" timeOffset="1350">751 402 7753,'0'17'441,"-2"-1"0,-1-3-163,-3-1 1,0-6-1,8 4-191,4-3 0,5-1 1,11-6-1,3 0 76,2 0 0,0 0 1,4 0-1,-2 0-187,2 0 1,8 0 0,2 0-1,-2 0-299,-2 0 0,-2-2 1,0-2-1,-1-1-266,1 1 1,0 2 0,-2 2 0,-2 0 588,-2 0 0,1-8 0,5-2 0</inkml:trace>
  <inkml:trace contextRef="#ctx0" brushRef="#br0" timeOffset="1634">1520 419 7501,'-2'18'-304,"-4"-1"1,4-5-1,-6-2 1,1-1 774,-5 1 0,2 0 0,-1 3 1,-3-1-96,-1 2 1,-1 3 0,2 6 0,3 4-109,-3 1 0,1 5 1,-1-4-1,4 4-98,3 2 1,1-6 0,6-2 0,0-2-92,0-3 0,8-5 1,3-5-1,7-7-131,5-3 0,-2-6 0,6-5 1,1-11-59,-1-5 0,-4-4 0,4-6 1,-2 0 85,-3 0 0,-3-2 0,-3-1 1,-5-3 17,-5 2 0,-4 4 0,-2 4 0,0 4-61,0 2 0,-13-4 0,-7 7 0,-5 5-209,-6 3 0,-2 10 0,-2-2 0,0 5-577,0 1 853,0 7 0,-8 11 0,-1 9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2:44:51.782"/>
    </inkml:context>
    <inkml:brush xml:id="br0">
      <inkml:brushProperty name="width" value="0.06" units="cm"/>
      <inkml:brushProperty name="height" value="0.06" units="cm"/>
      <inkml:brushProperty name="color" value="#F6630D"/>
    </inkml:brush>
  </inkml:definitions>
  <inkml:trace contextRef="#ctx0" brushRef="#br0">0 259 10606,'8'-17'401,"6"-1"1,5 1-222,4-1 0,8-5 0,1-2 0,4-1-32,5 1 0,0 2 0,-6 5 1,-2 1-3,-4 0 1,-4 7 0,-9 6 55,-5 8 0,-3 6 0,-12 9 0,-6 6 89,-7 10 1,-12 0 0,0 8-1,-4-3-151,-2 1 1,0 6 0,0-5 0,2 1-105,4 0 0,-2-2 1,8-8-1,1-2-610,3-2 1,9-8-660,4 2 1,6-5 0,6-7-191,6-5 0,9-6 1423,2-6 0,1 5 0,-7-7 0</inkml:trace>
  <inkml:trace contextRef="#ctx0" brushRef="#br0" timeOffset="217">123 1132 7805,'-8'27'113,"-4"-3"0,-3-5 0,-1-1 0,3-1 1477,1 0 1,6-1-1223,-6-4 1,11-5-1,1-7-641,9 0 0,7 0 0,1-2 0,1-3-671,-1-7 0,6-9 944,1-3 0,-1-7 0,-6 4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4:52:47.04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400 383 6276,'0'-12'2705,"0"0"-26,0-1-1909,0 5 1,0-2-52,0 4 0,0 6-365,0 0 1,0 8 0,0 10-1,0 1-338,0 4 1,0-1 0,0 7 0,0 0-323,0-2 0,0 4 1,0-6-1,0 1-2089,0-1 0,6-2 2395,0-5 0,7-1 0,-3 0 0</inkml:trace>
  <inkml:trace contextRef="#ctx0" brushRef="#br0" timeOffset="684">365 173 9801,'-17'0'274,"5"0"1,0 0 0,-3 0-152,-7 0 1,3 2 0,-6 4 0,2 5 112,-1 5 1,-5 3-1,4 7 1,0 7-119,0 5 0,-5 17 1,9-1-1,4 8-98,3 10 1,10-2 0,-2 5-1,8-3-151,10-2 1,7-14-1,18-7 1,4-10 5,5-12 0,13-14 1,5-9-1,6-9 85,5-13 0,-3-9 1,4-14-1,-4-7 3,-3-9 0,-5-5 1,-3-8-1,-7 1 345,-9-1 1,-9 6 0,-8 2 0,-11-1-69,-9 1 1,-6 14 0,-6 1 0,-8 8-226,-11 5 1,-8 4-1,-6 3 1,-2 2-79,-2 4 1,-9 1 0,0 5 0,-9 3-914,-3 6 0,-2 14 0,-6 11 0,-1 16-1048,-5 16 2024,4 17 0,29-26 0,1 3 0,2 4 0,0-1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4:52:48.996"/>
    </inkml:context>
    <inkml:brush xml:id="br0">
      <inkml:brushProperty name="width" value="0.08" units="cm"/>
      <inkml:brushProperty name="height" value="0.08" units="cm"/>
      <inkml:brushProperty name="color" value="#E71224"/>
    </inkml:brush>
    <inkml:brush xml:id="br1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263 297 12657,'-18'0'297,"1"0"-192,-1 0 1,7 6-1,1 2 1,0 3 563,1 9 1,5-1 0,-2 12 0,4 4-465,2 4 0,0 9 0,0 1 1,0 5-369,0 4 0,0 1 0,0-9 0,0-1-291,0-3 1,0-7-1,0 0-1820,0-8 2281,0-6 0,0-15 0,0-2 0</inkml:trace>
  <inkml:trace contextRef="#ctx0" brushRef="#br0" timeOffset="283">1 419 12753,'17'0'0,"-1"-2"247,-5-3 0,5-5 1,-5-8 109,5 1 0,1-1 0,3 1 0,1 0-287,3-1 0,7 3 0,-4 3 0,2 6 52,0 4 0,-2 4 0,2 4 1,-6 6-95,-3 3 0,-3 8 0,-1 3 0,-4 1-418,-7 4 1,-3-4 0,-4 2 0,-3 2-173,-7 2 1,-9 2 0,-5-2-1,-1-2-49,-4-2 0,-2-2 1,-2 2-1,2-7 528,4-9 0,-12 3 1,4-6-1</inkml:trace>
  <inkml:trace contextRef="#ctx0" brushRef="#br1" timeOffset="501">682 157 8086,'-8'35'164,"-2"0"1,-7 4-1,-1 6-126,1 7 1,5 12-1,3 0 1,-1 4-162,0 2 1,4 4 0,-3-3 0,1-5-202,4-3 0,2-7 0,2-8 0,0-5-150,0-6 1,2-8 473,4-17 0,-4 3 0,6-5 0</inkml:trace>
  <inkml:trace contextRef="#ctx0" brushRef="#br0" timeOffset="1066">1118 804 11214,'0'-26'-359,"0"-3"0,-2 4 1,-1 0 188,-3 0 0,-8 5 1,4-3-1,-1 5 162,-1 7 0,6 3 0,-5 8 209,-3 0 0,-1 6 0,-1 3 0,3 5-48,1 5 1,0 11 0,-5-1 0,1 4-38,5 2 0,-3 0 1,8-2-1,0-2-81,-1-2 0,5-2 0,-4 2 0,4-6-63,2-3 1,0-3 0,2-1 0,4-5-29,5-5 1,5-4 0,3-4 0,3-4 129,1-5 0,6-13 0,-6-3 0,1-2 61,1 0 0,-6 0 1,4-6-1,-3 0-23,-3 0 0,-5 2 0,-2 2 0,-3 4-68,-3 2 1,4-4 0,-2 5 95,-2 3 0,-4 9 0,-6 8-77,-6 8 0,3 8 1,-3 11-1,0 6-80,3 4 0,-5 2 0,6 0 0,1 0-223,-1 0 0,-4 0 0,6 0 0,2 0-76,2 0 0,2-2 1,0-2-1,0-4-534,0-2 0,2-2 729,4-5 0,4-8 0,7-3 0</inkml:trace>
  <inkml:trace contextRef="#ctx0" brushRef="#br0" timeOffset="1451">1468 699 8198,'0'17'132,"-6"-5"1,0 0-1,2 1 142,2 3 0,-4 1 0,1 1 0,-1 1-110,-2 4 1,6 2-1,-6 7 1,2-3-209,1 2 0,-1-4 1,6 0-1,0-2 58,0-3 1,0-3-1267,0-2 983,0-7 1,0-10 0,0-12 0,2-3 64,4-2 0,-3-3 1,7-1-1,0-4 98,0-3 0,-5 1 0,7-4 1,0 4 79,-3 2 0,5 1 0,-6 7 1,-1 0 405,1-1 1,6 3-119,-3 3 0,-1 6 0,0 12-123,-2 6 0,-3 9 0,-5 4 1,0 2-110,0 4 0,0 8 0,0 4 0,0 0-297,0-1 0,0-1 0,0-6 0,0-2-323,0-4 1,2-4 587,4-7 0,4-9 0,7-1 0</inkml:trace>
  <inkml:trace contextRef="#ctx0" brushRef="#br0" timeOffset="1686">2061 105 8161,'-23'23'23,"0"4"1,2 4-23,1 6 1,3 12 0,-1 1-1,1 10-29,-1 8 1,3 0 0,1 12 0,4-3-153,3-3 1,1-10 0,6-7-1,0-9-355,0-7 1,0-12 533,0-6 1,0-3-1,0-3 1</inkml:trace>
  <inkml:trace contextRef="#ctx0" brushRef="#br0" timeOffset="2034">1625 437 13250,'2'-10'428,"4"4"0,9 6 0,10 4 1,3 4-188,3 2 0,4-5 0,3 5 0,5 0-186,2 0 0,-5-5 0,7 5 0,1 0-90,3-1 1,-1-3-1,-3 4 1,-6 0-170,-4-1 0,-2-5 0,-3 4-3,-2 0 0,-7-4 0,-10 5-41,-1-1 1,-8 6 175,2-3 1,-12 5 0,-4 1-17,1 1 0,-7-1 0,4 1 113,-3-1 0,3 1 0,3-1-1,1 1 0,-4-7-599,6 1 547,1-8 0,5 11 0,0-5 0</inkml:trace>
  <inkml:trace contextRef="#ctx0" brushRef="#br0" timeOffset="2418">2743 384 11023,'-18'0'590,"1"0"1,-1 0-1,3 2 1,1 6-179,2 10 1,3 7-1,-5 10 1,3 2-14,-3 3 1,4 5 0,1 7-1,-1 3-384,0 3 1,6-4-1,-2 3 1,4-9-281,2-7 0,0-12 0,0-6-99,0-3 1,2-11 0,2-5-76,2-8 1,2-5 0,-4-9 0,2 1 65,-3-1 0,1-5 1,0-2-1,2-2 161,-2-5 0,4 1 1,-2 0-1,-1 2-37,3-2 1,-4-2-1,8 0 1,-1 4 94,-1 6 0,4 3 0,-7 3 1,3 0 370,4-1 1,-5 8-1,1 6 209,-2 8 0,3 12 0,-3 9 0,0 2-388,0 4 1,3 8-1,-3 2 1,2-2-377,3-2 0,-3-3 1,2 1-1,1 0-692,3 0 1,1-2 0,1-6 998,-1-9 0,1-1 1,-1-7-1</inkml:trace>
  <inkml:trace contextRef="#ctx0" brushRef="#br1" timeOffset="2650">3197 559 8090,'-29'2'340,"-1"4"1,3 5 0,-4 13-1,4 5 323,2 4 0,0 11 1,3 7-1,-1 7-356,2 4 1,1-4-1,3 6 1,-1 2-263,1 2 1,-1 2-1,-1 2 1,-2 0-349,-3-2 1,1 1-1,6-16 1,-1-11-820,1-13 0,-1-11 448,1-8 0,7-7 0,4-10 674,4-7 0,2-11 0,0-5 0</inkml:trace>
  <inkml:trace contextRef="#ctx0" brushRef="#br1" timeOffset="3018">3546 419 8216,'27'-17'-167,"-4"-1"0,-3 9-396,-3 3 1,-9 6 0,-6 6 1034,-6 5 1,-10 5-1,1 1 1,-6 3 130,-5 3 0,-1-2 0,2 8 0,-6 1-489,-4-3 1,4 8 0,-1-4-1,-1 4-97,-2-2 1,0-2 0,2 4-1,4 0-92,2-1 1,2-1-1,7-3 1,3-7-274,1-4 0,10-1 289,2-1 1,8-1 0,9-3 0,1-1 147,-1 2 0,-1-5 0,-3 3 0,-1 1 221,1 3 1,-3-2 0,2 1-359,1 4 0,-5 3 1,-2-5-313,-4 1 1,-10-1-1,-4-1 1,-3-3-1506,-2-1 1865,-1-8 0,-15 11 0,-4-5 0</inkml:trace>
  <inkml:trace contextRef="#ctx0" brushRef="#br0" timeOffset="3185">2166 140 8492,'10'-8'351,"0"-2"0,-5-7-791,7 0 1,6-1 0,5 3 0,6 1-889,4 2 1323,2 8 1,8-11-1,1 5 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4:52:58.613"/>
    </inkml:context>
    <inkml:brush xml:id="br0">
      <inkml:brushProperty name="width" value="0.08" units="cm"/>
      <inkml:brushProperty name="height" value="0.08" units="cm"/>
      <inkml:brushProperty name="color" value="#E71224"/>
    </inkml:brush>
    <inkml:brush xml:id="br1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368 1022 9161,'-8'9'-68,"-4"-3"0,-3 2 0,-1 0 0,1 1 830,-3 5 1,5-4 0,-13 1 0,3 3-440,0 1 0,-6 9 0,3-1 1,1-2-303,0-1 0,2-1 0,5 2 0,1 3-155,-1-3 0,9-2 1,3-1-66,4-1 0,4-7 0,6-4-69,9-4 0,1-2 1,7-2-1,0-2-116,4-2 1,2-7 0,0 1-1,-2-4 48,2-1 1,0 0 0,0-1 0,-1 1 228,1-1 0,-6 1 1,-2-1-1,-2 1 106,3-1 0,-7 1 0,3-1 275,-7 1 1,-7 1 40,6 5 1,-16 3-1,-2 10-227,-8 4 0,-3 3 1,1 9-50,5-1 0,-3 1 1,8-1 90,2 1 1,2-1-2,2 1 0,8-9 1,4-3-1,3-4-127,3-2 0,-1 0 1,1-2-1,1-4 4,4-5 0,-3-5 0,5-3 1,-2-3 0,1-1 1,-1-8 0,-6 2 0,1-4-45,-1-2 1,1-2 0,-3-4 0,-1-5-153,-2-5 0,-1-7 1,7-2-1,1-6-371,4-11 1,5 3 0,6-14 0,1 3 215,0 0 0,-2 7 0,-4 12 1,-7 18 454,-9 17 1,-5 19 0,-12 14-1,-5 15 277,-9 16 1,-9 4-1,2 10 1,-2 3 56,-5 6 0,5 7 1,-2 8-1,0 3-164,2 2 1,-4 1-1,8-3 1,-1 6-368,-1 5 0,13-9 0,1 5 1,7-9 41,4-8 0,0-10 1,0-11-225,0-6 184,0-14 1,0-23-1,0-11 1,0-5-393,0-1 0,-6-3 1,-2-1-1,-1-4-875,-5-3 1351,-1 7 0,-3-20 0,1 5 0</inkml:trace>
  <inkml:trace contextRef="#ctx0" brushRef="#br1" timeOffset="150">507 690 8087,'0'-18'91,"0"1"1,2 1 372,4 5 0,-2-3 0,8 6 0,1 1 189,3-1 0,9 2 1,6 6-1,10 0-274,11 0 1,8 0 0,10 0 0,2 2-267,4 4 1,3-4-1,9 3 1,1-3-518,4-2 1,-4 0 0,6 0 0,-4 0-801,-3 0 912,-5 0 0,-13 8 0,0 2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4:52:55.049"/>
    </inkml:context>
    <inkml:brush xml:id="br0">
      <inkml:brushProperty name="width" value="0.06" units="cm"/>
      <inkml:brushProperty name="height" value="0.06" units="cm"/>
      <inkml:brushProperty name="color" value="#E71224"/>
    </inkml:brush>
    <inkml:brush xml:id="br1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419 542 8044,'0'-20'-170,"2"-1"0,2-2-32,2 1 0,0 3 0,-4 1 642,3 1 0,-3 0-46,4-1 0,-6 3 0,-6 5-227,-5 10 0,-5 6 0,-3 9 0,-3 1 25,-1 3 1,-2 4 0,4-1 0,-5 3-36,-1 2 1,6 2-1,-2 6 1,3-2-147,3-4 0,7 2 1,4-5-1,4-1-112,2 0 0,0 4 0,0-6 0,4-1 54,8-3 1,-1-1-1,13-1 1,-5 1-90,-1-1 0,-7-5 1,-1-1-79,-2 3 0,-3 1 1,-6 1 44,-5-4 1,-6-3 0,-9-5 0,-5 2-250,-1-2 1,4 4 0,-6-3 0,0-1 417,2-2 0,-14-10 0,4-1 0</inkml:trace>
  <inkml:trace contextRef="#ctx0" brushRef="#br0" timeOffset="450">716 577 8004,'-2'-10'546,"-4"4"1,2-2-569,-7 3 1,-1-1-1,-5 6-41,-1 0 0,-1 0 1,-1 2 1,3 3 0,-10 5 0,9 8 0,-1-1-58,-1 1 0,3-1 0,0 1 0,1-1 7,4 0 0,-1 1 0,7-1-86,2 1 1,4-3 102,6-3 1,6-4 0,9-8 0,4-2 26,2-4 0,-3-4 0,3-7 0,0-1 33,0 1 0,-4-1 0,5 1 0,-3 0 105,-4-1 1,-1 1 0,-5-1 0,-1 3 841,-3 3-631,-7 4 0,2 16 0,-12 6 0,-5 7-51,-5 8 1,-1 4-1,-1 2 1,1 0-222,-1 0 1,1 0-1,1 0 1,3 0-434,1-1 0,8-1 0,-2-3 0,4-7 424,2-4 0,-7 6 0,-3 3 0</inkml:trace>
  <inkml:trace contextRef="#ctx0" brushRef="#br0" timeOffset="1199">943 629 8031,'-17'10'-2,"1"5"0,3-3 0,3 3 508,2 3 0,-4 1 1,5 3-1,-1 3-147,0 2 1,2-4 0,6 6 0,0 1-323,0-3 1,0 4-1,-2-8 1,-2-2-131,-1-1 1,-1-3-134,6 1 1,2-11-205,4-7 1,-3-7 0,9-11 0,2 1-10,1-1 0,3-5 0,-1-2 0,1 0 138,-1-1 0,1-5 0,1 2 0,2-4 301,3-2 0,5 0 0,-6 0 0,-2 2-77,-1 4 1,-3-2 0,1 8-1,-1 4 816,1 5 0,-9 8-316,-3 12 1,-4 6-1,-4 11 1,-2 6-44,-2 4 0,-7-4 0,3 0 1,-2 2-154,1 2 1,1 2 0,-3 0 0,3-2-177,2-4 0,0 2 1,4-7-1,-1-3-291,1-2 0,2-1-45,2-1 1,2-7 0,2-6-34,1-8 0,7-6 1,-4-7-1,2-1-5,3 1 1,-3-1 0,1-1 0,3-2 135,2-3 1,-5 1 0,1 6-1,0-1 145,-3 1 0,5-1 1,-6 1-209,1-1 578,3 1 1,-2 9-1,-5 10 62,-3 14 0,-2 1 0,0 8 0,-2-1-169,-3-1 0,3 6 0,-4-4 0,4 0-137,2 1 0,2-3 1,4-6-1,5 1-124,5-1 1,1-1-1,1-5 1,1-5-77,4-4 0,-1-2 1,5-2-1,0-4-32,0-5 1,-3-11 0,3-1 0,-2 0 41,-4-2 0,-1 3 1,-3-5-1,-1 0 19,-5 0 0,-1 5 0,-6-1 0,2 4 58,-2 1 0,-4 3 187,-6 3 1,2 4 0,-8 10-110,-1 4 1,5 4-1,2 7-254,4 1 1,2-1-1,0 1 1,0-1-923,0 1 1127,0-9 0,16 15 0,3-5 0</inkml:trace>
  <inkml:trace contextRef="#ctx0" brushRef="#br0" timeOffset="1649">2864 18 8006,'-15'2'-15,"3"4"1,-5-1 0,1 11 0,-5 5 588,-1 4 1,3 5-1,1 6 1,1 5-266,0 6 0,-7 11 1,1 6-1,4 6-90,5 6 0,0-5 0,9 5 0,1-4-382,2-2 0,2-16 0,0-9 0,0-12-77,0-10 15,0-4 0,0-11 27,0-8 0,0-8 0,0-9 113,0-1 0,0-1 0,0-2 1,0-5-96,0-1 0,0 4 0,-2-4 1,-4 0 38,-6-1 1,3 1-1,-3-4 1,0 4 239,3 2 0,-7 2 1,4 7 141,-3 4 1,-3 5 0,1 9 0,0 3-77,-1 7 0,1 6 0,1 5 0,3 6-144,1 4 0,2 2 0,-1 0 0,5-2-198,4-4 1,2 4 0,0-6-1,0 2-433,0 0 1,8-7-1,3-1 1,7-6-633,5-3 1242,-4-8 0,22 11 0,-4-5 0</inkml:trace>
  <inkml:trace contextRef="#ctx0" brushRef="#br0" timeOffset="2072">3091 751 8034,'-17'-9'149,"-1"1"1,1 8 0,-1 0 164,1 0 1,5 0 0,1 2 0,-3 4-176,-2 5 0,-1 5 0,0 1 0,1 1-127,4-1 0,-1 3 0,5 1 0,0 2-62,1-1 0,1-3 1,6-2-47,0 1 0,0-1 1,2-1-1,3-5 78,7-5 0,4-4 0,1-2 0,1 0-104,-1 0 1,0 0 0,1 0 0,-1-2-217,1-4 0,1-1 1,3-7-1,1 3 236,-2-3 1,-1-2 0,-3-1 0,1-2 67,-1-5 0,-1 11 0,-3-5 0,-3 3 541,-2-1-173,5-1 0,-13 7 1,0 4-119,-9 4 1,-7 10 0,-1 6 0,-1 5-142,1 4 0,-1 2 0,3-3 1,3 1-6,6-2 1,2-1 0,0-3-1,-1 1-228,1-1 0,2 1 0,4-3-208,3-3 1,-1-4 0,8-8 0,2 0-73,1 0 0,-3-2 0,-1-4 438,3-6 0,2-11 0,1-4 0</inkml:trace>
  <inkml:trace contextRef="#ctx0" brushRef="#br1" timeOffset="2313">3493 0 10992,'-35'43'0,"2"6"-161,4 7 1,2 0 0,5 8 0,-1 4 475,2 6 0,1 5 1,3 7-1,1-7-613,5-9 0,3-8 0,6-13 0,-2-9 137,-2-10 1,-1-9 0,1-4 97,-6 1 1,2-8-1,1-7-252,1-6 1,2-9 0,4-9-873,-4-3 1128,4 1 1,-13-2 0,5-2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4:52:54.115"/>
    </inkml:context>
    <inkml:brush xml:id="br0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245 122 11077,'0'-11'-57,"2"-1"1,2-1 282,2-3 1,-8 1-251,-10 3 0,-3 4 0,-3 8 1,1 0 207,-1 0 1,7 2 0,-1 4 0,-1 6 38,-3 3 0,-1 3 1,-1-1-1,1 2-69,-1 5 1,3 3 0,1 8 0,4-2-110,3-4 1,1 2-1,6-8 1,0-1-77,0-3 0,8 2 0,5-3 0,7-9 26,3-5 1,8-4 0,-2-4 0,4-5-54,2-9 1,-2-5-1,-2 2 1,-4-5 153,-2-1 0,2-2 0,-7-4 1,-7 2-146,-3 2 1,-4 8 0,-6-3 0,-2 5-282,-4 2 0,-3 1 1,-9 2-1,-1 5-115,-5 1 1,5 2-1,-4 4 1,3-2-394,3-2 0,5 1 845,1 5 1,-1 0 0,-6 0 0</inkml:trace>
  <inkml:trace contextRef="#ctx0" brushRef="#br0" timeOffset="415">647 35 8651,'-16'2'-41,"5"4"1,-3-2 0,6 7 0,1 3 515,-1 2 1,-4 7 0,6 2-1,1 2-334,-3 4 0,6 0 0,-4 0 0,4-4-34,2-1 0,-2-3 1,-2-6-240,-1 1 11,-1-8 0,6-5 0,0-10-70,0-7 0,6-4 1,1-1-1,1-2 25,0-5 1,3 3 0,-3-6 0,0 0-3,0-1 1,3 5 0,-3-6 0,2 0 96,3 2 0,-5 2 1,0 7-48,0 1 422,1-1 0,3 18 1,-2 12-1,-2 13-115,-5 8 1,1-2 0,0 2-1,2 4-407,-2 0 1,4 0 0,-3-2-1,1-2-251,2-4 1,0-4 0,5-8 0,-1-1 467,2-4 1,1 3-1,3-5 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4:53:05.799"/>
    </inkml:context>
    <inkml:brush xml:id="br0">
      <inkml:brushProperty name="width" value="0.08" units="cm"/>
      <inkml:brushProperty name="height" value="0.08" units="cm"/>
      <inkml:brushProperty name="color" value="#E71224"/>
    </inkml:brush>
    <inkml:brush xml:id="br1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260 16 9249,'-11'-10'384,"-1"4"1,2 12 0,-3 7 0,1 9 68,-2 7 1,5 12 0,-3 7 0,-1 6-430,-3 5 1,-1 7 0,-1 0 0,1 5-340,-1 5 0,1 0 1,1-10-1,3-6-567,1-8 0,8-17-195,-2 0 1038,12-19 1,4-9 0,7-16-1</inkml:trace>
  <inkml:trace contextRef="#ctx0" brushRef="#br1" timeOffset="249">540 400 8032,'9'0'-501,"7"0"0,-6 8 0,7 1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4:53:04.483"/>
    </inkml:context>
    <inkml:brush xml:id="br0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226 0 9417,'-18'0'0,"1"0"37,-1 0 0,8 2-202,5 4 0,-3 4 1,2 7-1,2 1 43,2-1 0,8 6 0,2 2 0,2 3 432,3 3 1,-3-4-1,1 0 1,1 0-486,-2 0 1,0 1-1,-7 1 1,3-4-385,-2 0 1,-2-11 553,-2 3 0,8-3 0,1 3 0</inkml:trace>
  <inkml:trace contextRef="#ctx0" brushRef="#br0" timeOffset="548">470 87 8954,'-2'-17'-256,"-2"0"97,-2-1 0,-1 8 0,1 5 602,-6 3 1,-3 2 0,-3 0 0,1 0-346,-1 0 1,-5 7 0,0 3 0,1 2-58,3-1 1,-4 1 0,-1 5 0,3-1-16,2-4 0,1 3 1,3-3-1,1 1-109,2-1 1,7 4-1,-5-5-454,2 5 0,2-5 260,6 1 0,2-8 0,4 2 103,6-4 0,3-2 0,3 0 0,-1 0-34,1 0 1,-1 0 0,1 0 0,-3-2 131,-3-4 1,3 4 259,-3-4 142,-4 4 1,-3 2-1,-10 0 1,-7 2 38,-4 4 1,-3-2-1,-2 7 1,-4 3-91,-3 2 0,5 1 0,-4 0 1,2 1 7,3-1 1,3-1 0,3-2 0,3-3-249,1 3 1,8-5 0,-2 3 0,6 0-90,6-3 0,4 5 0,7-8 0,3-2-69,3-2 1,-2-2 0,9 0 0,1 0-113,2 0 1,7 0 0,3-2 0,0-2-207,-1-2 1,7-8 440,-2 3 0,3-13 0,2-3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4:53:02.015"/>
    </inkml:context>
    <inkml:brush xml:id="br0">
      <inkml:brushProperty name="width" value="0.08" units="cm"/>
      <inkml:brushProperty name="height" value="0.08" units="cm"/>
      <inkml:brushProperty name="color" value="#E71224"/>
    </inkml:brush>
    <inkml:brush xml:id="br1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123 402 12505,'12'2'-964,"-1"4"1,-5-4-1,6 2 601,1-8 0,-3 0 0,2-8 457,1-1 1,-3-3 0,0-1 128,-3-1 1,-1 7-1,-6-1 65,0-2 0,0 5-140,0-3 1,-8 8-1,-3 0 1,-5 8 62,-1 8 1,-7 5-1,-1 7 0,0 5-98,0 4 1,2 4 0,5 3 0,1 7-10,-1 3 1,8 11 0,5 1 0,3 0-201,2-4 1,13-12 0,7-5 0,5-6-128,6-6 1,2-11 0,2-12-1,2-4 60,3-2 0,-3-14 0,4-5 1,-6-7 77,-6-5 0,-4 4 0,-7-2 0,-1-2 37,1-2 1,-9 4 0,-3 2-1,-4-1 30,-2 1 1,-2 4 0,-4-4 0,-5 0-60,-5 0 1,-7 3 0,-2-3-1,-2 0 10,-4 0 0,3 5 0,-1-1 0,0 6 79,2 5 1,0 4 0,5 8 282,-1 0 1,2 2-79,9 4 1,6 2 0,14 5-1,8-3 24,5-2 0,10 3 1,0-5-1,6-2-155,4-2 0,1-2 0,-3 0 0,4 0-164,2 0 1,-7 0 0,3 0 0,-4 0-200,-2 0 0,-2-2 0,-2-4 0,-4-3-295,-2-1 1,-7-6 0,-7 5-194,3-5 1,-6 5 764,-2-1 0,-12 8 0,-4-4 0</inkml:trace>
  <inkml:trace contextRef="#ctx0" brushRef="#br0" timeOffset="450">752 228 15352,'-16'17'0,"3"0"183,1 1 0,6 7 0,-4 4 0,3 4-210,3 2 1,2 8 0,2 2 0,0 1 14,0 1 0,0-3 0,0 5 0,0-5-355,0-1 0,-6-4 0,0-10-194,2-6 527,-5-11 1,7-12-1,-6-12 1,2-3-76,0-3 0,0-1 1,6-2-1,0-3-50,0 3 0,0-4 0,0-1 0,0-1 84,0-4 1,2-2-1,2-2 1,4 0-281,2 1 0,-5-7 0,7 0 1,2 2-159,1 2 1,9 2 0,-1 2 0,-2 4 410,-1 6 0,3 6 1,0 5-1,-2 6 17,-1 4 1,-5 12-1,-1 5 1,-4 9 439,-3 3 1,5 2 0,-6 6 0,-2 0-103,-2 0 1,-4 0 0,-4 0-1,-6-2-372,-3-4 1,-3-2 0,1-6 0,-1 2-190,1-1 0,-2-9 0,-3-3-362,-1-2 0,0-2 651,5-6 0,8-16 0,3-3 0</inkml:trace>
  <inkml:trace contextRef="#ctx0" brushRef="#br1" timeOffset="834">1415 175 8239,'0'-11'-748,"-2"1"658,-3 2 0,1 2 1,-8 6 609,-2 0 0,-1 8 1,-3 2-1,1 1-446,-1 1 0,-5 0 0,-2 7 1,0 2-44,0 3 0,-5-1 0,5-6 1,0 3 15,0 3 1,3-4 0,9 5-1,3-5-70,2-1 0,3-7 1,5 1-1,1 2 3,5 1 0,4 3 0,7-1 0,3 0 76,3 1 1,-3-1 0,5 1-1,-2-1 97,0 1 0,1 5 1,-9 2-1,-1 0-108,-3 1 1,-7-1-1,2-4 1,-4 5-116,-2 1 1,-8-6 0,-3 0 0,-7-5-347,-5-4 1,3-9-1,-3 3 1,2-4-92,-2-2 507,3 0 0,-5-8 0,7-1 0</inkml:trace>
  <inkml:trace contextRef="#ctx0" brushRef="#br1" timeOffset="1465">2114 629 7962,'-18'-8'0,"1"-1"0,-1-1-114,1 4 1,5-2-1,1 3 585,-3 1 0,4 10 1,-1 5-1,-1 7-125,2 5 0,-3 4 1,5 8-1,-2 2-156,-3 4 1,3-2 0,0 5 0,1 3-143,-1 3 0,0-5 1,-3 9-1,3-3-228,2-9 0,2-5 1,6-8-2,0-5 0,0-15-3,0-9 1,0-8-1,2-9 1,2-2-29,2-5 0,6-1 0,-5-6 0,3 2 10,4-2 0,1-4 1,3-4-1,-1-2-36,1 3 1,-1-1 0,1 0 0,-1-4 73,1-1 0,5 5 1,0-2-1,0 4 196,3 2 1,-7 8-1,4 6 382,-3 7 0,-11 8 0,-3 12 0,-4 8-79,-2 7 1,0 6 0,0 6-1,-2-2-132,-4-2 1,-3 1 0,-9 4 0,3 1-262,3 0 1,-9-6-1,3-1 1,-1-3-213,-1-4 1,9-1 0,-1-5-646,-1-3 1,-1-8 914,2-16 0,12-7 0,10-16 0</inkml:trace>
  <inkml:trace contextRef="#ctx0" brushRef="#br1" timeOffset="1699">2463 1 8085,'-8'29'423,"-3"0"0,-5 6 1,1 9-1,3 5-144,6 5 1,4 18-1,0 2 1,-2 5-160,-1 3 0,-3-1 0,4 5 1,-2-5-334,2-5 0,2-20 1,2-9-1,0-11-216,0-6 1,0-11 44,0-7 0,0-10 1,0-2-1,2-10-753,4-6 1137,-4-1 0,6-8 0,-8-2 0</inkml:trace>
  <inkml:trace contextRef="#ctx0" brushRef="#br0" timeOffset="2116">2219 385 10895,'0'11'-371,"0"1"388,0 2 0,2-5 0,3 3 0,7 0 24,4-3 1,9 7 0,6-6-1,6 1-159,3 1 1,3-6 0,-4 5 0,4 1 13,1-2 0,1-1 0,1-5 0,-5 2 74,-4-2 0,-2-2 1,0-2-1,-2 0 6,-4 0 0,-4 0-582,-7 0 618,-9 0 1,-9 0-1,-11 0 1,-5 0 290,-1 0 0,-1 6 1,1 1 35,-1 3 1,1-6 0,1 4-1,3-2 174,1-1 0,6 3-47,-5-2 1,1 4-366,-2 7 0,5 1 1,7-1 23,0 1 1,0-1 0,0 0-257,0 1 1,-6-1-1,-2 1-168,-2-1 0,-1 1 1,-7-3-1,1-1-1445,-1-2 1744,1-1 0,-8 7 0,-3-1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4:52:59.781"/>
    </inkml:context>
    <inkml:brush xml:id="br0">
      <inkml:brushProperty name="width" value="0.06" units="cm"/>
      <inkml:brushProperty name="height" value="0.06" units="cm"/>
      <inkml:brushProperty name="color" value="#E71224"/>
    </inkml:brush>
    <inkml:brush xml:id="br1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437 96 8085,'0'-17'404,"0"-1"0,0 1-158,0-1 1,-2 7 93,-4-1 0,-3 10-214,-9 2 0,3 2 0,1 8 0,2-1-3,-1 1 0,-1 2 0,1 5 0,1-1-73,-2-5 1,5 5 0,-1-5-96,2 5 1,-3 1 0,5 1-41,2-1 1,2 1-1,2-1 14,0 1 0,2-7 1,4-1-1,5 0 51,5 0 0,-4-1 1,-1 5-1,3-5 27,1-1 0,1 6 0,-3-4 0,-3 1 176,-2 1 0,-2-6 0,-6 5-300,0 3 1,0 1-1,-4 3 1,-6-3-227,-7-3 1,-7 2 0,1-7-1,-6 1-116,-4 0 1,-4 4 0,-2-7 0,0-1-609,6-2 1067,-1-2 0,6 0 0,-7 0 0</inkml:trace>
  <inkml:trace contextRef="#ctx0" brushRef="#br0" timeOffset="485">874 166 8020,'-28'0'-21,"3"0"0,8 2 0,-1 2-56,1 2 1,-1-1 0,1-3 0,-1 2 21,1 2 1,5 6-1,1-7 1,-1 1 53,2 2 0,-3-4-13,7 8 1,0-1 18,6 7 1,2-9 0,4-3 0,6-4-54,3-2 0,3 0 0,-1 0 0,2-2 20,5-4 0,-5-3 0,6-7 0,-1 3-44,-1 1 0,0 0 1,-5-5-1,-1-1 54,1 1 1,-7 5 0,1 1 270,1-3 0,-3 0 1,0 1-71,-2 1 1,-5 8-1,-8 0-29,-7 8 1,-3 8 0,-3 9 0,3 3-30,3-3 0,-2 4 0,8-2 0,3 1-319,1 1 0,2-6 1,0 5-1,2-5-154,3-1 0,-1-7 0,8-1 348,2-2 0,9 5 0,4-3 0</inkml:trace>
  <inkml:trace contextRef="#ctx0" brushRef="#br1" timeOffset="1284">1258 183 11105,'-18'8'578,"1"-4"1,1 8 0,3 1-483,1 3 1,6 7 0,-3 2 0,1 0-74,4 1 1,2 3 0,2-4-1,0 0-362,0 1 1,0-3 0,0-6-280,0 1 1,8-9 297,3-3 1,-1-4 0,2-4 0,-1-4 98,-1-5 1,6-5 0,-5-3 0,5-2 55,1-3 0,1-5 1,-1 4-1,1 0 156,-1-1 1,3-3 0,1 4 0,2 0 19,-1 0 0,-3-4 0,-2 5 0,1 3 216,-1 2 1,1 3 136,-1 4 1,-7 7 0,-4 10 0,-4 9 91,-2 7 1,-6 6 0,-2 8 0,-2 0-106,-3 0 0,3 6 0,0 0 0,1-2-299,-1-3 1,0-1 0,-1-2 0,3-2-238,0-2 0,6-7-148,-4 1 1,5-7 212,1-11 1,7-6-1,5-17 1,1 1-135,-1-1 0,4-5 1,-5-2-1,5-1-62,1 1 1,-1-6-1,-3 2 1,-1-2 131,2 2 1,-5-2-1,3 8 1,0 1 48,-3 3 1,5 1 96,-8 1 0,0 9 179,-6 8 0,0 2 0,0 10 0,0 1 84,0 3 0,0 1 0,1 1 0,3-1-84,2 1 0,2 5 0,-2 0-123,5-1 0,3-3 0,0-4 1,-3-1-75,3-2 1,1-8 0,5 1-1,1-3-43,2-2 0,3 0 0,-5-2 0,4-3-68,2-7 0,-3-4 1,5-1-1,0-2 64,-2-5 1,0 5 0,-5-6 0,1 1 22,-2 1 1,-3-6-1,-7 6 1,-5 1 99,-4 3 0,-2 1 1,-2 3 60,-4 3 1,-3 5 0,-9 10 0,1 7 70,-1 8 1,1 5-1,-1-2 1,1 4-80,-1 3 1,7-1-1,1 4 1,2-2-370,4 2 1,4 0 0,6 0 295,6-2 0,11-8 0,4 5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4:53:08.746"/>
    </inkml:context>
    <inkml:brush xml:id="br0">
      <inkml:brushProperty name="width" value="0.06" units="cm"/>
      <inkml:brushProperty name="height" value="0.06" units="cm"/>
      <inkml:brushProperty name="color" value="#E71224"/>
    </inkml:brush>
    <inkml:brush xml:id="br1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367 874 8112,'0'-24'92,"0"1"1,0 0-1,-2 5 1,-2 1 743,-1 0 0,-3-1-376,2 1 1,-4 7-1,-7 4-275,-1 4 0,-1 10 1,-2 4-1,-5 5-104,-1 6 0,4 4 1,-4 8-1,2 0-178,3 0 0,3-6 0,1 0 1,1 2-25,-1 2 0,3 0 1,3-1-1,6-5-548,5-2 1,2-8 0,5-7-1,8-2 669,7-4 0,6-2 0,8-2 0</inkml:trace>
  <inkml:trace contextRef="#ctx0" brushRef="#br1" timeOffset="333">804 769 10473,'-35'2'-78,"0"4"0,0 5 189,0 5 0,6 1 0,2 3 0,2 1 344,3 2 0,1 8 0,2-3 0,1-1-211,8-4 0,7 2 1,3-1-276,0-3 0,7-4 1,7-5-1,5-6 4,5-4 1,7-4 0,-4-4 0,2-6-13,0-3 0,-6-3 0,6 1 0,1-2 20,-3-5 1,4 5-1,-8-4 1,-2 3-24,-1 3 1,-3-1-1,1 1 1,-3-1-77,-3 1 0,-4-1 1,-8 1-1,0-1-56,0 1 0,-8-6 0,-4 1 0,-3 5-692,-3 3 1,-5 3 0,-2-7 0,-1 3 874,1 3 1,-6-4 0,4 7-1</inkml:trace>
  <inkml:trace contextRef="#ctx0" brushRef="#br1" timeOffset="1035">1607 1 12363,'-9'9'0,"-7"-1"1,-5 0 1,-3 7-1,7 11 1,1 3 751,5 7 1,-9 5 0,7 10 0,-3-1-365,-5 4 0,3 5 1,-5-1-1,4 4-489,1 0 0,1 2 0,1-10 0,3-5 188,1-4 1,6-7-1,-3-8 1,1-7-642,4-4 1,0-9-304,-2-4 419,4-4 0,0-10 75,8-4 0,2 3 0,-4-3 16,2-2 0,-1-1 0,-6-1 0,-5 3-27,-6 1 1,2 2-1,-1-3 1,-3 1 281,-1-1 1,-3 5 0,1 0-1,-1 2 256,1 0 0,-1 1 1,1 5-1,-1 2 45,1 3 0,-1 5 1,1 8-1,-1-1 118,1 0 0,7 7 0,3 1 0,1 0-162,0 0 1,0 1-1,8-5 1,4 2-65,5-1 1,11-3 0,3-3 0,2-5-41,4-5 0,4-4 0,6-2 0,4 0-10,-1 0 1,5-6 0,-7-4 0,3-3-197,4-7 1,1-3 0,2 2 0,-1-4-105,-5-3 1,-5 5-1,-10-4 1,-4 0 134,-1 0 0,-5 5 0,-7-1 0,-5 4 76,-1 1 0,-4 1 0,-10 1 0,-6 3 141,-3 1 1,-8 8 0,-3 0 0,1 8 140,0 8 1,-6 3-1,2 5 1,-4 1-13,-2 2 1,2 8 0,4-4 0,5 3-101,5-1 0,2-6 0,-1 6 1,3 0-158,3-2 0,4 4 0,10-7 1,6-3-269,9-2 0,9-1 1,10-3-1,5-3-242,6-6 1,-3-4 0,3-2 0,0-2-1826,-3-4 2361,7 4 1,-7-21-1,9 3 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4:53:07.946"/>
    </inkml:context>
    <inkml:brush xml:id="br0">
      <inkml:brushProperty name="width" value="0.08" units="cm"/>
      <inkml:brushProperty name="height" value="0.08" units="cm"/>
      <inkml:brushProperty name="color" value="#E71224"/>
    </inkml:brush>
    <inkml:brush xml:id="br1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157 191 9900,'8'-10'-660,"-6"1"0,6 5 1,-2-4 666,-1-2 0,1 4 1,-4-3-1,2-1 201,2 0 0,0 4 1,-6-5 76,0-3 0,6 5-11,-1-3 0,1 6 1,-8-4 24,-4 3 0,3 1 0,-9 6-59,-2 0 1,-1 2 0,-3 4-124,1 5 0,-1 5 0,1 3 0,-1 2-103,1 3 1,1 5-1,3-4 1,3 2-11,2 4 0,-3-6 0,5-1 0,2-5 18,2-1 1,4-3 0,4-1 0,6-5-11,3-1 1,8-2-1,1-8 1,-1-4-18,2-5 1,-5-5-1,5-1 1,-2-1-13,0 1 1,-1-1 0,-9-1-1,-1-2-24,2-3 0,-7 1 0,-1 5 0,-4 1-220,-2 0 1,0 5-1,-2 0-193,-4-1 1,2 5 0,-7 0 0,-3 2-436,-1 1 1,-3-1-1,1 8 889,-1 3 0,1-3 0,-1 14 0,1-6 0</inkml:trace>
  <inkml:trace contextRef="#ctx0" brushRef="#br1" timeOffset="300">734 51 8057,'0'-11'214,"0"-1"1,0 6 109,0-6 1,-2 9 0,-4-3 0,-6 6-50,-3 6 0,-3-1 1,-1 11-1,-4 3-45,-7 1 0,3 7 1,-2 2-1,0 4 14,2 2 1,-4-6 0,8 0 0,1 2-122,3 2 1,9-4-1,4-2 1,4-1-353,2-5 0,8-4 0,6-3 0,5-4-122,4-2 1,8-3 0,-1-5 0,3-2-128,1-3 0,1-3 0,0-6 0,2 3-603,4-3 1,-4-3 1080,4-7 0,-5 5 0,-1-6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04:16:58.83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53 0 8096,'-10'8'1160,"-3"-4"-735,7 7-170,0-7 0,0 6 707,0-4 23,1-4-441,5 6 1,0-7-398,0 5 0,1-4 0,5 4 1,6-4-350,3-2 0,3 0 1,-1 0-1,3 0-414,3 0 0,-2 0 0,9 0 0,-1 0 616,-2 0 0,14-8 0,-5-1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04:17:00.21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18 211 6196,'0'-10'1231,"0"2"-751,0 8 841,0 0-126,0-8-64,0 6-333,0-5-620,8 7 0,-6 2 0,5 1-190,1 3 0,-4 0 0,6-4 68,-3 4 1,7-4-1,-4 6-208,-1-1 1,7-5 208,-4 4 1,3-4 3,3-2 0,-7 0 22,1 0 0,-6 0 155,5 0-134,-7 0-29,4 0 125,-8 0-387,0 0 0,0-8 234,0-3 1,2 1 37,4-2 0,-4 1 75,4-7 1,-5 1-121,-1-1 0,0 1 0,0-1-52,0 1 0,0 5-16,0 1 1,0-1-19,0-6 0,-7 9 57,-5 3 1,2 4-1,-1 2 5,-3 0 0,4 8 0,-1 3 0,-3 5 21,-1 1 0,3 3 0,0 1 1,-1 4-5,-3 3 0,5-5 1,-1 6-1,0 0 19,3-2 0,-5 6 0,8-4 0,2 2-15,2-2 0,2 2 1,0-7-1,0-3-50,0-1 1,0-3 0,2 0-1,4-1 41,6-4 0,3-5 0,3-7 0,1 0-356,4 0 0,-1-7 1,7-5-1,0-6-431,-2-5 0,8-4 0,-2-8 0,6 0-873,0 0 1632,5-7 0,-7 5 0,6-6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EF27B-D8F8-8908-56F5-DAD61BBAF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3BF1E2-A34A-07AF-EB08-1231F35D19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4BA10-C68B-275A-C863-C319466DB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7CD7F-0CEC-4607-8898-EA676D42C8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E25FA-B7CE-7AA4-7A0D-5BC87AC3D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6157B-14CD-9BA7-9F1D-ECCE7C6B1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0AEFD-313E-4096-9171-1C8C6FEC1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829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42F3E-37E7-2454-D3B8-0630F36BB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FABE3-EAB2-6B8B-ECB5-48C30AB62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EC508-FB09-5031-063F-316AB511E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7CD7F-0CEC-4607-8898-EA676D42C8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8D4D8-517B-7DE0-2B1C-AFF65361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BCF86-CC19-003F-C7D4-EB09CD3AD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0AEFD-313E-4096-9171-1C8C6FEC1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046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2018F-614F-8210-44B0-A326210A7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7D711-C6DA-E1D9-ADEE-6C0612A31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B943D-769C-FF0F-0AB9-F50D5FDA4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7CD7F-0CEC-4607-8898-EA676D42C8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9FD74-063F-7175-E0B8-6E7D2727D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59388-45DC-7230-2E53-082BB44B4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0AEFD-313E-4096-9171-1C8C6FEC1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10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9FF35-73D4-0B4D-6511-B92D052B7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8C965-3E19-A5B7-4B9F-EB22D3A50D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EF99A3-A13C-6AF0-6DB3-3A97CFBDC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A3B733-1084-5864-0FBA-EB2B3AFFB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7CD7F-0CEC-4607-8898-EA676D42C8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85A490-A0A9-0F6C-2747-AEC8E0E31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EA5BE-B0C0-2DAC-68FA-DCA832CC1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0AEFD-313E-4096-9171-1C8C6FEC1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352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277ED-8F39-6EF9-3CE1-10F554CB5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E9B33-86B9-15AA-03DC-284590EBF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94A94C-3E18-E674-98A9-170DE6CDA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5EE9C6-0EF1-483E-C03B-2A74BD283F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428EC4-287F-207C-1B32-BEB27886AC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A3E4C3-C627-DB52-3F76-775C73754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7CD7F-0CEC-4607-8898-EA676D42C8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D3E6C0-21C6-81AD-C457-213F53AA1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A541A1-FF74-DAC2-96E3-DACF0CCBD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0AEFD-313E-4096-9171-1C8C6FEC1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576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8110C-A37F-B9FD-5FC0-48DCBE911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79DE4A-A631-B350-A1EE-E19BF3D5B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7CD7F-0CEC-4607-8898-EA676D42C8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EC620D-4123-9B39-EDEA-A5147D9CE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BB992F-4A90-B42D-5B2C-2B7B663A3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0AEFD-313E-4096-9171-1C8C6FEC1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092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27170D-0E47-27A5-0A44-F64FC1B08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7CD7F-0CEC-4607-8898-EA676D42C8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8B500E-081A-ED64-2817-C394EABA7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7DB02-DF94-3108-718F-9F5537B7F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0AEFD-313E-4096-9171-1C8C6FEC1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552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0CF88-C84D-3E6B-5325-2A14F213F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DCE3E-3A97-8F86-81E1-676A56816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CE8BE6-75BA-E899-447A-B4BEAF391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BAE00D-7A75-9159-6AB3-3584125B7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7CD7F-0CEC-4607-8898-EA676D42C8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A35A3-1C78-BC6C-B891-238321E06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25E6B-BAD0-A234-59C3-8AB230CCE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0AEFD-313E-4096-9171-1C8C6FEC1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604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66C89-C2A3-9897-1CF4-ABE656C29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D0A468-C4E4-2B73-90D4-4866B7EDC1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02907-E77A-3F2C-4E8E-37F4EDB854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1149B-71D9-FB0E-CF66-C5C77E668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7CD7F-0CEC-4607-8898-EA676D42C8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038466-6895-DDC8-066D-AB285C892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F8317-EFB1-E1DA-5B5E-36784BAB9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0AEFD-313E-4096-9171-1C8C6FEC1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5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C4B43-8B87-12A6-8C91-B2BF73070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B7B91E-62F6-1F62-09DF-0A50CA1CE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AF2C9-6347-077D-DB9E-9717EE1FD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7CD7F-0CEC-4607-8898-EA676D42C8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6081B-AC4E-9479-53AC-4D5D6F6C4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764A6-9C6D-BF46-92E5-D6467F399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0AEFD-313E-4096-9171-1C8C6FEC1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88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0DB2E8-4507-554F-E955-1EE6413699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366355-EC72-2F34-AE11-BE567A647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896D0-26AA-EB52-6EE3-0CECE275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7CD7F-0CEC-4607-8898-EA676D42C8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D3186-3D88-1CEC-DD3B-A224B7211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99222-862D-C389-E68A-577A1F484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0AEFD-313E-4096-9171-1C8C6FEC1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774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BDC726-5C47-1350-73CB-56A9F4BE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40B14-2826-E894-AF45-7D6BF5C5E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1C864-EC72-4B52-889B-D21F506B26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87CD7F-0CEC-4607-8898-EA676D42C8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5CF77-17B0-7F50-63B0-969AD10F63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8A7A7-0140-5049-02BF-AE38ABB67B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0AEFD-313E-4096-9171-1C8C6FEC19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005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3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26.png"/><Relationship Id="rId50" Type="http://schemas.openxmlformats.org/officeDocument/2006/relationships/customXml" Target="../ink/ink25.xml"/><Relationship Id="rId55" Type="http://schemas.openxmlformats.org/officeDocument/2006/relationships/image" Target="../media/image30.png"/><Relationship Id="rId63" Type="http://schemas.openxmlformats.org/officeDocument/2006/relationships/image" Target="../media/image34.png"/><Relationship Id="rId7" Type="http://schemas.openxmlformats.org/officeDocument/2006/relationships/image" Target="../media/image6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7.png"/><Relationship Id="rId11" Type="http://schemas.openxmlformats.org/officeDocument/2006/relationships/image" Target="../media/image8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21.png"/><Relationship Id="rId40" Type="http://schemas.openxmlformats.org/officeDocument/2006/relationships/customXml" Target="../ink/ink20.xml"/><Relationship Id="rId45" Type="http://schemas.openxmlformats.org/officeDocument/2006/relationships/image" Target="../media/image25.png"/><Relationship Id="rId53" Type="http://schemas.openxmlformats.org/officeDocument/2006/relationships/image" Target="../media/image29.png"/><Relationship Id="rId58" Type="http://schemas.openxmlformats.org/officeDocument/2006/relationships/customXml" Target="../ink/ink29.xml"/><Relationship Id="rId5" Type="http://schemas.openxmlformats.org/officeDocument/2006/relationships/image" Target="../media/image5.png"/><Relationship Id="rId61" Type="http://schemas.openxmlformats.org/officeDocument/2006/relationships/image" Target="../media/image33.png"/><Relationship Id="rId19" Type="http://schemas.openxmlformats.org/officeDocument/2006/relationships/image" Target="../media/image12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6.png"/><Relationship Id="rId30" Type="http://schemas.openxmlformats.org/officeDocument/2006/relationships/customXml" Target="../ink/ink15.xml"/><Relationship Id="rId35" Type="http://schemas.openxmlformats.org/officeDocument/2006/relationships/image" Target="../media/image20.png"/><Relationship Id="rId43" Type="http://schemas.openxmlformats.org/officeDocument/2006/relationships/image" Target="../media/image24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8" Type="http://schemas.openxmlformats.org/officeDocument/2006/relationships/customXml" Target="../ink/ink4.xml"/><Relationship Id="rId51" Type="http://schemas.openxmlformats.org/officeDocument/2006/relationships/image" Target="../media/image28.png"/><Relationship Id="rId3" Type="http://schemas.openxmlformats.org/officeDocument/2006/relationships/image" Target="../media/image4.png"/><Relationship Id="rId12" Type="http://schemas.openxmlformats.org/officeDocument/2006/relationships/customXml" Target="../ink/ink6.xml"/><Relationship Id="rId17" Type="http://schemas.openxmlformats.org/officeDocument/2006/relationships/image" Target="../media/image11.png"/><Relationship Id="rId25" Type="http://schemas.openxmlformats.org/officeDocument/2006/relationships/image" Target="../media/image15.png"/><Relationship Id="rId33" Type="http://schemas.openxmlformats.org/officeDocument/2006/relationships/image" Target="../media/image19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32.png"/><Relationship Id="rId20" Type="http://schemas.openxmlformats.org/officeDocument/2006/relationships/customXml" Target="../ink/ink10.xml"/><Relationship Id="rId41" Type="http://schemas.openxmlformats.org/officeDocument/2006/relationships/image" Target="../media/image23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10.png"/><Relationship Id="rId23" Type="http://schemas.openxmlformats.org/officeDocument/2006/relationships/image" Target="../media/image14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7.png"/><Relationship Id="rId57" Type="http://schemas.openxmlformats.org/officeDocument/2006/relationships/image" Target="../media/image31.png"/><Relationship Id="rId10" Type="http://schemas.openxmlformats.org/officeDocument/2006/relationships/customXml" Target="../ink/ink5.xml"/><Relationship Id="rId31" Type="http://schemas.openxmlformats.org/officeDocument/2006/relationships/image" Target="../media/image18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5.png"/><Relationship Id="rId4" Type="http://schemas.openxmlformats.org/officeDocument/2006/relationships/customXml" Target="../ink/ink2.xml"/><Relationship Id="rId9" Type="http://schemas.openxmlformats.org/officeDocument/2006/relationships/image" Target="../media/image7.png"/><Relationship Id="rId13" Type="http://schemas.openxmlformats.org/officeDocument/2006/relationships/image" Target="../media/image9.png"/><Relationship Id="rId18" Type="http://schemas.openxmlformats.org/officeDocument/2006/relationships/customXml" Target="../ink/ink9.xml"/><Relationship Id="rId39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.png"/><Relationship Id="rId18" Type="http://schemas.openxmlformats.org/officeDocument/2006/relationships/customXml" Target="../ink/ink41.xml"/><Relationship Id="rId26" Type="http://schemas.openxmlformats.org/officeDocument/2006/relationships/customXml" Target="../ink/ink45.xml"/><Relationship Id="rId39" Type="http://schemas.openxmlformats.org/officeDocument/2006/relationships/image" Target="../media/image56.png"/><Relationship Id="rId21" Type="http://schemas.openxmlformats.org/officeDocument/2006/relationships/image" Target="../media/image47.png"/><Relationship Id="rId34" Type="http://schemas.openxmlformats.org/officeDocument/2006/relationships/customXml" Target="../ink/ink49.xml"/><Relationship Id="rId42" Type="http://schemas.openxmlformats.org/officeDocument/2006/relationships/customXml" Target="../ink/ink53.xml"/><Relationship Id="rId47" Type="http://schemas.openxmlformats.org/officeDocument/2006/relationships/image" Target="../media/image60.png"/><Relationship Id="rId50" Type="http://schemas.openxmlformats.org/officeDocument/2006/relationships/customXml" Target="../ink/ink57.xml"/><Relationship Id="rId7" Type="http://schemas.openxmlformats.org/officeDocument/2006/relationships/image" Target="../media/image401.png"/><Relationship Id="rId2" Type="http://schemas.openxmlformats.org/officeDocument/2006/relationships/customXml" Target="../ink/ink33.xml"/><Relationship Id="rId16" Type="http://schemas.openxmlformats.org/officeDocument/2006/relationships/customXml" Target="../ink/ink40.xml"/><Relationship Id="rId29" Type="http://schemas.openxmlformats.org/officeDocument/2006/relationships/image" Target="../media/image51.png"/><Relationship Id="rId11" Type="http://schemas.openxmlformats.org/officeDocument/2006/relationships/image" Target="../media/image42.png"/><Relationship Id="rId24" Type="http://schemas.openxmlformats.org/officeDocument/2006/relationships/customXml" Target="../ink/ink44.xml"/><Relationship Id="rId32" Type="http://schemas.openxmlformats.org/officeDocument/2006/relationships/customXml" Target="../ink/ink48.xml"/><Relationship Id="rId37" Type="http://schemas.openxmlformats.org/officeDocument/2006/relationships/image" Target="../media/image55.png"/><Relationship Id="rId40" Type="http://schemas.openxmlformats.org/officeDocument/2006/relationships/customXml" Target="../ink/ink52.xml"/><Relationship Id="rId45" Type="http://schemas.openxmlformats.org/officeDocument/2006/relationships/image" Target="../media/image59.png"/><Relationship Id="rId53" Type="http://schemas.openxmlformats.org/officeDocument/2006/relationships/image" Target="../media/image63.png"/><Relationship Id="rId5" Type="http://schemas.openxmlformats.org/officeDocument/2006/relationships/image" Target="../media/image1211.png"/><Relationship Id="rId10" Type="http://schemas.openxmlformats.org/officeDocument/2006/relationships/customXml" Target="../ink/ink37.xml"/><Relationship Id="rId19" Type="http://schemas.openxmlformats.org/officeDocument/2006/relationships/image" Target="../media/image46.png"/><Relationship Id="rId31" Type="http://schemas.openxmlformats.org/officeDocument/2006/relationships/image" Target="../media/image52.png"/><Relationship Id="rId44" Type="http://schemas.openxmlformats.org/officeDocument/2006/relationships/customXml" Target="../ink/ink54.xml"/><Relationship Id="rId52" Type="http://schemas.openxmlformats.org/officeDocument/2006/relationships/customXml" Target="../ink/ink58.xml"/><Relationship Id="rId4" Type="http://schemas.openxmlformats.org/officeDocument/2006/relationships/customXml" Target="../ink/ink34.xml"/><Relationship Id="rId9" Type="http://schemas.openxmlformats.org/officeDocument/2006/relationships/image" Target="../media/image41.png"/><Relationship Id="rId14" Type="http://schemas.openxmlformats.org/officeDocument/2006/relationships/customXml" Target="../ink/ink39.xml"/><Relationship Id="rId22" Type="http://schemas.openxmlformats.org/officeDocument/2006/relationships/customXml" Target="../ink/ink43.xml"/><Relationship Id="rId27" Type="http://schemas.openxmlformats.org/officeDocument/2006/relationships/image" Target="../media/image50.png"/><Relationship Id="rId30" Type="http://schemas.openxmlformats.org/officeDocument/2006/relationships/customXml" Target="../ink/ink47.xml"/><Relationship Id="rId35" Type="http://schemas.openxmlformats.org/officeDocument/2006/relationships/image" Target="../media/image54.png"/><Relationship Id="rId43" Type="http://schemas.openxmlformats.org/officeDocument/2006/relationships/image" Target="../media/image58.png"/><Relationship Id="rId48" Type="http://schemas.openxmlformats.org/officeDocument/2006/relationships/customXml" Target="../ink/ink56.xml"/><Relationship Id="rId8" Type="http://schemas.openxmlformats.org/officeDocument/2006/relationships/customXml" Target="../ink/ink36.xml"/><Relationship Id="rId51" Type="http://schemas.openxmlformats.org/officeDocument/2006/relationships/image" Target="../media/image62.png"/><Relationship Id="rId3" Type="http://schemas.openxmlformats.org/officeDocument/2006/relationships/image" Target="../media/image1112.png"/><Relationship Id="rId12" Type="http://schemas.openxmlformats.org/officeDocument/2006/relationships/customXml" Target="../ink/ink38.xml"/><Relationship Id="rId17" Type="http://schemas.openxmlformats.org/officeDocument/2006/relationships/image" Target="../media/image45.png"/><Relationship Id="rId25" Type="http://schemas.openxmlformats.org/officeDocument/2006/relationships/image" Target="../media/image49.png"/><Relationship Id="rId33" Type="http://schemas.openxmlformats.org/officeDocument/2006/relationships/image" Target="../media/image53.png"/><Relationship Id="rId38" Type="http://schemas.openxmlformats.org/officeDocument/2006/relationships/customXml" Target="../ink/ink51.xml"/><Relationship Id="rId46" Type="http://schemas.openxmlformats.org/officeDocument/2006/relationships/customXml" Target="../ink/ink55.xml"/><Relationship Id="rId20" Type="http://schemas.openxmlformats.org/officeDocument/2006/relationships/customXml" Target="../ink/ink42.xml"/><Relationship Id="rId41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5.xml"/><Relationship Id="rId15" Type="http://schemas.openxmlformats.org/officeDocument/2006/relationships/image" Target="../media/image44.png"/><Relationship Id="rId23" Type="http://schemas.openxmlformats.org/officeDocument/2006/relationships/image" Target="../media/image48.png"/><Relationship Id="rId28" Type="http://schemas.openxmlformats.org/officeDocument/2006/relationships/customXml" Target="../ink/ink46.xml"/><Relationship Id="rId36" Type="http://schemas.openxmlformats.org/officeDocument/2006/relationships/customXml" Target="../ink/ink50.xml"/><Relationship Id="rId49" Type="http://schemas.openxmlformats.org/officeDocument/2006/relationships/image" Target="../media/image61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9.png"/><Relationship Id="rId18" Type="http://schemas.openxmlformats.org/officeDocument/2006/relationships/customXml" Target="../ink/ink67.xml"/><Relationship Id="rId26" Type="http://schemas.openxmlformats.org/officeDocument/2006/relationships/customXml" Target="../ink/ink71.xml"/><Relationship Id="rId39" Type="http://schemas.openxmlformats.org/officeDocument/2006/relationships/image" Target="../media/image82.png"/><Relationship Id="rId21" Type="http://schemas.openxmlformats.org/officeDocument/2006/relationships/image" Target="../media/image73.png"/><Relationship Id="rId34" Type="http://schemas.openxmlformats.org/officeDocument/2006/relationships/customXml" Target="../ink/ink75.xml"/><Relationship Id="rId42" Type="http://schemas.openxmlformats.org/officeDocument/2006/relationships/customXml" Target="../ink/ink79.xml"/><Relationship Id="rId47" Type="http://schemas.openxmlformats.org/officeDocument/2006/relationships/image" Target="../media/image86.png"/><Relationship Id="rId50" Type="http://schemas.openxmlformats.org/officeDocument/2006/relationships/customXml" Target="../ink/ink83.xml"/><Relationship Id="rId55" Type="http://schemas.openxmlformats.org/officeDocument/2006/relationships/image" Target="../media/image90.png"/><Relationship Id="rId7" Type="http://schemas.openxmlformats.org/officeDocument/2006/relationships/image" Target="../media/image66.png"/><Relationship Id="rId2" Type="http://schemas.openxmlformats.org/officeDocument/2006/relationships/customXml" Target="../ink/ink59.xml"/><Relationship Id="rId16" Type="http://schemas.openxmlformats.org/officeDocument/2006/relationships/customXml" Target="../ink/ink66.xml"/><Relationship Id="rId29" Type="http://schemas.openxmlformats.org/officeDocument/2006/relationships/image" Target="../media/image77.png"/><Relationship Id="rId11" Type="http://schemas.openxmlformats.org/officeDocument/2006/relationships/image" Target="../media/image68.png"/><Relationship Id="rId24" Type="http://schemas.openxmlformats.org/officeDocument/2006/relationships/customXml" Target="../ink/ink70.xml"/><Relationship Id="rId32" Type="http://schemas.openxmlformats.org/officeDocument/2006/relationships/customXml" Target="../ink/ink74.xml"/><Relationship Id="rId37" Type="http://schemas.openxmlformats.org/officeDocument/2006/relationships/image" Target="../media/image81.png"/><Relationship Id="rId40" Type="http://schemas.openxmlformats.org/officeDocument/2006/relationships/customXml" Target="../ink/ink78.xml"/><Relationship Id="rId45" Type="http://schemas.openxmlformats.org/officeDocument/2006/relationships/image" Target="../media/image85.png"/><Relationship Id="rId53" Type="http://schemas.openxmlformats.org/officeDocument/2006/relationships/image" Target="../media/image89.png"/><Relationship Id="rId5" Type="http://schemas.openxmlformats.org/officeDocument/2006/relationships/image" Target="../media/image65.png"/><Relationship Id="rId19" Type="http://schemas.openxmlformats.org/officeDocument/2006/relationships/image" Target="../media/image72.png"/><Relationship Id="rId4" Type="http://schemas.openxmlformats.org/officeDocument/2006/relationships/customXml" Target="../ink/ink60.xml"/><Relationship Id="rId9" Type="http://schemas.openxmlformats.org/officeDocument/2006/relationships/image" Target="../media/image67.png"/><Relationship Id="rId14" Type="http://schemas.openxmlformats.org/officeDocument/2006/relationships/customXml" Target="../ink/ink65.xml"/><Relationship Id="rId22" Type="http://schemas.openxmlformats.org/officeDocument/2006/relationships/customXml" Target="../ink/ink69.xml"/><Relationship Id="rId27" Type="http://schemas.openxmlformats.org/officeDocument/2006/relationships/image" Target="../media/image76.png"/><Relationship Id="rId30" Type="http://schemas.openxmlformats.org/officeDocument/2006/relationships/customXml" Target="../ink/ink73.xml"/><Relationship Id="rId35" Type="http://schemas.openxmlformats.org/officeDocument/2006/relationships/image" Target="../media/image80.png"/><Relationship Id="rId43" Type="http://schemas.openxmlformats.org/officeDocument/2006/relationships/image" Target="../media/image84.png"/><Relationship Id="rId48" Type="http://schemas.openxmlformats.org/officeDocument/2006/relationships/customXml" Target="../ink/ink82.xml"/><Relationship Id="rId56" Type="http://schemas.openxmlformats.org/officeDocument/2006/relationships/customXml" Target="../ink/ink86.xml"/><Relationship Id="rId8" Type="http://schemas.openxmlformats.org/officeDocument/2006/relationships/customXml" Target="../ink/ink62.xml"/><Relationship Id="rId51" Type="http://schemas.openxmlformats.org/officeDocument/2006/relationships/image" Target="../media/image88.png"/><Relationship Id="rId3" Type="http://schemas.openxmlformats.org/officeDocument/2006/relationships/image" Target="../media/image64.png"/><Relationship Id="rId12" Type="http://schemas.openxmlformats.org/officeDocument/2006/relationships/customXml" Target="../ink/ink64.xml"/><Relationship Id="rId17" Type="http://schemas.openxmlformats.org/officeDocument/2006/relationships/image" Target="../media/image71.png"/><Relationship Id="rId25" Type="http://schemas.openxmlformats.org/officeDocument/2006/relationships/image" Target="../media/image75.png"/><Relationship Id="rId33" Type="http://schemas.openxmlformats.org/officeDocument/2006/relationships/image" Target="../media/image79.png"/><Relationship Id="rId38" Type="http://schemas.openxmlformats.org/officeDocument/2006/relationships/customXml" Target="../ink/ink77.xml"/><Relationship Id="rId46" Type="http://schemas.openxmlformats.org/officeDocument/2006/relationships/customXml" Target="../ink/ink81.xml"/><Relationship Id="rId20" Type="http://schemas.openxmlformats.org/officeDocument/2006/relationships/customXml" Target="../ink/ink68.xml"/><Relationship Id="rId41" Type="http://schemas.openxmlformats.org/officeDocument/2006/relationships/image" Target="../media/image83.png"/><Relationship Id="rId54" Type="http://schemas.openxmlformats.org/officeDocument/2006/relationships/customXml" Target="../ink/ink8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1.xml"/><Relationship Id="rId15" Type="http://schemas.openxmlformats.org/officeDocument/2006/relationships/image" Target="../media/image70.png"/><Relationship Id="rId23" Type="http://schemas.openxmlformats.org/officeDocument/2006/relationships/image" Target="../media/image74.png"/><Relationship Id="rId28" Type="http://schemas.openxmlformats.org/officeDocument/2006/relationships/customXml" Target="../ink/ink72.xml"/><Relationship Id="rId36" Type="http://schemas.openxmlformats.org/officeDocument/2006/relationships/customXml" Target="../ink/ink76.xml"/><Relationship Id="rId49" Type="http://schemas.openxmlformats.org/officeDocument/2006/relationships/image" Target="../media/image87.png"/><Relationship Id="rId57" Type="http://schemas.openxmlformats.org/officeDocument/2006/relationships/image" Target="../media/image91.png"/><Relationship Id="rId10" Type="http://schemas.openxmlformats.org/officeDocument/2006/relationships/customXml" Target="../ink/ink63.xml"/><Relationship Id="rId31" Type="http://schemas.openxmlformats.org/officeDocument/2006/relationships/image" Target="../media/image78.png"/><Relationship Id="rId44" Type="http://schemas.openxmlformats.org/officeDocument/2006/relationships/customXml" Target="../ink/ink80.xml"/><Relationship Id="rId52" Type="http://schemas.openxmlformats.org/officeDocument/2006/relationships/customXml" Target="../ink/ink8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0.png"/><Relationship Id="rId21" Type="http://schemas.openxmlformats.org/officeDocument/2006/relationships/image" Target="../media/image102.png"/><Relationship Id="rId42" Type="http://schemas.openxmlformats.org/officeDocument/2006/relationships/customXml" Target="../ink/ink107.xml"/><Relationship Id="rId84" Type="http://schemas.openxmlformats.org/officeDocument/2006/relationships/customXml" Target="../ink/ink125.xml"/><Relationship Id="rId138" Type="http://schemas.openxmlformats.org/officeDocument/2006/relationships/customXml" Target="../ink/ink152.xml"/><Relationship Id="rId159" Type="http://schemas.openxmlformats.org/officeDocument/2006/relationships/customXml" Target="../ink/ink162.xml"/><Relationship Id="rId107" Type="http://schemas.openxmlformats.org/officeDocument/2006/relationships/image" Target="../media/image530.png"/><Relationship Id="rId11" Type="http://schemas.openxmlformats.org/officeDocument/2006/relationships/image" Target="../media/image511.png"/><Relationship Id="rId32" Type="http://schemas.openxmlformats.org/officeDocument/2006/relationships/customXml" Target="../ink/ink102.xml"/><Relationship Id="rId53" Type="http://schemas.openxmlformats.org/officeDocument/2006/relationships/image" Target="../media/image261.png"/><Relationship Id="rId74" Type="http://schemas.openxmlformats.org/officeDocument/2006/relationships/customXml" Target="../ink/ink120.xml"/><Relationship Id="rId128" Type="http://schemas.openxmlformats.org/officeDocument/2006/relationships/customXml" Target="../ink/ink147.xml"/><Relationship Id="rId149" Type="http://schemas.openxmlformats.org/officeDocument/2006/relationships/image" Target="../media/image740.png"/><Relationship Id="rId5" Type="http://schemas.openxmlformats.org/officeDocument/2006/relationships/image" Target="../media/image213.png"/><Relationship Id="rId95" Type="http://schemas.openxmlformats.org/officeDocument/2006/relationships/image" Target="../media/image470.png"/><Relationship Id="rId160" Type="http://schemas.openxmlformats.org/officeDocument/2006/relationships/image" Target="../media/image320.png"/><Relationship Id="rId22" Type="http://schemas.openxmlformats.org/officeDocument/2006/relationships/customXml" Target="../ink/ink97.xml"/><Relationship Id="rId43" Type="http://schemas.openxmlformats.org/officeDocument/2006/relationships/image" Target="../media/image210.png"/><Relationship Id="rId118" Type="http://schemas.openxmlformats.org/officeDocument/2006/relationships/customXml" Target="../ink/ink142.xml"/><Relationship Id="rId139" Type="http://schemas.openxmlformats.org/officeDocument/2006/relationships/image" Target="../media/image690.png"/><Relationship Id="rId85" Type="http://schemas.openxmlformats.org/officeDocument/2006/relationships/image" Target="../media/image420.png"/><Relationship Id="rId150" Type="http://schemas.openxmlformats.org/officeDocument/2006/relationships/customXml" Target="../ink/ink158.xml"/><Relationship Id="rId12" Type="http://schemas.openxmlformats.org/officeDocument/2006/relationships/customXml" Target="../ink/ink92.xml"/><Relationship Id="rId17" Type="http://schemas.openxmlformats.org/officeDocument/2006/relationships/image" Target="../media/image810.png"/><Relationship Id="rId33" Type="http://schemas.openxmlformats.org/officeDocument/2006/relationships/image" Target="../media/image160.png"/><Relationship Id="rId38" Type="http://schemas.openxmlformats.org/officeDocument/2006/relationships/customXml" Target="../ink/ink105.xml"/><Relationship Id="rId59" Type="http://schemas.openxmlformats.org/officeDocument/2006/relationships/image" Target="../media/image290.png"/><Relationship Id="rId103" Type="http://schemas.openxmlformats.org/officeDocument/2006/relationships/image" Target="../media/image512.png"/><Relationship Id="rId108" Type="http://schemas.openxmlformats.org/officeDocument/2006/relationships/customXml" Target="../ink/ink137.xml"/><Relationship Id="rId124" Type="http://schemas.openxmlformats.org/officeDocument/2006/relationships/customXml" Target="../ink/ink145.xml"/><Relationship Id="rId129" Type="http://schemas.openxmlformats.org/officeDocument/2006/relationships/image" Target="../media/image640.png"/><Relationship Id="rId54" Type="http://schemas.openxmlformats.org/officeDocument/2006/relationships/customXml" Target="../ink/ink113.xml"/><Relationship Id="rId70" Type="http://schemas.openxmlformats.org/officeDocument/2006/relationships/customXml" Target="../ink/ink118.xml"/><Relationship Id="rId75" Type="http://schemas.openxmlformats.org/officeDocument/2006/relationships/image" Target="../media/image370.png"/><Relationship Id="rId91" Type="http://schemas.openxmlformats.org/officeDocument/2006/relationships/image" Target="../media/image450.png"/><Relationship Id="rId96" Type="http://schemas.openxmlformats.org/officeDocument/2006/relationships/customXml" Target="../ink/ink131.xml"/><Relationship Id="rId140" Type="http://schemas.openxmlformats.org/officeDocument/2006/relationships/customXml" Target="../ink/ink153.xml"/><Relationship Id="rId145" Type="http://schemas.openxmlformats.org/officeDocument/2006/relationships/image" Target="../media/image720.png"/><Relationship Id="rId161" Type="http://schemas.openxmlformats.org/officeDocument/2006/relationships/customXml" Target="../ink/ink163.xml"/><Relationship Id="rId166" Type="http://schemas.openxmlformats.org/officeDocument/2006/relationships/image" Target="../media/image80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9.xml"/><Relationship Id="rId23" Type="http://schemas.openxmlformats.org/officeDocument/2006/relationships/image" Target="../media/image1111.png"/><Relationship Id="rId28" Type="http://schemas.openxmlformats.org/officeDocument/2006/relationships/customXml" Target="../ink/ink100.xml"/><Relationship Id="rId49" Type="http://schemas.openxmlformats.org/officeDocument/2006/relationships/image" Target="../media/image241.png"/><Relationship Id="rId114" Type="http://schemas.openxmlformats.org/officeDocument/2006/relationships/customXml" Target="../ink/ink140.xml"/><Relationship Id="rId119" Type="http://schemas.openxmlformats.org/officeDocument/2006/relationships/image" Target="../media/image590.png"/><Relationship Id="rId44" Type="http://schemas.openxmlformats.org/officeDocument/2006/relationships/customXml" Target="../ink/ink108.xml"/><Relationship Id="rId60" Type="http://schemas.openxmlformats.org/officeDocument/2006/relationships/customXml" Target="../ink/ink116.xml"/><Relationship Id="rId81" Type="http://schemas.openxmlformats.org/officeDocument/2006/relationships/image" Target="../media/image400.png"/><Relationship Id="rId86" Type="http://schemas.openxmlformats.org/officeDocument/2006/relationships/customXml" Target="../ink/ink126.xml"/><Relationship Id="rId130" Type="http://schemas.openxmlformats.org/officeDocument/2006/relationships/customXml" Target="../ink/ink148.xml"/><Relationship Id="rId135" Type="http://schemas.openxmlformats.org/officeDocument/2006/relationships/image" Target="../media/image670.png"/><Relationship Id="rId151" Type="http://schemas.openxmlformats.org/officeDocument/2006/relationships/image" Target="../media/image750.png"/><Relationship Id="rId156" Type="http://schemas.openxmlformats.org/officeDocument/2006/relationships/customXml" Target="../ink/ink161.xml"/><Relationship Id="rId13" Type="http://schemas.openxmlformats.org/officeDocument/2006/relationships/image" Target="../media/image611.png"/><Relationship Id="rId18" Type="http://schemas.openxmlformats.org/officeDocument/2006/relationships/customXml" Target="../ink/ink95.xml"/><Relationship Id="rId39" Type="http://schemas.openxmlformats.org/officeDocument/2006/relationships/image" Target="../media/image190.png"/><Relationship Id="rId109" Type="http://schemas.openxmlformats.org/officeDocument/2006/relationships/image" Target="../media/image540.png"/><Relationship Id="rId34" Type="http://schemas.openxmlformats.org/officeDocument/2006/relationships/customXml" Target="../ink/ink103.xml"/><Relationship Id="rId50" Type="http://schemas.openxmlformats.org/officeDocument/2006/relationships/customXml" Target="../ink/ink111.xml"/><Relationship Id="rId55" Type="http://schemas.openxmlformats.org/officeDocument/2006/relationships/image" Target="../media/image270.png"/><Relationship Id="rId76" Type="http://schemas.openxmlformats.org/officeDocument/2006/relationships/customXml" Target="../ink/ink121.xml"/><Relationship Id="rId97" Type="http://schemas.openxmlformats.org/officeDocument/2006/relationships/image" Target="../media/image480.png"/><Relationship Id="rId104" Type="http://schemas.openxmlformats.org/officeDocument/2006/relationships/customXml" Target="../ink/ink135.xml"/><Relationship Id="rId120" Type="http://schemas.openxmlformats.org/officeDocument/2006/relationships/customXml" Target="../ink/ink143.xml"/><Relationship Id="rId125" Type="http://schemas.openxmlformats.org/officeDocument/2006/relationships/image" Target="../media/image620.png"/><Relationship Id="rId141" Type="http://schemas.openxmlformats.org/officeDocument/2006/relationships/image" Target="../media/image700.png"/><Relationship Id="rId146" Type="http://schemas.openxmlformats.org/officeDocument/2006/relationships/customXml" Target="../ink/ink156.xml"/><Relationship Id="rId167" Type="http://schemas.openxmlformats.org/officeDocument/2006/relationships/customXml" Target="../ink/ink166.xml"/><Relationship Id="rId7" Type="http://schemas.openxmlformats.org/officeDocument/2006/relationships/image" Target="../media/image311.png"/><Relationship Id="rId71" Type="http://schemas.openxmlformats.org/officeDocument/2006/relationships/image" Target="../media/image350.png"/><Relationship Id="rId92" Type="http://schemas.openxmlformats.org/officeDocument/2006/relationships/customXml" Target="../ink/ink129.xml"/><Relationship Id="rId162" Type="http://schemas.openxmlformats.org/officeDocument/2006/relationships/image" Target="../media/image330.png"/><Relationship Id="rId2" Type="http://schemas.openxmlformats.org/officeDocument/2006/relationships/customXml" Target="../ink/ink87.xml"/><Relationship Id="rId29" Type="http://schemas.openxmlformats.org/officeDocument/2006/relationships/image" Target="../media/image140.png"/><Relationship Id="rId24" Type="http://schemas.openxmlformats.org/officeDocument/2006/relationships/customXml" Target="../ink/ink98.xml"/><Relationship Id="rId40" Type="http://schemas.openxmlformats.org/officeDocument/2006/relationships/customXml" Target="../ink/ink106.xml"/><Relationship Id="rId45" Type="http://schemas.openxmlformats.org/officeDocument/2006/relationships/image" Target="../media/image220.png"/><Relationship Id="rId87" Type="http://schemas.openxmlformats.org/officeDocument/2006/relationships/image" Target="../media/image430.png"/><Relationship Id="rId110" Type="http://schemas.openxmlformats.org/officeDocument/2006/relationships/customXml" Target="../ink/ink138.xml"/><Relationship Id="rId115" Type="http://schemas.openxmlformats.org/officeDocument/2006/relationships/image" Target="../media/image570.png"/><Relationship Id="rId131" Type="http://schemas.openxmlformats.org/officeDocument/2006/relationships/image" Target="../media/image650.png"/><Relationship Id="rId136" Type="http://schemas.openxmlformats.org/officeDocument/2006/relationships/customXml" Target="../ink/ink151.xml"/><Relationship Id="rId157" Type="http://schemas.openxmlformats.org/officeDocument/2006/relationships/image" Target="../media/image780.png"/><Relationship Id="rId61" Type="http://schemas.openxmlformats.org/officeDocument/2006/relationships/image" Target="../media/image300.png"/><Relationship Id="rId82" Type="http://schemas.openxmlformats.org/officeDocument/2006/relationships/customXml" Target="../ink/ink124.xml"/><Relationship Id="rId152" Type="http://schemas.openxmlformats.org/officeDocument/2006/relationships/customXml" Target="../ink/ink159.xml"/><Relationship Id="rId19" Type="http://schemas.openxmlformats.org/officeDocument/2006/relationships/image" Target="../media/image911.png"/><Relationship Id="rId14" Type="http://schemas.openxmlformats.org/officeDocument/2006/relationships/customXml" Target="../ink/ink93.xml"/><Relationship Id="rId30" Type="http://schemas.openxmlformats.org/officeDocument/2006/relationships/customXml" Target="../ink/ink101.xml"/><Relationship Id="rId35" Type="http://schemas.openxmlformats.org/officeDocument/2006/relationships/image" Target="../media/image170.png"/><Relationship Id="rId56" Type="http://schemas.openxmlformats.org/officeDocument/2006/relationships/customXml" Target="../ink/ink114.xml"/><Relationship Id="rId77" Type="http://schemas.openxmlformats.org/officeDocument/2006/relationships/image" Target="../media/image380.png"/><Relationship Id="rId100" Type="http://schemas.openxmlformats.org/officeDocument/2006/relationships/customXml" Target="../ink/ink133.xml"/><Relationship Id="rId105" Type="http://schemas.openxmlformats.org/officeDocument/2006/relationships/image" Target="../media/image520.png"/><Relationship Id="rId126" Type="http://schemas.openxmlformats.org/officeDocument/2006/relationships/customXml" Target="../ink/ink146.xml"/><Relationship Id="rId147" Type="http://schemas.openxmlformats.org/officeDocument/2006/relationships/image" Target="../media/image730.png"/><Relationship Id="rId168" Type="http://schemas.openxmlformats.org/officeDocument/2006/relationships/image" Target="../media/image811.png"/><Relationship Id="rId8" Type="http://schemas.openxmlformats.org/officeDocument/2006/relationships/customXml" Target="../ink/ink90.xml"/><Relationship Id="rId51" Type="http://schemas.openxmlformats.org/officeDocument/2006/relationships/image" Target="../media/image251.png"/><Relationship Id="rId72" Type="http://schemas.openxmlformats.org/officeDocument/2006/relationships/customXml" Target="../ink/ink119.xml"/><Relationship Id="rId93" Type="http://schemas.openxmlformats.org/officeDocument/2006/relationships/image" Target="../media/image460.png"/><Relationship Id="rId98" Type="http://schemas.openxmlformats.org/officeDocument/2006/relationships/customXml" Target="../ink/ink132.xml"/><Relationship Id="rId121" Type="http://schemas.openxmlformats.org/officeDocument/2006/relationships/image" Target="../media/image600.png"/><Relationship Id="rId142" Type="http://schemas.openxmlformats.org/officeDocument/2006/relationships/customXml" Target="../ink/ink154.xml"/><Relationship Id="rId163" Type="http://schemas.openxmlformats.org/officeDocument/2006/relationships/customXml" Target="../ink/ink164.xml"/><Relationship Id="rId3" Type="http://schemas.openxmlformats.org/officeDocument/2006/relationships/image" Target="../media/image127.png"/><Relationship Id="rId25" Type="http://schemas.openxmlformats.org/officeDocument/2006/relationships/image" Target="../media/image1210.png"/><Relationship Id="rId46" Type="http://schemas.openxmlformats.org/officeDocument/2006/relationships/customXml" Target="../ink/ink109.xml"/><Relationship Id="rId116" Type="http://schemas.openxmlformats.org/officeDocument/2006/relationships/customXml" Target="../ink/ink141.xml"/><Relationship Id="rId137" Type="http://schemas.openxmlformats.org/officeDocument/2006/relationships/image" Target="../media/image680.png"/><Relationship Id="rId158" Type="http://schemas.openxmlformats.org/officeDocument/2006/relationships/image" Target="../media/image94.png"/><Relationship Id="rId20" Type="http://schemas.openxmlformats.org/officeDocument/2006/relationships/customXml" Target="../ink/ink96.xml"/><Relationship Id="rId41" Type="http://schemas.openxmlformats.org/officeDocument/2006/relationships/image" Target="../media/image200.png"/><Relationship Id="rId62" Type="http://schemas.openxmlformats.org/officeDocument/2006/relationships/customXml" Target="../ink/ink117.xml"/><Relationship Id="rId83" Type="http://schemas.openxmlformats.org/officeDocument/2006/relationships/image" Target="../media/image412.png"/><Relationship Id="rId88" Type="http://schemas.openxmlformats.org/officeDocument/2006/relationships/customXml" Target="../ink/ink127.xml"/><Relationship Id="rId111" Type="http://schemas.openxmlformats.org/officeDocument/2006/relationships/image" Target="../media/image550.png"/><Relationship Id="rId132" Type="http://schemas.openxmlformats.org/officeDocument/2006/relationships/customXml" Target="../ink/ink149.xml"/><Relationship Id="rId153" Type="http://schemas.openxmlformats.org/officeDocument/2006/relationships/image" Target="../media/image760.png"/><Relationship Id="rId15" Type="http://schemas.openxmlformats.org/officeDocument/2006/relationships/image" Target="../media/image711.png"/><Relationship Id="rId36" Type="http://schemas.openxmlformats.org/officeDocument/2006/relationships/customXml" Target="../ink/ink104.xml"/><Relationship Id="rId57" Type="http://schemas.openxmlformats.org/officeDocument/2006/relationships/image" Target="../media/image280.png"/><Relationship Id="rId106" Type="http://schemas.openxmlformats.org/officeDocument/2006/relationships/customXml" Target="../ink/ink136.xml"/><Relationship Id="rId127" Type="http://schemas.openxmlformats.org/officeDocument/2006/relationships/image" Target="../media/image630.png"/><Relationship Id="rId10" Type="http://schemas.openxmlformats.org/officeDocument/2006/relationships/customXml" Target="../ink/ink91.xml"/><Relationship Id="rId31" Type="http://schemas.openxmlformats.org/officeDocument/2006/relationships/image" Target="../media/image150.png"/><Relationship Id="rId52" Type="http://schemas.openxmlformats.org/officeDocument/2006/relationships/customXml" Target="../ink/ink112.xml"/><Relationship Id="rId73" Type="http://schemas.openxmlformats.org/officeDocument/2006/relationships/image" Target="../media/image360.png"/><Relationship Id="rId78" Type="http://schemas.openxmlformats.org/officeDocument/2006/relationships/customXml" Target="../ink/ink122.xml"/><Relationship Id="rId94" Type="http://schemas.openxmlformats.org/officeDocument/2006/relationships/customXml" Target="../ink/ink130.xml"/><Relationship Id="rId99" Type="http://schemas.openxmlformats.org/officeDocument/2006/relationships/image" Target="../media/image490.png"/><Relationship Id="rId101" Type="http://schemas.openxmlformats.org/officeDocument/2006/relationships/image" Target="../media/image500.png"/><Relationship Id="rId122" Type="http://schemas.openxmlformats.org/officeDocument/2006/relationships/customXml" Target="../ink/ink144.xml"/><Relationship Id="rId143" Type="http://schemas.openxmlformats.org/officeDocument/2006/relationships/image" Target="../media/image712.png"/><Relationship Id="rId148" Type="http://schemas.openxmlformats.org/officeDocument/2006/relationships/customXml" Target="../ink/ink157.xml"/><Relationship Id="rId164" Type="http://schemas.openxmlformats.org/officeDocument/2006/relationships/image" Target="../media/image790.png"/><Relationship Id="rId4" Type="http://schemas.openxmlformats.org/officeDocument/2006/relationships/customXml" Target="../ink/ink88.xml"/><Relationship Id="rId9" Type="http://schemas.openxmlformats.org/officeDocument/2006/relationships/image" Target="../media/image411.png"/><Relationship Id="rId26" Type="http://schemas.openxmlformats.org/officeDocument/2006/relationships/customXml" Target="../ink/ink99.xml"/><Relationship Id="rId47" Type="http://schemas.openxmlformats.org/officeDocument/2006/relationships/image" Target="../media/image231.png"/><Relationship Id="rId89" Type="http://schemas.openxmlformats.org/officeDocument/2006/relationships/image" Target="../media/image440.png"/><Relationship Id="rId112" Type="http://schemas.openxmlformats.org/officeDocument/2006/relationships/customXml" Target="../ink/ink139.xml"/><Relationship Id="rId133" Type="http://schemas.openxmlformats.org/officeDocument/2006/relationships/image" Target="../media/image660.png"/><Relationship Id="rId154" Type="http://schemas.openxmlformats.org/officeDocument/2006/relationships/customXml" Target="../ink/ink160.xml"/><Relationship Id="rId16" Type="http://schemas.openxmlformats.org/officeDocument/2006/relationships/customXml" Target="../ink/ink94.xml"/><Relationship Id="rId37" Type="http://schemas.openxmlformats.org/officeDocument/2006/relationships/image" Target="../media/image180.png"/><Relationship Id="rId58" Type="http://schemas.openxmlformats.org/officeDocument/2006/relationships/customXml" Target="../ink/ink115.xml"/><Relationship Id="rId79" Type="http://schemas.openxmlformats.org/officeDocument/2006/relationships/image" Target="../media/image390.png"/><Relationship Id="rId102" Type="http://schemas.openxmlformats.org/officeDocument/2006/relationships/customXml" Target="../ink/ink134.xml"/><Relationship Id="rId123" Type="http://schemas.openxmlformats.org/officeDocument/2006/relationships/image" Target="../media/image612.png"/><Relationship Id="rId144" Type="http://schemas.openxmlformats.org/officeDocument/2006/relationships/customXml" Target="../ink/ink155.xml"/><Relationship Id="rId90" Type="http://schemas.openxmlformats.org/officeDocument/2006/relationships/customXml" Target="../ink/ink128.xml"/><Relationship Id="rId165" Type="http://schemas.openxmlformats.org/officeDocument/2006/relationships/customXml" Target="../ink/ink165.xml"/><Relationship Id="rId27" Type="http://schemas.openxmlformats.org/officeDocument/2006/relationships/image" Target="../media/image134.png"/><Relationship Id="rId48" Type="http://schemas.openxmlformats.org/officeDocument/2006/relationships/customXml" Target="../ink/ink110.xml"/><Relationship Id="rId69" Type="http://schemas.openxmlformats.org/officeDocument/2006/relationships/image" Target="../media/image340.png"/><Relationship Id="rId113" Type="http://schemas.openxmlformats.org/officeDocument/2006/relationships/image" Target="../media/image560.png"/><Relationship Id="rId134" Type="http://schemas.openxmlformats.org/officeDocument/2006/relationships/customXml" Target="../ink/ink150.xml"/><Relationship Id="rId80" Type="http://schemas.openxmlformats.org/officeDocument/2006/relationships/customXml" Target="../ink/ink123.xml"/><Relationship Id="rId155" Type="http://schemas.openxmlformats.org/officeDocument/2006/relationships/image" Target="../media/image770.pn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10.png"/><Relationship Id="rId18" Type="http://schemas.openxmlformats.org/officeDocument/2006/relationships/customXml" Target="../ink/ink175.xml"/><Relationship Id="rId26" Type="http://schemas.openxmlformats.org/officeDocument/2006/relationships/customXml" Target="../ink/ink179.xml"/><Relationship Id="rId39" Type="http://schemas.openxmlformats.org/officeDocument/2006/relationships/image" Target="../media/image191.png"/><Relationship Id="rId21" Type="http://schemas.openxmlformats.org/officeDocument/2006/relationships/image" Target="../media/image1010.png"/><Relationship Id="rId34" Type="http://schemas.openxmlformats.org/officeDocument/2006/relationships/customXml" Target="../ink/ink183.xml"/><Relationship Id="rId42" Type="http://schemas.openxmlformats.org/officeDocument/2006/relationships/customXml" Target="../ink/ink187.xml"/><Relationship Id="rId47" Type="http://schemas.openxmlformats.org/officeDocument/2006/relationships/image" Target="../media/image230.png"/><Relationship Id="rId50" Type="http://schemas.openxmlformats.org/officeDocument/2006/relationships/customXml" Target="../ink/ink191.xml"/><Relationship Id="rId7" Type="http://schemas.openxmlformats.org/officeDocument/2006/relationships/image" Target="../media/image310.png"/><Relationship Id="rId2" Type="http://schemas.openxmlformats.org/officeDocument/2006/relationships/customXml" Target="../ink/ink167.xml"/><Relationship Id="rId16" Type="http://schemas.openxmlformats.org/officeDocument/2006/relationships/customXml" Target="../ink/ink174.xml"/><Relationship Id="rId29" Type="http://schemas.openxmlformats.org/officeDocument/2006/relationships/image" Target="../media/image141.png"/><Relationship Id="rId11" Type="http://schemas.openxmlformats.org/officeDocument/2006/relationships/image" Target="../media/image510.png"/><Relationship Id="rId24" Type="http://schemas.openxmlformats.org/officeDocument/2006/relationships/customXml" Target="../ink/ink178.xml"/><Relationship Id="rId32" Type="http://schemas.openxmlformats.org/officeDocument/2006/relationships/customXml" Target="../ink/ink182.xml"/><Relationship Id="rId37" Type="http://schemas.openxmlformats.org/officeDocument/2006/relationships/image" Target="../media/image181.png"/><Relationship Id="rId40" Type="http://schemas.openxmlformats.org/officeDocument/2006/relationships/customXml" Target="../ink/ink186.xml"/><Relationship Id="rId45" Type="http://schemas.openxmlformats.org/officeDocument/2006/relationships/image" Target="../media/image221.png"/><Relationship Id="rId53" Type="http://schemas.openxmlformats.org/officeDocument/2006/relationships/image" Target="../media/image260.png"/><Relationship Id="rId5" Type="http://schemas.openxmlformats.org/officeDocument/2006/relationships/image" Target="../media/image211.png"/><Relationship Id="rId10" Type="http://schemas.openxmlformats.org/officeDocument/2006/relationships/customXml" Target="../ink/ink171.xml"/><Relationship Id="rId19" Type="http://schemas.openxmlformats.org/officeDocument/2006/relationships/image" Target="../media/image920.png"/><Relationship Id="rId31" Type="http://schemas.openxmlformats.org/officeDocument/2006/relationships/image" Target="../media/image151.png"/><Relationship Id="rId44" Type="http://schemas.openxmlformats.org/officeDocument/2006/relationships/customXml" Target="../ink/ink188.xml"/><Relationship Id="rId52" Type="http://schemas.openxmlformats.org/officeDocument/2006/relationships/customXml" Target="../ink/ink192.xml"/><Relationship Id="rId4" Type="http://schemas.openxmlformats.org/officeDocument/2006/relationships/customXml" Target="../ink/ink168.xml"/><Relationship Id="rId9" Type="http://schemas.openxmlformats.org/officeDocument/2006/relationships/image" Target="../media/image410.png"/><Relationship Id="rId14" Type="http://schemas.openxmlformats.org/officeDocument/2006/relationships/customXml" Target="../ink/ink173.xml"/><Relationship Id="rId22" Type="http://schemas.openxmlformats.org/officeDocument/2006/relationships/customXml" Target="../ink/ink177.xml"/><Relationship Id="rId27" Type="http://schemas.openxmlformats.org/officeDocument/2006/relationships/image" Target="../media/image131.png"/><Relationship Id="rId30" Type="http://schemas.openxmlformats.org/officeDocument/2006/relationships/customXml" Target="../ink/ink181.xml"/><Relationship Id="rId35" Type="http://schemas.openxmlformats.org/officeDocument/2006/relationships/image" Target="../media/image171.png"/><Relationship Id="rId43" Type="http://schemas.openxmlformats.org/officeDocument/2006/relationships/image" Target="../media/image212.png"/><Relationship Id="rId48" Type="http://schemas.openxmlformats.org/officeDocument/2006/relationships/customXml" Target="../ink/ink190.xml"/><Relationship Id="rId8" Type="http://schemas.openxmlformats.org/officeDocument/2006/relationships/customXml" Target="../ink/ink170.xml"/><Relationship Id="rId51" Type="http://schemas.openxmlformats.org/officeDocument/2006/relationships/image" Target="../media/image250.png"/><Relationship Id="rId3" Type="http://schemas.openxmlformats.org/officeDocument/2006/relationships/image" Target="../media/image123.png"/><Relationship Id="rId12" Type="http://schemas.openxmlformats.org/officeDocument/2006/relationships/customXml" Target="../ink/ink172.xml"/><Relationship Id="rId17" Type="http://schemas.openxmlformats.org/officeDocument/2006/relationships/image" Target="../media/image850.png"/><Relationship Id="rId25" Type="http://schemas.openxmlformats.org/officeDocument/2006/relationships/image" Target="../media/image124.png"/><Relationship Id="rId33" Type="http://schemas.openxmlformats.org/officeDocument/2006/relationships/image" Target="../media/image161.png"/><Relationship Id="rId38" Type="http://schemas.openxmlformats.org/officeDocument/2006/relationships/customXml" Target="../ink/ink185.xml"/><Relationship Id="rId46" Type="http://schemas.openxmlformats.org/officeDocument/2006/relationships/customXml" Target="../ink/ink189.xml"/><Relationship Id="rId20" Type="http://schemas.openxmlformats.org/officeDocument/2006/relationships/customXml" Target="../ink/ink176.xml"/><Relationship Id="rId41" Type="http://schemas.openxmlformats.org/officeDocument/2006/relationships/image" Target="../media/image20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9.xml"/><Relationship Id="rId15" Type="http://schemas.openxmlformats.org/officeDocument/2006/relationships/image" Target="../media/image710.png"/><Relationship Id="rId23" Type="http://schemas.openxmlformats.org/officeDocument/2006/relationships/image" Target="../media/image1110.png"/><Relationship Id="rId28" Type="http://schemas.openxmlformats.org/officeDocument/2006/relationships/customXml" Target="../ink/ink180.xml"/><Relationship Id="rId36" Type="http://schemas.openxmlformats.org/officeDocument/2006/relationships/customXml" Target="../ink/ink184.xml"/><Relationship Id="rId49" Type="http://schemas.openxmlformats.org/officeDocument/2006/relationships/image" Target="../media/image2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5" Type="http://schemas.openxmlformats.org/officeDocument/2006/relationships/image" Target="../media/image98.jpeg"/><Relationship Id="rId4" Type="http://schemas.openxmlformats.org/officeDocument/2006/relationships/image" Target="../media/image9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0.png"/><Relationship Id="rId13" Type="http://schemas.openxmlformats.org/officeDocument/2006/relationships/customXml" Target="../ink/ink198.xml"/><Relationship Id="rId18" Type="http://schemas.openxmlformats.org/officeDocument/2006/relationships/image" Target="../media/image950.png"/><Relationship Id="rId26" Type="http://schemas.openxmlformats.org/officeDocument/2006/relationships/image" Target="../media/image990.png"/><Relationship Id="rId3" Type="http://schemas.openxmlformats.org/officeDocument/2006/relationships/customXml" Target="../ink/ink193.xml"/><Relationship Id="rId21" Type="http://schemas.openxmlformats.org/officeDocument/2006/relationships/customXml" Target="../ink/ink202.xml"/><Relationship Id="rId7" Type="http://schemas.openxmlformats.org/officeDocument/2006/relationships/customXml" Target="../ink/ink195.xml"/><Relationship Id="rId12" Type="http://schemas.openxmlformats.org/officeDocument/2006/relationships/image" Target="../media/image910.png"/><Relationship Id="rId17" Type="http://schemas.openxmlformats.org/officeDocument/2006/relationships/customXml" Target="../ink/ink200.xml"/><Relationship Id="rId25" Type="http://schemas.openxmlformats.org/officeDocument/2006/relationships/customXml" Target="../ink/ink204.xml"/><Relationship Id="rId2" Type="http://schemas.openxmlformats.org/officeDocument/2006/relationships/image" Target="../media/image95.png"/><Relationship Id="rId16" Type="http://schemas.openxmlformats.org/officeDocument/2006/relationships/image" Target="../media/image940.png"/><Relationship Id="rId20" Type="http://schemas.openxmlformats.org/officeDocument/2006/relationships/image" Target="../media/image9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0.png"/><Relationship Id="rId11" Type="http://schemas.openxmlformats.org/officeDocument/2006/relationships/customXml" Target="../ink/ink197.xml"/><Relationship Id="rId24" Type="http://schemas.openxmlformats.org/officeDocument/2006/relationships/image" Target="../media/image980.png"/><Relationship Id="rId5" Type="http://schemas.openxmlformats.org/officeDocument/2006/relationships/customXml" Target="../ink/ink194.xml"/><Relationship Id="rId15" Type="http://schemas.openxmlformats.org/officeDocument/2006/relationships/customXml" Target="../ink/ink199.xml"/><Relationship Id="rId23" Type="http://schemas.openxmlformats.org/officeDocument/2006/relationships/customXml" Target="../ink/ink203.xml"/><Relationship Id="rId28" Type="http://schemas.openxmlformats.org/officeDocument/2006/relationships/image" Target="../media/image1000.png"/><Relationship Id="rId10" Type="http://schemas.openxmlformats.org/officeDocument/2006/relationships/image" Target="../media/image900.png"/><Relationship Id="rId19" Type="http://schemas.openxmlformats.org/officeDocument/2006/relationships/customXml" Target="../ink/ink201.xml"/><Relationship Id="rId4" Type="http://schemas.openxmlformats.org/officeDocument/2006/relationships/image" Target="../media/image870.png"/><Relationship Id="rId9" Type="http://schemas.openxmlformats.org/officeDocument/2006/relationships/customXml" Target="../ink/ink196.xml"/><Relationship Id="rId14" Type="http://schemas.openxmlformats.org/officeDocument/2006/relationships/image" Target="../media/image930.png"/><Relationship Id="rId22" Type="http://schemas.openxmlformats.org/officeDocument/2006/relationships/image" Target="../media/image970.png"/><Relationship Id="rId27" Type="http://schemas.openxmlformats.org/officeDocument/2006/relationships/customXml" Target="../ink/ink20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tiff"/><Relationship Id="rId7" Type="http://schemas.openxmlformats.org/officeDocument/2006/relationships/image" Target="../media/image119.tiff"/><Relationship Id="rId2" Type="http://schemas.openxmlformats.org/officeDocument/2006/relationships/image" Target="../media/image114.tif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8.tiff"/><Relationship Id="rId5" Type="http://schemas.openxmlformats.org/officeDocument/2006/relationships/image" Target="../media/image117.tiff"/><Relationship Id="rId4" Type="http://schemas.openxmlformats.org/officeDocument/2006/relationships/image" Target="../media/image116.tif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2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33.png"/><Relationship Id="rId7" Type="http://schemas.openxmlformats.org/officeDocument/2006/relationships/image" Target="../media/image138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47B410-6469-B0AA-0A06-F9C98A65C528}"/>
              </a:ext>
            </a:extLst>
          </p:cNvPr>
          <p:cNvSpPr txBox="1"/>
          <p:nvPr/>
        </p:nvSpPr>
        <p:spPr>
          <a:xfrm>
            <a:off x="692209" y="398326"/>
            <a:ext cx="68961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Data for Seagrass Restoration </a:t>
            </a:r>
            <a:r>
              <a:rPr lang="en-US" sz="2000" dirty="0" err="1"/>
              <a:t>Storymap</a:t>
            </a:r>
            <a:endParaRPr lang="en-US" sz="2000" dirty="0"/>
          </a:p>
          <a:p>
            <a:endParaRPr lang="en-US" dirty="0"/>
          </a:p>
          <a:p>
            <a:r>
              <a:rPr lang="en-US" sz="1400" dirty="0"/>
              <a:t>This file created Feb 2026 as part of data update and app migration (WAB-&gt;EB)</a:t>
            </a:r>
            <a:endParaRPr lang="en-US" dirty="0"/>
          </a:p>
        </p:txBody>
      </p:sp>
      <p:pic>
        <p:nvPicPr>
          <p:cNvPr id="1028" name="Picture 4" descr="R: R Logo">
            <a:extLst>
              <a:ext uri="{FF2B5EF4-FFF2-40B4-BE49-F238E27FC236}">
                <a16:creationId xmlns:a16="http://schemas.microsoft.com/office/drawing/2014/main" id="{E3AE4DC5-B574-1604-EB64-562F6B1D6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3108" y="6429822"/>
            <a:ext cx="393361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D3A1D77-CE7D-6CBB-5751-B49A285D2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7581" y="6429822"/>
            <a:ext cx="304801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4" descr="Computer user - icon by Adioma">
            <a:extLst>
              <a:ext uri="{FF2B5EF4-FFF2-40B4-BE49-F238E27FC236}">
                <a16:creationId xmlns:a16="http://schemas.microsoft.com/office/drawing/2014/main" id="{85670414-F349-C129-C987-CBDAA4889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370" y="6362031"/>
            <a:ext cx="449309" cy="44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D9C740-84B6-4D7A-E556-A418783A3B6E}"/>
              </a:ext>
            </a:extLst>
          </p:cNvPr>
          <p:cNvSpPr txBox="1"/>
          <p:nvPr/>
        </p:nvSpPr>
        <p:spPr>
          <a:xfrm>
            <a:off x="692209" y="1741516"/>
            <a:ext cx="89055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Discussion points: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C00000"/>
                </a:solidFill>
              </a:rPr>
              <a:t>BESE (understand Jeff’s email) – </a:t>
            </a:r>
            <a:r>
              <a:rPr lang="en-US" sz="1600" dirty="0">
                <a:solidFill>
                  <a:schemeClr val="accent1"/>
                </a:solidFill>
              </a:rPr>
              <a:t>including both BESE sets for now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C00000"/>
                </a:solidFill>
              </a:rPr>
              <a:t>Grid plantings - </a:t>
            </a:r>
            <a:r>
              <a:rPr lang="en-US" sz="1600" dirty="0">
                <a:solidFill>
                  <a:schemeClr val="accent1"/>
                </a:solidFill>
              </a:rPr>
              <a:t>somehow classify or code as grid; treating separately but as points for now</a:t>
            </a:r>
          </a:p>
          <a:p>
            <a:pPr marL="285750" indent="-285750">
              <a:buFontTx/>
              <a:buChar char="-"/>
            </a:pPr>
            <a:endParaRPr lang="en-US" sz="1600" dirty="0">
              <a:solidFill>
                <a:srgbClr val="C0000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C00000"/>
                </a:solidFill>
              </a:rPr>
              <a:t>GPS records with </a:t>
            </a:r>
            <a:r>
              <a:rPr lang="en-US" sz="1600" dirty="0" err="1">
                <a:solidFill>
                  <a:srgbClr val="C00000"/>
                </a:solidFill>
              </a:rPr>
              <a:t>planting_geometry</a:t>
            </a:r>
            <a:r>
              <a:rPr lang="en-US" sz="1600" dirty="0">
                <a:solidFill>
                  <a:srgbClr val="C00000"/>
                </a:solidFill>
              </a:rPr>
              <a:t>=polygon only have two GPS points, treating spatially as lines.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C00000"/>
                </a:solidFill>
              </a:rPr>
              <a:t>Line plantings “DEL” extends onto land.</a:t>
            </a:r>
          </a:p>
          <a:p>
            <a:pPr marL="285750" indent="-285750">
              <a:buFontTx/>
              <a:buChar char="-"/>
            </a:pPr>
            <a:endParaRPr lang="en-US" sz="1600" dirty="0">
              <a:solidFill>
                <a:srgbClr val="C00000"/>
              </a:solidFill>
            </a:endParaRPr>
          </a:p>
          <a:p>
            <a:pPr marL="285750" indent="-285750">
              <a:buFontTx/>
              <a:buChar char="-"/>
            </a:pPr>
            <a:endParaRPr lang="en-US" sz="1600" dirty="0">
              <a:solidFill>
                <a:srgbClr val="C00000"/>
              </a:solidFill>
            </a:endParaRPr>
          </a:p>
          <a:p>
            <a:r>
              <a:rPr lang="en-US" sz="1600" dirty="0">
                <a:solidFill>
                  <a:srgbClr val="C00000"/>
                </a:solidFill>
              </a:rPr>
              <a:t>Make donor site and donor-</a:t>
            </a:r>
            <a:r>
              <a:rPr lang="en-US" sz="1600" dirty="0" err="1">
                <a:solidFill>
                  <a:srgbClr val="C00000"/>
                </a:solidFill>
              </a:rPr>
              <a:t>assoc</a:t>
            </a:r>
            <a:r>
              <a:rPr lang="en-US" sz="1600" dirty="0">
                <a:solidFill>
                  <a:srgbClr val="C00000"/>
                </a:solidFill>
              </a:rPr>
              <a:t> tables</a:t>
            </a:r>
            <a:endParaRPr lang="en-US" sz="1600" dirty="0">
              <a:solidFill>
                <a:schemeClr val="accent1"/>
              </a:solidFill>
            </a:endParaRPr>
          </a:p>
          <a:p>
            <a:endParaRPr lang="en-US" sz="1600" dirty="0">
              <a:solidFill>
                <a:srgbClr val="C00000"/>
              </a:solidFill>
            </a:endParaRPr>
          </a:p>
          <a:p>
            <a:r>
              <a:rPr lang="en-US" sz="1600" dirty="0">
                <a:solidFill>
                  <a:srgbClr val="C00000"/>
                </a:solidFill>
              </a:rPr>
              <a:t>Refer to Sankey outline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CC9823-47F7-8202-1DFE-396552632690}"/>
              </a:ext>
            </a:extLst>
          </p:cNvPr>
          <p:cNvCxnSpPr/>
          <p:nvPr/>
        </p:nvCxnSpPr>
        <p:spPr>
          <a:xfrm>
            <a:off x="748667" y="1454728"/>
            <a:ext cx="3391592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ECE7C3B-7B32-4C71-AA74-C6F14E5B974E}"/>
              </a:ext>
            </a:extLst>
          </p:cNvPr>
          <p:cNvCxnSpPr/>
          <p:nvPr/>
        </p:nvCxnSpPr>
        <p:spPr>
          <a:xfrm>
            <a:off x="748667" y="3967943"/>
            <a:ext cx="3391592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092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77AA5C4-47A3-76BA-01D3-0A81CCA782A7}"/>
                  </a:ext>
                </a:extLst>
              </p14:cNvPr>
              <p14:cNvContentPartPr/>
              <p14:nvPr/>
            </p14:nvContentPartPr>
            <p14:xfrm>
              <a:off x="1193549" y="640440"/>
              <a:ext cx="257400" cy="343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77AA5C4-47A3-76BA-01D3-0A81CCA782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2749" y="629640"/>
                <a:ext cx="27864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8673011-D174-AF93-9BBB-2BE16A0BCB7B}"/>
                  </a:ext>
                </a:extLst>
              </p14:cNvPr>
              <p14:cNvContentPartPr/>
              <p14:nvPr/>
            </p14:nvContentPartPr>
            <p14:xfrm>
              <a:off x="4513109" y="646920"/>
              <a:ext cx="616680" cy="4716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8673011-D174-AF93-9BBB-2BE16A0BCB7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02303" y="636128"/>
                <a:ext cx="637932" cy="4928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E7BF4D14-A4D1-93A8-76A3-D435EC839610}"/>
                  </a:ext>
                </a:extLst>
              </p14:cNvPr>
              <p14:cNvContentPartPr/>
              <p14:nvPr/>
            </p14:nvContentPartPr>
            <p14:xfrm>
              <a:off x="2891309" y="565200"/>
              <a:ext cx="1445760" cy="4528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E7BF4D14-A4D1-93A8-76A3-D435EC83961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80509" y="554409"/>
                <a:ext cx="1467000" cy="4741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5CCBF447-E85D-DE1B-00B9-CF455512E997}"/>
                  </a:ext>
                </a:extLst>
              </p14:cNvPr>
              <p14:cNvContentPartPr/>
              <p14:nvPr/>
            </p14:nvContentPartPr>
            <p14:xfrm>
              <a:off x="1652549" y="634320"/>
              <a:ext cx="949680" cy="3276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5CCBF447-E85D-DE1B-00B9-CF455512E99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41749" y="623532"/>
                <a:ext cx="970920" cy="3488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29F273C8-0E74-B099-B191-569A0DF86222}"/>
                  </a:ext>
                </a:extLst>
              </p14:cNvPr>
              <p14:cNvContentPartPr/>
              <p14:nvPr/>
            </p14:nvContentPartPr>
            <p14:xfrm>
              <a:off x="5644949" y="629280"/>
              <a:ext cx="321120" cy="4644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29F273C8-0E74-B099-B191-569A0DF8622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34149" y="618472"/>
                <a:ext cx="342360" cy="4856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EEC673ED-D6E7-DAC3-E593-4BCE97BBCD19}"/>
                  </a:ext>
                </a:extLst>
              </p14:cNvPr>
              <p14:cNvContentPartPr/>
              <p14:nvPr/>
            </p14:nvContentPartPr>
            <p14:xfrm>
              <a:off x="6323909" y="565200"/>
              <a:ext cx="1125720" cy="5914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EEC673ED-D6E7-DAC3-E593-4BCE97BBCD1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313109" y="554400"/>
                <a:ext cx="1146960" cy="61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2C178F59-5A89-0F0B-6EEC-94108E517F3A}"/>
                  </a:ext>
                </a:extLst>
              </p14:cNvPr>
              <p14:cNvContentPartPr/>
              <p14:nvPr/>
            </p14:nvContentPartPr>
            <p14:xfrm>
              <a:off x="7657349" y="949320"/>
              <a:ext cx="24840" cy="309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2C178F59-5A89-0F0B-6EEC-94108E517F3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646549" y="938644"/>
                <a:ext cx="46080" cy="519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00B74A52-E821-9E8D-F981-5DF7BB408468}"/>
                  </a:ext>
                </a:extLst>
              </p14:cNvPr>
              <p14:cNvContentPartPr/>
              <p14:nvPr/>
            </p14:nvContentPartPr>
            <p14:xfrm>
              <a:off x="1105709" y="1233720"/>
              <a:ext cx="408960" cy="3880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00B74A52-E821-9E8D-F981-5DF7BB40846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94909" y="1222920"/>
                <a:ext cx="430200" cy="40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DD0322B-D460-C506-AD12-88DE6446A14B}"/>
                  </a:ext>
                </a:extLst>
              </p14:cNvPr>
              <p14:cNvContentPartPr/>
              <p14:nvPr/>
            </p14:nvContentPartPr>
            <p14:xfrm>
              <a:off x="1753349" y="1275480"/>
              <a:ext cx="585000" cy="3006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DD0322B-D460-C506-AD12-88DE6446A14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42549" y="1264680"/>
                <a:ext cx="60624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5A29B7A8-7B10-295A-AE84-C78B5142F01A}"/>
                  </a:ext>
                </a:extLst>
              </p14:cNvPr>
              <p14:cNvContentPartPr/>
              <p14:nvPr/>
            </p14:nvContentPartPr>
            <p14:xfrm>
              <a:off x="2652269" y="1203480"/>
              <a:ext cx="855720" cy="3290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5A29B7A8-7B10-295A-AE84-C78B5142F01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641469" y="1192668"/>
                <a:ext cx="876960" cy="3503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F5EF785E-12F3-F132-DE74-65DB075DC5F8}"/>
                  </a:ext>
                </a:extLst>
              </p14:cNvPr>
              <p14:cNvContentPartPr/>
              <p14:nvPr/>
            </p14:nvContentPartPr>
            <p14:xfrm>
              <a:off x="6386909" y="1137240"/>
              <a:ext cx="2188080" cy="4251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F5EF785E-12F3-F132-DE74-65DB075DC5F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376111" y="1126440"/>
                <a:ext cx="2209317" cy="44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3D783572-A73B-ED99-766A-18671BDF430E}"/>
                  </a:ext>
                </a:extLst>
              </p14:cNvPr>
              <p14:cNvContentPartPr/>
              <p14:nvPr/>
            </p14:nvContentPartPr>
            <p14:xfrm>
              <a:off x="3947549" y="1083960"/>
              <a:ext cx="2232000" cy="48312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3D783572-A73B-ED99-766A-18671BDF430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936751" y="1073160"/>
                <a:ext cx="2253237" cy="50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A4799A46-50E6-FF1F-5567-8B8B78D45669}"/>
                  </a:ext>
                </a:extLst>
              </p14:cNvPr>
              <p14:cNvContentPartPr/>
              <p14:nvPr/>
            </p14:nvContentPartPr>
            <p14:xfrm>
              <a:off x="1188149" y="1892520"/>
              <a:ext cx="388080" cy="43272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A4799A46-50E6-FF1F-5567-8B8B78D4566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77349" y="1881720"/>
                <a:ext cx="409320" cy="45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DFB55729-7F66-1BC7-216A-64873B858B14}"/>
                  </a:ext>
                </a:extLst>
              </p14:cNvPr>
              <p14:cNvContentPartPr/>
              <p14:nvPr/>
            </p14:nvContentPartPr>
            <p14:xfrm>
              <a:off x="1765949" y="1872720"/>
              <a:ext cx="1031760" cy="50904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DFB55729-7F66-1BC7-216A-64873B858B1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755153" y="1861912"/>
                <a:ext cx="1052993" cy="5302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FCF36621-4193-B5F3-4F0F-A694E6D4D1BB}"/>
                  </a:ext>
                </a:extLst>
              </p14:cNvPr>
              <p14:cNvContentPartPr/>
              <p14:nvPr/>
            </p14:nvContentPartPr>
            <p14:xfrm>
              <a:off x="3167789" y="2048760"/>
              <a:ext cx="38160" cy="8820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FCF36621-4193-B5F3-4F0F-A694E6D4D1B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56886" y="2037960"/>
                <a:ext cx="59602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14F6AA6B-461D-8D21-F2CB-A3F8D51BCE37}"/>
                  </a:ext>
                </a:extLst>
              </p14:cNvPr>
              <p14:cNvContentPartPr/>
              <p14:nvPr/>
            </p14:nvContentPartPr>
            <p14:xfrm>
              <a:off x="3155189" y="1958040"/>
              <a:ext cx="82080" cy="27972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14F6AA6B-461D-8D21-F2CB-A3F8D51BCE3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144389" y="1947254"/>
                <a:ext cx="103320" cy="3009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CFCF7316-1EF3-71A3-A932-84A0924BF735}"/>
                  </a:ext>
                </a:extLst>
              </p14:cNvPr>
              <p14:cNvContentPartPr/>
              <p14:nvPr/>
            </p14:nvContentPartPr>
            <p14:xfrm>
              <a:off x="3036389" y="2061360"/>
              <a:ext cx="351720" cy="6264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CFCF7316-1EF3-71A3-A932-84A0924BF73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025589" y="2050498"/>
                <a:ext cx="372960" cy="840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01D914F6-F616-1A89-671F-BF70191132DF}"/>
                  </a:ext>
                </a:extLst>
              </p14:cNvPr>
              <p14:cNvContentPartPr/>
              <p14:nvPr/>
            </p14:nvContentPartPr>
            <p14:xfrm>
              <a:off x="3299909" y="2080440"/>
              <a:ext cx="170280" cy="12600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01D914F6-F616-1A89-671F-BF70191132D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289109" y="2069640"/>
                <a:ext cx="19152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BD673292-87F9-2573-88E8-2CF80054C6BD}"/>
                  </a:ext>
                </a:extLst>
              </p14:cNvPr>
              <p14:cNvContentPartPr/>
              <p14:nvPr/>
            </p14:nvContentPartPr>
            <p14:xfrm>
              <a:off x="3714629" y="1941840"/>
              <a:ext cx="358200" cy="28332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BD673292-87F9-2573-88E8-2CF80054C6B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703818" y="1931040"/>
                <a:ext cx="379461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B995B687-A087-867C-2618-C5706F279D99}"/>
                  </a:ext>
                </a:extLst>
              </p14:cNvPr>
              <p14:cNvContentPartPr/>
              <p14:nvPr/>
            </p14:nvContentPartPr>
            <p14:xfrm>
              <a:off x="3966269" y="1923120"/>
              <a:ext cx="306360" cy="3398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B995B687-A087-867C-2618-C5706F279D9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955469" y="1912331"/>
                <a:ext cx="327600" cy="3610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DC477494-728B-F54A-7C1A-1EE09783BBCA}"/>
                  </a:ext>
                </a:extLst>
              </p14:cNvPr>
              <p14:cNvContentPartPr/>
              <p14:nvPr/>
            </p14:nvContentPartPr>
            <p14:xfrm>
              <a:off x="5638469" y="2306520"/>
              <a:ext cx="1358280" cy="43452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DC477494-728B-F54A-7C1A-1EE09783BBC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627669" y="2295711"/>
                <a:ext cx="1379520" cy="4557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A93D5B5F-D9BF-CD16-D120-18263D854ED1}"/>
                  </a:ext>
                </a:extLst>
              </p14:cNvPr>
              <p14:cNvContentPartPr/>
              <p14:nvPr/>
            </p14:nvContentPartPr>
            <p14:xfrm>
              <a:off x="5048429" y="2532960"/>
              <a:ext cx="156240" cy="20160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A93D5B5F-D9BF-CD16-D120-18263D854ED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37629" y="2522160"/>
                <a:ext cx="17748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D5FDEC82-74C1-D98F-C048-52BEB9696EFB}"/>
                  </a:ext>
                </a:extLst>
              </p14:cNvPr>
              <p14:cNvContentPartPr/>
              <p14:nvPr/>
            </p14:nvContentPartPr>
            <p14:xfrm>
              <a:off x="3067349" y="2354040"/>
              <a:ext cx="1653480" cy="55944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D5FDEC82-74C1-D98F-C048-52BEB9696EF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056551" y="2343233"/>
                <a:ext cx="1674715" cy="5806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793434A3-F9AC-E6F6-6A70-F744D97BC2AF}"/>
                  </a:ext>
                </a:extLst>
              </p14:cNvPr>
              <p14:cNvContentPartPr/>
              <p14:nvPr/>
            </p14:nvContentPartPr>
            <p14:xfrm>
              <a:off x="1231349" y="2419920"/>
              <a:ext cx="1496880" cy="42444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793434A3-F9AC-E6F6-6A70-F744D97BC2A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220546" y="2409120"/>
                <a:ext cx="1518125" cy="44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C8867167-38E0-3126-651B-281E3C01D1F9}"/>
                  </a:ext>
                </a:extLst>
              </p14:cNvPr>
              <p14:cNvContentPartPr/>
              <p14:nvPr/>
            </p14:nvContentPartPr>
            <p14:xfrm>
              <a:off x="7449269" y="2306520"/>
              <a:ext cx="597600" cy="46584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C8867167-38E0-3126-651B-281E3C01D1F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438469" y="2295712"/>
                <a:ext cx="618840" cy="4870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2AEC2FBB-DA1E-82A3-167B-0AC9688BB7D8}"/>
                  </a:ext>
                </a:extLst>
              </p14:cNvPr>
              <p14:cNvContentPartPr/>
              <p14:nvPr/>
            </p14:nvContentPartPr>
            <p14:xfrm>
              <a:off x="10178069" y="2397960"/>
              <a:ext cx="585000" cy="54396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2AEC2FBB-DA1E-82A3-167B-0AC9688BB7D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167269" y="2387160"/>
                <a:ext cx="606240" cy="56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86581388-3743-819B-C7FC-1EF1FFD7D450}"/>
                  </a:ext>
                </a:extLst>
              </p14:cNvPr>
              <p14:cNvContentPartPr/>
              <p14:nvPr/>
            </p14:nvContentPartPr>
            <p14:xfrm>
              <a:off x="8336669" y="2295360"/>
              <a:ext cx="1433160" cy="63252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86581388-3743-819B-C7FC-1EF1FFD7D45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325869" y="2284560"/>
                <a:ext cx="1454400" cy="65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A795A658-FD09-1070-5441-1C571FF90340}"/>
                  </a:ext>
                </a:extLst>
              </p14:cNvPr>
              <p14:cNvContentPartPr/>
              <p14:nvPr/>
            </p14:nvContentPartPr>
            <p14:xfrm>
              <a:off x="1231349" y="2991960"/>
              <a:ext cx="388800" cy="40896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A795A658-FD09-1070-5441-1C571FF9034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220539" y="2981169"/>
                <a:ext cx="410060" cy="4301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528E1CE3-0728-1860-D43A-DA874D56AB75}"/>
                  </a:ext>
                </a:extLst>
              </p14:cNvPr>
              <p14:cNvContentPartPr/>
              <p14:nvPr/>
            </p14:nvContentPartPr>
            <p14:xfrm>
              <a:off x="1841189" y="3001680"/>
              <a:ext cx="610200" cy="33012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528E1CE3-0728-1860-D43A-DA874D56AB7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830389" y="2990868"/>
                <a:ext cx="631440" cy="3513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CF10998B-D8A2-A9EF-A58A-9AA84282A2F9}"/>
                  </a:ext>
                </a:extLst>
              </p14:cNvPr>
              <p14:cNvContentPartPr/>
              <p14:nvPr/>
            </p14:nvContentPartPr>
            <p14:xfrm>
              <a:off x="5353709" y="2868120"/>
              <a:ext cx="2259360" cy="56088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CF10998B-D8A2-A9EF-A58A-9AA84282A2F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342911" y="2857313"/>
                <a:ext cx="2280597" cy="5821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A702B7C0-565B-B309-47C1-0B082DD7E857}"/>
                  </a:ext>
                </a:extLst>
              </p14:cNvPr>
              <p14:cNvContentPartPr/>
              <p14:nvPr/>
            </p14:nvContentPartPr>
            <p14:xfrm>
              <a:off x="4443989" y="2910240"/>
              <a:ext cx="572400" cy="34632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A702B7C0-565B-B309-47C1-0B082DD7E85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433189" y="2899440"/>
                <a:ext cx="59364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9DA05755-08AD-D929-6FA0-00B51AB0290A}"/>
                  </a:ext>
                </a:extLst>
              </p14:cNvPr>
              <p14:cNvContentPartPr/>
              <p14:nvPr/>
            </p14:nvContentPartPr>
            <p14:xfrm>
              <a:off x="2809589" y="2901960"/>
              <a:ext cx="1251360" cy="36648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9DA05755-08AD-D929-6FA0-00B51AB0290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798789" y="2891160"/>
                <a:ext cx="1272600" cy="387720"/>
              </a:xfrm>
              <a:prstGeom prst="rect">
                <a:avLst/>
              </a:prstGeom>
            </p:spPr>
          </p:pic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1DCB009-B2E8-6B02-0883-D2343377C5F7}"/>
              </a:ext>
            </a:extLst>
          </p:cNvPr>
          <p:cNvCxnSpPr/>
          <p:nvPr/>
        </p:nvCxnSpPr>
        <p:spPr>
          <a:xfrm>
            <a:off x="573932" y="836579"/>
            <a:ext cx="89980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41871AF-B70B-59EF-FA7A-B221090CE401}"/>
              </a:ext>
            </a:extLst>
          </p:cNvPr>
          <p:cNvCxnSpPr/>
          <p:nvPr/>
        </p:nvCxnSpPr>
        <p:spPr>
          <a:xfrm>
            <a:off x="573932" y="1397541"/>
            <a:ext cx="89980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6653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4A5B59-8F2C-1B5A-39B8-99C93DCEE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897" y="77821"/>
            <a:ext cx="92776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123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B0268-F9FB-AF2A-8C71-173E1513A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994006-6A44-A169-2456-160DCB237C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637"/>
          <a:stretch>
            <a:fillRect/>
          </a:stretch>
        </p:blipFill>
        <p:spPr>
          <a:xfrm>
            <a:off x="0" y="0"/>
            <a:ext cx="6342434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F8426A0-E49E-1138-20EC-D0BA380060CD}"/>
              </a:ext>
            </a:extLst>
          </p:cNvPr>
          <p:cNvSpPr/>
          <p:nvPr/>
        </p:nvSpPr>
        <p:spPr>
          <a:xfrm>
            <a:off x="6819090" y="1099225"/>
            <a:ext cx="136187" cy="27529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969FA4-EA39-C279-9D94-EBC1578B3C66}"/>
              </a:ext>
            </a:extLst>
          </p:cNvPr>
          <p:cNvSpPr/>
          <p:nvPr/>
        </p:nvSpPr>
        <p:spPr>
          <a:xfrm>
            <a:off x="6819089" y="4033736"/>
            <a:ext cx="136187" cy="4020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DEFB59-D190-3B2B-55D8-2893B1669917}"/>
              </a:ext>
            </a:extLst>
          </p:cNvPr>
          <p:cNvSpPr txBox="1"/>
          <p:nvPr/>
        </p:nvSpPr>
        <p:spPr>
          <a:xfrm>
            <a:off x="6955276" y="2075578"/>
            <a:ext cx="16731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Planting location codes</a:t>
            </a:r>
          </a:p>
          <a:p>
            <a:r>
              <a:rPr lang="en-US" sz="1000" dirty="0"/>
              <a:t>With  known coordinates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46A0F8-C3AF-0EDB-F8D4-19F02A1A6DB5}"/>
              </a:ext>
            </a:extLst>
          </p:cNvPr>
          <p:cNvSpPr txBox="1"/>
          <p:nvPr/>
        </p:nvSpPr>
        <p:spPr>
          <a:xfrm>
            <a:off x="6955276" y="3997946"/>
            <a:ext cx="1507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Planting location codes</a:t>
            </a:r>
          </a:p>
          <a:p>
            <a:r>
              <a:rPr lang="en-US" sz="1000" dirty="0"/>
              <a:t>unknown coordinates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40C092-55A9-27A3-75DD-75D8ADCCA058}"/>
              </a:ext>
            </a:extLst>
          </p:cNvPr>
          <p:cNvSpPr txBox="1"/>
          <p:nvPr/>
        </p:nvSpPr>
        <p:spPr>
          <a:xfrm>
            <a:off x="2256817" y="2095034"/>
            <a:ext cx="632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168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BAEB87-20AC-A22D-70C4-7B754A122240}"/>
              </a:ext>
            </a:extLst>
          </p:cNvPr>
          <p:cNvSpPr txBox="1"/>
          <p:nvPr/>
        </p:nvSpPr>
        <p:spPr>
          <a:xfrm>
            <a:off x="667965" y="3182779"/>
            <a:ext cx="1092741" cy="246221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effectLst>
                  <a:glow rad="63500">
                    <a:schemeClr val="bg1">
                      <a:alpha val="54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Planting </a:t>
            </a:r>
            <a:r>
              <a:rPr lang="en-US" sz="1000" dirty="0" err="1">
                <a:effectLst>
                  <a:glow rad="63500">
                    <a:schemeClr val="bg1">
                      <a:alpha val="54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gps</a:t>
            </a:r>
            <a:r>
              <a:rPr lang="en-US" sz="1000" dirty="0">
                <a:effectLst>
                  <a:glow rad="63500">
                    <a:schemeClr val="bg1">
                      <a:alpha val="54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recs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9CE988-5AFE-5A19-CD5F-6D28FFA66A0F}"/>
              </a:ext>
            </a:extLst>
          </p:cNvPr>
          <p:cNvSpPr txBox="1"/>
          <p:nvPr/>
        </p:nvSpPr>
        <p:spPr>
          <a:xfrm>
            <a:off x="2166025" y="4591800"/>
            <a:ext cx="632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60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AEF0B5-BD97-6BDA-5D25-5677C29B3F49}"/>
              </a:ext>
            </a:extLst>
          </p:cNvPr>
          <p:cNvSpPr txBox="1"/>
          <p:nvPr/>
        </p:nvSpPr>
        <p:spPr>
          <a:xfrm>
            <a:off x="2166025" y="5841801"/>
            <a:ext cx="4247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48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75011-D077-BBF6-2DE0-41D8989B0F52}"/>
              </a:ext>
            </a:extLst>
          </p:cNvPr>
          <p:cNvSpPr txBox="1"/>
          <p:nvPr/>
        </p:nvSpPr>
        <p:spPr>
          <a:xfrm>
            <a:off x="667965" y="3433864"/>
            <a:ext cx="632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  <a:effectLst>
                  <a:glow rad="63500">
                    <a:schemeClr val="bg1">
                      <a:alpha val="64000"/>
                    </a:schemeClr>
                  </a:glow>
                </a:effectLst>
              </a:rPr>
              <a:t>288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0F4D1D-57DF-6BE7-9E83-188172B6B6C8}"/>
              </a:ext>
            </a:extLst>
          </p:cNvPr>
          <p:cNvSpPr txBox="1"/>
          <p:nvPr/>
        </p:nvSpPr>
        <p:spPr>
          <a:xfrm>
            <a:off x="3702996" y="3720947"/>
            <a:ext cx="389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19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1C2B01-AC12-764B-79EF-A7F257C71872}"/>
              </a:ext>
            </a:extLst>
          </p:cNvPr>
          <p:cNvSpPr txBox="1"/>
          <p:nvPr/>
        </p:nvSpPr>
        <p:spPr>
          <a:xfrm>
            <a:off x="3702996" y="4476516"/>
            <a:ext cx="479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35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971DE4-4CBD-EDE4-3ACD-C3124D509FC7}"/>
              </a:ext>
            </a:extLst>
          </p:cNvPr>
          <p:cNvSpPr txBox="1"/>
          <p:nvPr/>
        </p:nvSpPr>
        <p:spPr>
          <a:xfrm>
            <a:off x="2188723" y="6625225"/>
            <a:ext cx="632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F15C5C-AFCA-0BF5-6390-4DFB21D63651}"/>
              </a:ext>
            </a:extLst>
          </p:cNvPr>
          <p:cNvSpPr txBox="1"/>
          <p:nvPr/>
        </p:nvSpPr>
        <p:spPr>
          <a:xfrm>
            <a:off x="9961124" y="5356455"/>
            <a:ext cx="479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60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933EC5-69EF-7FC7-59B8-85038D3ADA01}"/>
              </a:ext>
            </a:extLst>
          </p:cNvPr>
          <p:cNvSpPr txBox="1"/>
          <p:nvPr/>
        </p:nvSpPr>
        <p:spPr>
          <a:xfrm>
            <a:off x="11096017" y="5356456"/>
            <a:ext cx="479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60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B115F8-9203-A430-CF7F-1A8381EF855E}"/>
              </a:ext>
            </a:extLst>
          </p:cNvPr>
          <p:cNvSpPr txBox="1"/>
          <p:nvPr/>
        </p:nvSpPr>
        <p:spPr>
          <a:xfrm>
            <a:off x="11248417" y="5508856"/>
            <a:ext cx="479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60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23B364-AC14-8AD7-03A8-B3B4D4B0E489}"/>
              </a:ext>
            </a:extLst>
          </p:cNvPr>
          <p:cNvSpPr txBox="1"/>
          <p:nvPr/>
        </p:nvSpPr>
        <p:spPr>
          <a:xfrm>
            <a:off x="3777573" y="2372033"/>
            <a:ext cx="479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149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C398EC-3790-1A26-0CF3-C81C936DFD9B}"/>
              </a:ext>
            </a:extLst>
          </p:cNvPr>
          <p:cNvSpPr txBox="1"/>
          <p:nvPr/>
        </p:nvSpPr>
        <p:spPr>
          <a:xfrm>
            <a:off x="3719207" y="5093585"/>
            <a:ext cx="4798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C0000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701697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B35271-9B14-F7F7-BAE4-48D90FADB80F}"/>
              </a:ext>
            </a:extLst>
          </p:cNvPr>
          <p:cNvSpPr txBox="1"/>
          <p:nvPr/>
        </p:nvSpPr>
        <p:spPr>
          <a:xfrm>
            <a:off x="879380" y="663073"/>
            <a:ext cx="5472782" cy="3524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Extract </a:t>
            </a:r>
            <a:r>
              <a:rPr lang="en-US" dirty="0" err="1"/>
              <a:t>planting_locations</a:t>
            </a:r>
            <a:endParaRPr lang="en-US" dirty="0"/>
          </a:p>
          <a:p>
            <a:endParaRPr lang="en-US" dirty="0"/>
          </a:p>
          <a:p>
            <a:r>
              <a:rPr lang="en-US" sz="1100" dirty="0"/>
              <a:t>from </a:t>
            </a:r>
            <a:r>
              <a:rPr lang="en-US" sz="1100" dirty="0" err="1"/>
              <a:t>gps</a:t>
            </a:r>
            <a:r>
              <a:rPr lang="en-US" sz="1100" dirty="0"/>
              <a:t> points table…</a:t>
            </a:r>
          </a:p>
          <a:p>
            <a:endParaRPr lang="en-US" sz="1100" dirty="0"/>
          </a:p>
          <a:p>
            <a:r>
              <a:rPr lang="en-US" sz="1100" dirty="0" err="1"/>
              <a:t>group_by</a:t>
            </a:r>
            <a:r>
              <a:rPr lang="en-US" sz="1100" dirty="0"/>
              <a:t> </a:t>
            </a:r>
            <a:r>
              <a:rPr lang="en-US" sz="1100" dirty="0" err="1"/>
              <a:t>planting_location_code</a:t>
            </a:r>
            <a:endParaRPr lang="en-US" sz="1100" dirty="0"/>
          </a:p>
          <a:p>
            <a:r>
              <a:rPr lang="en-US" sz="1100" dirty="0"/>
              <a:t>summarize</a:t>
            </a:r>
          </a:p>
          <a:p>
            <a:pPr lvl="1"/>
            <a:r>
              <a:rPr lang="en-US" sz="1100" dirty="0"/>
              <a:t>reduce </a:t>
            </a:r>
            <a:r>
              <a:rPr lang="en-US" sz="1100" dirty="0" err="1"/>
              <a:t>site_location</a:t>
            </a:r>
            <a:r>
              <a:rPr lang="en-US" sz="1100" dirty="0"/>
              <a:t> (to be restoration area)</a:t>
            </a:r>
          </a:p>
          <a:p>
            <a:pPr lvl="1"/>
            <a:r>
              <a:rPr lang="en-US" sz="1100" dirty="0" err="1"/>
              <a:t>historical_presence_source</a:t>
            </a:r>
            <a:endParaRPr lang="en-US" sz="1100" dirty="0"/>
          </a:p>
          <a:p>
            <a:pPr lvl="1"/>
            <a:r>
              <a:rPr lang="en-US" sz="1100" dirty="0" err="1"/>
              <a:t>water_body</a:t>
            </a:r>
            <a:endParaRPr lang="en-US" sz="1100" dirty="0"/>
          </a:p>
          <a:p>
            <a:pPr lvl="1"/>
            <a:r>
              <a:rPr lang="en-US" sz="1100" dirty="0" err="1"/>
              <a:t>svmp_region</a:t>
            </a:r>
            <a:endParaRPr lang="en-US" sz="1100" dirty="0"/>
          </a:p>
          <a:p>
            <a:pPr lvl="1"/>
            <a:r>
              <a:rPr lang="en-US" sz="1100" dirty="0"/>
              <a:t>latitude</a:t>
            </a:r>
          </a:p>
          <a:p>
            <a:pPr lvl="1"/>
            <a:r>
              <a:rPr lang="en-US" sz="1100" dirty="0"/>
              <a:t>longitude</a:t>
            </a:r>
          </a:p>
          <a:p>
            <a:pPr lvl="1"/>
            <a:r>
              <a:rPr lang="en-US" sz="1100" dirty="0"/>
              <a:t>datum</a:t>
            </a:r>
          </a:p>
          <a:p>
            <a:pPr lvl="1"/>
            <a:r>
              <a:rPr lang="en-US" sz="1100" dirty="0" err="1"/>
              <a:t>elevation_m_MLLW</a:t>
            </a:r>
            <a:endParaRPr lang="en-US" sz="1100" dirty="0"/>
          </a:p>
          <a:p>
            <a:r>
              <a:rPr lang="en-US" sz="1100" dirty="0"/>
              <a:t>d </a:t>
            </a:r>
          </a:p>
          <a:p>
            <a:endParaRPr lang="en-US" sz="1100" dirty="0"/>
          </a:p>
          <a:p>
            <a:r>
              <a:rPr lang="en-US" sz="1100" dirty="0"/>
              <a:t>Before summarizing by plc, assess the total set of coords associated with each plc</a:t>
            </a:r>
          </a:p>
          <a:p>
            <a:endParaRPr lang="en-US" sz="1100"/>
          </a:p>
          <a:p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B1F21C-8BFF-276D-9A4A-84E8D9D68B22}"/>
              </a:ext>
            </a:extLst>
          </p:cNvPr>
          <p:cNvSpPr txBox="1"/>
          <p:nvPr/>
        </p:nvSpPr>
        <p:spPr>
          <a:xfrm>
            <a:off x="6103134" y="301557"/>
            <a:ext cx="6017530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First need to re-</a:t>
            </a:r>
            <a:r>
              <a:rPr lang="en-US" sz="1600" dirty="0" err="1">
                <a:solidFill>
                  <a:srgbClr val="C00000"/>
                </a:solidFill>
              </a:rPr>
              <a:t>evalutate</a:t>
            </a:r>
            <a:r>
              <a:rPr lang="en-US" sz="1600" dirty="0">
                <a:solidFill>
                  <a:srgbClr val="C00000"/>
                </a:solidFill>
              </a:rPr>
              <a:t> approach to spatial entities (plantings, </a:t>
            </a:r>
            <a:r>
              <a:rPr lang="en-US" sz="1600" dirty="0" err="1">
                <a:solidFill>
                  <a:srgbClr val="C00000"/>
                </a:solidFill>
              </a:rPr>
              <a:t>planting_location_code</a:t>
            </a:r>
            <a:r>
              <a:rPr lang="en-US" sz="1600" dirty="0">
                <a:solidFill>
                  <a:srgbClr val="C00000"/>
                </a:solidFill>
              </a:rPr>
              <a:t>, restoration area)</a:t>
            </a:r>
          </a:p>
          <a:p>
            <a:endParaRPr lang="en-US" sz="1600" dirty="0">
              <a:solidFill>
                <a:srgbClr val="C00000"/>
              </a:solidFill>
            </a:endParaRPr>
          </a:p>
          <a:p>
            <a:r>
              <a:rPr lang="en-US" sz="1600" dirty="0">
                <a:solidFill>
                  <a:srgbClr val="C00000"/>
                </a:solidFill>
              </a:rPr>
              <a:t>Is there any value to have spatial coords at the </a:t>
            </a:r>
            <a:r>
              <a:rPr lang="en-US" sz="1600" dirty="0" err="1">
                <a:solidFill>
                  <a:srgbClr val="C00000"/>
                </a:solidFill>
              </a:rPr>
              <a:t>planting_location</a:t>
            </a:r>
            <a:r>
              <a:rPr lang="en-US" sz="1600" dirty="0">
                <a:solidFill>
                  <a:srgbClr val="C00000"/>
                </a:solidFill>
              </a:rPr>
              <a:t> level?</a:t>
            </a:r>
          </a:p>
          <a:p>
            <a:endParaRPr lang="en-US" sz="1600" dirty="0">
              <a:solidFill>
                <a:srgbClr val="C00000"/>
              </a:solidFill>
            </a:endParaRPr>
          </a:p>
          <a:p>
            <a:r>
              <a:rPr lang="en-US" sz="1600" dirty="0">
                <a:solidFill>
                  <a:srgbClr val="C00000"/>
                </a:solidFill>
              </a:rPr>
              <a:t>Alternatively, coords could be attributes of each planting; or both </a:t>
            </a:r>
            <a:r>
              <a:rPr lang="en-US" sz="1600" dirty="0" err="1">
                <a:solidFill>
                  <a:srgbClr val="C00000"/>
                </a:solidFill>
              </a:rPr>
              <a:t>planting_location</a:t>
            </a:r>
            <a:r>
              <a:rPr lang="en-US" sz="1600" dirty="0">
                <a:solidFill>
                  <a:srgbClr val="C00000"/>
                </a:solidFill>
              </a:rPr>
              <a:t> and planting.</a:t>
            </a:r>
          </a:p>
          <a:p>
            <a:endParaRPr lang="en-US" sz="1600" dirty="0">
              <a:solidFill>
                <a:srgbClr val="C00000"/>
              </a:solidFill>
            </a:endParaRPr>
          </a:p>
          <a:p>
            <a:r>
              <a:rPr lang="en-US" sz="1600" dirty="0">
                <a:solidFill>
                  <a:srgbClr val="C00000"/>
                </a:solidFill>
              </a:rPr>
              <a:t>Base on code-assisted accounting:</a:t>
            </a:r>
          </a:p>
          <a:p>
            <a:endParaRPr lang="en-US" sz="1600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C00000"/>
                </a:solidFill>
              </a:rPr>
              <a:t>Summary of </a:t>
            </a:r>
            <a:r>
              <a:rPr lang="en-US" sz="1600" dirty="0" err="1">
                <a:solidFill>
                  <a:srgbClr val="C00000"/>
                </a:solidFill>
              </a:rPr>
              <a:t>p_gps_pts</a:t>
            </a:r>
            <a:r>
              <a:rPr lang="en-US" sz="1600" dirty="0">
                <a:solidFill>
                  <a:srgbClr val="C00000"/>
                </a:solidFill>
              </a:rPr>
              <a:t>, grouped by </a:t>
            </a:r>
            <a:r>
              <a:rPr lang="en-US" sz="1600" dirty="0" err="1">
                <a:solidFill>
                  <a:srgbClr val="C00000"/>
                </a:solidFill>
              </a:rPr>
              <a:t>plantingID</a:t>
            </a:r>
            <a:r>
              <a:rPr lang="en-US" sz="1600" dirty="0">
                <a:solidFill>
                  <a:srgbClr val="C00000"/>
                </a:solidFill>
              </a:rPr>
              <a:t> in </a:t>
            </a:r>
            <a:r>
              <a:rPr lang="en-US" sz="1600" dirty="0" err="1">
                <a:solidFill>
                  <a:srgbClr val="C00000"/>
                </a:solidFill>
              </a:rPr>
              <a:t>create_lyrs.r</a:t>
            </a:r>
            <a:r>
              <a:rPr lang="en-US" sz="1600" dirty="0">
                <a:solidFill>
                  <a:srgbClr val="C00000"/>
                </a:solidFill>
              </a:rPr>
              <a:t>, gave</a:t>
            </a:r>
          </a:p>
          <a:p>
            <a:pPr marL="631825" lvl="1" indent="-174625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204 plantings with coords present</a:t>
            </a:r>
          </a:p>
          <a:p>
            <a:pPr marL="631825" lvl="1" indent="-174625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23 plantings with coords absent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C00000"/>
                </a:solidFill>
              </a:rPr>
              <a:t>Summary of </a:t>
            </a:r>
            <a:r>
              <a:rPr lang="en-US" sz="1600" dirty="0" err="1">
                <a:solidFill>
                  <a:srgbClr val="C00000"/>
                </a:solidFill>
              </a:rPr>
              <a:t>p_gps_pts</a:t>
            </a:r>
            <a:r>
              <a:rPr lang="en-US" sz="1600" dirty="0">
                <a:solidFill>
                  <a:srgbClr val="C00000"/>
                </a:solidFill>
              </a:rPr>
              <a:t>, grouped by </a:t>
            </a:r>
            <a:r>
              <a:rPr lang="en-US" sz="1600" dirty="0" err="1">
                <a:solidFill>
                  <a:srgbClr val="C00000"/>
                </a:solidFill>
              </a:rPr>
              <a:t>planting_location_code</a:t>
            </a:r>
            <a:r>
              <a:rPr lang="en-US" sz="1600" dirty="0">
                <a:solidFill>
                  <a:srgbClr val="C00000"/>
                </a:solidFill>
              </a:rPr>
              <a:t> in </a:t>
            </a:r>
            <a:r>
              <a:rPr lang="en-US" sz="1600" dirty="0" err="1">
                <a:solidFill>
                  <a:srgbClr val="C00000"/>
                </a:solidFill>
              </a:rPr>
              <a:t>create_locations.r</a:t>
            </a:r>
            <a:r>
              <a:rPr lang="en-US" sz="1600" dirty="0">
                <a:solidFill>
                  <a:srgbClr val="C00000"/>
                </a:solidFill>
              </a:rPr>
              <a:t>, gave</a:t>
            </a:r>
          </a:p>
          <a:p>
            <a:pPr marL="631825" lvl="1" indent="-174625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118 good planting locations (with coords)</a:t>
            </a:r>
          </a:p>
          <a:p>
            <a:pPr marL="631825" lvl="1" indent="-174625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12 planting locations missing coords</a:t>
            </a:r>
          </a:p>
          <a:p>
            <a:pPr marL="631825" lvl="1" indent="-174625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42 planting locations with multiple sets of coords</a:t>
            </a:r>
          </a:p>
          <a:p>
            <a:endParaRPr lang="en-US" sz="1600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Need an approach to locations</a:t>
            </a:r>
          </a:p>
          <a:p>
            <a:r>
              <a:rPr lang="en-US" dirty="0">
                <a:solidFill>
                  <a:srgbClr val="FF0000"/>
                </a:solidFill>
              </a:rPr>
              <a:t> and an approach to minimize plantings without coords.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240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530B9661-8511-330E-89B6-36C854FA7E81}"/>
              </a:ext>
            </a:extLst>
          </p:cNvPr>
          <p:cNvSpPr/>
          <p:nvPr/>
        </p:nvSpPr>
        <p:spPr>
          <a:xfrm>
            <a:off x="3298158" y="243191"/>
            <a:ext cx="1666250" cy="5972783"/>
          </a:xfrm>
          <a:custGeom>
            <a:avLst/>
            <a:gdLst>
              <a:gd name="csX0" fmla="*/ 18456 w 1793100"/>
              <a:gd name="csY0" fmla="*/ 0 h 5963055"/>
              <a:gd name="csX1" fmla="*/ 222737 w 1793100"/>
              <a:gd name="csY1" fmla="*/ 1682885 h 5963055"/>
              <a:gd name="csX2" fmla="*/ 1594337 w 1793100"/>
              <a:gd name="csY2" fmla="*/ 2568102 h 5963055"/>
              <a:gd name="csX3" fmla="*/ 1662431 w 1793100"/>
              <a:gd name="csY3" fmla="*/ 4387175 h 5963055"/>
              <a:gd name="csX4" fmla="*/ 427018 w 1793100"/>
              <a:gd name="csY4" fmla="*/ 4961107 h 5963055"/>
              <a:gd name="csX5" fmla="*/ 135188 w 1793100"/>
              <a:gd name="csY5" fmla="*/ 5963055 h 5963055"/>
              <a:gd name="csX0" fmla="*/ 63676 w 1711860"/>
              <a:gd name="csY0" fmla="*/ 0 h 5972783"/>
              <a:gd name="csX1" fmla="*/ 141497 w 1711860"/>
              <a:gd name="csY1" fmla="*/ 1692613 h 5972783"/>
              <a:gd name="csX2" fmla="*/ 1513097 w 1711860"/>
              <a:gd name="csY2" fmla="*/ 2577830 h 5972783"/>
              <a:gd name="csX3" fmla="*/ 1581191 w 1711860"/>
              <a:gd name="csY3" fmla="*/ 4396903 h 5972783"/>
              <a:gd name="csX4" fmla="*/ 345778 w 1711860"/>
              <a:gd name="csY4" fmla="*/ 4970835 h 5972783"/>
              <a:gd name="csX5" fmla="*/ 53948 w 1711860"/>
              <a:gd name="csY5" fmla="*/ 5972783 h 5972783"/>
              <a:gd name="csX0" fmla="*/ 48157 w 1696341"/>
              <a:gd name="csY0" fmla="*/ 0 h 5972783"/>
              <a:gd name="csX1" fmla="*/ 125978 w 1696341"/>
              <a:gd name="csY1" fmla="*/ 1692613 h 5972783"/>
              <a:gd name="csX2" fmla="*/ 1497578 w 1696341"/>
              <a:gd name="csY2" fmla="*/ 2577830 h 5972783"/>
              <a:gd name="csX3" fmla="*/ 1565672 w 1696341"/>
              <a:gd name="csY3" fmla="*/ 4396903 h 5972783"/>
              <a:gd name="csX4" fmla="*/ 330259 w 1696341"/>
              <a:gd name="csY4" fmla="*/ 4970835 h 5972783"/>
              <a:gd name="csX5" fmla="*/ 38429 w 1696341"/>
              <a:gd name="csY5" fmla="*/ 5972783 h 5972783"/>
              <a:gd name="csX0" fmla="*/ 48157 w 1706277"/>
              <a:gd name="csY0" fmla="*/ 0 h 5972783"/>
              <a:gd name="csX1" fmla="*/ 125978 w 1706277"/>
              <a:gd name="csY1" fmla="*/ 1692613 h 5972783"/>
              <a:gd name="csX2" fmla="*/ 1497578 w 1706277"/>
              <a:gd name="csY2" fmla="*/ 2577830 h 5972783"/>
              <a:gd name="csX3" fmla="*/ 1565672 w 1706277"/>
              <a:gd name="csY3" fmla="*/ 4396903 h 5972783"/>
              <a:gd name="csX4" fmla="*/ 330259 w 1706277"/>
              <a:gd name="csY4" fmla="*/ 4970835 h 5972783"/>
              <a:gd name="csX5" fmla="*/ 38429 w 1706277"/>
              <a:gd name="csY5" fmla="*/ 5972783 h 5972783"/>
              <a:gd name="csX0" fmla="*/ 48157 w 1698588"/>
              <a:gd name="csY0" fmla="*/ 0 h 5972783"/>
              <a:gd name="csX1" fmla="*/ 125978 w 1698588"/>
              <a:gd name="csY1" fmla="*/ 1692613 h 5972783"/>
              <a:gd name="csX2" fmla="*/ 1497578 w 1698588"/>
              <a:gd name="csY2" fmla="*/ 2577830 h 5972783"/>
              <a:gd name="csX3" fmla="*/ 1565672 w 1698588"/>
              <a:gd name="csY3" fmla="*/ 4396903 h 5972783"/>
              <a:gd name="csX4" fmla="*/ 330259 w 1698588"/>
              <a:gd name="csY4" fmla="*/ 4970835 h 5972783"/>
              <a:gd name="csX5" fmla="*/ 38429 w 1698588"/>
              <a:gd name="csY5" fmla="*/ 5972783 h 5972783"/>
              <a:gd name="csX0" fmla="*/ 48157 w 1646566"/>
              <a:gd name="csY0" fmla="*/ 0 h 5972783"/>
              <a:gd name="csX1" fmla="*/ 125978 w 1646566"/>
              <a:gd name="csY1" fmla="*/ 1692613 h 5972783"/>
              <a:gd name="csX2" fmla="*/ 1497578 w 1646566"/>
              <a:gd name="csY2" fmla="*/ 2577830 h 5972783"/>
              <a:gd name="csX3" fmla="*/ 1565672 w 1646566"/>
              <a:gd name="csY3" fmla="*/ 4396903 h 5972783"/>
              <a:gd name="csX4" fmla="*/ 330259 w 1646566"/>
              <a:gd name="csY4" fmla="*/ 4970835 h 5972783"/>
              <a:gd name="csX5" fmla="*/ 38429 w 1646566"/>
              <a:gd name="csY5" fmla="*/ 5972783 h 5972783"/>
              <a:gd name="csX0" fmla="*/ 48157 w 1584310"/>
              <a:gd name="csY0" fmla="*/ 0 h 5972783"/>
              <a:gd name="csX1" fmla="*/ 125978 w 1584310"/>
              <a:gd name="csY1" fmla="*/ 1692613 h 5972783"/>
              <a:gd name="csX2" fmla="*/ 1497578 w 1584310"/>
              <a:gd name="csY2" fmla="*/ 2577830 h 5972783"/>
              <a:gd name="csX3" fmla="*/ 1565672 w 1584310"/>
              <a:gd name="csY3" fmla="*/ 4396903 h 5972783"/>
              <a:gd name="csX4" fmla="*/ 330259 w 1584310"/>
              <a:gd name="csY4" fmla="*/ 4970835 h 5972783"/>
              <a:gd name="csX5" fmla="*/ 38429 w 1584310"/>
              <a:gd name="csY5" fmla="*/ 5972783 h 5972783"/>
              <a:gd name="csX0" fmla="*/ 48157 w 1666250"/>
              <a:gd name="csY0" fmla="*/ 0 h 5972783"/>
              <a:gd name="csX1" fmla="*/ 125978 w 1666250"/>
              <a:gd name="csY1" fmla="*/ 1692613 h 5972783"/>
              <a:gd name="csX2" fmla="*/ 1497578 w 1666250"/>
              <a:gd name="csY2" fmla="*/ 2577830 h 5972783"/>
              <a:gd name="csX3" fmla="*/ 1565672 w 1666250"/>
              <a:gd name="csY3" fmla="*/ 4396903 h 5972783"/>
              <a:gd name="csX4" fmla="*/ 213527 w 1666250"/>
              <a:gd name="csY4" fmla="*/ 4902741 h 5972783"/>
              <a:gd name="csX5" fmla="*/ 38429 w 1666250"/>
              <a:gd name="csY5" fmla="*/ 5972783 h 59727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666250" h="5972783">
                <a:moveTo>
                  <a:pt x="48157" y="0"/>
                </a:moveTo>
                <a:cubicBezTo>
                  <a:pt x="18974" y="627434"/>
                  <a:pt x="-76682" y="1243520"/>
                  <a:pt x="125978" y="1692613"/>
                </a:cubicBezTo>
                <a:cubicBezTo>
                  <a:pt x="328638" y="2141706"/>
                  <a:pt x="1393817" y="1504545"/>
                  <a:pt x="1497578" y="2577830"/>
                </a:cubicBezTo>
                <a:cubicBezTo>
                  <a:pt x="1601339" y="3651115"/>
                  <a:pt x="1779680" y="4009418"/>
                  <a:pt x="1565672" y="4396903"/>
                </a:cubicBezTo>
                <a:cubicBezTo>
                  <a:pt x="1351664" y="4784388"/>
                  <a:pt x="468067" y="4640094"/>
                  <a:pt x="213527" y="4902741"/>
                </a:cubicBezTo>
                <a:cubicBezTo>
                  <a:pt x="-41013" y="5165388"/>
                  <a:pt x="57074" y="5603132"/>
                  <a:pt x="38429" y="5972783"/>
                </a:cubicBezTo>
              </a:path>
            </a:pathLst>
          </a:custGeom>
          <a:noFill/>
          <a:ln w="571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F9265CB6-2D04-501C-0F09-3FFF83160315}"/>
              </a:ext>
            </a:extLst>
          </p:cNvPr>
          <p:cNvSpPr/>
          <p:nvPr/>
        </p:nvSpPr>
        <p:spPr>
          <a:xfrm>
            <a:off x="5223754" y="525294"/>
            <a:ext cx="1622176" cy="6089515"/>
          </a:xfrm>
          <a:custGeom>
            <a:avLst/>
            <a:gdLst>
              <a:gd name="csX0" fmla="*/ 0 w 1816037"/>
              <a:gd name="csY0" fmla="*/ 0 h 6050605"/>
              <a:gd name="csX1" fmla="*/ 1653702 w 1816037"/>
              <a:gd name="csY1" fmla="*/ 2947481 h 6050605"/>
              <a:gd name="csX2" fmla="*/ 1663429 w 1816037"/>
              <a:gd name="csY2" fmla="*/ 6050605 h 6050605"/>
              <a:gd name="csX0" fmla="*/ 0 w 1816037"/>
              <a:gd name="csY0" fmla="*/ 0 h 6050605"/>
              <a:gd name="csX1" fmla="*/ 1653702 w 1816037"/>
              <a:gd name="csY1" fmla="*/ 2947481 h 6050605"/>
              <a:gd name="csX2" fmla="*/ 1663429 w 1816037"/>
              <a:gd name="csY2" fmla="*/ 6050605 h 6050605"/>
              <a:gd name="csX0" fmla="*/ 0 w 1741799"/>
              <a:gd name="csY0" fmla="*/ 0 h 6050605"/>
              <a:gd name="csX1" fmla="*/ 1653702 w 1741799"/>
              <a:gd name="csY1" fmla="*/ 2947481 h 6050605"/>
              <a:gd name="csX2" fmla="*/ 1663429 w 1741799"/>
              <a:gd name="csY2" fmla="*/ 6050605 h 6050605"/>
              <a:gd name="csX0" fmla="*/ 0 w 1690270"/>
              <a:gd name="csY0" fmla="*/ 0 h 6050605"/>
              <a:gd name="csX1" fmla="*/ 1653702 w 1690270"/>
              <a:gd name="csY1" fmla="*/ 2947481 h 6050605"/>
              <a:gd name="csX2" fmla="*/ 1663429 w 1690270"/>
              <a:gd name="csY2" fmla="*/ 6050605 h 6050605"/>
              <a:gd name="csX0" fmla="*/ 0 w 1622176"/>
              <a:gd name="csY0" fmla="*/ 0 h 6089515"/>
              <a:gd name="csX1" fmla="*/ 1585608 w 1622176"/>
              <a:gd name="csY1" fmla="*/ 2986391 h 6089515"/>
              <a:gd name="csX2" fmla="*/ 1595335 w 1622176"/>
              <a:gd name="csY2" fmla="*/ 6089515 h 60895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22176" h="6089515">
                <a:moveTo>
                  <a:pt x="0" y="0"/>
                </a:moveTo>
                <a:cubicBezTo>
                  <a:pt x="688232" y="969523"/>
                  <a:pt x="1551561" y="1783404"/>
                  <a:pt x="1585608" y="2986391"/>
                </a:cubicBezTo>
                <a:cubicBezTo>
                  <a:pt x="1668292" y="4121284"/>
                  <a:pt x="1583175" y="5012987"/>
                  <a:pt x="1595335" y="6089515"/>
                </a:cubicBezTo>
              </a:path>
            </a:pathLst>
          </a:custGeom>
          <a:noFill/>
          <a:ln w="571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 58">
            <a:extLst>
              <a:ext uri="{FF2B5EF4-FFF2-40B4-BE49-F238E27FC236}">
                <a16:creationId xmlns:a16="http://schemas.microsoft.com/office/drawing/2014/main" id="{4C469FAC-C07F-037F-EC31-D26B79491074}"/>
              </a:ext>
            </a:extLst>
          </p:cNvPr>
          <p:cNvSpPr/>
          <p:nvPr/>
        </p:nvSpPr>
        <p:spPr>
          <a:xfrm>
            <a:off x="4882393" y="3330429"/>
            <a:ext cx="2827090" cy="2298584"/>
          </a:xfrm>
          <a:custGeom>
            <a:avLst/>
            <a:gdLst>
              <a:gd name="csX0" fmla="*/ 0 w 2827090"/>
              <a:gd name="csY0" fmla="*/ 2298584 h 2298584"/>
              <a:gd name="csX1" fmla="*/ 1963024 w 2827090"/>
              <a:gd name="csY1" fmla="*/ 1493241 h 2298584"/>
              <a:gd name="csX2" fmla="*/ 2827090 w 2827090"/>
              <a:gd name="csY2" fmla="*/ 0 h 2298584"/>
              <a:gd name="csX0" fmla="*/ 0 w 2827090"/>
              <a:gd name="csY0" fmla="*/ 2298584 h 2298584"/>
              <a:gd name="csX1" fmla="*/ 1963024 w 2827090"/>
              <a:gd name="csY1" fmla="*/ 1493241 h 2298584"/>
              <a:gd name="csX2" fmla="*/ 2827090 w 2827090"/>
              <a:gd name="csY2" fmla="*/ 0 h 2298584"/>
              <a:gd name="csX0" fmla="*/ 0 w 2827090"/>
              <a:gd name="csY0" fmla="*/ 2298584 h 2298584"/>
              <a:gd name="csX1" fmla="*/ 1963024 w 2827090"/>
              <a:gd name="csY1" fmla="*/ 1493241 h 2298584"/>
              <a:gd name="csX2" fmla="*/ 2827090 w 2827090"/>
              <a:gd name="csY2" fmla="*/ 0 h 2298584"/>
              <a:gd name="csX0" fmla="*/ 0 w 2827090"/>
              <a:gd name="csY0" fmla="*/ 2298584 h 2298584"/>
              <a:gd name="csX1" fmla="*/ 1963024 w 2827090"/>
              <a:gd name="csY1" fmla="*/ 1493241 h 2298584"/>
              <a:gd name="csX2" fmla="*/ 2827090 w 2827090"/>
              <a:gd name="csY2" fmla="*/ 0 h 2298584"/>
              <a:gd name="csX0" fmla="*/ 0 w 2827090"/>
              <a:gd name="csY0" fmla="*/ 2298584 h 2298584"/>
              <a:gd name="csX1" fmla="*/ 1963024 w 2827090"/>
              <a:gd name="csY1" fmla="*/ 1493241 h 2298584"/>
              <a:gd name="csX2" fmla="*/ 2827090 w 2827090"/>
              <a:gd name="csY2" fmla="*/ 0 h 22985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827090" h="2298584">
                <a:moveTo>
                  <a:pt x="0" y="2298584"/>
                </a:moveTo>
                <a:cubicBezTo>
                  <a:pt x="829811" y="2272019"/>
                  <a:pt x="1609288" y="1834393"/>
                  <a:pt x="1963024" y="1493241"/>
                </a:cubicBezTo>
                <a:cubicBezTo>
                  <a:pt x="2358705" y="1084977"/>
                  <a:pt x="2160864" y="60121"/>
                  <a:pt x="2827090" y="0"/>
                </a:cubicBezTo>
              </a:path>
            </a:pathLst>
          </a:custGeom>
          <a:noFill/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 66">
            <a:extLst>
              <a:ext uri="{FF2B5EF4-FFF2-40B4-BE49-F238E27FC236}">
                <a16:creationId xmlns:a16="http://schemas.microsoft.com/office/drawing/2014/main" id="{891E5C1F-C693-FC21-C6D2-BE1974D8F3F0}"/>
              </a:ext>
            </a:extLst>
          </p:cNvPr>
          <p:cNvSpPr/>
          <p:nvPr/>
        </p:nvSpPr>
        <p:spPr>
          <a:xfrm>
            <a:off x="7431438" y="2281806"/>
            <a:ext cx="413207" cy="2944535"/>
          </a:xfrm>
          <a:custGeom>
            <a:avLst/>
            <a:gdLst>
              <a:gd name="csX0" fmla="*/ 0 w 125835"/>
              <a:gd name="csY0" fmla="*/ 2944535 h 2944535"/>
              <a:gd name="csX1" fmla="*/ 125835 w 125835"/>
              <a:gd name="csY1" fmla="*/ 0 h 2944535"/>
              <a:gd name="csX0" fmla="*/ 0 w 235350"/>
              <a:gd name="csY0" fmla="*/ 2944535 h 2944535"/>
              <a:gd name="csX1" fmla="*/ 125835 w 235350"/>
              <a:gd name="csY1" fmla="*/ 0 h 2944535"/>
              <a:gd name="csX0" fmla="*/ 40140 w 187756"/>
              <a:gd name="csY0" fmla="*/ 2944535 h 2944535"/>
              <a:gd name="csX1" fmla="*/ 165975 w 187756"/>
              <a:gd name="csY1" fmla="*/ 0 h 2944535"/>
              <a:gd name="csX0" fmla="*/ 0 w 355284"/>
              <a:gd name="csY0" fmla="*/ 2944535 h 2944535"/>
              <a:gd name="csX1" fmla="*/ 125835 w 355284"/>
              <a:gd name="csY1" fmla="*/ 0 h 2944535"/>
              <a:gd name="csX0" fmla="*/ 101876 w 413207"/>
              <a:gd name="csY0" fmla="*/ 2944535 h 2944535"/>
              <a:gd name="csX1" fmla="*/ 227711 w 413207"/>
              <a:gd name="csY1" fmla="*/ 0 h 294453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13207" h="2944535">
                <a:moveTo>
                  <a:pt x="101876" y="2944535"/>
                </a:moveTo>
                <a:cubicBezTo>
                  <a:pt x="1058221" y="2927757"/>
                  <a:pt x="-569243" y="192947"/>
                  <a:pt x="227711" y="0"/>
                </a:cubicBezTo>
              </a:path>
            </a:pathLst>
          </a:custGeom>
          <a:noFill/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ED1F09-6351-E795-E318-A20C479DCB53}"/>
              </a:ext>
            </a:extLst>
          </p:cNvPr>
          <p:cNvSpPr/>
          <p:nvPr/>
        </p:nvSpPr>
        <p:spPr>
          <a:xfrm>
            <a:off x="4757640" y="2498673"/>
            <a:ext cx="81064" cy="3878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DAA61-636A-167A-BF10-D9C62AAE5ABF}"/>
              </a:ext>
            </a:extLst>
          </p:cNvPr>
          <p:cNvSpPr/>
          <p:nvPr/>
        </p:nvSpPr>
        <p:spPr>
          <a:xfrm>
            <a:off x="4760884" y="3062935"/>
            <a:ext cx="81064" cy="3878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97202F-5269-B3A1-9550-91B91B620E13}"/>
              </a:ext>
            </a:extLst>
          </p:cNvPr>
          <p:cNvSpPr/>
          <p:nvPr/>
        </p:nvSpPr>
        <p:spPr>
          <a:xfrm>
            <a:off x="8973761" y="2935026"/>
            <a:ext cx="68097" cy="1877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F021BE-C797-2D88-A2DC-EC1C57124C11}"/>
              </a:ext>
            </a:extLst>
          </p:cNvPr>
          <p:cNvSpPr/>
          <p:nvPr/>
        </p:nvSpPr>
        <p:spPr>
          <a:xfrm>
            <a:off x="8912156" y="1069605"/>
            <a:ext cx="81064" cy="1558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3EF6BB-30C4-4646-80EE-00023B834A24}"/>
              </a:ext>
            </a:extLst>
          </p:cNvPr>
          <p:cNvSpPr/>
          <p:nvPr/>
        </p:nvSpPr>
        <p:spPr>
          <a:xfrm>
            <a:off x="8993220" y="3245429"/>
            <a:ext cx="81064" cy="3878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2E4861-F20C-839A-F738-717D7645DDBB}"/>
              </a:ext>
            </a:extLst>
          </p:cNvPr>
          <p:cNvSpPr/>
          <p:nvPr/>
        </p:nvSpPr>
        <p:spPr>
          <a:xfrm>
            <a:off x="2151434" y="850988"/>
            <a:ext cx="81064" cy="111613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6ABCC7-A3DA-BEAD-7F8E-92BDC6A20361}"/>
              </a:ext>
            </a:extLst>
          </p:cNvPr>
          <p:cNvSpPr txBox="1"/>
          <p:nvPr/>
        </p:nvSpPr>
        <p:spPr>
          <a:xfrm>
            <a:off x="4838704" y="2559009"/>
            <a:ext cx="13229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ln_plantings_1pt</a:t>
            </a:r>
          </a:p>
          <a:p>
            <a:r>
              <a:rPr lang="en-US" sz="1000" dirty="0"/>
              <a:t>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02C181-C779-4DB3-48EB-D9B5D2EB5829}"/>
              </a:ext>
            </a:extLst>
          </p:cNvPr>
          <p:cNvSpPr txBox="1"/>
          <p:nvPr/>
        </p:nvSpPr>
        <p:spPr>
          <a:xfrm>
            <a:off x="4863020" y="3089859"/>
            <a:ext cx="13229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ln_cln_plantings_2pt</a:t>
            </a:r>
          </a:p>
          <a:p>
            <a:r>
              <a:rPr lang="en-US" sz="10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F81F00-E7A6-4243-97DA-17CAA6DD8143}"/>
              </a:ext>
            </a:extLst>
          </p:cNvPr>
          <p:cNvSpPr txBox="1"/>
          <p:nvPr/>
        </p:nvSpPr>
        <p:spPr>
          <a:xfrm>
            <a:off x="2333831" y="1032627"/>
            <a:ext cx="9857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pt_plantings</a:t>
            </a:r>
            <a:endParaRPr lang="en-US" sz="1000" dirty="0"/>
          </a:p>
          <a:p>
            <a:r>
              <a:rPr lang="en-US" sz="1000" dirty="0"/>
              <a:t>168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DF2E68-DBC4-D65D-C845-DCC42B8E4DB8}"/>
              </a:ext>
            </a:extLst>
          </p:cNvPr>
          <p:cNvSpPr/>
          <p:nvPr/>
        </p:nvSpPr>
        <p:spPr>
          <a:xfrm>
            <a:off x="3275797" y="852483"/>
            <a:ext cx="81064" cy="40011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5B4845-0DBF-B970-33CE-C0B63C4338E5}"/>
              </a:ext>
            </a:extLst>
          </p:cNvPr>
          <p:cNvSpPr/>
          <p:nvPr/>
        </p:nvSpPr>
        <p:spPr>
          <a:xfrm>
            <a:off x="3275797" y="1488688"/>
            <a:ext cx="81064" cy="1916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034E2F-6BF4-32C2-75D8-B3B11F2AFCD7}"/>
              </a:ext>
            </a:extLst>
          </p:cNvPr>
          <p:cNvSpPr txBox="1"/>
          <p:nvPr/>
        </p:nvSpPr>
        <p:spPr>
          <a:xfrm>
            <a:off x="3299303" y="860548"/>
            <a:ext cx="1186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pt_plantings_cln</a:t>
            </a:r>
            <a:endParaRPr lang="en-US" sz="1000" dirty="0"/>
          </a:p>
          <a:p>
            <a:r>
              <a:rPr lang="en-US" sz="1000" dirty="0"/>
              <a:t>149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711E85-6069-1C4A-9783-72909BEE2CE9}"/>
              </a:ext>
            </a:extLst>
          </p:cNvPr>
          <p:cNvSpPr txBox="1"/>
          <p:nvPr/>
        </p:nvSpPr>
        <p:spPr>
          <a:xfrm>
            <a:off x="3356861" y="1384438"/>
            <a:ext cx="1475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pt_plantings_no</a:t>
            </a:r>
            <a:r>
              <a:rPr lang="en-US" sz="1000" dirty="0"/>
              <a:t> coords</a:t>
            </a:r>
          </a:p>
          <a:p>
            <a:r>
              <a:rPr lang="en-US" sz="1000" dirty="0"/>
              <a:t>19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194844-EC75-D7C1-2B11-5F77BA635529}"/>
              </a:ext>
            </a:extLst>
          </p:cNvPr>
          <p:cNvSpPr/>
          <p:nvPr/>
        </p:nvSpPr>
        <p:spPr>
          <a:xfrm>
            <a:off x="2151434" y="2547283"/>
            <a:ext cx="87549" cy="7976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807046-6FF6-7FEB-80A8-A288A37AEAC8}"/>
              </a:ext>
            </a:extLst>
          </p:cNvPr>
          <p:cNvSpPr txBox="1"/>
          <p:nvPr/>
        </p:nvSpPr>
        <p:spPr>
          <a:xfrm>
            <a:off x="2262494" y="2654286"/>
            <a:ext cx="902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ln_plantings</a:t>
            </a:r>
            <a:endParaRPr lang="en-US" sz="1000" dirty="0"/>
          </a:p>
          <a:p>
            <a:r>
              <a:rPr lang="en-US" sz="1000" dirty="0"/>
              <a:t>35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CDAE73-7217-34BB-5F69-27329849BDB2}"/>
              </a:ext>
            </a:extLst>
          </p:cNvPr>
          <p:cNvSpPr/>
          <p:nvPr/>
        </p:nvSpPr>
        <p:spPr>
          <a:xfrm>
            <a:off x="1131653" y="815120"/>
            <a:ext cx="81064" cy="111613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C53919-C338-F790-806D-00971349364F}"/>
              </a:ext>
            </a:extLst>
          </p:cNvPr>
          <p:cNvSpPr txBox="1"/>
          <p:nvPr/>
        </p:nvSpPr>
        <p:spPr>
          <a:xfrm>
            <a:off x="1172185" y="1109264"/>
            <a:ext cx="891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pt_recs</a:t>
            </a:r>
            <a:endParaRPr lang="en-US" sz="1000" dirty="0"/>
          </a:p>
          <a:p>
            <a:r>
              <a:rPr lang="en-US" sz="1000" dirty="0"/>
              <a:t>168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5546D8-0762-BE98-4083-21600FE46AF5}"/>
              </a:ext>
            </a:extLst>
          </p:cNvPr>
          <p:cNvSpPr/>
          <p:nvPr/>
        </p:nvSpPr>
        <p:spPr>
          <a:xfrm>
            <a:off x="1125168" y="2526873"/>
            <a:ext cx="87549" cy="7976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E87337-20FD-C8F0-87F2-A6980D388AE5}"/>
              </a:ext>
            </a:extLst>
          </p:cNvPr>
          <p:cNvSpPr txBox="1"/>
          <p:nvPr/>
        </p:nvSpPr>
        <p:spPr>
          <a:xfrm>
            <a:off x="1093991" y="2734971"/>
            <a:ext cx="748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ln_recs</a:t>
            </a:r>
            <a:endParaRPr lang="en-US" sz="1000" dirty="0"/>
          </a:p>
          <a:p>
            <a:r>
              <a:rPr lang="en-US" sz="1000" dirty="0"/>
              <a:t>60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0ABF959-5BC4-471A-54AD-ACA7AF7AF094}"/>
              </a:ext>
            </a:extLst>
          </p:cNvPr>
          <p:cNvSpPr/>
          <p:nvPr/>
        </p:nvSpPr>
        <p:spPr>
          <a:xfrm>
            <a:off x="5552061" y="820297"/>
            <a:ext cx="81064" cy="40011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03D427-46CE-A87E-7479-DB97639C94FE}"/>
              </a:ext>
            </a:extLst>
          </p:cNvPr>
          <p:cNvSpPr txBox="1"/>
          <p:nvPr/>
        </p:nvSpPr>
        <p:spPr>
          <a:xfrm>
            <a:off x="5592593" y="832572"/>
            <a:ext cx="1186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planting_pt</a:t>
            </a:r>
            <a:endParaRPr lang="en-US" sz="1000" dirty="0"/>
          </a:p>
          <a:p>
            <a:r>
              <a:rPr lang="en-US" sz="1000" dirty="0"/>
              <a:t>159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42BF2F3-4CF6-0944-53D2-C766BDB236C6}"/>
              </a:ext>
            </a:extLst>
          </p:cNvPr>
          <p:cNvSpPr/>
          <p:nvPr/>
        </p:nvSpPr>
        <p:spPr>
          <a:xfrm>
            <a:off x="1076530" y="4129908"/>
            <a:ext cx="81064" cy="38783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B3344F-1E47-7B91-09A1-81AD7247D778}"/>
              </a:ext>
            </a:extLst>
          </p:cNvPr>
          <p:cNvSpPr txBox="1"/>
          <p:nvPr/>
        </p:nvSpPr>
        <p:spPr>
          <a:xfrm>
            <a:off x="1117062" y="4107271"/>
            <a:ext cx="748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py_recs</a:t>
            </a:r>
            <a:endParaRPr lang="en-US" sz="1000" dirty="0"/>
          </a:p>
          <a:p>
            <a:r>
              <a:rPr lang="en-US" sz="1000" dirty="0"/>
              <a:t>48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CD8231A-1A62-26D7-A849-A406F6B93420}"/>
              </a:ext>
            </a:extLst>
          </p:cNvPr>
          <p:cNvSpPr/>
          <p:nvPr/>
        </p:nvSpPr>
        <p:spPr>
          <a:xfrm>
            <a:off x="1076520" y="5460687"/>
            <a:ext cx="82296" cy="19391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BBC36A-8DB4-451A-9CF8-88561C17841B}"/>
              </a:ext>
            </a:extLst>
          </p:cNvPr>
          <p:cNvSpPr txBox="1"/>
          <p:nvPr/>
        </p:nvSpPr>
        <p:spPr>
          <a:xfrm>
            <a:off x="1106516" y="5340516"/>
            <a:ext cx="748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grid_recs</a:t>
            </a:r>
            <a:endParaRPr lang="en-US" sz="1000" dirty="0"/>
          </a:p>
          <a:p>
            <a:r>
              <a:rPr lang="en-US" sz="1000" dirty="0"/>
              <a:t>12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494EC8-87B3-112F-7B4C-9687216B1468}"/>
              </a:ext>
            </a:extLst>
          </p:cNvPr>
          <p:cNvSpPr/>
          <p:nvPr/>
        </p:nvSpPr>
        <p:spPr>
          <a:xfrm>
            <a:off x="2096311" y="4208369"/>
            <a:ext cx="76199" cy="29278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C3F10B-430C-4A9B-C1BE-DAF99A70EFA9}"/>
              </a:ext>
            </a:extLst>
          </p:cNvPr>
          <p:cNvSpPr txBox="1"/>
          <p:nvPr/>
        </p:nvSpPr>
        <p:spPr>
          <a:xfrm>
            <a:off x="2207371" y="4128546"/>
            <a:ext cx="902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py_plantings</a:t>
            </a:r>
            <a:endParaRPr lang="en-US" sz="1000" dirty="0"/>
          </a:p>
          <a:p>
            <a:r>
              <a:rPr lang="en-US" sz="1000" dirty="0"/>
              <a:t>12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86E6CC8-5D07-6368-DA13-F6A7E149010F}"/>
              </a:ext>
            </a:extLst>
          </p:cNvPr>
          <p:cNvSpPr/>
          <p:nvPr/>
        </p:nvSpPr>
        <p:spPr>
          <a:xfrm>
            <a:off x="2085765" y="5467317"/>
            <a:ext cx="70527" cy="19391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A276EE-5199-3DD7-365D-649D9CDA7F46}"/>
              </a:ext>
            </a:extLst>
          </p:cNvPr>
          <p:cNvSpPr txBox="1"/>
          <p:nvPr/>
        </p:nvSpPr>
        <p:spPr>
          <a:xfrm>
            <a:off x="2196824" y="5347146"/>
            <a:ext cx="9857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grid_plantings</a:t>
            </a:r>
            <a:endParaRPr lang="en-US" sz="1000" dirty="0"/>
          </a:p>
          <a:p>
            <a:r>
              <a:rPr lang="en-US" sz="1000" dirty="0"/>
              <a:t>12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7D16656C-E0AF-B118-BCA5-7D46074F14E8}"/>
              </a:ext>
            </a:extLst>
          </p:cNvPr>
          <p:cNvSpPr/>
          <p:nvPr/>
        </p:nvSpPr>
        <p:spPr>
          <a:xfrm>
            <a:off x="4937603" y="1170214"/>
            <a:ext cx="564204" cy="1342417"/>
          </a:xfrm>
          <a:custGeom>
            <a:avLst/>
            <a:gdLst>
              <a:gd name="csX0" fmla="*/ 0 w 565387"/>
              <a:gd name="csY0" fmla="*/ 1357646 h 1357646"/>
              <a:gd name="csX1" fmla="*/ 476655 w 565387"/>
              <a:gd name="csY1" fmla="*/ 190327 h 1357646"/>
              <a:gd name="csX2" fmla="*/ 564204 w 565387"/>
              <a:gd name="csY2" fmla="*/ 15229 h 1357646"/>
              <a:gd name="csX0" fmla="*/ 0 w 564204"/>
              <a:gd name="csY0" fmla="*/ 1342417 h 1342417"/>
              <a:gd name="csX1" fmla="*/ 564204 w 564204"/>
              <a:gd name="csY1" fmla="*/ 0 h 1342417"/>
              <a:gd name="csX0" fmla="*/ 0 w 564204"/>
              <a:gd name="csY0" fmla="*/ 1342417 h 1342417"/>
              <a:gd name="csX1" fmla="*/ 564204 w 564204"/>
              <a:gd name="csY1" fmla="*/ 0 h 1342417"/>
              <a:gd name="csX0" fmla="*/ 0 w 564204"/>
              <a:gd name="csY0" fmla="*/ 1342417 h 1342417"/>
              <a:gd name="csX1" fmla="*/ 564204 w 564204"/>
              <a:gd name="csY1" fmla="*/ 0 h 1342417"/>
              <a:gd name="csX0" fmla="*/ 0 w 564204"/>
              <a:gd name="csY0" fmla="*/ 1342417 h 1342417"/>
              <a:gd name="csX1" fmla="*/ 564204 w 564204"/>
              <a:gd name="csY1" fmla="*/ 0 h 13424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64204" h="1342417">
                <a:moveTo>
                  <a:pt x="0" y="1342417"/>
                </a:moveTo>
                <a:cubicBezTo>
                  <a:pt x="324255" y="1332689"/>
                  <a:pt x="55123" y="0"/>
                  <a:pt x="564204" y="0"/>
                </a:cubicBezTo>
              </a:path>
            </a:pathLst>
          </a:custGeom>
          <a:noFill/>
          <a:ln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6F082C8-39FD-7C61-B8FE-3590E4A25BB9}"/>
              </a:ext>
            </a:extLst>
          </p:cNvPr>
          <p:cNvSpPr/>
          <p:nvPr/>
        </p:nvSpPr>
        <p:spPr>
          <a:xfrm>
            <a:off x="262649" y="841954"/>
            <a:ext cx="87549" cy="38783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8D1C5A-DC0D-09E2-625D-8934D2198D3C}"/>
              </a:ext>
            </a:extLst>
          </p:cNvPr>
          <p:cNvSpPr txBox="1"/>
          <p:nvPr/>
        </p:nvSpPr>
        <p:spPr>
          <a:xfrm>
            <a:off x="355066" y="1468141"/>
            <a:ext cx="721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gps_recs</a:t>
            </a:r>
            <a:endParaRPr lang="en-US" sz="1000" dirty="0"/>
          </a:p>
          <a:p>
            <a:r>
              <a:rPr lang="en-US" sz="1000" dirty="0"/>
              <a:t>288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DA6A340-2509-0F04-8EC5-1C1D48219A69}"/>
              </a:ext>
            </a:extLst>
          </p:cNvPr>
          <p:cNvSpPr/>
          <p:nvPr/>
        </p:nvSpPr>
        <p:spPr>
          <a:xfrm>
            <a:off x="3330101" y="5295903"/>
            <a:ext cx="70527" cy="12827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2B0DB32-DBDA-81A6-A337-D943C88AA080}"/>
              </a:ext>
            </a:extLst>
          </p:cNvPr>
          <p:cNvSpPr/>
          <p:nvPr/>
        </p:nvSpPr>
        <p:spPr>
          <a:xfrm>
            <a:off x="3340228" y="5547201"/>
            <a:ext cx="49854" cy="6053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EA2693D-4F80-B26D-B85F-2BEDECBC2740}"/>
              </a:ext>
            </a:extLst>
          </p:cNvPr>
          <p:cNvSpPr txBox="1"/>
          <p:nvPr/>
        </p:nvSpPr>
        <p:spPr>
          <a:xfrm>
            <a:off x="3400628" y="5147091"/>
            <a:ext cx="12863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grid_plantings_cln</a:t>
            </a:r>
            <a:endParaRPr lang="en-US" sz="1000" dirty="0"/>
          </a:p>
          <a:p>
            <a:r>
              <a:rPr lang="en-US" sz="10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B93C9D5-1E81-E818-2949-2530223BC0EB}"/>
              </a:ext>
            </a:extLst>
          </p:cNvPr>
          <p:cNvSpPr txBox="1"/>
          <p:nvPr/>
        </p:nvSpPr>
        <p:spPr>
          <a:xfrm>
            <a:off x="3365155" y="5495958"/>
            <a:ext cx="1585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grid_plantings_no</a:t>
            </a:r>
            <a:r>
              <a:rPr lang="en-US" sz="1000" dirty="0"/>
              <a:t> coords</a:t>
            </a:r>
          </a:p>
          <a:p>
            <a:r>
              <a:rPr lang="en-US" sz="1000" dirty="0"/>
              <a:t>4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70E7CFD-7483-0DD7-79C5-A362416B9CA7}"/>
              </a:ext>
            </a:extLst>
          </p:cNvPr>
          <p:cNvSpPr/>
          <p:nvPr/>
        </p:nvSpPr>
        <p:spPr>
          <a:xfrm>
            <a:off x="4719128" y="3920828"/>
            <a:ext cx="81064" cy="18452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C2E54EB-245A-DC25-4BB6-C3C0454CF3A1}"/>
              </a:ext>
            </a:extLst>
          </p:cNvPr>
          <p:cNvSpPr/>
          <p:nvPr/>
        </p:nvSpPr>
        <p:spPr>
          <a:xfrm>
            <a:off x="4719128" y="4340810"/>
            <a:ext cx="87549" cy="7676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0A2254F-AD7B-2E8A-A1E2-139507A26D1A}"/>
              </a:ext>
            </a:extLst>
          </p:cNvPr>
          <p:cNvSpPr/>
          <p:nvPr/>
        </p:nvSpPr>
        <p:spPr>
          <a:xfrm>
            <a:off x="4719128" y="4653035"/>
            <a:ext cx="87549" cy="7860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ED36589-D173-4EA4-61A8-C34BE0ACB4B9}"/>
              </a:ext>
            </a:extLst>
          </p:cNvPr>
          <p:cNvSpPr txBox="1"/>
          <p:nvPr/>
        </p:nvSpPr>
        <p:spPr>
          <a:xfrm>
            <a:off x="4779257" y="3792163"/>
            <a:ext cx="1454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py_plantings_cln_4pt</a:t>
            </a:r>
          </a:p>
          <a:p>
            <a:r>
              <a:rPr lang="en-US" sz="10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290E5F-569F-61A5-6E7A-C4368AA99F54}"/>
              </a:ext>
            </a:extLst>
          </p:cNvPr>
          <p:cNvSpPr txBox="1"/>
          <p:nvPr/>
        </p:nvSpPr>
        <p:spPr>
          <a:xfrm>
            <a:off x="4779257" y="4198077"/>
            <a:ext cx="14314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py_plantings_cln_3pt</a:t>
            </a:r>
          </a:p>
          <a:p>
            <a:r>
              <a:rPr lang="en-US" sz="10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25D6CF1-3692-5F01-A863-1F90B0E95B38}"/>
              </a:ext>
            </a:extLst>
          </p:cNvPr>
          <p:cNvSpPr txBox="1"/>
          <p:nvPr/>
        </p:nvSpPr>
        <p:spPr>
          <a:xfrm>
            <a:off x="4779257" y="4531586"/>
            <a:ext cx="1454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py_plantings_cln_2pt</a:t>
            </a:r>
          </a:p>
          <a:p>
            <a:r>
              <a:rPr lang="en-US" sz="1000" dirty="0"/>
              <a:t>2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B9361667-2091-4FE8-BADA-38DFD9EF324F}"/>
              </a:ext>
            </a:extLst>
          </p:cNvPr>
          <p:cNvSpPr/>
          <p:nvPr/>
        </p:nvSpPr>
        <p:spPr>
          <a:xfrm>
            <a:off x="6151933" y="3344951"/>
            <a:ext cx="564204" cy="1342417"/>
          </a:xfrm>
          <a:custGeom>
            <a:avLst/>
            <a:gdLst>
              <a:gd name="csX0" fmla="*/ 0 w 565387"/>
              <a:gd name="csY0" fmla="*/ 1357646 h 1357646"/>
              <a:gd name="csX1" fmla="*/ 476655 w 565387"/>
              <a:gd name="csY1" fmla="*/ 190327 h 1357646"/>
              <a:gd name="csX2" fmla="*/ 564204 w 565387"/>
              <a:gd name="csY2" fmla="*/ 15229 h 1357646"/>
              <a:gd name="csX0" fmla="*/ 0 w 564204"/>
              <a:gd name="csY0" fmla="*/ 1342417 h 1342417"/>
              <a:gd name="csX1" fmla="*/ 564204 w 564204"/>
              <a:gd name="csY1" fmla="*/ 0 h 1342417"/>
              <a:gd name="csX0" fmla="*/ 0 w 564204"/>
              <a:gd name="csY0" fmla="*/ 1342417 h 1342417"/>
              <a:gd name="csX1" fmla="*/ 564204 w 564204"/>
              <a:gd name="csY1" fmla="*/ 0 h 1342417"/>
              <a:gd name="csX0" fmla="*/ 0 w 564204"/>
              <a:gd name="csY0" fmla="*/ 1342417 h 1342417"/>
              <a:gd name="csX1" fmla="*/ 564204 w 564204"/>
              <a:gd name="csY1" fmla="*/ 0 h 1342417"/>
              <a:gd name="csX0" fmla="*/ 0 w 564204"/>
              <a:gd name="csY0" fmla="*/ 1342417 h 1342417"/>
              <a:gd name="csX1" fmla="*/ 564204 w 564204"/>
              <a:gd name="csY1" fmla="*/ 0 h 13424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64204" h="1342417">
                <a:moveTo>
                  <a:pt x="0" y="1342417"/>
                </a:moveTo>
                <a:cubicBezTo>
                  <a:pt x="324255" y="1332689"/>
                  <a:pt x="55123" y="0"/>
                  <a:pt x="564204" y="0"/>
                </a:cubicBezTo>
              </a:path>
            </a:pathLst>
          </a:custGeom>
          <a:noFill/>
          <a:ln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0FADCC8-FDAB-E84B-411A-8B6311D9D4E5}"/>
              </a:ext>
            </a:extLst>
          </p:cNvPr>
          <p:cNvSpPr/>
          <p:nvPr/>
        </p:nvSpPr>
        <p:spPr>
          <a:xfrm>
            <a:off x="6766398" y="3086905"/>
            <a:ext cx="81064" cy="3878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40E8C92-55CC-CBBB-5D85-3B438ADFBC18}"/>
              </a:ext>
            </a:extLst>
          </p:cNvPr>
          <p:cNvSpPr txBox="1"/>
          <p:nvPr/>
        </p:nvSpPr>
        <p:spPr>
          <a:xfrm>
            <a:off x="6868534" y="3113829"/>
            <a:ext cx="13229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effectLst>
                  <a:glow rad="50800">
                    <a:schemeClr val="bg1">
                      <a:alpha val="78000"/>
                    </a:schemeClr>
                  </a:glow>
                </a:effectLst>
              </a:rPr>
              <a:t>planting_ln</a:t>
            </a:r>
            <a:endParaRPr lang="en-US" sz="1000" dirty="0">
              <a:effectLst>
                <a:glow rad="50800">
                  <a:schemeClr val="bg1">
                    <a:alpha val="78000"/>
                  </a:schemeClr>
                </a:glow>
              </a:effectLst>
            </a:endParaRPr>
          </a:p>
          <a:p>
            <a:r>
              <a:rPr lang="en-US" sz="1000" dirty="0">
                <a:effectLst>
                  <a:glow rad="50800">
                    <a:schemeClr val="bg1">
                      <a:alpha val="78000"/>
                    </a:schemeClr>
                  </a:glow>
                </a:effectLst>
              </a:rPr>
              <a:t>27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846F38-ADDD-FC79-D2D1-5792DE64D04C}"/>
              </a:ext>
            </a:extLst>
          </p:cNvPr>
          <p:cNvSpPr txBox="1"/>
          <p:nvPr/>
        </p:nvSpPr>
        <p:spPr>
          <a:xfrm>
            <a:off x="6919412" y="3896130"/>
            <a:ext cx="1454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effectLst>
                  <a:glow rad="88900">
                    <a:schemeClr val="bg1">
                      <a:alpha val="75378"/>
                    </a:schemeClr>
                  </a:glow>
                </a:effectLst>
              </a:rPr>
              <a:t>planting_py</a:t>
            </a:r>
            <a:endParaRPr lang="en-US" sz="1000" dirty="0">
              <a:effectLst>
                <a:glow rad="88900">
                  <a:schemeClr val="bg1">
                    <a:alpha val="75378"/>
                  </a:schemeClr>
                </a:glow>
              </a:effectLst>
            </a:endParaRPr>
          </a:p>
          <a:p>
            <a:r>
              <a:rPr lang="en-US" sz="1000" dirty="0">
                <a:effectLst>
                  <a:glow rad="88900">
                    <a:schemeClr val="bg1">
                      <a:alpha val="75378"/>
                    </a:schemeClr>
                  </a:glow>
                </a:effectLst>
              </a:rPr>
              <a:t>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EEE0A7-E838-7A8E-4208-4764CC1864A6}"/>
              </a:ext>
            </a:extLst>
          </p:cNvPr>
          <p:cNvSpPr/>
          <p:nvPr/>
        </p:nvSpPr>
        <p:spPr>
          <a:xfrm>
            <a:off x="6813319" y="3899489"/>
            <a:ext cx="76199" cy="29278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845D2CD3-1BD2-E08B-13B3-C8808A1F1B7E}"/>
              </a:ext>
            </a:extLst>
          </p:cNvPr>
          <p:cNvSpPr/>
          <p:nvPr/>
        </p:nvSpPr>
        <p:spPr>
          <a:xfrm>
            <a:off x="6122504" y="3915713"/>
            <a:ext cx="636105" cy="70722"/>
          </a:xfrm>
          <a:custGeom>
            <a:avLst/>
            <a:gdLst>
              <a:gd name="csX0" fmla="*/ 0 w 636105"/>
              <a:gd name="csY0" fmla="*/ 0 h 69574"/>
              <a:gd name="csX1" fmla="*/ 636105 w 636105"/>
              <a:gd name="csY1" fmla="*/ 69574 h 69574"/>
              <a:gd name="csX0" fmla="*/ 0 w 636105"/>
              <a:gd name="csY0" fmla="*/ 0 h 70793"/>
              <a:gd name="csX1" fmla="*/ 636105 w 636105"/>
              <a:gd name="csY1" fmla="*/ 69574 h 70793"/>
              <a:gd name="csX0" fmla="*/ 0 w 636105"/>
              <a:gd name="csY0" fmla="*/ 304 h 70722"/>
              <a:gd name="csX1" fmla="*/ 636105 w 636105"/>
              <a:gd name="csY1" fmla="*/ 69878 h 70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36105" h="70722">
                <a:moveTo>
                  <a:pt x="0" y="304"/>
                </a:moveTo>
                <a:cubicBezTo>
                  <a:pt x="224561" y="-5733"/>
                  <a:pt x="411544" y="80089"/>
                  <a:pt x="636105" y="69878"/>
                </a:cubicBezTo>
              </a:path>
            </a:pathLst>
          </a:custGeom>
          <a:noFill/>
          <a:ln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5CC45558-C687-C147-B236-08CCF3BD9772}"/>
              </a:ext>
            </a:extLst>
          </p:cNvPr>
          <p:cNvSpPr/>
          <p:nvPr/>
        </p:nvSpPr>
        <p:spPr>
          <a:xfrm>
            <a:off x="6091825" y="4116889"/>
            <a:ext cx="647178" cy="204620"/>
          </a:xfrm>
          <a:custGeom>
            <a:avLst/>
            <a:gdLst>
              <a:gd name="csX0" fmla="*/ 0 w 647178"/>
              <a:gd name="csY0" fmla="*/ 204591 h 204591"/>
              <a:gd name="csX1" fmla="*/ 647178 w 647178"/>
              <a:gd name="csY1" fmla="*/ 0 h 204591"/>
              <a:gd name="csX0" fmla="*/ 0 w 647178"/>
              <a:gd name="csY0" fmla="*/ 204591 h 204591"/>
              <a:gd name="csX1" fmla="*/ 647178 w 647178"/>
              <a:gd name="csY1" fmla="*/ 0 h 204591"/>
              <a:gd name="csX0" fmla="*/ 0 w 647178"/>
              <a:gd name="csY0" fmla="*/ 204591 h 204620"/>
              <a:gd name="csX1" fmla="*/ 647178 w 647178"/>
              <a:gd name="csY1" fmla="*/ 0 h 20462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7178" h="204620">
                <a:moveTo>
                  <a:pt x="0" y="204591"/>
                </a:moveTo>
                <a:cubicBezTo>
                  <a:pt x="215726" y="207375"/>
                  <a:pt x="431452" y="13918"/>
                  <a:pt x="647178" y="0"/>
                </a:cubicBezTo>
              </a:path>
            </a:pathLst>
          </a:custGeom>
          <a:noFill/>
          <a:ln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F16117C-E93E-553D-5465-6872273B16C0}"/>
              </a:ext>
            </a:extLst>
          </p:cNvPr>
          <p:cNvCxnSpPr>
            <a:stCxn id="12" idx="3"/>
          </p:cNvCxnSpPr>
          <p:nvPr/>
        </p:nvCxnSpPr>
        <p:spPr>
          <a:xfrm flipV="1">
            <a:off x="6185981" y="3207174"/>
            <a:ext cx="530156" cy="8274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150FF30-BBA1-C4F4-7E2D-91785648075A}"/>
              </a:ext>
            </a:extLst>
          </p:cNvPr>
          <p:cNvCxnSpPr>
            <a:stCxn id="16" idx="3"/>
          </p:cNvCxnSpPr>
          <p:nvPr/>
        </p:nvCxnSpPr>
        <p:spPr>
          <a:xfrm flipV="1">
            <a:off x="4486078" y="1032627"/>
            <a:ext cx="1015729" cy="27976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2D9679E1-4BAC-BA48-C59A-257390CDC79F}"/>
              </a:ext>
            </a:extLst>
          </p:cNvPr>
          <p:cNvSpPr/>
          <p:nvPr/>
        </p:nvSpPr>
        <p:spPr>
          <a:xfrm>
            <a:off x="6758609" y="5167633"/>
            <a:ext cx="70527" cy="12827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32C94E-F937-B57F-7394-72097CD9FD72}"/>
              </a:ext>
            </a:extLst>
          </p:cNvPr>
          <p:cNvSpPr txBox="1"/>
          <p:nvPr/>
        </p:nvSpPr>
        <p:spPr>
          <a:xfrm>
            <a:off x="6771263" y="5067207"/>
            <a:ext cx="12863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planting_gr</a:t>
            </a:r>
            <a:endParaRPr lang="en-US" sz="1000" dirty="0"/>
          </a:p>
          <a:p>
            <a:r>
              <a:rPr lang="en-US" sz="1000" dirty="0"/>
              <a:t>8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6508DE1-7F13-D615-9196-8199CD7F7CC7}"/>
              </a:ext>
            </a:extLst>
          </p:cNvPr>
          <p:cNvCxnSpPr/>
          <p:nvPr/>
        </p:nvCxnSpPr>
        <p:spPr>
          <a:xfrm>
            <a:off x="4570379" y="5295903"/>
            <a:ext cx="20055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B3EC0EC5-9D61-CF99-DD83-A92179FEF23D}"/>
              </a:ext>
            </a:extLst>
          </p:cNvPr>
          <p:cNvSpPr txBox="1"/>
          <p:nvPr/>
        </p:nvSpPr>
        <p:spPr>
          <a:xfrm>
            <a:off x="7935985" y="5424173"/>
            <a:ext cx="37663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planting relationships within a planting occasion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planting relationships across planting locations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Test / Large-scale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Planting_method</a:t>
            </a:r>
            <a:endParaRPr lang="en-US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36A0260-4A8B-3F99-2C18-0B712A54B012}"/>
              </a:ext>
            </a:extLst>
          </p:cNvPr>
          <p:cNvSpPr txBox="1"/>
          <p:nvPr/>
        </p:nvSpPr>
        <p:spPr>
          <a:xfrm>
            <a:off x="8984299" y="1453101"/>
            <a:ext cx="15442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Planting_location_codes</a:t>
            </a:r>
            <a:endParaRPr lang="en-US" sz="1000" dirty="0"/>
          </a:p>
          <a:p>
            <a:r>
              <a:rPr lang="en-US" sz="1000" dirty="0"/>
              <a:t>known coordinates</a:t>
            </a:r>
          </a:p>
          <a:p>
            <a:r>
              <a:rPr lang="en-US" sz="1000" dirty="0"/>
              <a:t>160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16AB1D7-E866-5271-7E44-C49EFC182B53}"/>
              </a:ext>
            </a:extLst>
          </p:cNvPr>
          <p:cNvSpPr txBox="1"/>
          <p:nvPr/>
        </p:nvSpPr>
        <p:spPr>
          <a:xfrm>
            <a:off x="9074284" y="3207174"/>
            <a:ext cx="15442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Planting_location_codes</a:t>
            </a:r>
            <a:endParaRPr lang="en-US" sz="1000" dirty="0"/>
          </a:p>
          <a:p>
            <a:r>
              <a:rPr lang="en-US" sz="1000" dirty="0"/>
              <a:t>unknown coordinates</a:t>
            </a:r>
          </a:p>
          <a:p>
            <a:r>
              <a:rPr lang="en-US" sz="1000" dirty="0"/>
              <a:t>18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0841662-720A-5FE5-9844-B2D7F7BF1419}"/>
              </a:ext>
            </a:extLst>
          </p:cNvPr>
          <p:cNvSpPr/>
          <p:nvPr/>
        </p:nvSpPr>
        <p:spPr>
          <a:xfrm>
            <a:off x="7779687" y="1059223"/>
            <a:ext cx="81064" cy="1558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2CC6CF-F0F5-3E85-F792-24F455C8A8B9}"/>
              </a:ext>
            </a:extLst>
          </p:cNvPr>
          <p:cNvSpPr/>
          <p:nvPr/>
        </p:nvSpPr>
        <p:spPr>
          <a:xfrm>
            <a:off x="7779686" y="3008578"/>
            <a:ext cx="81064" cy="3878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C65503B-189C-429D-108A-617AB44A93CE}"/>
              </a:ext>
            </a:extLst>
          </p:cNvPr>
          <p:cNvSpPr txBox="1"/>
          <p:nvPr/>
        </p:nvSpPr>
        <p:spPr>
          <a:xfrm>
            <a:off x="7860751" y="1376961"/>
            <a:ext cx="15442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Plantings with</a:t>
            </a:r>
          </a:p>
          <a:p>
            <a:r>
              <a:rPr lang="en-US" sz="1000" dirty="0"/>
              <a:t>coordinates</a:t>
            </a:r>
          </a:p>
          <a:p>
            <a:r>
              <a:rPr lang="en-US" sz="1000" dirty="0"/>
              <a:t>204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A12BE36-ADE2-E38B-5909-E8790792C55C}"/>
              </a:ext>
            </a:extLst>
          </p:cNvPr>
          <p:cNvSpPr txBox="1"/>
          <p:nvPr/>
        </p:nvSpPr>
        <p:spPr>
          <a:xfrm>
            <a:off x="7860751" y="2970323"/>
            <a:ext cx="11697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Plantings with</a:t>
            </a:r>
          </a:p>
          <a:p>
            <a:r>
              <a:rPr lang="en-US" sz="1000" dirty="0"/>
              <a:t>unknown coords</a:t>
            </a:r>
          </a:p>
          <a:p>
            <a:r>
              <a:rPr lang="en-US" sz="1000" dirty="0"/>
              <a:t>23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19B5D77-A214-239D-BEFB-BE8928806529}"/>
              </a:ext>
            </a:extLst>
          </p:cNvPr>
          <p:cNvSpPr txBox="1"/>
          <p:nvPr/>
        </p:nvSpPr>
        <p:spPr>
          <a:xfrm>
            <a:off x="9064542" y="2669118"/>
            <a:ext cx="15442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Planting_location_codes</a:t>
            </a:r>
            <a:endParaRPr lang="en-US" sz="1000" dirty="0"/>
          </a:p>
          <a:p>
            <a:r>
              <a:rPr lang="en-US" sz="1000" dirty="0"/>
              <a:t>known coordinates</a:t>
            </a:r>
          </a:p>
          <a:p>
            <a:r>
              <a:rPr lang="en-US" sz="1000" dirty="0"/>
              <a:t>5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6FBC816-53A8-AA48-4750-A91E06EA1753}"/>
              </a:ext>
            </a:extLst>
          </p:cNvPr>
          <p:cNvSpPr/>
          <p:nvPr/>
        </p:nvSpPr>
        <p:spPr>
          <a:xfrm>
            <a:off x="10691485" y="1105192"/>
            <a:ext cx="81064" cy="1558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6EF30A8-BE1F-9158-9A95-34FB0ADDCD04}"/>
              </a:ext>
            </a:extLst>
          </p:cNvPr>
          <p:cNvSpPr txBox="1"/>
          <p:nvPr/>
        </p:nvSpPr>
        <p:spPr>
          <a:xfrm>
            <a:off x="10763628" y="1488688"/>
            <a:ext cx="15442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Planting_location_codes</a:t>
            </a:r>
            <a:endParaRPr lang="en-US" sz="1000" dirty="0"/>
          </a:p>
          <a:p>
            <a:r>
              <a:rPr lang="en-US" sz="1000" dirty="0"/>
              <a:t>known coordinates</a:t>
            </a:r>
          </a:p>
          <a:p>
            <a:r>
              <a:rPr lang="en-US" sz="1000" dirty="0"/>
              <a:t>165</a:t>
            </a:r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7E51EC16-1C5E-02A9-78C8-712716F591FD}"/>
              </a:ext>
            </a:extLst>
          </p:cNvPr>
          <p:cNvSpPr/>
          <p:nvPr/>
        </p:nvSpPr>
        <p:spPr>
          <a:xfrm>
            <a:off x="9844391" y="2286000"/>
            <a:ext cx="768486" cy="379379"/>
          </a:xfrm>
          <a:custGeom>
            <a:avLst/>
            <a:gdLst>
              <a:gd name="csX0" fmla="*/ 0 w 768486"/>
              <a:gd name="csY0" fmla="*/ 379379 h 379379"/>
              <a:gd name="csX1" fmla="*/ 768486 w 768486"/>
              <a:gd name="csY1" fmla="*/ 0 h 379379"/>
              <a:gd name="csX0" fmla="*/ 0 w 768486"/>
              <a:gd name="csY0" fmla="*/ 379379 h 379379"/>
              <a:gd name="csX1" fmla="*/ 768486 w 768486"/>
              <a:gd name="csY1" fmla="*/ 0 h 379379"/>
              <a:gd name="csX0" fmla="*/ 0 w 768486"/>
              <a:gd name="csY0" fmla="*/ 379379 h 379379"/>
              <a:gd name="csX1" fmla="*/ 768486 w 768486"/>
              <a:gd name="csY1" fmla="*/ 0 h 37937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68486" h="379379">
                <a:moveTo>
                  <a:pt x="0" y="379379"/>
                </a:moveTo>
                <a:cubicBezTo>
                  <a:pt x="236707" y="359923"/>
                  <a:pt x="502596" y="9728"/>
                  <a:pt x="768486" y="0"/>
                </a:cubicBezTo>
              </a:path>
            </a:pathLst>
          </a:custGeom>
          <a:noFill/>
          <a:ln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310AE6D-8ADF-9D00-09C7-486B12564722}"/>
              </a:ext>
            </a:extLst>
          </p:cNvPr>
          <p:cNvSpPr/>
          <p:nvPr/>
        </p:nvSpPr>
        <p:spPr>
          <a:xfrm>
            <a:off x="10642838" y="3029491"/>
            <a:ext cx="81064" cy="3878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485799-8A5A-DC67-A24F-51A7C5F2E323}"/>
              </a:ext>
            </a:extLst>
          </p:cNvPr>
          <p:cNvSpPr txBox="1"/>
          <p:nvPr/>
        </p:nvSpPr>
        <p:spPr>
          <a:xfrm>
            <a:off x="10723902" y="2991236"/>
            <a:ext cx="15442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Planting_location_codes</a:t>
            </a:r>
            <a:endParaRPr lang="en-US" sz="1000" dirty="0"/>
          </a:p>
          <a:p>
            <a:r>
              <a:rPr lang="en-US" sz="1000" dirty="0"/>
              <a:t>unknown coordinates</a:t>
            </a:r>
          </a:p>
          <a:p>
            <a:r>
              <a:rPr lang="en-US" sz="1000" dirty="0"/>
              <a:t>18</a:t>
            </a:r>
          </a:p>
        </p:txBody>
      </p:sp>
      <p:sp>
        <p:nvSpPr>
          <p:cNvPr id="58" name="Freeform 57">
            <a:extLst>
              <a:ext uri="{FF2B5EF4-FFF2-40B4-BE49-F238E27FC236}">
                <a16:creationId xmlns:a16="http://schemas.microsoft.com/office/drawing/2014/main" id="{055B6D82-9674-EF47-D6B5-835E2F7AA9CE}"/>
              </a:ext>
            </a:extLst>
          </p:cNvPr>
          <p:cNvSpPr/>
          <p:nvPr/>
        </p:nvSpPr>
        <p:spPr>
          <a:xfrm>
            <a:off x="3900881" y="1627464"/>
            <a:ext cx="3791824" cy="1459685"/>
          </a:xfrm>
          <a:custGeom>
            <a:avLst/>
            <a:gdLst>
              <a:gd name="csX0" fmla="*/ 0 w 3791824"/>
              <a:gd name="csY0" fmla="*/ 0 h 1459685"/>
              <a:gd name="csX1" fmla="*/ 3791824 w 3791824"/>
              <a:gd name="csY1" fmla="*/ 1459685 h 1459685"/>
              <a:gd name="csX0" fmla="*/ 0 w 3791824"/>
              <a:gd name="csY0" fmla="*/ 0 h 1459685"/>
              <a:gd name="csX1" fmla="*/ 3791824 w 3791824"/>
              <a:gd name="csY1" fmla="*/ 1459685 h 1459685"/>
              <a:gd name="csX0" fmla="*/ 0 w 3791824"/>
              <a:gd name="csY0" fmla="*/ 0 h 1459685"/>
              <a:gd name="csX1" fmla="*/ 3791824 w 3791824"/>
              <a:gd name="csY1" fmla="*/ 1459685 h 1459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91824" h="1459685">
                <a:moveTo>
                  <a:pt x="0" y="0"/>
                </a:moveTo>
                <a:cubicBezTo>
                  <a:pt x="1230385" y="92279"/>
                  <a:pt x="2670496" y="1417740"/>
                  <a:pt x="3791824" y="1459685"/>
                </a:cubicBezTo>
              </a:path>
            </a:pathLst>
          </a:custGeom>
          <a:noFill/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 64">
            <a:extLst>
              <a:ext uri="{FF2B5EF4-FFF2-40B4-BE49-F238E27FC236}">
                <a16:creationId xmlns:a16="http://schemas.microsoft.com/office/drawing/2014/main" id="{FC9531D5-C169-16E6-F354-D8B05CE744A5}"/>
              </a:ext>
            </a:extLst>
          </p:cNvPr>
          <p:cNvSpPr/>
          <p:nvPr/>
        </p:nvSpPr>
        <p:spPr>
          <a:xfrm>
            <a:off x="6023295" y="1140903"/>
            <a:ext cx="1686188" cy="352337"/>
          </a:xfrm>
          <a:custGeom>
            <a:avLst/>
            <a:gdLst>
              <a:gd name="csX0" fmla="*/ 0 w 1686188"/>
              <a:gd name="csY0" fmla="*/ 0 h 352337"/>
              <a:gd name="csX1" fmla="*/ 1686188 w 1686188"/>
              <a:gd name="csY1" fmla="*/ 352337 h 352337"/>
              <a:gd name="csX0" fmla="*/ 0 w 1686188"/>
              <a:gd name="csY0" fmla="*/ 0 h 352337"/>
              <a:gd name="csX1" fmla="*/ 1686188 w 1686188"/>
              <a:gd name="csY1" fmla="*/ 352337 h 352337"/>
              <a:gd name="csX0" fmla="*/ 0 w 1686188"/>
              <a:gd name="csY0" fmla="*/ 0 h 352337"/>
              <a:gd name="csX1" fmla="*/ 1686188 w 1686188"/>
              <a:gd name="csY1" fmla="*/ 352337 h 35233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86188" h="352337">
                <a:moveTo>
                  <a:pt x="0" y="0"/>
                </a:moveTo>
                <a:cubicBezTo>
                  <a:pt x="578841" y="16778"/>
                  <a:pt x="1115736" y="343947"/>
                  <a:pt x="1686188" y="352337"/>
                </a:cubicBezTo>
              </a:path>
            </a:pathLst>
          </a:custGeom>
          <a:noFill/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 65">
            <a:extLst>
              <a:ext uri="{FF2B5EF4-FFF2-40B4-BE49-F238E27FC236}">
                <a16:creationId xmlns:a16="http://schemas.microsoft.com/office/drawing/2014/main" id="{97748B36-302E-BB5B-5014-EF4C8350C1BC}"/>
              </a:ext>
            </a:extLst>
          </p:cNvPr>
          <p:cNvSpPr/>
          <p:nvPr/>
        </p:nvSpPr>
        <p:spPr>
          <a:xfrm>
            <a:off x="6954473" y="1853967"/>
            <a:ext cx="721454" cy="1266738"/>
          </a:xfrm>
          <a:custGeom>
            <a:avLst/>
            <a:gdLst>
              <a:gd name="csX0" fmla="*/ 0 w 721454"/>
              <a:gd name="csY0" fmla="*/ 1266738 h 1266738"/>
              <a:gd name="csX1" fmla="*/ 721454 w 721454"/>
              <a:gd name="csY1" fmla="*/ 0 h 1266738"/>
              <a:gd name="csX0" fmla="*/ 0 w 721454"/>
              <a:gd name="csY0" fmla="*/ 1266738 h 1266738"/>
              <a:gd name="csX1" fmla="*/ 721454 w 721454"/>
              <a:gd name="csY1" fmla="*/ 0 h 1266738"/>
              <a:gd name="csX0" fmla="*/ 0 w 721454"/>
              <a:gd name="csY0" fmla="*/ 1266738 h 1266738"/>
              <a:gd name="csX1" fmla="*/ 721454 w 721454"/>
              <a:gd name="csY1" fmla="*/ 0 h 126673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21454" h="1266738">
                <a:moveTo>
                  <a:pt x="0" y="1266738"/>
                </a:moveTo>
                <a:cubicBezTo>
                  <a:pt x="324375" y="1247164"/>
                  <a:pt x="254466" y="19574"/>
                  <a:pt x="721454" y="0"/>
                </a:cubicBezTo>
              </a:path>
            </a:pathLst>
          </a:custGeom>
          <a:noFill/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F15E203-A647-EB72-450F-5F2788475573}"/>
              </a:ext>
            </a:extLst>
          </p:cNvPr>
          <p:cNvCxnSpPr/>
          <p:nvPr/>
        </p:nvCxnSpPr>
        <p:spPr>
          <a:xfrm>
            <a:off x="8445627" y="292447"/>
            <a:ext cx="0" cy="62937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637AE5A-FEBB-30E5-6325-292F8E1DA0F9}"/>
              </a:ext>
            </a:extLst>
          </p:cNvPr>
          <p:cNvSpPr txBox="1"/>
          <p:nvPr/>
        </p:nvSpPr>
        <p:spPr>
          <a:xfrm>
            <a:off x="165370" y="292447"/>
            <a:ext cx="184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A5B5348-380B-5147-6E36-E753F79F32EC}"/>
              </a:ext>
            </a:extLst>
          </p:cNvPr>
          <p:cNvSpPr txBox="1"/>
          <p:nvPr/>
        </p:nvSpPr>
        <p:spPr>
          <a:xfrm>
            <a:off x="3236567" y="376916"/>
            <a:ext cx="184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E1D182E-0603-F7D6-873D-1FD6F7D86DC4}"/>
              </a:ext>
            </a:extLst>
          </p:cNvPr>
          <p:cNvSpPr txBox="1"/>
          <p:nvPr/>
        </p:nvSpPr>
        <p:spPr>
          <a:xfrm>
            <a:off x="5051092" y="97348"/>
            <a:ext cx="184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04CC4C5-230D-3DDB-684D-8257A0C2A81D}"/>
              </a:ext>
            </a:extLst>
          </p:cNvPr>
          <p:cNvSpPr txBox="1"/>
          <p:nvPr/>
        </p:nvSpPr>
        <p:spPr>
          <a:xfrm>
            <a:off x="2069867" y="387523"/>
            <a:ext cx="184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C19321E-66E8-18AB-6F4D-046CC80DABD7}"/>
              </a:ext>
            </a:extLst>
          </p:cNvPr>
          <p:cNvSpPr txBox="1"/>
          <p:nvPr/>
        </p:nvSpPr>
        <p:spPr>
          <a:xfrm>
            <a:off x="1083626" y="385703"/>
            <a:ext cx="184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41F176F-7050-C6D9-12FD-1676C7D59B28}"/>
              </a:ext>
            </a:extLst>
          </p:cNvPr>
          <p:cNvSpPr txBox="1"/>
          <p:nvPr/>
        </p:nvSpPr>
        <p:spPr>
          <a:xfrm>
            <a:off x="7727282" y="613346"/>
            <a:ext cx="184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CE2DC99-4EBB-BAD5-FEE8-06E7BB98F48C}"/>
              </a:ext>
            </a:extLst>
          </p:cNvPr>
          <p:cNvSpPr txBox="1"/>
          <p:nvPr/>
        </p:nvSpPr>
        <p:spPr>
          <a:xfrm>
            <a:off x="8845679" y="553866"/>
            <a:ext cx="184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5B9A113-9E6A-8220-22CE-7E702667E34C}"/>
              </a:ext>
            </a:extLst>
          </p:cNvPr>
          <p:cNvSpPr txBox="1"/>
          <p:nvPr/>
        </p:nvSpPr>
        <p:spPr>
          <a:xfrm>
            <a:off x="10642838" y="552743"/>
            <a:ext cx="184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35506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676849-04CE-9F57-9B86-0787441C5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1128"/>
            <a:ext cx="12192000" cy="51557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6B6FD2-BF8A-F576-88C8-D581036D168C}"/>
              </a:ext>
            </a:extLst>
          </p:cNvPr>
          <p:cNvSpPr txBox="1"/>
          <p:nvPr/>
        </p:nvSpPr>
        <p:spPr>
          <a:xfrm>
            <a:off x="240670" y="1329252"/>
            <a:ext cx="184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C1CA6E-69D4-8FB4-7C1F-5B7431AB8082}"/>
              </a:ext>
            </a:extLst>
          </p:cNvPr>
          <p:cNvSpPr txBox="1"/>
          <p:nvPr/>
        </p:nvSpPr>
        <p:spPr>
          <a:xfrm>
            <a:off x="5441591" y="1296090"/>
            <a:ext cx="184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C9CCD5-87E8-518C-2C95-870A247B881F}"/>
              </a:ext>
            </a:extLst>
          </p:cNvPr>
          <p:cNvSpPr txBox="1"/>
          <p:nvPr/>
        </p:nvSpPr>
        <p:spPr>
          <a:xfrm>
            <a:off x="7114583" y="1329252"/>
            <a:ext cx="184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D4FAD6-04BE-5DA1-3F40-825D4B156268}"/>
              </a:ext>
            </a:extLst>
          </p:cNvPr>
          <p:cNvSpPr txBox="1"/>
          <p:nvPr/>
        </p:nvSpPr>
        <p:spPr>
          <a:xfrm>
            <a:off x="3695821" y="1329252"/>
            <a:ext cx="184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4BF8CE-D3B7-CA0B-519C-D1C5FF051D53}"/>
              </a:ext>
            </a:extLst>
          </p:cNvPr>
          <p:cNvSpPr txBox="1"/>
          <p:nvPr/>
        </p:nvSpPr>
        <p:spPr>
          <a:xfrm>
            <a:off x="1950051" y="1225946"/>
            <a:ext cx="184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CE1DF2-106A-9D2C-B806-8247E001DF76}"/>
              </a:ext>
            </a:extLst>
          </p:cNvPr>
          <p:cNvSpPr txBox="1"/>
          <p:nvPr/>
        </p:nvSpPr>
        <p:spPr>
          <a:xfrm>
            <a:off x="8675529" y="1383900"/>
            <a:ext cx="184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FD703F-EFBF-62D2-4C8E-207F501ADCA5}"/>
              </a:ext>
            </a:extLst>
          </p:cNvPr>
          <p:cNvSpPr txBox="1"/>
          <p:nvPr/>
        </p:nvSpPr>
        <p:spPr>
          <a:xfrm>
            <a:off x="10496925" y="754290"/>
            <a:ext cx="184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B4BF1D-5CAA-0E9C-4575-439D742C0371}"/>
              </a:ext>
            </a:extLst>
          </p:cNvPr>
          <p:cNvSpPr txBox="1"/>
          <p:nvPr/>
        </p:nvSpPr>
        <p:spPr>
          <a:xfrm>
            <a:off x="10681749" y="1111424"/>
            <a:ext cx="184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80191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9159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872E4C-457F-A6C4-D212-195D8EF99E6F}"/>
              </a:ext>
            </a:extLst>
          </p:cNvPr>
          <p:cNvSpPr txBox="1"/>
          <p:nvPr/>
        </p:nvSpPr>
        <p:spPr>
          <a:xfrm>
            <a:off x="680936" y="418289"/>
            <a:ext cx="1050587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Working toward list of unique </a:t>
            </a:r>
            <a:r>
              <a:rPr lang="en-US" dirty="0" err="1"/>
              <a:t>planting_location_codes</a:t>
            </a:r>
            <a:r>
              <a:rPr lang="en-US" dirty="0"/>
              <a:t> with spatial/nonspatial breakdown.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sf, create line and polygon plantings, with the </a:t>
            </a:r>
            <a:r>
              <a:rPr lang="en-US" dirty="0" err="1"/>
              <a:t>planting_location_code</a:t>
            </a:r>
            <a:r>
              <a:rPr lang="en-US" dirty="0"/>
              <a:t> attribute.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Are there multiple line or polygon plantings at same </a:t>
            </a:r>
            <a:r>
              <a:rPr lang="en-US" dirty="0" err="1"/>
              <a:t>planting_location_code</a:t>
            </a:r>
            <a:r>
              <a:rPr lang="en-US" dirty="0"/>
              <a:t>? (if so work out method to assign point coordinates to the </a:t>
            </a:r>
            <a:r>
              <a:rPr lang="en-US" dirty="0" err="1"/>
              <a:t>planting_location_code</a:t>
            </a:r>
            <a:r>
              <a:rPr lang="en-US" dirty="0"/>
              <a:t>, perhaps a centroid across all plantings at that </a:t>
            </a:r>
            <a:r>
              <a:rPr lang="en-US" dirty="0" err="1"/>
              <a:t>planting_location_code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create line &amp; polygon planting features:</a:t>
            </a:r>
          </a:p>
          <a:p>
            <a:pPr marL="631825" lvl="1" indent="-174625">
              <a:buFont typeface="+mj-lt"/>
              <a:buAutoNum type="arabicPeriod"/>
            </a:pPr>
            <a:r>
              <a:rPr lang="en-US" sz="1400" dirty="0"/>
              <a:t>Summarize by </a:t>
            </a:r>
            <a:r>
              <a:rPr lang="en-US" sz="1400" dirty="0" err="1"/>
              <a:t>plantingID</a:t>
            </a:r>
            <a:r>
              <a:rPr lang="en-US" sz="1400" dirty="0"/>
              <a:t> to get attribute ‘</a:t>
            </a:r>
            <a:r>
              <a:rPr lang="en-US" sz="1400" dirty="0" err="1"/>
              <a:t>coords_present</a:t>
            </a:r>
            <a:r>
              <a:rPr lang="en-US" sz="1400" dirty="0"/>
              <a:t>’</a:t>
            </a:r>
          </a:p>
          <a:p>
            <a:pPr marL="631825" lvl="1" indent="-174625">
              <a:buFont typeface="+mj-lt"/>
              <a:buAutoNum type="arabicPeriod"/>
            </a:pPr>
            <a:r>
              <a:rPr lang="en-US" sz="1400" dirty="0"/>
              <a:t>Join back onto </a:t>
            </a:r>
            <a:r>
              <a:rPr lang="en-US" sz="1400" dirty="0" err="1"/>
              <a:t>gps_points</a:t>
            </a:r>
            <a:r>
              <a:rPr lang="en-US" sz="1400" dirty="0"/>
              <a:t> – remove records associated with </a:t>
            </a:r>
            <a:r>
              <a:rPr lang="en-US" sz="1400" dirty="0" err="1"/>
              <a:t>plantingIDs</a:t>
            </a:r>
            <a:r>
              <a:rPr lang="en-US" sz="1400" dirty="0"/>
              <a:t> with </a:t>
            </a:r>
            <a:r>
              <a:rPr lang="en-US" sz="1400" dirty="0" err="1"/>
              <a:t>coords_present</a:t>
            </a:r>
            <a:r>
              <a:rPr lang="en-US" sz="1400" dirty="0"/>
              <a:t>=FALSE</a:t>
            </a:r>
          </a:p>
          <a:p>
            <a:pPr marL="631825" lvl="1" indent="-174625">
              <a:buFont typeface="+mj-lt"/>
              <a:buAutoNum type="arabicPeriod"/>
            </a:pPr>
            <a:r>
              <a:rPr lang="en-US" sz="1400" dirty="0"/>
              <a:t>Make sf object. Project. </a:t>
            </a:r>
          </a:p>
          <a:p>
            <a:pPr marL="631825" lvl="1" indent="-174625">
              <a:buFont typeface="+mj-lt"/>
              <a:buAutoNum type="arabicPeriod"/>
            </a:pPr>
            <a:r>
              <a:rPr lang="en-US" sz="1400" dirty="0"/>
              <a:t>Group and make lines and polygons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B875C9-6FF0-341C-D10E-2D1DF71EBF1B}"/>
              </a:ext>
            </a:extLst>
          </p:cNvPr>
          <p:cNvSpPr txBox="1"/>
          <p:nvPr/>
        </p:nvSpPr>
        <p:spPr>
          <a:xfrm>
            <a:off x="680936" y="5875506"/>
            <a:ext cx="9961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Goal is to work around </a:t>
            </a:r>
            <a:r>
              <a:rPr lang="en-US" dirty="0" err="1"/>
              <a:t>planting_location_codes</a:t>
            </a:r>
            <a:r>
              <a:rPr lang="en-US" dirty="0"/>
              <a:t> with multiple sets of coords from different plantings</a:t>
            </a:r>
          </a:p>
        </p:txBody>
      </p:sp>
    </p:spTree>
    <p:extLst>
      <p:ext uri="{BB962C8B-B14F-4D97-AF65-F5344CB8AC3E}">
        <p14:creationId xmlns:p14="http://schemas.microsoft.com/office/powerpoint/2010/main" val="1855335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B4F951-E7BB-30A2-2A06-2FE998041E91}"/>
              </a:ext>
            </a:extLst>
          </p:cNvPr>
          <p:cNvSpPr txBox="1"/>
          <p:nvPr/>
        </p:nvSpPr>
        <p:spPr>
          <a:xfrm>
            <a:off x="918388" y="730778"/>
            <a:ext cx="6716684" cy="1815882"/>
          </a:xfrm>
          <a:prstGeom prst="rect">
            <a:avLst/>
          </a:prstGeom>
          <a:solidFill>
            <a:srgbClr val="006300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E600"/>
                </a:solidFill>
              </a:rPr>
              <a:t>ok, so sequence 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E600"/>
                </a:solidFill>
              </a:rPr>
              <a:t>populate new </a:t>
            </a:r>
            <a:r>
              <a:rPr lang="en-US" sz="1400" dirty="0" err="1">
                <a:solidFill>
                  <a:srgbClr val="00E600"/>
                </a:solidFill>
              </a:rPr>
              <a:t>donor_site</a:t>
            </a:r>
            <a:r>
              <a:rPr lang="en-US" sz="1400" dirty="0">
                <a:solidFill>
                  <a:srgbClr val="00E600"/>
                </a:solidFill>
              </a:rPr>
              <a:t> field that applies ‘mix’ to all mixes - </a:t>
            </a:r>
            <a:r>
              <a:rPr lang="en-US" sz="1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done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E600"/>
                </a:solidFill>
              </a:rPr>
              <a:t>make </a:t>
            </a:r>
            <a:r>
              <a:rPr lang="en-US" sz="1400" dirty="0" err="1">
                <a:solidFill>
                  <a:srgbClr val="00E600"/>
                </a:solidFill>
              </a:rPr>
              <a:t>plantingID</a:t>
            </a:r>
            <a:r>
              <a:rPr lang="en-US" sz="1400" dirty="0">
                <a:solidFill>
                  <a:srgbClr val="00E600"/>
                </a:solidFill>
              </a:rPr>
              <a:t> that catches the MRE replicate cases - </a:t>
            </a:r>
            <a:r>
              <a:rPr lang="en-US" sz="1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done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E600"/>
                </a:solidFill>
              </a:rPr>
              <a:t>make </a:t>
            </a:r>
            <a:r>
              <a:rPr lang="en-US" sz="1400" dirty="0" err="1">
                <a:solidFill>
                  <a:srgbClr val="00E600"/>
                </a:solidFill>
              </a:rPr>
              <a:t>donor_site_association</a:t>
            </a:r>
            <a:r>
              <a:rPr lang="en-US" sz="1400" dirty="0">
                <a:solidFill>
                  <a:srgbClr val="00E600"/>
                </a:solidFill>
              </a:rPr>
              <a:t> table (that parses all mixes)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E600"/>
                </a:solidFill>
              </a:rPr>
              <a:t>make </a:t>
            </a:r>
            <a:r>
              <a:rPr lang="en-US" sz="1400" dirty="0" err="1">
                <a:solidFill>
                  <a:srgbClr val="00E600"/>
                </a:solidFill>
              </a:rPr>
              <a:t>donor_site</a:t>
            </a:r>
            <a:r>
              <a:rPr lang="en-US" sz="1400" dirty="0">
                <a:solidFill>
                  <a:srgbClr val="00E600"/>
                </a:solidFill>
              </a:rPr>
              <a:t>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E600"/>
                </a:solidFill>
              </a:rPr>
              <a:t>make </a:t>
            </a:r>
            <a:r>
              <a:rPr lang="en-US" sz="1400" dirty="0" err="1">
                <a:solidFill>
                  <a:srgbClr val="00E600"/>
                </a:solidFill>
              </a:rPr>
              <a:t>donor_site_extraction_pt</a:t>
            </a:r>
            <a:r>
              <a:rPr lang="en-US" sz="1400" dirty="0">
                <a:solidFill>
                  <a:srgbClr val="00E60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E600"/>
              </a:solidFill>
            </a:endParaRPr>
          </a:p>
          <a:p>
            <a:r>
              <a:rPr lang="en-US" sz="1400" dirty="0">
                <a:solidFill>
                  <a:srgbClr val="00E600"/>
                </a:solidFill>
              </a:rPr>
              <a:t>Then continue with building out tables and compile Sankey data</a:t>
            </a:r>
          </a:p>
        </p:txBody>
      </p:sp>
    </p:spTree>
    <p:extLst>
      <p:ext uri="{BB962C8B-B14F-4D97-AF65-F5344CB8AC3E}">
        <p14:creationId xmlns:p14="http://schemas.microsoft.com/office/powerpoint/2010/main" val="593582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8B62AC-469A-D6E4-E63F-B0A8CA2DACEC}"/>
              </a:ext>
            </a:extLst>
          </p:cNvPr>
          <p:cNvSpPr txBox="1"/>
          <p:nvPr/>
        </p:nvSpPr>
        <p:spPr>
          <a:xfrm>
            <a:off x="3880338" y="175847"/>
            <a:ext cx="4431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Logic to construct </a:t>
            </a:r>
            <a:r>
              <a:rPr lang="en-US" sz="2400" dirty="0" err="1"/>
              <a:t>plantingID</a:t>
            </a:r>
            <a:endParaRPr lang="en-US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48B1972-D339-CB02-2AD9-70344AB74E7C}"/>
              </a:ext>
            </a:extLst>
          </p:cNvPr>
          <p:cNvSpPr/>
          <p:nvPr/>
        </p:nvSpPr>
        <p:spPr>
          <a:xfrm>
            <a:off x="2090057" y="1909187"/>
            <a:ext cx="1939332" cy="4823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Add group number</a:t>
            </a:r>
          </a:p>
          <a:p>
            <a:pPr algn="ctr"/>
            <a:r>
              <a:rPr lang="en-US" sz="1200" dirty="0"/>
              <a:t>(</a:t>
            </a:r>
            <a:r>
              <a:rPr lang="en-US" sz="1200" dirty="0" err="1"/>
              <a:t>activity_filter</a:t>
            </a:r>
            <a:r>
              <a:rPr lang="en-US" sz="1200" dirty="0"/>
              <a:t>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F1A83BF-5FC8-FCDE-B333-FE8460D1F904}"/>
              </a:ext>
            </a:extLst>
          </p:cNvPr>
          <p:cNvSpPr/>
          <p:nvPr/>
        </p:nvSpPr>
        <p:spPr>
          <a:xfrm>
            <a:off x="2090057" y="2795116"/>
            <a:ext cx="1939332" cy="4823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Add </a:t>
            </a:r>
            <a:r>
              <a:rPr lang="en-US" sz="1200" dirty="0" err="1"/>
              <a:t>donor_site_code</a:t>
            </a:r>
            <a:endParaRPr lang="en-US" sz="1200" dirty="0"/>
          </a:p>
          <a:p>
            <a:pPr algn="ctr"/>
            <a:r>
              <a:rPr lang="en-US" sz="1200" dirty="0"/>
              <a:t>(from file; clean up Mixed)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1E63916-84A3-D121-9636-4881514E37B3}"/>
              </a:ext>
            </a:extLst>
          </p:cNvPr>
          <p:cNvSpPr/>
          <p:nvPr/>
        </p:nvSpPr>
        <p:spPr>
          <a:xfrm>
            <a:off x="6281894" y="2795116"/>
            <a:ext cx="1939332" cy="48232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Basic plantings table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2A5AE45-61B6-2336-26C2-84130B53392B}"/>
              </a:ext>
            </a:extLst>
          </p:cNvPr>
          <p:cNvCxnSpPr>
            <a:endCxn id="4" idx="0"/>
          </p:cNvCxnSpPr>
          <p:nvPr/>
        </p:nvCxnSpPr>
        <p:spPr>
          <a:xfrm>
            <a:off x="3059723" y="2391507"/>
            <a:ext cx="0" cy="4036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856A6CD-0414-4212-902E-6D8947BEA57F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029389" y="3036276"/>
            <a:ext cx="22525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0DC6AFF-BED6-429B-4ACD-D5F648D1D34F}"/>
              </a:ext>
            </a:extLst>
          </p:cNvPr>
          <p:cNvSpPr txBox="1"/>
          <p:nvPr/>
        </p:nvSpPr>
        <p:spPr>
          <a:xfrm>
            <a:off x="4521758" y="2795116"/>
            <a:ext cx="1386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Summarize</a:t>
            </a:r>
          </a:p>
          <a:p>
            <a:pPr algn="ctr"/>
            <a:r>
              <a:rPr lang="en-US" sz="1200" dirty="0"/>
              <a:t>on </a:t>
            </a:r>
            <a:r>
              <a:rPr lang="en-US" sz="1200" dirty="0" err="1"/>
              <a:t>group_no</a:t>
            </a:r>
            <a:endParaRPr lang="en-US" sz="12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28B0E5D-B23B-EA35-5537-F3E584EAB558}"/>
              </a:ext>
            </a:extLst>
          </p:cNvPr>
          <p:cNvSpPr/>
          <p:nvPr/>
        </p:nvSpPr>
        <p:spPr>
          <a:xfrm>
            <a:off x="6281894" y="3681045"/>
            <a:ext cx="1939332" cy="48232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Add initial </a:t>
            </a:r>
            <a:r>
              <a:rPr lang="en-US" sz="1200" dirty="0" err="1"/>
              <a:t>plantingID</a:t>
            </a:r>
            <a:endParaRPr lang="en-US" sz="12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3FB7D9F-5927-F540-011F-97370D51F3DD}"/>
              </a:ext>
            </a:extLst>
          </p:cNvPr>
          <p:cNvSpPr/>
          <p:nvPr/>
        </p:nvSpPr>
        <p:spPr>
          <a:xfrm>
            <a:off x="6281894" y="4566974"/>
            <a:ext cx="1939332" cy="48232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Add </a:t>
            </a:r>
            <a:r>
              <a:rPr lang="en-US" sz="1200" dirty="0" err="1"/>
              <a:t>plantingID_init</a:t>
            </a:r>
            <a:r>
              <a:rPr lang="en-US" sz="1200" dirty="0"/>
              <a:t> counts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8831592-B361-5EE8-D37D-3D0C858E086A}"/>
              </a:ext>
            </a:extLst>
          </p:cNvPr>
          <p:cNvSpPr/>
          <p:nvPr/>
        </p:nvSpPr>
        <p:spPr>
          <a:xfrm>
            <a:off x="6281894" y="5362468"/>
            <a:ext cx="1939332" cy="48232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Add </a:t>
            </a:r>
            <a:r>
              <a:rPr lang="en-US" sz="1200" dirty="0" err="1"/>
              <a:t>plantingID</a:t>
            </a:r>
            <a:endParaRPr lang="en-US" sz="1200" dirty="0"/>
          </a:p>
          <a:p>
            <a:pPr algn="ctr"/>
            <a:r>
              <a:rPr lang="en-US" sz="1200" dirty="0"/>
              <a:t>(add replicate suffixes)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C02EB6D-1D43-0BA1-EDFB-FAF5728FB705}"/>
              </a:ext>
            </a:extLst>
          </p:cNvPr>
          <p:cNvCxnSpPr>
            <a:stCxn id="5" idx="2"/>
            <a:endCxn id="11" idx="0"/>
          </p:cNvCxnSpPr>
          <p:nvPr/>
        </p:nvCxnSpPr>
        <p:spPr>
          <a:xfrm>
            <a:off x="7251560" y="3277436"/>
            <a:ext cx="0" cy="4036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B08EAD8-F553-86F3-46D7-F03EA3BFB0A5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7251560" y="4163365"/>
            <a:ext cx="0" cy="4036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0941F95-6AD4-C696-5F41-0F9F7E08EF47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7251560" y="5049294"/>
            <a:ext cx="0" cy="313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490CA82-85F7-E266-718D-0AE760D20637}"/>
              </a:ext>
            </a:extLst>
          </p:cNvPr>
          <p:cNvSpPr txBox="1"/>
          <p:nvPr/>
        </p:nvSpPr>
        <p:spPr>
          <a:xfrm>
            <a:off x="1683099" y="1377407"/>
            <a:ext cx="2753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Planting GPS points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4C6B92-1449-985B-7DE0-546EFD4CD62B}"/>
              </a:ext>
            </a:extLst>
          </p:cNvPr>
          <p:cNvSpPr txBox="1"/>
          <p:nvPr/>
        </p:nvSpPr>
        <p:spPr>
          <a:xfrm>
            <a:off x="5874936" y="2184624"/>
            <a:ext cx="2753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plantings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E5ECC1F-1B9D-1454-0E54-1767D975C368}"/>
              </a:ext>
            </a:extLst>
          </p:cNvPr>
          <p:cNvSpPr/>
          <p:nvPr/>
        </p:nvSpPr>
        <p:spPr>
          <a:xfrm>
            <a:off x="1994601" y="5359121"/>
            <a:ext cx="2130243" cy="4823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P_gps_pts</a:t>
            </a:r>
            <a:r>
              <a:rPr lang="en-US" sz="1200" dirty="0"/>
              <a:t> </a:t>
            </a:r>
          </a:p>
          <a:p>
            <a:pPr algn="ctr"/>
            <a:r>
              <a:rPr lang="en-US" sz="1000" dirty="0"/>
              <a:t>(w/</a:t>
            </a:r>
            <a:r>
              <a:rPr lang="en-US" sz="1000" dirty="0" err="1"/>
              <a:t>donor_site_code</a:t>
            </a:r>
            <a:r>
              <a:rPr lang="en-US" sz="1000" dirty="0"/>
              <a:t> &amp; </a:t>
            </a:r>
            <a:r>
              <a:rPr lang="en-US" sz="1000" dirty="0" err="1"/>
              <a:t>plantingID</a:t>
            </a:r>
            <a:r>
              <a:rPr lang="en-US" sz="1000" dirty="0"/>
              <a:t>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741DCA5-39D3-C1F1-4BC7-925FF72273F4}"/>
              </a:ext>
            </a:extLst>
          </p:cNvPr>
          <p:cNvCxnSpPr>
            <a:stCxn id="13" idx="1"/>
            <a:endCxn id="22" idx="3"/>
          </p:cNvCxnSpPr>
          <p:nvPr/>
        </p:nvCxnSpPr>
        <p:spPr>
          <a:xfrm flipH="1" flipV="1">
            <a:off x="4124844" y="5600281"/>
            <a:ext cx="2157050" cy="33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EB907F3-568F-7DDB-CC86-995250446144}"/>
              </a:ext>
            </a:extLst>
          </p:cNvPr>
          <p:cNvCxnSpPr>
            <a:stCxn id="4" idx="2"/>
            <a:endCxn id="22" idx="0"/>
          </p:cNvCxnSpPr>
          <p:nvPr/>
        </p:nvCxnSpPr>
        <p:spPr>
          <a:xfrm>
            <a:off x="3059723" y="3277436"/>
            <a:ext cx="0" cy="20816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F048C67-0DB8-E425-4E9C-0A3FEB6DE87D}"/>
              </a:ext>
            </a:extLst>
          </p:cNvPr>
          <p:cNvSpPr txBox="1"/>
          <p:nvPr/>
        </p:nvSpPr>
        <p:spPr>
          <a:xfrm>
            <a:off x="4521758" y="5379776"/>
            <a:ext cx="1386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Left-join</a:t>
            </a:r>
          </a:p>
          <a:p>
            <a:pPr algn="ctr"/>
            <a:r>
              <a:rPr lang="en-US" sz="1200" dirty="0"/>
              <a:t>on </a:t>
            </a:r>
            <a:r>
              <a:rPr lang="en-US" sz="1200" dirty="0" err="1"/>
              <a:t>group_no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31087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3101747-862E-4F85-120C-BA6E604F6393}"/>
              </a:ext>
            </a:extLst>
          </p:cNvPr>
          <p:cNvGrpSpPr/>
          <p:nvPr/>
        </p:nvGrpSpPr>
        <p:grpSpPr>
          <a:xfrm>
            <a:off x="916074" y="1604489"/>
            <a:ext cx="830577" cy="850553"/>
            <a:chOff x="1009946" y="2029766"/>
            <a:chExt cx="830577" cy="850553"/>
          </a:xfrm>
        </p:grpSpPr>
        <p:pic>
          <p:nvPicPr>
            <p:cNvPr id="4" name="Picture 3" descr="Enhance your Excel spreadsheets with tables, images and ...">
              <a:extLst>
                <a:ext uri="{FF2B5EF4-FFF2-40B4-BE49-F238E27FC236}">
                  <a16:creationId xmlns:a16="http://schemas.microsoft.com/office/drawing/2014/main" id="{D12E1E05-4744-C028-3A6F-3B9BD64EAD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3763" t="26580" r="24314" b="25618"/>
            <a:stretch>
              <a:fillRect/>
            </a:stretch>
          </p:blipFill>
          <p:spPr>
            <a:xfrm>
              <a:off x="1095271" y="2029766"/>
              <a:ext cx="622998" cy="573554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28BC884-3196-29ED-E165-26704C084078}"/>
                </a:ext>
              </a:extLst>
            </p:cNvPr>
            <p:cNvSpPr txBox="1"/>
            <p:nvPr/>
          </p:nvSpPr>
          <p:spPr>
            <a:xfrm>
              <a:off x="1009946" y="2603320"/>
              <a:ext cx="8305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snapshot</a:t>
              </a:r>
            </a:p>
          </p:txBody>
        </p:sp>
      </p:grpSp>
      <p:pic>
        <p:nvPicPr>
          <p:cNvPr id="7" name="Picture 6" descr="code file Icon - Free PNG &amp; SVG 2035030 - Noun Project">
            <a:extLst>
              <a:ext uri="{FF2B5EF4-FFF2-40B4-BE49-F238E27FC236}">
                <a16:creationId xmlns:a16="http://schemas.microsoft.com/office/drawing/2014/main" id="{EEEE1603-DB40-7511-6449-881EB9B22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0453" y="1676263"/>
            <a:ext cx="501780" cy="501780"/>
          </a:xfrm>
          <a:prstGeom prst="rect">
            <a:avLst/>
          </a:prstGeom>
        </p:spPr>
      </p:pic>
      <p:pic>
        <p:nvPicPr>
          <p:cNvPr id="8" name="Picture 7" descr="code file Icon - Free PNG &amp; SVG 2035030 - Noun Project">
            <a:extLst>
              <a:ext uri="{FF2B5EF4-FFF2-40B4-BE49-F238E27FC236}">
                <a16:creationId xmlns:a16="http://schemas.microsoft.com/office/drawing/2014/main" id="{6A0AFBB5-2D8D-60C1-5F39-C3E32D61F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8926" y="1277723"/>
            <a:ext cx="501780" cy="501780"/>
          </a:xfrm>
          <a:prstGeom prst="rect">
            <a:avLst/>
          </a:prstGeom>
        </p:spPr>
      </p:pic>
      <p:pic>
        <p:nvPicPr>
          <p:cNvPr id="9" name="Picture 8" descr="code file Icon - Free PNG &amp; SVG 2035030 - Noun Project">
            <a:extLst>
              <a:ext uri="{FF2B5EF4-FFF2-40B4-BE49-F238E27FC236}">
                <a16:creationId xmlns:a16="http://schemas.microsoft.com/office/drawing/2014/main" id="{0D674816-2260-DD99-F511-493CB739D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123" y="6013073"/>
            <a:ext cx="501780" cy="501780"/>
          </a:xfrm>
          <a:prstGeom prst="rect">
            <a:avLst/>
          </a:prstGeom>
        </p:spPr>
      </p:pic>
      <p:pic>
        <p:nvPicPr>
          <p:cNvPr id="10" name="Picture 9" descr="code file Icon - Free PNG &amp; SVG 2035030 - Noun Project">
            <a:extLst>
              <a:ext uri="{FF2B5EF4-FFF2-40B4-BE49-F238E27FC236}">
                <a16:creationId xmlns:a16="http://schemas.microsoft.com/office/drawing/2014/main" id="{220B7CA8-A3CE-72D1-58F6-8EA457122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820" y="3229820"/>
            <a:ext cx="501780" cy="501780"/>
          </a:xfrm>
          <a:prstGeom prst="rect">
            <a:avLst/>
          </a:prstGeom>
        </p:spPr>
      </p:pic>
      <p:pic>
        <p:nvPicPr>
          <p:cNvPr id="11" name="Picture 10" descr="code file Icon - Free PNG &amp; SVG 2035030 - Noun Project">
            <a:extLst>
              <a:ext uri="{FF2B5EF4-FFF2-40B4-BE49-F238E27FC236}">
                <a16:creationId xmlns:a16="http://schemas.microsoft.com/office/drawing/2014/main" id="{FE7EC4B1-B1ED-64EC-FA7B-BBEBB2265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3521" y="1277722"/>
            <a:ext cx="501780" cy="501780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8F8192A6-DF25-A932-8284-700F6C27829D}"/>
              </a:ext>
            </a:extLst>
          </p:cNvPr>
          <p:cNvGrpSpPr/>
          <p:nvPr/>
        </p:nvGrpSpPr>
        <p:grpSpPr>
          <a:xfrm>
            <a:off x="2962388" y="1392563"/>
            <a:ext cx="1326383" cy="1062479"/>
            <a:chOff x="2905329" y="1224828"/>
            <a:chExt cx="1326383" cy="1062479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B134718F-EE89-7D7B-9964-B49EFD85EBAC}"/>
                </a:ext>
              </a:extLst>
            </p:cNvPr>
            <p:cNvSpPr/>
            <p:nvPr/>
          </p:nvSpPr>
          <p:spPr>
            <a:xfrm>
              <a:off x="2905329" y="1224828"/>
              <a:ext cx="1326383" cy="28242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/>
                <a:t>p_gps_pts</a:t>
              </a:r>
              <a:endParaRPr lang="en-US" sz="1200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0E64E10-69DE-2EC1-8837-50C3EB7E95F7}"/>
                </a:ext>
              </a:extLst>
            </p:cNvPr>
            <p:cNvSpPr/>
            <p:nvPr/>
          </p:nvSpPr>
          <p:spPr>
            <a:xfrm>
              <a:off x="2905329" y="1614855"/>
              <a:ext cx="1326383" cy="282425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effectLst>
                    <a:glow rad="63500">
                      <a:schemeClr val="accent2">
                        <a:satMod val="175000"/>
                        <a:alpha val="40000"/>
                      </a:schemeClr>
                    </a:glow>
                  </a:effectLst>
                </a:rPr>
                <a:t>plantings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E6734159-12AB-2D7E-C2D0-B116396D5C59}"/>
                </a:ext>
              </a:extLst>
            </p:cNvPr>
            <p:cNvSpPr/>
            <p:nvPr/>
          </p:nvSpPr>
          <p:spPr>
            <a:xfrm>
              <a:off x="2905329" y="2004882"/>
              <a:ext cx="1326383" cy="282425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/>
                <a:t>donor_sites</a:t>
              </a:r>
              <a:endParaRPr lang="en-US" sz="1200" dirty="0"/>
            </a:p>
          </p:txBody>
        </p:sp>
      </p:grp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BC74E12-4778-02BB-930D-7AC2F062A62C}"/>
              </a:ext>
            </a:extLst>
          </p:cNvPr>
          <p:cNvSpPr/>
          <p:nvPr/>
        </p:nvSpPr>
        <p:spPr>
          <a:xfrm>
            <a:off x="218129" y="6021780"/>
            <a:ext cx="1326383" cy="28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p_gps_pts</a:t>
            </a:r>
            <a:endParaRPr lang="en-US" sz="12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0872229-A51C-FE7C-162C-9C43FC1AF0ED}"/>
              </a:ext>
            </a:extLst>
          </p:cNvPr>
          <p:cNvSpPr/>
          <p:nvPr/>
        </p:nvSpPr>
        <p:spPr>
          <a:xfrm>
            <a:off x="370529" y="6174180"/>
            <a:ext cx="1326383" cy="28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p_gps_pts</a:t>
            </a:r>
            <a:endParaRPr lang="en-US" sz="12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0635CF4-2D28-464D-CE5E-918F8175A72B}"/>
              </a:ext>
            </a:extLst>
          </p:cNvPr>
          <p:cNvSpPr/>
          <p:nvPr/>
        </p:nvSpPr>
        <p:spPr>
          <a:xfrm>
            <a:off x="522929" y="6326580"/>
            <a:ext cx="1326383" cy="28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p_gps_pts</a:t>
            </a:r>
            <a:endParaRPr lang="en-US" sz="120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F2F411E-C8E8-71EB-4C33-714F5E0E5968}"/>
              </a:ext>
            </a:extLst>
          </p:cNvPr>
          <p:cNvSpPr/>
          <p:nvPr/>
        </p:nvSpPr>
        <p:spPr>
          <a:xfrm>
            <a:off x="5550043" y="1387400"/>
            <a:ext cx="1326383" cy="2824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p_gps_pts</a:t>
            </a:r>
            <a:endParaRPr lang="en-US" sz="12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DB71DC7-7118-B4B1-7219-DAA6A06FCA96}"/>
              </a:ext>
            </a:extLst>
          </p:cNvPr>
          <p:cNvGrpSpPr/>
          <p:nvPr/>
        </p:nvGrpSpPr>
        <p:grpSpPr>
          <a:xfrm>
            <a:off x="452591" y="342735"/>
            <a:ext cx="693336" cy="850553"/>
            <a:chOff x="1095271" y="2029766"/>
            <a:chExt cx="693336" cy="850553"/>
          </a:xfrm>
        </p:grpSpPr>
        <p:pic>
          <p:nvPicPr>
            <p:cNvPr id="30" name="Picture 29" descr="Enhance your Excel spreadsheets with tables, images and ...">
              <a:extLst>
                <a:ext uri="{FF2B5EF4-FFF2-40B4-BE49-F238E27FC236}">
                  <a16:creationId xmlns:a16="http://schemas.microsoft.com/office/drawing/2014/main" id="{8E93E1A1-8879-B0A3-8A76-3BE8248266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3763" t="26580" r="24314" b="25618"/>
            <a:stretch>
              <a:fillRect/>
            </a:stretch>
          </p:blipFill>
          <p:spPr>
            <a:xfrm>
              <a:off x="1095271" y="2029766"/>
              <a:ext cx="622998" cy="573554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A8691F4-1E33-F858-7E63-5915C6478A44}"/>
                </a:ext>
              </a:extLst>
            </p:cNvPr>
            <p:cNvSpPr txBox="1"/>
            <p:nvPr/>
          </p:nvSpPr>
          <p:spPr>
            <a:xfrm>
              <a:off x="1165609" y="2603320"/>
              <a:ext cx="6229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matrix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353F0D7-4B6D-F8F9-4989-BB4ADCCDCBAB}"/>
              </a:ext>
            </a:extLst>
          </p:cNvPr>
          <p:cNvGrpSpPr/>
          <p:nvPr/>
        </p:nvGrpSpPr>
        <p:grpSpPr>
          <a:xfrm>
            <a:off x="8253643" y="1131771"/>
            <a:ext cx="1468957" cy="793682"/>
            <a:chOff x="8056880" y="864763"/>
            <a:chExt cx="1468957" cy="793682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D6359055-ACD2-0D0E-D881-441F5D0CDEEA}"/>
                </a:ext>
              </a:extLst>
            </p:cNvPr>
            <p:cNvSpPr/>
            <p:nvPr/>
          </p:nvSpPr>
          <p:spPr>
            <a:xfrm>
              <a:off x="8062539" y="864763"/>
              <a:ext cx="1326383" cy="282425"/>
            </a:xfrm>
            <a:prstGeom prst="round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subprojects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D7A74A4C-774A-7613-65A2-C6BDFD02D843}"/>
                </a:ext>
              </a:extLst>
            </p:cNvPr>
            <p:cNvSpPr/>
            <p:nvPr/>
          </p:nvSpPr>
          <p:spPr>
            <a:xfrm>
              <a:off x="8056880" y="1376020"/>
              <a:ext cx="1326383" cy="28242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/>
                <a:t>p_gps_pts</a:t>
              </a:r>
              <a:endParaRPr lang="en-US" sz="1200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3567D02-CF26-90EC-E2E0-800184435850}"/>
                </a:ext>
              </a:extLst>
            </p:cNvPr>
            <p:cNvSpPr/>
            <p:nvPr/>
          </p:nvSpPr>
          <p:spPr>
            <a:xfrm>
              <a:off x="9385160" y="1080198"/>
              <a:ext cx="140677" cy="391886"/>
            </a:xfrm>
            <a:custGeom>
              <a:avLst/>
              <a:gdLst>
                <a:gd name="csX0" fmla="*/ 20097 w 140677"/>
                <a:gd name="csY0" fmla="*/ 0 h 391886"/>
                <a:gd name="csX1" fmla="*/ 140677 w 140677"/>
                <a:gd name="csY1" fmla="*/ 0 h 391886"/>
                <a:gd name="csX2" fmla="*/ 140677 w 140677"/>
                <a:gd name="csY2" fmla="*/ 391886 h 391886"/>
                <a:gd name="csX3" fmla="*/ 0 w 140677"/>
                <a:gd name="csY3" fmla="*/ 391886 h 3918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0677" h="391886">
                  <a:moveTo>
                    <a:pt x="20097" y="0"/>
                  </a:moveTo>
                  <a:lnTo>
                    <a:pt x="140677" y="0"/>
                  </a:lnTo>
                  <a:lnTo>
                    <a:pt x="140677" y="391886"/>
                  </a:lnTo>
                  <a:lnTo>
                    <a:pt x="0" y="391886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Left Bracket 33">
            <a:extLst>
              <a:ext uri="{FF2B5EF4-FFF2-40B4-BE49-F238E27FC236}">
                <a16:creationId xmlns:a16="http://schemas.microsoft.com/office/drawing/2014/main" id="{A44C3F92-5268-73FC-3294-A35097F97F85}"/>
              </a:ext>
            </a:extLst>
          </p:cNvPr>
          <p:cNvSpPr/>
          <p:nvPr/>
        </p:nvSpPr>
        <p:spPr>
          <a:xfrm>
            <a:off x="8091105" y="1033882"/>
            <a:ext cx="45719" cy="1031133"/>
          </a:xfrm>
          <a:prstGeom prst="leftBracke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56D3D5C-BC88-1359-D0EA-68CB7F35103B}"/>
              </a:ext>
            </a:extLst>
          </p:cNvPr>
          <p:cNvCxnSpPr>
            <a:endCxn id="7" idx="1"/>
          </p:cNvCxnSpPr>
          <p:nvPr/>
        </p:nvCxnSpPr>
        <p:spPr>
          <a:xfrm>
            <a:off x="1746651" y="1925453"/>
            <a:ext cx="293802" cy="1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1979E4A-A556-7951-FC73-FFD729B2C866}"/>
              </a:ext>
            </a:extLst>
          </p:cNvPr>
          <p:cNvCxnSpPr/>
          <p:nvPr/>
        </p:nvCxnSpPr>
        <p:spPr>
          <a:xfrm>
            <a:off x="4461454" y="1541449"/>
            <a:ext cx="293802" cy="1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60E2780-5C2A-215A-CB0F-6F48694F3FDC}"/>
              </a:ext>
            </a:extLst>
          </p:cNvPr>
          <p:cNvCxnSpPr/>
          <p:nvPr/>
        </p:nvCxnSpPr>
        <p:spPr>
          <a:xfrm>
            <a:off x="2523501" y="1923802"/>
            <a:ext cx="293802" cy="1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20E3C48-F418-3575-0267-9DFEE9037BBC}"/>
              </a:ext>
            </a:extLst>
          </p:cNvPr>
          <p:cNvCxnSpPr/>
          <p:nvPr/>
        </p:nvCxnSpPr>
        <p:spPr>
          <a:xfrm>
            <a:off x="5238662" y="1528612"/>
            <a:ext cx="293802" cy="1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3F73981-4942-DD03-6315-9E84CFB61C73}"/>
              </a:ext>
            </a:extLst>
          </p:cNvPr>
          <p:cNvCxnSpPr/>
          <p:nvPr/>
        </p:nvCxnSpPr>
        <p:spPr>
          <a:xfrm>
            <a:off x="6972189" y="1528612"/>
            <a:ext cx="293802" cy="1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055998B-6C70-CC25-B677-0959D968F8E0}"/>
              </a:ext>
            </a:extLst>
          </p:cNvPr>
          <p:cNvCxnSpPr/>
          <p:nvPr/>
        </p:nvCxnSpPr>
        <p:spPr>
          <a:xfrm>
            <a:off x="7753898" y="1528612"/>
            <a:ext cx="293802" cy="1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965779E-CE9A-7D3C-36BB-AD39A251597D}"/>
              </a:ext>
            </a:extLst>
          </p:cNvPr>
          <p:cNvCxnSpPr>
            <a:cxnSpLocks/>
          </p:cNvCxnSpPr>
          <p:nvPr/>
        </p:nvCxnSpPr>
        <p:spPr>
          <a:xfrm>
            <a:off x="9886123" y="1503558"/>
            <a:ext cx="5551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eft Bracket 37">
            <a:extLst>
              <a:ext uri="{FF2B5EF4-FFF2-40B4-BE49-F238E27FC236}">
                <a16:creationId xmlns:a16="http://schemas.microsoft.com/office/drawing/2014/main" id="{2702D7DB-8A6F-AA0E-B40F-761CDA98AA69}"/>
              </a:ext>
            </a:extLst>
          </p:cNvPr>
          <p:cNvSpPr/>
          <p:nvPr/>
        </p:nvSpPr>
        <p:spPr>
          <a:xfrm>
            <a:off x="2836035" y="1333060"/>
            <a:ext cx="45719" cy="1121982"/>
          </a:xfrm>
          <a:prstGeom prst="leftBracke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11ED742-5BCE-B499-11B4-3CFEC5A34681}"/>
              </a:ext>
            </a:extLst>
          </p:cNvPr>
          <p:cNvCxnSpPr>
            <a:cxnSpLocks/>
          </p:cNvCxnSpPr>
          <p:nvPr/>
        </p:nvCxnSpPr>
        <p:spPr>
          <a:xfrm>
            <a:off x="10740201" y="2102583"/>
            <a:ext cx="0" cy="5401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7EBBDA1-4C4F-7984-A300-92E72F8124C1}"/>
              </a:ext>
            </a:extLst>
          </p:cNvPr>
          <p:cNvCxnSpPr>
            <a:cxnSpLocks/>
          </p:cNvCxnSpPr>
          <p:nvPr/>
        </p:nvCxnSpPr>
        <p:spPr>
          <a:xfrm>
            <a:off x="1464913" y="5246357"/>
            <a:ext cx="0" cy="312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9CD739E-F32E-544D-D337-ADB194B43956}"/>
              </a:ext>
            </a:extLst>
          </p:cNvPr>
          <p:cNvCxnSpPr>
            <a:cxnSpLocks/>
          </p:cNvCxnSpPr>
          <p:nvPr/>
        </p:nvCxnSpPr>
        <p:spPr>
          <a:xfrm>
            <a:off x="1617313" y="5398757"/>
            <a:ext cx="0" cy="312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36741FD-476B-759D-2FED-E2777850F5E0}"/>
              </a:ext>
            </a:extLst>
          </p:cNvPr>
          <p:cNvCxnSpPr>
            <a:cxnSpLocks/>
          </p:cNvCxnSpPr>
          <p:nvPr/>
        </p:nvCxnSpPr>
        <p:spPr>
          <a:xfrm>
            <a:off x="1769713" y="5551157"/>
            <a:ext cx="0" cy="312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BC7DB07-711E-548C-97F6-40CD0974EAE2}"/>
              </a:ext>
            </a:extLst>
          </p:cNvPr>
          <p:cNvCxnSpPr>
            <a:cxnSpLocks/>
          </p:cNvCxnSpPr>
          <p:nvPr/>
        </p:nvCxnSpPr>
        <p:spPr>
          <a:xfrm>
            <a:off x="1922113" y="5703557"/>
            <a:ext cx="0" cy="312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5842635-F08A-4173-D150-9FCCC35FD56B}"/>
              </a:ext>
            </a:extLst>
          </p:cNvPr>
          <p:cNvCxnSpPr>
            <a:cxnSpLocks/>
          </p:cNvCxnSpPr>
          <p:nvPr/>
        </p:nvCxnSpPr>
        <p:spPr>
          <a:xfrm>
            <a:off x="2074513" y="5855957"/>
            <a:ext cx="0" cy="312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00664B8-0EE8-FA63-99BA-03DB2A4D6386}"/>
              </a:ext>
            </a:extLst>
          </p:cNvPr>
          <p:cNvSpPr txBox="1"/>
          <p:nvPr/>
        </p:nvSpPr>
        <p:spPr>
          <a:xfrm>
            <a:off x="1997060" y="2102583"/>
            <a:ext cx="622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import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24B022A-A675-765D-523A-2C535A6FCD79}"/>
              </a:ext>
            </a:extLst>
          </p:cNvPr>
          <p:cNvSpPr txBox="1"/>
          <p:nvPr/>
        </p:nvSpPr>
        <p:spPr>
          <a:xfrm>
            <a:off x="370529" y="5122706"/>
            <a:ext cx="622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import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F3B2412-6332-B141-7E81-CB168B8FEBB1}"/>
              </a:ext>
            </a:extLst>
          </p:cNvPr>
          <p:cNvSpPr txBox="1"/>
          <p:nvPr/>
        </p:nvSpPr>
        <p:spPr>
          <a:xfrm>
            <a:off x="522929" y="5275106"/>
            <a:ext cx="622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import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293AC2A-3C9D-6416-3F6E-B313A3739727}"/>
              </a:ext>
            </a:extLst>
          </p:cNvPr>
          <p:cNvSpPr txBox="1"/>
          <p:nvPr/>
        </p:nvSpPr>
        <p:spPr>
          <a:xfrm>
            <a:off x="675329" y="5427506"/>
            <a:ext cx="622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import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8CDBD78-4062-0F59-983A-FA16B7513AFB}"/>
              </a:ext>
            </a:extLst>
          </p:cNvPr>
          <p:cNvGrpSpPr/>
          <p:nvPr/>
        </p:nvGrpSpPr>
        <p:grpSpPr>
          <a:xfrm>
            <a:off x="7096256" y="1277722"/>
            <a:ext cx="747756" cy="839368"/>
            <a:chOff x="7096256" y="1277722"/>
            <a:chExt cx="747756" cy="839368"/>
          </a:xfrm>
        </p:grpSpPr>
        <p:pic>
          <p:nvPicPr>
            <p:cNvPr id="12" name="Picture 11" descr="code file Icon - Free PNG &amp; SVG 2035030 - Noun Project">
              <a:extLst>
                <a:ext uri="{FF2B5EF4-FFF2-40B4-BE49-F238E27FC236}">
                  <a16:creationId xmlns:a16="http://schemas.microsoft.com/office/drawing/2014/main" id="{D67AB13A-9A37-59A0-4906-F61984A7F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15763" y="1277722"/>
              <a:ext cx="501780" cy="501780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EAF76B7-9DFB-C3FB-1D2F-EC330DA364E0}"/>
                </a:ext>
              </a:extLst>
            </p:cNvPr>
            <p:cNvSpPr txBox="1"/>
            <p:nvPr/>
          </p:nvSpPr>
          <p:spPr>
            <a:xfrm>
              <a:off x="7096256" y="1686203"/>
              <a:ext cx="74775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extract</a:t>
              </a:r>
            </a:p>
            <a:p>
              <a:pPr algn="ctr"/>
              <a:r>
                <a:rPr 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projects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4568410C-5FEA-5669-2B4A-4877D5B5BC08}"/>
              </a:ext>
            </a:extLst>
          </p:cNvPr>
          <p:cNvSpPr txBox="1"/>
          <p:nvPr/>
        </p:nvSpPr>
        <p:spPr>
          <a:xfrm>
            <a:off x="4699821" y="1685476"/>
            <a:ext cx="622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clean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29AD650-A266-0613-1AEA-7DE2AFA90F23}"/>
              </a:ext>
            </a:extLst>
          </p:cNvPr>
          <p:cNvGrpSpPr/>
          <p:nvPr/>
        </p:nvGrpSpPr>
        <p:grpSpPr>
          <a:xfrm>
            <a:off x="10088228" y="2828241"/>
            <a:ext cx="1473441" cy="1304939"/>
            <a:chOff x="9946917" y="2401835"/>
            <a:chExt cx="1473441" cy="130493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EA1FF177-C3C9-2367-A8A4-1E0AB33582E6}"/>
                </a:ext>
              </a:extLst>
            </p:cNvPr>
            <p:cNvSpPr/>
            <p:nvPr/>
          </p:nvSpPr>
          <p:spPr>
            <a:xfrm>
              <a:off x="9946917" y="3424349"/>
              <a:ext cx="1326383" cy="282425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plantings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0E273E75-D0F8-8F52-3263-750ED1C52F6A}"/>
                </a:ext>
              </a:extLst>
            </p:cNvPr>
            <p:cNvGrpSpPr/>
            <p:nvPr/>
          </p:nvGrpSpPr>
          <p:grpSpPr>
            <a:xfrm>
              <a:off x="9961449" y="2401835"/>
              <a:ext cx="1458909" cy="793682"/>
              <a:chOff x="8056880" y="864763"/>
              <a:chExt cx="1458909" cy="793682"/>
            </a:xfrm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9873C52E-2678-84E5-5798-B00A5099C16B}"/>
                  </a:ext>
                </a:extLst>
              </p:cNvPr>
              <p:cNvSpPr/>
              <p:nvPr/>
            </p:nvSpPr>
            <p:spPr>
              <a:xfrm>
                <a:off x="8062539" y="864763"/>
                <a:ext cx="1326383" cy="282425"/>
              </a:xfrm>
              <a:prstGeom prst="round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subprojects</a:t>
                </a:r>
              </a:p>
            </p:txBody>
          </p:sp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12C9712A-09C2-0CE0-D373-390A95A56510}"/>
                  </a:ext>
                </a:extLst>
              </p:cNvPr>
              <p:cNvSpPr/>
              <p:nvPr/>
            </p:nvSpPr>
            <p:spPr>
              <a:xfrm>
                <a:off x="8056880" y="1376020"/>
                <a:ext cx="1326383" cy="28242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/>
                  <a:t>p_gps_pts</a:t>
                </a:r>
                <a:endParaRPr lang="en-US" sz="1200" dirty="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3DBC4B05-F365-8323-BE06-9B181347C59D}"/>
                  </a:ext>
                </a:extLst>
              </p:cNvPr>
              <p:cNvSpPr/>
              <p:nvPr/>
            </p:nvSpPr>
            <p:spPr>
              <a:xfrm>
                <a:off x="9375112" y="1080198"/>
                <a:ext cx="140677" cy="391886"/>
              </a:xfrm>
              <a:custGeom>
                <a:avLst/>
                <a:gdLst>
                  <a:gd name="csX0" fmla="*/ 20097 w 140677"/>
                  <a:gd name="csY0" fmla="*/ 0 h 391886"/>
                  <a:gd name="csX1" fmla="*/ 140677 w 140677"/>
                  <a:gd name="csY1" fmla="*/ 0 h 391886"/>
                  <a:gd name="csX2" fmla="*/ 140677 w 140677"/>
                  <a:gd name="csY2" fmla="*/ 391886 h 391886"/>
                  <a:gd name="csX3" fmla="*/ 0 w 140677"/>
                  <a:gd name="csY3" fmla="*/ 391886 h 3918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40677" h="391886">
                    <a:moveTo>
                      <a:pt x="20097" y="0"/>
                    </a:moveTo>
                    <a:lnTo>
                      <a:pt x="140677" y="0"/>
                    </a:lnTo>
                    <a:lnTo>
                      <a:pt x="140677" y="391886"/>
                    </a:lnTo>
                    <a:lnTo>
                      <a:pt x="0" y="391886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E9F643B-C2AE-08FC-6C6F-1105EBBAF0D2}"/>
                </a:ext>
              </a:extLst>
            </p:cNvPr>
            <p:cNvSpPr/>
            <p:nvPr/>
          </p:nvSpPr>
          <p:spPr>
            <a:xfrm>
              <a:off x="11267736" y="3113990"/>
              <a:ext cx="140677" cy="391886"/>
            </a:xfrm>
            <a:custGeom>
              <a:avLst/>
              <a:gdLst>
                <a:gd name="csX0" fmla="*/ 20097 w 140677"/>
                <a:gd name="csY0" fmla="*/ 0 h 391886"/>
                <a:gd name="csX1" fmla="*/ 140677 w 140677"/>
                <a:gd name="csY1" fmla="*/ 0 h 391886"/>
                <a:gd name="csX2" fmla="*/ 140677 w 140677"/>
                <a:gd name="csY2" fmla="*/ 391886 h 391886"/>
                <a:gd name="csX3" fmla="*/ 0 w 140677"/>
                <a:gd name="csY3" fmla="*/ 391886 h 3918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0677" h="391886">
                  <a:moveTo>
                    <a:pt x="20097" y="0"/>
                  </a:moveTo>
                  <a:lnTo>
                    <a:pt x="140677" y="0"/>
                  </a:lnTo>
                  <a:lnTo>
                    <a:pt x="140677" y="391886"/>
                  </a:lnTo>
                  <a:lnTo>
                    <a:pt x="0" y="391886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D20B05F-4A71-DF8E-887A-95605EF55C4B}"/>
              </a:ext>
            </a:extLst>
          </p:cNvPr>
          <p:cNvSpPr txBox="1"/>
          <p:nvPr/>
        </p:nvSpPr>
        <p:spPr>
          <a:xfrm>
            <a:off x="10366323" y="1676263"/>
            <a:ext cx="7477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extract</a:t>
            </a:r>
          </a:p>
          <a:p>
            <a:pPr algn="ctr"/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plantings</a:t>
            </a: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645FA35C-81B7-C844-50E1-D16F3CCEBCA6}"/>
              </a:ext>
            </a:extLst>
          </p:cNvPr>
          <p:cNvSpPr/>
          <p:nvPr/>
        </p:nvSpPr>
        <p:spPr>
          <a:xfrm>
            <a:off x="540940" y="1205802"/>
            <a:ext cx="383508" cy="693335"/>
          </a:xfrm>
          <a:custGeom>
            <a:avLst/>
            <a:gdLst>
              <a:gd name="csX0" fmla="*/ 177306 w 378273"/>
              <a:gd name="csY0" fmla="*/ 0 h 653142"/>
              <a:gd name="csX1" fmla="*/ 6484 w 378273"/>
              <a:gd name="csY1" fmla="*/ 442127 h 653142"/>
              <a:gd name="csX2" fmla="*/ 378273 w 378273"/>
              <a:gd name="csY2" fmla="*/ 653142 h 653142"/>
              <a:gd name="csX0" fmla="*/ 97168 w 388570"/>
              <a:gd name="csY0" fmla="*/ 0 h 693335"/>
              <a:gd name="csX1" fmla="*/ 16781 w 388570"/>
              <a:gd name="csY1" fmla="*/ 482320 h 693335"/>
              <a:gd name="csX2" fmla="*/ 388570 w 388570"/>
              <a:gd name="csY2" fmla="*/ 693335 h 693335"/>
              <a:gd name="csX0" fmla="*/ 92106 w 383508"/>
              <a:gd name="csY0" fmla="*/ 0 h 693335"/>
              <a:gd name="csX1" fmla="*/ 11719 w 383508"/>
              <a:gd name="csY1" fmla="*/ 482320 h 693335"/>
              <a:gd name="csX2" fmla="*/ 383508 w 383508"/>
              <a:gd name="csY2" fmla="*/ 693335 h 6933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83508" h="693335">
                <a:moveTo>
                  <a:pt x="92106" y="0"/>
                </a:moveTo>
                <a:cubicBezTo>
                  <a:pt x="20093" y="186731"/>
                  <a:pt x="-21775" y="373463"/>
                  <a:pt x="11719" y="482320"/>
                </a:cubicBezTo>
                <a:cubicBezTo>
                  <a:pt x="45213" y="591177"/>
                  <a:pt x="214360" y="642256"/>
                  <a:pt x="383508" y="693335"/>
                </a:cubicBezTo>
              </a:path>
            </a:pathLst>
          </a:custGeom>
          <a:noFill/>
          <a:ln w="1905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2357900-A3A2-2DE9-8EEF-6E2C14DB3032}"/>
              </a:ext>
            </a:extLst>
          </p:cNvPr>
          <p:cNvSpPr txBox="1"/>
          <p:nvPr/>
        </p:nvSpPr>
        <p:spPr>
          <a:xfrm>
            <a:off x="7839996" y="3008601"/>
            <a:ext cx="124571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Plantings_pt</a:t>
            </a:r>
            <a:endParaRPr lang="en-US" sz="1000" dirty="0"/>
          </a:p>
          <a:p>
            <a:r>
              <a:rPr lang="en-US" sz="1000" dirty="0" err="1"/>
              <a:t>Plantings_ln</a:t>
            </a:r>
            <a:endParaRPr lang="en-US" sz="1000" dirty="0"/>
          </a:p>
          <a:p>
            <a:r>
              <a:rPr lang="en-US" sz="1000" dirty="0" err="1"/>
              <a:t>Plantings_py</a:t>
            </a:r>
            <a:endParaRPr lang="en-US" sz="1000" dirty="0"/>
          </a:p>
          <a:p>
            <a:r>
              <a:rPr lang="en-US" sz="1000" dirty="0" err="1"/>
              <a:t>Planting_centroids</a:t>
            </a:r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(prior to no-coord recovery)</a:t>
            </a:r>
          </a:p>
        </p:txBody>
      </p:sp>
      <p:pic>
        <p:nvPicPr>
          <p:cNvPr id="37" name="Picture 36" descr="code file Icon - Free PNG &amp; SVG 2035030 - Noun Project">
            <a:extLst>
              <a:ext uri="{FF2B5EF4-FFF2-40B4-BE49-F238E27FC236}">
                <a16:creationId xmlns:a16="http://schemas.microsoft.com/office/drawing/2014/main" id="{271CD24A-69D0-075C-3024-3D03536AC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136" y="3178110"/>
            <a:ext cx="501780" cy="50178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CA5F0FE3-3780-57D8-248A-D6CD1CB2383C}"/>
              </a:ext>
            </a:extLst>
          </p:cNvPr>
          <p:cNvSpPr txBox="1"/>
          <p:nvPr/>
        </p:nvSpPr>
        <p:spPr>
          <a:xfrm>
            <a:off x="5550043" y="3008600"/>
            <a:ext cx="12457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Get list of PLC with multiple locations</a:t>
            </a:r>
          </a:p>
          <a:p>
            <a:endParaRPr lang="en-US" sz="1000" dirty="0"/>
          </a:p>
          <a:p>
            <a:r>
              <a:rPr lang="en-US" sz="1000"/>
              <a:t>Get centroids</a:t>
            </a:r>
            <a:endParaRPr lang="en-US" sz="1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6F14E57-65C0-B8E8-CFCC-D231A2EC9D90}"/>
              </a:ext>
            </a:extLst>
          </p:cNvPr>
          <p:cNvSpPr txBox="1"/>
          <p:nvPr/>
        </p:nvSpPr>
        <p:spPr>
          <a:xfrm>
            <a:off x="7690013" y="2665660"/>
            <a:ext cx="14876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Initial spatial layers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D573B84-9D85-2596-9D98-1F6C83F80C93}"/>
              </a:ext>
            </a:extLst>
          </p:cNvPr>
          <p:cNvSpPr txBox="1"/>
          <p:nvPr/>
        </p:nvSpPr>
        <p:spPr>
          <a:xfrm>
            <a:off x="5385563" y="2665659"/>
            <a:ext cx="14876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C00000"/>
                </a:solidFill>
              </a:rPr>
              <a:t>Planting_locations</a:t>
            </a:r>
            <a:endParaRPr lang="en-US" sz="1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7760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E14C80-B562-42AD-0F41-83D4AF731A7F}"/>
              </a:ext>
            </a:extLst>
          </p:cNvPr>
          <p:cNvSpPr txBox="1"/>
          <p:nvPr/>
        </p:nvSpPr>
        <p:spPr>
          <a:xfrm>
            <a:off x="858416" y="298580"/>
            <a:ext cx="4711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35272E-9D00-02E7-7388-4457BDA3C2D7}"/>
              </a:ext>
            </a:extLst>
          </p:cNvPr>
          <p:cNvSpPr txBox="1"/>
          <p:nvPr/>
        </p:nvSpPr>
        <p:spPr>
          <a:xfrm>
            <a:off x="858416" y="839755"/>
            <a:ext cx="1096347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Two “Mixed” donor site cases.  Is the mix of donor plants from the other collocated plantings? </a:t>
            </a:r>
            <a:r>
              <a:rPr lang="en-US" dirty="0">
                <a:solidFill>
                  <a:srgbClr val="C00000"/>
                </a:solidFill>
              </a:rPr>
              <a:t>YES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3 cases of single polygon planting with different methods at corners. </a:t>
            </a:r>
            <a:r>
              <a:rPr lang="en-US" dirty="0">
                <a:solidFill>
                  <a:srgbClr val="C00000"/>
                </a:solidFill>
              </a:rPr>
              <a:t>Grid planting.  Treat as separate plantings – just the corners as points but with </a:t>
            </a:r>
            <a:r>
              <a:rPr lang="en-US" dirty="0" err="1">
                <a:solidFill>
                  <a:srgbClr val="C00000"/>
                </a:solidFill>
              </a:rPr>
              <a:t>planting_geometry</a:t>
            </a:r>
            <a:r>
              <a:rPr lang="en-US" dirty="0">
                <a:solidFill>
                  <a:srgbClr val="C00000"/>
                </a:solidFill>
              </a:rPr>
              <a:t>=“grid” (edited in snapshot). This treatment should be subject to revision based on monitoring data granularity.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How to handle MRE replicates.  </a:t>
            </a:r>
            <a:r>
              <a:rPr lang="en-US" dirty="0">
                <a:solidFill>
                  <a:srgbClr val="C00000"/>
                </a:solidFill>
              </a:rPr>
              <a:t>Yes treat as replicates – add to key. </a:t>
            </a:r>
            <a:r>
              <a:rPr lang="en-US" dirty="0">
                <a:solidFill>
                  <a:srgbClr val="FFC000"/>
                </a:solidFill>
              </a:rPr>
              <a:t>Done, and discovered total three sets of replicates.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521D8F-90DE-8415-F79B-B9BD39953AD4}"/>
              </a:ext>
            </a:extLst>
          </p:cNvPr>
          <p:cNvSpPr txBox="1"/>
          <p:nvPr/>
        </p:nvSpPr>
        <p:spPr>
          <a:xfrm>
            <a:off x="2037572" y="5888017"/>
            <a:ext cx="674253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JG email: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sum the number of large scale and test transplant activity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So, the simpler version of calling BESE a single test transplant effort works here.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DCC2A3-CA40-E93A-E9FC-B5E255D2C694}"/>
              </a:ext>
            </a:extLst>
          </p:cNvPr>
          <p:cNvSpPr txBox="1"/>
          <p:nvPr/>
        </p:nvSpPr>
        <p:spPr>
          <a:xfrm>
            <a:off x="1427583" y="3053907"/>
            <a:ext cx="9050695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of ‘collocated’ and retain/drop.  </a:t>
            </a:r>
            <a:r>
              <a:rPr lang="en-US" dirty="0">
                <a:solidFill>
                  <a:srgbClr val="C00000"/>
                </a:solidFill>
              </a:rPr>
              <a:t>Collocated confirmed.  Ignore retain/drop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Treating BESE as a single planting – </a:t>
            </a:r>
            <a:r>
              <a:rPr lang="en-US" dirty="0">
                <a:solidFill>
                  <a:srgbClr val="C00000"/>
                </a:solidFill>
              </a:rPr>
              <a:t>or 3 AG BG C; Dumas donor source successful. Dupont Wharf failed.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Plantings at same GPS coords but different dates: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US" sz="1600" dirty="0"/>
              <a:t>Spread through season:  ‘repeat’ plantings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US" sz="1600" dirty="0"/>
              <a:t>Consecutive days: ‘collocated’ plantings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797106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4AB92D-C488-47FE-A288-92026B22C4E5}"/>
              </a:ext>
            </a:extLst>
          </p:cNvPr>
          <p:cNvSpPr txBox="1"/>
          <p:nvPr/>
        </p:nvSpPr>
        <p:spPr>
          <a:xfrm>
            <a:off x="569570" y="638212"/>
            <a:ext cx="10505661" cy="160043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Aston citation in two different forms (edit made to snapshot)</a:t>
            </a:r>
          </a:p>
          <a:p>
            <a:r>
              <a:rPr lang="en-US" sz="1200" dirty="0"/>
              <a:t>Aston, L.A., A.B. Borde and J. Vavrinec. 2015. Final Summary Report - Eelgrass Restoration in Puget Sound Project Summary. Pacific Northwest National Laboratory, </a:t>
            </a:r>
            <a:r>
              <a:rPr lang="en-US" sz="1200" dirty="0">
                <a:highlight>
                  <a:srgbClr val="FFFF00"/>
                </a:highlight>
              </a:rPr>
              <a:t>Richland</a:t>
            </a:r>
            <a:r>
              <a:rPr lang="en-US" sz="1200" dirty="0"/>
              <a:t>, WA. PNNL-24445.</a:t>
            </a:r>
          </a:p>
          <a:p>
            <a:endParaRPr lang="en-US" sz="1200" dirty="0"/>
          </a:p>
          <a:p>
            <a:r>
              <a:rPr lang="en-US" sz="1200" dirty="0"/>
              <a:t>Aston, L.A., A.B. Borde and J. Vavrinec. 2015. Final Summary Report - Eelgrass Restoration in Puget Sound Project Summary. Pacific Northwest National Laboratory, </a:t>
            </a:r>
            <a:r>
              <a:rPr lang="en-US" sz="1200" dirty="0">
                <a:highlight>
                  <a:srgbClr val="FFFF00"/>
                </a:highlight>
              </a:rPr>
              <a:t>Sequim</a:t>
            </a:r>
            <a:r>
              <a:rPr lang="en-US" sz="1200" dirty="0"/>
              <a:t>, WA. PNNL-24445</a:t>
            </a:r>
          </a:p>
          <a:p>
            <a:endParaRPr lang="en-US" sz="1200" dirty="0"/>
          </a:p>
          <a:p>
            <a:r>
              <a:rPr lang="en-US" sz="1200" dirty="0"/>
              <a:t>Manually changed all in snapshot to be Sequim version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A27C9D-5B69-5734-34E6-88921F4B88C8}"/>
              </a:ext>
            </a:extLst>
          </p:cNvPr>
          <p:cNvSpPr txBox="1"/>
          <p:nvPr/>
        </p:nvSpPr>
        <p:spPr>
          <a:xfrm>
            <a:off x="569568" y="2360292"/>
            <a:ext cx="10505661" cy="52322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Modified headers rows so that a clean set of column titles (no spaces, symbols) is immediately adjacent to the table (edit made to “_pd” version that propagated to snapshot).  The number of  rows at the top to ignore is stored in a config file.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94BD01-9DA4-3A05-F9D2-22178F5A3542}"/>
              </a:ext>
            </a:extLst>
          </p:cNvPr>
          <p:cNvSpPr txBox="1"/>
          <p:nvPr/>
        </p:nvSpPr>
        <p:spPr>
          <a:xfrm>
            <a:off x="2409732" y="148588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Edits to matrix spreadsheet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4F4C6CB-6ED9-66AC-5261-7F343F70B387}"/>
              </a:ext>
            </a:extLst>
          </p:cNvPr>
          <p:cNvGrpSpPr/>
          <p:nvPr/>
        </p:nvGrpSpPr>
        <p:grpSpPr>
          <a:xfrm>
            <a:off x="569568" y="3124379"/>
            <a:ext cx="6928541" cy="1209523"/>
            <a:chOff x="569569" y="3528374"/>
            <a:chExt cx="6928541" cy="120952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2DA419C-D251-709A-692A-17D084714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9569" y="3528374"/>
              <a:ext cx="6928541" cy="1209523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AD5425B-B75F-F212-4E36-303E18191FF8}"/>
                </a:ext>
              </a:extLst>
            </p:cNvPr>
            <p:cNvSpPr/>
            <p:nvPr/>
          </p:nvSpPr>
          <p:spPr>
            <a:xfrm>
              <a:off x="6251510" y="3974841"/>
              <a:ext cx="289249" cy="42920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223988C-51D2-28B9-5610-A871F9B7F61C}"/>
              </a:ext>
            </a:extLst>
          </p:cNvPr>
          <p:cNvSpPr txBox="1"/>
          <p:nvPr/>
        </p:nvSpPr>
        <p:spPr>
          <a:xfrm>
            <a:off x="7727182" y="3429000"/>
            <a:ext cx="2724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 Anderson island plantings:  NA changed to “point”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847300-D724-8AA9-EAB7-F7B0FD83CFED}"/>
              </a:ext>
            </a:extLst>
          </p:cNvPr>
          <p:cNvSpPr txBox="1"/>
          <p:nvPr/>
        </p:nvSpPr>
        <p:spPr>
          <a:xfrm>
            <a:off x="569568" y="4571109"/>
            <a:ext cx="10702489" cy="52322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added planting location codes to the one BESE group that had NA</a:t>
            </a:r>
          </a:p>
          <a:p>
            <a:r>
              <a:rPr lang="en-US" sz="1400" dirty="0"/>
              <a:t>changed </a:t>
            </a:r>
            <a:r>
              <a:rPr lang="en-US" sz="1400" dirty="0" err="1"/>
              <a:t>activity_filter</a:t>
            </a:r>
            <a:r>
              <a:rPr lang="en-US" sz="1400" dirty="0"/>
              <a:t> values for each of the two BESE groups so that each row of </a:t>
            </a:r>
            <a:r>
              <a:rPr lang="en-US" sz="1400" dirty="0" err="1"/>
              <a:t>p_gps_pts</a:t>
            </a:r>
            <a:r>
              <a:rPr lang="en-US" sz="1400" dirty="0"/>
              <a:t> is a distinct planting (no instances of “--”)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166A4F-AA36-D2E3-E308-25080AB421D5}"/>
              </a:ext>
            </a:extLst>
          </p:cNvPr>
          <p:cNvSpPr txBox="1"/>
          <p:nvPr/>
        </p:nvSpPr>
        <p:spPr>
          <a:xfrm>
            <a:off x="569568" y="5348201"/>
            <a:ext cx="10702489" cy="738664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added planting geometry (col G)  as ‘point’ for two </a:t>
            </a:r>
            <a:r>
              <a:rPr lang="en-US" sz="1400" dirty="0" err="1"/>
              <a:t>planting_gps_pt</a:t>
            </a:r>
            <a:r>
              <a:rPr lang="en-US" sz="1400" dirty="0"/>
              <a:t> records: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Delano Beach West - DNR - shallow - test – 2021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Delano Beach West - DNR - deep - test - 2021</a:t>
            </a:r>
          </a:p>
        </p:txBody>
      </p:sp>
    </p:spTree>
    <p:extLst>
      <p:ext uri="{BB962C8B-B14F-4D97-AF65-F5344CB8AC3E}">
        <p14:creationId xmlns:p14="http://schemas.microsoft.com/office/powerpoint/2010/main" val="2532653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B94C35-F446-6819-0A0D-58F830F55BEF}"/>
              </a:ext>
            </a:extLst>
          </p:cNvPr>
          <p:cNvSpPr txBox="1"/>
          <p:nvPr/>
        </p:nvSpPr>
        <p:spPr>
          <a:xfrm>
            <a:off x="2409732" y="148588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Edits to matrix spreadsheet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E5ACBE-1591-FF44-B4A2-8A74989665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096990"/>
              </p:ext>
            </p:extLst>
          </p:nvPr>
        </p:nvGraphicFramePr>
        <p:xfrm>
          <a:off x="797609" y="828527"/>
          <a:ext cx="4660900" cy="22726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60900">
                  <a:extLst>
                    <a:ext uri="{9D8B030D-6E8A-4147-A177-3AD203B41FA5}">
                      <a16:colId xmlns:a16="http://schemas.microsoft.com/office/drawing/2014/main" val="41547098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Joemma</a:t>
                      </a:r>
                      <a:r>
                        <a:rPr lang="en-US" sz="1100" u="none" strike="noStrike" dirty="0">
                          <a:effectLst/>
                        </a:rPr>
                        <a:t> Beach State Park North - SE - DNR - methods - 2017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27423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Joemma Beach State Park North - SW - DNR - methods - 2017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388194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Joemma Beach State Park North - NE - DNR - methods - 2017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970044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Joemma Beach State Park North - NW - DNR - methods - 2017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6181377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Joemma Beach State Park Mid - SE - DNR - methods - 2017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872756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Joemma Beach State Park Mid - SW - DNR - methods - 2017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910979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Joemma Beach State Park Mid - NE - DNR - methods - 2017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006312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Joemma Beach State Park Mid - NW - DNR - methods - 2017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529693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Joemma Beach State Park South - SE - DNR - methods - 2017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972812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Joemma Beach State Park South - SW - DNR - methods - 2017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398635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Joemma Beach State Park South - NE - DNR - methods - 2017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861848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Joemma</a:t>
                      </a:r>
                      <a:r>
                        <a:rPr lang="en-US" sz="1100" u="none" strike="noStrike" dirty="0">
                          <a:effectLst/>
                        </a:rPr>
                        <a:t> Beach State Park South - NW - DNR - methods - 2017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9649703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3ADEC9A-5FF3-D75B-E079-CF3D871E39F0}"/>
              </a:ext>
            </a:extLst>
          </p:cNvPr>
          <p:cNvSpPr txBox="1"/>
          <p:nvPr/>
        </p:nvSpPr>
        <p:spPr>
          <a:xfrm>
            <a:off x="6189785" y="1316334"/>
            <a:ext cx="4381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Planting_geometry</a:t>
            </a:r>
            <a:r>
              <a:rPr lang="en-US" dirty="0"/>
              <a:t> in snapshot changed from ‘polygon’ to ‘grid’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2E5AA8-F90F-EAD8-C313-F42B2725B57D}"/>
              </a:ext>
            </a:extLst>
          </p:cNvPr>
          <p:cNvSpPr txBox="1"/>
          <p:nvPr/>
        </p:nvSpPr>
        <p:spPr>
          <a:xfrm>
            <a:off x="6316745" y="4111450"/>
            <a:ext cx="5118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Changed 3 sets of polygon GPS points to ‘grid’</a:t>
            </a:r>
          </a:p>
          <a:p>
            <a:r>
              <a:rPr lang="en-US" dirty="0"/>
              <a:t>Changed activity filter </a:t>
            </a:r>
            <a:r>
              <a:rPr lang="en-US"/>
              <a:t>so separate plantings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72FC0D-0EAE-B979-C1BC-543A7FD99F2D}"/>
              </a:ext>
            </a:extLst>
          </p:cNvPr>
          <p:cNvSpPr txBox="1"/>
          <p:nvPr/>
        </p:nvSpPr>
        <p:spPr>
          <a:xfrm>
            <a:off x="926961" y="4298391"/>
            <a:ext cx="6094324" cy="272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440"/>
              </a:lnSpc>
              <a:buNone/>
            </a:pPr>
            <a:r>
              <a:rPr lang="en-US" sz="1400" b="0" i="0" dirty="0">
                <a:effectLst/>
                <a:latin typeface="Lucida Console" panose="020B0609040504020204" pitchFamily="49" charset="0"/>
              </a:rPr>
              <a:t>JSP_north_P1__2017-05-26__multiple__DPW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F8C15D-A137-1AA1-5F6F-B41F31613801}"/>
              </a:ext>
            </a:extLst>
          </p:cNvPr>
          <p:cNvSpPr txBox="1"/>
          <p:nvPr/>
        </p:nvSpPr>
        <p:spPr>
          <a:xfrm>
            <a:off x="2242602" y="5031650"/>
            <a:ext cx="86426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Changed column name of second </a:t>
            </a:r>
            <a:r>
              <a:rPr lang="en-US" dirty="0" err="1"/>
              <a:t>planting_geometry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Change </a:t>
            </a:r>
            <a:r>
              <a:rPr lang="en-US" dirty="0" err="1"/>
              <a:t>planting_geometry</a:t>
            </a:r>
            <a:r>
              <a:rPr lang="en-US" dirty="0"/>
              <a:t> from polygon to line for the 2 AND_South_L2 records and the 2 AND_South_L3 records </a:t>
            </a:r>
          </a:p>
        </p:txBody>
      </p:sp>
    </p:spTree>
    <p:extLst>
      <p:ext uri="{BB962C8B-B14F-4D97-AF65-F5344CB8AC3E}">
        <p14:creationId xmlns:p14="http://schemas.microsoft.com/office/powerpoint/2010/main" val="3134302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7B1F44-604B-548A-B449-4448345FC7D0}"/>
              </a:ext>
            </a:extLst>
          </p:cNvPr>
          <p:cNvSpPr txBox="1"/>
          <p:nvPr/>
        </p:nvSpPr>
        <p:spPr>
          <a:xfrm>
            <a:off x="645953" y="402672"/>
            <a:ext cx="1028490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using </a:t>
            </a:r>
            <a:r>
              <a:rPr lang="en-US" sz="1600" dirty="0" err="1"/>
              <a:t>activity_filter</a:t>
            </a:r>
            <a:r>
              <a:rPr lang="en-US" sz="1600" dirty="0"/>
              <a:t> for grouping points associated with the same planting. </a:t>
            </a:r>
          </a:p>
          <a:p>
            <a:pPr marL="625475" lvl="1" indent="-168275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accent1"/>
                </a:solidFill>
              </a:rPr>
              <a:t>Activity_type</a:t>
            </a:r>
            <a:r>
              <a:rPr lang="en-US" sz="1400" dirty="0">
                <a:solidFill>
                  <a:schemeClr val="accent1"/>
                </a:solidFill>
              </a:rPr>
              <a:t> field seems robust for grouping points by planting – </a:t>
            </a:r>
            <a:r>
              <a:rPr lang="en-US" sz="1400" dirty="0">
                <a:solidFill>
                  <a:srgbClr val="C00000"/>
                </a:solidFill>
              </a:rPr>
              <a:t>with BESE and MRE exceptions and grid 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rep cases remain; i.e., groups from activity_filter correctly identifies certain sets of records as discrete plantings,  but the planting key does not distinguish them (multiple records associated with same planting key).</a:t>
            </a:r>
          </a:p>
          <a:p>
            <a:pPr marL="635000" lvl="1" indent="-177800">
              <a:buFont typeface="Arial" panose="020B0604020202020204" pitchFamily="34" charset="0"/>
              <a:buChar char="•"/>
            </a:pPr>
            <a:r>
              <a:rPr lang="en-US" sz="1200" dirty="0"/>
              <a:t>what is frequency of multi-record groups  - how many reflect geometry and how many represent reps, or other cases?</a:t>
            </a:r>
          </a:p>
          <a:p>
            <a:pPr marL="635000" lvl="1" indent="-177800">
              <a:buFont typeface="Arial" panose="020B0604020202020204" pitchFamily="34" charset="0"/>
              <a:buChar char="•"/>
            </a:pPr>
            <a:r>
              <a:rPr lang="en-US" sz="1200" dirty="0"/>
              <a:t>How relates to earlier frequency summary, by planting key?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planting key:  </a:t>
            </a:r>
            <a:r>
              <a:rPr lang="en-US" sz="1600" dirty="0" err="1"/>
              <a:t>planting_location_code</a:t>
            </a:r>
            <a:r>
              <a:rPr lang="en-US" sz="1600" dirty="0"/>
              <a:t> + </a:t>
            </a:r>
            <a:r>
              <a:rPr lang="en-US" sz="1600" dirty="0" err="1"/>
              <a:t>planting_date</a:t>
            </a:r>
            <a:r>
              <a:rPr lang="en-US" sz="1600" dirty="0"/>
              <a:t> + method + </a:t>
            </a:r>
            <a:r>
              <a:rPr lang="en-US" sz="1600" dirty="0" err="1"/>
              <a:t>donor_site_code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identify all reps and number “_r1”, “_r2”, “r3”, 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Breakdown collocated field.  Identify cases of plantings at same location, different dates.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344F54-C7AF-86C7-9C43-2B16D0B595C7}"/>
              </a:ext>
            </a:extLst>
          </p:cNvPr>
          <p:cNvSpPr txBox="1"/>
          <p:nvPr/>
        </p:nvSpPr>
        <p:spPr>
          <a:xfrm>
            <a:off x="1221875" y="5985166"/>
            <a:ext cx="7682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Need to identify fields across all tables that are required for data entry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Workflow for integrating new data from Survey 123. Append or overwrite?</a:t>
            </a:r>
          </a:p>
        </p:txBody>
      </p:sp>
    </p:spTree>
    <p:extLst>
      <p:ext uri="{BB962C8B-B14F-4D97-AF65-F5344CB8AC3E}">
        <p14:creationId xmlns:p14="http://schemas.microsoft.com/office/powerpoint/2010/main" val="1689912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1A677C-3FA3-76D3-3133-A2596D1D40BF}"/>
              </a:ext>
            </a:extLst>
          </p:cNvPr>
          <p:cNvSpPr txBox="1"/>
          <p:nvPr/>
        </p:nvSpPr>
        <p:spPr>
          <a:xfrm>
            <a:off x="470890" y="5678256"/>
            <a:ext cx="7969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 rows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918C2C-6333-40F1-A4B4-F93CAF543DC6}"/>
              </a:ext>
            </a:extLst>
          </p:cNvPr>
          <p:cNvSpPr txBox="1"/>
          <p:nvPr/>
        </p:nvSpPr>
        <p:spPr>
          <a:xfrm>
            <a:off x="4653597" y="3304564"/>
            <a:ext cx="11360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line planting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6F4C86-65E1-27DB-2B20-1E4E19092C8B}"/>
              </a:ext>
            </a:extLst>
          </p:cNvPr>
          <p:cNvSpPr txBox="1"/>
          <p:nvPr/>
        </p:nvSpPr>
        <p:spPr>
          <a:xfrm>
            <a:off x="4636815" y="2609676"/>
            <a:ext cx="1152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point planting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B0CAD2-7B5B-D303-CA00-8970CA423417}"/>
              </a:ext>
            </a:extLst>
          </p:cNvPr>
          <p:cNvSpPr txBox="1"/>
          <p:nvPr/>
        </p:nvSpPr>
        <p:spPr>
          <a:xfrm>
            <a:off x="4508573" y="3926586"/>
            <a:ext cx="13506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polygon planting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F1DE8D-2634-DE88-699C-5E5C82B53CB4}"/>
              </a:ext>
            </a:extLst>
          </p:cNvPr>
          <p:cNvSpPr txBox="1"/>
          <p:nvPr/>
        </p:nvSpPr>
        <p:spPr>
          <a:xfrm>
            <a:off x="2466364" y="4800583"/>
            <a:ext cx="13579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polygon 4 corner</a:t>
            </a:r>
          </a:p>
          <a:p>
            <a:r>
              <a:rPr lang="en-US" sz="1200" dirty="0"/>
              <a:t>records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6A2CA4-13C8-AA8F-952C-692DD3CB2043}"/>
              </a:ext>
            </a:extLst>
          </p:cNvPr>
          <p:cNvSpPr txBox="1"/>
          <p:nvPr/>
        </p:nvSpPr>
        <p:spPr>
          <a:xfrm>
            <a:off x="2338208" y="3708286"/>
            <a:ext cx="1357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polygon diagonal</a:t>
            </a:r>
          </a:p>
          <a:p>
            <a:r>
              <a:rPr lang="en-US" sz="1200" dirty="0"/>
              <a:t>records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716A90-792D-91B5-8276-A69537C932FA}"/>
              </a:ext>
            </a:extLst>
          </p:cNvPr>
          <p:cNvSpPr txBox="1"/>
          <p:nvPr/>
        </p:nvSpPr>
        <p:spPr>
          <a:xfrm>
            <a:off x="2310013" y="2722795"/>
            <a:ext cx="11360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line endpoint</a:t>
            </a:r>
          </a:p>
          <a:p>
            <a:r>
              <a:rPr lang="en-US" sz="1200" dirty="0"/>
              <a:t>records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5C7C96-B957-0EA5-CAE2-8DF8FA89CCE3}"/>
              </a:ext>
            </a:extLst>
          </p:cNvPr>
          <p:cNvSpPr txBox="1"/>
          <p:nvPr/>
        </p:nvSpPr>
        <p:spPr>
          <a:xfrm>
            <a:off x="2335606" y="1887019"/>
            <a:ext cx="739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Point</a:t>
            </a:r>
          </a:p>
          <a:p>
            <a:r>
              <a:rPr lang="en-US" sz="1200" dirty="0"/>
              <a:t>records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A0DC9E-581A-0713-6BA8-2112CF9A4098}"/>
              </a:ext>
            </a:extLst>
          </p:cNvPr>
          <p:cNvSpPr txBox="1"/>
          <p:nvPr/>
        </p:nvSpPr>
        <p:spPr>
          <a:xfrm>
            <a:off x="9271980" y="2880536"/>
            <a:ext cx="598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41D013-FB66-D954-A8F7-8B79ED1E7CF1}"/>
              </a:ext>
            </a:extLst>
          </p:cNvPr>
          <p:cNvSpPr txBox="1"/>
          <p:nvPr/>
        </p:nvSpPr>
        <p:spPr>
          <a:xfrm>
            <a:off x="10891103" y="3013809"/>
            <a:ext cx="11171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 plantings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A7D68B-49FC-61AC-0F65-80BBA88F81B9}"/>
              </a:ext>
            </a:extLst>
          </p:cNvPr>
          <p:cNvSpPr txBox="1"/>
          <p:nvPr/>
        </p:nvSpPr>
        <p:spPr>
          <a:xfrm>
            <a:off x="9281434" y="3770522"/>
            <a:ext cx="914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large scale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893D2F-966D-A2BB-4AAE-EAFE7BA29E21}"/>
              </a:ext>
            </a:extLst>
          </p:cNvPr>
          <p:cNvSpPr txBox="1"/>
          <p:nvPr/>
        </p:nvSpPr>
        <p:spPr>
          <a:xfrm>
            <a:off x="630716" y="5257800"/>
            <a:ext cx="4773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C00000"/>
                </a:solidFill>
              </a:rPr>
              <a:t>288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2E2EAB-1DD2-04DC-3CF2-12B5BBFD5E1F}"/>
              </a:ext>
            </a:extLst>
          </p:cNvPr>
          <p:cNvSpPr/>
          <p:nvPr/>
        </p:nvSpPr>
        <p:spPr>
          <a:xfrm>
            <a:off x="664369" y="1600200"/>
            <a:ext cx="320040" cy="3657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11DE71-03D3-EDF8-1F69-9118989B237D}"/>
              </a:ext>
            </a:extLst>
          </p:cNvPr>
          <p:cNvSpPr/>
          <p:nvPr/>
        </p:nvSpPr>
        <p:spPr>
          <a:xfrm>
            <a:off x="4172314" y="3762310"/>
            <a:ext cx="320040" cy="6974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329826-D4C7-BEE5-773F-648AFF003D76}"/>
              </a:ext>
            </a:extLst>
          </p:cNvPr>
          <p:cNvSpPr/>
          <p:nvPr/>
        </p:nvSpPr>
        <p:spPr>
          <a:xfrm>
            <a:off x="4172314" y="3138263"/>
            <a:ext cx="320040" cy="443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6CC922-1A2E-A92B-84D0-AE461D9136BA}"/>
              </a:ext>
            </a:extLst>
          </p:cNvPr>
          <p:cNvSpPr/>
          <p:nvPr/>
        </p:nvSpPr>
        <p:spPr>
          <a:xfrm>
            <a:off x="4188533" y="2256558"/>
            <a:ext cx="320040" cy="7062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D4AB13-4CA1-D5B1-8048-F086110F9055}"/>
              </a:ext>
            </a:extLst>
          </p:cNvPr>
          <p:cNvSpPr/>
          <p:nvPr/>
        </p:nvSpPr>
        <p:spPr>
          <a:xfrm>
            <a:off x="2015565" y="4855751"/>
            <a:ext cx="320040" cy="277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5EFF757-4702-84F2-1564-3705C9635BC2}"/>
              </a:ext>
            </a:extLst>
          </p:cNvPr>
          <p:cNvSpPr/>
          <p:nvPr/>
        </p:nvSpPr>
        <p:spPr>
          <a:xfrm>
            <a:off x="1988589" y="3617604"/>
            <a:ext cx="320040" cy="6974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D3A190-7855-88FC-8C97-4E21F875DAF6}"/>
              </a:ext>
            </a:extLst>
          </p:cNvPr>
          <p:cNvSpPr/>
          <p:nvPr/>
        </p:nvSpPr>
        <p:spPr>
          <a:xfrm>
            <a:off x="1989973" y="2713673"/>
            <a:ext cx="320040" cy="443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295099-6C58-05B9-E63F-35BF0D79119E}"/>
              </a:ext>
            </a:extLst>
          </p:cNvPr>
          <p:cNvSpPr/>
          <p:nvPr/>
        </p:nvSpPr>
        <p:spPr>
          <a:xfrm>
            <a:off x="1989973" y="1713609"/>
            <a:ext cx="320040" cy="7062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81356C8-7A2F-AE07-F43E-BA8F14588D0E}"/>
              </a:ext>
            </a:extLst>
          </p:cNvPr>
          <p:cNvSpPr/>
          <p:nvPr/>
        </p:nvSpPr>
        <p:spPr>
          <a:xfrm>
            <a:off x="8947427" y="2670089"/>
            <a:ext cx="320040" cy="6974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C96ED6-F6BF-758C-0D97-9B07646ECDAC}"/>
              </a:ext>
            </a:extLst>
          </p:cNvPr>
          <p:cNvSpPr/>
          <p:nvPr/>
        </p:nvSpPr>
        <p:spPr>
          <a:xfrm>
            <a:off x="8951880" y="3560295"/>
            <a:ext cx="320040" cy="6974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FDAD2DD-1360-CCB8-8DF7-3CB248B433DE}"/>
              </a:ext>
            </a:extLst>
          </p:cNvPr>
          <p:cNvSpPr/>
          <p:nvPr/>
        </p:nvSpPr>
        <p:spPr>
          <a:xfrm>
            <a:off x="10580427" y="2731545"/>
            <a:ext cx="320040" cy="6974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4356EA5-CF42-9066-1E1A-47A173FC2910}"/>
              </a:ext>
            </a:extLst>
          </p:cNvPr>
          <p:cNvSpPr/>
          <p:nvPr/>
        </p:nvSpPr>
        <p:spPr>
          <a:xfrm>
            <a:off x="7346333" y="2066727"/>
            <a:ext cx="320040" cy="6974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7BFBF7E-716C-7641-82E6-71C18EF98864}"/>
              </a:ext>
            </a:extLst>
          </p:cNvPr>
          <p:cNvSpPr/>
          <p:nvPr/>
        </p:nvSpPr>
        <p:spPr>
          <a:xfrm>
            <a:off x="7346333" y="3907834"/>
            <a:ext cx="320040" cy="6974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10C4B04-A712-AB24-BE35-BC73F60B9B63}"/>
              </a:ext>
            </a:extLst>
          </p:cNvPr>
          <p:cNvSpPr/>
          <p:nvPr/>
        </p:nvSpPr>
        <p:spPr>
          <a:xfrm>
            <a:off x="7346333" y="3005327"/>
            <a:ext cx="320040" cy="6974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3DC3FB7-8C3E-066E-A4D9-E3E4D61F7149}"/>
              </a:ext>
            </a:extLst>
          </p:cNvPr>
          <p:cNvSpPr txBox="1"/>
          <p:nvPr/>
        </p:nvSpPr>
        <p:spPr>
          <a:xfrm>
            <a:off x="7766326" y="2348684"/>
            <a:ext cx="598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single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AEE904-4804-B112-EA49-085EA8537F24}"/>
              </a:ext>
            </a:extLst>
          </p:cNvPr>
          <p:cNvSpPr txBox="1"/>
          <p:nvPr/>
        </p:nvSpPr>
        <p:spPr>
          <a:xfrm>
            <a:off x="7656752" y="3184460"/>
            <a:ext cx="598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initial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6BF64C-D8D4-F4BA-F000-F7EA66F3A1E5}"/>
              </a:ext>
            </a:extLst>
          </p:cNvPr>
          <p:cNvSpPr txBox="1"/>
          <p:nvPr/>
        </p:nvSpPr>
        <p:spPr>
          <a:xfrm>
            <a:off x="7709500" y="4051510"/>
            <a:ext cx="750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repeat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9E8CB4-0256-D1B3-021D-20902B5DF1C1}"/>
              </a:ext>
            </a:extLst>
          </p:cNvPr>
          <p:cNvSpPr txBox="1"/>
          <p:nvPr/>
        </p:nvSpPr>
        <p:spPr>
          <a:xfrm>
            <a:off x="9571187" y="5136535"/>
            <a:ext cx="1648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Add project associations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D64F405-B808-0598-4DA2-7553693684DB}"/>
              </a:ext>
            </a:extLst>
          </p:cNvPr>
          <p:cNvSpPr/>
          <p:nvPr/>
        </p:nvSpPr>
        <p:spPr>
          <a:xfrm>
            <a:off x="941989" y="1221661"/>
            <a:ext cx="1008109" cy="317890"/>
          </a:xfrm>
          <a:custGeom>
            <a:avLst/>
            <a:gdLst>
              <a:gd name="csX0" fmla="*/ 68233 w 1066609"/>
              <a:gd name="csY0" fmla="*/ 50167 h 134142"/>
              <a:gd name="csX1" fmla="*/ 105556 w 1066609"/>
              <a:gd name="csY1" fmla="*/ 3513 h 134142"/>
              <a:gd name="csX2" fmla="*/ 1066609 w 1066609"/>
              <a:gd name="csY2" fmla="*/ 134142 h 134142"/>
              <a:gd name="csX0" fmla="*/ 9733 w 1008109"/>
              <a:gd name="csY0" fmla="*/ 233915 h 317890"/>
              <a:gd name="csX1" fmla="*/ 382958 w 1008109"/>
              <a:gd name="csY1" fmla="*/ 648 h 317890"/>
              <a:gd name="csX2" fmla="*/ 1008109 w 1008109"/>
              <a:gd name="csY2" fmla="*/ 317890 h 317890"/>
              <a:gd name="csX0" fmla="*/ 9733 w 1008109"/>
              <a:gd name="csY0" fmla="*/ 233915 h 317890"/>
              <a:gd name="csX1" fmla="*/ 382958 w 1008109"/>
              <a:gd name="csY1" fmla="*/ 648 h 317890"/>
              <a:gd name="csX2" fmla="*/ 1008109 w 1008109"/>
              <a:gd name="csY2" fmla="*/ 317890 h 3178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08109" h="317890">
                <a:moveTo>
                  <a:pt x="9733" y="233915"/>
                </a:moveTo>
                <a:cubicBezTo>
                  <a:pt x="-54804" y="203590"/>
                  <a:pt x="216562" y="-13348"/>
                  <a:pt x="382958" y="648"/>
                </a:cubicBezTo>
                <a:cubicBezTo>
                  <a:pt x="549354" y="14644"/>
                  <a:pt x="788061" y="44969"/>
                  <a:pt x="1008109" y="317890"/>
                </a:cubicBezTo>
              </a:path>
            </a:pathLst>
          </a:custGeom>
          <a:noFill/>
          <a:ln>
            <a:solidFill>
              <a:schemeClr val="accent2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48E65938-2535-EE0D-755B-CBC9BB775B86}"/>
                  </a:ext>
                </a:extLst>
              </p14:cNvPr>
              <p14:cNvContentPartPr/>
              <p14:nvPr/>
            </p14:nvContentPartPr>
            <p14:xfrm>
              <a:off x="2503183" y="3639781"/>
              <a:ext cx="600480" cy="8078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48E65938-2535-EE0D-755B-CBC9BB775B8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92383" y="3629341"/>
                <a:ext cx="621720" cy="82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132C3DFC-9D9B-AB38-71EF-09B18A6A11CB}"/>
                  </a:ext>
                </a:extLst>
              </p14:cNvPr>
              <p14:cNvContentPartPr/>
              <p14:nvPr/>
            </p14:nvContentPartPr>
            <p14:xfrm>
              <a:off x="3392383" y="3863341"/>
              <a:ext cx="327240" cy="3448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132C3DFC-9D9B-AB38-71EF-09B18A6A11C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81583" y="3852901"/>
                <a:ext cx="348480" cy="36612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6304E78-2300-EC04-338C-690B74AB73A2}"/>
              </a:ext>
            </a:extLst>
          </p:cNvPr>
          <p:cNvSpPr txBox="1"/>
          <p:nvPr/>
        </p:nvSpPr>
        <p:spPr>
          <a:xfrm>
            <a:off x="6027439" y="2531589"/>
            <a:ext cx="806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Solo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AF5F65-C6DD-6571-FA4C-959E090BB02C}"/>
              </a:ext>
            </a:extLst>
          </p:cNvPr>
          <p:cNvSpPr txBox="1"/>
          <p:nvPr/>
        </p:nvSpPr>
        <p:spPr>
          <a:xfrm>
            <a:off x="6011220" y="3095164"/>
            <a:ext cx="953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Collocated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3BB5AB-3018-20BD-18A9-3A03CED7B722}"/>
              </a:ext>
            </a:extLst>
          </p:cNvPr>
          <p:cNvSpPr txBox="1"/>
          <p:nvPr/>
        </p:nvSpPr>
        <p:spPr>
          <a:xfrm>
            <a:off x="6120504" y="3664285"/>
            <a:ext cx="10242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Replicates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F7EF6FC-0B34-19F0-D671-F0E2CD4E027E}"/>
                  </a:ext>
                </a:extLst>
              </p14:cNvPr>
              <p14:cNvContentPartPr/>
              <p14:nvPr/>
            </p14:nvContentPartPr>
            <p14:xfrm>
              <a:off x="3272863" y="700381"/>
              <a:ext cx="1716840" cy="1735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F7EF6FC-0B34-19F0-D671-F0E2CD4E027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62423" y="689581"/>
                <a:ext cx="1738080" cy="175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5811F121-15E3-AE42-C1F5-AD6954E02B66}"/>
                  </a:ext>
                </a:extLst>
              </p14:cNvPr>
              <p14:cNvContentPartPr/>
              <p14:nvPr/>
            </p14:nvContentPartPr>
            <p14:xfrm>
              <a:off x="6309463" y="336421"/>
              <a:ext cx="1087920" cy="52488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5811F121-15E3-AE42-C1F5-AD6954E02B6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99023" y="325621"/>
                <a:ext cx="1109160" cy="54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33673D9D-ED2A-C945-F219-B6DC2884B33F}"/>
                  </a:ext>
                </a:extLst>
              </p14:cNvPr>
              <p14:cNvContentPartPr/>
              <p14:nvPr/>
            </p14:nvContentPartPr>
            <p14:xfrm>
              <a:off x="5221903" y="401221"/>
              <a:ext cx="792360" cy="3243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33673D9D-ED2A-C945-F219-B6DC2884B33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211463" y="390781"/>
                <a:ext cx="81360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DB2525A3-213E-BC8A-1BF1-47DA66445BA4}"/>
                  </a:ext>
                </a:extLst>
              </p14:cNvPr>
              <p14:cNvContentPartPr/>
              <p14:nvPr/>
            </p14:nvContentPartPr>
            <p14:xfrm>
              <a:off x="5240623" y="889021"/>
              <a:ext cx="899640" cy="4208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DB2525A3-213E-BC8A-1BF1-47DA66445BA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230179" y="878221"/>
                <a:ext cx="920889" cy="44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5B76EB32-8FDE-6DA8-A070-EDE5EB15E908}"/>
                  </a:ext>
                </a:extLst>
              </p14:cNvPr>
              <p14:cNvContentPartPr/>
              <p14:nvPr/>
            </p14:nvContentPartPr>
            <p14:xfrm>
              <a:off x="6466783" y="882541"/>
              <a:ext cx="1044000" cy="40644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5B76EB32-8FDE-6DA8-A070-EDE5EB15E90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55983" y="872092"/>
                <a:ext cx="1065240" cy="4276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0A63DA38-2429-4443-C45F-4404483857B1}"/>
                  </a:ext>
                </a:extLst>
              </p14:cNvPr>
              <p14:cNvContentPartPr/>
              <p14:nvPr/>
            </p14:nvContentPartPr>
            <p14:xfrm>
              <a:off x="8723983" y="235261"/>
              <a:ext cx="779760" cy="13705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0A63DA38-2429-4443-C45F-4404483857B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713188" y="224464"/>
                <a:ext cx="800990" cy="13917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96D2695B-F89F-809A-D002-97D1FBCDE90C}"/>
                  </a:ext>
                </a:extLst>
              </p14:cNvPr>
              <p14:cNvContentPartPr/>
              <p14:nvPr/>
            </p14:nvContentPartPr>
            <p14:xfrm>
              <a:off x="8850343" y="1530181"/>
              <a:ext cx="798120" cy="52488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96D2695B-F89F-809A-D002-97D1FBCDE90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839543" y="1519741"/>
                <a:ext cx="819360" cy="54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C7F501AC-1FD9-F4D9-EA72-69463D7B9A76}"/>
                  </a:ext>
                </a:extLst>
              </p14:cNvPr>
              <p14:cNvContentPartPr/>
              <p14:nvPr/>
            </p14:nvContentPartPr>
            <p14:xfrm>
              <a:off x="9900103" y="152101"/>
              <a:ext cx="1307520" cy="12024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C7F501AC-1FD9-F4D9-EA72-69463D7B9A7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889663" y="141304"/>
                <a:ext cx="1328760" cy="12236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632D2E11-F5AA-C68E-AA02-DDF93F87FB7E}"/>
                  </a:ext>
                </a:extLst>
              </p14:cNvPr>
              <p14:cNvContentPartPr/>
              <p14:nvPr/>
            </p14:nvContentPartPr>
            <p14:xfrm>
              <a:off x="11389423" y="199621"/>
              <a:ext cx="277200" cy="42840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632D2E11-F5AA-C68E-AA02-DDF93F87FB7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378969" y="188830"/>
                <a:ext cx="298468" cy="4496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917E5EA4-4E1C-A3DD-968A-D3AE41439EA1}"/>
                  </a:ext>
                </a:extLst>
              </p14:cNvPr>
              <p14:cNvContentPartPr/>
              <p14:nvPr/>
            </p14:nvContentPartPr>
            <p14:xfrm>
              <a:off x="11219863" y="763741"/>
              <a:ext cx="572400" cy="143892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917E5EA4-4E1C-A3DD-968A-D3AE41439EA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1209063" y="753298"/>
                <a:ext cx="597240" cy="14601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5936C0DA-772B-9AAF-C02F-A30CFC81BA6C}"/>
                  </a:ext>
                </a:extLst>
              </p14:cNvPr>
              <p14:cNvContentPartPr/>
              <p14:nvPr/>
            </p14:nvContentPartPr>
            <p14:xfrm>
              <a:off x="8862223" y="2083501"/>
              <a:ext cx="973440" cy="39672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5936C0DA-772B-9AAF-C02F-A30CFC81BA6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847823" y="2069088"/>
                <a:ext cx="1001880" cy="4251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A79762F6-5823-D3DC-77BE-B601C69D453E}"/>
                  </a:ext>
                </a:extLst>
              </p14:cNvPr>
              <p14:cNvContentPartPr/>
              <p14:nvPr/>
            </p14:nvContentPartPr>
            <p14:xfrm>
              <a:off x="9868063" y="1567981"/>
              <a:ext cx="1566000" cy="79236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A79762F6-5823-D3DC-77BE-B601C69D453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854023" y="1553581"/>
                <a:ext cx="1594440" cy="82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B715CA5E-4E2A-C1ED-99BC-98FB65C3D2FA}"/>
                  </a:ext>
                </a:extLst>
              </p14:cNvPr>
              <p14:cNvContentPartPr/>
              <p14:nvPr/>
            </p14:nvContentPartPr>
            <p14:xfrm>
              <a:off x="7624183" y="4585861"/>
              <a:ext cx="1559160" cy="54648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B715CA5E-4E2A-C1ED-99BC-98FB65C3D2F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613741" y="4575061"/>
                <a:ext cx="1580405" cy="56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9994EEA2-C239-2115-5BE7-9B88DA52647D}"/>
                  </a:ext>
                </a:extLst>
              </p14:cNvPr>
              <p14:cNvContentPartPr/>
              <p14:nvPr/>
            </p14:nvContentPartPr>
            <p14:xfrm>
              <a:off x="7128463" y="3227581"/>
              <a:ext cx="985320" cy="36504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9994EEA2-C239-2115-5BE7-9B88DA52647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117663" y="3217141"/>
                <a:ext cx="100656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46D24B9F-16F4-C4B5-4AB0-92EEBD57CC14}"/>
                  </a:ext>
                </a:extLst>
              </p14:cNvPr>
              <p14:cNvContentPartPr/>
              <p14:nvPr/>
            </p14:nvContentPartPr>
            <p14:xfrm>
              <a:off x="6139903" y="4340701"/>
              <a:ext cx="641520" cy="45324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46D24B9F-16F4-C4B5-4AB0-92EEBD57CC1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129103" y="4329892"/>
                <a:ext cx="662760" cy="4744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31382155-F544-72DA-E34D-169A71765C5A}"/>
                  </a:ext>
                </a:extLst>
              </p14:cNvPr>
              <p14:cNvContentPartPr/>
              <p14:nvPr/>
            </p14:nvContentPartPr>
            <p14:xfrm>
              <a:off x="6039103" y="4717981"/>
              <a:ext cx="849240" cy="45216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31382155-F544-72DA-E34D-169A71765C5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028663" y="4707181"/>
                <a:ext cx="870480" cy="47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18534EF2-400A-E1CB-54EA-3CB0AF133404}"/>
                  </a:ext>
                </a:extLst>
              </p14:cNvPr>
              <p14:cNvContentPartPr/>
              <p14:nvPr/>
            </p14:nvContentPartPr>
            <p14:xfrm>
              <a:off x="6171223" y="5088781"/>
              <a:ext cx="660600" cy="30780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18534EF2-400A-E1CB-54EA-3CB0AF13340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160783" y="5077981"/>
                <a:ext cx="68184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1E90DB03-6ADE-3F1D-DE54-0AD7F937BCB6}"/>
                  </a:ext>
                </a:extLst>
              </p14:cNvPr>
              <p14:cNvContentPartPr/>
              <p14:nvPr/>
            </p14:nvContentPartPr>
            <p14:xfrm>
              <a:off x="6045583" y="5579821"/>
              <a:ext cx="151200" cy="15048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1E90DB03-6ADE-3F1D-DE54-0AD7F937BCB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034783" y="5569381"/>
                <a:ext cx="17244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D3F5F030-D40C-321E-7E98-F74412228B07}"/>
                  </a:ext>
                </a:extLst>
              </p14:cNvPr>
              <p14:cNvContentPartPr/>
              <p14:nvPr/>
            </p14:nvContentPartPr>
            <p14:xfrm>
              <a:off x="6296863" y="5409541"/>
              <a:ext cx="741240" cy="42768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D3F5F030-D40C-321E-7E98-F74412228B0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286418" y="5398750"/>
                <a:ext cx="762490" cy="4489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EBBD47D4-3D07-D008-4A49-E57DFDD93755}"/>
                  </a:ext>
                </a:extLst>
              </p14:cNvPr>
              <p14:cNvContentPartPr/>
              <p14:nvPr/>
            </p14:nvContentPartPr>
            <p14:xfrm>
              <a:off x="6095983" y="5799061"/>
              <a:ext cx="905400" cy="29520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EBBD47D4-3D07-D008-4A49-E57DFDD9375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085187" y="5788621"/>
                <a:ext cx="926632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F0888A54-CA7A-C220-F408-55F41BDA4553}"/>
                  </a:ext>
                </a:extLst>
              </p14:cNvPr>
              <p14:cNvContentPartPr/>
              <p14:nvPr/>
            </p14:nvContentPartPr>
            <p14:xfrm>
              <a:off x="8189383" y="5170501"/>
              <a:ext cx="182520" cy="8136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F0888A54-CA7A-C220-F408-55F41BDA455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178943" y="5159701"/>
                <a:ext cx="20376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18C74F82-E9F1-0747-4738-A9D86434F44B}"/>
                  </a:ext>
                </a:extLst>
              </p14:cNvPr>
              <p14:cNvContentPartPr/>
              <p14:nvPr/>
            </p14:nvContentPartPr>
            <p14:xfrm>
              <a:off x="7592143" y="5264821"/>
              <a:ext cx="2351880" cy="62208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18C74F82-E9F1-0747-4738-A9D86434F44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581703" y="5254021"/>
                <a:ext cx="2373120" cy="64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4858183C-6BFB-729C-E47C-04E8B59D2A86}"/>
                  </a:ext>
                </a:extLst>
              </p14:cNvPr>
              <p14:cNvContentPartPr/>
              <p14:nvPr/>
            </p14:nvContentPartPr>
            <p14:xfrm>
              <a:off x="7755583" y="5786461"/>
              <a:ext cx="943560" cy="55872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4858183C-6BFB-729C-E47C-04E8B59D2A8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745143" y="5776014"/>
                <a:ext cx="964800" cy="5799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30D0D90E-204A-85CE-063C-05939AAB44B1}"/>
                  </a:ext>
                </a:extLst>
              </p14:cNvPr>
              <p14:cNvContentPartPr/>
              <p14:nvPr/>
            </p14:nvContentPartPr>
            <p14:xfrm>
              <a:off x="8912623" y="5918581"/>
              <a:ext cx="1100520" cy="25200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30D0D90E-204A-85CE-063C-05939AAB44B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901823" y="5908141"/>
                <a:ext cx="1121760" cy="27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3079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B5EF669-E93C-6193-0A2F-308FDA1C8BF7}"/>
                  </a:ext>
                </a:extLst>
              </p14:cNvPr>
              <p14:cNvContentPartPr/>
              <p14:nvPr/>
            </p14:nvContentPartPr>
            <p14:xfrm>
              <a:off x="619663" y="4387501"/>
              <a:ext cx="459360" cy="738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B5EF669-E93C-6193-0A2F-308FDA1C8BF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9223" y="4376701"/>
                <a:ext cx="480600" cy="75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047C979-2BEE-6C9D-F0E0-AFB8548E004D}"/>
                  </a:ext>
                </a:extLst>
              </p14:cNvPr>
              <p14:cNvContentPartPr/>
              <p14:nvPr/>
            </p14:nvContentPartPr>
            <p14:xfrm>
              <a:off x="613543" y="3415501"/>
              <a:ext cx="270360" cy="7142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047C979-2BEE-6C9D-F0E0-AFB8548E004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2757" y="3405061"/>
                <a:ext cx="291572" cy="73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AC583C6-3F76-0751-ADF7-FD669046F2C9}"/>
                  </a:ext>
                </a:extLst>
              </p14:cNvPr>
              <p14:cNvContentPartPr/>
              <p14:nvPr/>
            </p14:nvContentPartPr>
            <p14:xfrm>
              <a:off x="567463" y="1618381"/>
              <a:ext cx="342000" cy="15408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AC583C6-3F76-0751-ADF7-FD669046F2C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6663" y="1607581"/>
                <a:ext cx="363240" cy="156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AA703EB-4F05-6C63-9789-B5BC837D8634}"/>
                  </a:ext>
                </a:extLst>
              </p14:cNvPr>
              <p14:cNvContentPartPr/>
              <p14:nvPr/>
            </p14:nvContentPartPr>
            <p14:xfrm>
              <a:off x="1141663" y="4724101"/>
              <a:ext cx="302040" cy="3614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AA703EB-4F05-6C63-9789-B5BC837D863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30863" y="4713301"/>
                <a:ext cx="32328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0F3AE59-773E-BB22-1FE0-4A880D69F35C}"/>
                  </a:ext>
                </a:extLst>
              </p14:cNvPr>
              <p14:cNvContentPartPr/>
              <p14:nvPr/>
            </p14:nvContentPartPr>
            <p14:xfrm>
              <a:off x="1040863" y="3762181"/>
              <a:ext cx="195120" cy="2833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0F3AE59-773E-BB22-1FE0-4A880D69F35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30423" y="3751381"/>
                <a:ext cx="21636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74493BA-404E-8FE5-3DF2-F1574B903504}"/>
                  </a:ext>
                </a:extLst>
              </p14:cNvPr>
              <p14:cNvContentPartPr/>
              <p14:nvPr/>
            </p14:nvContentPartPr>
            <p14:xfrm>
              <a:off x="996943" y="2853901"/>
              <a:ext cx="208080" cy="2358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74493BA-404E-8FE5-3DF2-F1574B90350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86485" y="2843461"/>
                <a:ext cx="229357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B468CE4-91A8-3A3B-D314-4AF135501360}"/>
                  </a:ext>
                </a:extLst>
              </p14:cNvPr>
              <p14:cNvContentPartPr/>
              <p14:nvPr/>
            </p14:nvContentPartPr>
            <p14:xfrm>
              <a:off x="902623" y="2045701"/>
              <a:ext cx="258120" cy="3427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B468CE4-91A8-3A3B-D314-4AF13550136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92183" y="2035261"/>
                <a:ext cx="279360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629A650-0BE0-99BA-5B5C-0BFA5D8CB085}"/>
                  </a:ext>
                </a:extLst>
              </p14:cNvPr>
              <p14:cNvContentPartPr/>
              <p14:nvPr/>
            </p14:nvContentPartPr>
            <p14:xfrm>
              <a:off x="695263" y="5549221"/>
              <a:ext cx="566280" cy="3286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629A650-0BE0-99BA-5B5C-0BFA5D8CB08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84463" y="5538421"/>
                <a:ext cx="58752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B4C7C42-85B2-6E65-C375-BA2761F0508B}"/>
                  </a:ext>
                </a:extLst>
              </p14:cNvPr>
              <p14:cNvContentPartPr/>
              <p14:nvPr/>
            </p14:nvContentPartPr>
            <p14:xfrm>
              <a:off x="2292223" y="5157901"/>
              <a:ext cx="1047240" cy="8805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B4C7C42-85B2-6E65-C375-BA2761F0508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281427" y="5147461"/>
                <a:ext cx="1068473" cy="90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D407FE50-CD33-0938-D393-BF3CB3EFC67A}"/>
                  </a:ext>
                </a:extLst>
              </p14:cNvPr>
              <p14:cNvContentPartPr/>
              <p14:nvPr/>
            </p14:nvContentPartPr>
            <p14:xfrm>
              <a:off x="2267023" y="4271581"/>
              <a:ext cx="371160" cy="4780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D407FE50-CD33-0938-D393-BF3CB3EFC67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256223" y="4260781"/>
                <a:ext cx="392400" cy="49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A659CA3-4CBB-E8C7-8846-9FF8428AFA05}"/>
                  </a:ext>
                </a:extLst>
              </p14:cNvPr>
              <p14:cNvContentPartPr/>
              <p14:nvPr/>
            </p14:nvContentPartPr>
            <p14:xfrm>
              <a:off x="2213743" y="3466621"/>
              <a:ext cx="324000" cy="5288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A659CA3-4CBB-E8C7-8846-9FF8428AFA0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03291" y="3456174"/>
                <a:ext cx="345264" cy="5500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8905227E-C027-846D-1498-AD02C7E73883}"/>
                  </a:ext>
                </a:extLst>
              </p14:cNvPr>
              <p14:cNvContentPartPr/>
              <p14:nvPr/>
            </p14:nvContentPartPr>
            <p14:xfrm>
              <a:off x="2254423" y="2605861"/>
              <a:ext cx="321120" cy="4964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8905227E-C027-846D-1498-AD02C7E7388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243623" y="2595421"/>
                <a:ext cx="342360" cy="51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317F0628-7810-A85E-0005-E0262DF9C0A1}"/>
                  </a:ext>
                </a:extLst>
              </p14:cNvPr>
              <p14:cNvContentPartPr/>
              <p14:nvPr/>
            </p14:nvContentPartPr>
            <p14:xfrm>
              <a:off x="2186023" y="1737541"/>
              <a:ext cx="326160" cy="6282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317F0628-7810-A85E-0005-E0262DF9C0A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175235" y="1727101"/>
                <a:ext cx="347377" cy="64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AAADBCA0-2059-C337-5DF0-96DCE30AB0A9}"/>
                  </a:ext>
                </a:extLst>
              </p14:cNvPr>
              <p14:cNvContentPartPr/>
              <p14:nvPr/>
            </p14:nvContentPartPr>
            <p14:xfrm>
              <a:off x="3638263" y="1899181"/>
              <a:ext cx="1243800" cy="15480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AAADBCA0-2059-C337-5DF0-96DCE30AB0A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627463" y="1888384"/>
                <a:ext cx="1265040" cy="15692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7C650E00-B8D5-E5F7-AC28-DF6D2633EC92}"/>
                  </a:ext>
                </a:extLst>
              </p14:cNvPr>
              <p14:cNvContentPartPr/>
              <p14:nvPr/>
            </p14:nvContentPartPr>
            <p14:xfrm>
              <a:off x="3902863" y="3812581"/>
              <a:ext cx="936000" cy="62892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7C650E00-B8D5-E5F7-AC28-DF6D2633EC9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892419" y="3801781"/>
                <a:ext cx="957248" cy="65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3F5E07B1-0282-5512-D461-3E7E821A5F7B}"/>
                  </a:ext>
                </a:extLst>
              </p14:cNvPr>
              <p14:cNvContentPartPr/>
              <p14:nvPr/>
            </p14:nvContentPartPr>
            <p14:xfrm>
              <a:off x="4266103" y="1638541"/>
              <a:ext cx="776880" cy="55224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3F5E07B1-0282-5512-D461-3E7E821A5F7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255658" y="1627741"/>
                <a:ext cx="798130" cy="57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F92A99A4-D056-6A41-F630-E557B6A6B015}"/>
                  </a:ext>
                </a:extLst>
              </p14:cNvPr>
              <p14:cNvContentPartPr/>
              <p14:nvPr/>
            </p14:nvContentPartPr>
            <p14:xfrm>
              <a:off x="4297783" y="3491101"/>
              <a:ext cx="813240" cy="48528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F92A99A4-D056-6A41-F630-E557B6A6B01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286988" y="3480661"/>
                <a:ext cx="834471" cy="50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7AE01728-8674-B4D6-7D7B-D34B4A96B7B7}"/>
                  </a:ext>
                </a:extLst>
              </p14:cNvPr>
              <p14:cNvContentPartPr/>
              <p14:nvPr/>
            </p14:nvContentPartPr>
            <p14:xfrm>
              <a:off x="5856943" y="3252781"/>
              <a:ext cx="1138320" cy="90576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7AE01728-8674-B4D6-7D7B-D34B4A96B7B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846143" y="3242341"/>
                <a:ext cx="1159560" cy="9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49A6694F-C5FA-C636-742B-E75817DDDA2B}"/>
                  </a:ext>
                </a:extLst>
              </p14:cNvPr>
              <p14:cNvContentPartPr/>
              <p14:nvPr/>
            </p14:nvContentPartPr>
            <p14:xfrm>
              <a:off x="5794663" y="2090341"/>
              <a:ext cx="1081080" cy="80460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49A6694F-C5FA-C636-742B-E75817DDDA2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784223" y="2079896"/>
                <a:ext cx="1102320" cy="8258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EDDBD71C-4A51-A259-EC26-EF9B0BA61EC4}"/>
                  </a:ext>
                </a:extLst>
              </p14:cNvPr>
              <p14:cNvContentPartPr/>
              <p14:nvPr/>
            </p14:nvContentPartPr>
            <p14:xfrm>
              <a:off x="7655143" y="2687221"/>
              <a:ext cx="428040" cy="32112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EDDBD71C-4A51-A259-EC26-EF9B0BA61EC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644343" y="2676421"/>
                <a:ext cx="44928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2D7A27A0-146E-462D-321B-163384692D31}"/>
                  </a:ext>
                </a:extLst>
              </p14:cNvPr>
              <p14:cNvContentPartPr/>
              <p14:nvPr/>
            </p14:nvContentPartPr>
            <p14:xfrm>
              <a:off x="7680343" y="2555101"/>
              <a:ext cx="1106640" cy="114768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2D7A27A0-146E-462D-321B-163384692D3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669547" y="2544298"/>
                <a:ext cx="1127873" cy="11689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DD92D9A6-5F14-6AD0-BBD6-6FB5E3B262D5}"/>
                  </a:ext>
                </a:extLst>
              </p14:cNvPr>
              <p14:cNvContentPartPr/>
              <p14:nvPr/>
            </p14:nvContentPartPr>
            <p14:xfrm>
              <a:off x="7579543" y="2133901"/>
              <a:ext cx="798840" cy="54036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DD92D9A6-5F14-6AD0-BBD6-6FB5E3B262D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569103" y="2123101"/>
                <a:ext cx="820080" cy="56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C7860788-D7AD-8584-4622-9D90CD40C896}"/>
                  </a:ext>
                </a:extLst>
              </p14:cNvPr>
              <p14:cNvContentPartPr/>
              <p14:nvPr/>
            </p14:nvContentPartPr>
            <p14:xfrm>
              <a:off x="9418783" y="2297341"/>
              <a:ext cx="1141200" cy="116964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C7860788-D7AD-8584-4622-9D90CD40C89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408343" y="2286541"/>
                <a:ext cx="1162440" cy="11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8CEDCCA9-EDD7-A93D-08DD-7085FDE581EF}"/>
                  </a:ext>
                </a:extLst>
              </p14:cNvPr>
              <p14:cNvContentPartPr/>
              <p14:nvPr/>
            </p14:nvContentPartPr>
            <p14:xfrm>
              <a:off x="7598983" y="1671301"/>
              <a:ext cx="647280" cy="94680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8CEDCCA9-EDD7-A93D-08DD-7085FDE581E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588543" y="1660861"/>
                <a:ext cx="668520" cy="9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93C72863-5649-D53A-DAA3-610C6E476E21}"/>
                  </a:ext>
                </a:extLst>
              </p14:cNvPr>
              <p14:cNvContentPartPr/>
              <p14:nvPr/>
            </p14:nvContentPartPr>
            <p14:xfrm>
              <a:off x="11041663" y="1819981"/>
              <a:ext cx="945720" cy="121824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93C72863-5649-D53A-DAA3-610C6E476E2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1031219" y="1809538"/>
                <a:ext cx="966968" cy="12430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7F476395-AF2D-E92E-5171-C307A0C00DA9}"/>
                  </a:ext>
                </a:extLst>
              </p14:cNvPr>
              <p14:cNvContentPartPr/>
              <p14:nvPr/>
            </p14:nvContentPartPr>
            <p14:xfrm>
              <a:off x="9122863" y="3177541"/>
              <a:ext cx="425160" cy="57852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7F476395-AF2D-E92E-5171-C307A0C00DA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112063" y="3166748"/>
                <a:ext cx="446400" cy="5997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BB1E29C3-4A71-154A-1934-6BC9F722F04B}"/>
                  </a:ext>
                </a:extLst>
              </p14:cNvPr>
              <p14:cNvContentPartPr/>
              <p14:nvPr/>
            </p14:nvContentPartPr>
            <p14:xfrm>
              <a:off x="9123583" y="2392381"/>
              <a:ext cx="185400" cy="48384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BB1E29C3-4A71-154A-1934-6BC9F722F04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112783" y="2381581"/>
                <a:ext cx="206640" cy="50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413D5679-12E5-EB29-55CF-740B1C500BA6}"/>
                  </a:ext>
                </a:extLst>
              </p14:cNvPr>
              <p14:cNvContentPartPr/>
              <p14:nvPr/>
            </p14:nvContentPartPr>
            <p14:xfrm>
              <a:off x="10760863" y="2128861"/>
              <a:ext cx="245520" cy="83520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413D5679-12E5-EB29-55CF-740B1C500BA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746463" y="2118421"/>
                <a:ext cx="270360" cy="86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7621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796FDD3-C7D3-68F8-466C-2D112CBA8B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142657"/>
              </p:ext>
            </p:extLst>
          </p:nvPr>
        </p:nvGraphicFramePr>
        <p:xfrm>
          <a:off x="503981" y="295625"/>
          <a:ext cx="4573117" cy="597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5458">
                  <a:extLst>
                    <a:ext uri="{9D8B030D-6E8A-4147-A177-3AD203B41FA5}">
                      <a16:colId xmlns:a16="http://schemas.microsoft.com/office/drawing/2014/main" val="3649242174"/>
                    </a:ext>
                  </a:extLst>
                </a:gridCol>
                <a:gridCol w="2018135">
                  <a:extLst>
                    <a:ext uri="{9D8B030D-6E8A-4147-A177-3AD203B41FA5}">
                      <a16:colId xmlns:a16="http://schemas.microsoft.com/office/drawing/2014/main" val="739757501"/>
                    </a:ext>
                  </a:extLst>
                </a:gridCol>
                <a:gridCol w="669524">
                  <a:extLst>
                    <a:ext uri="{9D8B030D-6E8A-4147-A177-3AD203B41FA5}">
                      <a16:colId xmlns:a16="http://schemas.microsoft.com/office/drawing/2014/main" val="98630758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r>
                        <a:rPr lang="en-US" sz="1100" dirty="0"/>
                        <a:t>Source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Target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Value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1496446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100" dirty="0"/>
                        <a:t>Planting </a:t>
                      </a:r>
                      <a:r>
                        <a:rPr lang="en-US" sz="1100" dirty="0" err="1"/>
                        <a:t>gps</a:t>
                      </a:r>
                      <a:r>
                        <a:rPr lang="en-US" sz="1100" dirty="0"/>
                        <a:t> recs</a:t>
                      </a:r>
                    </a:p>
                  </a:txBody>
                  <a:tcPr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Point </a:t>
                      </a:r>
                      <a:r>
                        <a:rPr lang="en-US" sz="1100" dirty="0" err="1"/>
                        <a:t>gps</a:t>
                      </a:r>
                      <a:r>
                        <a:rPr lang="en-US" sz="1100" dirty="0"/>
                        <a:t> recs</a:t>
                      </a:r>
                    </a:p>
                  </a:txBody>
                  <a:tcPr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168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21360795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100" dirty="0"/>
                        <a:t>Planting </a:t>
                      </a:r>
                      <a:r>
                        <a:rPr lang="en-US" sz="1100" dirty="0" err="1"/>
                        <a:t>gps</a:t>
                      </a:r>
                      <a:r>
                        <a:rPr lang="en-US" sz="1100" dirty="0"/>
                        <a:t> recs</a:t>
                      </a:r>
                    </a:p>
                  </a:txBody>
                  <a:tcPr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Line </a:t>
                      </a:r>
                      <a:r>
                        <a:rPr lang="en-US" sz="1100" dirty="0" err="1"/>
                        <a:t>gps</a:t>
                      </a:r>
                      <a:r>
                        <a:rPr lang="en-US" sz="1100" dirty="0"/>
                        <a:t> recs</a:t>
                      </a:r>
                    </a:p>
                  </a:txBody>
                  <a:tcPr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56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3833156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100" dirty="0"/>
                        <a:t>Planting </a:t>
                      </a:r>
                      <a:r>
                        <a:rPr lang="en-US" sz="1100" dirty="0" err="1"/>
                        <a:t>gps</a:t>
                      </a:r>
                      <a:r>
                        <a:rPr lang="en-US" sz="1100" dirty="0"/>
                        <a:t> recs</a:t>
                      </a:r>
                    </a:p>
                  </a:txBody>
                  <a:tcPr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Polygon </a:t>
                      </a:r>
                      <a:r>
                        <a:rPr lang="en-US" sz="1100" dirty="0" err="1"/>
                        <a:t>gps</a:t>
                      </a:r>
                      <a:r>
                        <a:rPr lang="en-US" sz="1100" dirty="0"/>
                        <a:t> recs</a:t>
                      </a:r>
                    </a:p>
                  </a:txBody>
                  <a:tcPr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52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3053567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100" dirty="0"/>
                        <a:t>Planting </a:t>
                      </a:r>
                      <a:r>
                        <a:rPr lang="en-US" sz="1100" dirty="0" err="1"/>
                        <a:t>gps</a:t>
                      </a:r>
                      <a:r>
                        <a:rPr lang="en-US" sz="1100" dirty="0"/>
                        <a:t> recs</a:t>
                      </a:r>
                    </a:p>
                  </a:txBody>
                  <a:tcPr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Grid </a:t>
                      </a:r>
                      <a:r>
                        <a:rPr lang="en-US" sz="1100" dirty="0" err="1"/>
                        <a:t>gps</a:t>
                      </a:r>
                      <a:r>
                        <a:rPr lang="en-US" sz="1100" dirty="0"/>
                        <a:t> recs</a:t>
                      </a:r>
                    </a:p>
                  </a:txBody>
                  <a:tcPr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12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33234068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100" dirty="0" err="1"/>
                        <a:t>Point_gps_recs</a:t>
                      </a:r>
                      <a:endParaRPr lang="en-US" sz="1100" dirty="0"/>
                    </a:p>
                  </a:txBody>
                  <a:tcPr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Point plantings</a:t>
                      </a:r>
                    </a:p>
                  </a:txBody>
                  <a:tcPr marT="0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168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21035444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100" dirty="0"/>
                        <a:t>Line </a:t>
                      </a:r>
                      <a:r>
                        <a:rPr lang="en-US" sz="1100" dirty="0" err="1"/>
                        <a:t>gps</a:t>
                      </a:r>
                      <a:r>
                        <a:rPr lang="en-US" sz="1100" dirty="0"/>
                        <a:t> recs</a:t>
                      </a:r>
                    </a:p>
                  </a:txBody>
                  <a:tcPr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Line plantings</a:t>
                      </a:r>
                    </a:p>
                  </a:txBody>
                  <a:tcPr marT="0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33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7196873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100" dirty="0"/>
                        <a:t>Polygon </a:t>
                      </a:r>
                      <a:r>
                        <a:rPr lang="en-US" sz="1100" dirty="0" err="1"/>
                        <a:t>gps</a:t>
                      </a:r>
                      <a:r>
                        <a:rPr lang="en-US" sz="1100" dirty="0"/>
                        <a:t> recs</a:t>
                      </a:r>
                    </a:p>
                  </a:txBody>
                  <a:tcPr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Polygon plantings</a:t>
                      </a:r>
                    </a:p>
                  </a:txBody>
                  <a:tcPr marT="0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14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375341906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100" dirty="0"/>
                        <a:t>Grid </a:t>
                      </a:r>
                      <a:r>
                        <a:rPr lang="en-US" sz="1100" dirty="0" err="1"/>
                        <a:t>gps</a:t>
                      </a:r>
                      <a:r>
                        <a:rPr lang="en-US" sz="1100" dirty="0"/>
                        <a:t> recs</a:t>
                      </a:r>
                    </a:p>
                  </a:txBody>
                  <a:tcPr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Grid plantings</a:t>
                      </a:r>
                    </a:p>
                  </a:txBody>
                  <a:tcPr marT="0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12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23433569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100" dirty="0"/>
                        <a:t>Point plantings</a:t>
                      </a:r>
                    </a:p>
                  </a:txBody>
                  <a:tcPr marT="0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Coordinates present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149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36885451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100" dirty="0"/>
                        <a:t>Point plantings</a:t>
                      </a:r>
                    </a:p>
                  </a:txBody>
                  <a:tcPr marT="0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Coordinates absent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19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38316408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100" dirty="0"/>
                        <a:t>Line plantings</a:t>
                      </a:r>
                    </a:p>
                  </a:txBody>
                  <a:tcPr marT="0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Coordinates present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33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230110279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100" dirty="0"/>
                        <a:t>Polygon plantings</a:t>
                      </a:r>
                    </a:p>
                  </a:txBody>
                  <a:tcPr marT="0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Coordinates present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14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364038985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100" dirty="0"/>
                        <a:t>Grid plantings</a:t>
                      </a:r>
                    </a:p>
                  </a:txBody>
                  <a:tcPr marT="0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Coordinates present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8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9100088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Grid plantings</a:t>
                      </a:r>
                    </a:p>
                  </a:txBody>
                  <a:tcPr marT="0" marB="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Coordinates absent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1632572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100" dirty="0"/>
                        <a:t>Coordinates present</a:t>
                      </a:r>
                    </a:p>
                  </a:txBody>
                  <a:tcPr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Point spatial test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148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406570894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Coordinates present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Point spatial large-scale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304274718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Coordinates present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Line spatial test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23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325151324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Coordinates present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Line spatial large-scale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10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32193132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Coordinates present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Polygon spatial large-scale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14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43881996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Coordinates present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Grid spatial test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8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81444859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Coordinates absent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Point nonspatial test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19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1933681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Coordinates absent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Grid nonspatial test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214290753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Point spatial test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Test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148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2094574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Line spatial test 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Test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23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25629570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100" dirty="0"/>
                        <a:t>Grid spatial test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Test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8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366814439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100" dirty="0"/>
                        <a:t>Point spatial large-scale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Large-scale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31903012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100" dirty="0"/>
                        <a:t>Line spatial large-scale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Large-scale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10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41187199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100" dirty="0"/>
                        <a:t>Polygon spatial large-scale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Large-scale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14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2769935858"/>
                  </a:ext>
                </a:extLst>
              </a:tr>
              <a:tr h="87552">
                <a:tc>
                  <a:txBody>
                    <a:bodyPr/>
                    <a:lstStyle/>
                    <a:p>
                      <a:r>
                        <a:rPr lang="en-US" sz="1100" dirty="0"/>
                        <a:t>Point nonspatial test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Test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19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3608089027"/>
                  </a:ext>
                </a:extLst>
              </a:tr>
              <a:tr h="87552">
                <a:tc>
                  <a:txBody>
                    <a:bodyPr/>
                    <a:lstStyle/>
                    <a:p>
                      <a:r>
                        <a:rPr lang="en-US" sz="1100" dirty="0"/>
                        <a:t>Grid nonspatial test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Test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63525651"/>
                  </a:ext>
                </a:extLst>
              </a:tr>
              <a:tr h="87552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2362331191"/>
                  </a:ext>
                </a:extLst>
              </a:tr>
              <a:tr h="87552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422277339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E75D83F-9E23-FC8E-498C-37EC655C90A9}"/>
              </a:ext>
            </a:extLst>
          </p:cNvPr>
          <p:cNvSpPr txBox="1"/>
          <p:nvPr/>
        </p:nvSpPr>
        <p:spPr>
          <a:xfrm>
            <a:off x="9897626" y="433177"/>
            <a:ext cx="1728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Sankey data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93BA27-B151-99C8-EDEF-AED9F5CC2B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346540"/>
              </p:ext>
            </p:extLst>
          </p:nvPr>
        </p:nvGraphicFramePr>
        <p:xfrm>
          <a:off x="6221158" y="1027611"/>
          <a:ext cx="4895334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3413">
                  <a:extLst>
                    <a:ext uri="{9D8B030D-6E8A-4147-A177-3AD203B41FA5}">
                      <a16:colId xmlns:a16="http://schemas.microsoft.com/office/drawing/2014/main" val="3649242174"/>
                    </a:ext>
                  </a:extLst>
                </a:gridCol>
                <a:gridCol w="1593669">
                  <a:extLst>
                    <a:ext uri="{9D8B030D-6E8A-4147-A177-3AD203B41FA5}">
                      <a16:colId xmlns:a16="http://schemas.microsoft.com/office/drawing/2014/main" val="739757501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986307581"/>
                    </a:ext>
                  </a:extLst>
                </a:gridCol>
                <a:gridCol w="1301932">
                  <a:extLst>
                    <a:ext uri="{9D8B030D-6E8A-4147-A177-3AD203B41FA5}">
                      <a16:colId xmlns:a16="http://schemas.microsoft.com/office/drawing/2014/main" val="2952959664"/>
                    </a:ext>
                  </a:extLst>
                </a:gridCol>
              </a:tblGrid>
              <a:tr h="125808">
                <a:tc>
                  <a:txBody>
                    <a:bodyPr/>
                    <a:lstStyle/>
                    <a:p>
                      <a:r>
                        <a:rPr lang="en-US" sz="1100" dirty="0"/>
                        <a:t>geometry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Spatial / non-spatial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Test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Large 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96446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100" dirty="0"/>
                        <a:t>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spatial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7199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100" dirty="0"/>
                        <a:t>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spatial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9358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100" dirty="0"/>
                        <a:t>poly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spatial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08902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100" dirty="0"/>
                        <a:t>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spatial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65437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100" dirty="0"/>
                        <a:t>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nonspatial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0344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100" dirty="0"/>
                        <a:t>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nonspatial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66916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6081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75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6778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56636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315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5089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6F5571-E5B9-C98B-CADF-E9CCBD939F10}"/>
              </a:ext>
            </a:extLst>
          </p:cNvPr>
          <p:cNvSpPr txBox="1"/>
          <p:nvPr/>
        </p:nvSpPr>
        <p:spPr>
          <a:xfrm>
            <a:off x="1376625" y="160774"/>
            <a:ext cx="8259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Clarifying BESE plantings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4B5B3E-67B0-284D-AF71-1DCE4F27D2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434304"/>
              </p:ext>
            </p:extLst>
          </p:nvPr>
        </p:nvGraphicFramePr>
        <p:xfrm>
          <a:off x="5074417" y="900536"/>
          <a:ext cx="6792686" cy="219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0931">
                  <a:extLst>
                    <a:ext uri="{9D8B030D-6E8A-4147-A177-3AD203B41FA5}">
                      <a16:colId xmlns:a16="http://schemas.microsoft.com/office/drawing/2014/main" val="1571365253"/>
                    </a:ext>
                  </a:extLst>
                </a:gridCol>
                <a:gridCol w="1443135">
                  <a:extLst>
                    <a:ext uri="{9D8B030D-6E8A-4147-A177-3AD203B41FA5}">
                      <a16:colId xmlns:a16="http://schemas.microsoft.com/office/drawing/2014/main" val="3176150717"/>
                    </a:ext>
                  </a:extLst>
                </a:gridCol>
                <a:gridCol w="3968620">
                  <a:extLst>
                    <a:ext uri="{9D8B030D-6E8A-4147-A177-3AD203B41FA5}">
                      <a16:colId xmlns:a16="http://schemas.microsoft.com/office/drawing/2014/main" val="17124760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Donor 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Planting_date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153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Dupont Wharf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5/25/2017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Biodegradable ecosystem engineering elements (BESE) for Marjolijn </a:t>
                      </a:r>
                      <a:r>
                        <a:rPr lang="en-US" sz="1200" dirty="0" err="1"/>
                        <a:t>Christianen</a:t>
                      </a:r>
                      <a:r>
                        <a:rPr lang="en-US" sz="1200" dirty="0"/>
                        <a:t>, Wageningen University &amp; Research, Netherlands. Overall area was 1 m2. Actual was 0.1 m2 (10 x 10 cm area in center of BESE. 3 planting units with 4 shoots each. DuPont Wharf shoots.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2089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Dumas Bay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4/29/2017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BESE setup version 1 - setup was incorrect. Rather than removing all the eelgrass, it was left in place and new BESEs set just westward. 3 planting units with 4 shoots each. Dumas Bay shoots.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740377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508DF13-6642-CFE7-AFA0-0FB0CE862869}"/>
              </a:ext>
            </a:extLst>
          </p:cNvPr>
          <p:cNvSpPr txBox="1"/>
          <p:nvPr/>
        </p:nvSpPr>
        <p:spPr>
          <a:xfrm>
            <a:off x="5325627" y="3439828"/>
            <a:ext cx="64711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Monitoring data in Matrix spreadsheet only for plantings on 5/25/2017</a:t>
            </a:r>
          </a:p>
          <a:p>
            <a:pPr marL="231775" indent="-231775">
              <a:buFont typeface="Arial" panose="020B0604020202020204" pitchFamily="34" charset="0"/>
              <a:buChar char="•"/>
            </a:pPr>
            <a:r>
              <a:rPr lang="en-US" sz="1600" dirty="0"/>
              <a:t>Notes from last meeting:  </a:t>
            </a:r>
          </a:p>
          <a:p>
            <a:pPr marL="633413" lvl="1" indent="-176213">
              <a:buFont typeface="Arial" panose="020B0604020202020204" pitchFamily="34" charset="0"/>
              <a:buChar char="•"/>
            </a:pPr>
            <a:r>
              <a:rPr lang="en-US" sz="1400" dirty="0"/>
              <a:t>Dumas Bay successful</a:t>
            </a:r>
          </a:p>
          <a:p>
            <a:pPr marL="633413" lvl="1" indent="-176213">
              <a:buFont typeface="Arial" panose="020B0604020202020204" pitchFamily="34" charset="0"/>
              <a:buChar char="•"/>
            </a:pPr>
            <a:r>
              <a:rPr lang="en-US" sz="1400" dirty="0"/>
              <a:t>Dupont Wharf failed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158B42-AAD1-E7E2-2A75-A05B009D1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94"/>
          <a:stretch>
            <a:fillRect/>
          </a:stretch>
        </p:blipFill>
        <p:spPr>
          <a:xfrm>
            <a:off x="66621" y="631220"/>
            <a:ext cx="4750596" cy="616325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9737129-3696-4CCC-A0DE-FFAC6CA3349D}"/>
              </a:ext>
            </a:extLst>
          </p:cNvPr>
          <p:cNvSpPr txBox="1"/>
          <p:nvPr/>
        </p:nvSpPr>
        <p:spPr>
          <a:xfrm>
            <a:off x="5144755" y="4795143"/>
            <a:ext cx="665201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Q1</a:t>
            </a:r>
            <a:r>
              <a:rPr lang="en-US" sz="1600" dirty="0"/>
              <a:t>: If Dumas Bay plantings successful, the monitoring data should presumably track the 4/29 plantings, not 5/25. Is that right?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rgbClr val="C00000"/>
                </a:solidFill>
              </a:rPr>
              <a:t>Q2</a:t>
            </a:r>
            <a:r>
              <a:rPr lang="en-US" sz="1600" dirty="0"/>
              <a:t>: The 4/29 “setup was incorrect” plantings were </a:t>
            </a:r>
            <a:r>
              <a:rPr lang="en-US" sz="1600" dirty="0" err="1"/>
              <a:t>superceded</a:t>
            </a:r>
            <a:r>
              <a:rPr lang="en-US" sz="1600" dirty="0"/>
              <a:t> by “just westward” plantings.  Can we associate same GPS coords with the westward plantings?  If Dumas plantings were successful, this refers to the westward plantings – is that right?</a:t>
            </a:r>
          </a:p>
        </p:txBody>
      </p:sp>
    </p:spTree>
    <p:extLst>
      <p:ext uri="{BB962C8B-B14F-4D97-AF65-F5344CB8AC3E}">
        <p14:creationId xmlns:p14="http://schemas.microsoft.com/office/powerpoint/2010/main" val="25250212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A54837-28AA-E28E-65F9-F9B0F9311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1354" y="324396"/>
            <a:ext cx="6192114" cy="64302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455169-28E4-3A0B-FED3-005B554FD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469" y="4209534"/>
            <a:ext cx="2272119" cy="22185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1F8D14-3F8F-AE2B-5B09-ABE9243E9AB9}"/>
              </a:ext>
            </a:extLst>
          </p:cNvPr>
          <p:cNvSpPr txBox="1"/>
          <p:nvPr/>
        </p:nvSpPr>
        <p:spPr>
          <a:xfrm>
            <a:off x="6923315" y="824067"/>
            <a:ext cx="14369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JSP_north_P1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D99108-2299-8E8B-29CB-BB55535A1882}"/>
              </a:ext>
            </a:extLst>
          </p:cNvPr>
          <p:cNvSpPr txBox="1"/>
          <p:nvPr/>
        </p:nvSpPr>
        <p:spPr>
          <a:xfrm>
            <a:off x="8581292" y="3531996"/>
            <a:ext cx="14369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JSP_mid_P1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8D0A05-EA3E-775B-C2E4-E1B44CD37A07}"/>
              </a:ext>
            </a:extLst>
          </p:cNvPr>
          <p:cNvSpPr txBox="1"/>
          <p:nvPr/>
        </p:nvSpPr>
        <p:spPr>
          <a:xfrm>
            <a:off x="9056914" y="4779297"/>
            <a:ext cx="14369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JSP_south_P1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E7D201D-BAF5-4673-199C-0B097D00E83E}"/>
              </a:ext>
            </a:extLst>
          </p:cNvPr>
          <p:cNvCxnSpPr>
            <a:cxnSpLocks/>
          </p:cNvCxnSpPr>
          <p:nvPr/>
        </p:nvCxnSpPr>
        <p:spPr>
          <a:xfrm flipH="1" flipV="1">
            <a:off x="7084088" y="5056296"/>
            <a:ext cx="1748413" cy="94274"/>
          </a:xfrm>
          <a:prstGeom prst="straightConnector1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7720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E45ECAF-D297-E336-4032-FC34E6533AC7}"/>
                  </a:ext>
                </a:extLst>
              </p14:cNvPr>
              <p14:cNvContentPartPr/>
              <p14:nvPr/>
            </p14:nvContentPartPr>
            <p14:xfrm>
              <a:off x="827383" y="1461061"/>
              <a:ext cx="943560" cy="937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E45ECAF-D297-E336-4032-FC34E6533AC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6583" y="1450621"/>
                <a:ext cx="964800" cy="9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A209CF0-A15E-5188-40D0-03D51A3D842C}"/>
                  </a:ext>
                </a:extLst>
              </p14:cNvPr>
              <p14:cNvContentPartPr/>
              <p14:nvPr/>
            </p14:nvContentPartPr>
            <p14:xfrm>
              <a:off x="953023" y="1807021"/>
              <a:ext cx="547200" cy="3902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A209CF0-A15E-5188-40D0-03D51A3D842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8623" y="1796221"/>
                <a:ext cx="57204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C988041-8F26-ABD4-6016-14EEEE604AE9}"/>
                  </a:ext>
                </a:extLst>
              </p14:cNvPr>
              <p14:cNvContentPartPr/>
              <p14:nvPr/>
            </p14:nvContentPartPr>
            <p14:xfrm>
              <a:off x="814783" y="2573821"/>
              <a:ext cx="949680" cy="6228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C988041-8F26-ABD4-6016-14EEEE604AE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3983" y="2563381"/>
                <a:ext cx="970920" cy="64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83BD2D0-3B4E-B6A4-CB18-A3A020C7AF07}"/>
                  </a:ext>
                </a:extLst>
              </p14:cNvPr>
              <p14:cNvContentPartPr/>
              <p14:nvPr/>
            </p14:nvContentPartPr>
            <p14:xfrm>
              <a:off x="3128143" y="1479781"/>
              <a:ext cx="1069200" cy="7362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83BD2D0-3B4E-B6A4-CB18-A3A020C7AF0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17703" y="1469336"/>
                <a:ext cx="1090440" cy="7574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7084B383-EE66-44A7-3C71-A750EDE5C490}"/>
                  </a:ext>
                </a:extLst>
              </p14:cNvPr>
              <p14:cNvContentPartPr/>
              <p14:nvPr/>
            </p14:nvContentPartPr>
            <p14:xfrm>
              <a:off x="3140743" y="2209141"/>
              <a:ext cx="1446480" cy="4903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7084B383-EE66-44A7-3C71-A750EDE5C49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30303" y="2198693"/>
                <a:ext cx="1467720" cy="5115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29C24BA8-B261-895F-85D0-52F732A71830}"/>
                  </a:ext>
                </a:extLst>
              </p14:cNvPr>
              <p14:cNvContentPartPr/>
              <p14:nvPr/>
            </p14:nvContentPartPr>
            <p14:xfrm>
              <a:off x="5895463" y="1827181"/>
              <a:ext cx="640800" cy="3628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29C24BA8-B261-895F-85D0-52F732A7183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884663" y="1816381"/>
                <a:ext cx="662040" cy="38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6B2C744B-16F8-5917-4A7E-C83C0840A66F}"/>
                  </a:ext>
                </a:extLst>
              </p14:cNvPr>
              <p14:cNvContentPartPr/>
              <p14:nvPr/>
            </p14:nvContentPartPr>
            <p14:xfrm>
              <a:off x="5888263" y="2680741"/>
              <a:ext cx="824040" cy="26460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6B2C744B-16F8-5917-4A7E-C83C0840A66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877823" y="2670287"/>
                <a:ext cx="845280" cy="2858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2E728620-C96E-744D-9E7B-3D1868C934D3}"/>
                  </a:ext>
                </a:extLst>
              </p14:cNvPr>
              <p14:cNvContentPartPr/>
              <p14:nvPr/>
            </p14:nvContentPartPr>
            <p14:xfrm>
              <a:off x="6102823" y="2391661"/>
              <a:ext cx="257400" cy="1825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2E728620-C96E-744D-9E7B-3D1868C934D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092023" y="2380861"/>
                <a:ext cx="27864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8D468827-A763-5277-4B64-E100C6453308}"/>
                  </a:ext>
                </a:extLst>
              </p14:cNvPr>
              <p14:cNvContentPartPr/>
              <p14:nvPr/>
            </p14:nvContentPartPr>
            <p14:xfrm>
              <a:off x="7932343" y="1498861"/>
              <a:ext cx="1426680" cy="96840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8D468827-A763-5277-4B64-E100C645330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921903" y="1488061"/>
                <a:ext cx="1447920" cy="9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129F43B9-3037-E7AB-104E-8142ACC6B1C7}"/>
                  </a:ext>
                </a:extLst>
              </p14:cNvPr>
              <p14:cNvContentPartPr/>
              <p14:nvPr/>
            </p14:nvContentPartPr>
            <p14:xfrm>
              <a:off x="8132863" y="2177821"/>
              <a:ext cx="1037160" cy="58788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129F43B9-3037-E7AB-104E-8142ACC6B1C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122063" y="2167021"/>
                <a:ext cx="1058400" cy="60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913A0CB6-2837-A152-56C3-BD05A81EF636}"/>
                  </a:ext>
                </a:extLst>
              </p14:cNvPr>
              <p14:cNvContentPartPr/>
              <p14:nvPr/>
            </p14:nvContentPartPr>
            <p14:xfrm>
              <a:off x="10402663" y="1772101"/>
              <a:ext cx="1446480" cy="10206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913A0CB6-2837-A152-56C3-BD05A81EF63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391863" y="1761305"/>
                <a:ext cx="1467720" cy="10418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32492DC6-DFCA-FA5A-21E1-F23167928241}"/>
                  </a:ext>
                </a:extLst>
              </p14:cNvPr>
              <p14:cNvContentPartPr/>
              <p14:nvPr/>
            </p14:nvContentPartPr>
            <p14:xfrm>
              <a:off x="10380703" y="316981"/>
              <a:ext cx="405720" cy="75384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32492DC6-DFCA-FA5A-21E1-F2316792824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366651" y="302588"/>
                <a:ext cx="430582" cy="7786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30BFFC1F-DDF3-42F5-48F4-F48CCE2503A8}"/>
                  </a:ext>
                </a:extLst>
              </p14:cNvPr>
              <p14:cNvContentPartPr/>
              <p14:nvPr/>
            </p14:nvContentPartPr>
            <p14:xfrm>
              <a:off x="8183263" y="4038661"/>
              <a:ext cx="874440" cy="43992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30BFFC1F-DDF3-42F5-48F4-F48CCE2503A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172463" y="4028221"/>
                <a:ext cx="895680" cy="46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5B96F380-503D-A12B-3DE0-14BD69B0D8D5}"/>
                  </a:ext>
                </a:extLst>
              </p14:cNvPr>
              <p14:cNvContentPartPr/>
              <p14:nvPr/>
            </p14:nvContentPartPr>
            <p14:xfrm>
              <a:off x="8071303" y="4606021"/>
              <a:ext cx="363600" cy="36216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5B96F380-503D-A12B-3DE0-14BD69B0D8D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060863" y="4595581"/>
                <a:ext cx="38484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F304D7DA-872C-BF31-DA43-B68FD3527CD7}"/>
                  </a:ext>
                </a:extLst>
              </p14:cNvPr>
              <p14:cNvContentPartPr/>
              <p14:nvPr/>
            </p14:nvContentPartPr>
            <p14:xfrm>
              <a:off x="8484943" y="4620061"/>
              <a:ext cx="584280" cy="32436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F304D7DA-872C-BF31-DA43-B68FD3527CD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474143" y="4609261"/>
                <a:ext cx="60552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E89E862E-8492-D32C-20A7-E57B66EBB44B}"/>
                  </a:ext>
                </a:extLst>
              </p14:cNvPr>
              <p14:cNvContentPartPr/>
              <p14:nvPr/>
            </p14:nvContentPartPr>
            <p14:xfrm>
              <a:off x="8060143" y="5029381"/>
              <a:ext cx="205200" cy="34200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E89E862E-8492-D32C-20A7-E57B66EBB44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049703" y="5018581"/>
                <a:ext cx="22644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86BD869D-BB1C-3C92-F12E-5EDC6C4BD1DD}"/>
                  </a:ext>
                </a:extLst>
              </p14:cNvPr>
              <p14:cNvContentPartPr/>
              <p14:nvPr/>
            </p14:nvContentPartPr>
            <p14:xfrm>
              <a:off x="8742703" y="4981861"/>
              <a:ext cx="665640" cy="38376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86BD869D-BB1C-3C92-F12E-5EDC6C4BD1D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731897" y="4971421"/>
                <a:ext cx="686891" cy="4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A926382B-40C8-B30A-9763-D14289099E60}"/>
                  </a:ext>
                </a:extLst>
              </p14:cNvPr>
              <p14:cNvContentPartPr/>
              <p14:nvPr/>
            </p14:nvContentPartPr>
            <p14:xfrm>
              <a:off x="8283703" y="5094901"/>
              <a:ext cx="252000" cy="26460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A926382B-40C8-B30A-9763-D14289099E6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273263" y="5084447"/>
                <a:ext cx="273240" cy="2858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0E9976A9-3A8B-214F-F276-3D3A5CA7E0F0}"/>
                  </a:ext>
                </a:extLst>
              </p14:cNvPr>
              <p14:cNvContentPartPr/>
              <p14:nvPr/>
            </p14:nvContentPartPr>
            <p14:xfrm>
              <a:off x="5844343" y="4019941"/>
              <a:ext cx="1396080" cy="128160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0E9976A9-3A8B-214F-F276-3D3A5CA7E0F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833543" y="4009141"/>
                <a:ext cx="1417320" cy="130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BB05F9E9-7585-2F7F-0781-0D289FD4D303}"/>
                  </a:ext>
                </a:extLst>
              </p14:cNvPr>
              <p14:cNvContentPartPr/>
              <p14:nvPr/>
            </p14:nvContentPartPr>
            <p14:xfrm>
              <a:off x="2694343" y="1297621"/>
              <a:ext cx="4439160" cy="184248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BB05F9E9-7585-2F7F-0781-0D289FD4D30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680303" y="1283221"/>
                <a:ext cx="4467600" cy="18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1C828298-AB44-416B-29B9-17F5CC6B8C46}"/>
                  </a:ext>
                </a:extLst>
              </p14:cNvPr>
              <p14:cNvContentPartPr/>
              <p14:nvPr/>
            </p14:nvContentPartPr>
            <p14:xfrm>
              <a:off x="7629943" y="1316341"/>
              <a:ext cx="1899000" cy="169164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1C828298-AB44-416B-29B9-17F5CC6B8C4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615543" y="1302301"/>
                <a:ext cx="1927440" cy="172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A580BC21-EA6C-58C6-9617-0BB38F8098CF}"/>
                  </a:ext>
                </a:extLst>
              </p14:cNvPr>
              <p14:cNvContentPartPr/>
              <p14:nvPr/>
            </p14:nvContentPartPr>
            <p14:xfrm>
              <a:off x="10194943" y="1655821"/>
              <a:ext cx="1798560" cy="125784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A580BC21-EA6C-58C6-9617-0BB38F8098C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180903" y="1641781"/>
                <a:ext cx="1827000" cy="12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D6070226-3B60-0F98-63ED-88B425FD7C77}"/>
                  </a:ext>
                </a:extLst>
              </p14:cNvPr>
              <p14:cNvContentPartPr/>
              <p14:nvPr/>
            </p14:nvContentPartPr>
            <p14:xfrm>
              <a:off x="5523583" y="3818701"/>
              <a:ext cx="4187520" cy="177984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D6070226-3B60-0F98-63ED-88B425FD7C7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509543" y="3804658"/>
                <a:ext cx="4215960" cy="18082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6A9E5E60-446F-DB4D-0651-34F20346CE5A}"/>
                  </a:ext>
                </a:extLst>
              </p14:cNvPr>
              <p14:cNvContentPartPr/>
              <p14:nvPr/>
            </p14:nvContentPartPr>
            <p14:xfrm>
              <a:off x="1859143" y="2045701"/>
              <a:ext cx="556920" cy="17028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6A9E5E60-446F-DB4D-0651-34F20346CE5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848350" y="2035261"/>
                <a:ext cx="578146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BCC6A8A1-E62A-3E6A-ACFF-516B6D25185E}"/>
                  </a:ext>
                </a:extLst>
              </p14:cNvPr>
              <p14:cNvContentPartPr/>
              <p14:nvPr/>
            </p14:nvContentPartPr>
            <p14:xfrm>
              <a:off x="4886023" y="2221741"/>
              <a:ext cx="487080" cy="22032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BCC6A8A1-E62A-3E6A-ACFF-516B6D25185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875231" y="2211301"/>
                <a:ext cx="508304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C8B5BC04-09FA-C404-294F-39C422A8574A}"/>
                  </a:ext>
                </a:extLst>
              </p14:cNvPr>
              <p14:cNvContentPartPr/>
              <p14:nvPr/>
            </p14:nvContentPartPr>
            <p14:xfrm>
              <a:off x="7107943" y="2265661"/>
              <a:ext cx="509760" cy="19512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C8B5BC04-09FA-C404-294F-39C422A8574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097503" y="2251621"/>
                <a:ext cx="53460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23127AB8-B9E0-188A-1663-E118A7C48870}"/>
                  </a:ext>
                </a:extLst>
              </p14:cNvPr>
              <p14:cNvContentPartPr/>
              <p14:nvPr/>
            </p14:nvContentPartPr>
            <p14:xfrm>
              <a:off x="9538303" y="2221741"/>
              <a:ext cx="691200" cy="17640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23127AB8-B9E0-188A-1663-E118A7C4887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527863" y="2211301"/>
                <a:ext cx="71244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71B8F817-C88D-6BAB-00EB-89F0D7FDD75E}"/>
                  </a:ext>
                </a:extLst>
              </p14:cNvPr>
              <p14:cNvContentPartPr/>
              <p14:nvPr/>
            </p14:nvContentPartPr>
            <p14:xfrm>
              <a:off x="10496263" y="1241101"/>
              <a:ext cx="359280" cy="38376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71B8F817-C88D-6BAB-00EB-89F0D7FDD75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485463" y="1230301"/>
                <a:ext cx="380520" cy="4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C3B40FDC-0DAF-2BBF-72DB-EAD20FE83493}"/>
                  </a:ext>
                </a:extLst>
              </p14:cNvPr>
              <p14:cNvContentPartPr/>
              <p14:nvPr/>
            </p14:nvContentPartPr>
            <p14:xfrm>
              <a:off x="8510143" y="3101941"/>
              <a:ext cx="169920" cy="64800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C3B40FDC-0DAF-2BBF-72DB-EAD20FE8349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499366" y="3091501"/>
                <a:ext cx="191115" cy="66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C38C5829-B56E-4DEE-525B-32EA069C82CB}"/>
                  </a:ext>
                </a:extLst>
              </p14:cNvPr>
              <p14:cNvContentPartPr/>
              <p14:nvPr/>
            </p14:nvContentPartPr>
            <p14:xfrm>
              <a:off x="7246543" y="4381021"/>
              <a:ext cx="565920" cy="32472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C38C5829-B56E-4DEE-525B-32EA069C82C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235750" y="4370569"/>
                <a:ext cx="587146" cy="3459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36F18949-A5CA-F5D2-B5EC-85223CD94D13}"/>
                  </a:ext>
                </a:extLst>
              </p14:cNvPr>
              <p14:cNvContentPartPr/>
              <p14:nvPr/>
            </p14:nvContentPartPr>
            <p14:xfrm>
              <a:off x="9899383" y="4491541"/>
              <a:ext cx="685800" cy="61380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36F18949-A5CA-F5D2-B5EC-85223CD94D1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888943" y="4480741"/>
                <a:ext cx="707040" cy="63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A9E517DA-3D32-8F4F-8311-4E856DC71C75}"/>
                  </a:ext>
                </a:extLst>
              </p14:cNvPr>
              <p14:cNvContentPartPr/>
              <p14:nvPr/>
            </p14:nvContentPartPr>
            <p14:xfrm>
              <a:off x="5404063" y="5704741"/>
              <a:ext cx="2131200" cy="67860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A9E517DA-3D32-8F4F-8311-4E856DC71C7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393621" y="5694301"/>
                <a:ext cx="2152444" cy="69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BD9BECE-90DE-C7A4-B0B6-D773999736B7}"/>
                  </a:ext>
                </a:extLst>
              </p14:cNvPr>
              <p14:cNvContentPartPr/>
              <p14:nvPr/>
            </p14:nvContentPartPr>
            <p14:xfrm>
              <a:off x="508063" y="3611341"/>
              <a:ext cx="1132920" cy="446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BD9BECE-90DE-C7A4-B0B6-D773999736B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97263" y="3600541"/>
                <a:ext cx="1154160" cy="46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30C4B37-C594-339C-8986-F55300357640}"/>
                  </a:ext>
                </a:extLst>
              </p14:cNvPr>
              <p14:cNvContentPartPr/>
              <p14:nvPr/>
            </p14:nvContentPartPr>
            <p14:xfrm>
              <a:off x="355783" y="4195981"/>
              <a:ext cx="151200" cy="365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30C4B37-C594-339C-8986-F5530035764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44983" y="4185181"/>
                <a:ext cx="17244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A92ED4C-8639-A7E8-361E-E1EF206F65F1}"/>
                  </a:ext>
                </a:extLst>
              </p14:cNvPr>
              <p14:cNvContentPartPr/>
              <p14:nvPr/>
            </p14:nvContentPartPr>
            <p14:xfrm>
              <a:off x="726583" y="4170781"/>
              <a:ext cx="132120" cy="3211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A92ED4C-8639-A7E8-361E-E1EF206F65F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16171" y="4160341"/>
                <a:ext cx="153302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E58E9E5-B80E-E2EA-452B-32146BE92CD4}"/>
                  </a:ext>
                </a:extLst>
              </p14:cNvPr>
              <p14:cNvContentPartPr/>
              <p14:nvPr/>
            </p14:nvContentPartPr>
            <p14:xfrm>
              <a:off x="877423" y="4177261"/>
              <a:ext cx="503640" cy="3949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E58E9E5-B80E-E2EA-452B-32146BE92CD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66976" y="4166461"/>
                <a:ext cx="524895" cy="41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BD1C94B5-33AE-AC9C-DA05-BBFCCE1F8125}"/>
                  </a:ext>
                </a:extLst>
              </p14:cNvPr>
              <p14:cNvContentPartPr/>
              <p14:nvPr/>
            </p14:nvContentPartPr>
            <p14:xfrm>
              <a:off x="1631983" y="4170781"/>
              <a:ext cx="1427400" cy="4719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BD1C94B5-33AE-AC9C-DA05-BBFCCE1F812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621183" y="4160341"/>
                <a:ext cx="1448640" cy="49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24C92DF-9363-F7CB-7973-7628C2CD2583}"/>
                  </a:ext>
                </a:extLst>
              </p14:cNvPr>
              <p14:cNvContentPartPr/>
              <p14:nvPr/>
            </p14:nvContentPartPr>
            <p14:xfrm>
              <a:off x="368383" y="4837141"/>
              <a:ext cx="220320" cy="4154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24C92DF-9363-F7CB-7973-7628C2CD258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57583" y="4826701"/>
                <a:ext cx="241560" cy="4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AFFEB3F2-2FDA-E123-5C04-D0CDB8F92EEE}"/>
                  </a:ext>
                </a:extLst>
              </p14:cNvPr>
              <p14:cNvContentPartPr/>
              <p14:nvPr/>
            </p14:nvContentPartPr>
            <p14:xfrm>
              <a:off x="1880023" y="4706461"/>
              <a:ext cx="1349280" cy="4831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AFFEB3F2-2FDA-E123-5C04-D0CDB8F92EE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869223" y="4696021"/>
                <a:ext cx="1370520" cy="50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2C6E5C9E-2F97-0C33-931A-C88BF0F8B14F}"/>
                  </a:ext>
                </a:extLst>
              </p14:cNvPr>
              <p14:cNvContentPartPr/>
              <p14:nvPr/>
            </p14:nvContentPartPr>
            <p14:xfrm>
              <a:off x="846103" y="4907701"/>
              <a:ext cx="704520" cy="3009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2C6E5C9E-2F97-0C33-931A-C88BF0F8B14F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35303" y="4897248"/>
                <a:ext cx="725760" cy="3222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61EFD9C4-80DB-12DF-97A2-887B70530A76}"/>
                  </a:ext>
                </a:extLst>
              </p14:cNvPr>
              <p14:cNvContentPartPr/>
              <p14:nvPr/>
            </p14:nvContentPartPr>
            <p14:xfrm>
              <a:off x="1116463" y="5264821"/>
              <a:ext cx="1666080" cy="39564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61EFD9C4-80DB-12DF-97A2-887B70530A76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105665" y="5254021"/>
                <a:ext cx="1687315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86B82D17-6888-14B4-A3D5-5CCEAB7B9D5F}"/>
                  </a:ext>
                </a:extLst>
              </p14:cNvPr>
              <p14:cNvContentPartPr/>
              <p14:nvPr/>
            </p14:nvContentPartPr>
            <p14:xfrm>
              <a:off x="1059943" y="5968981"/>
              <a:ext cx="163800" cy="255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86B82D17-6888-14B4-A3D5-5CCEAB7B9D5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49143" y="5958181"/>
                <a:ext cx="18504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64CB0F0A-5D44-D126-DA10-EE14D66B5806}"/>
                  </a:ext>
                </a:extLst>
              </p14:cNvPr>
              <p14:cNvContentPartPr/>
              <p14:nvPr/>
            </p14:nvContentPartPr>
            <p14:xfrm>
              <a:off x="1380343" y="5880781"/>
              <a:ext cx="138600" cy="1450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64CB0F0A-5D44-D126-DA10-EE14D66B5806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369903" y="5870341"/>
                <a:ext cx="15984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6CD0B97C-B566-FE0E-B3EA-908175532DF4}"/>
                  </a:ext>
                </a:extLst>
              </p14:cNvPr>
              <p14:cNvContentPartPr/>
              <p14:nvPr/>
            </p14:nvContentPartPr>
            <p14:xfrm>
              <a:off x="1543783" y="5956381"/>
              <a:ext cx="82080" cy="820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6CD0B97C-B566-FE0E-B3EA-908175532DF4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533343" y="5945581"/>
                <a:ext cx="10332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4033EC04-837E-1939-7013-4B020F87F83B}"/>
                  </a:ext>
                </a:extLst>
              </p14:cNvPr>
              <p14:cNvContentPartPr/>
              <p14:nvPr/>
            </p14:nvContentPartPr>
            <p14:xfrm>
              <a:off x="1694983" y="5947381"/>
              <a:ext cx="201600" cy="1000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4033EC04-837E-1939-7013-4B020F87F83B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684183" y="5936581"/>
                <a:ext cx="22284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D2A9569D-E015-2D77-0A5D-2E0C091A6F11}"/>
                  </a:ext>
                </a:extLst>
              </p14:cNvPr>
              <p14:cNvContentPartPr/>
              <p14:nvPr/>
            </p14:nvContentPartPr>
            <p14:xfrm>
              <a:off x="1940143" y="5937661"/>
              <a:ext cx="207720" cy="1000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D2A9569D-E015-2D77-0A5D-2E0C091A6F1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929343" y="5926861"/>
                <a:ext cx="22896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D13B3703-04C8-0CE2-B01B-5B0C4D4401F7}"/>
                  </a:ext>
                </a:extLst>
              </p14:cNvPr>
              <p14:cNvContentPartPr/>
              <p14:nvPr/>
            </p14:nvContentPartPr>
            <p14:xfrm>
              <a:off x="2147503" y="5928301"/>
              <a:ext cx="112680" cy="9108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D13B3703-04C8-0CE2-B01B-5B0C4D4401F7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136703" y="5917861"/>
                <a:ext cx="13392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13247AFF-6604-A615-3729-536F32F6B95F}"/>
                  </a:ext>
                </a:extLst>
              </p14:cNvPr>
              <p14:cNvContentPartPr/>
              <p14:nvPr/>
            </p14:nvContentPartPr>
            <p14:xfrm>
              <a:off x="2310943" y="5937661"/>
              <a:ext cx="107280" cy="885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13247AFF-6604-A615-3729-536F32F6B95F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300503" y="5926861"/>
                <a:ext cx="12852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FE2001F5-21D8-54C2-D271-CA39A45D3B78}"/>
                  </a:ext>
                </a:extLst>
              </p14:cNvPr>
              <p14:cNvContentPartPr/>
              <p14:nvPr/>
            </p14:nvContentPartPr>
            <p14:xfrm>
              <a:off x="2468263" y="5742541"/>
              <a:ext cx="113400" cy="3049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FE2001F5-21D8-54C2-D271-CA39A45D3B7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457463" y="5732101"/>
                <a:ext cx="13464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D9332C8B-78E0-A6A4-4ABC-E8F85B641824}"/>
                  </a:ext>
                </a:extLst>
              </p14:cNvPr>
              <p14:cNvContentPartPr/>
              <p14:nvPr/>
            </p14:nvContentPartPr>
            <p14:xfrm>
              <a:off x="2851663" y="5736421"/>
              <a:ext cx="94680" cy="2520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D9332C8B-78E0-A6A4-4ABC-E8F85B641824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840863" y="5725621"/>
                <a:ext cx="11592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A19E49DB-7993-27B3-0004-6EA41198623E}"/>
                  </a:ext>
                </a:extLst>
              </p14:cNvPr>
              <p14:cNvContentPartPr/>
              <p14:nvPr/>
            </p14:nvContentPartPr>
            <p14:xfrm>
              <a:off x="2936983" y="5862061"/>
              <a:ext cx="41040" cy="10728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A19E49DB-7993-27B3-0004-6EA41198623E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926183" y="5851621"/>
                <a:ext cx="6228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4B34B608-2603-D85C-7956-A7661D035ACC}"/>
                  </a:ext>
                </a:extLst>
              </p14:cNvPr>
              <p14:cNvContentPartPr/>
              <p14:nvPr/>
            </p14:nvContentPartPr>
            <p14:xfrm>
              <a:off x="3071623" y="5849461"/>
              <a:ext cx="176400" cy="975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4B34B608-2603-D85C-7956-A7661D035ACC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061183" y="5839021"/>
                <a:ext cx="19764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A936665B-1B19-2DBC-99D4-BDE478BE4AFA}"/>
                  </a:ext>
                </a:extLst>
              </p14:cNvPr>
              <p14:cNvContentPartPr/>
              <p14:nvPr/>
            </p14:nvContentPartPr>
            <p14:xfrm>
              <a:off x="2964703" y="5767741"/>
              <a:ext cx="138600" cy="1908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A936665B-1B19-2DBC-99D4-BDE478BE4AF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954263" y="5757301"/>
                <a:ext cx="15984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F3B7817C-CCFB-B77E-E0D6-74A3D74C38D0}"/>
                  </a:ext>
                </a:extLst>
              </p14:cNvPr>
              <p14:cNvContentPartPr/>
              <p14:nvPr/>
            </p14:nvContentPartPr>
            <p14:xfrm>
              <a:off x="3436303" y="5786461"/>
              <a:ext cx="145080" cy="11340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F3B7817C-CCFB-B77E-E0D6-74A3D74C38D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425863" y="5776021"/>
                <a:ext cx="16632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A12A6ADE-E4CD-D64E-DD03-42D7658E285A}"/>
                  </a:ext>
                </a:extLst>
              </p14:cNvPr>
              <p14:cNvContentPartPr/>
              <p14:nvPr/>
            </p14:nvContentPartPr>
            <p14:xfrm>
              <a:off x="3656263" y="5767741"/>
              <a:ext cx="258120" cy="15120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A12A6ADE-E4CD-D64E-DD03-42D7658E285A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645823" y="5757301"/>
                <a:ext cx="2793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CB805DC5-DD03-B19B-645D-21C91FC84949}"/>
                  </a:ext>
                </a:extLst>
              </p14:cNvPr>
              <p14:cNvContentPartPr/>
              <p14:nvPr/>
            </p14:nvContentPartPr>
            <p14:xfrm>
              <a:off x="1808023" y="6214141"/>
              <a:ext cx="117000" cy="1134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CB805DC5-DD03-B19B-645D-21C91FC84949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797223" y="6203701"/>
                <a:ext cx="13824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65345E2A-57AA-D3A7-383F-071BA7FD7085}"/>
                  </a:ext>
                </a:extLst>
              </p14:cNvPr>
              <p14:cNvContentPartPr/>
              <p14:nvPr/>
            </p14:nvContentPartPr>
            <p14:xfrm>
              <a:off x="1977583" y="6082021"/>
              <a:ext cx="69480" cy="2768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65345E2A-57AA-D3A7-383F-071BA7FD7085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967143" y="6071581"/>
                <a:ext cx="9072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FA7CAE7D-015C-361F-A38A-3EB7F8168E3A}"/>
                  </a:ext>
                </a:extLst>
              </p14:cNvPr>
              <p14:cNvContentPartPr/>
              <p14:nvPr/>
            </p14:nvContentPartPr>
            <p14:xfrm>
              <a:off x="1952743" y="6188941"/>
              <a:ext cx="264240" cy="1198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FA7CAE7D-015C-361F-A38A-3EB7F8168E3A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941943" y="6178501"/>
                <a:ext cx="28548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4A9E60E4-3028-F39E-D75D-271BB784C8E8}"/>
                  </a:ext>
                </a:extLst>
              </p14:cNvPr>
              <p14:cNvContentPartPr/>
              <p14:nvPr/>
            </p14:nvContentPartPr>
            <p14:xfrm>
              <a:off x="2292223" y="6196141"/>
              <a:ext cx="112680" cy="16236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4A9E60E4-3028-F39E-D75D-271BB784C8E8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281423" y="6185341"/>
                <a:ext cx="13392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A5FF78B9-0A09-3B19-68A6-63B350AFBF61}"/>
                  </a:ext>
                </a:extLst>
              </p14:cNvPr>
              <p14:cNvContentPartPr/>
              <p14:nvPr/>
            </p14:nvContentPartPr>
            <p14:xfrm>
              <a:off x="2449903" y="6245461"/>
              <a:ext cx="144360" cy="694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A5FF78B9-0A09-3B19-68A6-63B350AFBF61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439463" y="6235021"/>
                <a:ext cx="16560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124A0F15-7C84-D2A1-BDD0-89DEBF3DF51F}"/>
                  </a:ext>
                </a:extLst>
              </p14:cNvPr>
              <p14:cNvContentPartPr/>
              <p14:nvPr/>
            </p14:nvContentPartPr>
            <p14:xfrm>
              <a:off x="2606503" y="6188941"/>
              <a:ext cx="163800" cy="1443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124A0F15-7C84-D2A1-BDD0-89DEBF3DF51F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2595703" y="6178501"/>
                <a:ext cx="18504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47336761-0F11-A8B3-930A-3F69FB27DCF5}"/>
                  </a:ext>
                </a:extLst>
              </p14:cNvPr>
              <p14:cNvContentPartPr/>
              <p14:nvPr/>
            </p14:nvContentPartPr>
            <p14:xfrm>
              <a:off x="2832943" y="6232861"/>
              <a:ext cx="25560" cy="10080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47336761-0F11-A8B3-930A-3F69FB27DCF5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822143" y="6222421"/>
                <a:ext cx="4680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22FB338F-2EEF-5306-5402-8BD3C4CACE8C}"/>
                  </a:ext>
                </a:extLst>
              </p14:cNvPr>
              <p14:cNvContentPartPr/>
              <p14:nvPr/>
            </p14:nvContentPartPr>
            <p14:xfrm>
              <a:off x="2920783" y="6193981"/>
              <a:ext cx="100800" cy="29376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22FB338F-2EEF-5306-5402-8BD3C4CACE8C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2910343" y="6183181"/>
                <a:ext cx="12204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36CCC482-C2FA-011B-096F-B888C119FC44}"/>
                  </a:ext>
                </a:extLst>
              </p14:cNvPr>
              <p14:cNvContentPartPr/>
              <p14:nvPr/>
            </p14:nvContentPartPr>
            <p14:xfrm>
              <a:off x="3046423" y="6038101"/>
              <a:ext cx="31680" cy="3078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36CCC482-C2FA-011B-096F-B888C119FC44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035983" y="6027661"/>
                <a:ext cx="5292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5870317C-D450-B4CA-3396-B6ABBB612848}"/>
                  </a:ext>
                </a:extLst>
              </p14:cNvPr>
              <p14:cNvContentPartPr/>
              <p14:nvPr/>
            </p14:nvContentPartPr>
            <p14:xfrm>
              <a:off x="3178543" y="6182821"/>
              <a:ext cx="82080" cy="13860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5870317C-D450-B4CA-3396-B6ABBB612848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168103" y="6172021"/>
                <a:ext cx="10332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B4FB88D1-2699-9190-3561-DC80F802D923}"/>
                  </a:ext>
                </a:extLst>
              </p14:cNvPr>
              <p14:cNvContentPartPr/>
              <p14:nvPr/>
            </p14:nvContentPartPr>
            <p14:xfrm>
              <a:off x="2769943" y="6126301"/>
              <a:ext cx="94680" cy="3816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B4FB88D1-2699-9190-3561-DC80F802D923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2759143" y="6115501"/>
                <a:ext cx="11592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B021D0DA-DA0A-A9A9-35FF-9556B1D05850}"/>
                  </a:ext>
                </a:extLst>
              </p14:cNvPr>
              <p14:cNvContentPartPr/>
              <p14:nvPr/>
            </p14:nvContentPartPr>
            <p14:xfrm>
              <a:off x="3518023" y="6188941"/>
              <a:ext cx="56880" cy="11988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B021D0DA-DA0A-A9A9-35FF-9556B1D05850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507583" y="6178501"/>
                <a:ext cx="7812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57EE8761-EDD9-A768-A0CF-7EE6BBEA2EA2}"/>
                  </a:ext>
                </a:extLst>
              </p14:cNvPr>
              <p14:cNvContentPartPr/>
              <p14:nvPr/>
            </p14:nvContentPartPr>
            <p14:xfrm>
              <a:off x="3518743" y="6220261"/>
              <a:ext cx="115560" cy="11340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57EE8761-EDD9-A768-A0CF-7EE6BBEA2EA2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508303" y="6209821"/>
                <a:ext cx="13680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7292F387-992F-E634-4E75-7923BF1C58C9}"/>
                  </a:ext>
                </a:extLst>
              </p14:cNvPr>
              <p14:cNvContentPartPr/>
              <p14:nvPr/>
            </p14:nvContentPartPr>
            <p14:xfrm>
              <a:off x="3870103" y="5975101"/>
              <a:ext cx="69480" cy="32112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7292F387-992F-E634-4E75-7923BF1C58C9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859663" y="5964661"/>
                <a:ext cx="9072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A3E4018F-B461-8121-FD2D-07E1BFC0B130}"/>
                  </a:ext>
                </a:extLst>
              </p14:cNvPr>
              <p14:cNvContentPartPr/>
              <p14:nvPr/>
            </p14:nvContentPartPr>
            <p14:xfrm>
              <a:off x="3870103" y="6163741"/>
              <a:ext cx="214200" cy="6804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A3E4018F-B461-8121-FD2D-07E1BFC0B130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859663" y="6153301"/>
                <a:ext cx="23544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7B81A31B-51BE-6EE6-44AD-5274EC45C1B4}"/>
                  </a:ext>
                </a:extLst>
              </p14:cNvPr>
              <p14:cNvContentPartPr/>
              <p14:nvPr/>
            </p14:nvContentPartPr>
            <p14:xfrm>
              <a:off x="4102663" y="6139981"/>
              <a:ext cx="176400" cy="11844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7B81A31B-51BE-6EE6-44AD-5274EC45C1B4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092223" y="6129541"/>
                <a:ext cx="19764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07926E94-9166-CD5E-F006-F4A2C397F180}"/>
                  </a:ext>
                </a:extLst>
              </p14:cNvPr>
              <p14:cNvContentPartPr/>
              <p14:nvPr/>
            </p14:nvContentPartPr>
            <p14:xfrm>
              <a:off x="4241263" y="6195421"/>
              <a:ext cx="126000" cy="694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07926E94-9166-CD5E-F006-F4A2C397F180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4230463" y="6184621"/>
                <a:ext cx="14724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AA9FE0C5-ACA8-9336-6A9B-07E10728B9F1}"/>
                  </a:ext>
                </a:extLst>
              </p14:cNvPr>
              <p14:cNvContentPartPr/>
              <p14:nvPr/>
            </p14:nvContentPartPr>
            <p14:xfrm>
              <a:off x="4347823" y="5968981"/>
              <a:ext cx="38160" cy="31392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AA9FE0C5-ACA8-9336-6A9B-07E10728B9F1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337383" y="5958181"/>
                <a:ext cx="5940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E7F03A22-8119-F0E7-4BFB-631039F621C5}"/>
                  </a:ext>
                </a:extLst>
              </p14:cNvPr>
              <p14:cNvContentPartPr/>
              <p14:nvPr/>
            </p14:nvContentPartPr>
            <p14:xfrm>
              <a:off x="4316503" y="6075901"/>
              <a:ext cx="390240" cy="19260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E7F03A22-8119-F0E7-4BFB-631039F621C5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4306063" y="6065101"/>
                <a:ext cx="41148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07AA8B14-1087-6402-96D0-9FA54615041D}"/>
                  </a:ext>
                </a:extLst>
              </p14:cNvPr>
              <p14:cNvContentPartPr/>
              <p14:nvPr/>
            </p14:nvContentPartPr>
            <p14:xfrm>
              <a:off x="4737703" y="6126301"/>
              <a:ext cx="87840" cy="13860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07AA8B14-1087-6402-96D0-9FA54615041D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4727263" y="6115501"/>
                <a:ext cx="109080" cy="15984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552B19C7-F20A-D9F7-38D4-13232A7614EC}"/>
              </a:ext>
            </a:extLst>
          </p:cNvPr>
          <p:cNvPicPr>
            <a:picLocks noChangeAspect="1"/>
          </p:cNvPicPr>
          <p:nvPr/>
        </p:nvPicPr>
        <p:blipFill>
          <a:blip r:embed="rId158"/>
          <a:stretch>
            <a:fillRect/>
          </a:stretch>
        </p:blipFill>
        <p:spPr>
          <a:xfrm>
            <a:off x="7818055" y="3196621"/>
            <a:ext cx="568608" cy="4441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A72EBA0-3B45-6B46-A889-A57021861809}"/>
                  </a:ext>
                </a:extLst>
              </p14:cNvPr>
              <p14:cNvContentPartPr/>
              <p14:nvPr/>
            </p14:nvContentPartPr>
            <p14:xfrm>
              <a:off x="8814909" y="3308995"/>
              <a:ext cx="579240" cy="2592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A72EBA0-3B45-6B46-A889-A57021861809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8804109" y="3298555"/>
                <a:ext cx="60048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21C64038-0E8D-82B4-782F-2E9C567BC47E}"/>
                  </a:ext>
                </a:extLst>
              </p14:cNvPr>
              <p14:cNvContentPartPr/>
              <p14:nvPr/>
            </p14:nvContentPartPr>
            <p14:xfrm>
              <a:off x="7294550" y="3926913"/>
              <a:ext cx="158760" cy="2037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21C64038-0E8D-82B4-782F-2E9C567BC47E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7283750" y="3916473"/>
                <a:ext cx="18000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2175D4D0-9CC7-962B-DA43-A4070670A264}"/>
                  </a:ext>
                </a:extLst>
              </p14:cNvPr>
              <p14:cNvContentPartPr/>
              <p14:nvPr/>
            </p14:nvContentPartPr>
            <p14:xfrm>
              <a:off x="6925550" y="3943113"/>
              <a:ext cx="246240" cy="1976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2175D4D0-9CC7-962B-DA43-A4070670A264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6915110" y="3932313"/>
                <a:ext cx="26748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F01E9B7F-8547-7535-EE01-6E179BD7BEE5}"/>
                  </a:ext>
                </a:extLst>
              </p14:cNvPr>
              <p14:cNvContentPartPr/>
              <p14:nvPr/>
            </p14:nvContentPartPr>
            <p14:xfrm>
              <a:off x="7543670" y="3900993"/>
              <a:ext cx="142560" cy="2181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F01E9B7F-8547-7535-EE01-6E179BD7BEE5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7532870" y="3890553"/>
                <a:ext cx="16380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D0298BF5-6731-71F2-5048-131647439CA1}"/>
                  </a:ext>
                </a:extLst>
              </p14:cNvPr>
              <p14:cNvContentPartPr/>
              <p14:nvPr/>
            </p14:nvContentPartPr>
            <p14:xfrm>
              <a:off x="7672910" y="3854193"/>
              <a:ext cx="333720" cy="3456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D0298BF5-6731-71F2-5048-131647439CA1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7662110" y="3843753"/>
                <a:ext cx="354960" cy="36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51230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0CF8BF2-0ABE-E081-757A-D971C752C9F4}"/>
                  </a:ext>
                </a:extLst>
              </p14:cNvPr>
              <p14:cNvContentPartPr/>
              <p14:nvPr/>
            </p14:nvContentPartPr>
            <p14:xfrm>
              <a:off x="2298343" y="995941"/>
              <a:ext cx="1387800" cy="21506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0CF8BF2-0ABE-E081-757A-D971C752C9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90783" y="988381"/>
                <a:ext cx="1402920" cy="21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A511140-A217-1CDF-42CD-390EA931F198}"/>
                  </a:ext>
                </a:extLst>
              </p14:cNvPr>
              <p14:cNvContentPartPr/>
              <p14:nvPr/>
            </p14:nvContentPartPr>
            <p14:xfrm>
              <a:off x="3486703" y="1253701"/>
              <a:ext cx="145080" cy="18327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A511140-A217-1CDF-42CD-390EA931F19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79143" y="1246141"/>
                <a:ext cx="160200" cy="18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ED0F692-B284-12B3-D6E4-53EC2C16C50B}"/>
                  </a:ext>
                </a:extLst>
              </p14:cNvPr>
              <p14:cNvContentPartPr/>
              <p14:nvPr/>
            </p14:nvContentPartPr>
            <p14:xfrm>
              <a:off x="3914023" y="1945261"/>
              <a:ext cx="1524960" cy="3146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ED0F692-B284-12B3-D6E4-53EC2C16C50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03941" y="1935181"/>
                <a:ext cx="1545125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7CBBBB3-7BBD-D325-0689-1CD494DAB3E8}"/>
                  </a:ext>
                </a:extLst>
              </p14:cNvPr>
              <p14:cNvContentPartPr/>
              <p14:nvPr/>
            </p14:nvContentPartPr>
            <p14:xfrm>
              <a:off x="5813023" y="1819261"/>
              <a:ext cx="496800" cy="4341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7CBBBB3-7BBD-D325-0689-1CD494DAB3E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02950" y="1809181"/>
                <a:ext cx="514427" cy="45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9F57093-D438-453B-E34D-EA7C9CB2051F}"/>
                  </a:ext>
                </a:extLst>
              </p14:cNvPr>
              <p14:cNvContentPartPr/>
              <p14:nvPr/>
            </p14:nvContentPartPr>
            <p14:xfrm>
              <a:off x="5655703" y="2316061"/>
              <a:ext cx="1735560" cy="4521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9F57093-D438-453B-E34D-EA7C9CB2051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45623" y="2308501"/>
                <a:ext cx="1753200" cy="46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33339CB-C45D-901D-D130-D0FB6ADEE87A}"/>
                  </a:ext>
                </a:extLst>
              </p14:cNvPr>
              <p14:cNvContentPartPr/>
              <p14:nvPr/>
            </p14:nvContentPartPr>
            <p14:xfrm>
              <a:off x="7756303" y="1920061"/>
              <a:ext cx="967320" cy="2959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33339CB-C45D-901D-D130-D0FB6ADEE87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48743" y="1912501"/>
                <a:ext cx="98208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A9B8FA3-B923-6491-D1E6-1AF30C08F4C4}"/>
                  </a:ext>
                </a:extLst>
              </p14:cNvPr>
              <p14:cNvContentPartPr/>
              <p14:nvPr/>
            </p14:nvContentPartPr>
            <p14:xfrm>
              <a:off x="8969143" y="1750141"/>
              <a:ext cx="1159920" cy="4525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A9B8FA3-B923-6491-D1E6-1AF30C08F4C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961583" y="1742575"/>
                <a:ext cx="1175040" cy="4676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9BB2D1A7-2673-DCAA-E94E-65E4E352D7DB}"/>
                  </a:ext>
                </a:extLst>
              </p14:cNvPr>
              <p14:cNvContentPartPr/>
              <p14:nvPr/>
            </p14:nvContentPartPr>
            <p14:xfrm>
              <a:off x="9171463" y="2737261"/>
              <a:ext cx="577080" cy="5781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9BB2D1A7-2673-DCAA-E94E-65E4E352D7D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164259" y="2729701"/>
                <a:ext cx="592209" cy="59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134778ED-E540-06D8-C3B7-29F25409EBF5}"/>
                  </a:ext>
                </a:extLst>
              </p14:cNvPr>
              <p14:cNvContentPartPr/>
              <p14:nvPr/>
            </p14:nvContentPartPr>
            <p14:xfrm>
              <a:off x="9383863" y="2367181"/>
              <a:ext cx="239400" cy="3571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134778ED-E540-06D8-C3B7-29F25409EBF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376303" y="2359629"/>
                <a:ext cx="254160" cy="3718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B2B0FAC2-F6EC-F66E-8E9D-03F3CB70E323}"/>
                  </a:ext>
                </a:extLst>
              </p14:cNvPr>
              <p14:cNvContentPartPr/>
              <p14:nvPr/>
            </p14:nvContentPartPr>
            <p14:xfrm>
              <a:off x="6542383" y="3619621"/>
              <a:ext cx="1232280" cy="6073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B2B0FAC2-F6EC-F66E-8E9D-03F3CB70E32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531586" y="3609181"/>
                <a:ext cx="1253514" cy="62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1831B2CC-942E-1F96-5DA7-5B61FFC8573F}"/>
                  </a:ext>
                </a:extLst>
              </p14:cNvPr>
              <p14:cNvContentPartPr/>
              <p14:nvPr/>
            </p14:nvContentPartPr>
            <p14:xfrm>
              <a:off x="7963663" y="3579661"/>
              <a:ext cx="748080" cy="3650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1831B2CC-942E-1F96-5DA7-5B61FFC8573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953218" y="3569221"/>
                <a:ext cx="76933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03603D00-9FC6-6B46-6930-52DACFC62965}"/>
                  </a:ext>
                </a:extLst>
              </p14:cNvPr>
              <p14:cNvContentPartPr/>
              <p14:nvPr/>
            </p14:nvContentPartPr>
            <p14:xfrm>
              <a:off x="7925503" y="4070341"/>
              <a:ext cx="924480" cy="4842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03603D00-9FC6-6B46-6930-52DACFC6296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914703" y="4059549"/>
                <a:ext cx="945720" cy="5054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8FE414E4-AA1B-2E0C-4765-E377BF7547BA}"/>
                  </a:ext>
                </a:extLst>
              </p14:cNvPr>
              <p14:cNvContentPartPr/>
              <p14:nvPr/>
            </p14:nvContentPartPr>
            <p14:xfrm>
              <a:off x="7014343" y="4189861"/>
              <a:ext cx="641160" cy="24552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8FE414E4-AA1B-2E0C-4765-E377BF7547B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003897" y="4179061"/>
                <a:ext cx="662412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81F26B26-2B9C-81A8-37BC-75E4B252AB83}"/>
                  </a:ext>
                </a:extLst>
              </p14:cNvPr>
              <p14:cNvContentPartPr/>
              <p14:nvPr/>
            </p14:nvContentPartPr>
            <p14:xfrm>
              <a:off x="6995623" y="4617181"/>
              <a:ext cx="1156320" cy="70380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81F26B26-2B9C-81A8-37BC-75E4B252AB8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984823" y="4606741"/>
                <a:ext cx="1177560" cy="72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D12EEFCE-A589-EB4F-21D9-7EA5E9A053A2}"/>
                  </a:ext>
                </a:extLst>
              </p14:cNvPr>
              <p14:cNvContentPartPr/>
              <p14:nvPr/>
            </p14:nvContentPartPr>
            <p14:xfrm>
              <a:off x="7038823" y="5132701"/>
              <a:ext cx="1804680" cy="99324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D12EEFCE-A589-EB4F-21D9-7EA5E9A053A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028383" y="5122257"/>
                <a:ext cx="1825920" cy="1014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8162034D-158F-4A96-0710-BEE2CB19C348}"/>
                  </a:ext>
                </a:extLst>
              </p14:cNvPr>
              <p14:cNvContentPartPr/>
              <p14:nvPr/>
            </p14:nvContentPartPr>
            <p14:xfrm>
              <a:off x="7589263" y="2876221"/>
              <a:ext cx="1021680" cy="61596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8162034D-158F-4A96-0710-BEE2CB19C34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578823" y="2865781"/>
                <a:ext cx="1042920" cy="63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1C012A81-E1DD-AA74-C1D3-06C5F1DB1136}"/>
                  </a:ext>
                </a:extLst>
              </p14:cNvPr>
              <p14:cNvContentPartPr/>
              <p14:nvPr/>
            </p14:nvContentPartPr>
            <p14:xfrm>
              <a:off x="7925503" y="2416861"/>
              <a:ext cx="176400" cy="51516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1C012A81-E1DD-AA74-C1D3-06C5F1DB113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914703" y="2406061"/>
                <a:ext cx="197640" cy="53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A34B33DF-4FDD-FA74-BD9A-1A3939FB6C8B}"/>
                  </a:ext>
                </a:extLst>
              </p14:cNvPr>
              <p14:cNvContentPartPr/>
              <p14:nvPr/>
            </p14:nvContentPartPr>
            <p14:xfrm>
              <a:off x="9937183" y="3517021"/>
              <a:ext cx="1773720" cy="7988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A34B33DF-4FDD-FA74-BD9A-1A3939FB6C8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926741" y="3506221"/>
                <a:ext cx="1794964" cy="82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D5198E27-CEEF-8E53-4B92-F3E08F28B0F2}"/>
                  </a:ext>
                </a:extLst>
              </p14:cNvPr>
              <p14:cNvContentPartPr/>
              <p14:nvPr/>
            </p14:nvContentPartPr>
            <p14:xfrm>
              <a:off x="3279343" y="3958381"/>
              <a:ext cx="421200" cy="33228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D5198E27-CEEF-8E53-4B92-F3E08F28B0F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268552" y="3947941"/>
                <a:ext cx="442422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D42D5DBE-7FA6-4F73-AABA-91E38A218B6A}"/>
                  </a:ext>
                </a:extLst>
              </p14:cNvPr>
              <p14:cNvContentPartPr/>
              <p14:nvPr/>
            </p14:nvContentPartPr>
            <p14:xfrm>
              <a:off x="2128783" y="3968101"/>
              <a:ext cx="691920" cy="39168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D42D5DBE-7FA6-4F73-AABA-91E38A218B6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117983" y="3957661"/>
                <a:ext cx="71316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D7EC7089-D766-15C2-5571-0ADDEBDAF289}"/>
                  </a:ext>
                </a:extLst>
              </p14:cNvPr>
              <p14:cNvContentPartPr/>
              <p14:nvPr/>
            </p14:nvContentPartPr>
            <p14:xfrm>
              <a:off x="764383" y="4139461"/>
              <a:ext cx="1018800" cy="40824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D7EC7089-D766-15C2-5571-0ADDEBDAF28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53583" y="4128661"/>
                <a:ext cx="1040040" cy="42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B4709935-33CF-BEED-3C3F-BA646DF898C0}"/>
                  </a:ext>
                </a:extLst>
              </p14:cNvPr>
              <p14:cNvContentPartPr/>
              <p14:nvPr/>
            </p14:nvContentPartPr>
            <p14:xfrm>
              <a:off x="3782263" y="3925621"/>
              <a:ext cx="968400" cy="49140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B4709935-33CF-BEED-3C3F-BA646DF898C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771463" y="3915181"/>
                <a:ext cx="989640" cy="51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43E2586B-B591-33F8-2D3D-E172C8F27CC9}"/>
                  </a:ext>
                </a:extLst>
              </p14:cNvPr>
              <p14:cNvContentPartPr/>
              <p14:nvPr/>
            </p14:nvContentPartPr>
            <p14:xfrm>
              <a:off x="1166863" y="4698901"/>
              <a:ext cx="823680" cy="26460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43E2586B-B591-33F8-2D3D-E172C8F27CC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156068" y="4688447"/>
                <a:ext cx="844911" cy="2858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FF12E7E7-6AC8-6D4E-E46D-02A35423567D}"/>
                  </a:ext>
                </a:extLst>
              </p14:cNvPr>
              <p14:cNvContentPartPr/>
              <p14:nvPr/>
            </p14:nvContentPartPr>
            <p14:xfrm>
              <a:off x="3335863" y="4511701"/>
              <a:ext cx="678960" cy="62784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FF12E7E7-6AC8-6D4E-E46D-02A35423567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325069" y="4501261"/>
                <a:ext cx="700189" cy="64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3CFA16F3-5C09-E30F-32E1-31B5DE537820}"/>
                  </a:ext>
                </a:extLst>
              </p14:cNvPr>
              <p14:cNvContentPartPr/>
              <p14:nvPr/>
            </p14:nvContentPartPr>
            <p14:xfrm>
              <a:off x="2417863" y="4504141"/>
              <a:ext cx="591120" cy="43200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3CFA16F3-5C09-E30F-32E1-31B5DE53782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407070" y="4493341"/>
                <a:ext cx="612347" cy="45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CA0780EB-2F31-3BD8-BD20-1BDC50F8F616}"/>
                  </a:ext>
                </a:extLst>
              </p14:cNvPr>
              <p14:cNvContentPartPr/>
              <p14:nvPr/>
            </p14:nvContentPartPr>
            <p14:xfrm>
              <a:off x="4190863" y="4448701"/>
              <a:ext cx="145080" cy="46440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CA0780EB-2F31-3BD8-BD20-1BDC50F8F61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180063" y="4438253"/>
                <a:ext cx="166320" cy="485656"/>
              </a:xfrm>
              <a:prstGeom prst="rect">
                <a:avLst/>
              </a:prstGeom>
            </p:spPr>
          </p:pic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FAFAB3BB-2D01-8FC7-2EAA-637A9961B42D}"/>
              </a:ext>
            </a:extLst>
          </p:cNvPr>
          <p:cNvGrpSpPr/>
          <p:nvPr/>
        </p:nvGrpSpPr>
        <p:grpSpPr>
          <a:xfrm>
            <a:off x="732971" y="1052285"/>
            <a:ext cx="1204686" cy="2376715"/>
            <a:chOff x="732971" y="1052285"/>
            <a:chExt cx="1204686" cy="237671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CA93CED-0F03-0B9B-2569-7665BE2CCC19}"/>
                </a:ext>
              </a:extLst>
            </p:cNvPr>
            <p:cNvSpPr/>
            <p:nvPr/>
          </p:nvSpPr>
          <p:spPr>
            <a:xfrm>
              <a:off x="732971" y="1052285"/>
              <a:ext cx="1204686" cy="2376715"/>
            </a:xfrm>
            <a:prstGeom prst="rect">
              <a:avLst/>
            </a:prstGeom>
            <a:solidFill>
              <a:srgbClr val="DCEE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CE6F953-5E9C-33DA-3663-021D659896AF}"/>
                </a:ext>
              </a:extLst>
            </p:cNvPr>
            <p:cNvSpPr/>
            <p:nvPr/>
          </p:nvSpPr>
          <p:spPr>
            <a:xfrm>
              <a:off x="834571" y="1153887"/>
              <a:ext cx="1016000" cy="3048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 err="1"/>
                <a:t>planting_GPS_pts</a:t>
              </a:r>
              <a:endParaRPr lang="en-US" sz="800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A2AD7E4-8992-1E6F-E4ED-8CF4F4DFC817}"/>
                </a:ext>
              </a:extLst>
            </p:cNvPr>
            <p:cNvSpPr/>
            <p:nvPr/>
          </p:nvSpPr>
          <p:spPr>
            <a:xfrm>
              <a:off x="834571" y="1603830"/>
              <a:ext cx="1016000" cy="3048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plantings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6A9E3BB-A8C6-35A6-5AD8-B5B675E1D17F}"/>
                </a:ext>
              </a:extLst>
            </p:cNvPr>
            <p:cNvSpPr/>
            <p:nvPr/>
          </p:nvSpPr>
          <p:spPr>
            <a:xfrm>
              <a:off x="834571" y="2503716"/>
              <a:ext cx="1016000" cy="304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accent3"/>
                  </a:solidFill>
                  <a:effectLst/>
                </a:rPr>
                <a:t>assessments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6C44C80-D9FA-6F10-000C-F488864D1C56}"/>
                </a:ext>
              </a:extLst>
            </p:cNvPr>
            <p:cNvSpPr/>
            <p:nvPr/>
          </p:nvSpPr>
          <p:spPr>
            <a:xfrm>
              <a:off x="834571" y="2053773"/>
              <a:ext cx="1016000" cy="304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 err="1">
                  <a:solidFill>
                    <a:schemeClr val="accent3"/>
                  </a:solidFill>
                  <a:effectLst/>
                </a:rPr>
                <a:t>monitoring_events</a:t>
              </a:r>
              <a:endParaRPr lang="en-US" sz="800" dirty="0">
                <a:solidFill>
                  <a:schemeClr val="accent3"/>
                </a:solidFill>
                <a:effectLst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A016C0E-7C45-29DC-2CFD-6C8F9BD79227}"/>
                </a:ext>
              </a:extLst>
            </p:cNvPr>
            <p:cNvSpPr/>
            <p:nvPr/>
          </p:nvSpPr>
          <p:spPr>
            <a:xfrm>
              <a:off x="838925" y="2953659"/>
              <a:ext cx="1016000" cy="304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 err="1">
                  <a:solidFill>
                    <a:schemeClr val="accent3"/>
                  </a:solidFill>
                  <a:effectLst/>
                </a:rPr>
                <a:t>donor_sites</a:t>
              </a:r>
              <a:endParaRPr lang="en-US" sz="800" dirty="0">
                <a:solidFill>
                  <a:schemeClr val="accent3"/>
                </a:solidFill>
                <a:effectLst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02354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Freeform: Shape 1073">
            <a:extLst>
              <a:ext uri="{FF2B5EF4-FFF2-40B4-BE49-F238E27FC236}">
                <a16:creationId xmlns:a16="http://schemas.microsoft.com/office/drawing/2014/main" id="{41929B6D-1C25-CF04-5C9F-8CE353286651}"/>
              </a:ext>
            </a:extLst>
          </p:cNvPr>
          <p:cNvSpPr/>
          <p:nvPr/>
        </p:nvSpPr>
        <p:spPr>
          <a:xfrm>
            <a:off x="2287386" y="837359"/>
            <a:ext cx="7455242" cy="4530055"/>
          </a:xfrm>
          <a:custGeom>
            <a:avLst/>
            <a:gdLst>
              <a:gd name="csX0" fmla="*/ 4485694 w 7786749"/>
              <a:gd name="csY0" fmla="*/ 305871 h 4440834"/>
              <a:gd name="csX1" fmla="*/ 2547564 w 7786749"/>
              <a:gd name="csY1" fmla="*/ 256176 h 4440834"/>
              <a:gd name="csX2" fmla="*/ 808216 w 7786749"/>
              <a:gd name="csY2" fmla="*/ 1399176 h 4440834"/>
              <a:gd name="csX3" fmla="*/ 32964 w 7786749"/>
              <a:gd name="csY3" fmla="*/ 2313576 h 4440834"/>
              <a:gd name="csX4" fmla="*/ 1831947 w 7786749"/>
              <a:gd name="csY4" fmla="*/ 2840349 h 4440834"/>
              <a:gd name="csX5" fmla="*/ 4843503 w 7786749"/>
              <a:gd name="csY5" fmla="*/ 3615602 h 4440834"/>
              <a:gd name="csX6" fmla="*/ 6642486 w 7786749"/>
              <a:gd name="csY6" fmla="*/ 4440549 h 4440834"/>
              <a:gd name="csX7" fmla="*/ 7705973 w 7786749"/>
              <a:gd name="csY7" fmla="*/ 3526149 h 4440834"/>
              <a:gd name="csX8" fmla="*/ 4485694 w 7786749"/>
              <a:gd name="csY8" fmla="*/ 305871 h 4440834"/>
              <a:gd name="csX0" fmla="*/ 4483162 w 7784217"/>
              <a:gd name="csY0" fmla="*/ 475413 h 4610376"/>
              <a:gd name="csX1" fmla="*/ 2187223 w 7784217"/>
              <a:gd name="csY1" fmla="*/ 127544 h 4610376"/>
              <a:gd name="csX2" fmla="*/ 805684 w 7784217"/>
              <a:gd name="csY2" fmla="*/ 1568718 h 4610376"/>
              <a:gd name="csX3" fmla="*/ 30432 w 7784217"/>
              <a:gd name="csY3" fmla="*/ 2483118 h 4610376"/>
              <a:gd name="csX4" fmla="*/ 1829415 w 7784217"/>
              <a:gd name="csY4" fmla="*/ 3009891 h 4610376"/>
              <a:gd name="csX5" fmla="*/ 4840971 w 7784217"/>
              <a:gd name="csY5" fmla="*/ 3785144 h 4610376"/>
              <a:gd name="csX6" fmla="*/ 6639954 w 7784217"/>
              <a:gd name="csY6" fmla="*/ 4610091 h 4610376"/>
              <a:gd name="csX7" fmla="*/ 7703441 w 7784217"/>
              <a:gd name="csY7" fmla="*/ 3695691 h 4610376"/>
              <a:gd name="csX8" fmla="*/ 4483162 w 7784217"/>
              <a:gd name="csY8" fmla="*/ 475413 h 4610376"/>
              <a:gd name="csX0" fmla="*/ 4582554 w 7777691"/>
              <a:gd name="csY0" fmla="*/ 437802 h 4642339"/>
              <a:gd name="csX1" fmla="*/ 2187223 w 7777691"/>
              <a:gd name="csY1" fmla="*/ 159507 h 4642339"/>
              <a:gd name="csX2" fmla="*/ 805684 w 7777691"/>
              <a:gd name="csY2" fmla="*/ 1600681 h 4642339"/>
              <a:gd name="csX3" fmla="*/ 30432 w 7777691"/>
              <a:gd name="csY3" fmla="*/ 2515081 h 4642339"/>
              <a:gd name="csX4" fmla="*/ 1829415 w 7777691"/>
              <a:gd name="csY4" fmla="*/ 3041854 h 4642339"/>
              <a:gd name="csX5" fmla="*/ 4840971 w 7777691"/>
              <a:gd name="csY5" fmla="*/ 3817107 h 4642339"/>
              <a:gd name="csX6" fmla="*/ 6639954 w 7777691"/>
              <a:gd name="csY6" fmla="*/ 4642054 h 4642339"/>
              <a:gd name="csX7" fmla="*/ 7703441 w 7777691"/>
              <a:gd name="csY7" fmla="*/ 3727654 h 4642339"/>
              <a:gd name="csX8" fmla="*/ 4582554 w 7777691"/>
              <a:gd name="csY8" fmla="*/ 437802 h 4642339"/>
              <a:gd name="csX0" fmla="*/ 4582554 w 7476496"/>
              <a:gd name="csY0" fmla="*/ 419154 h 4623691"/>
              <a:gd name="csX1" fmla="*/ 2187223 w 7476496"/>
              <a:gd name="csY1" fmla="*/ 140859 h 4623691"/>
              <a:gd name="csX2" fmla="*/ 805684 w 7476496"/>
              <a:gd name="csY2" fmla="*/ 1582033 h 4623691"/>
              <a:gd name="csX3" fmla="*/ 30432 w 7476496"/>
              <a:gd name="csY3" fmla="*/ 2496433 h 4623691"/>
              <a:gd name="csX4" fmla="*/ 1829415 w 7476496"/>
              <a:gd name="csY4" fmla="*/ 3023206 h 4623691"/>
              <a:gd name="csX5" fmla="*/ 4840971 w 7476496"/>
              <a:gd name="csY5" fmla="*/ 3798459 h 4623691"/>
              <a:gd name="csX6" fmla="*/ 6639954 w 7476496"/>
              <a:gd name="csY6" fmla="*/ 4623406 h 4623691"/>
              <a:gd name="csX7" fmla="*/ 7375450 w 7476496"/>
              <a:gd name="csY7" fmla="*/ 3361137 h 4623691"/>
              <a:gd name="csX8" fmla="*/ 4582554 w 7476496"/>
              <a:gd name="csY8" fmla="*/ 419154 h 4623691"/>
              <a:gd name="csX0" fmla="*/ 4582554 w 7476496"/>
              <a:gd name="csY0" fmla="*/ 419154 h 4623691"/>
              <a:gd name="csX1" fmla="*/ 2187223 w 7476496"/>
              <a:gd name="csY1" fmla="*/ 140859 h 4623691"/>
              <a:gd name="csX2" fmla="*/ 805684 w 7476496"/>
              <a:gd name="csY2" fmla="*/ 1582033 h 4623691"/>
              <a:gd name="csX3" fmla="*/ 30432 w 7476496"/>
              <a:gd name="csY3" fmla="*/ 2605763 h 4623691"/>
              <a:gd name="csX4" fmla="*/ 1829415 w 7476496"/>
              <a:gd name="csY4" fmla="*/ 3023206 h 4623691"/>
              <a:gd name="csX5" fmla="*/ 4840971 w 7476496"/>
              <a:gd name="csY5" fmla="*/ 3798459 h 4623691"/>
              <a:gd name="csX6" fmla="*/ 6639954 w 7476496"/>
              <a:gd name="csY6" fmla="*/ 4623406 h 4623691"/>
              <a:gd name="csX7" fmla="*/ 7375450 w 7476496"/>
              <a:gd name="csY7" fmla="*/ 3361137 h 4623691"/>
              <a:gd name="csX8" fmla="*/ 4582554 w 7476496"/>
              <a:gd name="csY8" fmla="*/ 419154 h 4623691"/>
              <a:gd name="csX0" fmla="*/ 4575468 w 7469410"/>
              <a:gd name="csY0" fmla="*/ 421955 h 4626492"/>
              <a:gd name="csX1" fmla="*/ 2180137 w 7469410"/>
              <a:gd name="csY1" fmla="*/ 143660 h 4626492"/>
              <a:gd name="csX2" fmla="*/ 888050 w 7469410"/>
              <a:gd name="csY2" fmla="*/ 1624590 h 4626492"/>
              <a:gd name="csX3" fmla="*/ 23346 w 7469410"/>
              <a:gd name="csY3" fmla="*/ 2608564 h 4626492"/>
              <a:gd name="csX4" fmla="*/ 1822329 w 7469410"/>
              <a:gd name="csY4" fmla="*/ 3026007 h 4626492"/>
              <a:gd name="csX5" fmla="*/ 4833885 w 7469410"/>
              <a:gd name="csY5" fmla="*/ 3801260 h 4626492"/>
              <a:gd name="csX6" fmla="*/ 6632868 w 7469410"/>
              <a:gd name="csY6" fmla="*/ 4626207 h 4626492"/>
              <a:gd name="csX7" fmla="*/ 7368364 w 7469410"/>
              <a:gd name="csY7" fmla="*/ 3363938 h 4626492"/>
              <a:gd name="csX8" fmla="*/ 4575468 w 7469410"/>
              <a:gd name="csY8" fmla="*/ 421955 h 4626492"/>
              <a:gd name="csX0" fmla="*/ 5539563 w 7410401"/>
              <a:gd name="csY0" fmla="*/ 456258 h 4601160"/>
              <a:gd name="csX1" fmla="*/ 2180137 w 7410401"/>
              <a:gd name="csY1" fmla="*/ 118328 h 4601160"/>
              <a:gd name="csX2" fmla="*/ 888050 w 7410401"/>
              <a:gd name="csY2" fmla="*/ 1599258 h 4601160"/>
              <a:gd name="csX3" fmla="*/ 23346 w 7410401"/>
              <a:gd name="csY3" fmla="*/ 2583232 h 4601160"/>
              <a:gd name="csX4" fmla="*/ 1822329 w 7410401"/>
              <a:gd name="csY4" fmla="*/ 3000675 h 4601160"/>
              <a:gd name="csX5" fmla="*/ 4833885 w 7410401"/>
              <a:gd name="csY5" fmla="*/ 3775928 h 4601160"/>
              <a:gd name="csX6" fmla="*/ 6632868 w 7410401"/>
              <a:gd name="csY6" fmla="*/ 4600875 h 4601160"/>
              <a:gd name="csX7" fmla="*/ 7368364 w 7410401"/>
              <a:gd name="csY7" fmla="*/ 3338606 h 4601160"/>
              <a:gd name="csX8" fmla="*/ 5539563 w 7410401"/>
              <a:gd name="csY8" fmla="*/ 456258 h 4601160"/>
              <a:gd name="csX0" fmla="*/ 5584404 w 7455242"/>
              <a:gd name="csY0" fmla="*/ 385153 h 4530055"/>
              <a:gd name="csX1" fmla="*/ 2224978 w 7455242"/>
              <a:gd name="csY1" fmla="*/ 47223 h 4530055"/>
              <a:gd name="csX2" fmla="*/ 555204 w 7455242"/>
              <a:gd name="csY2" fmla="*/ 544179 h 4530055"/>
              <a:gd name="csX3" fmla="*/ 68187 w 7455242"/>
              <a:gd name="csY3" fmla="*/ 2512127 h 4530055"/>
              <a:gd name="csX4" fmla="*/ 1867170 w 7455242"/>
              <a:gd name="csY4" fmla="*/ 2929570 h 4530055"/>
              <a:gd name="csX5" fmla="*/ 4878726 w 7455242"/>
              <a:gd name="csY5" fmla="*/ 3704823 h 4530055"/>
              <a:gd name="csX6" fmla="*/ 6677709 w 7455242"/>
              <a:gd name="csY6" fmla="*/ 4529770 h 4530055"/>
              <a:gd name="csX7" fmla="*/ 7413205 w 7455242"/>
              <a:gd name="csY7" fmla="*/ 3267501 h 4530055"/>
              <a:gd name="csX8" fmla="*/ 5584404 w 7455242"/>
              <a:gd name="csY8" fmla="*/ 385153 h 45300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455242" h="4530055">
                <a:moveTo>
                  <a:pt x="5584404" y="385153"/>
                </a:moveTo>
                <a:cubicBezTo>
                  <a:pt x="4719700" y="-151560"/>
                  <a:pt x="3063178" y="20719"/>
                  <a:pt x="2224978" y="47223"/>
                </a:cubicBezTo>
                <a:cubicBezTo>
                  <a:pt x="1386778" y="73727"/>
                  <a:pt x="914669" y="133362"/>
                  <a:pt x="555204" y="544179"/>
                </a:cubicBezTo>
                <a:cubicBezTo>
                  <a:pt x="195739" y="954996"/>
                  <a:pt x="-150474" y="2114562"/>
                  <a:pt x="68187" y="2512127"/>
                </a:cubicBezTo>
                <a:cubicBezTo>
                  <a:pt x="286848" y="2909692"/>
                  <a:pt x="1065414" y="2730787"/>
                  <a:pt x="1867170" y="2929570"/>
                </a:cubicBezTo>
                <a:cubicBezTo>
                  <a:pt x="2668926" y="3128353"/>
                  <a:pt x="4076970" y="3438123"/>
                  <a:pt x="4878726" y="3704823"/>
                </a:cubicBezTo>
                <a:cubicBezTo>
                  <a:pt x="5680482" y="3971523"/>
                  <a:pt x="6200631" y="4544679"/>
                  <a:pt x="6677709" y="4529770"/>
                </a:cubicBezTo>
                <a:cubicBezTo>
                  <a:pt x="7154787" y="4514861"/>
                  <a:pt x="7595422" y="3958270"/>
                  <a:pt x="7413205" y="3267501"/>
                </a:cubicBezTo>
                <a:cubicBezTo>
                  <a:pt x="7230988" y="2576732"/>
                  <a:pt x="6449108" y="921866"/>
                  <a:pt x="5584404" y="385153"/>
                </a:cubicBezTo>
                <a:close/>
              </a:path>
            </a:pathLst>
          </a:custGeom>
          <a:solidFill>
            <a:srgbClr val="FCED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7E897C-50B5-DFB7-2E65-2BEF1A55DAC8}"/>
              </a:ext>
            </a:extLst>
          </p:cNvPr>
          <p:cNvSpPr txBox="1"/>
          <p:nvPr/>
        </p:nvSpPr>
        <p:spPr>
          <a:xfrm>
            <a:off x="2674350" y="4881507"/>
            <a:ext cx="7068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Matrix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2C34979-199B-C92C-6C6B-1C3ECE348B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634" y="4599746"/>
            <a:ext cx="320041" cy="298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7A34DD89-F43C-8DE2-F6A2-94439C5922CD}"/>
              </a:ext>
            </a:extLst>
          </p:cNvPr>
          <p:cNvGrpSpPr/>
          <p:nvPr/>
        </p:nvGrpSpPr>
        <p:grpSpPr>
          <a:xfrm>
            <a:off x="419056" y="1886272"/>
            <a:ext cx="1352005" cy="2376715"/>
            <a:chOff x="430347" y="568048"/>
            <a:chExt cx="1352005" cy="237671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D4C5C10-8A7A-A9BC-A6BC-2FDEEB97C289}"/>
                </a:ext>
              </a:extLst>
            </p:cNvPr>
            <p:cNvGrpSpPr/>
            <p:nvPr/>
          </p:nvGrpSpPr>
          <p:grpSpPr>
            <a:xfrm>
              <a:off x="430347" y="568048"/>
              <a:ext cx="1204686" cy="2376715"/>
              <a:chOff x="732971" y="1052285"/>
              <a:chExt cx="1204686" cy="2376715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E835C0A-13E3-70CE-A0C4-2969E5E11EF3}"/>
                  </a:ext>
                </a:extLst>
              </p:cNvPr>
              <p:cNvSpPr/>
              <p:nvPr/>
            </p:nvSpPr>
            <p:spPr>
              <a:xfrm>
                <a:off x="732971" y="1052285"/>
                <a:ext cx="1204686" cy="2376715"/>
              </a:xfrm>
              <a:prstGeom prst="rect">
                <a:avLst/>
              </a:prstGeom>
              <a:solidFill>
                <a:srgbClr val="DCEE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FED8661-4FC9-7E69-CC2A-5ACD3061D4F7}"/>
                  </a:ext>
                </a:extLst>
              </p:cNvPr>
              <p:cNvSpPr/>
              <p:nvPr/>
            </p:nvSpPr>
            <p:spPr>
              <a:xfrm>
                <a:off x="834571" y="1153887"/>
                <a:ext cx="1016000" cy="3048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 err="1"/>
                  <a:t>planting_GPS_pts</a:t>
                </a:r>
                <a:endParaRPr lang="en-US" sz="800" dirty="0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415567E-78E0-195F-659D-8E6A197AB05B}"/>
                  </a:ext>
                </a:extLst>
              </p:cNvPr>
              <p:cNvSpPr/>
              <p:nvPr/>
            </p:nvSpPr>
            <p:spPr>
              <a:xfrm>
                <a:off x="834571" y="1603830"/>
                <a:ext cx="1016000" cy="3048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/>
                  <a:t>plantings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679CFDC-470A-3EB5-01FA-6E92294B0021}"/>
                  </a:ext>
                </a:extLst>
              </p:cNvPr>
              <p:cNvSpPr/>
              <p:nvPr/>
            </p:nvSpPr>
            <p:spPr>
              <a:xfrm>
                <a:off x="834571" y="2503716"/>
                <a:ext cx="1016000" cy="3048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">
                <a:solidFill>
                  <a:schemeClr val="accent1">
                    <a:lumMod val="60000"/>
                    <a:lumOff val="4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accent3"/>
                    </a:solidFill>
                    <a:effectLst/>
                  </a:rPr>
                  <a:t>assessments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88EC302-CECA-6EA3-B6AB-E0229581D95A}"/>
                  </a:ext>
                </a:extLst>
              </p:cNvPr>
              <p:cNvSpPr/>
              <p:nvPr/>
            </p:nvSpPr>
            <p:spPr>
              <a:xfrm>
                <a:off x="834571" y="2053773"/>
                <a:ext cx="1016000" cy="3048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">
                <a:solidFill>
                  <a:schemeClr val="accent1">
                    <a:lumMod val="60000"/>
                    <a:lumOff val="4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 err="1">
                    <a:solidFill>
                      <a:schemeClr val="accent3"/>
                    </a:solidFill>
                    <a:effectLst/>
                  </a:rPr>
                  <a:t>monitoring_events</a:t>
                </a:r>
                <a:endParaRPr lang="en-US" sz="800" dirty="0">
                  <a:solidFill>
                    <a:schemeClr val="accent3"/>
                  </a:solidFill>
                  <a:effectLst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57F445B-EA0C-2C28-6AF4-C90687BBDAB0}"/>
                  </a:ext>
                </a:extLst>
              </p:cNvPr>
              <p:cNvSpPr/>
              <p:nvPr/>
            </p:nvSpPr>
            <p:spPr>
              <a:xfrm>
                <a:off x="838925" y="2953659"/>
                <a:ext cx="1016000" cy="3048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">
                <a:solidFill>
                  <a:schemeClr val="accent1">
                    <a:lumMod val="60000"/>
                    <a:lumOff val="4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 err="1">
                    <a:solidFill>
                      <a:schemeClr val="accent3"/>
                    </a:solidFill>
                    <a:effectLst/>
                  </a:rPr>
                  <a:t>donor_sites</a:t>
                </a:r>
                <a:endParaRPr lang="en-US" sz="800" dirty="0">
                  <a:solidFill>
                    <a:schemeClr val="accent3"/>
                  </a:solidFill>
                  <a:effectLst/>
                </a:endParaRPr>
              </a:p>
            </p:txBody>
          </p:sp>
        </p:grpSp>
        <p:sp>
          <p:nvSpPr>
            <p:cNvPr id="20" name="Right Bracket 19">
              <a:extLst>
                <a:ext uri="{FF2B5EF4-FFF2-40B4-BE49-F238E27FC236}">
                  <a16:creationId xmlns:a16="http://schemas.microsoft.com/office/drawing/2014/main" id="{26C9A800-39C4-4C7B-FA55-66D0CF6BDCB4}"/>
                </a:ext>
              </a:extLst>
            </p:cNvPr>
            <p:cNvSpPr/>
            <p:nvPr/>
          </p:nvSpPr>
          <p:spPr>
            <a:xfrm>
              <a:off x="1736633" y="669649"/>
              <a:ext cx="45719" cy="754741"/>
            </a:xfrm>
            <a:prstGeom prst="rightBracke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91E16B9-3184-0C15-E9A3-9E80FDEAEFD7}"/>
              </a:ext>
            </a:extLst>
          </p:cNvPr>
          <p:cNvSpPr/>
          <p:nvPr/>
        </p:nvSpPr>
        <p:spPr>
          <a:xfrm>
            <a:off x="4055039" y="1561713"/>
            <a:ext cx="846817" cy="4499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QA &amp;</a:t>
            </a:r>
          </a:p>
          <a:p>
            <a:pPr algn="ctr"/>
            <a:r>
              <a:rPr lang="en-US" sz="1200" dirty="0"/>
              <a:t>clean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68CB913-8784-D75E-9B28-2AB1469EABCC}"/>
              </a:ext>
            </a:extLst>
          </p:cNvPr>
          <p:cNvSpPr/>
          <p:nvPr/>
        </p:nvSpPr>
        <p:spPr>
          <a:xfrm>
            <a:off x="5645328" y="1476452"/>
            <a:ext cx="980678" cy="6204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Construct geometry tables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303A282-5E56-F847-D372-19C5D290BDBF}"/>
              </a:ext>
            </a:extLst>
          </p:cNvPr>
          <p:cNvSpPr/>
          <p:nvPr/>
        </p:nvSpPr>
        <p:spPr>
          <a:xfrm>
            <a:off x="7220237" y="2604119"/>
            <a:ext cx="944725" cy="4499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Data summary</a:t>
            </a:r>
          </a:p>
        </p:txBody>
      </p:sp>
      <p:pic>
        <p:nvPicPr>
          <p:cNvPr id="33" name="Picture 8" descr="Working with geographic data | ArcGIS Resource Center">
            <a:extLst>
              <a:ext uri="{FF2B5EF4-FFF2-40B4-BE49-F238E27FC236}">
                <a16:creationId xmlns:a16="http://schemas.microsoft.com/office/drawing/2014/main" id="{6FC7D899-60E6-15EC-8CE2-9323A895C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5328" y="4460096"/>
            <a:ext cx="980678" cy="652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AB31841-A31F-9E73-2B7C-4CFC356570F6}"/>
              </a:ext>
            </a:extLst>
          </p:cNvPr>
          <p:cNvSpPr/>
          <p:nvPr/>
        </p:nvSpPr>
        <p:spPr>
          <a:xfrm>
            <a:off x="8280169" y="4561201"/>
            <a:ext cx="1206201" cy="4499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Update AGOL feature layer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F55FE71-A342-B9D2-5C23-E3B101FF0B92}"/>
              </a:ext>
            </a:extLst>
          </p:cNvPr>
          <p:cNvCxnSpPr>
            <a:cxnSpLocks/>
          </p:cNvCxnSpPr>
          <p:nvPr/>
        </p:nvCxnSpPr>
        <p:spPr>
          <a:xfrm>
            <a:off x="2271078" y="3787646"/>
            <a:ext cx="5799496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FD37DDC-C44F-1BE3-BFF9-96C6993A7219}"/>
              </a:ext>
            </a:extLst>
          </p:cNvPr>
          <p:cNvSpPr txBox="1"/>
          <p:nvPr/>
        </p:nvSpPr>
        <p:spPr>
          <a:xfrm>
            <a:off x="2253849" y="3470626"/>
            <a:ext cx="9183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memory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42B33B-8B90-FB83-EC5D-7F542E788317}"/>
              </a:ext>
            </a:extLst>
          </p:cNvPr>
          <p:cNvSpPr txBox="1"/>
          <p:nvPr/>
        </p:nvSpPr>
        <p:spPr>
          <a:xfrm>
            <a:off x="2256949" y="3815447"/>
            <a:ext cx="636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disk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90728C-3F64-D36F-3838-057ACFEBCF07}"/>
              </a:ext>
            </a:extLst>
          </p:cNvPr>
          <p:cNvSpPr txBox="1"/>
          <p:nvPr/>
        </p:nvSpPr>
        <p:spPr>
          <a:xfrm>
            <a:off x="10690291" y="3393221"/>
            <a:ext cx="642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cloud</a:t>
            </a:r>
          </a:p>
        </p:txBody>
      </p:sp>
      <p:pic>
        <p:nvPicPr>
          <p:cNvPr id="1034" name="Picture 10" descr="Feature layers—ArcGIS Pro | Documentation">
            <a:extLst>
              <a:ext uri="{FF2B5EF4-FFF2-40B4-BE49-F238E27FC236}">
                <a16:creationId xmlns:a16="http://schemas.microsoft.com/office/drawing/2014/main" id="{CCD58905-9AC5-C6E5-34E1-9881C93FFB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72" t="52316" r="39850" b="12823"/>
          <a:stretch>
            <a:fillRect/>
          </a:stretch>
        </p:blipFill>
        <p:spPr bwMode="auto">
          <a:xfrm>
            <a:off x="10807780" y="4474918"/>
            <a:ext cx="653522" cy="622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AE03EE9-146D-16D5-DA90-9F13A9A90D91}"/>
              </a:ext>
            </a:extLst>
          </p:cNvPr>
          <p:cNvCxnSpPr>
            <a:cxnSpLocks/>
          </p:cNvCxnSpPr>
          <p:nvPr/>
        </p:nvCxnSpPr>
        <p:spPr>
          <a:xfrm flipV="1">
            <a:off x="3478216" y="1780896"/>
            <a:ext cx="457200" cy="1157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FE8A5CA-46A2-FBF0-12C7-09036E9AFDDF}"/>
              </a:ext>
            </a:extLst>
          </p:cNvPr>
          <p:cNvCxnSpPr>
            <a:cxnSpLocks/>
          </p:cNvCxnSpPr>
          <p:nvPr/>
        </p:nvCxnSpPr>
        <p:spPr>
          <a:xfrm>
            <a:off x="5002682" y="1786683"/>
            <a:ext cx="634319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93711DC-18E2-9702-B9EA-2A77954327FF}"/>
              </a:ext>
            </a:extLst>
          </p:cNvPr>
          <p:cNvCxnSpPr>
            <a:cxnSpLocks/>
          </p:cNvCxnSpPr>
          <p:nvPr/>
        </p:nvCxnSpPr>
        <p:spPr>
          <a:xfrm>
            <a:off x="6707646" y="2829089"/>
            <a:ext cx="418711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7F52DDF-0F30-67F6-854A-3E2FDB7E113E}"/>
              </a:ext>
            </a:extLst>
          </p:cNvPr>
          <p:cNvCxnSpPr>
            <a:cxnSpLocks/>
          </p:cNvCxnSpPr>
          <p:nvPr/>
        </p:nvCxnSpPr>
        <p:spPr>
          <a:xfrm>
            <a:off x="6135667" y="3642503"/>
            <a:ext cx="0" cy="75274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20A011C-F7E9-A119-423E-1C5A6D0722DB}"/>
              </a:ext>
            </a:extLst>
          </p:cNvPr>
          <p:cNvCxnSpPr>
            <a:cxnSpLocks/>
          </p:cNvCxnSpPr>
          <p:nvPr/>
        </p:nvCxnSpPr>
        <p:spPr>
          <a:xfrm>
            <a:off x="6598316" y="4786171"/>
            <a:ext cx="1566646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94DE4E9-6CF8-0936-304A-4F1442818791}"/>
              </a:ext>
            </a:extLst>
          </p:cNvPr>
          <p:cNvCxnSpPr/>
          <p:nvPr/>
        </p:nvCxnSpPr>
        <p:spPr>
          <a:xfrm>
            <a:off x="9659188" y="4786171"/>
            <a:ext cx="88392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9" name="Group 1058">
            <a:extLst>
              <a:ext uri="{FF2B5EF4-FFF2-40B4-BE49-F238E27FC236}">
                <a16:creationId xmlns:a16="http://schemas.microsoft.com/office/drawing/2014/main" id="{FE51ECCE-414D-DA07-B31F-FF269B2155A7}"/>
              </a:ext>
            </a:extLst>
          </p:cNvPr>
          <p:cNvGrpSpPr/>
          <p:nvPr/>
        </p:nvGrpSpPr>
        <p:grpSpPr>
          <a:xfrm>
            <a:off x="2863713" y="1406324"/>
            <a:ext cx="494880" cy="760719"/>
            <a:chOff x="2887803" y="2451719"/>
            <a:chExt cx="494880" cy="760719"/>
          </a:xfrm>
        </p:grpSpPr>
        <p:pic>
          <p:nvPicPr>
            <p:cNvPr id="27" name="Picture 2" descr="15,400+ Data Table Icon Stock Illustrations, Royalty-Free ...">
              <a:extLst>
                <a:ext uri="{FF2B5EF4-FFF2-40B4-BE49-F238E27FC236}">
                  <a16:creationId xmlns:a16="http://schemas.microsoft.com/office/drawing/2014/main" id="{C3C4F6BB-1301-53EF-1024-8325D356D5D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46" r="17101"/>
            <a:stretch>
              <a:fillRect/>
            </a:stretch>
          </p:blipFill>
          <p:spPr bwMode="auto">
            <a:xfrm>
              <a:off x="2887803" y="2457695"/>
              <a:ext cx="417445" cy="3592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" descr="15,400+ Data Table Icon Stock Illustrations, Royalty-Free ...">
              <a:extLst>
                <a:ext uri="{FF2B5EF4-FFF2-40B4-BE49-F238E27FC236}">
                  <a16:creationId xmlns:a16="http://schemas.microsoft.com/office/drawing/2014/main" id="{4B8D5033-1580-38C5-EA16-D709101FD8A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46" r="17101"/>
            <a:stretch>
              <a:fillRect/>
            </a:stretch>
          </p:blipFill>
          <p:spPr bwMode="auto">
            <a:xfrm>
              <a:off x="2887803" y="2853186"/>
              <a:ext cx="417445" cy="3592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" name="Right Bracket 40">
              <a:extLst>
                <a:ext uri="{FF2B5EF4-FFF2-40B4-BE49-F238E27FC236}">
                  <a16:creationId xmlns:a16="http://schemas.microsoft.com/office/drawing/2014/main" id="{F19D8B65-00E1-F9E8-3013-8DE54F0DFA06}"/>
                </a:ext>
              </a:extLst>
            </p:cNvPr>
            <p:cNvSpPr/>
            <p:nvPr/>
          </p:nvSpPr>
          <p:spPr>
            <a:xfrm>
              <a:off x="3336964" y="2451719"/>
              <a:ext cx="45719" cy="754741"/>
            </a:xfrm>
            <a:prstGeom prst="rightBracke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6" name="TextBox 1045">
            <a:extLst>
              <a:ext uri="{FF2B5EF4-FFF2-40B4-BE49-F238E27FC236}">
                <a16:creationId xmlns:a16="http://schemas.microsoft.com/office/drawing/2014/main" id="{73CC390A-CE94-B7F3-D87D-C6F08DF1AE32}"/>
              </a:ext>
            </a:extLst>
          </p:cNvPr>
          <p:cNvSpPr txBox="1"/>
          <p:nvPr/>
        </p:nvSpPr>
        <p:spPr>
          <a:xfrm>
            <a:off x="5121744" y="4758884"/>
            <a:ext cx="1176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FF8585"/>
                </a:solidFill>
              </a:rPr>
              <a:t>Version management?</a:t>
            </a:r>
            <a:endParaRPr lang="en-US" sz="1200" dirty="0">
              <a:solidFill>
                <a:srgbClr val="FF8585"/>
              </a:solidFill>
            </a:endParaRPr>
          </a:p>
        </p:txBody>
      </p:sp>
      <p:sp>
        <p:nvSpPr>
          <p:cNvPr id="1047" name="Rectangle: Rounded Corners 1046">
            <a:extLst>
              <a:ext uri="{FF2B5EF4-FFF2-40B4-BE49-F238E27FC236}">
                <a16:creationId xmlns:a16="http://schemas.microsoft.com/office/drawing/2014/main" id="{09263FF5-0710-615B-3F38-9D481361C456}"/>
              </a:ext>
            </a:extLst>
          </p:cNvPr>
          <p:cNvSpPr/>
          <p:nvPr/>
        </p:nvSpPr>
        <p:spPr>
          <a:xfrm>
            <a:off x="5593752" y="3246673"/>
            <a:ext cx="1083830" cy="3624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Write to </a:t>
            </a:r>
            <a:r>
              <a:rPr lang="en-US" sz="1200" dirty="0" err="1"/>
              <a:t>fgdb</a:t>
            </a:r>
            <a:endParaRPr lang="en-US" sz="1200" dirty="0"/>
          </a:p>
        </p:txBody>
      </p:sp>
      <p:sp>
        <p:nvSpPr>
          <p:cNvPr id="1049" name="Freeform: Shape 1048">
            <a:extLst>
              <a:ext uri="{FF2B5EF4-FFF2-40B4-BE49-F238E27FC236}">
                <a16:creationId xmlns:a16="http://schemas.microsoft.com/office/drawing/2014/main" id="{5A54A71B-25B1-E319-8369-80B2D967722A}"/>
              </a:ext>
            </a:extLst>
          </p:cNvPr>
          <p:cNvSpPr/>
          <p:nvPr/>
        </p:nvSpPr>
        <p:spPr>
          <a:xfrm>
            <a:off x="9382539" y="2176670"/>
            <a:ext cx="2007704" cy="4442791"/>
          </a:xfrm>
          <a:custGeom>
            <a:avLst/>
            <a:gdLst>
              <a:gd name="csX0" fmla="*/ 2007704 w 2007704"/>
              <a:gd name="csY0" fmla="*/ 0 h 4442791"/>
              <a:gd name="csX1" fmla="*/ 646044 w 2007704"/>
              <a:gd name="csY1" fmla="*/ 2454965 h 4442791"/>
              <a:gd name="csX2" fmla="*/ 0 w 2007704"/>
              <a:gd name="csY2" fmla="*/ 4442791 h 44427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007704" h="4442791">
                <a:moveTo>
                  <a:pt x="2007704" y="0"/>
                </a:moveTo>
                <a:cubicBezTo>
                  <a:pt x="1494182" y="857250"/>
                  <a:pt x="980661" y="1714500"/>
                  <a:pt x="646044" y="2454965"/>
                </a:cubicBezTo>
                <a:cubicBezTo>
                  <a:pt x="311427" y="3195430"/>
                  <a:pt x="155713" y="3819110"/>
                  <a:pt x="0" y="4442791"/>
                </a:cubicBezTo>
              </a:path>
            </a:pathLst>
          </a:cu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: Rounded Corners 1050">
            <a:extLst>
              <a:ext uri="{FF2B5EF4-FFF2-40B4-BE49-F238E27FC236}">
                <a16:creationId xmlns:a16="http://schemas.microsoft.com/office/drawing/2014/main" id="{8CD8E6BD-F0AA-25C9-7270-EA85DF6620AB}"/>
              </a:ext>
            </a:extLst>
          </p:cNvPr>
          <p:cNvSpPr/>
          <p:nvPr/>
        </p:nvSpPr>
        <p:spPr>
          <a:xfrm>
            <a:off x="5645328" y="2433255"/>
            <a:ext cx="980678" cy="6204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Construct spatial layers</a:t>
            </a:r>
          </a:p>
        </p:txBody>
      </p:sp>
      <p:cxnSp>
        <p:nvCxnSpPr>
          <p:cNvPr id="1057" name="Straight Arrow Connector 1056">
            <a:extLst>
              <a:ext uri="{FF2B5EF4-FFF2-40B4-BE49-F238E27FC236}">
                <a16:creationId xmlns:a16="http://schemas.microsoft.com/office/drawing/2014/main" id="{58043208-7013-1D94-EA83-D5AA2F023724}"/>
              </a:ext>
            </a:extLst>
          </p:cNvPr>
          <p:cNvCxnSpPr>
            <a:cxnSpLocks/>
          </p:cNvCxnSpPr>
          <p:nvPr/>
        </p:nvCxnSpPr>
        <p:spPr>
          <a:xfrm>
            <a:off x="6135667" y="2135636"/>
            <a:ext cx="0" cy="27432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8" name="Straight Arrow Connector 1057">
            <a:extLst>
              <a:ext uri="{FF2B5EF4-FFF2-40B4-BE49-F238E27FC236}">
                <a16:creationId xmlns:a16="http://schemas.microsoft.com/office/drawing/2014/main" id="{37457829-4F8A-D73E-2C60-0740FB3847C4}"/>
              </a:ext>
            </a:extLst>
          </p:cNvPr>
          <p:cNvCxnSpPr>
            <a:cxnSpLocks/>
          </p:cNvCxnSpPr>
          <p:nvPr/>
        </p:nvCxnSpPr>
        <p:spPr>
          <a:xfrm>
            <a:off x="6135667" y="3074629"/>
            <a:ext cx="0" cy="18288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1" name="Straight Arrow Connector 1060">
            <a:extLst>
              <a:ext uri="{FF2B5EF4-FFF2-40B4-BE49-F238E27FC236}">
                <a16:creationId xmlns:a16="http://schemas.microsoft.com/office/drawing/2014/main" id="{FFACBD74-2A6B-9E2D-7212-E2219C8D0975}"/>
              </a:ext>
            </a:extLst>
          </p:cNvPr>
          <p:cNvCxnSpPr>
            <a:cxnSpLocks/>
          </p:cNvCxnSpPr>
          <p:nvPr/>
        </p:nvCxnSpPr>
        <p:spPr>
          <a:xfrm flipV="1">
            <a:off x="3066461" y="2365243"/>
            <a:ext cx="0" cy="212589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3" name="Rectangle: Rounded Corners 1072">
            <a:extLst>
              <a:ext uri="{FF2B5EF4-FFF2-40B4-BE49-F238E27FC236}">
                <a16:creationId xmlns:a16="http://schemas.microsoft.com/office/drawing/2014/main" id="{8D8DAFAB-0DE8-F1BF-F5F2-B7ADD453129B}"/>
              </a:ext>
            </a:extLst>
          </p:cNvPr>
          <p:cNvSpPr/>
          <p:nvPr/>
        </p:nvSpPr>
        <p:spPr>
          <a:xfrm>
            <a:off x="2617239" y="2909504"/>
            <a:ext cx="961027" cy="4499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Read from Excel</a:t>
            </a:r>
          </a:p>
        </p:txBody>
      </p:sp>
      <p:cxnSp>
        <p:nvCxnSpPr>
          <p:cNvPr id="1077" name="Straight Connector 1076">
            <a:extLst>
              <a:ext uri="{FF2B5EF4-FFF2-40B4-BE49-F238E27FC236}">
                <a16:creationId xmlns:a16="http://schemas.microsoft.com/office/drawing/2014/main" id="{9179AD18-DF33-D30E-6D25-E8ACC1C55AE3}"/>
              </a:ext>
            </a:extLst>
          </p:cNvPr>
          <p:cNvCxnSpPr>
            <a:cxnSpLocks/>
          </p:cNvCxnSpPr>
          <p:nvPr/>
        </p:nvCxnSpPr>
        <p:spPr>
          <a:xfrm flipH="1">
            <a:off x="8759191" y="1682502"/>
            <a:ext cx="441059" cy="494168"/>
          </a:xfrm>
          <a:prstGeom prst="line">
            <a:avLst/>
          </a:prstGeom>
          <a:ln>
            <a:solidFill>
              <a:srgbClr val="F9DA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86" name="Group 1085">
            <a:extLst>
              <a:ext uri="{FF2B5EF4-FFF2-40B4-BE49-F238E27FC236}">
                <a16:creationId xmlns:a16="http://schemas.microsoft.com/office/drawing/2014/main" id="{B37B5E50-060A-FF64-23F0-D2112CA10FB8}"/>
              </a:ext>
            </a:extLst>
          </p:cNvPr>
          <p:cNvGrpSpPr/>
          <p:nvPr/>
        </p:nvGrpSpPr>
        <p:grpSpPr>
          <a:xfrm>
            <a:off x="6734503" y="851311"/>
            <a:ext cx="689914" cy="555013"/>
            <a:chOff x="9144000" y="394154"/>
            <a:chExt cx="689914" cy="555013"/>
          </a:xfrm>
        </p:grpSpPr>
        <p:sp>
          <p:nvSpPr>
            <p:cNvPr id="1080" name="Rectangle: Rounded Corners 1079">
              <a:extLst>
                <a:ext uri="{FF2B5EF4-FFF2-40B4-BE49-F238E27FC236}">
                  <a16:creationId xmlns:a16="http://schemas.microsoft.com/office/drawing/2014/main" id="{AE6E3845-BFA7-9555-8C78-88AFFDDBD450}"/>
                </a:ext>
              </a:extLst>
            </p:cNvPr>
            <p:cNvSpPr/>
            <p:nvPr/>
          </p:nvSpPr>
          <p:spPr>
            <a:xfrm>
              <a:off x="9144000" y="490230"/>
              <a:ext cx="598628" cy="38244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82" name="Straight Connector 1081">
              <a:extLst>
                <a:ext uri="{FF2B5EF4-FFF2-40B4-BE49-F238E27FC236}">
                  <a16:creationId xmlns:a16="http://schemas.microsoft.com/office/drawing/2014/main" id="{E1B4E432-05EE-D04B-2246-44CE98376AD4}"/>
                </a:ext>
              </a:extLst>
            </p:cNvPr>
            <p:cNvCxnSpPr/>
            <p:nvPr/>
          </p:nvCxnSpPr>
          <p:spPr>
            <a:xfrm>
              <a:off x="9144000" y="796189"/>
              <a:ext cx="59862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4ECFC7DB-9ADB-F691-1BAA-9888C6E4B8DD}"/>
                </a:ext>
              </a:extLst>
            </p:cNvPr>
            <p:cNvSpPr/>
            <p:nvPr/>
          </p:nvSpPr>
          <p:spPr>
            <a:xfrm>
              <a:off x="9373999" y="872677"/>
              <a:ext cx="166887" cy="76490"/>
            </a:xfrm>
            <a:custGeom>
              <a:avLst/>
              <a:gdLst>
                <a:gd name="csX0" fmla="*/ 34769 w 166887"/>
                <a:gd name="csY0" fmla="*/ 0 h 76490"/>
                <a:gd name="csX1" fmla="*/ 0 w 166887"/>
                <a:gd name="csY1" fmla="*/ 76490 h 76490"/>
                <a:gd name="csX2" fmla="*/ 166887 w 166887"/>
                <a:gd name="csY2" fmla="*/ 76490 h 76490"/>
                <a:gd name="csX3" fmla="*/ 125165 w 166887"/>
                <a:gd name="csY3" fmla="*/ 3477 h 76490"/>
                <a:gd name="csX4" fmla="*/ 34769 w 166887"/>
                <a:gd name="csY4" fmla="*/ 0 h 764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6887" h="76490">
                  <a:moveTo>
                    <a:pt x="34769" y="0"/>
                  </a:moveTo>
                  <a:lnTo>
                    <a:pt x="0" y="76490"/>
                  </a:lnTo>
                  <a:lnTo>
                    <a:pt x="166887" y="76490"/>
                  </a:lnTo>
                  <a:lnTo>
                    <a:pt x="125165" y="3477"/>
                  </a:lnTo>
                  <a:lnTo>
                    <a:pt x="34769" y="0"/>
                  </a:lnTo>
                  <a:close/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5" name="TextBox 1084">
              <a:extLst>
                <a:ext uri="{FF2B5EF4-FFF2-40B4-BE49-F238E27FC236}">
                  <a16:creationId xmlns:a16="http://schemas.microsoft.com/office/drawing/2014/main" id="{A77DF5E9-8DF3-3FAF-71B0-2E4D09837A43}"/>
                </a:ext>
              </a:extLst>
            </p:cNvPr>
            <p:cNvSpPr txBox="1"/>
            <p:nvPr/>
          </p:nvSpPr>
          <p:spPr>
            <a:xfrm>
              <a:off x="9203524" y="394154"/>
              <a:ext cx="6303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&gt;_</a:t>
              </a:r>
            </a:p>
          </p:txBody>
        </p:sp>
      </p:grp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A2FE1E5-7253-7777-BD4D-D4C853DC6ACD}"/>
              </a:ext>
            </a:extLst>
          </p:cNvPr>
          <p:cNvSpPr/>
          <p:nvPr/>
        </p:nvSpPr>
        <p:spPr>
          <a:xfrm>
            <a:off x="7384774" y="1470991"/>
            <a:ext cx="318052" cy="1013792"/>
          </a:xfrm>
          <a:custGeom>
            <a:avLst/>
            <a:gdLst>
              <a:gd name="csX0" fmla="*/ 318052 w 318052"/>
              <a:gd name="csY0" fmla="*/ 1013792 h 1013792"/>
              <a:gd name="csX1" fmla="*/ 0 w 318052"/>
              <a:gd name="csY1" fmla="*/ 0 h 1013792"/>
              <a:gd name="csX0" fmla="*/ 318052 w 318052"/>
              <a:gd name="csY0" fmla="*/ 1013792 h 1013792"/>
              <a:gd name="csX1" fmla="*/ 0 w 318052"/>
              <a:gd name="csY1" fmla="*/ 0 h 1013792"/>
              <a:gd name="csX0" fmla="*/ 318052 w 318052"/>
              <a:gd name="csY0" fmla="*/ 1013792 h 1013792"/>
              <a:gd name="csX1" fmla="*/ 0 w 318052"/>
              <a:gd name="csY1" fmla="*/ 0 h 10137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18052" h="1013792">
                <a:moveTo>
                  <a:pt x="318052" y="1013792"/>
                </a:moveTo>
                <a:cubicBezTo>
                  <a:pt x="301487" y="546652"/>
                  <a:pt x="245165" y="337931"/>
                  <a:pt x="0" y="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950F627-3BC0-55A8-BCB8-3BBACF451A25}"/>
              </a:ext>
            </a:extLst>
          </p:cNvPr>
          <p:cNvSpPr/>
          <p:nvPr/>
        </p:nvSpPr>
        <p:spPr>
          <a:xfrm>
            <a:off x="4830418" y="1133000"/>
            <a:ext cx="1789043" cy="357869"/>
          </a:xfrm>
          <a:custGeom>
            <a:avLst/>
            <a:gdLst>
              <a:gd name="csX0" fmla="*/ 0 w 1798983"/>
              <a:gd name="csY0" fmla="*/ 347869 h 347869"/>
              <a:gd name="csX1" fmla="*/ 1798983 w 1798983"/>
              <a:gd name="csY1" fmla="*/ 0 h 347869"/>
              <a:gd name="csX0" fmla="*/ 0 w 1798983"/>
              <a:gd name="csY0" fmla="*/ 347903 h 347903"/>
              <a:gd name="csX1" fmla="*/ 1798983 w 1798983"/>
              <a:gd name="csY1" fmla="*/ 34 h 347903"/>
              <a:gd name="csX0" fmla="*/ 0 w 1769165"/>
              <a:gd name="csY0" fmla="*/ 318091 h 318091"/>
              <a:gd name="csX1" fmla="*/ 1769165 w 1769165"/>
              <a:gd name="csY1" fmla="*/ 39 h 318091"/>
              <a:gd name="csX0" fmla="*/ 0 w 1769165"/>
              <a:gd name="csY0" fmla="*/ 318134 h 318134"/>
              <a:gd name="csX1" fmla="*/ 1769165 w 1769165"/>
              <a:gd name="csY1" fmla="*/ 82 h 318134"/>
              <a:gd name="csX0" fmla="*/ 0 w 1789043"/>
              <a:gd name="csY0" fmla="*/ 357869 h 357869"/>
              <a:gd name="csX1" fmla="*/ 1789043 w 1789043"/>
              <a:gd name="csY1" fmla="*/ 60 h 35786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89043" h="357869">
                <a:moveTo>
                  <a:pt x="0" y="357869"/>
                </a:moveTo>
                <a:cubicBezTo>
                  <a:pt x="609600" y="132583"/>
                  <a:pt x="1189382" y="-3253"/>
                  <a:pt x="1789043" y="60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D4D11C-0C04-8C77-5413-16554F35E126}"/>
              </a:ext>
            </a:extLst>
          </p:cNvPr>
          <p:cNvSpPr txBox="1"/>
          <p:nvPr/>
        </p:nvSpPr>
        <p:spPr>
          <a:xfrm>
            <a:off x="267888" y="1442909"/>
            <a:ext cx="14931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Spreadsheet tables (sheets)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FC8E19-2AB1-A32D-8E99-B083EF2DE67B}"/>
              </a:ext>
            </a:extLst>
          </p:cNvPr>
          <p:cNvSpPr txBox="1"/>
          <p:nvPr/>
        </p:nvSpPr>
        <p:spPr>
          <a:xfrm>
            <a:off x="290747" y="404205"/>
            <a:ext cx="71696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tool to update ArcGIS Online feature layer from Excel source data</a:t>
            </a:r>
          </a:p>
          <a:p>
            <a:r>
              <a:rPr lang="en-US" dirty="0"/>
              <a:t>Data flow &amp; components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A1BFAE-CFC3-F93E-8C78-ACA611B88DB8}"/>
              </a:ext>
            </a:extLst>
          </p:cNvPr>
          <p:cNvSpPr txBox="1"/>
          <p:nvPr/>
        </p:nvSpPr>
        <p:spPr>
          <a:xfrm>
            <a:off x="309631" y="82253"/>
            <a:ext cx="3044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Seagrass Restoration web service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1FF437FC-3978-9719-B11D-D6DB14DFDB4A}"/>
              </a:ext>
            </a:extLst>
          </p:cNvPr>
          <p:cNvSpPr/>
          <p:nvPr/>
        </p:nvSpPr>
        <p:spPr>
          <a:xfrm>
            <a:off x="3381196" y="1323700"/>
            <a:ext cx="5124886" cy="4289546"/>
          </a:xfrm>
          <a:custGeom>
            <a:avLst/>
            <a:gdLst>
              <a:gd name="csX0" fmla="*/ 7445691 w 8723810"/>
              <a:gd name="csY0" fmla="*/ 0 h 5291050"/>
              <a:gd name="csX1" fmla="*/ 8621348 w 8723810"/>
              <a:gd name="csY1" fmla="*/ 1785257 h 5291050"/>
              <a:gd name="csX2" fmla="*/ 5120502 w 8723810"/>
              <a:gd name="csY2" fmla="*/ 4850674 h 5291050"/>
              <a:gd name="csX3" fmla="*/ 487542 w 8723810"/>
              <a:gd name="csY3" fmla="*/ 5199017 h 5291050"/>
              <a:gd name="csX4" fmla="*/ 365622 w 8723810"/>
              <a:gd name="csY4" fmla="*/ 4145280 h 5291050"/>
              <a:gd name="csX0" fmla="*/ 7445691 w 8714031"/>
              <a:gd name="csY0" fmla="*/ 0 h 5291050"/>
              <a:gd name="csX1" fmla="*/ 8621348 w 8714031"/>
              <a:gd name="csY1" fmla="*/ 1785257 h 5291050"/>
              <a:gd name="csX2" fmla="*/ 5120502 w 8714031"/>
              <a:gd name="csY2" fmla="*/ 4850674 h 5291050"/>
              <a:gd name="csX3" fmla="*/ 487542 w 8714031"/>
              <a:gd name="csY3" fmla="*/ 5199017 h 5291050"/>
              <a:gd name="csX4" fmla="*/ 365622 w 8714031"/>
              <a:gd name="csY4" fmla="*/ 4145280 h 5291050"/>
              <a:gd name="csX0" fmla="*/ 7445691 w 8538784"/>
              <a:gd name="csY0" fmla="*/ 0 h 5273779"/>
              <a:gd name="csX1" fmla="*/ 8429759 w 8538784"/>
              <a:gd name="csY1" fmla="*/ 2168434 h 5273779"/>
              <a:gd name="csX2" fmla="*/ 5120502 w 8538784"/>
              <a:gd name="csY2" fmla="*/ 4850674 h 5273779"/>
              <a:gd name="csX3" fmla="*/ 487542 w 8538784"/>
              <a:gd name="csY3" fmla="*/ 5199017 h 5273779"/>
              <a:gd name="csX4" fmla="*/ 365622 w 8538784"/>
              <a:gd name="csY4" fmla="*/ 4145280 h 5273779"/>
              <a:gd name="csX0" fmla="*/ 7445691 w 8445659"/>
              <a:gd name="csY0" fmla="*/ 0 h 5278619"/>
              <a:gd name="csX1" fmla="*/ 8325256 w 8445659"/>
              <a:gd name="csY1" fmla="*/ 2055222 h 5278619"/>
              <a:gd name="csX2" fmla="*/ 5120502 w 8445659"/>
              <a:gd name="csY2" fmla="*/ 4850674 h 5278619"/>
              <a:gd name="csX3" fmla="*/ 487542 w 8445659"/>
              <a:gd name="csY3" fmla="*/ 5199017 h 5278619"/>
              <a:gd name="csX4" fmla="*/ 365622 w 8445659"/>
              <a:gd name="csY4" fmla="*/ 4145280 h 5278619"/>
              <a:gd name="csX0" fmla="*/ 7485224 w 8485192"/>
              <a:gd name="csY0" fmla="*/ 0 h 5278619"/>
              <a:gd name="csX1" fmla="*/ 8364789 w 8485192"/>
              <a:gd name="csY1" fmla="*/ 2055222 h 5278619"/>
              <a:gd name="csX2" fmla="*/ 5160035 w 8485192"/>
              <a:gd name="csY2" fmla="*/ 4850674 h 5278619"/>
              <a:gd name="csX3" fmla="*/ 527075 w 8485192"/>
              <a:gd name="csY3" fmla="*/ 5199017 h 5278619"/>
              <a:gd name="csX4" fmla="*/ 405155 w 8485192"/>
              <a:gd name="csY4" fmla="*/ 4145280 h 5278619"/>
              <a:gd name="csX0" fmla="*/ 7139009 w 8138977"/>
              <a:gd name="csY0" fmla="*/ 0 h 4985384"/>
              <a:gd name="csX1" fmla="*/ 8018574 w 8138977"/>
              <a:gd name="csY1" fmla="*/ 2055222 h 4985384"/>
              <a:gd name="csX2" fmla="*/ 4813820 w 8138977"/>
              <a:gd name="csY2" fmla="*/ 4850674 h 4985384"/>
              <a:gd name="csX3" fmla="*/ 2635826 w 8138977"/>
              <a:gd name="csY3" fmla="*/ 4503278 h 4985384"/>
              <a:gd name="csX4" fmla="*/ 58940 w 8138977"/>
              <a:gd name="csY4" fmla="*/ 4145280 h 4985384"/>
              <a:gd name="csX0" fmla="*/ 7129296 w 8129264"/>
              <a:gd name="csY0" fmla="*/ 0 h 4985384"/>
              <a:gd name="csX1" fmla="*/ 8008861 w 8129264"/>
              <a:gd name="csY1" fmla="*/ 2055222 h 4985384"/>
              <a:gd name="csX2" fmla="*/ 4804107 w 8129264"/>
              <a:gd name="csY2" fmla="*/ 4850674 h 4985384"/>
              <a:gd name="csX3" fmla="*/ 2626113 w 8129264"/>
              <a:gd name="csY3" fmla="*/ 4503278 h 4985384"/>
              <a:gd name="csX4" fmla="*/ 59167 w 8129264"/>
              <a:gd name="csY4" fmla="*/ 4204914 h 4985384"/>
              <a:gd name="csX0" fmla="*/ 5034961 w 6034929"/>
              <a:gd name="csY0" fmla="*/ 0 h 4985384"/>
              <a:gd name="csX1" fmla="*/ 5914526 w 6034929"/>
              <a:gd name="csY1" fmla="*/ 2055222 h 4985384"/>
              <a:gd name="csX2" fmla="*/ 2709772 w 6034929"/>
              <a:gd name="csY2" fmla="*/ 4850674 h 4985384"/>
              <a:gd name="csX3" fmla="*/ 531778 w 6034929"/>
              <a:gd name="csY3" fmla="*/ 4503278 h 4985384"/>
              <a:gd name="csX4" fmla="*/ 399919 w 6034929"/>
              <a:gd name="csY4" fmla="*/ 3886862 h 4985384"/>
              <a:gd name="csX0" fmla="*/ 4861401 w 5861369"/>
              <a:gd name="csY0" fmla="*/ 0 h 4985384"/>
              <a:gd name="csX1" fmla="*/ 5740966 w 5861369"/>
              <a:gd name="csY1" fmla="*/ 2055222 h 4985384"/>
              <a:gd name="csX2" fmla="*/ 2536212 w 5861369"/>
              <a:gd name="csY2" fmla="*/ 4850674 h 4985384"/>
              <a:gd name="csX3" fmla="*/ 358218 w 5861369"/>
              <a:gd name="csY3" fmla="*/ 4503278 h 4985384"/>
              <a:gd name="csX4" fmla="*/ 226359 w 5861369"/>
              <a:gd name="csY4" fmla="*/ 3886862 h 4985384"/>
              <a:gd name="csX0" fmla="*/ 4635042 w 5635010"/>
              <a:gd name="csY0" fmla="*/ 0 h 5067944"/>
              <a:gd name="csX1" fmla="*/ 5514607 w 5635010"/>
              <a:gd name="csY1" fmla="*/ 2055222 h 5067944"/>
              <a:gd name="csX2" fmla="*/ 2309853 w 5635010"/>
              <a:gd name="csY2" fmla="*/ 4850674 h 5067944"/>
              <a:gd name="csX3" fmla="*/ 837537 w 5635010"/>
              <a:gd name="csY3" fmla="*/ 4801452 h 5067944"/>
              <a:gd name="csX4" fmla="*/ 0 w 5635010"/>
              <a:gd name="csY4" fmla="*/ 3886862 h 5067944"/>
              <a:gd name="csX0" fmla="*/ 4635042 w 5633693"/>
              <a:gd name="csY0" fmla="*/ 0 h 4922764"/>
              <a:gd name="csX1" fmla="*/ 5514607 w 5633693"/>
              <a:gd name="csY1" fmla="*/ 2055222 h 4922764"/>
              <a:gd name="csX2" fmla="*/ 2329731 w 5633693"/>
              <a:gd name="csY2" fmla="*/ 4612134 h 4922764"/>
              <a:gd name="csX3" fmla="*/ 837537 w 5633693"/>
              <a:gd name="csY3" fmla="*/ 4801452 h 4922764"/>
              <a:gd name="csX4" fmla="*/ 0 w 5633693"/>
              <a:gd name="csY4" fmla="*/ 3886862 h 4922764"/>
              <a:gd name="csX0" fmla="*/ 4635042 w 5633693"/>
              <a:gd name="csY0" fmla="*/ 0 h 4898665"/>
              <a:gd name="csX1" fmla="*/ 5514607 w 5633693"/>
              <a:gd name="csY1" fmla="*/ 2055222 h 4898665"/>
              <a:gd name="csX2" fmla="*/ 2329731 w 5633693"/>
              <a:gd name="csY2" fmla="*/ 4612134 h 4898665"/>
              <a:gd name="csX3" fmla="*/ 837537 w 5633693"/>
              <a:gd name="csY3" fmla="*/ 4801452 h 4898665"/>
              <a:gd name="csX4" fmla="*/ 0 w 5633693"/>
              <a:gd name="csY4" fmla="*/ 3886862 h 4898665"/>
              <a:gd name="csX0" fmla="*/ 4635042 w 5633693"/>
              <a:gd name="csY0" fmla="*/ 0 h 4906893"/>
              <a:gd name="csX1" fmla="*/ 5514607 w 5633693"/>
              <a:gd name="csY1" fmla="*/ 2055222 h 4906893"/>
              <a:gd name="csX2" fmla="*/ 2329731 w 5633693"/>
              <a:gd name="csY2" fmla="*/ 4612134 h 4906893"/>
              <a:gd name="csX3" fmla="*/ 837537 w 5633693"/>
              <a:gd name="csY3" fmla="*/ 4801452 h 4906893"/>
              <a:gd name="csX4" fmla="*/ 0 w 5633693"/>
              <a:gd name="csY4" fmla="*/ 3886862 h 4906893"/>
              <a:gd name="csX0" fmla="*/ 4635042 w 5633693"/>
              <a:gd name="csY0" fmla="*/ 0 h 4906893"/>
              <a:gd name="csX1" fmla="*/ 5514607 w 5633693"/>
              <a:gd name="csY1" fmla="*/ 2055222 h 4906893"/>
              <a:gd name="csX2" fmla="*/ 2329731 w 5633693"/>
              <a:gd name="csY2" fmla="*/ 4612134 h 4906893"/>
              <a:gd name="csX3" fmla="*/ 837537 w 5633693"/>
              <a:gd name="csY3" fmla="*/ 4801452 h 4906893"/>
              <a:gd name="csX4" fmla="*/ 0 w 5633693"/>
              <a:gd name="csY4" fmla="*/ 3886862 h 4906893"/>
              <a:gd name="csX0" fmla="*/ 4505834 w 5504485"/>
              <a:gd name="csY0" fmla="*/ 0 h 4906893"/>
              <a:gd name="csX1" fmla="*/ 5385399 w 5504485"/>
              <a:gd name="csY1" fmla="*/ 2055222 h 4906893"/>
              <a:gd name="csX2" fmla="*/ 2200523 w 5504485"/>
              <a:gd name="csY2" fmla="*/ 4612134 h 4906893"/>
              <a:gd name="csX3" fmla="*/ 708329 w 5504485"/>
              <a:gd name="csY3" fmla="*/ 4801452 h 4906893"/>
              <a:gd name="csX4" fmla="*/ 0 w 5504485"/>
              <a:gd name="csY4" fmla="*/ 3896801 h 4906893"/>
              <a:gd name="csX0" fmla="*/ 4505834 w 5495964"/>
              <a:gd name="csY0" fmla="*/ 0 h 4847628"/>
              <a:gd name="csX1" fmla="*/ 5385399 w 5495964"/>
              <a:gd name="csY1" fmla="*/ 2055222 h 4847628"/>
              <a:gd name="csX2" fmla="*/ 2329732 w 5495964"/>
              <a:gd name="csY2" fmla="*/ 4373595 h 4847628"/>
              <a:gd name="csX3" fmla="*/ 708329 w 5495964"/>
              <a:gd name="csY3" fmla="*/ 4801452 h 4847628"/>
              <a:gd name="csX4" fmla="*/ 0 w 5495964"/>
              <a:gd name="csY4" fmla="*/ 3896801 h 4847628"/>
              <a:gd name="csX0" fmla="*/ 4505834 w 5495964"/>
              <a:gd name="csY0" fmla="*/ 0 h 4845343"/>
              <a:gd name="csX1" fmla="*/ 5385399 w 5495964"/>
              <a:gd name="csY1" fmla="*/ 2055222 h 4845343"/>
              <a:gd name="csX2" fmla="*/ 2329732 w 5495964"/>
              <a:gd name="csY2" fmla="*/ 4373595 h 4845343"/>
              <a:gd name="csX3" fmla="*/ 708329 w 5495964"/>
              <a:gd name="csY3" fmla="*/ 4801452 h 4845343"/>
              <a:gd name="csX4" fmla="*/ 0 w 5495964"/>
              <a:gd name="csY4" fmla="*/ 3896801 h 4845343"/>
              <a:gd name="csX0" fmla="*/ 4505834 w 5495964"/>
              <a:gd name="csY0" fmla="*/ 0 h 4576189"/>
              <a:gd name="csX1" fmla="*/ 5385399 w 5495964"/>
              <a:gd name="csY1" fmla="*/ 2055222 h 4576189"/>
              <a:gd name="csX2" fmla="*/ 2329732 w 5495964"/>
              <a:gd name="csY2" fmla="*/ 4373595 h 4576189"/>
              <a:gd name="csX3" fmla="*/ 1066137 w 5495964"/>
              <a:gd name="csY3" fmla="*/ 4364131 h 4576189"/>
              <a:gd name="csX4" fmla="*/ 0 w 5495964"/>
              <a:gd name="csY4" fmla="*/ 3896801 h 4576189"/>
              <a:gd name="csX0" fmla="*/ 4297112 w 5287242"/>
              <a:gd name="csY0" fmla="*/ 0 h 4576189"/>
              <a:gd name="csX1" fmla="*/ 5176677 w 5287242"/>
              <a:gd name="csY1" fmla="*/ 2055222 h 4576189"/>
              <a:gd name="csX2" fmla="*/ 2121010 w 5287242"/>
              <a:gd name="csY2" fmla="*/ 4373595 h 4576189"/>
              <a:gd name="csX3" fmla="*/ 857415 w 5287242"/>
              <a:gd name="csY3" fmla="*/ 4364131 h 4576189"/>
              <a:gd name="csX4" fmla="*/ 0 w 5287242"/>
              <a:gd name="csY4" fmla="*/ 3837166 h 4576189"/>
              <a:gd name="csX0" fmla="*/ 4297112 w 5287242"/>
              <a:gd name="csY0" fmla="*/ 0 h 4576189"/>
              <a:gd name="csX1" fmla="*/ 5176677 w 5287242"/>
              <a:gd name="csY1" fmla="*/ 2055222 h 4576189"/>
              <a:gd name="csX2" fmla="*/ 2121010 w 5287242"/>
              <a:gd name="csY2" fmla="*/ 4373595 h 4576189"/>
              <a:gd name="csX3" fmla="*/ 857415 w 5287242"/>
              <a:gd name="csY3" fmla="*/ 4364131 h 4576189"/>
              <a:gd name="csX4" fmla="*/ 0 w 5287242"/>
              <a:gd name="csY4" fmla="*/ 3837166 h 4576189"/>
              <a:gd name="csX0" fmla="*/ 4297112 w 5287242"/>
              <a:gd name="csY0" fmla="*/ 0 h 4444749"/>
              <a:gd name="csX1" fmla="*/ 5176677 w 5287242"/>
              <a:gd name="csY1" fmla="*/ 2055222 h 4444749"/>
              <a:gd name="csX2" fmla="*/ 2121010 w 5287242"/>
              <a:gd name="csY2" fmla="*/ 4373595 h 4444749"/>
              <a:gd name="csX3" fmla="*/ 0 w 5287242"/>
              <a:gd name="csY3" fmla="*/ 3837166 h 4444749"/>
              <a:gd name="csX0" fmla="*/ 4177843 w 5167973"/>
              <a:gd name="csY0" fmla="*/ 0 h 4439617"/>
              <a:gd name="csX1" fmla="*/ 5057408 w 5167973"/>
              <a:gd name="csY1" fmla="*/ 2055222 h 4439617"/>
              <a:gd name="csX2" fmla="*/ 2001741 w 5167973"/>
              <a:gd name="csY2" fmla="*/ 4373595 h 4439617"/>
              <a:gd name="csX3" fmla="*/ 0 w 5167973"/>
              <a:gd name="csY3" fmla="*/ 3797410 h 4439617"/>
              <a:gd name="csX0" fmla="*/ 4177843 w 5167973"/>
              <a:gd name="csY0" fmla="*/ 0 h 4448955"/>
              <a:gd name="csX1" fmla="*/ 5057408 w 5167973"/>
              <a:gd name="csY1" fmla="*/ 2055222 h 4448955"/>
              <a:gd name="csX2" fmla="*/ 2001741 w 5167973"/>
              <a:gd name="csY2" fmla="*/ 4373595 h 4448955"/>
              <a:gd name="csX3" fmla="*/ 0 w 5167973"/>
              <a:gd name="csY3" fmla="*/ 3797410 h 4448955"/>
              <a:gd name="csX0" fmla="*/ 4177843 w 5124886"/>
              <a:gd name="csY0" fmla="*/ 0 h 4289546"/>
              <a:gd name="csX1" fmla="*/ 5057408 w 5124886"/>
              <a:gd name="csY1" fmla="*/ 2055222 h 4289546"/>
              <a:gd name="csX2" fmla="*/ 2677602 w 5124886"/>
              <a:gd name="csY2" fmla="*/ 4194691 h 4289546"/>
              <a:gd name="csX3" fmla="*/ 0 w 5124886"/>
              <a:gd name="csY3" fmla="*/ 3797410 h 42895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124886" h="4289546">
                <a:moveTo>
                  <a:pt x="4177843" y="0"/>
                </a:moveTo>
                <a:cubicBezTo>
                  <a:pt x="4828809" y="679994"/>
                  <a:pt x="5307448" y="1356107"/>
                  <a:pt x="5057408" y="2055222"/>
                </a:cubicBezTo>
                <a:cubicBezTo>
                  <a:pt x="4807368" y="2754337"/>
                  <a:pt x="3520503" y="3904326"/>
                  <a:pt x="2677602" y="4194691"/>
                </a:cubicBezTo>
                <a:cubicBezTo>
                  <a:pt x="1834701" y="4485056"/>
                  <a:pt x="412060" y="4038375"/>
                  <a:pt x="0" y="3797410"/>
                </a:cubicBezTo>
              </a:path>
            </a:pathLst>
          </a:custGeom>
          <a:noFill/>
          <a:ln>
            <a:solidFill>
              <a:srgbClr val="FF8585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C620E7-FCCC-385C-D864-D6319DC5534B}"/>
              </a:ext>
            </a:extLst>
          </p:cNvPr>
          <p:cNvSpPr txBox="1"/>
          <p:nvPr/>
        </p:nvSpPr>
        <p:spPr>
          <a:xfrm>
            <a:off x="3578266" y="6184195"/>
            <a:ext cx="5262514" cy="507831"/>
          </a:xfrm>
          <a:prstGeom prst="rect">
            <a:avLst/>
          </a:prstGeom>
          <a:solidFill>
            <a:schemeClr val="accent6">
              <a:lumMod val="20000"/>
              <a:lumOff val="80000"/>
              <a:alpha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 dirty="0">
                <a:solidFill>
                  <a:schemeClr val="accent3"/>
                </a:solidFill>
              </a:rPr>
              <a:t>Is writing to </a:t>
            </a:r>
            <a:r>
              <a:rPr lang="en-US" sz="1100" dirty="0" err="1">
                <a:solidFill>
                  <a:schemeClr val="accent3"/>
                </a:solidFill>
              </a:rPr>
              <a:t>fgdb</a:t>
            </a:r>
            <a:r>
              <a:rPr lang="en-US" sz="1100" dirty="0">
                <a:solidFill>
                  <a:schemeClr val="accent3"/>
                </a:solidFill>
              </a:rPr>
              <a:t> on disk necessary? (network GIS restoration dataset; where?)</a:t>
            </a:r>
          </a:p>
          <a:p>
            <a:r>
              <a:rPr lang="en-US" sz="1100" dirty="0">
                <a:solidFill>
                  <a:schemeClr val="accent3"/>
                </a:solidFill>
              </a:rPr>
              <a:t>Can the API for Python update an AGOL feature layer from data in memory?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BCE863A-FA90-9105-9EEE-046D891B468E}"/>
              </a:ext>
            </a:extLst>
          </p:cNvPr>
          <p:cNvGrpSpPr/>
          <p:nvPr/>
        </p:nvGrpSpPr>
        <p:grpSpPr>
          <a:xfrm>
            <a:off x="9016457" y="1147505"/>
            <a:ext cx="2882523" cy="812588"/>
            <a:chOff x="4654738" y="1608614"/>
            <a:chExt cx="2882523" cy="81258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085F68B-1D93-B12F-51EC-EC789262C36A}"/>
                </a:ext>
              </a:extLst>
            </p:cNvPr>
            <p:cNvGrpSpPr/>
            <p:nvPr/>
          </p:nvGrpSpPr>
          <p:grpSpPr>
            <a:xfrm>
              <a:off x="4654738" y="1608614"/>
              <a:ext cx="660137" cy="535589"/>
              <a:chOff x="2078729" y="875768"/>
              <a:chExt cx="660137" cy="535589"/>
            </a:xfrm>
          </p:grpSpPr>
          <p:pic>
            <p:nvPicPr>
              <p:cNvPr id="52" name="Picture 2" descr="Change Icon for Python scripts in Toolbox - Esri Community">
                <a:extLst>
                  <a:ext uri="{FF2B5EF4-FFF2-40B4-BE49-F238E27FC236}">
                    <a16:creationId xmlns:a16="http://schemas.microsoft.com/office/drawing/2014/main" id="{0A74E7C0-C756-5F84-3DBE-D020D2C2E8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4870" b="83302"/>
              <a:stretch>
                <a:fillRect/>
              </a:stretch>
            </p:blipFill>
            <p:spPr bwMode="auto">
              <a:xfrm>
                <a:off x="2078729" y="888102"/>
                <a:ext cx="575019" cy="5232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6B8C0D54-B5FA-A430-5AE0-3DB9D781D80A}"/>
                  </a:ext>
                </a:extLst>
              </p:cNvPr>
              <p:cNvSpPr/>
              <p:nvPr/>
            </p:nvSpPr>
            <p:spPr>
              <a:xfrm>
                <a:off x="2464905" y="875768"/>
                <a:ext cx="273961" cy="2739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26E9827-7AB1-416B-037A-4675A175C9BC}"/>
                </a:ext>
              </a:extLst>
            </p:cNvPr>
            <p:cNvSpPr txBox="1"/>
            <p:nvPr/>
          </p:nvSpPr>
          <p:spPr>
            <a:xfrm>
              <a:off x="4980196" y="1611009"/>
              <a:ext cx="24450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SeagrassRestorationTools</a:t>
              </a:r>
              <a:endPara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36FBBDB-4B10-652F-810E-8C5ADCCFABCE}"/>
                </a:ext>
              </a:extLst>
            </p:cNvPr>
            <p:cNvSpPr txBox="1"/>
            <p:nvPr/>
          </p:nvSpPr>
          <p:spPr>
            <a:xfrm>
              <a:off x="5092235" y="1858699"/>
              <a:ext cx="24450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Update Planting Web Layers</a:t>
              </a:r>
            </a:p>
          </p:txBody>
        </p:sp>
        <p:pic>
          <p:nvPicPr>
            <p:cNvPr id="50" name="Picture 2" descr="Change Icon for Python scripts in Toolbox - Esri Community">
              <a:extLst>
                <a:ext uri="{FF2B5EF4-FFF2-40B4-BE49-F238E27FC236}">
                  <a16:creationId xmlns:a16="http://schemas.microsoft.com/office/drawing/2014/main" id="{F75EFFE0-0705-9803-FA3D-03516F25BAB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93" t="8422" r="86249" b="84774"/>
            <a:stretch>
              <a:fillRect/>
            </a:stretch>
          </p:blipFill>
          <p:spPr bwMode="auto">
            <a:xfrm>
              <a:off x="4923721" y="2171638"/>
              <a:ext cx="245441" cy="213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BE745E4-E698-AC25-C8E2-01CAD83024C0}"/>
                </a:ext>
              </a:extLst>
            </p:cNvPr>
            <p:cNvSpPr txBox="1"/>
            <p:nvPr/>
          </p:nvSpPr>
          <p:spPr>
            <a:xfrm>
              <a:off x="5092235" y="2144203"/>
              <a:ext cx="24450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Validate Planting Tables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34432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B28E45-ED1E-CB56-601A-EF7DC9908E4D}"/>
              </a:ext>
            </a:extLst>
          </p:cNvPr>
          <p:cNvSpPr txBox="1"/>
          <p:nvPr/>
        </p:nvSpPr>
        <p:spPr>
          <a:xfrm>
            <a:off x="4349888" y="5383634"/>
            <a:ext cx="8839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working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782131F-DCA4-5898-3D1A-16D8FB0A4636}"/>
              </a:ext>
            </a:extLst>
          </p:cNvPr>
          <p:cNvCxnSpPr>
            <a:cxnSpLocks/>
          </p:cNvCxnSpPr>
          <p:nvPr/>
        </p:nvCxnSpPr>
        <p:spPr>
          <a:xfrm flipV="1">
            <a:off x="5171477" y="4713797"/>
            <a:ext cx="687531" cy="55769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9690723-8DDB-3DF3-1445-351B9CA98573}"/>
              </a:ext>
            </a:extLst>
          </p:cNvPr>
          <p:cNvSpPr txBox="1"/>
          <p:nvPr/>
        </p:nvSpPr>
        <p:spPr>
          <a:xfrm>
            <a:off x="6242258" y="4425289"/>
            <a:ext cx="14582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snapshot_20240101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A683C7-611C-A050-74B1-D090D3305833}"/>
              </a:ext>
            </a:extLst>
          </p:cNvPr>
          <p:cNvSpPr txBox="1"/>
          <p:nvPr/>
        </p:nvSpPr>
        <p:spPr>
          <a:xfrm>
            <a:off x="6344052" y="5184369"/>
            <a:ext cx="14204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snapshot_20250301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E198A9-715F-E9D1-3D6F-3A943029725C}"/>
              </a:ext>
            </a:extLst>
          </p:cNvPr>
          <p:cNvSpPr txBox="1"/>
          <p:nvPr/>
        </p:nvSpPr>
        <p:spPr>
          <a:xfrm>
            <a:off x="6242258" y="5943449"/>
            <a:ext cx="14204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snapshot_20260501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BF27A2F-BB31-1D6D-6D9B-F59A4503452C}"/>
              </a:ext>
            </a:extLst>
          </p:cNvPr>
          <p:cNvCxnSpPr>
            <a:cxnSpLocks/>
          </p:cNvCxnSpPr>
          <p:nvPr/>
        </p:nvCxnSpPr>
        <p:spPr>
          <a:xfrm>
            <a:off x="5171250" y="5316013"/>
            <a:ext cx="750316" cy="834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E9E0714-F059-607E-21B9-F0AE28A94323}"/>
              </a:ext>
            </a:extLst>
          </p:cNvPr>
          <p:cNvCxnSpPr>
            <a:cxnSpLocks/>
          </p:cNvCxnSpPr>
          <p:nvPr/>
        </p:nvCxnSpPr>
        <p:spPr>
          <a:xfrm>
            <a:off x="5173421" y="5364385"/>
            <a:ext cx="685587" cy="55822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2">
            <a:extLst>
              <a:ext uri="{FF2B5EF4-FFF2-40B4-BE49-F238E27FC236}">
                <a16:creationId xmlns:a16="http://schemas.microsoft.com/office/drawing/2014/main" id="{C57731B0-2019-FE7F-4E80-2BCD971D7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854" y="5140441"/>
            <a:ext cx="320041" cy="298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B435E118-8638-569A-8894-8A850CDF8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9791" y="4415764"/>
            <a:ext cx="320041" cy="298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9FDE59DF-5CD3-AAE3-B66D-0C6A37467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3921" y="5166996"/>
            <a:ext cx="320041" cy="298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9C22D138-9535-5005-614E-4D7662F30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1053" y="5922609"/>
            <a:ext cx="320041" cy="298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0D925BF7-5225-6CCF-FA24-CA67B704E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421" y="1727393"/>
            <a:ext cx="320041" cy="298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1B093C4-DE48-47A6-C669-066B2879FF57}"/>
              </a:ext>
            </a:extLst>
          </p:cNvPr>
          <p:cNvSpPr txBox="1"/>
          <p:nvPr/>
        </p:nvSpPr>
        <p:spPr>
          <a:xfrm>
            <a:off x="2409018" y="2025426"/>
            <a:ext cx="7068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working</a:t>
            </a: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738611FC-B58D-DA64-652D-8D630BDD1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155" y="2343230"/>
            <a:ext cx="320041" cy="298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>
            <a:extLst>
              <a:ext uri="{FF2B5EF4-FFF2-40B4-BE49-F238E27FC236}">
                <a16:creationId xmlns:a16="http://schemas.microsoft.com/office/drawing/2014/main" id="{007AABF5-7FE7-FEE3-B96B-DC3FB8A12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3212" y="2807024"/>
            <a:ext cx="320041" cy="298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>
            <a:extLst>
              <a:ext uri="{FF2B5EF4-FFF2-40B4-BE49-F238E27FC236}">
                <a16:creationId xmlns:a16="http://schemas.microsoft.com/office/drawing/2014/main" id="{55D208A6-6311-FDAB-A2CF-177D99BB6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633" y="3130967"/>
            <a:ext cx="320041" cy="298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6667120-40F2-03A7-4C5F-A555366F62EF}"/>
              </a:ext>
            </a:extLst>
          </p:cNvPr>
          <p:cNvSpPr txBox="1"/>
          <p:nvPr/>
        </p:nvSpPr>
        <p:spPr>
          <a:xfrm>
            <a:off x="1861817" y="3411285"/>
            <a:ext cx="9945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archive2026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0BC110-2D45-B988-041F-8C7FAE11C9D0}"/>
              </a:ext>
            </a:extLst>
          </p:cNvPr>
          <p:cNvSpPr txBox="1"/>
          <p:nvPr/>
        </p:nvSpPr>
        <p:spPr>
          <a:xfrm>
            <a:off x="1146830" y="3043752"/>
            <a:ext cx="10128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archive2025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B62DB2-A46B-9A21-0921-7E0736E876F8}"/>
              </a:ext>
            </a:extLst>
          </p:cNvPr>
          <p:cNvSpPr txBox="1"/>
          <p:nvPr/>
        </p:nvSpPr>
        <p:spPr>
          <a:xfrm>
            <a:off x="436639" y="2616381"/>
            <a:ext cx="9830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archive2024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CE8C877-FF3C-8E56-3646-55826D969E66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7700540" y="4556094"/>
            <a:ext cx="1188029" cy="39520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85BE788-EEA5-5134-8A13-C6F9498DAA00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7764541" y="5283956"/>
            <a:ext cx="1124028" cy="3121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BD728DA-414B-0916-7407-4ADCA8565403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7662747" y="5564616"/>
            <a:ext cx="1315739" cy="50963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1D76B17-4171-3D24-AA0D-78DD5E20BC16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1279168" y="2156231"/>
            <a:ext cx="1129850" cy="34543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4BADBE6-685E-8FAD-4E2F-9EA07F4C4481}"/>
              </a:ext>
            </a:extLst>
          </p:cNvPr>
          <p:cNvCxnSpPr/>
          <p:nvPr/>
        </p:nvCxnSpPr>
        <p:spPr>
          <a:xfrm flipH="1">
            <a:off x="1916871" y="2287036"/>
            <a:ext cx="658146" cy="49382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0549410-DFA4-5C96-B96D-97EFB18C4E43}"/>
              </a:ext>
            </a:extLst>
          </p:cNvPr>
          <p:cNvCxnSpPr>
            <a:stCxn id="20" idx="2"/>
          </p:cNvCxnSpPr>
          <p:nvPr/>
        </p:nvCxnSpPr>
        <p:spPr>
          <a:xfrm flipH="1">
            <a:off x="2409018" y="2287036"/>
            <a:ext cx="353423" cy="75543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8793DCC-4AF1-5BB4-9CC5-2F327926F83D}"/>
              </a:ext>
            </a:extLst>
          </p:cNvPr>
          <p:cNvCxnSpPr/>
          <p:nvPr/>
        </p:nvCxnSpPr>
        <p:spPr>
          <a:xfrm>
            <a:off x="3183696" y="1858699"/>
            <a:ext cx="1304925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374A8E34-E66D-09E2-A7ED-8FA61A5A8587}"/>
              </a:ext>
            </a:extLst>
          </p:cNvPr>
          <p:cNvSpPr txBox="1"/>
          <p:nvPr/>
        </p:nvSpPr>
        <p:spPr>
          <a:xfrm>
            <a:off x="852235" y="374305"/>
            <a:ext cx="1043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Matrix  Workflow  --  Versioning / Archiving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1671243-3179-0F34-2E55-8FACBD5C2650}"/>
              </a:ext>
            </a:extLst>
          </p:cNvPr>
          <p:cNvGrpSpPr/>
          <p:nvPr/>
        </p:nvGrpSpPr>
        <p:grpSpPr>
          <a:xfrm>
            <a:off x="4575239" y="1399430"/>
            <a:ext cx="2882523" cy="812588"/>
            <a:chOff x="4654738" y="1608614"/>
            <a:chExt cx="2882523" cy="812588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979F110A-07A9-0E1F-62CC-C437CCA7BC2A}"/>
                </a:ext>
              </a:extLst>
            </p:cNvPr>
            <p:cNvGrpSpPr/>
            <p:nvPr/>
          </p:nvGrpSpPr>
          <p:grpSpPr>
            <a:xfrm>
              <a:off x="4654738" y="1608614"/>
              <a:ext cx="660137" cy="535589"/>
              <a:chOff x="2078729" y="875768"/>
              <a:chExt cx="660137" cy="535589"/>
            </a:xfrm>
          </p:grpSpPr>
          <p:pic>
            <p:nvPicPr>
              <p:cNvPr id="73" name="Picture 2" descr="Change Icon for Python scripts in Toolbox - Esri Community">
                <a:extLst>
                  <a:ext uri="{FF2B5EF4-FFF2-40B4-BE49-F238E27FC236}">
                    <a16:creationId xmlns:a16="http://schemas.microsoft.com/office/drawing/2014/main" id="{E35CDA01-C278-DEB6-4745-677F55D965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4870" b="83302"/>
              <a:stretch>
                <a:fillRect/>
              </a:stretch>
            </p:blipFill>
            <p:spPr bwMode="auto">
              <a:xfrm>
                <a:off x="2078729" y="888102"/>
                <a:ext cx="575019" cy="5232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4E35EC16-7517-4A3D-381A-8DF82F2D9658}"/>
                  </a:ext>
                </a:extLst>
              </p:cNvPr>
              <p:cNvSpPr/>
              <p:nvPr/>
            </p:nvSpPr>
            <p:spPr>
              <a:xfrm>
                <a:off x="2464905" y="875768"/>
                <a:ext cx="273961" cy="2739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EFB6E9B-42FF-6426-F81B-DF8942B2DC30}"/>
                </a:ext>
              </a:extLst>
            </p:cNvPr>
            <p:cNvSpPr txBox="1"/>
            <p:nvPr/>
          </p:nvSpPr>
          <p:spPr>
            <a:xfrm>
              <a:off x="4980196" y="1611009"/>
              <a:ext cx="24450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SeagrassRestorationTools</a:t>
              </a:r>
              <a:endPara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F6C6A0E-AF71-57C4-3E72-12BEA4FEF3EC}"/>
                </a:ext>
              </a:extLst>
            </p:cNvPr>
            <p:cNvSpPr txBox="1"/>
            <p:nvPr/>
          </p:nvSpPr>
          <p:spPr>
            <a:xfrm>
              <a:off x="5092235" y="1858699"/>
              <a:ext cx="24450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Update Planting Web Layers</a:t>
              </a:r>
            </a:p>
          </p:txBody>
        </p:sp>
        <p:pic>
          <p:nvPicPr>
            <p:cNvPr id="71" name="Picture 2" descr="Change Icon for Python scripts in Toolbox - Esri Community">
              <a:extLst>
                <a:ext uri="{FF2B5EF4-FFF2-40B4-BE49-F238E27FC236}">
                  <a16:creationId xmlns:a16="http://schemas.microsoft.com/office/drawing/2014/main" id="{D4F3DF61-A7E9-8C90-FCCA-35C1D50B95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93" t="8422" r="86249" b="84774"/>
            <a:stretch>
              <a:fillRect/>
            </a:stretch>
          </p:blipFill>
          <p:spPr bwMode="auto">
            <a:xfrm>
              <a:off x="4923721" y="2171638"/>
              <a:ext cx="245441" cy="213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8C5773E-1E14-E696-42E8-15ABAEF3FCB7}"/>
                </a:ext>
              </a:extLst>
            </p:cNvPr>
            <p:cNvSpPr txBox="1"/>
            <p:nvPr/>
          </p:nvSpPr>
          <p:spPr>
            <a:xfrm>
              <a:off x="5092235" y="2144203"/>
              <a:ext cx="24450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Validate Planting Tables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A83AC06-8FF4-6577-6FEA-7C1FA193D614}"/>
              </a:ext>
            </a:extLst>
          </p:cNvPr>
          <p:cNvGrpSpPr/>
          <p:nvPr/>
        </p:nvGrpSpPr>
        <p:grpSpPr>
          <a:xfrm>
            <a:off x="8978486" y="4734147"/>
            <a:ext cx="2882523" cy="812588"/>
            <a:chOff x="4654738" y="1608614"/>
            <a:chExt cx="2882523" cy="812588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7DCFC281-01F7-3F85-8BF4-875F7DE53D58}"/>
                </a:ext>
              </a:extLst>
            </p:cNvPr>
            <p:cNvGrpSpPr/>
            <p:nvPr/>
          </p:nvGrpSpPr>
          <p:grpSpPr>
            <a:xfrm>
              <a:off x="4654738" y="1608614"/>
              <a:ext cx="660137" cy="535589"/>
              <a:chOff x="2078729" y="875768"/>
              <a:chExt cx="660137" cy="535589"/>
            </a:xfrm>
          </p:grpSpPr>
          <p:pic>
            <p:nvPicPr>
              <p:cNvPr id="81" name="Picture 2" descr="Change Icon for Python scripts in Toolbox - Esri Community">
                <a:extLst>
                  <a:ext uri="{FF2B5EF4-FFF2-40B4-BE49-F238E27FC236}">
                    <a16:creationId xmlns:a16="http://schemas.microsoft.com/office/drawing/2014/main" id="{475ED051-652A-A87C-D6EA-71FEF85ED3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4870" b="83302"/>
              <a:stretch>
                <a:fillRect/>
              </a:stretch>
            </p:blipFill>
            <p:spPr bwMode="auto">
              <a:xfrm>
                <a:off x="2078729" y="888102"/>
                <a:ext cx="575019" cy="5232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7B1C1560-13BF-6AB0-8FB3-E3C5E9AF747A}"/>
                  </a:ext>
                </a:extLst>
              </p:cNvPr>
              <p:cNvSpPr/>
              <p:nvPr/>
            </p:nvSpPr>
            <p:spPr>
              <a:xfrm>
                <a:off x="2464905" y="875768"/>
                <a:ext cx="273961" cy="2739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A642EEE-3C26-75DE-97B8-ABF257751D07}"/>
                </a:ext>
              </a:extLst>
            </p:cNvPr>
            <p:cNvSpPr txBox="1"/>
            <p:nvPr/>
          </p:nvSpPr>
          <p:spPr>
            <a:xfrm>
              <a:off x="4980196" y="1611009"/>
              <a:ext cx="24450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SeagrassRestorationTools</a:t>
              </a:r>
              <a:endPara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1DBB29A-C9C9-C5D1-DDF0-D3FFA7137D83}"/>
                </a:ext>
              </a:extLst>
            </p:cNvPr>
            <p:cNvSpPr txBox="1"/>
            <p:nvPr/>
          </p:nvSpPr>
          <p:spPr>
            <a:xfrm>
              <a:off x="5092235" y="1858699"/>
              <a:ext cx="24450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Update Planting Web Layers</a:t>
              </a:r>
            </a:p>
          </p:txBody>
        </p:sp>
        <p:pic>
          <p:nvPicPr>
            <p:cNvPr id="79" name="Picture 2" descr="Change Icon for Python scripts in Toolbox - Esri Community">
              <a:extLst>
                <a:ext uri="{FF2B5EF4-FFF2-40B4-BE49-F238E27FC236}">
                  <a16:creationId xmlns:a16="http://schemas.microsoft.com/office/drawing/2014/main" id="{5CD434B4-DB80-56FD-F9E0-7ACA73E397D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93" t="8422" r="86249" b="84774"/>
            <a:stretch>
              <a:fillRect/>
            </a:stretch>
          </p:blipFill>
          <p:spPr bwMode="auto">
            <a:xfrm>
              <a:off x="4923721" y="2171638"/>
              <a:ext cx="245441" cy="213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94D34EB-8D61-85CA-4EA8-B8BD42444D3F}"/>
                </a:ext>
              </a:extLst>
            </p:cNvPr>
            <p:cNvSpPr txBox="1"/>
            <p:nvPr/>
          </p:nvSpPr>
          <p:spPr>
            <a:xfrm>
              <a:off x="5092235" y="2144203"/>
              <a:ext cx="24450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Validate Planting Tables</a:t>
              </a:r>
            </a:p>
          </p:txBody>
        </p:sp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14861F05-BD9D-C9DF-5327-F0F9CF960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9754" y="2508991"/>
            <a:ext cx="320041" cy="298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30967CA-7E16-8A49-6F5C-F64BFD581A03}"/>
              </a:ext>
            </a:extLst>
          </p:cNvPr>
          <p:cNvGrpSpPr/>
          <p:nvPr/>
        </p:nvGrpSpPr>
        <p:grpSpPr>
          <a:xfrm>
            <a:off x="9573502" y="1944405"/>
            <a:ext cx="2882523" cy="812588"/>
            <a:chOff x="4654738" y="1608614"/>
            <a:chExt cx="2882523" cy="81258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D698CCE-6AF6-AE28-21CF-CC94C2A98148}"/>
                </a:ext>
              </a:extLst>
            </p:cNvPr>
            <p:cNvGrpSpPr/>
            <p:nvPr/>
          </p:nvGrpSpPr>
          <p:grpSpPr>
            <a:xfrm>
              <a:off x="4654738" y="1608614"/>
              <a:ext cx="660137" cy="535589"/>
              <a:chOff x="2078729" y="875768"/>
              <a:chExt cx="660137" cy="535589"/>
            </a:xfrm>
          </p:grpSpPr>
          <p:pic>
            <p:nvPicPr>
              <p:cNvPr id="28" name="Picture 2" descr="Change Icon for Python scripts in Toolbox - Esri Community">
                <a:extLst>
                  <a:ext uri="{FF2B5EF4-FFF2-40B4-BE49-F238E27FC236}">
                    <a16:creationId xmlns:a16="http://schemas.microsoft.com/office/drawing/2014/main" id="{66295238-4088-779A-5218-8D078AB3B2C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4870" b="83302"/>
              <a:stretch>
                <a:fillRect/>
              </a:stretch>
            </p:blipFill>
            <p:spPr bwMode="auto">
              <a:xfrm>
                <a:off x="2078729" y="888102"/>
                <a:ext cx="575019" cy="5232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E4BF05E-8BE9-9AA5-5A5D-47F438E0AD52}"/>
                  </a:ext>
                </a:extLst>
              </p:cNvPr>
              <p:cNvSpPr/>
              <p:nvPr/>
            </p:nvSpPr>
            <p:spPr>
              <a:xfrm>
                <a:off x="2464905" y="875768"/>
                <a:ext cx="273961" cy="2739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8CB4609-941D-7D78-511E-7E246B3A61E7}"/>
                </a:ext>
              </a:extLst>
            </p:cNvPr>
            <p:cNvSpPr txBox="1"/>
            <p:nvPr/>
          </p:nvSpPr>
          <p:spPr>
            <a:xfrm>
              <a:off x="4980196" y="1611009"/>
              <a:ext cx="24450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SeagrassRestorationTools</a:t>
              </a:r>
              <a:endPara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A464A6-DF16-CE1B-6980-4114A9A42690}"/>
                </a:ext>
              </a:extLst>
            </p:cNvPr>
            <p:cNvSpPr txBox="1"/>
            <p:nvPr/>
          </p:nvSpPr>
          <p:spPr>
            <a:xfrm>
              <a:off x="5092235" y="1858699"/>
              <a:ext cx="24450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Update Planting Web Layers</a:t>
              </a:r>
            </a:p>
          </p:txBody>
        </p:sp>
        <p:pic>
          <p:nvPicPr>
            <p:cNvPr id="18" name="Picture 2" descr="Change Icon for Python scripts in Toolbox - Esri Community">
              <a:extLst>
                <a:ext uri="{FF2B5EF4-FFF2-40B4-BE49-F238E27FC236}">
                  <a16:creationId xmlns:a16="http://schemas.microsoft.com/office/drawing/2014/main" id="{6296BD64-68EE-5BDA-A0BB-A65FA95CF10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93" t="8422" r="86249" b="84774"/>
            <a:stretch>
              <a:fillRect/>
            </a:stretch>
          </p:blipFill>
          <p:spPr bwMode="auto">
            <a:xfrm>
              <a:off x="4923721" y="2171638"/>
              <a:ext cx="245441" cy="213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BCD81B4-ADE7-3191-3B5C-A4690F25C7FA}"/>
                </a:ext>
              </a:extLst>
            </p:cNvPr>
            <p:cNvSpPr txBox="1"/>
            <p:nvPr/>
          </p:nvSpPr>
          <p:spPr>
            <a:xfrm>
              <a:off x="5092235" y="2144203"/>
              <a:ext cx="24450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Validate Planting Tables</a:t>
              </a:r>
            </a:p>
          </p:txBody>
        </p: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18E45EB-EEB6-10DB-1124-E92F83ECFC25}"/>
              </a:ext>
            </a:extLst>
          </p:cNvPr>
          <p:cNvCxnSpPr>
            <a:cxnSpLocks/>
          </p:cNvCxnSpPr>
          <p:nvPr/>
        </p:nvCxnSpPr>
        <p:spPr>
          <a:xfrm flipV="1">
            <a:off x="8903118" y="2352668"/>
            <a:ext cx="751943" cy="28859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1987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A574CD9-14D8-21FA-7334-02ACEBF072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303951"/>
              </p:ext>
            </p:extLst>
          </p:nvPr>
        </p:nvGraphicFramePr>
        <p:xfrm>
          <a:off x="7789827" y="158491"/>
          <a:ext cx="3565871" cy="65410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74264">
                  <a:extLst>
                    <a:ext uri="{9D8B030D-6E8A-4147-A177-3AD203B41FA5}">
                      <a16:colId xmlns:a16="http://schemas.microsoft.com/office/drawing/2014/main" val="3897256377"/>
                    </a:ext>
                  </a:extLst>
                </a:gridCol>
                <a:gridCol w="1891607">
                  <a:extLst>
                    <a:ext uri="{9D8B030D-6E8A-4147-A177-3AD203B41FA5}">
                      <a16:colId xmlns:a16="http://schemas.microsoft.com/office/drawing/2014/main" val="2108363403"/>
                    </a:ext>
                  </a:extLst>
                </a:gridCol>
              </a:tblGrid>
              <a:tr h="224437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kern="0" dirty="0" err="1">
                          <a:solidFill>
                            <a:schemeClr val="tx1"/>
                          </a:solidFill>
                          <a:effectLst/>
                        </a:rPr>
                        <a:t>planting_GPS_points</a:t>
                      </a:r>
                      <a:endParaRPr lang="en-US" sz="11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ctr"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748067"/>
                  </a:ext>
                </a:extLst>
              </a:tr>
              <a:tr h="1717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 dirty="0">
                          <a:solidFill>
                            <a:schemeClr val="tx1"/>
                          </a:solidFill>
                          <a:effectLst/>
                        </a:rPr>
                        <a:t>Original</a:t>
                      </a:r>
                      <a:endParaRPr lang="en-US" sz="105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b="1" kern="0" dirty="0">
                          <a:solidFill>
                            <a:schemeClr val="tx1"/>
                          </a:solidFill>
                          <a:effectLst/>
                        </a:rPr>
                        <a:t>Revised</a:t>
                      </a:r>
                      <a:endParaRPr lang="en-US" sz="1050" b="1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756337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SITE LOCATION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 err="1">
                          <a:solidFill>
                            <a:schemeClr val="tx1"/>
                          </a:solidFill>
                          <a:effectLst/>
                        </a:rPr>
                        <a:t>site_location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735351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>
                          <a:solidFill>
                            <a:schemeClr val="tx1"/>
                          </a:solidFill>
                          <a:effectLst/>
                        </a:rPr>
                        <a:t>SITE NAME</a:t>
                      </a:r>
                      <a:endParaRPr lang="en-US" sz="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>
                          <a:solidFill>
                            <a:schemeClr val="tx1"/>
                          </a:solidFill>
                          <a:effectLst/>
                        </a:rPr>
                        <a:t>site_name</a:t>
                      </a:r>
                      <a:endParaRPr lang="en-US" sz="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106854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>
                          <a:solidFill>
                            <a:schemeClr val="tx1"/>
                          </a:solidFill>
                          <a:effectLst/>
                        </a:rPr>
                        <a:t>planting_location_code</a:t>
                      </a:r>
                      <a:endParaRPr lang="en-US" sz="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>
                          <a:solidFill>
                            <a:schemeClr val="tx1"/>
                          </a:solidFill>
                          <a:effectLst/>
                        </a:rPr>
                        <a:t>planting_location_code</a:t>
                      </a:r>
                      <a:endParaRPr lang="en-US" sz="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9956710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 err="1">
                          <a:solidFill>
                            <a:schemeClr val="tx1"/>
                          </a:solidFill>
                          <a:effectLst/>
                        </a:rPr>
                        <a:t>planting_relationships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>
                          <a:solidFill>
                            <a:schemeClr val="tx1"/>
                          </a:solidFill>
                          <a:effectLst/>
                        </a:rPr>
                        <a:t>planting_relationships</a:t>
                      </a:r>
                      <a:endParaRPr lang="en-US" sz="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353114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  <a:endParaRPr lang="en-US" sz="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5177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HISTORICAL PRESENCE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DA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 err="1">
                          <a:solidFill>
                            <a:schemeClr val="tx1"/>
                          </a:solidFill>
                          <a:effectLst/>
                        </a:rPr>
                        <a:t>historical_presence_source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DA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359330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DATA TYPE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solidFill>
                      <a:srgbClr val="F9DA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 err="1">
                          <a:solidFill>
                            <a:schemeClr val="tx1"/>
                          </a:solidFill>
                          <a:effectLst/>
                        </a:rPr>
                        <a:t>planting_geometry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solidFill>
                      <a:srgbClr val="F9DA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893155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>
                          <a:solidFill>
                            <a:schemeClr val="tx1"/>
                          </a:solidFill>
                          <a:effectLst/>
                        </a:rPr>
                        <a:t>WATER BODY</a:t>
                      </a:r>
                      <a:endParaRPr lang="en-US" sz="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>
                          <a:solidFill>
                            <a:schemeClr val="tx1"/>
                          </a:solidFill>
                          <a:effectLst/>
                        </a:rPr>
                        <a:t>water_body</a:t>
                      </a:r>
                      <a:endParaRPr lang="en-US" sz="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549142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>
                          <a:solidFill>
                            <a:schemeClr val="tx1"/>
                          </a:solidFill>
                          <a:effectLst/>
                        </a:rPr>
                        <a:t>SVMP REGION</a:t>
                      </a:r>
                      <a:endParaRPr lang="en-US" sz="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>
                          <a:solidFill>
                            <a:schemeClr val="tx1"/>
                          </a:solidFill>
                          <a:effectLst/>
                        </a:rPr>
                        <a:t>svmp_region</a:t>
                      </a:r>
                      <a:endParaRPr lang="en-US" sz="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646475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PROJECT NAME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>
                          <a:solidFill>
                            <a:schemeClr val="tx1"/>
                          </a:solidFill>
                          <a:effectLst/>
                        </a:rPr>
                        <a:t>project_name</a:t>
                      </a:r>
                      <a:endParaRPr lang="en-US" sz="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688641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>
                          <a:solidFill>
                            <a:schemeClr val="tx1"/>
                          </a:solidFill>
                          <a:effectLst/>
                        </a:rPr>
                        <a:t>FUNDING SOURCE</a:t>
                      </a:r>
                      <a:endParaRPr lang="en-US" sz="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>
                          <a:solidFill>
                            <a:schemeClr val="tx1"/>
                          </a:solidFill>
                          <a:effectLst/>
                        </a:rPr>
                        <a:t>funding_source</a:t>
                      </a:r>
                      <a:endParaRPr lang="en-US" sz="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395085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>
                          <a:solidFill>
                            <a:schemeClr val="tx1"/>
                          </a:solidFill>
                          <a:effectLst/>
                        </a:rPr>
                        <a:t>FUNDING SOURCE PROGRAM</a:t>
                      </a:r>
                      <a:endParaRPr lang="en-US" sz="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>
                          <a:solidFill>
                            <a:schemeClr val="tx1"/>
                          </a:solidFill>
                          <a:effectLst/>
                        </a:rPr>
                        <a:t>funding_source_program</a:t>
                      </a:r>
                      <a:endParaRPr lang="en-US" sz="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583274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CONTRACT 1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solidFill>
                      <a:srgbClr val="F9DA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>
                          <a:solidFill>
                            <a:schemeClr val="tx1"/>
                          </a:solidFill>
                          <a:effectLst/>
                        </a:rPr>
                        <a:t>sponsor_contract_number</a:t>
                      </a:r>
                      <a:endParaRPr lang="en-US" sz="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solidFill>
                      <a:srgbClr val="F9DA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455987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CONTRACT 1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solidFill>
                      <a:srgbClr val="F9DA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 err="1">
                          <a:solidFill>
                            <a:schemeClr val="tx1"/>
                          </a:solidFill>
                          <a:effectLst/>
                        </a:rPr>
                        <a:t>sponsor_contract_dnr_number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solidFill>
                      <a:srgbClr val="F9DA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95215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CONTRACT 2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A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contractor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A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249183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CONTRACT 2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DA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 err="1">
                          <a:solidFill>
                            <a:schemeClr val="tx1"/>
                          </a:solidFill>
                          <a:effectLst/>
                        </a:rPr>
                        <a:t>contract_dnr_number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DA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604360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>
                          <a:solidFill>
                            <a:schemeClr val="tx1"/>
                          </a:solidFill>
                          <a:effectLst/>
                        </a:rPr>
                        <a:t>CITATION</a:t>
                      </a:r>
                      <a:endParaRPr lang="en-US" sz="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citation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83629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ACTIVITY TYPE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>
                          <a:solidFill>
                            <a:schemeClr val="tx1"/>
                          </a:solidFill>
                          <a:effectLst/>
                        </a:rPr>
                        <a:t>activity_type</a:t>
                      </a:r>
                      <a:endParaRPr lang="en-US" sz="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125715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ACTIVITY FILTER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>
                          <a:solidFill>
                            <a:schemeClr val="tx1"/>
                          </a:solidFill>
                          <a:effectLst/>
                        </a:rPr>
                        <a:t>activity_filter</a:t>
                      </a:r>
                      <a:endParaRPr lang="en-US" sz="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624473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PLANTING DATE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>
                          <a:solidFill>
                            <a:schemeClr val="tx1"/>
                          </a:solidFill>
                          <a:effectLst/>
                        </a:rPr>
                        <a:t>planting_date</a:t>
                      </a:r>
                      <a:endParaRPr lang="en-US" sz="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694584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LATITUDE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>
                          <a:solidFill>
                            <a:schemeClr val="tx1"/>
                          </a:solidFill>
                          <a:effectLst/>
                        </a:rPr>
                        <a:t>latitude</a:t>
                      </a:r>
                      <a:endParaRPr lang="en-US" sz="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377806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LONGITUDE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>
                          <a:solidFill>
                            <a:schemeClr val="tx1"/>
                          </a:solidFill>
                          <a:effectLst/>
                        </a:rPr>
                        <a:t>longitude</a:t>
                      </a:r>
                      <a:endParaRPr lang="en-US" sz="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6406831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 err="1">
                          <a:solidFill>
                            <a:schemeClr val="tx1"/>
                          </a:solidFill>
                          <a:effectLst/>
                        </a:rPr>
                        <a:t>data_type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solidFill>
                      <a:srgbClr val="F9DA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 err="1">
                          <a:solidFill>
                            <a:schemeClr val="tx1"/>
                          </a:solidFill>
                          <a:effectLst/>
                        </a:rPr>
                        <a:t>planting_geometry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solidFill>
                      <a:srgbClr val="F9DA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663710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 err="1">
                          <a:solidFill>
                            <a:schemeClr val="tx1"/>
                          </a:solidFill>
                          <a:effectLst/>
                        </a:rPr>
                        <a:t>retain_drop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 err="1">
                          <a:solidFill>
                            <a:schemeClr val="tx1"/>
                          </a:solidFill>
                          <a:effectLst/>
                        </a:rPr>
                        <a:t>retain_drop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048119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DATUM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>
                          <a:solidFill>
                            <a:schemeClr val="tx1"/>
                          </a:solidFill>
                          <a:effectLst/>
                        </a:rPr>
                        <a:t>datum</a:t>
                      </a:r>
                      <a:endParaRPr lang="en-US" sz="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38022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ELEVATION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DA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 err="1">
                          <a:solidFill>
                            <a:schemeClr val="tx1"/>
                          </a:solidFill>
                          <a:effectLst/>
                        </a:rPr>
                        <a:t>elevation_m_mllw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DA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370689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PLANTING METHOD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>
                          <a:solidFill>
                            <a:schemeClr val="tx1"/>
                          </a:solidFill>
                          <a:effectLst/>
                        </a:rPr>
                        <a:t>planting_method</a:t>
                      </a:r>
                      <a:endParaRPr lang="en-US" sz="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679884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PARALLEL SIDE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solidFill>
                      <a:srgbClr val="F9DA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 err="1">
                          <a:solidFill>
                            <a:schemeClr val="tx1"/>
                          </a:solidFill>
                          <a:effectLst/>
                        </a:rPr>
                        <a:t>parallel_length_m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solidFill>
                      <a:srgbClr val="F9DA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112623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PERPENDICULAR SIDE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solidFill>
                      <a:srgbClr val="F9DA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 err="1">
                          <a:solidFill>
                            <a:schemeClr val="tx1"/>
                          </a:solidFill>
                          <a:effectLst/>
                        </a:rPr>
                        <a:t>perpendicular_length_m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solidFill>
                      <a:srgbClr val="F9DA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821274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PLOT AREA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A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plot_area_m2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A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008758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PLANTED AREA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DA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planted_area_m2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DA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817483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EFFECTIVE AREA PLANTED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solidFill>
                      <a:srgbClr val="F9DA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effective_area_planted_m2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solidFill>
                      <a:srgbClr val="F9DA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214861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# OF PLANTING UNITS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solidFill>
                      <a:srgbClr val="F9DA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 err="1">
                          <a:solidFill>
                            <a:schemeClr val="tx1"/>
                          </a:solidFill>
                          <a:effectLst/>
                        </a:rPr>
                        <a:t>number_planting_units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solidFill>
                      <a:srgbClr val="F9DA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708538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# OF SHOOTS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solidFill>
                      <a:srgbClr val="F9DA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 err="1">
                          <a:solidFill>
                            <a:schemeClr val="tx1"/>
                          </a:solidFill>
                          <a:effectLst/>
                        </a:rPr>
                        <a:t>number_shoots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solidFill>
                      <a:srgbClr val="F9DA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69866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PLOT SHOOT DENSITY 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A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plot_shoot_density_m2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A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025919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PLANTED SHOOT DENSITY 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DA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planted_area_shoot_density_m2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DA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487093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>
                          <a:solidFill>
                            <a:schemeClr val="tx1"/>
                          </a:solidFill>
                          <a:effectLst/>
                        </a:rPr>
                        <a:t>DONOR SITE NAME</a:t>
                      </a:r>
                      <a:endParaRPr lang="en-US" sz="9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 err="1">
                          <a:solidFill>
                            <a:schemeClr val="tx1"/>
                          </a:solidFill>
                          <a:effectLst/>
                        </a:rPr>
                        <a:t>donor_site_name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383927"/>
                  </a:ext>
                </a:extLst>
              </a:tr>
              <a:tr h="1615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NOTES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0" dirty="0">
                          <a:solidFill>
                            <a:schemeClr val="tx1"/>
                          </a:solidFill>
                          <a:effectLst/>
                        </a:rPr>
                        <a:t>notes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5186" marB="5186" anchor="b"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51420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E547730-0566-D640-5147-07B5E0FC6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703364"/>
              </p:ext>
            </p:extLst>
          </p:nvPr>
        </p:nvGraphicFramePr>
        <p:xfrm>
          <a:off x="1265274" y="2647619"/>
          <a:ext cx="3136900" cy="13677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5895">
                  <a:extLst>
                    <a:ext uri="{9D8B030D-6E8A-4147-A177-3AD203B41FA5}">
                      <a16:colId xmlns:a16="http://schemas.microsoft.com/office/drawing/2014/main" val="3890212527"/>
                    </a:ext>
                  </a:extLst>
                </a:gridCol>
                <a:gridCol w="1551005">
                  <a:extLst>
                    <a:ext uri="{9D8B030D-6E8A-4147-A177-3AD203B41FA5}">
                      <a16:colId xmlns:a16="http://schemas.microsoft.com/office/drawing/2014/main" val="3052938626"/>
                    </a:ext>
                  </a:extLst>
                </a:gridCol>
              </a:tblGrid>
              <a:tr h="200025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plantings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75992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Original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Revised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5524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SITE NAME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site_name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9916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planting_location_code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planting_location_code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4008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planting_relationships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planting_relationships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9827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data_type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DAC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planting_geometry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DA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835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retain_drop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retain_drop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97293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A54094F-735A-C90A-1475-EEE2D35CC4A8}"/>
              </a:ext>
            </a:extLst>
          </p:cNvPr>
          <p:cNvSpPr txBox="1"/>
          <p:nvPr/>
        </p:nvSpPr>
        <p:spPr>
          <a:xfrm>
            <a:off x="934279" y="785191"/>
            <a:ext cx="5088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Changes to Matrix Column Names</a:t>
            </a:r>
          </a:p>
        </p:txBody>
      </p:sp>
      <p:sp>
        <p:nvSpPr>
          <p:cNvPr id="19" name="Left Bracket 18">
            <a:extLst>
              <a:ext uri="{FF2B5EF4-FFF2-40B4-BE49-F238E27FC236}">
                <a16:creationId xmlns:a16="http://schemas.microsoft.com/office/drawing/2014/main" id="{B3BD9A96-2C4C-14C1-CBE5-BE4476B342FF}"/>
              </a:ext>
            </a:extLst>
          </p:cNvPr>
          <p:cNvSpPr/>
          <p:nvPr/>
        </p:nvSpPr>
        <p:spPr>
          <a:xfrm>
            <a:off x="7489413" y="4126644"/>
            <a:ext cx="99391" cy="2535012"/>
          </a:xfrm>
          <a:prstGeom prst="leftBracke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Left Bracket 19">
            <a:extLst>
              <a:ext uri="{FF2B5EF4-FFF2-40B4-BE49-F238E27FC236}">
                <a16:creationId xmlns:a16="http://schemas.microsoft.com/office/drawing/2014/main" id="{15AACC24-4456-1853-FD6B-2733D3543C09}"/>
              </a:ext>
            </a:extLst>
          </p:cNvPr>
          <p:cNvSpPr/>
          <p:nvPr/>
        </p:nvSpPr>
        <p:spPr>
          <a:xfrm>
            <a:off x="7439717" y="785191"/>
            <a:ext cx="149087" cy="2965670"/>
          </a:xfrm>
          <a:prstGeom prst="leftBracke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9B8DD6-03D9-4FA9-BB5A-012B68FA556F}"/>
              </a:ext>
            </a:extLst>
          </p:cNvPr>
          <p:cNvSpPr txBox="1"/>
          <p:nvPr/>
        </p:nvSpPr>
        <p:spPr>
          <a:xfrm>
            <a:off x="755374" y="4959626"/>
            <a:ext cx="5340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 there ever cases of multiple donor sites utilized for a single planting?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3E3CC2-47FB-A7D4-8584-4BEC0FB02CE6}"/>
              </a:ext>
            </a:extLst>
          </p:cNvPr>
          <p:cNvSpPr txBox="1"/>
          <p:nvPr/>
        </p:nvSpPr>
        <p:spPr>
          <a:xfrm>
            <a:off x="5958786" y="1424017"/>
            <a:ext cx="14809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i="1" dirty="0">
                <a:solidFill>
                  <a:srgbClr val="C00000"/>
                </a:solidFill>
              </a:rPr>
              <a:t>Attributes of plantings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7E9354-02D5-1A65-CA99-E4C3FB48FE6B}"/>
              </a:ext>
            </a:extLst>
          </p:cNvPr>
          <p:cNvSpPr txBox="1"/>
          <p:nvPr/>
        </p:nvSpPr>
        <p:spPr>
          <a:xfrm>
            <a:off x="5958786" y="4959626"/>
            <a:ext cx="14809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i="1" dirty="0">
                <a:solidFill>
                  <a:srgbClr val="C00000"/>
                </a:solidFill>
              </a:rPr>
              <a:t>Attributes of plantings</a:t>
            </a:r>
          </a:p>
        </p:txBody>
      </p:sp>
    </p:spTree>
    <p:extLst>
      <p:ext uri="{BB962C8B-B14F-4D97-AF65-F5344CB8AC3E}">
        <p14:creationId xmlns:p14="http://schemas.microsoft.com/office/powerpoint/2010/main" val="19983120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7545F6-1101-40DD-A720-70B7975B40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486"/>
          <a:stretch>
            <a:fillRect/>
          </a:stretch>
        </p:blipFill>
        <p:spPr>
          <a:xfrm>
            <a:off x="6203382" y="0"/>
            <a:ext cx="239867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C2EE17-90A1-C14C-5410-A14A8E9B9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1246" y="1193169"/>
            <a:ext cx="2553056" cy="40010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909609-B131-A709-3B02-41B3F365C3B8}"/>
              </a:ext>
            </a:extLst>
          </p:cNvPr>
          <p:cNvSpPr txBox="1"/>
          <p:nvPr/>
        </p:nvSpPr>
        <p:spPr>
          <a:xfrm>
            <a:off x="327136" y="2610674"/>
            <a:ext cx="2792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K:\projects\Eelgrass_Restoration</a:t>
            </a:r>
          </a:p>
        </p:txBody>
      </p:sp>
      <p:sp>
        <p:nvSpPr>
          <p:cNvPr id="7" name="Left Bracket 6">
            <a:extLst>
              <a:ext uri="{FF2B5EF4-FFF2-40B4-BE49-F238E27FC236}">
                <a16:creationId xmlns:a16="http://schemas.microsoft.com/office/drawing/2014/main" id="{A71C1801-2508-A92A-804B-82446CD02153}"/>
              </a:ext>
            </a:extLst>
          </p:cNvPr>
          <p:cNvSpPr/>
          <p:nvPr/>
        </p:nvSpPr>
        <p:spPr>
          <a:xfrm>
            <a:off x="5976730" y="182142"/>
            <a:ext cx="119270" cy="6559826"/>
          </a:xfrm>
          <a:prstGeom prst="leftBracke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EB057D-6D6B-2572-1BA4-B756A215AC52}"/>
              </a:ext>
            </a:extLst>
          </p:cNvPr>
          <p:cNvCxnSpPr/>
          <p:nvPr/>
        </p:nvCxnSpPr>
        <p:spPr>
          <a:xfrm flipV="1">
            <a:off x="3802009" y="3462055"/>
            <a:ext cx="2067339" cy="30811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160C72B-4407-6F43-2B69-255498D166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1824" y="3429000"/>
            <a:ext cx="1543265" cy="12384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997E8A-C748-1350-A585-800E92568A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9455" y="5066270"/>
            <a:ext cx="1495634" cy="895475"/>
          </a:xfrm>
          <a:prstGeom prst="rect">
            <a:avLst/>
          </a:prstGeom>
        </p:spPr>
      </p:pic>
      <p:sp>
        <p:nvSpPr>
          <p:cNvPr id="14" name="Left Bracket 13">
            <a:extLst>
              <a:ext uri="{FF2B5EF4-FFF2-40B4-BE49-F238E27FC236}">
                <a16:creationId xmlns:a16="http://schemas.microsoft.com/office/drawing/2014/main" id="{5CDD4866-F221-9BBE-E69D-34A77C2A5191}"/>
              </a:ext>
            </a:extLst>
          </p:cNvPr>
          <p:cNvSpPr/>
          <p:nvPr/>
        </p:nvSpPr>
        <p:spPr>
          <a:xfrm>
            <a:off x="9959008" y="3379304"/>
            <a:ext cx="102362" cy="2582441"/>
          </a:xfrm>
          <a:prstGeom prst="leftBracke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857A35-0025-D19D-2409-80CD01A41084}"/>
              </a:ext>
            </a:extLst>
          </p:cNvPr>
          <p:cNvCxnSpPr/>
          <p:nvPr/>
        </p:nvCxnSpPr>
        <p:spPr>
          <a:xfrm>
            <a:off x="10187609" y="4830417"/>
            <a:ext cx="1212574" cy="0"/>
          </a:xfrm>
          <a:prstGeom prst="line">
            <a:avLst/>
          </a:prstGeom>
          <a:ln>
            <a:solidFill>
              <a:srgbClr val="F9DA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D967D15-650B-1BE2-9D64-8DBB4771A19A}"/>
              </a:ext>
            </a:extLst>
          </p:cNvPr>
          <p:cNvCxnSpPr/>
          <p:nvPr/>
        </p:nvCxnSpPr>
        <p:spPr>
          <a:xfrm flipV="1">
            <a:off x="8602052" y="4750904"/>
            <a:ext cx="1267505" cy="18884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77135F8-D0A7-3649-1D48-7EAFD1873598}"/>
              </a:ext>
            </a:extLst>
          </p:cNvPr>
          <p:cNvSpPr txBox="1"/>
          <p:nvPr/>
        </p:nvSpPr>
        <p:spPr>
          <a:xfrm>
            <a:off x="8709435" y="397566"/>
            <a:ext cx="348256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Two roles for restoration GIS dataset:</a:t>
            </a:r>
          </a:p>
          <a:p>
            <a:pPr marL="168275" indent="-168275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Authoritative GIS data in </a:t>
            </a:r>
            <a:r>
              <a:rPr lang="en-US" sz="1400">
                <a:solidFill>
                  <a:srgbClr val="C00000"/>
                </a:solidFill>
              </a:rPr>
              <a:t>central location </a:t>
            </a:r>
            <a:r>
              <a:rPr lang="en-US" sz="1400" dirty="0">
                <a:solidFill>
                  <a:srgbClr val="C00000"/>
                </a:solidFill>
              </a:rPr>
              <a:t>for internal users (“production”)</a:t>
            </a:r>
          </a:p>
          <a:p>
            <a:pPr marL="168275" indent="-168275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Location for ArcGIS tool to write GIS data updates. Ideal workflow would write to non-production dataset to allow for review before replacing production copy.</a:t>
            </a:r>
          </a:p>
        </p:txBody>
      </p:sp>
    </p:spTree>
    <p:extLst>
      <p:ext uri="{BB962C8B-B14F-4D97-AF65-F5344CB8AC3E}">
        <p14:creationId xmlns:p14="http://schemas.microsoft.com/office/powerpoint/2010/main" val="9859718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630D93-CE31-47A9-C87D-1E84647A2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998" y="1673393"/>
            <a:ext cx="6487430" cy="45250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2E842E-FF02-4FE2-3C0D-662E665B67DF}"/>
              </a:ext>
            </a:extLst>
          </p:cNvPr>
          <p:cNvSpPr txBox="1"/>
          <p:nvPr/>
        </p:nvSpPr>
        <p:spPr>
          <a:xfrm>
            <a:off x="1162878" y="327991"/>
            <a:ext cx="88657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Data entry into multiple related tables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Using Access forms and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subforms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4449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8554781-7146-3FBD-C631-395AD202DE35}"/>
              </a:ext>
            </a:extLst>
          </p:cNvPr>
          <p:cNvSpPr/>
          <p:nvPr/>
        </p:nvSpPr>
        <p:spPr>
          <a:xfrm>
            <a:off x="751438" y="1186005"/>
            <a:ext cx="1176951" cy="5432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Matrix</a:t>
            </a:r>
          </a:p>
          <a:p>
            <a:pPr algn="ctr"/>
            <a:r>
              <a:rPr lang="en-US" sz="1200" dirty="0"/>
              <a:t>spreadsheet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83181E8-04BE-28E0-B12E-209296751C20}"/>
              </a:ext>
            </a:extLst>
          </p:cNvPr>
          <p:cNvSpPr/>
          <p:nvPr/>
        </p:nvSpPr>
        <p:spPr>
          <a:xfrm>
            <a:off x="4087637" y="1030588"/>
            <a:ext cx="1860488" cy="4270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planting_event_gps_pts</a:t>
            </a:r>
            <a:endParaRPr lang="en-US" sz="12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2D56595-57A0-BAA2-ABA8-F7505ED2B3FE}"/>
              </a:ext>
            </a:extLst>
          </p:cNvPr>
          <p:cNvSpPr/>
          <p:nvPr/>
        </p:nvSpPr>
        <p:spPr>
          <a:xfrm>
            <a:off x="4078583" y="1652259"/>
            <a:ext cx="1878595" cy="3478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plantings</a:t>
            </a:r>
          </a:p>
        </p:txBody>
      </p:sp>
      <p:pic>
        <p:nvPicPr>
          <p:cNvPr id="1026" name="Picture 2" descr="code file Icon - Free PNG &amp; SVG 2035030 ...">
            <a:extLst>
              <a:ext uri="{FF2B5EF4-FFF2-40B4-BE49-F238E27FC236}">
                <a16:creationId xmlns:a16="http://schemas.microsoft.com/office/drawing/2014/main" id="{5CCA4190-8D06-D72F-BA09-500343669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1141" y="1186004"/>
            <a:ext cx="624690" cy="624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095444E-453C-5651-4B6B-3006488F1930}"/>
              </a:ext>
            </a:extLst>
          </p:cNvPr>
          <p:cNvSpPr/>
          <p:nvPr/>
        </p:nvSpPr>
        <p:spPr>
          <a:xfrm>
            <a:off x="7496644" y="849517"/>
            <a:ext cx="1860488" cy="3364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planting_locations</a:t>
            </a:r>
            <a:endParaRPr lang="en-US" sz="1200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6819BCA-D562-7E65-C00F-BAE695A5FD6D}"/>
              </a:ext>
            </a:extLst>
          </p:cNvPr>
          <p:cNvSpPr/>
          <p:nvPr/>
        </p:nvSpPr>
        <p:spPr>
          <a:xfrm>
            <a:off x="4096690" y="2194715"/>
            <a:ext cx="1860488" cy="3478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donor_sites</a:t>
            </a:r>
            <a:endParaRPr lang="en-US" sz="1200" dirty="0"/>
          </a:p>
        </p:txBody>
      </p:sp>
      <p:pic>
        <p:nvPicPr>
          <p:cNvPr id="10" name="Picture 2" descr="code file Icon - Free PNG &amp; SVG 2035030 ...">
            <a:extLst>
              <a:ext uri="{FF2B5EF4-FFF2-40B4-BE49-F238E27FC236}">
                <a16:creationId xmlns:a16="http://schemas.microsoft.com/office/drawing/2014/main" id="{6AC8A02A-07B3-CABD-35C6-55995B070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256" y="1515325"/>
            <a:ext cx="624690" cy="624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ight Arrow 10">
            <a:extLst>
              <a:ext uri="{FF2B5EF4-FFF2-40B4-BE49-F238E27FC236}">
                <a16:creationId xmlns:a16="http://schemas.microsoft.com/office/drawing/2014/main" id="{825BF6AC-C48F-7048-9604-B7785155C5EB}"/>
              </a:ext>
            </a:extLst>
          </p:cNvPr>
          <p:cNvSpPr/>
          <p:nvPr/>
        </p:nvSpPr>
        <p:spPr>
          <a:xfrm>
            <a:off x="2087958" y="1394234"/>
            <a:ext cx="502464" cy="20823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72615A92-0A2C-05A2-D21E-4CE02707C184}"/>
              </a:ext>
            </a:extLst>
          </p:cNvPr>
          <p:cNvSpPr/>
          <p:nvPr/>
        </p:nvSpPr>
        <p:spPr>
          <a:xfrm>
            <a:off x="3320360" y="1383886"/>
            <a:ext cx="502464" cy="20823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5BA6CF23-621E-D03B-BFD2-D9658FB7C073}"/>
              </a:ext>
            </a:extLst>
          </p:cNvPr>
          <p:cNvSpPr/>
          <p:nvPr/>
        </p:nvSpPr>
        <p:spPr>
          <a:xfrm>
            <a:off x="6243877" y="1718650"/>
            <a:ext cx="502464" cy="20823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18AFA60A-5001-E306-052D-D2905AFC6388}"/>
              </a:ext>
            </a:extLst>
          </p:cNvPr>
          <p:cNvSpPr/>
          <p:nvPr/>
        </p:nvSpPr>
        <p:spPr>
          <a:xfrm rot="19186699">
            <a:off x="7198272" y="1290686"/>
            <a:ext cx="379149" cy="242557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2B9F1ED8-E4FF-C09E-B257-0F422EF43C9F}"/>
              </a:ext>
            </a:extLst>
          </p:cNvPr>
          <p:cNvSpPr/>
          <p:nvPr/>
        </p:nvSpPr>
        <p:spPr>
          <a:xfrm rot="2452790">
            <a:off x="7221763" y="2260222"/>
            <a:ext cx="778296" cy="238763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eft Bracket 17">
            <a:extLst>
              <a:ext uri="{FF2B5EF4-FFF2-40B4-BE49-F238E27FC236}">
                <a16:creationId xmlns:a16="http://schemas.microsoft.com/office/drawing/2014/main" id="{D6B5CF9A-3105-1396-52BA-2A151975A167}"/>
              </a:ext>
            </a:extLst>
          </p:cNvPr>
          <p:cNvSpPr/>
          <p:nvPr/>
        </p:nvSpPr>
        <p:spPr>
          <a:xfrm>
            <a:off x="3930884" y="1030588"/>
            <a:ext cx="58846" cy="1526269"/>
          </a:xfrm>
          <a:prstGeom prst="leftBracke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Bracket 18">
            <a:extLst>
              <a:ext uri="{FF2B5EF4-FFF2-40B4-BE49-F238E27FC236}">
                <a16:creationId xmlns:a16="http://schemas.microsoft.com/office/drawing/2014/main" id="{D4853DC4-07C8-B0FC-FE29-D9AAE6580569}"/>
              </a:ext>
            </a:extLst>
          </p:cNvPr>
          <p:cNvSpPr/>
          <p:nvPr/>
        </p:nvSpPr>
        <p:spPr>
          <a:xfrm>
            <a:off x="6020554" y="1030588"/>
            <a:ext cx="45719" cy="1511933"/>
          </a:xfrm>
          <a:prstGeom prst="rightBracke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CC2D1AC-BB19-2C3B-84F8-AE8A7DD4F3A7}"/>
              </a:ext>
            </a:extLst>
          </p:cNvPr>
          <p:cNvSpPr/>
          <p:nvPr/>
        </p:nvSpPr>
        <p:spPr>
          <a:xfrm>
            <a:off x="4672040" y="4272417"/>
            <a:ext cx="2788465" cy="3364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planting_event_gps_pts_newrecs</a:t>
            </a:r>
            <a:endParaRPr lang="en-US" sz="1200"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570C2F4-EDB5-17A0-44B0-A28D05786AF1}"/>
              </a:ext>
            </a:extLst>
          </p:cNvPr>
          <p:cNvSpPr/>
          <p:nvPr/>
        </p:nvSpPr>
        <p:spPr>
          <a:xfrm>
            <a:off x="4660720" y="4826182"/>
            <a:ext cx="2788464" cy="3364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planting_newrecs</a:t>
            </a:r>
            <a:endParaRPr 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E69C70-655B-D189-03E3-5153CC3D7C77}"/>
              </a:ext>
            </a:extLst>
          </p:cNvPr>
          <p:cNvSpPr txBox="1"/>
          <p:nvPr/>
        </p:nvSpPr>
        <p:spPr>
          <a:xfrm>
            <a:off x="409366" y="4114158"/>
            <a:ext cx="1176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new</a:t>
            </a:r>
          </a:p>
          <a:p>
            <a:pPr algn="ctr"/>
            <a:r>
              <a:rPr lang="en-US" dirty="0"/>
              <a:t>planting</a:t>
            </a:r>
          </a:p>
          <a:p>
            <a:pPr algn="ctr"/>
            <a:r>
              <a:rPr lang="en-US" dirty="0"/>
              <a:t>data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40243CE-BA31-CAD5-8277-9CA87B36848A}"/>
              </a:ext>
            </a:extLst>
          </p:cNvPr>
          <p:cNvSpPr/>
          <p:nvPr/>
        </p:nvSpPr>
        <p:spPr>
          <a:xfrm>
            <a:off x="2322508" y="4407579"/>
            <a:ext cx="1469632" cy="3364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Survey 1-2-3</a:t>
            </a:r>
          </a:p>
        </p:txBody>
      </p:sp>
      <p:pic>
        <p:nvPicPr>
          <p:cNvPr id="25" name="Picture 2" descr="code file Icon - Free PNG &amp; SVG 2035030 ...">
            <a:extLst>
              <a:ext uri="{FF2B5EF4-FFF2-40B4-BE49-F238E27FC236}">
                <a16:creationId xmlns:a16="http://schemas.microsoft.com/office/drawing/2014/main" id="{5F02DEBB-EF03-25D6-AFE4-790F8FA08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4543" y="4369735"/>
            <a:ext cx="624690" cy="624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ight Arrow 25">
            <a:extLst>
              <a:ext uri="{FF2B5EF4-FFF2-40B4-BE49-F238E27FC236}">
                <a16:creationId xmlns:a16="http://schemas.microsoft.com/office/drawing/2014/main" id="{0A14186E-3E82-DC2C-D2AC-753A17DBE4E1}"/>
              </a:ext>
            </a:extLst>
          </p:cNvPr>
          <p:cNvSpPr/>
          <p:nvPr/>
        </p:nvSpPr>
        <p:spPr>
          <a:xfrm>
            <a:off x="1666815" y="4466991"/>
            <a:ext cx="502464" cy="208230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D43D8BCC-936B-48BC-25F5-4234FC43D1E5}"/>
              </a:ext>
            </a:extLst>
          </p:cNvPr>
          <p:cNvSpPr/>
          <p:nvPr/>
        </p:nvSpPr>
        <p:spPr>
          <a:xfrm>
            <a:off x="3930884" y="4505466"/>
            <a:ext cx="502464" cy="208230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FB6FA205-0B1C-C49B-D576-1EDA38C121DB}"/>
              </a:ext>
            </a:extLst>
          </p:cNvPr>
          <p:cNvSpPr/>
          <p:nvPr/>
        </p:nvSpPr>
        <p:spPr>
          <a:xfrm>
            <a:off x="7639272" y="4619391"/>
            <a:ext cx="502464" cy="208230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06EC57D8-4C2C-D202-983F-8E839C85F658}"/>
              </a:ext>
            </a:extLst>
          </p:cNvPr>
          <p:cNvSpPr/>
          <p:nvPr/>
        </p:nvSpPr>
        <p:spPr>
          <a:xfrm>
            <a:off x="8808752" y="4617952"/>
            <a:ext cx="502464" cy="208230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Left Bracket 29">
            <a:extLst>
              <a:ext uri="{FF2B5EF4-FFF2-40B4-BE49-F238E27FC236}">
                <a16:creationId xmlns:a16="http://schemas.microsoft.com/office/drawing/2014/main" id="{E4297898-CF35-BF35-43B3-5EF1DFBCC917}"/>
              </a:ext>
            </a:extLst>
          </p:cNvPr>
          <p:cNvSpPr/>
          <p:nvPr/>
        </p:nvSpPr>
        <p:spPr>
          <a:xfrm>
            <a:off x="4572092" y="4231290"/>
            <a:ext cx="58846" cy="974451"/>
          </a:xfrm>
          <a:prstGeom prst="leftBracke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Bracket 30">
            <a:extLst>
              <a:ext uri="{FF2B5EF4-FFF2-40B4-BE49-F238E27FC236}">
                <a16:creationId xmlns:a16="http://schemas.microsoft.com/office/drawing/2014/main" id="{29177661-9295-C434-4376-7B6BFBD71D44}"/>
              </a:ext>
            </a:extLst>
          </p:cNvPr>
          <p:cNvSpPr/>
          <p:nvPr/>
        </p:nvSpPr>
        <p:spPr>
          <a:xfrm>
            <a:off x="7483714" y="4238458"/>
            <a:ext cx="58846" cy="924211"/>
          </a:xfrm>
          <a:prstGeom prst="rightBracke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C69045-D7AD-703D-6D9C-742377DE46F6}"/>
              </a:ext>
            </a:extLst>
          </p:cNvPr>
          <p:cNvSpPr txBox="1"/>
          <p:nvPr/>
        </p:nvSpPr>
        <p:spPr>
          <a:xfrm>
            <a:off x="8114543" y="2556857"/>
            <a:ext cx="21323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/>
              <a:t>feature layers</a:t>
            </a:r>
          </a:p>
          <a:p>
            <a:r>
              <a:rPr lang="en-US" sz="1400" dirty="0" err="1"/>
              <a:t>pt_plantings</a:t>
            </a:r>
            <a:endParaRPr lang="en-US" sz="1400" dirty="0"/>
          </a:p>
          <a:p>
            <a:r>
              <a:rPr lang="en-US" sz="1400" dirty="0" err="1"/>
              <a:t>ln_plantings</a:t>
            </a:r>
            <a:endParaRPr lang="en-US" sz="1400" dirty="0"/>
          </a:p>
          <a:p>
            <a:r>
              <a:rPr lang="en-US" sz="1400" dirty="0" err="1"/>
              <a:t>py_plantings</a:t>
            </a:r>
            <a:endParaRPr 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176579-A631-783C-2A3F-B2078F267EDF}"/>
              </a:ext>
            </a:extLst>
          </p:cNvPr>
          <p:cNvSpPr txBox="1"/>
          <p:nvPr/>
        </p:nvSpPr>
        <p:spPr>
          <a:xfrm>
            <a:off x="9357132" y="2571009"/>
            <a:ext cx="21323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/>
              <a:t>feature layers</a:t>
            </a:r>
          </a:p>
          <a:p>
            <a:r>
              <a:rPr lang="en-US" sz="1400" dirty="0" err="1"/>
              <a:t>planting_regions</a:t>
            </a:r>
            <a:endParaRPr lang="en-US" sz="1400" dirty="0"/>
          </a:p>
          <a:p>
            <a:r>
              <a:rPr lang="en-US" sz="1400" dirty="0" err="1"/>
              <a:t>planting_all_pts</a:t>
            </a:r>
            <a:endParaRPr lang="en-US" sz="1400" dirty="0"/>
          </a:p>
          <a:p>
            <a:r>
              <a:rPr lang="en-US" sz="1400" dirty="0" err="1"/>
              <a:t>py_plantings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651971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64562A6-BF0D-C425-2B40-D9E50005AD47}"/>
              </a:ext>
            </a:extLst>
          </p:cNvPr>
          <p:cNvGrpSpPr/>
          <p:nvPr/>
        </p:nvGrpSpPr>
        <p:grpSpPr>
          <a:xfrm>
            <a:off x="348287" y="401816"/>
            <a:ext cx="8599771" cy="6054367"/>
            <a:chOff x="348287" y="401816"/>
            <a:chExt cx="8599771" cy="605436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A59EAD9-89B3-8485-4FD2-E29CA62D2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8287" y="401816"/>
              <a:ext cx="8599771" cy="6054367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74778BA-45CD-6FD5-B46A-2D22B5080FAF}"/>
                </a:ext>
              </a:extLst>
            </p:cNvPr>
            <p:cNvSpPr/>
            <p:nvPr/>
          </p:nvSpPr>
          <p:spPr>
            <a:xfrm>
              <a:off x="6596743" y="1754155"/>
              <a:ext cx="1847461" cy="339634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6421496-73F8-4A23-3076-7006878DA3C7}"/>
              </a:ext>
            </a:extLst>
          </p:cNvPr>
          <p:cNvSpPr txBox="1"/>
          <p:nvPr/>
        </p:nvSpPr>
        <p:spPr>
          <a:xfrm>
            <a:off x="9119174" y="2477478"/>
            <a:ext cx="2724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“point” and “retain” added for these records in the snapshot “Plantings” sheet.</a:t>
            </a:r>
          </a:p>
        </p:txBody>
      </p:sp>
    </p:spTree>
    <p:extLst>
      <p:ext uri="{BB962C8B-B14F-4D97-AF65-F5344CB8AC3E}">
        <p14:creationId xmlns:p14="http://schemas.microsoft.com/office/powerpoint/2010/main" val="17394007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D92CC13-9C62-16E9-137A-EF70D8CA5E12}"/>
              </a:ext>
            </a:extLst>
          </p:cNvPr>
          <p:cNvSpPr/>
          <p:nvPr/>
        </p:nvSpPr>
        <p:spPr>
          <a:xfrm>
            <a:off x="2584174" y="997225"/>
            <a:ext cx="1143000" cy="3279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project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4EA0266-F5A4-C6B5-F58C-6CE0022D438D}"/>
              </a:ext>
            </a:extLst>
          </p:cNvPr>
          <p:cNvSpPr/>
          <p:nvPr/>
        </p:nvSpPr>
        <p:spPr>
          <a:xfrm>
            <a:off x="1136373" y="2032551"/>
            <a:ext cx="1447801" cy="3279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Sponsored project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DC1CDCA-103F-D6F5-0018-037BD7DF294B}"/>
              </a:ext>
            </a:extLst>
          </p:cNvPr>
          <p:cNvSpPr/>
          <p:nvPr/>
        </p:nvSpPr>
        <p:spPr>
          <a:xfrm>
            <a:off x="3806688" y="2032551"/>
            <a:ext cx="1560442" cy="3279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Sponsored project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FF8BF73-88E4-9CCA-E66D-0D57E29CDBAF}"/>
              </a:ext>
            </a:extLst>
          </p:cNvPr>
          <p:cNvSpPr/>
          <p:nvPr/>
        </p:nvSpPr>
        <p:spPr>
          <a:xfrm>
            <a:off x="564873" y="3105979"/>
            <a:ext cx="1143000" cy="3279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contractor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094EDB7-C115-D4B5-6482-9FFA05AEDFCB}"/>
              </a:ext>
            </a:extLst>
          </p:cNvPr>
          <p:cNvSpPr/>
          <p:nvPr/>
        </p:nvSpPr>
        <p:spPr>
          <a:xfrm>
            <a:off x="1817205" y="3105979"/>
            <a:ext cx="1143000" cy="3279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contractor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A21191-6810-D837-5EE9-73E511CA2AB3}"/>
              </a:ext>
            </a:extLst>
          </p:cNvPr>
          <p:cNvSpPr/>
          <p:nvPr/>
        </p:nvSpPr>
        <p:spPr>
          <a:xfrm>
            <a:off x="4714462" y="3105979"/>
            <a:ext cx="1143000" cy="3279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contractor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B73D961-6BC5-32CB-E5AD-32759891CCF7}"/>
              </a:ext>
            </a:extLst>
          </p:cNvPr>
          <p:cNvSpPr/>
          <p:nvPr/>
        </p:nvSpPr>
        <p:spPr>
          <a:xfrm>
            <a:off x="3462130" y="3105979"/>
            <a:ext cx="1143000" cy="3279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contractor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B383483-DE76-BCA5-2DC5-4883BAF60DA1}"/>
              </a:ext>
            </a:extLst>
          </p:cNvPr>
          <p:cNvSpPr/>
          <p:nvPr/>
        </p:nvSpPr>
        <p:spPr>
          <a:xfrm>
            <a:off x="4807227" y="4017068"/>
            <a:ext cx="808382" cy="3279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contract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9CE025E-7C19-1883-8D82-13F4B634B8FB}"/>
              </a:ext>
            </a:extLst>
          </p:cNvPr>
          <p:cNvSpPr/>
          <p:nvPr/>
        </p:nvSpPr>
        <p:spPr>
          <a:xfrm>
            <a:off x="5781262" y="4017068"/>
            <a:ext cx="808382" cy="3279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contract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F2B0846-82AF-6545-D722-06C96B904302}"/>
              </a:ext>
            </a:extLst>
          </p:cNvPr>
          <p:cNvSpPr/>
          <p:nvPr/>
        </p:nvSpPr>
        <p:spPr>
          <a:xfrm>
            <a:off x="53009" y="4017068"/>
            <a:ext cx="808382" cy="3279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contract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80ED318-8F1D-6E02-9F62-36E0191D66C1}"/>
              </a:ext>
            </a:extLst>
          </p:cNvPr>
          <p:cNvSpPr/>
          <p:nvPr/>
        </p:nvSpPr>
        <p:spPr>
          <a:xfrm>
            <a:off x="919369" y="4017068"/>
            <a:ext cx="808382" cy="3279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contract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8754544-96C2-4E77-9E88-61EFC301BE61}"/>
              </a:ext>
            </a:extLst>
          </p:cNvPr>
          <p:cNvSpPr/>
          <p:nvPr/>
        </p:nvSpPr>
        <p:spPr>
          <a:xfrm>
            <a:off x="2054916" y="4017068"/>
            <a:ext cx="808382" cy="3279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contract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5F216EB-580C-477A-46C9-5AE9088122AF}"/>
              </a:ext>
            </a:extLst>
          </p:cNvPr>
          <p:cNvSpPr/>
          <p:nvPr/>
        </p:nvSpPr>
        <p:spPr>
          <a:xfrm>
            <a:off x="3671680" y="4017068"/>
            <a:ext cx="808382" cy="3279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contract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06FBCB0-FBE7-4DDC-4FA4-D36F87A9AD01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 flipH="1">
            <a:off x="1860274" y="1325216"/>
            <a:ext cx="1295400" cy="7073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38B90F9-69DB-F4A0-03E2-2E2B118BDA4D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3155674" y="1325216"/>
            <a:ext cx="1431235" cy="7073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FA0261E-34C9-7E01-EA0C-19137789F846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1136373" y="2360542"/>
            <a:ext cx="723901" cy="7454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A41DE6A-1B90-8CA3-0604-4AB1FFB7D19B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1860274" y="2360542"/>
            <a:ext cx="528431" cy="7454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B59C51B-D08C-099F-6C27-FB290CF434F3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flipH="1">
            <a:off x="4033630" y="2360542"/>
            <a:ext cx="553279" cy="7454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718E57E-4B97-2238-3D2D-3525B88AE71E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4586909" y="2360542"/>
            <a:ext cx="699053" cy="7454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A1A7E7D-32D1-F84D-A0A3-A8592CDE2933}"/>
              </a:ext>
            </a:extLst>
          </p:cNvPr>
          <p:cNvCxnSpPr>
            <a:stCxn id="6" idx="2"/>
            <a:endCxn id="12" idx="0"/>
          </p:cNvCxnSpPr>
          <p:nvPr/>
        </p:nvCxnSpPr>
        <p:spPr>
          <a:xfrm flipH="1">
            <a:off x="457200" y="3433970"/>
            <a:ext cx="679173" cy="5830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9C7ACA9-FD0D-1E44-E6FC-96EDDE859A17}"/>
              </a:ext>
            </a:extLst>
          </p:cNvPr>
          <p:cNvCxnSpPr>
            <a:stCxn id="6" idx="2"/>
            <a:endCxn id="13" idx="0"/>
          </p:cNvCxnSpPr>
          <p:nvPr/>
        </p:nvCxnSpPr>
        <p:spPr>
          <a:xfrm>
            <a:off x="1136373" y="3433970"/>
            <a:ext cx="187187" cy="5830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3F91401-6753-9D78-39FA-B44EBAA5EC74}"/>
              </a:ext>
            </a:extLst>
          </p:cNvPr>
          <p:cNvCxnSpPr>
            <a:stCxn id="7" idx="2"/>
            <a:endCxn id="14" idx="0"/>
          </p:cNvCxnSpPr>
          <p:nvPr/>
        </p:nvCxnSpPr>
        <p:spPr>
          <a:xfrm>
            <a:off x="2388705" y="3433970"/>
            <a:ext cx="70402" cy="5830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5F89A37-6750-858D-B588-672F091D407A}"/>
              </a:ext>
            </a:extLst>
          </p:cNvPr>
          <p:cNvCxnSpPr>
            <a:stCxn id="9" idx="2"/>
            <a:endCxn id="15" idx="0"/>
          </p:cNvCxnSpPr>
          <p:nvPr/>
        </p:nvCxnSpPr>
        <p:spPr>
          <a:xfrm>
            <a:off x="4033630" y="3433970"/>
            <a:ext cx="42241" cy="5830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C0D0169-DFB8-E0E5-AA54-FD4AA4DB5242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flipH="1">
            <a:off x="5211418" y="3433970"/>
            <a:ext cx="74544" cy="5830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C7F328C-39C8-A473-3888-1809661CFDF8}"/>
              </a:ext>
            </a:extLst>
          </p:cNvPr>
          <p:cNvCxnSpPr>
            <a:stCxn id="8" idx="2"/>
            <a:endCxn id="11" idx="0"/>
          </p:cNvCxnSpPr>
          <p:nvPr/>
        </p:nvCxnSpPr>
        <p:spPr>
          <a:xfrm>
            <a:off x="5285962" y="3433970"/>
            <a:ext cx="899491" cy="5830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245486D-E629-5FE8-C145-549443A65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012" y="1128614"/>
            <a:ext cx="4951628" cy="254720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6573C9A-28BB-0DDB-C716-B47D29694DD0}"/>
              </a:ext>
            </a:extLst>
          </p:cNvPr>
          <p:cNvSpPr txBox="1"/>
          <p:nvPr/>
        </p:nvSpPr>
        <p:spPr>
          <a:xfrm>
            <a:off x="1323560" y="4983061"/>
            <a:ext cx="714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sub-project code = </a:t>
            </a:r>
            <a:r>
              <a:rPr lang="en-US" dirty="0" err="1"/>
              <a:t>project_code</a:t>
            </a:r>
            <a:r>
              <a:rPr lang="en-US" dirty="0"/>
              <a:t> + funding source + contractor</a:t>
            </a:r>
          </a:p>
        </p:txBody>
      </p:sp>
    </p:spTree>
    <p:extLst>
      <p:ext uri="{BB962C8B-B14F-4D97-AF65-F5344CB8AC3E}">
        <p14:creationId xmlns:p14="http://schemas.microsoft.com/office/powerpoint/2010/main" val="16046168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551766-061D-F38B-A3FA-4E9797D648E4}"/>
              </a:ext>
            </a:extLst>
          </p:cNvPr>
          <p:cNvSpPr txBox="1"/>
          <p:nvPr/>
        </p:nvSpPr>
        <p:spPr>
          <a:xfrm>
            <a:off x="1400961" y="899814"/>
            <a:ext cx="1635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sub-project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1190B1-B0AC-0746-2F1B-931C131DBD69}"/>
              </a:ext>
            </a:extLst>
          </p:cNvPr>
          <p:cNvSpPr txBox="1"/>
          <p:nvPr/>
        </p:nvSpPr>
        <p:spPr>
          <a:xfrm>
            <a:off x="3347208" y="1038313"/>
            <a:ext cx="604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1979ED-82FB-6490-8EF8-205E6D67810F}"/>
              </a:ext>
            </a:extLst>
          </p:cNvPr>
          <p:cNvSpPr txBox="1"/>
          <p:nvPr/>
        </p:nvSpPr>
        <p:spPr>
          <a:xfrm>
            <a:off x="4261608" y="1038313"/>
            <a:ext cx="1635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project 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C8192B-0CEF-C4EF-B1E5-317ED9B00448}"/>
              </a:ext>
            </a:extLst>
          </p:cNvPr>
          <p:cNvSpPr txBox="1"/>
          <p:nvPr/>
        </p:nvSpPr>
        <p:spPr>
          <a:xfrm>
            <a:off x="7116660" y="899814"/>
            <a:ext cx="1635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funding source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EB91D0-A3EA-2E82-67AD-D04B19FFF579}"/>
              </a:ext>
            </a:extLst>
          </p:cNvPr>
          <p:cNvSpPr txBox="1"/>
          <p:nvPr/>
        </p:nvSpPr>
        <p:spPr>
          <a:xfrm>
            <a:off x="9666914" y="1038313"/>
            <a:ext cx="1635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contractor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09CA6C-8844-32C1-EEFD-AB3527FF5CEA}"/>
              </a:ext>
            </a:extLst>
          </p:cNvPr>
          <p:cNvSpPr txBox="1"/>
          <p:nvPr/>
        </p:nvSpPr>
        <p:spPr>
          <a:xfrm>
            <a:off x="6199466" y="1038313"/>
            <a:ext cx="604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B3FEF7-E09A-3BC3-D5EC-7A94DB32F801}"/>
              </a:ext>
            </a:extLst>
          </p:cNvPr>
          <p:cNvSpPr txBox="1"/>
          <p:nvPr/>
        </p:nvSpPr>
        <p:spPr>
          <a:xfrm>
            <a:off x="8760903" y="1038313"/>
            <a:ext cx="604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810E41-C934-9949-135B-4F3A3FD86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1215" y="2156611"/>
            <a:ext cx="1993900" cy="3517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99B9E5-4F37-7B34-FB41-67C274D32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9652" y="2156611"/>
            <a:ext cx="1422400" cy="2374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6212B06-B6A1-2F94-A84F-EDE1E35EF2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2139" y="2156611"/>
            <a:ext cx="149860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1112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7862C1C9-3F15-F75A-DDDB-9A7B6048278A}"/>
              </a:ext>
            </a:extLst>
          </p:cNvPr>
          <p:cNvGrpSpPr/>
          <p:nvPr/>
        </p:nvGrpSpPr>
        <p:grpSpPr>
          <a:xfrm>
            <a:off x="274562" y="5467575"/>
            <a:ext cx="3399183" cy="544254"/>
            <a:chOff x="350348" y="5467575"/>
            <a:chExt cx="3399183" cy="544254"/>
          </a:xfrm>
        </p:grpSpPr>
        <p:pic>
          <p:nvPicPr>
            <p:cNvPr id="2" name="Picture 2">
              <a:extLst>
                <a:ext uri="{FF2B5EF4-FFF2-40B4-BE49-F238E27FC236}">
                  <a16:creationId xmlns:a16="http://schemas.microsoft.com/office/drawing/2014/main" id="{A07FF208-DDEF-A6B7-A0FD-7FB72D39BB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89919" y="5467575"/>
              <a:ext cx="320041" cy="2980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4C02837-1207-9C54-752D-89C93B2A0D56}"/>
                </a:ext>
              </a:extLst>
            </p:cNvPr>
            <p:cNvSpPr txBox="1"/>
            <p:nvPr/>
          </p:nvSpPr>
          <p:spPr>
            <a:xfrm>
              <a:off x="350348" y="5765608"/>
              <a:ext cx="3399183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/>
                <a:t>Eelgrass Restoration Matrix_2021_0113abb_jg_pd_v1.xlsx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CC29CCB-D8D6-5B07-8977-FEB8AA9794F8}"/>
              </a:ext>
            </a:extLst>
          </p:cNvPr>
          <p:cNvGrpSpPr/>
          <p:nvPr/>
        </p:nvGrpSpPr>
        <p:grpSpPr>
          <a:xfrm>
            <a:off x="198775" y="3046395"/>
            <a:ext cx="3550755" cy="536536"/>
            <a:chOff x="198776" y="3561531"/>
            <a:chExt cx="3550755" cy="536536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BFA34DF5-8765-BFE7-1B6C-395C06E141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4133" y="3561531"/>
              <a:ext cx="320041" cy="2980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255F56E-0210-3EFA-5AA9-76E4A8319F12}"/>
                </a:ext>
              </a:extLst>
            </p:cNvPr>
            <p:cNvSpPr txBox="1"/>
            <p:nvPr/>
          </p:nvSpPr>
          <p:spPr>
            <a:xfrm>
              <a:off x="198776" y="3851846"/>
              <a:ext cx="355075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/>
                <a:t>Eelgrass Restoration Matrix_2021_0113abb_jg_pd_v1_pd.xlsx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B10E9AB-E517-413E-5410-555C879EEE67}"/>
              </a:ext>
            </a:extLst>
          </p:cNvPr>
          <p:cNvGrpSpPr/>
          <p:nvPr/>
        </p:nvGrpSpPr>
        <p:grpSpPr>
          <a:xfrm>
            <a:off x="362068" y="6063641"/>
            <a:ext cx="3695783" cy="646332"/>
            <a:chOff x="5003642" y="4327987"/>
            <a:chExt cx="3695783" cy="64633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584A75C-E852-6BD6-7A57-9ED3AB292239}"/>
                </a:ext>
              </a:extLst>
            </p:cNvPr>
            <p:cNvSpPr txBox="1"/>
            <p:nvPr/>
          </p:nvSpPr>
          <p:spPr>
            <a:xfrm>
              <a:off x="5003642" y="4327988"/>
              <a:ext cx="14312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19063" indent="-119063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README</a:t>
              </a:r>
            </a:p>
            <a:p>
              <a:pPr marL="119063" indent="-119063">
                <a:buFont typeface="Arial" panose="020B0604020202020204" pitchFamily="34" charset="0"/>
                <a:buChar char="•"/>
              </a:pPr>
              <a:r>
                <a:rPr lang="en-US" sz="900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Data_dictionary</a:t>
              </a:r>
              <a:endParaRPr lang="en-US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pPr marL="119063" indent="-119063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Assessments</a:t>
              </a:r>
            </a:p>
            <a:p>
              <a:pPr marL="119063" indent="-119063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Planting GPS Points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6AA8D6E-AB9D-9ED5-1C1A-6A75DF1BA1E2}"/>
                </a:ext>
              </a:extLst>
            </p:cNvPr>
            <p:cNvSpPr txBox="1"/>
            <p:nvPr/>
          </p:nvSpPr>
          <p:spPr>
            <a:xfrm>
              <a:off x="6224581" y="4327987"/>
              <a:ext cx="10336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19063" indent="-119063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Plantings</a:t>
              </a:r>
            </a:p>
            <a:p>
              <a:pPr marL="119063" indent="-119063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Monitoring</a:t>
              </a:r>
            </a:p>
            <a:p>
              <a:pPr marL="119063" indent="-119063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Donor Sites</a:t>
              </a:r>
            </a:p>
            <a:p>
              <a:pPr marL="119063" indent="-119063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Sensors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3B25550-9519-CB7A-F204-7C1B778244E3}"/>
                </a:ext>
              </a:extLst>
            </p:cNvPr>
            <p:cNvSpPr txBox="1"/>
            <p:nvPr/>
          </p:nvSpPr>
          <p:spPr>
            <a:xfrm>
              <a:off x="7059468" y="4352330"/>
              <a:ext cx="163995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19063" indent="-119063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Questions &amp; Follow-up</a:t>
              </a:r>
            </a:p>
            <a:p>
              <a:pPr marL="119063" indent="-119063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Missing Data</a:t>
              </a:r>
            </a:p>
            <a:p>
              <a:pPr marL="119063" indent="-119063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Success Rates</a:t>
              </a:r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33A8FBD-343E-A917-6C86-B2C090DA631B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1974153" y="3582931"/>
            <a:ext cx="0" cy="166493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0C30625-00F4-F2DD-FAE6-5C08EFF025D0}"/>
              </a:ext>
            </a:extLst>
          </p:cNvPr>
          <p:cNvSpPr txBox="1"/>
          <p:nvPr/>
        </p:nvSpPr>
        <p:spPr>
          <a:xfrm>
            <a:off x="2238040" y="3880964"/>
            <a:ext cx="3476961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C00000"/>
                </a:solidFill>
                <a:effectLst>
                  <a:glow rad="114300">
                    <a:schemeClr val="bg1"/>
                  </a:glow>
                </a:effectLst>
              </a:rPr>
              <a:t>Fixed funding source &amp; activity-type equations (Monitoring sheet)</a:t>
            </a:r>
          </a:p>
          <a:p>
            <a:pPr>
              <a:spcBef>
                <a:spcPts val="600"/>
              </a:spcBef>
            </a:pPr>
            <a:r>
              <a:rPr lang="en-US" sz="900" dirty="0">
                <a:solidFill>
                  <a:srgbClr val="C00000"/>
                </a:solidFill>
                <a:effectLst>
                  <a:glow rad="114300">
                    <a:schemeClr val="bg1"/>
                  </a:glow>
                </a:effectLst>
              </a:rPr>
              <a:t>Renamed tabs:</a:t>
            </a:r>
          </a:p>
          <a:p>
            <a:pPr marL="171450" lvl="1"/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glow rad="114300">
                    <a:schemeClr val="bg1"/>
                  </a:glow>
                </a:effectLst>
              </a:rPr>
              <a:t>Plantings </a:t>
            </a: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glow rad="114300">
                    <a:schemeClr val="bg1"/>
                  </a:glow>
                </a:effectLst>
                <a:sym typeface="Wingdings" panose="05000000000000000000" pitchFamily="2" charset="2"/>
              </a:rPr>
              <a:t> </a:t>
            </a:r>
            <a:r>
              <a:rPr lang="en-US" sz="900" dirty="0" err="1">
                <a:solidFill>
                  <a:schemeClr val="tx1">
                    <a:lumMod val="50000"/>
                    <a:lumOff val="50000"/>
                  </a:schemeClr>
                </a:solidFill>
                <a:effectLst>
                  <a:glow rad="114300">
                    <a:schemeClr val="bg1"/>
                  </a:glow>
                </a:effectLst>
                <a:sym typeface="Wingdings" panose="05000000000000000000" pitchFamily="2" charset="2"/>
              </a:rPr>
              <a:t>Planting_GPS_Points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  <a:effectLst>
                <a:glow rad="114300">
                  <a:schemeClr val="bg1"/>
                </a:glow>
              </a:effectLst>
              <a:sym typeface="Wingdings" panose="05000000000000000000" pitchFamily="2" charset="2"/>
            </a:endParaRPr>
          </a:p>
          <a:p>
            <a:pPr marL="171450" lvl="1"/>
            <a:r>
              <a:rPr lang="en-US" sz="900" dirty="0" err="1">
                <a:solidFill>
                  <a:schemeClr val="tx1">
                    <a:lumMod val="50000"/>
                    <a:lumOff val="50000"/>
                  </a:schemeClr>
                </a:solidFill>
                <a:effectLst>
                  <a:glow rad="114300">
                    <a:schemeClr val="bg1"/>
                  </a:glow>
                </a:effectLst>
                <a:sym typeface="Wingdings" panose="05000000000000000000" pitchFamily="2" charset="2"/>
              </a:rPr>
              <a:t>lookup_table</a:t>
            </a: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glow rad="114300">
                    <a:schemeClr val="bg1"/>
                  </a:glow>
                </a:effectLst>
                <a:sym typeface="Wingdings" panose="05000000000000000000" pitchFamily="2" charset="2"/>
              </a:rPr>
              <a:t>  Plantings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  <a:effectLst>
                <a:glow rad="114300">
                  <a:schemeClr val="bg1"/>
                </a:glow>
              </a:effectLst>
            </a:endParaRPr>
          </a:p>
          <a:p>
            <a:pPr>
              <a:spcBef>
                <a:spcPts val="600"/>
              </a:spcBef>
            </a:pPr>
            <a:r>
              <a:rPr lang="en-US" sz="900" dirty="0">
                <a:solidFill>
                  <a:srgbClr val="C00000"/>
                </a:solidFill>
                <a:effectLst>
                  <a:glow rad="114300">
                    <a:schemeClr val="bg1"/>
                  </a:glow>
                </a:effectLst>
              </a:rPr>
              <a:t>Modified header column names</a:t>
            </a:r>
          </a:p>
          <a:p>
            <a:pPr marL="171450" lvl="1"/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>
                  <a:glow rad="114300">
                    <a:schemeClr val="bg1"/>
                  </a:glow>
                </a:effectLst>
              </a:rPr>
              <a:t>Lower case, no spaces</a:t>
            </a:r>
          </a:p>
          <a:p>
            <a:pPr marL="171450" lvl="1"/>
            <a:r>
              <a:rPr lang="en-US" sz="900" dirty="0">
                <a:solidFill>
                  <a:schemeClr val="bg1">
                    <a:lumMod val="50000"/>
                  </a:schemeClr>
                </a:solidFill>
                <a:effectLst>
                  <a:glow rad="114300">
                    <a:schemeClr val="bg1"/>
                  </a:glow>
                </a:effectLst>
              </a:rPr>
              <a:t>Some new names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F24419F-99FF-BAA0-4743-0B1480B746CE}"/>
                  </a:ext>
                </a:extLst>
              </p14:cNvPr>
              <p14:cNvContentPartPr/>
              <p14:nvPr/>
            </p14:nvContentPartPr>
            <p14:xfrm>
              <a:off x="6128023" y="525061"/>
              <a:ext cx="370440" cy="375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F24419F-99FF-BAA0-4743-0B1480B746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17223" y="514261"/>
                <a:ext cx="39168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DBEAEC-61CB-31C5-8CE7-35C92897820C}"/>
                  </a:ext>
                </a:extLst>
              </p14:cNvPr>
              <p14:cNvContentPartPr/>
              <p14:nvPr/>
            </p14:nvContentPartPr>
            <p14:xfrm>
              <a:off x="6686743" y="467821"/>
              <a:ext cx="1311480" cy="5968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DBEAEC-61CB-31C5-8CE7-35C92897820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72703" y="453421"/>
                <a:ext cx="1336320" cy="62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1DFC637-ACE6-2316-6C77-9AF8A83D5FDA}"/>
                  </a:ext>
                </a:extLst>
              </p14:cNvPr>
              <p14:cNvContentPartPr/>
              <p14:nvPr/>
            </p14:nvContentPartPr>
            <p14:xfrm>
              <a:off x="10697863" y="295021"/>
              <a:ext cx="692280" cy="4935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1DFC637-ACE6-2316-6C77-9AF8A83D5FD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683816" y="280981"/>
                <a:ext cx="717133" cy="52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51B72580-C9B1-A645-0CFA-CFE1D06B5B38}"/>
                  </a:ext>
                </a:extLst>
              </p14:cNvPr>
              <p14:cNvContentPartPr/>
              <p14:nvPr/>
            </p14:nvContentPartPr>
            <p14:xfrm>
              <a:off x="8912623" y="442621"/>
              <a:ext cx="1257840" cy="3841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51B72580-C9B1-A645-0CFA-CFE1D06B5B3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901823" y="428221"/>
                <a:ext cx="1282680" cy="40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157AA5BC-56A9-5285-8B3D-31F1EAAA3209}"/>
                  </a:ext>
                </a:extLst>
              </p14:cNvPr>
              <p14:cNvContentPartPr/>
              <p14:nvPr/>
            </p14:nvContentPartPr>
            <p14:xfrm>
              <a:off x="8340223" y="643861"/>
              <a:ext cx="295920" cy="1576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157AA5BC-56A9-5285-8B3D-31F1EAAA320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326183" y="629461"/>
                <a:ext cx="32436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B1B65794-457C-5886-242F-AD5E38F14885}"/>
                  </a:ext>
                </a:extLst>
              </p14:cNvPr>
              <p14:cNvContentPartPr/>
              <p14:nvPr/>
            </p14:nvContentPartPr>
            <p14:xfrm>
              <a:off x="9837463" y="1103581"/>
              <a:ext cx="213120" cy="3236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B1B65794-457C-5886-242F-AD5E38F1488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823087" y="1089181"/>
                <a:ext cx="237918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F8513F4D-4AC1-ED41-466F-DFF83A7F91CD}"/>
                  </a:ext>
                </a:extLst>
              </p14:cNvPr>
              <p14:cNvContentPartPr/>
              <p14:nvPr/>
            </p14:nvContentPartPr>
            <p14:xfrm>
              <a:off x="9353263" y="1184581"/>
              <a:ext cx="200880" cy="1699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F8513F4D-4AC1-ED41-466F-DFF83A7F91C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338863" y="1170211"/>
                <a:ext cx="229320" cy="198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AF06FAAE-FE0A-EADA-93E0-F3907E0A5ED9}"/>
                  </a:ext>
                </a:extLst>
              </p14:cNvPr>
              <p14:cNvContentPartPr/>
              <p14:nvPr/>
            </p14:nvContentPartPr>
            <p14:xfrm>
              <a:off x="8095063" y="1027261"/>
              <a:ext cx="1047600" cy="4496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AF06FAAE-FE0A-EADA-93E0-F3907E0A5ED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081023" y="1016821"/>
                <a:ext cx="107604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F3690CE-5506-8D98-2A7E-CDCE7A62A6CC}"/>
                  </a:ext>
                </a:extLst>
              </p14:cNvPr>
              <p14:cNvContentPartPr/>
              <p14:nvPr/>
            </p14:nvContentPartPr>
            <p14:xfrm>
              <a:off x="6818863" y="1162621"/>
              <a:ext cx="780120" cy="21780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F3690CE-5506-8D98-2A7E-CDCE7A62A6C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808063" y="1152164"/>
                <a:ext cx="804960" cy="2426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5174A6E2-8081-3DB1-277F-45FB20238CA7}"/>
                  </a:ext>
                </a:extLst>
              </p14:cNvPr>
              <p14:cNvContentPartPr/>
              <p14:nvPr/>
            </p14:nvContentPartPr>
            <p14:xfrm>
              <a:off x="10490503" y="932941"/>
              <a:ext cx="679680" cy="4219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5174A6E2-8081-3DB1-277F-45FB20238CA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480057" y="918889"/>
                <a:ext cx="704533" cy="4467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8254911E-5E1A-D5C9-373E-043EFEE75B9F}"/>
                  </a:ext>
                </a:extLst>
              </p14:cNvPr>
              <p14:cNvContentPartPr/>
              <p14:nvPr/>
            </p14:nvContentPartPr>
            <p14:xfrm>
              <a:off x="9943663" y="1235341"/>
              <a:ext cx="314640" cy="1695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8254911E-5E1A-D5C9-373E-043EFEE75B9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929263" y="1224901"/>
                <a:ext cx="33948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49AC986-2B2F-6978-EF58-070871EB5426}"/>
                  </a:ext>
                </a:extLst>
              </p14:cNvPr>
              <p14:cNvContentPartPr/>
              <p14:nvPr/>
            </p14:nvContentPartPr>
            <p14:xfrm>
              <a:off x="10056703" y="562141"/>
              <a:ext cx="107280" cy="25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49AC986-2B2F-6978-EF58-070871EB542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046263" y="551341"/>
                <a:ext cx="12852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80FC9BA-25D0-6320-661C-80CD4C602A55}"/>
                  </a:ext>
                </a:extLst>
              </p14:cNvPr>
              <p14:cNvContentPartPr/>
              <p14:nvPr/>
            </p14:nvContentPartPr>
            <p14:xfrm>
              <a:off x="10163623" y="681301"/>
              <a:ext cx="170280" cy="195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80FC9BA-25D0-6320-661C-80CD4C602A5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152823" y="670861"/>
                <a:ext cx="191520" cy="21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67380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33D071-028B-2AAC-14C3-D334BF25A0A2}"/>
              </a:ext>
            </a:extLst>
          </p:cNvPr>
          <p:cNvSpPr txBox="1"/>
          <p:nvPr/>
        </p:nvSpPr>
        <p:spPr>
          <a:xfrm>
            <a:off x="2140299" y="2883877"/>
            <a:ext cx="886264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Online feature layer – made ER diagram</a:t>
            </a:r>
          </a:p>
          <a:p>
            <a:pPr marL="633413" lvl="1" indent="-176213">
              <a:buFont typeface="Arial" panose="020B0604020202020204" pitchFamily="34" charset="0"/>
              <a:buChar char="•"/>
            </a:pPr>
            <a:r>
              <a:rPr lang="en-US" sz="1600" dirty="0"/>
              <a:t>Made ER diagram (table relationships)</a:t>
            </a:r>
          </a:p>
          <a:p>
            <a:pPr lvl="2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Update graphs?</a:t>
            </a:r>
          </a:p>
          <a:p>
            <a:pPr lvl="2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Keep donor-planting links (line features)?</a:t>
            </a:r>
          </a:p>
          <a:p>
            <a:pPr lvl="2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Any need for  line and polygon feature classes for plantings?</a:t>
            </a:r>
          </a:p>
          <a:p>
            <a:pPr lvl="1"/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Matrix spreadsheet</a:t>
            </a:r>
          </a:p>
          <a:p>
            <a:pPr marL="633413" lvl="1" indent="-176213">
              <a:buFont typeface="Arial" panose="020B0604020202020204" pitchFamily="34" charset="0"/>
              <a:buChar char="•"/>
            </a:pPr>
            <a:r>
              <a:rPr lang="en-US" sz="1600" dirty="0"/>
              <a:t>Suggested sheet name changes for clarity</a:t>
            </a:r>
          </a:p>
          <a:p>
            <a:pPr marL="633413" lvl="1" indent="-176213">
              <a:buFont typeface="Arial" panose="020B0604020202020204" pitchFamily="34" charset="0"/>
              <a:buChar char="•"/>
            </a:pPr>
            <a:r>
              <a:rPr lang="en-US" sz="1600" dirty="0"/>
              <a:t>Greater automation will require a ‘production’ tables (i.e. clean &amp; systematic)</a:t>
            </a:r>
          </a:p>
          <a:p>
            <a:pPr lvl="1"/>
            <a:endParaRPr lang="en-US" sz="1600" dirty="0"/>
          </a:p>
          <a:p>
            <a:pPr marL="342900" indent="-342900">
              <a:buAutoNum type="arabicPeriod"/>
            </a:pPr>
            <a:r>
              <a:rPr lang="en-US" dirty="0" err="1"/>
              <a:t>planting_relationship</a:t>
            </a:r>
            <a:r>
              <a:rPr lang="en-US" dirty="0"/>
              <a:t> attribute ??</a:t>
            </a:r>
          </a:p>
          <a:p>
            <a:pPr marL="682625" lvl="1" indent="-225425">
              <a:buFont typeface="Arial" panose="020B0604020202020204" pitchFamily="34" charset="0"/>
              <a:buChar char="•"/>
            </a:pPr>
            <a:r>
              <a:rPr lang="en-US" sz="1600" dirty="0"/>
              <a:t>Domain = {single, initial, repeat, collocated}</a:t>
            </a:r>
          </a:p>
          <a:p>
            <a:pPr marL="682625" lvl="1" indent="-225425">
              <a:buFont typeface="Arial" panose="020B0604020202020204" pitchFamily="34" charset="0"/>
              <a:buChar char="•"/>
            </a:pPr>
            <a:r>
              <a:rPr lang="en-US" sz="1600" dirty="0" err="1"/>
              <a:t>Retain_drop</a:t>
            </a:r>
            <a:r>
              <a:rPr lang="en-US" sz="1600" dirty="0"/>
              <a:t>   (shift to automated determination?)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4AA87C-6D67-72AF-6F35-3818FF2E4A89}"/>
              </a:ext>
            </a:extLst>
          </p:cNvPr>
          <p:cNvSpPr txBox="1"/>
          <p:nvPr/>
        </p:nvSpPr>
        <p:spPr>
          <a:xfrm>
            <a:off x="1004834" y="482321"/>
            <a:ext cx="107617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Need automated processing and publishing (will require development time)</a:t>
            </a:r>
          </a:p>
          <a:p>
            <a:endParaRPr lang="en-US" sz="2400" dirty="0"/>
          </a:p>
          <a:p>
            <a:r>
              <a:rPr lang="en-US" sz="2400" dirty="0"/>
              <a:t>Balancing expedient update with movement toward automation</a:t>
            </a:r>
          </a:p>
        </p:txBody>
      </p:sp>
    </p:spTree>
    <p:extLst>
      <p:ext uri="{BB962C8B-B14F-4D97-AF65-F5344CB8AC3E}">
        <p14:creationId xmlns:p14="http://schemas.microsoft.com/office/powerpoint/2010/main" val="37337623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A38B5BD-7A34-2964-5FA2-EAA8D5A422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88" b="1945"/>
          <a:stretch>
            <a:fillRect/>
          </a:stretch>
        </p:blipFill>
        <p:spPr>
          <a:xfrm>
            <a:off x="0" y="0"/>
            <a:ext cx="9801074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0FCA64-6127-481C-FDB0-B7576817A659}"/>
              </a:ext>
            </a:extLst>
          </p:cNvPr>
          <p:cNvSpPr txBox="1"/>
          <p:nvPr/>
        </p:nvSpPr>
        <p:spPr>
          <a:xfrm>
            <a:off x="7686674" y="3838775"/>
            <a:ext cx="4286251" cy="2408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Seagrass Restoration </a:t>
            </a:r>
          </a:p>
          <a:p>
            <a:pPr>
              <a:spcAft>
                <a:spcPts val="300"/>
              </a:spcAft>
            </a:pPr>
            <a:r>
              <a:rPr lang="en-US" sz="2000" dirty="0"/>
              <a:t>ArcGIS Online feature layer</a:t>
            </a:r>
          </a:p>
          <a:p>
            <a:pPr>
              <a:spcAft>
                <a:spcPts val="1200"/>
              </a:spcAft>
            </a:pPr>
            <a:r>
              <a:rPr lang="en-US" sz="1400" dirty="0"/>
              <a:t>Feb. 20</a:t>
            </a:r>
            <a:r>
              <a:rPr lang="en-US" sz="1400"/>
              <a:t>, 2026  </a:t>
            </a:r>
            <a:r>
              <a:rPr lang="en-US" sz="1400" dirty="0"/>
              <a:t>(prior </a:t>
            </a:r>
            <a:r>
              <a:rPr lang="en-US" sz="1400"/>
              <a:t>to update)</a:t>
            </a:r>
            <a:endParaRPr lang="en-US" sz="1400" dirty="0"/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Contains five spatial sublayers – point (3), line (1) and polygon (1).</a:t>
            </a:r>
          </a:p>
          <a:p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Associated attribute tables shown here in an ER diagram (Entity-Relationship).</a:t>
            </a:r>
          </a:p>
          <a:p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972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103CF-DFFB-1ECC-036A-C566C031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66B370E7-CE5F-158D-B15B-659FB655A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88" b="1945"/>
          <a:stretch>
            <a:fillRect/>
          </a:stretch>
        </p:blipFill>
        <p:spPr>
          <a:xfrm>
            <a:off x="0" y="0"/>
            <a:ext cx="9801074" cy="6858000"/>
          </a:xfrm>
          <a:prstGeom prst="rect">
            <a:avLst/>
          </a:prstGeom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B9FDA14-E57A-62AE-35BF-5D03C4ADF91F}"/>
              </a:ext>
            </a:extLst>
          </p:cNvPr>
          <p:cNvSpPr/>
          <p:nvPr/>
        </p:nvSpPr>
        <p:spPr>
          <a:xfrm>
            <a:off x="7267575" y="2908809"/>
            <a:ext cx="4817840" cy="2959998"/>
          </a:xfrm>
          <a:custGeom>
            <a:avLst/>
            <a:gdLst>
              <a:gd name="csX0" fmla="*/ 559971 w 4817840"/>
              <a:gd name="csY0" fmla="*/ 137946 h 2959998"/>
              <a:gd name="csX1" fmla="*/ 198021 w 4817840"/>
              <a:gd name="csY1" fmla="*/ 2423946 h 2959998"/>
              <a:gd name="csX2" fmla="*/ 2684046 w 4817840"/>
              <a:gd name="csY2" fmla="*/ 2957346 h 2959998"/>
              <a:gd name="csX3" fmla="*/ 4779546 w 4817840"/>
              <a:gd name="csY3" fmla="*/ 2519196 h 2959998"/>
              <a:gd name="csX4" fmla="*/ 3769896 w 4817840"/>
              <a:gd name="csY4" fmla="*/ 499896 h 2959998"/>
              <a:gd name="csX5" fmla="*/ 559971 w 4817840"/>
              <a:gd name="csY5" fmla="*/ 137946 h 29599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817840" h="2959998">
                <a:moveTo>
                  <a:pt x="559971" y="137946"/>
                </a:moveTo>
                <a:cubicBezTo>
                  <a:pt x="-35342" y="458621"/>
                  <a:pt x="-155991" y="1954046"/>
                  <a:pt x="198021" y="2423946"/>
                </a:cubicBezTo>
                <a:cubicBezTo>
                  <a:pt x="552033" y="2893846"/>
                  <a:pt x="1920459" y="2941471"/>
                  <a:pt x="2684046" y="2957346"/>
                </a:cubicBezTo>
                <a:cubicBezTo>
                  <a:pt x="3447633" y="2973221"/>
                  <a:pt x="4598571" y="2928771"/>
                  <a:pt x="4779546" y="2519196"/>
                </a:cubicBezTo>
                <a:cubicBezTo>
                  <a:pt x="4960521" y="2109621"/>
                  <a:pt x="4479508" y="895183"/>
                  <a:pt x="3769896" y="499896"/>
                </a:cubicBezTo>
                <a:cubicBezTo>
                  <a:pt x="3060284" y="104609"/>
                  <a:pt x="1155284" y="-182729"/>
                  <a:pt x="559971" y="137946"/>
                </a:cubicBezTo>
                <a:close/>
              </a:path>
            </a:pathLst>
          </a:custGeom>
          <a:solidFill>
            <a:srgbClr val="DBF0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533870-4126-EE4D-4F1B-8FE499C80129}"/>
              </a:ext>
            </a:extLst>
          </p:cNvPr>
          <p:cNvSpPr txBox="1"/>
          <p:nvPr/>
        </p:nvSpPr>
        <p:spPr>
          <a:xfrm>
            <a:off x="2400300" y="5042951"/>
            <a:ext cx="962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Text (8000)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70E057-38F9-FD0A-C7FD-E7E866DDD09D}"/>
              </a:ext>
            </a:extLst>
          </p:cNvPr>
          <p:cNvSpPr txBox="1"/>
          <p:nvPr/>
        </p:nvSpPr>
        <p:spPr>
          <a:xfrm>
            <a:off x="2400300" y="5319950"/>
            <a:ext cx="962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“Planted Shoots”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7AE2762-52BC-5167-B3C9-CC23CF51F964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1962150" y="4848225"/>
            <a:ext cx="438150" cy="33322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C38437-1A42-0625-453B-7EF178F3DF50}"/>
              </a:ext>
            </a:extLst>
          </p:cNvPr>
          <p:cNvCxnSpPr>
            <a:stCxn id="3" idx="1"/>
          </p:cNvCxnSpPr>
          <p:nvPr/>
        </p:nvCxnSpPr>
        <p:spPr>
          <a:xfrm flipH="1" flipV="1">
            <a:off x="1343025" y="5042951"/>
            <a:ext cx="1057275" cy="50783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A7F7D1B-01A3-FA8E-0EAE-9F043D98D976}"/>
              </a:ext>
            </a:extLst>
          </p:cNvPr>
          <p:cNvGrpSpPr/>
          <p:nvPr/>
        </p:nvGrpSpPr>
        <p:grpSpPr>
          <a:xfrm>
            <a:off x="7391399" y="3074179"/>
            <a:ext cx="4600577" cy="2566540"/>
            <a:chOff x="6838949" y="3209746"/>
            <a:chExt cx="4600577" cy="256654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B594431-0B5D-A7C1-8A2D-EDFD5C3904FE}"/>
                </a:ext>
              </a:extLst>
            </p:cNvPr>
            <p:cNvSpPr txBox="1"/>
            <p:nvPr/>
          </p:nvSpPr>
          <p:spPr>
            <a:xfrm>
              <a:off x="6838949" y="5042951"/>
              <a:ext cx="178338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 err="1"/>
                <a:t>planting_location_code</a:t>
              </a:r>
              <a:endParaRPr lang="en-US" sz="12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54373FA-E9B6-04BE-7CBD-309A41936A0D}"/>
                </a:ext>
              </a:extLst>
            </p:cNvPr>
            <p:cNvSpPr txBox="1"/>
            <p:nvPr/>
          </p:nvSpPr>
          <p:spPr>
            <a:xfrm>
              <a:off x="7359165" y="3209746"/>
              <a:ext cx="3362325" cy="1115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US" sz="1600" b="1" u="sng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planting_code</a:t>
              </a:r>
              <a:endParaRPr lang="en-US" sz="1600" b="1" u="sng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QMH_3D_20180601_rebar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JSP_mid_1_20180714_rebar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JSP_mid_1_20180714_pucks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3007521-BD42-2812-94D3-0E7BCE25497A}"/>
                </a:ext>
              </a:extLst>
            </p:cNvPr>
            <p:cNvSpPr txBox="1"/>
            <p:nvPr/>
          </p:nvSpPr>
          <p:spPr>
            <a:xfrm>
              <a:off x="8568491" y="5499287"/>
              <a:ext cx="11693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 err="1"/>
                <a:t>planting_date</a:t>
              </a:r>
              <a:endParaRPr lang="en-US" sz="12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249755C-E13A-22A1-C5F0-185FC859E6E5}"/>
                </a:ext>
              </a:extLst>
            </p:cNvPr>
            <p:cNvSpPr txBox="1"/>
            <p:nvPr/>
          </p:nvSpPr>
          <p:spPr>
            <a:xfrm>
              <a:off x="9382126" y="5056851"/>
              <a:ext cx="2057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 err="1"/>
                <a:t>planting_method</a:t>
              </a:r>
              <a:endParaRPr lang="en-US" sz="1200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73DF5AE-FA95-2F59-DE5D-4B8ED367FFC2}"/>
                </a:ext>
              </a:extLst>
            </p:cNvPr>
            <p:cNvGrpSpPr/>
            <p:nvPr/>
          </p:nvGrpSpPr>
          <p:grpSpPr>
            <a:xfrm>
              <a:off x="7469803" y="4367697"/>
              <a:ext cx="2912447" cy="45721"/>
              <a:chOff x="7469803" y="4462947"/>
              <a:chExt cx="2912447" cy="45721"/>
            </a:xfrm>
          </p:grpSpPr>
          <p:sp>
            <p:nvSpPr>
              <p:cNvPr id="17" name="Right Bracket 16">
                <a:extLst>
                  <a:ext uri="{FF2B5EF4-FFF2-40B4-BE49-F238E27FC236}">
                    <a16:creationId xmlns:a16="http://schemas.microsoft.com/office/drawing/2014/main" id="{70D61A28-8FE2-EF36-B23A-F1AB22C2AD6A}"/>
                  </a:ext>
                </a:extLst>
              </p:cNvPr>
              <p:cNvSpPr/>
              <p:nvPr/>
            </p:nvSpPr>
            <p:spPr>
              <a:xfrm rot="5400000">
                <a:off x="7996287" y="3936464"/>
                <a:ext cx="45719" cy="1098687"/>
              </a:xfrm>
              <a:prstGeom prst="rightBracke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ight Bracket 20">
                <a:extLst>
                  <a:ext uri="{FF2B5EF4-FFF2-40B4-BE49-F238E27FC236}">
                    <a16:creationId xmlns:a16="http://schemas.microsoft.com/office/drawing/2014/main" id="{03742269-2A47-2A88-2326-E02CB3D347D3}"/>
                  </a:ext>
                </a:extLst>
              </p:cNvPr>
              <p:cNvSpPr/>
              <p:nvPr/>
            </p:nvSpPr>
            <p:spPr>
              <a:xfrm rot="5400000">
                <a:off x="9160341" y="4048759"/>
                <a:ext cx="45720" cy="874097"/>
              </a:xfrm>
              <a:prstGeom prst="rightBracke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ight Bracket 21">
                <a:extLst>
                  <a:ext uri="{FF2B5EF4-FFF2-40B4-BE49-F238E27FC236}">
                    <a16:creationId xmlns:a16="http://schemas.microsoft.com/office/drawing/2014/main" id="{E57A6808-2EDB-7C05-10F5-12FDFD211571}"/>
                  </a:ext>
                </a:extLst>
              </p:cNvPr>
              <p:cNvSpPr/>
              <p:nvPr/>
            </p:nvSpPr>
            <p:spPr>
              <a:xfrm rot="5400000">
                <a:off x="10055968" y="4182385"/>
                <a:ext cx="45719" cy="606844"/>
              </a:xfrm>
              <a:prstGeom prst="rightBracke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33AF24D-A494-DEE8-A5E8-BC159E479506}"/>
                </a:ext>
              </a:extLst>
            </p:cNvPr>
            <p:cNvCxnSpPr>
              <a:endCxn id="15" idx="0"/>
            </p:cNvCxnSpPr>
            <p:nvPr/>
          </p:nvCxnSpPr>
          <p:spPr>
            <a:xfrm flipH="1">
              <a:off x="7730640" y="4524375"/>
              <a:ext cx="288506" cy="518576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E32C5A00-74D0-BA29-0291-882781786718}"/>
                </a:ext>
              </a:extLst>
            </p:cNvPr>
            <p:cNvCxnSpPr>
              <a:endCxn id="19" idx="0"/>
            </p:cNvCxnSpPr>
            <p:nvPr/>
          </p:nvCxnSpPr>
          <p:spPr>
            <a:xfrm>
              <a:off x="9153175" y="4600575"/>
              <a:ext cx="1" cy="898712"/>
            </a:xfrm>
            <a:prstGeom prst="straightConnector1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D3981B7-BD8A-1BD8-807F-145DA8687CE0}"/>
                </a:ext>
              </a:extLst>
            </p:cNvPr>
            <p:cNvCxnSpPr/>
            <p:nvPr/>
          </p:nvCxnSpPr>
          <p:spPr>
            <a:xfrm>
              <a:off x="10078827" y="4524375"/>
              <a:ext cx="642663" cy="518576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31B4A11-8D34-A4E6-4688-3103FFFA03FF}"/>
              </a:ext>
            </a:extLst>
          </p:cNvPr>
          <p:cNvSpPr/>
          <p:nvPr/>
        </p:nvSpPr>
        <p:spPr>
          <a:xfrm>
            <a:off x="4467225" y="695247"/>
            <a:ext cx="2924175" cy="2990928"/>
          </a:xfrm>
          <a:custGeom>
            <a:avLst/>
            <a:gdLst>
              <a:gd name="csX0" fmla="*/ 2800350 w 2800350"/>
              <a:gd name="csY0" fmla="*/ 2924175 h 2924175"/>
              <a:gd name="csX1" fmla="*/ 2047875 w 2800350"/>
              <a:gd name="csY1" fmla="*/ 771525 h 2924175"/>
              <a:gd name="csX2" fmla="*/ 0 w 2800350"/>
              <a:gd name="csY2" fmla="*/ 0 h 2924175"/>
              <a:gd name="csX0" fmla="*/ 2800350 w 2800350"/>
              <a:gd name="csY0" fmla="*/ 2924175 h 2924175"/>
              <a:gd name="csX1" fmla="*/ 2047875 w 2800350"/>
              <a:gd name="csY1" fmla="*/ 771525 h 2924175"/>
              <a:gd name="csX2" fmla="*/ 0 w 2800350"/>
              <a:gd name="csY2" fmla="*/ 0 h 2924175"/>
              <a:gd name="csX0" fmla="*/ 2800350 w 2800350"/>
              <a:gd name="csY0" fmla="*/ 2924437 h 2924437"/>
              <a:gd name="csX1" fmla="*/ 2047875 w 2800350"/>
              <a:gd name="csY1" fmla="*/ 771787 h 2924437"/>
              <a:gd name="csX2" fmla="*/ 0 w 2800350"/>
              <a:gd name="csY2" fmla="*/ 262 h 2924437"/>
              <a:gd name="csX0" fmla="*/ 2800350 w 2800350"/>
              <a:gd name="csY0" fmla="*/ 2924658 h 2924658"/>
              <a:gd name="csX1" fmla="*/ 2047875 w 2800350"/>
              <a:gd name="csY1" fmla="*/ 772008 h 2924658"/>
              <a:gd name="csX2" fmla="*/ 0 w 2800350"/>
              <a:gd name="csY2" fmla="*/ 483 h 2924658"/>
              <a:gd name="csX0" fmla="*/ 2800350 w 2800350"/>
              <a:gd name="csY0" fmla="*/ 2924658 h 2924658"/>
              <a:gd name="csX1" fmla="*/ 2047875 w 2800350"/>
              <a:gd name="csY1" fmla="*/ 772008 h 2924658"/>
              <a:gd name="csX2" fmla="*/ 0 w 2800350"/>
              <a:gd name="csY2" fmla="*/ 483 h 2924658"/>
              <a:gd name="csX0" fmla="*/ 2800350 w 2800350"/>
              <a:gd name="csY0" fmla="*/ 2924554 h 2924554"/>
              <a:gd name="csX1" fmla="*/ 2047875 w 2800350"/>
              <a:gd name="csY1" fmla="*/ 771904 h 2924554"/>
              <a:gd name="csX2" fmla="*/ 0 w 2800350"/>
              <a:gd name="csY2" fmla="*/ 379 h 2924554"/>
              <a:gd name="csX0" fmla="*/ 2800350 w 2800350"/>
              <a:gd name="csY0" fmla="*/ 2924320 h 2924320"/>
              <a:gd name="csX1" fmla="*/ 2152650 w 2800350"/>
              <a:gd name="csY1" fmla="*/ 1114570 h 2924320"/>
              <a:gd name="csX2" fmla="*/ 0 w 2800350"/>
              <a:gd name="csY2" fmla="*/ 145 h 2924320"/>
              <a:gd name="csX0" fmla="*/ 2800350 w 2800350"/>
              <a:gd name="csY0" fmla="*/ 2924361 h 2924361"/>
              <a:gd name="csX1" fmla="*/ 2152650 w 2800350"/>
              <a:gd name="csY1" fmla="*/ 1114611 h 2924361"/>
              <a:gd name="csX2" fmla="*/ 0 w 2800350"/>
              <a:gd name="csY2" fmla="*/ 186 h 2924361"/>
              <a:gd name="csX0" fmla="*/ 2800350 w 2800350"/>
              <a:gd name="csY0" fmla="*/ 2924361 h 2924361"/>
              <a:gd name="csX1" fmla="*/ 2152650 w 2800350"/>
              <a:gd name="csY1" fmla="*/ 1114611 h 2924361"/>
              <a:gd name="csX2" fmla="*/ 0 w 2800350"/>
              <a:gd name="csY2" fmla="*/ 186 h 2924361"/>
              <a:gd name="csX0" fmla="*/ 2924175 w 2924175"/>
              <a:gd name="csY0" fmla="*/ 2991036 h 2991036"/>
              <a:gd name="csX1" fmla="*/ 2152650 w 2924175"/>
              <a:gd name="csY1" fmla="*/ 1114611 h 2991036"/>
              <a:gd name="csX2" fmla="*/ 0 w 2924175"/>
              <a:gd name="csY2" fmla="*/ 186 h 2991036"/>
              <a:gd name="csX0" fmla="*/ 2924175 w 2924175"/>
              <a:gd name="csY0" fmla="*/ 2990928 h 2990928"/>
              <a:gd name="csX1" fmla="*/ 2085975 w 2924175"/>
              <a:gd name="csY1" fmla="*/ 1724103 h 2990928"/>
              <a:gd name="csX2" fmla="*/ 0 w 2924175"/>
              <a:gd name="csY2" fmla="*/ 78 h 2990928"/>
              <a:gd name="csX0" fmla="*/ 2924175 w 2924175"/>
              <a:gd name="csY0" fmla="*/ 2990928 h 2990928"/>
              <a:gd name="csX1" fmla="*/ 2085975 w 2924175"/>
              <a:gd name="csY1" fmla="*/ 1724103 h 2990928"/>
              <a:gd name="csX2" fmla="*/ 0 w 2924175"/>
              <a:gd name="csY2" fmla="*/ 78 h 2990928"/>
              <a:gd name="csX0" fmla="*/ 2924175 w 2924175"/>
              <a:gd name="csY0" fmla="*/ 2990928 h 2990928"/>
              <a:gd name="csX1" fmla="*/ 2085975 w 2924175"/>
              <a:gd name="csY1" fmla="*/ 1724103 h 2990928"/>
              <a:gd name="csX2" fmla="*/ 0 w 2924175"/>
              <a:gd name="csY2" fmla="*/ 78 h 29909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924175" h="2990928">
                <a:moveTo>
                  <a:pt x="2924175" y="2990928"/>
                </a:moveTo>
                <a:cubicBezTo>
                  <a:pt x="2457450" y="2510709"/>
                  <a:pt x="2124075" y="2478165"/>
                  <a:pt x="2085975" y="1724103"/>
                </a:cubicBezTo>
                <a:cubicBezTo>
                  <a:pt x="2047875" y="1008140"/>
                  <a:pt x="2533650" y="-10241"/>
                  <a:pt x="0" y="78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05E950B-3D74-86C9-1C8A-87417776C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2675" y="5321869"/>
            <a:ext cx="1905000" cy="142875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C907188-7757-BADC-8DC6-7A7912A7C4BF}"/>
              </a:ext>
            </a:extLst>
          </p:cNvPr>
          <p:cNvCxnSpPr/>
          <p:nvPr/>
        </p:nvCxnSpPr>
        <p:spPr>
          <a:xfrm flipH="1" flipV="1">
            <a:off x="4276725" y="5600700"/>
            <a:ext cx="1885950" cy="18091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3519A76-146C-517B-A4B6-75098258213B}"/>
              </a:ext>
            </a:extLst>
          </p:cNvPr>
          <p:cNvSpPr txBox="1"/>
          <p:nvPr/>
        </p:nvSpPr>
        <p:spPr>
          <a:xfrm>
            <a:off x="9972675" y="1217281"/>
            <a:ext cx="962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?  “point”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112636C-3EB9-8B90-8424-D265634585D6}"/>
              </a:ext>
            </a:extLst>
          </p:cNvPr>
          <p:cNvCxnSpPr>
            <a:stCxn id="36" idx="1"/>
          </p:cNvCxnSpPr>
          <p:nvPr/>
        </p:nvCxnSpPr>
        <p:spPr>
          <a:xfrm flipH="1" flipV="1">
            <a:off x="8353425" y="1333500"/>
            <a:ext cx="1619250" cy="2228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01934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9DC035-397D-F844-AF33-1C2DAE8D65A0}"/>
              </a:ext>
            </a:extLst>
          </p:cNvPr>
          <p:cNvSpPr txBox="1"/>
          <p:nvPr/>
        </p:nvSpPr>
        <p:spPr>
          <a:xfrm>
            <a:off x="1415996" y="2011495"/>
            <a:ext cx="16463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entity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:  planting GPS points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4E67E1D-9A95-D549-BEC5-F882CF43F3A0}"/>
              </a:ext>
            </a:extLst>
          </p:cNvPr>
          <p:cNvGrpSpPr/>
          <p:nvPr/>
        </p:nvGrpSpPr>
        <p:grpSpPr>
          <a:xfrm>
            <a:off x="1714523" y="2747743"/>
            <a:ext cx="1679719" cy="276999"/>
            <a:chOff x="1751374" y="2493077"/>
            <a:chExt cx="1679719" cy="276999"/>
          </a:xfrm>
        </p:grpSpPr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AAD83CF8-E781-6846-A808-A68731FD004F}"/>
                </a:ext>
              </a:extLst>
            </p:cNvPr>
            <p:cNvSpPr txBox="1"/>
            <p:nvPr/>
          </p:nvSpPr>
          <p:spPr>
            <a:xfrm>
              <a:off x="1957711" y="2493077"/>
              <a:ext cx="14733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planting_v0.csv</a:t>
              </a:r>
            </a:p>
          </p:txBody>
        </p:sp>
        <p:pic>
          <p:nvPicPr>
            <p:cNvPr id="127" name="Picture 126">
              <a:extLst>
                <a:ext uri="{FF2B5EF4-FFF2-40B4-BE49-F238E27FC236}">
                  <a16:creationId xmlns:a16="http://schemas.microsoft.com/office/drawing/2014/main" id="{D7BEAF97-B7A6-DC4F-8807-5A7FFBE25E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51374" y="2540394"/>
              <a:ext cx="198705" cy="198705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34D7CB9-C781-F84E-9DDC-FB9A6C94061B}"/>
              </a:ext>
            </a:extLst>
          </p:cNvPr>
          <p:cNvGrpSpPr/>
          <p:nvPr/>
        </p:nvGrpSpPr>
        <p:grpSpPr>
          <a:xfrm>
            <a:off x="1168197" y="1793609"/>
            <a:ext cx="1208576" cy="313593"/>
            <a:chOff x="515031" y="1489763"/>
            <a:chExt cx="1208576" cy="313593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8551FBF-AF88-DC42-B47D-6C9F60BBD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5031" y="1489763"/>
              <a:ext cx="313593" cy="313593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EB30357-DC69-5246-95B8-41A049960A70}"/>
                </a:ext>
              </a:extLst>
            </p:cNvPr>
            <p:cNvSpPr txBox="1"/>
            <p:nvPr/>
          </p:nvSpPr>
          <p:spPr>
            <a:xfrm>
              <a:off x="741504" y="1505518"/>
              <a:ext cx="9821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Planting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4E4A29-38E3-6446-A4BA-7CEF13C1C89F}"/>
              </a:ext>
            </a:extLst>
          </p:cNvPr>
          <p:cNvGrpSpPr/>
          <p:nvPr/>
        </p:nvGrpSpPr>
        <p:grpSpPr>
          <a:xfrm>
            <a:off x="1660200" y="2376946"/>
            <a:ext cx="1565273" cy="313593"/>
            <a:chOff x="947772" y="1731603"/>
            <a:chExt cx="1565273" cy="313593"/>
          </a:xfrm>
        </p:grpSpPr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DDDF15B7-BA0B-1840-A2E6-75513817C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7772" y="1731603"/>
              <a:ext cx="313593" cy="313593"/>
            </a:xfrm>
            <a:prstGeom prst="rect">
              <a:avLst/>
            </a:prstGeom>
          </p:spPr>
        </p:pic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96CDDDFE-A0CE-1A4C-BE85-73617A9DB728}"/>
                </a:ext>
              </a:extLst>
            </p:cNvPr>
            <p:cNvSpPr txBox="1"/>
            <p:nvPr/>
          </p:nvSpPr>
          <p:spPr>
            <a:xfrm>
              <a:off x="1174245" y="1747358"/>
              <a:ext cx="1338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Planting_edit</a:t>
              </a:r>
              <a:endParaRPr lang="en-US" sz="1200" dirty="0"/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68D8BF94-C7C9-4546-A56B-672578D0685C}"/>
              </a:ext>
            </a:extLst>
          </p:cNvPr>
          <p:cNvGrpSpPr/>
          <p:nvPr/>
        </p:nvGrpSpPr>
        <p:grpSpPr>
          <a:xfrm>
            <a:off x="2653827" y="3208751"/>
            <a:ext cx="2606516" cy="276999"/>
            <a:chOff x="1956248" y="347313"/>
            <a:chExt cx="2606516" cy="276999"/>
          </a:xfrm>
        </p:grpSpPr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DFBDE546-428D-A146-A4C4-F514AC941E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56248" y="398275"/>
              <a:ext cx="198705" cy="198705"/>
            </a:xfrm>
            <a:prstGeom prst="rect">
              <a:avLst/>
            </a:prstGeom>
          </p:spPr>
        </p:pic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B1E95C1-B333-6645-B6E0-55D577712F67}"/>
                </a:ext>
              </a:extLst>
            </p:cNvPr>
            <p:cNvSpPr txBox="1"/>
            <p:nvPr/>
          </p:nvSpPr>
          <p:spPr>
            <a:xfrm>
              <a:off x="2120200" y="347313"/>
              <a:ext cx="24425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planting_pt.csv</a:t>
              </a:r>
              <a:endParaRPr lang="en-US" sz="1200" dirty="0"/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74499279-B3BB-8246-9728-263B26627CAB}"/>
              </a:ext>
            </a:extLst>
          </p:cNvPr>
          <p:cNvGrpSpPr/>
          <p:nvPr/>
        </p:nvGrpSpPr>
        <p:grpSpPr>
          <a:xfrm>
            <a:off x="2654624" y="4200134"/>
            <a:ext cx="2606516" cy="276999"/>
            <a:chOff x="1956248" y="347313"/>
            <a:chExt cx="2606516" cy="276999"/>
          </a:xfrm>
        </p:grpSpPr>
        <p:pic>
          <p:nvPicPr>
            <p:cNvPr id="158" name="Picture 157">
              <a:extLst>
                <a:ext uri="{FF2B5EF4-FFF2-40B4-BE49-F238E27FC236}">
                  <a16:creationId xmlns:a16="http://schemas.microsoft.com/office/drawing/2014/main" id="{E0389791-CE69-3C4C-AD12-25DCB438D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56248" y="398275"/>
              <a:ext cx="198705" cy="198705"/>
            </a:xfrm>
            <a:prstGeom prst="rect">
              <a:avLst/>
            </a:prstGeom>
          </p:spPr>
        </p:pic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5DEAD42F-FD33-4740-9266-3E944714F65A}"/>
                </a:ext>
              </a:extLst>
            </p:cNvPr>
            <p:cNvSpPr txBox="1"/>
            <p:nvPr/>
          </p:nvSpPr>
          <p:spPr>
            <a:xfrm>
              <a:off x="2120200" y="347313"/>
              <a:ext cx="24425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plantings_table.csv</a:t>
              </a:r>
              <a:endParaRPr lang="en-US" sz="1200" dirty="0"/>
            </a:p>
          </p:txBody>
        </p:sp>
      </p:grp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6DDF36F-3F3D-2F4C-BB83-26166C0D0DDD}"/>
              </a:ext>
            </a:extLst>
          </p:cNvPr>
          <p:cNvCxnSpPr>
            <a:cxnSpLocks/>
          </p:cNvCxnSpPr>
          <p:nvPr/>
        </p:nvCxnSpPr>
        <p:spPr>
          <a:xfrm flipH="1">
            <a:off x="1813874" y="3040421"/>
            <a:ext cx="2" cy="292765"/>
          </a:xfrm>
          <a:prstGeom prst="line">
            <a:avLst/>
          </a:prstGeom>
          <a:ln w="12700"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7" name="Picture 136">
            <a:extLst>
              <a:ext uri="{FF2B5EF4-FFF2-40B4-BE49-F238E27FC236}">
                <a16:creationId xmlns:a16="http://schemas.microsoft.com/office/drawing/2014/main" id="{A2A09EC4-0586-A94A-B123-DB6EB1E4D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7077" y="3356936"/>
            <a:ext cx="313593" cy="245955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2F09FC9B-A18D-BC47-8A6C-58942C37C172}"/>
              </a:ext>
            </a:extLst>
          </p:cNvPr>
          <p:cNvGrpSpPr/>
          <p:nvPr/>
        </p:nvGrpSpPr>
        <p:grpSpPr>
          <a:xfrm>
            <a:off x="5875087" y="3253557"/>
            <a:ext cx="867704" cy="1591697"/>
            <a:chOff x="5628138" y="1148266"/>
            <a:chExt cx="760504" cy="1395051"/>
          </a:xfrm>
        </p:grpSpPr>
        <p:pic>
          <p:nvPicPr>
            <p:cNvPr id="162" name="Picture 161">
              <a:extLst>
                <a:ext uri="{FF2B5EF4-FFF2-40B4-BE49-F238E27FC236}">
                  <a16:creationId xmlns:a16="http://schemas.microsoft.com/office/drawing/2014/main" id="{8119397D-083F-B64A-B5D7-2B874CE75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80845" y="1148266"/>
              <a:ext cx="655090" cy="655090"/>
            </a:xfrm>
            <a:prstGeom prst="rect">
              <a:avLst/>
            </a:prstGeom>
          </p:spPr>
        </p:pic>
        <p:pic>
          <p:nvPicPr>
            <p:cNvPr id="164" name="Picture 163">
              <a:extLst>
                <a:ext uri="{FF2B5EF4-FFF2-40B4-BE49-F238E27FC236}">
                  <a16:creationId xmlns:a16="http://schemas.microsoft.com/office/drawing/2014/main" id="{7A05E179-C767-A448-8DCE-EE12FF813C2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16498" y="1902627"/>
              <a:ext cx="585309" cy="511375"/>
            </a:xfrm>
            <a:prstGeom prst="rect">
              <a:avLst/>
            </a:prstGeom>
          </p:spPr>
        </p:pic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E99351A5-FA09-6B41-A43F-FAB5E9E715DE}"/>
                </a:ext>
              </a:extLst>
            </p:cNvPr>
            <p:cNvSpPr/>
            <p:nvPr/>
          </p:nvSpPr>
          <p:spPr>
            <a:xfrm>
              <a:off x="5628138" y="1177103"/>
              <a:ext cx="760504" cy="1366214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6" name="Picture 165">
            <a:extLst>
              <a:ext uri="{FF2B5EF4-FFF2-40B4-BE49-F238E27FC236}">
                <a16:creationId xmlns:a16="http://schemas.microsoft.com/office/drawing/2014/main" id="{8063D843-11ED-7940-B7A2-BA4A999806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8536" y="2166506"/>
            <a:ext cx="598389" cy="598389"/>
          </a:xfrm>
          <a:prstGeom prst="rect">
            <a:avLst/>
          </a:prstGeom>
        </p:spPr>
      </p:pic>
      <p:sp>
        <p:nvSpPr>
          <p:cNvPr id="168" name="TextBox 167">
            <a:extLst>
              <a:ext uri="{FF2B5EF4-FFF2-40B4-BE49-F238E27FC236}">
                <a16:creationId xmlns:a16="http://schemas.microsoft.com/office/drawing/2014/main" id="{2EDF7A1D-6C9C-AD45-8AAE-934D3E9A9658}"/>
              </a:ext>
            </a:extLst>
          </p:cNvPr>
          <p:cNvSpPr txBox="1"/>
          <p:nvPr/>
        </p:nvSpPr>
        <p:spPr>
          <a:xfrm>
            <a:off x="522907" y="2366570"/>
            <a:ext cx="80566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i="1" dirty="0">
                <a:solidFill>
                  <a:schemeClr val="bg1">
                    <a:lumMod val="65000"/>
                  </a:schemeClr>
                </a:solidFill>
              </a:rPr>
              <a:t>unique </a:t>
            </a:r>
          </a:p>
          <a:p>
            <a:pPr algn="r"/>
            <a:r>
              <a:rPr lang="en-US" sz="1050" i="1" dirty="0">
                <a:solidFill>
                  <a:schemeClr val="bg1">
                    <a:lumMod val="65000"/>
                  </a:schemeClr>
                </a:solidFill>
              </a:rPr>
              <a:t>planting ID &amp; edits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446A0F2-F016-9145-B05C-3A915F557D8E}"/>
              </a:ext>
            </a:extLst>
          </p:cNvPr>
          <p:cNvSpPr txBox="1"/>
          <p:nvPr/>
        </p:nvSpPr>
        <p:spPr>
          <a:xfrm>
            <a:off x="373414" y="3429000"/>
            <a:ext cx="123948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i="1" dirty="0">
                <a:solidFill>
                  <a:schemeClr val="bg1">
                    <a:lumMod val="65000"/>
                  </a:schemeClr>
                </a:solidFill>
              </a:rPr>
              <a:t>edits &amp; split data, </a:t>
            </a:r>
          </a:p>
          <a:p>
            <a:pPr algn="r"/>
            <a:r>
              <a:rPr lang="en-US" sz="1050" i="1" dirty="0">
                <a:solidFill>
                  <a:schemeClr val="bg1">
                    <a:lumMod val="65000"/>
                  </a:schemeClr>
                </a:solidFill>
              </a:rPr>
              <a:t>create </a:t>
            </a:r>
          </a:p>
          <a:p>
            <a:pPr algn="r"/>
            <a:r>
              <a:rPr lang="en-US" sz="1050" i="1" dirty="0">
                <a:solidFill>
                  <a:schemeClr val="bg1">
                    <a:lumMod val="65000"/>
                  </a:schemeClr>
                </a:solidFill>
              </a:rPr>
              <a:t>”plantings” table</a:t>
            </a:r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F4267ACD-45AA-B14F-8DCD-1FE1B6B327A8}"/>
              </a:ext>
            </a:extLst>
          </p:cNvPr>
          <p:cNvGrpSpPr/>
          <p:nvPr/>
        </p:nvGrpSpPr>
        <p:grpSpPr>
          <a:xfrm>
            <a:off x="2653827" y="3499405"/>
            <a:ext cx="2606516" cy="276999"/>
            <a:chOff x="1956248" y="347313"/>
            <a:chExt cx="2606516" cy="276999"/>
          </a:xfrm>
        </p:grpSpPr>
        <p:pic>
          <p:nvPicPr>
            <p:cNvPr id="174" name="Picture 173">
              <a:extLst>
                <a:ext uri="{FF2B5EF4-FFF2-40B4-BE49-F238E27FC236}">
                  <a16:creationId xmlns:a16="http://schemas.microsoft.com/office/drawing/2014/main" id="{539FF1DC-269E-1846-B5A5-93AA548C8C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56248" y="398275"/>
              <a:ext cx="198705" cy="198705"/>
            </a:xfrm>
            <a:prstGeom prst="rect">
              <a:avLst/>
            </a:prstGeom>
          </p:spPr>
        </p:pic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A7271ADB-11B1-2D49-9D64-CF6123B330B8}"/>
                </a:ext>
              </a:extLst>
            </p:cNvPr>
            <p:cNvSpPr txBox="1"/>
            <p:nvPr/>
          </p:nvSpPr>
          <p:spPr>
            <a:xfrm>
              <a:off x="2120200" y="347313"/>
              <a:ext cx="24425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planting_ln.csv</a:t>
              </a:r>
              <a:endParaRPr lang="en-US" sz="1200" dirty="0"/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81F051AB-17E2-124D-92CE-A0E9EB302B0A}"/>
              </a:ext>
            </a:extLst>
          </p:cNvPr>
          <p:cNvGrpSpPr/>
          <p:nvPr/>
        </p:nvGrpSpPr>
        <p:grpSpPr>
          <a:xfrm>
            <a:off x="2654624" y="3791181"/>
            <a:ext cx="2606516" cy="276999"/>
            <a:chOff x="1956248" y="347313"/>
            <a:chExt cx="2606516" cy="276999"/>
          </a:xfrm>
        </p:grpSpPr>
        <p:pic>
          <p:nvPicPr>
            <p:cNvPr id="177" name="Picture 176">
              <a:extLst>
                <a:ext uri="{FF2B5EF4-FFF2-40B4-BE49-F238E27FC236}">
                  <a16:creationId xmlns:a16="http://schemas.microsoft.com/office/drawing/2014/main" id="{D60F55B4-BA55-E642-8105-C55DEA3253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56248" y="398275"/>
              <a:ext cx="198705" cy="198705"/>
            </a:xfrm>
            <a:prstGeom prst="rect">
              <a:avLst/>
            </a:prstGeom>
          </p:spPr>
        </p:pic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B5DC6AAB-E9F0-C343-A04B-632B9754C4D1}"/>
                </a:ext>
              </a:extLst>
            </p:cNvPr>
            <p:cNvSpPr txBox="1"/>
            <p:nvPr/>
          </p:nvSpPr>
          <p:spPr>
            <a:xfrm>
              <a:off x="2120200" y="347313"/>
              <a:ext cx="24425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planting_poly.csv</a:t>
              </a:r>
              <a:endParaRPr lang="en-US" sz="1200" dirty="0"/>
            </a:p>
          </p:txBody>
        </p:sp>
      </p:grpSp>
      <p:sp>
        <p:nvSpPr>
          <p:cNvPr id="34" name="Left Bracket 33">
            <a:extLst>
              <a:ext uri="{FF2B5EF4-FFF2-40B4-BE49-F238E27FC236}">
                <a16:creationId xmlns:a16="http://schemas.microsoft.com/office/drawing/2014/main" id="{4834D5F9-9A50-9B40-A9BA-DF5783778496}"/>
              </a:ext>
            </a:extLst>
          </p:cNvPr>
          <p:cNvSpPr/>
          <p:nvPr/>
        </p:nvSpPr>
        <p:spPr>
          <a:xfrm>
            <a:off x="2501070" y="3205013"/>
            <a:ext cx="60212" cy="2157444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98EC499B-CD0B-3B4A-981C-D48740CB7284}"/>
              </a:ext>
            </a:extLst>
          </p:cNvPr>
          <p:cNvSpPr/>
          <p:nvPr/>
        </p:nvSpPr>
        <p:spPr>
          <a:xfrm>
            <a:off x="1826956" y="3683984"/>
            <a:ext cx="599194" cy="454089"/>
          </a:xfrm>
          <a:custGeom>
            <a:avLst/>
            <a:gdLst>
              <a:gd name="connsiteX0" fmla="*/ 8294 w 605453"/>
              <a:gd name="connsiteY0" fmla="*/ 0 h 454089"/>
              <a:gd name="connsiteX1" fmla="*/ 82939 w 605453"/>
              <a:gd name="connsiteY1" fmla="*/ 354563 h 454089"/>
              <a:gd name="connsiteX2" fmla="*/ 605453 w 605453"/>
              <a:gd name="connsiteY2" fmla="*/ 454089 h 454089"/>
              <a:gd name="connsiteX0" fmla="*/ 2035 w 599194"/>
              <a:gd name="connsiteY0" fmla="*/ 0 h 454089"/>
              <a:gd name="connsiteX1" fmla="*/ 133830 w 599194"/>
              <a:gd name="connsiteY1" fmla="*/ 345038 h 454089"/>
              <a:gd name="connsiteX2" fmla="*/ 599194 w 599194"/>
              <a:gd name="connsiteY2" fmla="*/ 454089 h 454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9194" h="454089">
                <a:moveTo>
                  <a:pt x="2035" y="0"/>
                </a:moveTo>
                <a:cubicBezTo>
                  <a:pt x="-10406" y="139440"/>
                  <a:pt x="34303" y="269356"/>
                  <a:pt x="133830" y="345038"/>
                </a:cubicBezTo>
                <a:cubicBezTo>
                  <a:pt x="233357" y="420720"/>
                  <a:pt x="387700" y="442167"/>
                  <a:pt x="599194" y="454089"/>
                </a:cubicBezTo>
              </a:path>
            </a:pathLst>
          </a:custGeom>
          <a:noFill/>
          <a:ln>
            <a:tailEnd type="triangle" w="sm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9149BF7B-CDBD-F642-AFBB-4CBA779C1FD1}"/>
              </a:ext>
            </a:extLst>
          </p:cNvPr>
          <p:cNvSpPr txBox="1"/>
          <p:nvPr/>
        </p:nvSpPr>
        <p:spPr>
          <a:xfrm>
            <a:off x="5629833" y="2763905"/>
            <a:ext cx="13388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solidFill>
                  <a:schemeClr val="bg1">
                    <a:lumMod val="65000"/>
                  </a:schemeClr>
                </a:solidFill>
              </a:rPr>
              <a:t>import, project &amp; make lines/polys</a:t>
            </a:r>
          </a:p>
        </p:txBody>
      </p:sp>
      <p:sp>
        <p:nvSpPr>
          <p:cNvPr id="38" name="Right Bracket 37">
            <a:extLst>
              <a:ext uri="{FF2B5EF4-FFF2-40B4-BE49-F238E27FC236}">
                <a16:creationId xmlns:a16="http://schemas.microsoft.com/office/drawing/2014/main" id="{10EB8199-6576-F741-813F-6CBF1515E923}"/>
              </a:ext>
            </a:extLst>
          </p:cNvPr>
          <p:cNvSpPr/>
          <p:nvPr/>
        </p:nvSpPr>
        <p:spPr>
          <a:xfrm>
            <a:off x="4643467" y="3271092"/>
            <a:ext cx="81317" cy="1227690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4FF2C25-6949-9643-A88C-09E22F0A570D}"/>
              </a:ext>
            </a:extLst>
          </p:cNvPr>
          <p:cNvCxnSpPr/>
          <p:nvPr/>
        </p:nvCxnSpPr>
        <p:spPr>
          <a:xfrm>
            <a:off x="4741099" y="3865407"/>
            <a:ext cx="1133988" cy="0"/>
          </a:xfrm>
          <a:prstGeom prst="straightConnector1">
            <a:avLst/>
          </a:prstGeom>
          <a:ln w="12700"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49EFE23-D3B7-C049-9F9D-948BBAE2E758}"/>
              </a:ext>
            </a:extLst>
          </p:cNvPr>
          <p:cNvCxnSpPr>
            <a:cxnSpLocks/>
          </p:cNvCxnSpPr>
          <p:nvPr/>
        </p:nvCxnSpPr>
        <p:spPr>
          <a:xfrm>
            <a:off x="7935330" y="2832341"/>
            <a:ext cx="346609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129236AE-1C48-D34F-92E3-1A7906B93448}"/>
              </a:ext>
            </a:extLst>
          </p:cNvPr>
          <p:cNvSpPr txBox="1"/>
          <p:nvPr/>
        </p:nvSpPr>
        <p:spPr>
          <a:xfrm>
            <a:off x="94672" y="5251471"/>
            <a:ext cx="2144474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chemeClr val="bg1">
                    <a:lumMod val="65000"/>
                  </a:schemeClr>
                </a:solidFill>
              </a:rPr>
              <a:t>filter out second header row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chemeClr val="bg1">
                    <a:lumMod val="65000"/>
                  </a:schemeClr>
                </a:solidFill>
              </a:rPr>
              <a:t>filter out rows missing </a:t>
            </a:r>
            <a:r>
              <a:rPr lang="en-US" sz="1050" i="1" dirty="0" err="1">
                <a:solidFill>
                  <a:schemeClr val="bg1">
                    <a:lumMod val="65000"/>
                  </a:schemeClr>
                </a:solidFill>
              </a:rPr>
              <a:t>lat</a:t>
            </a:r>
            <a:r>
              <a:rPr lang="en-US" sz="1050" i="1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en-US" sz="1050" i="1" dirty="0" err="1">
                <a:solidFill>
                  <a:schemeClr val="bg1">
                    <a:lumMod val="65000"/>
                  </a:schemeClr>
                </a:solidFill>
              </a:rPr>
              <a:t>lon</a:t>
            </a:r>
            <a:r>
              <a:rPr lang="en-US" sz="1050" i="1" dirty="0">
                <a:solidFill>
                  <a:schemeClr val="bg1">
                    <a:lumMod val="65000"/>
                  </a:schemeClr>
                </a:solidFill>
              </a:rPr>
              <a:t> &amp; related rows (same planting)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chemeClr val="bg1">
                    <a:lumMod val="65000"/>
                  </a:schemeClr>
                </a:solidFill>
              </a:rPr>
              <a:t>rename all columns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chemeClr val="bg1">
                    <a:lumMod val="65000"/>
                  </a:schemeClr>
                </a:solidFill>
              </a:rPr>
              <a:t>summarize methods by location</a:t>
            </a:r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6371E971-DF32-3C4B-9090-4841206F7EC9}"/>
              </a:ext>
            </a:extLst>
          </p:cNvPr>
          <p:cNvGrpSpPr/>
          <p:nvPr/>
        </p:nvGrpSpPr>
        <p:grpSpPr>
          <a:xfrm>
            <a:off x="2664625" y="4779128"/>
            <a:ext cx="1978842" cy="276999"/>
            <a:chOff x="1751374" y="2493077"/>
            <a:chExt cx="1679719" cy="276999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D7EB3378-B500-AE4E-B9E1-85A0CF0A56F7}"/>
                </a:ext>
              </a:extLst>
            </p:cNvPr>
            <p:cNvSpPr txBox="1"/>
            <p:nvPr/>
          </p:nvSpPr>
          <p:spPr>
            <a:xfrm>
              <a:off x="1957711" y="2493077"/>
              <a:ext cx="14733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planting_pts_all.csv</a:t>
              </a:r>
              <a:endParaRPr lang="en-US" sz="1200" dirty="0"/>
            </a:p>
          </p:txBody>
        </p:sp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5349E0C2-1CC9-2947-9B45-60604DD7E3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51374" y="2540394"/>
              <a:ext cx="198705" cy="198705"/>
            </a:xfrm>
            <a:prstGeom prst="rect">
              <a:avLst/>
            </a:prstGeom>
          </p:spPr>
        </p:pic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677A020C-3450-B84E-B5F1-0B78DBFAA52E}"/>
              </a:ext>
            </a:extLst>
          </p:cNvPr>
          <p:cNvGrpSpPr/>
          <p:nvPr/>
        </p:nvGrpSpPr>
        <p:grpSpPr>
          <a:xfrm>
            <a:off x="6014786" y="4968910"/>
            <a:ext cx="650142" cy="1192606"/>
            <a:chOff x="5628138" y="1148266"/>
            <a:chExt cx="760504" cy="1395051"/>
          </a:xfrm>
        </p:grpSpPr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3B0F8B14-9AFF-A940-A373-40B47359A8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80845" y="1148266"/>
              <a:ext cx="655090" cy="655090"/>
            </a:xfrm>
            <a:prstGeom prst="rect">
              <a:avLst/>
            </a:prstGeom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0223C2EF-4A80-7649-A1C4-EF202C506A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16498" y="1902627"/>
              <a:ext cx="585309" cy="511375"/>
            </a:xfrm>
            <a:prstGeom prst="rect">
              <a:avLst/>
            </a:prstGeom>
          </p:spPr>
        </p:pic>
        <p:sp>
          <p:nvSpPr>
            <p:cNvPr id="143" name="Rounded Rectangle 142">
              <a:extLst>
                <a:ext uri="{FF2B5EF4-FFF2-40B4-BE49-F238E27FC236}">
                  <a16:creationId xmlns:a16="http://schemas.microsoft.com/office/drawing/2014/main" id="{4C25D8D9-86D5-6742-B9C8-C938C7AA863A}"/>
                </a:ext>
              </a:extLst>
            </p:cNvPr>
            <p:cNvSpPr/>
            <p:nvPr/>
          </p:nvSpPr>
          <p:spPr>
            <a:xfrm>
              <a:off x="5628138" y="1177103"/>
              <a:ext cx="760504" cy="1366214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6" name="Right Bracket 145">
            <a:extLst>
              <a:ext uri="{FF2B5EF4-FFF2-40B4-BE49-F238E27FC236}">
                <a16:creationId xmlns:a16="http://schemas.microsoft.com/office/drawing/2014/main" id="{055EA198-0106-0F40-861E-67537BB485EA}"/>
              </a:ext>
            </a:extLst>
          </p:cNvPr>
          <p:cNvSpPr/>
          <p:nvPr/>
        </p:nvSpPr>
        <p:spPr>
          <a:xfrm>
            <a:off x="5013625" y="4235902"/>
            <a:ext cx="45719" cy="1095578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6DF2A84-CAFA-AE46-8AA2-2CD726C72000}"/>
              </a:ext>
            </a:extLst>
          </p:cNvPr>
          <p:cNvGrpSpPr/>
          <p:nvPr/>
        </p:nvGrpSpPr>
        <p:grpSpPr>
          <a:xfrm>
            <a:off x="7999709" y="5420006"/>
            <a:ext cx="2015148" cy="276999"/>
            <a:chOff x="7999709" y="5420006"/>
            <a:chExt cx="2015148" cy="276999"/>
          </a:xfrm>
        </p:grpSpPr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D4F5A19D-2ECA-804B-9EED-2DA81167D5CA}"/>
                </a:ext>
              </a:extLst>
            </p:cNvPr>
            <p:cNvGrpSpPr/>
            <p:nvPr/>
          </p:nvGrpSpPr>
          <p:grpSpPr>
            <a:xfrm>
              <a:off x="7999709" y="5469259"/>
              <a:ext cx="208494" cy="208494"/>
              <a:chOff x="8630706" y="3131735"/>
              <a:chExt cx="1397214" cy="1397214"/>
            </a:xfrm>
          </p:grpSpPr>
          <p:sp>
            <p:nvSpPr>
              <p:cNvPr id="157" name="Rounded Rectangle 156">
                <a:extLst>
                  <a:ext uri="{FF2B5EF4-FFF2-40B4-BE49-F238E27FC236}">
                    <a16:creationId xmlns:a16="http://schemas.microsoft.com/office/drawing/2014/main" id="{63EE9B34-DCF7-1641-BDA1-DC350860C3BE}"/>
                  </a:ext>
                </a:extLst>
              </p:cNvPr>
              <p:cNvSpPr/>
              <p:nvPr/>
            </p:nvSpPr>
            <p:spPr>
              <a:xfrm>
                <a:off x="8630706" y="3131735"/>
                <a:ext cx="1397214" cy="1397214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CF2AB1AA-1C55-1E40-8F67-E6AE8E32BF6B}"/>
                  </a:ext>
                </a:extLst>
              </p:cNvPr>
              <p:cNvSpPr/>
              <p:nvPr/>
            </p:nvSpPr>
            <p:spPr>
              <a:xfrm>
                <a:off x="8859520" y="3322320"/>
                <a:ext cx="955040" cy="975360"/>
              </a:xfrm>
              <a:custGeom>
                <a:avLst/>
                <a:gdLst>
                  <a:gd name="connsiteX0" fmla="*/ 132080 w 955040"/>
                  <a:gd name="connsiteY0" fmla="*/ 71120 h 975360"/>
                  <a:gd name="connsiteX1" fmla="*/ 0 w 955040"/>
                  <a:gd name="connsiteY1" fmla="*/ 386080 h 975360"/>
                  <a:gd name="connsiteX2" fmla="*/ 81280 w 955040"/>
                  <a:gd name="connsiteY2" fmla="*/ 833120 h 975360"/>
                  <a:gd name="connsiteX3" fmla="*/ 396240 w 955040"/>
                  <a:gd name="connsiteY3" fmla="*/ 955040 h 975360"/>
                  <a:gd name="connsiteX4" fmla="*/ 792480 w 955040"/>
                  <a:gd name="connsiteY4" fmla="*/ 975360 h 975360"/>
                  <a:gd name="connsiteX5" fmla="*/ 955040 w 955040"/>
                  <a:gd name="connsiteY5" fmla="*/ 701040 h 975360"/>
                  <a:gd name="connsiteX6" fmla="*/ 762000 w 955040"/>
                  <a:gd name="connsiteY6" fmla="*/ 426720 h 975360"/>
                  <a:gd name="connsiteX7" fmla="*/ 599440 w 955040"/>
                  <a:gd name="connsiteY7" fmla="*/ 121920 h 975360"/>
                  <a:gd name="connsiteX8" fmla="*/ 375920 w 955040"/>
                  <a:gd name="connsiteY8" fmla="*/ 0 h 975360"/>
                  <a:gd name="connsiteX9" fmla="*/ 132080 w 955040"/>
                  <a:gd name="connsiteY9" fmla="*/ 71120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55040" h="975360">
                    <a:moveTo>
                      <a:pt x="132080" y="71120"/>
                    </a:moveTo>
                    <a:lnTo>
                      <a:pt x="0" y="386080"/>
                    </a:lnTo>
                    <a:lnTo>
                      <a:pt x="81280" y="833120"/>
                    </a:lnTo>
                    <a:lnTo>
                      <a:pt x="396240" y="955040"/>
                    </a:lnTo>
                    <a:lnTo>
                      <a:pt x="792480" y="975360"/>
                    </a:lnTo>
                    <a:lnTo>
                      <a:pt x="955040" y="701040"/>
                    </a:lnTo>
                    <a:lnTo>
                      <a:pt x="762000" y="426720"/>
                    </a:lnTo>
                    <a:lnTo>
                      <a:pt x="599440" y="121920"/>
                    </a:lnTo>
                    <a:lnTo>
                      <a:pt x="375920" y="0"/>
                    </a:lnTo>
                    <a:lnTo>
                      <a:pt x="132080" y="71120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3A1CD8B3-27DA-5C41-BAF9-03725320FDAB}"/>
                </a:ext>
              </a:extLst>
            </p:cNvPr>
            <p:cNvSpPr txBox="1"/>
            <p:nvPr/>
          </p:nvSpPr>
          <p:spPr>
            <a:xfrm>
              <a:off x="8208341" y="5420006"/>
              <a:ext cx="18065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restoration area polygons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2B78940-D7AE-A64A-B891-B4E80399E5D6}"/>
              </a:ext>
            </a:extLst>
          </p:cNvPr>
          <p:cNvCxnSpPr/>
          <p:nvPr/>
        </p:nvCxnSpPr>
        <p:spPr>
          <a:xfrm>
            <a:off x="6742791" y="5585827"/>
            <a:ext cx="1158917" cy="0"/>
          </a:xfrm>
          <a:prstGeom prst="straightConnector1">
            <a:avLst/>
          </a:prstGeom>
          <a:ln w="12700"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D7EB3378-B500-AE4E-B9E1-85A0CF0A56F7}"/>
              </a:ext>
            </a:extLst>
          </p:cNvPr>
          <p:cNvSpPr txBox="1"/>
          <p:nvPr/>
        </p:nvSpPr>
        <p:spPr>
          <a:xfrm>
            <a:off x="2870961" y="5085458"/>
            <a:ext cx="22551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area_method_join_table.csv</a:t>
            </a:r>
            <a:endParaRPr lang="en-US" sz="1200" dirty="0"/>
          </a:p>
        </p:txBody>
      </p:sp>
      <p:pic>
        <p:nvPicPr>
          <p:cNvPr id="147" name="Picture 146">
            <a:extLst>
              <a:ext uri="{FF2B5EF4-FFF2-40B4-BE49-F238E27FC236}">
                <a16:creationId xmlns:a16="http://schemas.microsoft.com/office/drawing/2014/main" id="{5349E0C2-1CC9-2947-9B45-60604DD7E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625" y="5132775"/>
            <a:ext cx="198705" cy="198705"/>
          </a:xfrm>
          <a:prstGeom prst="rect">
            <a:avLst/>
          </a:prstGeom>
        </p:spPr>
      </p:pic>
      <p:sp>
        <p:nvSpPr>
          <p:cNvPr id="27" name="Freeform 26"/>
          <p:cNvSpPr/>
          <p:nvPr/>
        </p:nvSpPr>
        <p:spPr>
          <a:xfrm>
            <a:off x="1343025" y="2143125"/>
            <a:ext cx="295275" cy="400050"/>
          </a:xfrm>
          <a:custGeom>
            <a:avLst/>
            <a:gdLst>
              <a:gd name="connsiteX0" fmla="*/ 0 w 295275"/>
              <a:gd name="connsiteY0" fmla="*/ 0 h 400050"/>
              <a:gd name="connsiteX1" fmla="*/ 76200 w 295275"/>
              <a:gd name="connsiteY1" fmla="*/ 276225 h 400050"/>
              <a:gd name="connsiteX2" fmla="*/ 295275 w 295275"/>
              <a:gd name="connsiteY2" fmla="*/ 400050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5275" h="400050">
                <a:moveTo>
                  <a:pt x="0" y="0"/>
                </a:moveTo>
                <a:cubicBezTo>
                  <a:pt x="13494" y="104775"/>
                  <a:pt x="26988" y="209550"/>
                  <a:pt x="76200" y="276225"/>
                </a:cubicBezTo>
                <a:cubicBezTo>
                  <a:pt x="125413" y="342900"/>
                  <a:pt x="210344" y="371475"/>
                  <a:pt x="295275" y="400050"/>
                </a:cubicBezTo>
              </a:path>
            </a:pathLst>
          </a:custGeom>
          <a:noFill/>
          <a:ln>
            <a:tailEnd type="triangle" w="sm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6F400A6-ABB4-634C-AA40-9463AA90EA35}"/>
              </a:ext>
            </a:extLst>
          </p:cNvPr>
          <p:cNvGrpSpPr/>
          <p:nvPr/>
        </p:nvGrpSpPr>
        <p:grpSpPr>
          <a:xfrm>
            <a:off x="8007596" y="3201894"/>
            <a:ext cx="1803196" cy="276999"/>
            <a:chOff x="2869436" y="581278"/>
            <a:chExt cx="1803196" cy="27699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5CF6C4B-5A6E-774E-9BD8-1EA6026AC64E}"/>
                </a:ext>
              </a:extLst>
            </p:cNvPr>
            <p:cNvSpPr txBox="1"/>
            <p:nvPr/>
          </p:nvSpPr>
          <p:spPr>
            <a:xfrm>
              <a:off x="3066972" y="581278"/>
              <a:ext cx="16056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planting_pt</a:t>
              </a:r>
              <a:endParaRPr lang="en-US" sz="1200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0950831-D03E-7F4E-A789-6A85DABBEADA}"/>
                </a:ext>
              </a:extLst>
            </p:cNvPr>
            <p:cNvGrpSpPr/>
            <p:nvPr/>
          </p:nvGrpSpPr>
          <p:grpSpPr>
            <a:xfrm>
              <a:off x="2869436" y="611514"/>
              <a:ext cx="197536" cy="197536"/>
              <a:chOff x="6497904" y="2014917"/>
              <a:chExt cx="1480842" cy="1480842"/>
            </a:xfrm>
          </p:grpSpPr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94E5BAA3-4B5C-404E-B00F-68DED1D4E19E}"/>
                  </a:ext>
                </a:extLst>
              </p:cNvPr>
              <p:cNvSpPr/>
              <p:nvPr/>
            </p:nvSpPr>
            <p:spPr>
              <a:xfrm>
                <a:off x="6497904" y="2014917"/>
                <a:ext cx="1480842" cy="1480842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DF611C4-167D-A040-871F-4AEFA6CF3D34}"/>
                  </a:ext>
                </a:extLst>
              </p:cNvPr>
              <p:cNvSpPr/>
              <p:nvPr/>
            </p:nvSpPr>
            <p:spPr>
              <a:xfrm>
                <a:off x="6721830" y="3098799"/>
                <a:ext cx="117873" cy="11787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BF1CE992-8BA2-4D44-9E4A-7E7C13DC82D5}"/>
                  </a:ext>
                </a:extLst>
              </p:cNvPr>
              <p:cNvSpPr/>
              <p:nvPr/>
            </p:nvSpPr>
            <p:spPr>
              <a:xfrm>
                <a:off x="7573246" y="2891552"/>
                <a:ext cx="117873" cy="11787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CA795CAA-BB6A-6C43-9C6E-692A20189581}"/>
                  </a:ext>
                </a:extLst>
              </p:cNvPr>
              <p:cNvSpPr/>
              <p:nvPr/>
            </p:nvSpPr>
            <p:spPr>
              <a:xfrm>
                <a:off x="7502127" y="2637464"/>
                <a:ext cx="117873" cy="11787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3F5B1DB-136A-BD4C-95B9-D22D70D69384}"/>
                  </a:ext>
                </a:extLst>
              </p:cNvPr>
              <p:cNvSpPr/>
              <p:nvPr/>
            </p:nvSpPr>
            <p:spPr>
              <a:xfrm>
                <a:off x="7260668" y="3218696"/>
                <a:ext cx="117873" cy="11787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9C2E0F6-DBB8-734E-9990-C2D5247FA08A}"/>
                  </a:ext>
                </a:extLst>
              </p:cNvPr>
              <p:cNvSpPr/>
              <p:nvPr/>
            </p:nvSpPr>
            <p:spPr>
              <a:xfrm>
                <a:off x="6847840" y="2696401"/>
                <a:ext cx="117873" cy="11787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723225C0-32E8-4E4A-94BE-39B91B4FD08B}"/>
                  </a:ext>
                </a:extLst>
              </p:cNvPr>
              <p:cNvSpPr/>
              <p:nvPr/>
            </p:nvSpPr>
            <p:spPr>
              <a:xfrm>
                <a:off x="6634437" y="2395915"/>
                <a:ext cx="117873" cy="11787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B4E62F3-A44E-8344-8FA6-AB859B9A5949}"/>
                  </a:ext>
                </a:extLst>
              </p:cNvPr>
              <p:cNvSpPr/>
              <p:nvPr/>
            </p:nvSpPr>
            <p:spPr>
              <a:xfrm>
                <a:off x="6729967" y="2206428"/>
                <a:ext cx="117873" cy="11787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D2FB9AA-83F5-F842-A99C-D803D451DE76}"/>
              </a:ext>
            </a:extLst>
          </p:cNvPr>
          <p:cNvGrpSpPr/>
          <p:nvPr/>
        </p:nvGrpSpPr>
        <p:grpSpPr>
          <a:xfrm>
            <a:off x="8007596" y="3503869"/>
            <a:ext cx="1859329" cy="276999"/>
            <a:chOff x="7823798" y="2744373"/>
            <a:chExt cx="1859329" cy="27699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60DFE15-8559-6246-8BFB-F0F51065930A}"/>
                </a:ext>
              </a:extLst>
            </p:cNvPr>
            <p:cNvSpPr txBox="1"/>
            <p:nvPr/>
          </p:nvSpPr>
          <p:spPr>
            <a:xfrm>
              <a:off x="8036827" y="2744373"/>
              <a:ext cx="16463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planting_ln</a:t>
              </a:r>
              <a:endParaRPr lang="en-US" sz="1200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4DD31A82-78D8-894C-8CFA-0D9243062960}"/>
                </a:ext>
              </a:extLst>
            </p:cNvPr>
            <p:cNvGrpSpPr/>
            <p:nvPr/>
          </p:nvGrpSpPr>
          <p:grpSpPr>
            <a:xfrm>
              <a:off x="7823798" y="2801760"/>
              <a:ext cx="213029" cy="197536"/>
              <a:chOff x="4307683" y="2922218"/>
              <a:chExt cx="2689915" cy="2647444"/>
            </a:xfrm>
          </p:grpSpPr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25EA64A0-0612-1A4D-96C7-277FF359013F}"/>
                  </a:ext>
                </a:extLst>
              </p:cNvPr>
              <p:cNvSpPr/>
              <p:nvPr/>
            </p:nvSpPr>
            <p:spPr>
              <a:xfrm>
                <a:off x="4350154" y="2922218"/>
                <a:ext cx="2647444" cy="2647444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AE58344-F8DE-D946-B5A5-4FDAF489CAA4}"/>
                  </a:ext>
                </a:extLst>
              </p:cNvPr>
              <p:cNvSpPr/>
              <p:nvPr/>
            </p:nvSpPr>
            <p:spPr>
              <a:xfrm>
                <a:off x="4672632" y="3429000"/>
                <a:ext cx="2002488" cy="4571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F4C0D90-4026-0B4B-86AA-82A0E496AC1C}"/>
                  </a:ext>
                </a:extLst>
              </p:cNvPr>
              <p:cNvSpPr/>
              <p:nvPr/>
            </p:nvSpPr>
            <p:spPr>
              <a:xfrm rot="20801475">
                <a:off x="4778828" y="3822438"/>
                <a:ext cx="2002488" cy="4571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7CCAF01-4B45-2540-AAB2-37B63480C2E3}"/>
                  </a:ext>
                </a:extLst>
              </p:cNvPr>
              <p:cNvSpPr/>
              <p:nvPr/>
            </p:nvSpPr>
            <p:spPr>
              <a:xfrm rot="7376840">
                <a:off x="4722416" y="4119089"/>
                <a:ext cx="2002488" cy="4571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38545DF-A976-1548-A035-E928D835E14E}"/>
                  </a:ext>
                </a:extLst>
              </p:cNvPr>
              <p:cNvSpPr/>
              <p:nvPr/>
            </p:nvSpPr>
            <p:spPr>
              <a:xfrm>
                <a:off x="4713272" y="4616519"/>
                <a:ext cx="2002488" cy="4571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84EFAD73-AF24-BF4C-BB22-23B64CA5DBE0}"/>
                  </a:ext>
                </a:extLst>
              </p:cNvPr>
              <p:cNvSpPr/>
              <p:nvPr/>
            </p:nvSpPr>
            <p:spPr>
              <a:xfrm rot="1807416">
                <a:off x="4307683" y="4850911"/>
                <a:ext cx="2002488" cy="4571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4F8055CD-F6C9-E34C-AEE8-890171D5573D}"/>
              </a:ext>
            </a:extLst>
          </p:cNvPr>
          <p:cNvGrpSpPr/>
          <p:nvPr/>
        </p:nvGrpSpPr>
        <p:grpSpPr>
          <a:xfrm>
            <a:off x="8007596" y="3821788"/>
            <a:ext cx="1804002" cy="276999"/>
            <a:chOff x="3530877" y="4871878"/>
            <a:chExt cx="1804002" cy="276999"/>
          </a:xfrm>
        </p:grpSpPr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E671A12C-8C67-D941-9F8A-80FB120772E7}"/>
                </a:ext>
              </a:extLst>
            </p:cNvPr>
            <p:cNvGrpSpPr/>
            <p:nvPr/>
          </p:nvGrpSpPr>
          <p:grpSpPr>
            <a:xfrm>
              <a:off x="3530877" y="4921131"/>
              <a:ext cx="208494" cy="208494"/>
              <a:chOff x="8630706" y="3131735"/>
              <a:chExt cx="1397214" cy="1397214"/>
            </a:xfrm>
          </p:grpSpPr>
          <p:sp>
            <p:nvSpPr>
              <p:cNvPr id="126" name="Rounded Rectangle 125">
                <a:extLst>
                  <a:ext uri="{FF2B5EF4-FFF2-40B4-BE49-F238E27FC236}">
                    <a16:creationId xmlns:a16="http://schemas.microsoft.com/office/drawing/2014/main" id="{7F3690AB-B5A6-7946-8CCE-AA4F975574AF}"/>
                  </a:ext>
                </a:extLst>
              </p:cNvPr>
              <p:cNvSpPr/>
              <p:nvPr/>
            </p:nvSpPr>
            <p:spPr>
              <a:xfrm>
                <a:off x="8630706" y="3131735"/>
                <a:ext cx="1397214" cy="1397214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06389C51-1E9D-C346-BCCE-5CFD9822839E}"/>
                  </a:ext>
                </a:extLst>
              </p:cNvPr>
              <p:cNvSpPr/>
              <p:nvPr/>
            </p:nvSpPr>
            <p:spPr>
              <a:xfrm>
                <a:off x="8859520" y="3322320"/>
                <a:ext cx="955040" cy="975360"/>
              </a:xfrm>
              <a:custGeom>
                <a:avLst/>
                <a:gdLst>
                  <a:gd name="connsiteX0" fmla="*/ 132080 w 955040"/>
                  <a:gd name="connsiteY0" fmla="*/ 71120 h 975360"/>
                  <a:gd name="connsiteX1" fmla="*/ 0 w 955040"/>
                  <a:gd name="connsiteY1" fmla="*/ 386080 h 975360"/>
                  <a:gd name="connsiteX2" fmla="*/ 81280 w 955040"/>
                  <a:gd name="connsiteY2" fmla="*/ 833120 h 975360"/>
                  <a:gd name="connsiteX3" fmla="*/ 396240 w 955040"/>
                  <a:gd name="connsiteY3" fmla="*/ 955040 h 975360"/>
                  <a:gd name="connsiteX4" fmla="*/ 792480 w 955040"/>
                  <a:gd name="connsiteY4" fmla="*/ 975360 h 975360"/>
                  <a:gd name="connsiteX5" fmla="*/ 955040 w 955040"/>
                  <a:gd name="connsiteY5" fmla="*/ 701040 h 975360"/>
                  <a:gd name="connsiteX6" fmla="*/ 762000 w 955040"/>
                  <a:gd name="connsiteY6" fmla="*/ 426720 h 975360"/>
                  <a:gd name="connsiteX7" fmla="*/ 599440 w 955040"/>
                  <a:gd name="connsiteY7" fmla="*/ 121920 h 975360"/>
                  <a:gd name="connsiteX8" fmla="*/ 375920 w 955040"/>
                  <a:gd name="connsiteY8" fmla="*/ 0 h 975360"/>
                  <a:gd name="connsiteX9" fmla="*/ 132080 w 955040"/>
                  <a:gd name="connsiteY9" fmla="*/ 71120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55040" h="975360">
                    <a:moveTo>
                      <a:pt x="132080" y="71120"/>
                    </a:moveTo>
                    <a:lnTo>
                      <a:pt x="0" y="386080"/>
                    </a:lnTo>
                    <a:lnTo>
                      <a:pt x="81280" y="833120"/>
                    </a:lnTo>
                    <a:lnTo>
                      <a:pt x="396240" y="955040"/>
                    </a:lnTo>
                    <a:lnTo>
                      <a:pt x="792480" y="975360"/>
                    </a:lnTo>
                    <a:lnTo>
                      <a:pt x="955040" y="701040"/>
                    </a:lnTo>
                    <a:lnTo>
                      <a:pt x="762000" y="426720"/>
                    </a:lnTo>
                    <a:lnTo>
                      <a:pt x="599440" y="121920"/>
                    </a:lnTo>
                    <a:lnTo>
                      <a:pt x="375920" y="0"/>
                    </a:lnTo>
                    <a:lnTo>
                      <a:pt x="132080" y="71120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AF7174A2-0C92-7D41-AEF6-7CB1BD67FE97}"/>
                </a:ext>
              </a:extLst>
            </p:cNvPr>
            <p:cNvSpPr txBox="1"/>
            <p:nvPr/>
          </p:nvSpPr>
          <p:spPr>
            <a:xfrm>
              <a:off x="3739509" y="4871878"/>
              <a:ext cx="15953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planting polygons</a:t>
              </a:r>
            </a:p>
          </p:txBody>
        </p:sp>
      </p:grpSp>
      <p:sp>
        <p:nvSpPr>
          <p:cNvPr id="46" name="Freeform 45"/>
          <p:cNvSpPr/>
          <p:nvPr/>
        </p:nvSpPr>
        <p:spPr>
          <a:xfrm>
            <a:off x="5076825" y="4953000"/>
            <a:ext cx="923925" cy="666750"/>
          </a:xfrm>
          <a:custGeom>
            <a:avLst/>
            <a:gdLst>
              <a:gd name="connsiteX0" fmla="*/ 0 w 923925"/>
              <a:gd name="connsiteY0" fmla="*/ 0 h 666750"/>
              <a:gd name="connsiteX1" fmla="*/ 238125 w 923925"/>
              <a:gd name="connsiteY1" fmla="*/ 114300 h 666750"/>
              <a:gd name="connsiteX2" fmla="*/ 504825 w 923925"/>
              <a:gd name="connsiteY2" fmla="*/ 514350 h 666750"/>
              <a:gd name="connsiteX3" fmla="*/ 923925 w 923925"/>
              <a:gd name="connsiteY3" fmla="*/ 666750 h 666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3925" h="666750">
                <a:moveTo>
                  <a:pt x="0" y="0"/>
                </a:moveTo>
                <a:cubicBezTo>
                  <a:pt x="76994" y="14287"/>
                  <a:pt x="153988" y="28575"/>
                  <a:pt x="238125" y="114300"/>
                </a:cubicBezTo>
                <a:cubicBezTo>
                  <a:pt x="322263" y="200025"/>
                  <a:pt x="390525" y="422275"/>
                  <a:pt x="504825" y="514350"/>
                </a:cubicBezTo>
                <a:cubicBezTo>
                  <a:pt x="619125" y="606425"/>
                  <a:pt x="771525" y="636587"/>
                  <a:pt x="923925" y="666750"/>
                </a:cubicBezTo>
              </a:path>
            </a:pathLst>
          </a:custGeom>
          <a:noFill/>
          <a:ln>
            <a:tailEnd type="triangle" w="sm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9128A344-4CB3-C749-BFB0-1698E9C3A9E4}"/>
              </a:ext>
            </a:extLst>
          </p:cNvPr>
          <p:cNvGrpSpPr/>
          <p:nvPr/>
        </p:nvGrpSpPr>
        <p:grpSpPr>
          <a:xfrm>
            <a:off x="9704998" y="3189056"/>
            <a:ext cx="1803196" cy="276999"/>
            <a:chOff x="2869436" y="581278"/>
            <a:chExt cx="1803196" cy="276999"/>
          </a:xfrm>
        </p:grpSpPr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9D6484BF-BEE3-5945-BCE9-8110CC14A844}"/>
                </a:ext>
              </a:extLst>
            </p:cNvPr>
            <p:cNvSpPr txBox="1"/>
            <p:nvPr/>
          </p:nvSpPr>
          <p:spPr>
            <a:xfrm>
              <a:off x="3066972" y="581278"/>
              <a:ext cx="16056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planting_pt_all</a:t>
              </a:r>
              <a:endParaRPr lang="en-US" sz="1200" dirty="0"/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B9F3C060-6E75-DF41-8E28-27A6330AD19C}"/>
                </a:ext>
              </a:extLst>
            </p:cNvPr>
            <p:cNvGrpSpPr/>
            <p:nvPr/>
          </p:nvGrpSpPr>
          <p:grpSpPr>
            <a:xfrm>
              <a:off x="2869436" y="611514"/>
              <a:ext cx="197536" cy="197536"/>
              <a:chOff x="6497904" y="2014917"/>
              <a:chExt cx="1480842" cy="1480842"/>
            </a:xfrm>
          </p:grpSpPr>
          <p:sp>
            <p:nvSpPr>
              <p:cNvPr id="101" name="Rounded Rectangle 100">
                <a:extLst>
                  <a:ext uri="{FF2B5EF4-FFF2-40B4-BE49-F238E27FC236}">
                    <a16:creationId xmlns:a16="http://schemas.microsoft.com/office/drawing/2014/main" id="{F1C8ED82-3E18-ED46-BE21-34C128A6DF0F}"/>
                  </a:ext>
                </a:extLst>
              </p:cNvPr>
              <p:cNvSpPr/>
              <p:nvPr/>
            </p:nvSpPr>
            <p:spPr>
              <a:xfrm>
                <a:off x="6497904" y="2014917"/>
                <a:ext cx="1480842" cy="1480842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2166CF3C-5452-2F48-99BC-66D3CFF447E4}"/>
                  </a:ext>
                </a:extLst>
              </p:cNvPr>
              <p:cNvSpPr/>
              <p:nvPr/>
            </p:nvSpPr>
            <p:spPr>
              <a:xfrm>
                <a:off x="6721830" y="3098799"/>
                <a:ext cx="117873" cy="11787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491A871A-C7EE-7E43-A8A7-0F4753AF3330}"/>
                  </a:ext>
                </a:extLst>
              </p:cNvPr>
              <p:cNvSpPr/>
              <p:nvPr/>
            </p:nvSpPr>
            <p:spPr>
              <a:xfrm>
                <a:off x="7573246" y="2891552"/>
                <a:ext cx="117873" cy="11787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6BF68755-6E33-6F44-A15B-DE49278D4F3D}"/>
                  </a:ext>
                </a:extLst>
              </p:cNvPr>
              <p:cNvSpPr/>
              <p:nvPr/>
            </p:nvSpPr>
            <p:spPr>
              <a:xfrm>
                <a:off x="7502127" y="2637464"/>
                <a:ext cx="117873" cy="11787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8E68855E-0BA9-7441-A453-39F0F153D68A}"/>
                  </a:ext>
                </a:extLst>
              </p:cNvPr>
              <p:cNvSpPr/>
              <p:nvPr/>
            </p:nvSpPr>
            <p:spPr>
              <a:xfrm>
                <a:off x="7260668" y="3218696"/>
                <a:ext cx="117873" cy="11787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CE635D1A-F252-1443-9F9C-B95981CCC36E}"/>
                  </a:ext>
                </a:extLst>
              </p:cNvPr>
              <p:cNvSpPr/>
              <p:nvPr/>
            </p:nvSpPr>
            <p:spPr>
              <a:xfrm>
                <a:off x="6847840" y="2696401"/>
                <a:ext cx="117873" cy="11787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8C0F6750-48EF-3141-AE03-DDB20BB8C3EB}"/>
                  </a:ext>
                </a:extLst>
              </p:cNvPr>
              <p:cNvSpPr/>
              <p:nvPr/>
            </p:nvSpPr>
            <p:spPr>
              <a:xfrm>
                <a:off x="6634437" y="2395915"/>
                <a:ext cx="117873" cy="11787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C03A8CEC-8851-8243-A683-DC025A7C6C3D}"/>
                  </a:ext>
                </a:extLst>
              </p:cNvPr>
              <p:cNvSpPr/>
              <p:nvPr/>
            </p:nvSpPr>
            <p:spPr>
              <a:xfrm>
                <a:off x="6729967" y="2206428"/>
                <a:ext cx="117873" cy="11787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0FEB205-BC59-CE41-8A0F-1A31573C24AA}"/>
              </a:ext>
            </a:extLst>
          </p:cNvPr>
          <p:cNvGrpSpPr/>
          <p:nvPr/>
        </p:nvGrpSpPr>
        <p:grpSpPr>
          <a:xfrm>
            <a:off x="5703561" y="1025581"/>
            <a:ext cx="2249333" cy="276999"/>
            <a:chOff x="5095364" y="746690"/>
            <a:chExt cx="2249333" cy="276999"/>
          </a:xfrm>
        </p:grpSpPr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563F0CA4-C9C7-AA4A-A710-39B4F0B9F9EE}"/>
                </a:ext>
              </a:extLst>
            </p:cNvPr>
            <p:cNvSpPr txBox="1"/>
            <p:nvPr/>
          </p:nvSpPr>
          <p:spPr>
            <a:xfrm>
              <a:off x="5301701" y="746690"/>
              <a:ext cx="20429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planting_centroids.csv</a:t>
              </a:r>
              <a:endParaRPr lang="en-US" sz="1200" dirty="0"/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6F4A1868-7DA5-EB4C-9CB6-6C4184CF00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95364" y="794007"/>
              <a:ext cx="198705" cy="198705"/>
            </a:xfrm>
            <a:prstGeom prst="rect">
              <a:avLst/>
            </a:prstGeom>
          </p:spPr>
        </p:pic>
      </p:grpSp>
      <p:sp>
        <p:nvSpPr>
          <p:cNvPr id="45" name="Freeform 44">
            <a:extLst>
              <a:ext uri="{FF2B5EF4-FFF2-40B4-BE49-F238E27FC236}">
                <a16:creationId xmlns:a16="http://schemas.microsoft.com/office/drawing/2014/main" id="{CDE7DF25-289A-7F49-8E3C-8C101696552C}"/>
              </a:ext>
            </a:extLst>
          </p:cNvPr>
          <p:cNvSpPr/>
          <p:nvPr/>
        </p:nvSpPr>
        <p:spPr>
          <a:xfrm>
            <a:off x="6794090" y="1415845"/>
            <a:ext cx="521117" cy="1828800"/>
          </a:xfrm>
          <a:custGeom>
            <a:avLst/>
            <a:gdLst>
              <a:gd name="connsiteX0" fmla="*/ 9833 w 521117"/>
              <a:gd name="connsiteY0" fmla="*/ 1828800 h 1828800"/>
              <a:gd name="connsiteX1" fmla="*/ 521110 w 521117"/>
              <a:gd name="connsiteY1" fmla="*/ 924232 h 1828800"/>
              <a:gd name="connsiteX2" fmla="*/ 0 w 521117"/>
              <a:gd name="connsiteY2" fmla="*/ 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1117" h="1828800">
                <a:moveTo>
                  <a:pt x="9833" y="1828800"/>
                </a:moveTo>
                <a:cubicBezTo>
                  <a:pt x="266291" y="1528916"/>
                  <a:pt x="522749" y="1229032"/>
                  <a:pt x="521110" y="924232"/>
                </a:cubicBezTo>
                <a:cubicBezTo>
                  <a:pt x="519471" y="619432"/>
                  <a:pt x="259735" y="309716"/>
                  <a:pt x="0" y="0"/>
                </a:cubicBezTo>
              </a:path>
            </a:pathLst>
          </a:custGeom>
          <a:noFill/>
          <a:ln>
            <a:tailEnd type="triangle" w="sm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Left Bracket 39">
            <a:extLst>
              <a:ext uri="{FF2B5EF4-FFF2-40B4-BE49-F238E27FC236}">
                <a16:creationId xmlns:a16="http://schemas.microsoft.com/office/drawing/2014/main" id="{5BD26D53-FF83-FD41-85DE-16678476BF12}"/>
              </a:ext>
            </a:extLst>
          </p:cNvPr>
          <p:cNvSpPr/>
          <p:nvPr/>
        </p:nvSpPr>
        <p:spPr>
          <a:xfrm>
            <a:off x="7830382" y="3143758"/>
            <a:ext cx="45719" cy="1032532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6609BA28-8E91-0A49-9253-DAE5D2DA79E3}"/>
              </a:ext>
            </a:extLst>
          </p:cNvPr>
          <p:cNvSpPr/>
          <p:nvPr/>
        </p:nvSpPr>
        <p:spPr>
          <a:xfrm>
            <a:off x="6853084" y="3572746"/>
            <a:ext cx="953729" cy="271667"/>
          </a:xfrm>
          <a:custGeom>
            <a:avLst/>
            <a:gdLst>
              <a:gd name="connsiteX0" fmla="*/ 0 w 953729"/>
              <a:gd name="connsiteY0" fmla="*/ 271667 h 271667"/>
              <a:gd name="connsiteX1" fmla="*/ 334297 w 953729"/>
              <a:gd name="connsiteY1" fmla="*/ 212673 h 271667"/>
              <a:gd name="connsiteX2" fmla="*/ 737419 w 953729"/>
              <a:gd name="connsiteY2" fmla="*/ 25860 h 271667"/>
              <a:gd name="connsiteX3" fmla="*/ 953729 w 953729"/>
              <a:gd name="connsiteY3" fmla="*/ 6196 h 271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3729" h="271667">
                <a:moveTo>
                  <a:pt x="0" y="271667"/>
                </a:moveTo>
                <a:cubicBezTo>
                  <a:pt x="105697" y="262654"/>
                  <a:pt x="211394" y="253641"/>
                  <a:pt x="334297" y="212673"/>
                </a:cubicBezTo>
                <a:cubicBezTo>
                  <a:pt x="457200" y="171705"/>
                  <a:pt x="634180" y="60273"/>
                  <a:pt x="737419" y="25860"/>
                </a:cubicBezTo>
                <a:cubicBezTo>
                  <a:pt x="840658" y="-8553"/>
                  <a:pt x="897193" y="-1179"/>
                  <a:pt x="953729" y="6196"/>
                </a:cubicBezTo>
              </a:path>
            </a:pathLst>
          </a:custGeom>
          <a:noFill/>
          <a:ln>
            <a:tailEnd type="triangle" w="sm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2068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3042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87380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0A7069-7684-A667-1799-461D8FC5A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78" y="275979"/>
            <a:ext cx="1786925" cy="267677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4DF6857-41C7-B73B-21F0-9FBDC3C926A5}"/>
              </a:ext>
            </a:extLst>
          </p:cNvPr>
          <p:cNvGrpSpPr/>
          <p:nvPr/>
        </p:nvGrpSpPr>
        <p:grpSpPr>
          <a:xfrm>
            <a:off x="3197136" y="2521724"/>
            <a:ext cx="2015148" cy="4029321"/>
            <a:chOff x="6395427" y="904035"/>
            <a:chExt cx="2167549" cy="424983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87C86E1-57B6-1D33-0639-EE362D06D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80203"/>
            <a:stretch>
              <a:fillRect/>
            </a:stretch>
          </p:blipFill>
          <p:spPr>
            <a:xfrm>
              <a:off x="6395427" y="904035"/>
              <a:ext cx="1253148" cy="42498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5DD3F66-BDA3-3668-4D1B-A1E5927AC2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5554"/>
            <a:stretch>
              <a:fillRect/>
            </a:stretch>
          </p:blipFill>
          <p:spPr>
            <a:xfrm>
              <a:off x="7648575" y="904035"/>
              <a:ext cx="914401" cy="424983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AAEEBE2-CF02-8763-6789-BA0581120FE9}"/>
              </a:ext>
            </a:extLst>
          </p:cNvPr>
          <p:cNvSpPr txBox="1"/>
          <p:nvPr/>
        </p:nvSpPr>
        <p:spPr>
          <a:xfrm>
            <a:off x="2673911" y="275979"/>
            <a:ext cx="7351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Seagrass restoration </a:t>
            </a:r>
            <a:r>
              <a:rPr lang="en-US" sz="1600" dirty="0" err="1">
                <a:solidFill>
                  <a:srgbClr val="C00000"/>
                </a:solidFill>
              </a:rPr>
              <a:t>storymap</a:t>
            </a:r>
            <a:r>
              <a:rPr lang="en-US" sz="1600" dirty="0">
                <a:solidFill>
                  <a:srgbClr val="C00000"/>
                </a:solidFill>
              </a:rPr>
              <a:t> supported by 1 feature layer with 5 sub-layers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AE7253-820D-92E1-6914-840461EFD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3911" y="859139"/>
            <a:ext cx="3664331" cy="886003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FCB6E0DC-A08B-4C3F-8DDF-50EBF1647BF1}"/>
              </a:ext>
            </a:extLst>
          </p:cNvPr>
          <p:cNvGrpSpPr/>
          <p:nvPr/>
        </p:nvGrpSpPr>
        <p:grpSpPr>
          <a:xfrm>
            <a:off x="7062264" y="1549326"/>
            <a:ext cx="1927040" cy="4340429"/>
            <a:chOff x="4773667" y="1907530"/>
            <a:chExt cx="1927040" cy="4340429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BC21498-0EF1-A0B5-4DF5-C0FA88584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567" r="67580"/>
            <a:stretch>
              <a:fillRect/>
            </a:stretch>
          </p:blipFill>
          <p:spPr>
            <a:xfrm>
              <a:off x="4773667" y="1907530"/>
              <a:ext cx="1165039" cy="4340429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68F64E0-AF3C-13B5-68CD-101EA812F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76358" r="6732"/>
            <a:stretch>
              <a:fillRect/>
            </a:stretch>
          </p:blipFill>
          <p:spPr>
            <a:xfrm>
              <a:off x="5938707" y="1907530"/>
              <a:ext cx="762000" cy="4340429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7B31FA3-7CA6-76D2-97E1-4EFAF8DEB766}"/>
              </a:ext>
            </a:extLst>
          </p:cNvPr>
          <p:cNvGrpSpPr/>
          <p:nvPr/>
        </p:nvGrpSpPr>
        <p:grpSpPr>
          <a:xfrm>
            <a:off x="8750203" y="3598160"/>
            <a:ext cx="1927701" cy="2997349"/>
            <a:chOff x="8387874" y="2609847"/>
            <a:chExt cx="2222975" cy="334025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7767871-D788-4179-BB1F-B3DC38FA342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7074" r="61220"/>
            <a:stretch>
              <a:fillRect/>
            </a:stretch>
          </p:blipFill>
          <p:spPr>
            <a:xfrm>
              <a:off x="8387874" y="2609848"/>
              <a:ext cx="1460974" cy="334025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5F9396D-26BA-AA40-4D3A-FBC9421946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76111" r="7353"/>
            <a:stretch>
              <a:fillRect/>
            </a:stretch>
          </p:blipFill>
          <p:spPr>
            <a:xfrm>
              <a:off x="9848848" y="2609847"/>
              <a:ext cx="762001" cy="3340251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4C329CC-75B2-C6C9-741E-BD279BEF001A}"/>
              </a:ext>
            </a:extLst>
          </p:cNvPr>
          <p:cNvSpPr txBox="1"/>
          <p:nvPr/>
        </p:nvSpPr>
        <p:spPr>
          <a:xfrm>
            <a:off x="3573888" y="2167233"/>
            <a:ext cx="15558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assessments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6579D1-7DF4-4FA6-01D6-17AFD51916D3}"/>
              </a:ext>
            </a:extLst>
          </p:cNvPr>
          <p:cNvSpPr txBox="1"/>
          <p:nvPr/>
        </p:nvSpPr>
        <p:spPr>
          <a:xfrm>
            <a:off x="9122055" y="2475010"/>
            <a:ext cx="15558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C00000"/>
                </a:solidFill>
              </a:rPr>
              <a:t>Planting_pts</a:t>
            </a:r>
            <a:endParaRPr 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99641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CC06B03-0B68-FE2E-2A73-BE095BB8E215}"/>
              </a:ext>
            </a:extLst>
          </p:cNvPr>
          <p:cNvGrpSpPr/>
          <p:nvPr/>
        </p:nvGrpSpPr>
        <p:grpSpPr>
          <a:xfrm>
            <a:off x="762000" y="2281194"/>
            <a:ext cx="1714501" cy="3181718"/>
            <a:chOff x="3143250" y="2519319"/>
            <a:chExt cx="1714501" cy="318171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6BC5D11-7E7A-B762-3466-A21920BE9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674" r="72106"/>
            <a:stretch>
              <a:fillRect/>
            </a:stretch>
          </p:blipFill>
          <p:spPr>
            <a:xfrm>
              <a:off x="3143250" y="2519319"/>
              <a:ext cx="971550" cy="3181718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38A7997-4AFA-33EE-A972-C089E6182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3008"/>
            <a:stretch>
              <a:fillRect/>
            </a:stretch>
          </p:blipFill>
          <p:spPr>
            <a:xfrm>
              <a:off x="4114800" y="2519319"/>
              <a:ext cx="742951" cy="3181718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21B6D19-928A-D9CC-2FED-EEBDE98D1612}"/>
              </a:ext>
            </a:extLst>
          </p:cNvPr>
          <p:cNvSpPr txBox="1"/>
          <p:nvPr/>
        </p:nvSpPr>
        <p:spPr>
          <a:xfrm>
            <a:off x="800100" y="1719558"/>
            <a:ext cx="1693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C00000"/>
                </a:solidFill>
              </a:rPr>
              <a:t>Restoration_areas</a:t>
            </a:r>
            <a:endParaRPr lang="en-US" sz="1400" dirty="0">
              <a:solidFill>
                <a:srgbClr val="C00000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9619EFC-FD5D-4535-6653-E014B1BDA069}"/>
              </a:ext>
            </a:extLst>
          </p:cNvPr>
          <p:cNvGrpSpPr/>
          <p:nvPr/>
        </p:nvGrpSpPr>
        <p:grpSpPr>
          <a:xfrm>
            <a:off x="4657725" y="2385445"/>
            <a:ext cx="1809750" cy="1305580"/>
            <a:chOff x="4981575" y="1918720"/>
            <a:chExt cx="1809750" cy="130558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69B93BE-677D-234A-A62C-F3C794F411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151" r="70557"/>
            <a:stretch>
              <a:fillRect/>
            </a:stretch>
          </p:blipFill>
          <p:spPr>
            <a:xfrm>
              <a:off x="4981575" y="1918720"/>
              <a:ext cx="971550" cy="130558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7D2F7AC-C759-B0AB-B217-979AB9911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1630"/>
            <a:stretch>
              <a:fillRect/>
            </a:stretch>
          </p:blipFill>
          <p:spPr>
            <a:xfrm>
              <a:off x="5953125" y="1918720"/>
              <a:ext cx="838200" cy="1305580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200990E-5C2F-321E-3521-AEF33A712DD2}"/>
              </a:ext>
            </a:extLst>
          </p:cNvPr>
          <p:cNvSpPr txBox="1"/>
          <p:nvPr/>
        </p:nvSpPr>
        <p:spPr>
          <a:xfrm>
            <a:off x="4782556" y="1726104"/>
            <a:ext cx="1693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C00000"/>
                </a:solidFill>
              </a:rPr>
              <a:t>Donor_sites</a:t>
            </a:r>
            <a:endParaRPr lang="en-US" sz="1400" dirty="0">
              <a:solidFill>
                <a:srgbClr val="C00000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AB3C6C9-7ECE-856C-A1F7-7859AB348DEE}"/>
              </a:ext>
            </a:extLst>
          </p:cNvPr>
          <p:cNvGrpSpPr/>
          <p:nvPr/>
        </p:nvGrpSpPr>
        <p:grpSpPr>
          <a:xfrm>
            <a:off x="8333524" y="2385445"/>
            <a:ext cx="2000095" cy="1165326"/>
            <a:chOff x="5323624" y="4042589"/>
            <a:chExt cx="2000095" cy="116532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059D3C9-7A29-6AA0-F815-D22204F3C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75193"/>
            <a:stretch>
              <a:fillRect/>
            </a:stretch>
          </p:blipFill>
          <p:spPr>
            <a:xfrm>
              <a:off x="5323624" y="4042589"/>
              <a:ext cx="1143851" cy="116532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1AB689E-3469-5FFA-C111-CA298711B7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1615"/>
            <a:stretch>
              <a:fillRect/>
            </a:stretch>
          </p:blipFill>
          <p:spPr>
            <a:xfrm>
              <a:off x="6475993" y="4042589"/>
              <a:ext cx="847726" cy="1165326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4D9D300-3829-7814-073F-7A1065994993}"/>
              </a:ext>
            </a:extLst>
          </p:cNvPr>
          <p:cNvSpPr txBox="1"/>
          <p:nvPr/>
        </p:nvSpPr>
        <p:spPr>
          <a:xfrm>
            <a:off x="8333524" y="1649904"/>
            <a:ext cx="22297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C00000"/>
                </a:solidFill>
              </a:rPr>
              <a:t>Donor_planting_links</a:t>
            </a:r>
            <a:endParaRPr 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8349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7B3A0B-6A59-F3FA-C7A2-23726C114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32" y="506475"/>
            <a:ext cx="4029444" cy="71278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A9A8172-E711-E3E8-2C05-842EA6603530}"/>
              </a:ext>
            </a:extLst>
          </p:cNvPr>
          <p:cNvGrpSpPr/>
          <p:nvPr/>
        </p:nvGrpSpPr>
        <p:grpSpPr>
          <a:xfrm>
            <a:off x="153056" y="2290270"/>
            <a:ext cx="3181022" cy="4061255"/>
            <a:chOff x="153056" y="2290270"/>
            <a:chExt cx="3181022" cy="406125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336C855-FEEB-1397-5FD8-ACC739698D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2233" y="3579359"/>
              <a:ext cx="2261845" cy="277216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D91147D-A869-9AD3-5E43-73AF69840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3056" y="2290270"/>
              <a:ext cx="2453001" cy="307276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AF81D3F-9532-35B4-DC78-2FFAAA57BD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3706" y="2200161"/>
            <a:ext cx="1934796" cy="261007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17CA6BA-A047-9B7F-886F-ED31043E175C}"/>
              </a:ext>
            </a:extLst>
          </p:cNvPr>
          <p:cNvGrpSpPr/>
          <p:nvPr/>
        </p:nvGrpSpPr>
        <p:grpSpPr>
          <a:xfrm>
            <a:off x="6096000" y="2200161"/>
            <a:ext cx="2305051" cy="4035738"/>
            <a:chOff x="6552873" y="2076739"/>
            <a:chExt cx="2305051" cy="403573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7CDAE80-82D9-CE8C-89F9-5BFCAD8D0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52873" y="2076739"/>
              <a:ext cx="2057727" cy="250524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1B441EA-04DB-E64A-2C1B-9327E974C93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71789" y="4035665"/>
              <a:ext cx="1986135" cy="2076812"/>
            </a:xfrm>
            <a:prstGeom prst="rect">
              <a:avLst/>
            </a:prstGeom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42512556-9978-8A83-FA21-5D411EDCB3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10442" y="2290270"/>
            <a:ext cx="2297905" cy="2772166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5E193AC-1F19-3DBF-962F-51910C6DAA1F}"/>
              </a:ext>
            </a:extLst>
          </p:cNvPr>
          <p:cNvCxnSpPr/>
          <p:nvPr/>
        </p:nvCxnSpPr>
        <p:spPr>
          <a:xfrm flipH="1">
            <a:off x="1857375" y="1314450"/>
            <a:ext cx="133350" cy="8857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36689DF-222A-2989-6B20-0BB4878921F8}"/>
              </a:ext>
            </a:extLst>
          </p:cNvPr>
          <p:cNvCxnSpPr/>
          <p:nvPr/>
        </p:nvCxnSpPr>
        <p:spPr>
          <a:xfrm>
            <a:off x="2686050" y="1295400"/>
            <a:ext cx="3292452" cy="800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09BF1CE-2FA9-03FD-3881-68E98954771A}"/>
              </a:ext>
            </a:extLst>
          </p:cNvPr>
          <p:cNvCxnSpPr/>
          <p:nvPr/>
        </p:nvCxnSpPr>
        <p:spPr>
          <a:xfrm>
            <a:off x="3476625" y="1219264"/>
            <a:ext cx="6953250" cy="8857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61362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11256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81105-066D-DE2D-1A44-F837E3416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F32882-01C1-6B73-E397-80CCE6635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78" y="275979"/>
            <a:ext cx="1786925" cy="267677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560728B-F57E-E467-B676-B7CC1AFBAC2B}"/>
              </a:ext>
            </a:extLst>
          </p:cNvPr>
          <p:cNvGrpSpPr/>
          <p:nvPr/>
        </p:nvGrpSpPr>
        <p:grpSpPr>
          <a:xfrm>
            <a:off x="2379452" y="1119371"/>
            <a:ext cx="2585838" cy="4838977"/>
            <a:chOff x="6395427" y="904035"/>
            <a:chExt cx="2167549" cy="424983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398E0AE-F616-08DD-2BC0-31E97D914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80203"/>
            <a:stretch>
              <a:fillRect/>
            </a:stretch>
          </p:blipFill>
          <p:spPr>
            <a:xfrm>
              <a:off x="6395427" y="904035"/>
              <a:ext cx="1253148" cy="42498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76AE1CB-1B86-8DB9-683A-7A5D20B7D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5554"/>
            <a:stretch>
              <a:fillRect/>
            </a:stretch>
          </p:blipFill>
          <p:spPr>
            <a:xfrm>
              <a:off x="7648575" y="904035"/>
              <a:ext cx="914401" cy="4249830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E4C431E-6DA4-5BE4-7BE5-3077BEE6CC4B}"/>
              </a:ext>
            </a:extLst>
          </p:cNvPr>
          <p:cNvSpPr txBox="1"/>
          <p:nvPr/>
        </p:nvSpPr>
        <p:spPr>
          <a:xfrm>
            <a:off x="2864011" y="530320"/>
            <a:ext cx="1555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assessments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9A9AB6-7872-A1AB-4CD1-705559E42EBC}"/>
              </a:ext>
            </a:extLst>
          </p:cNvPr>
          <p:cNvSpPr txBox="1"/>
          <p:nvPr/>
        </p:nvSpPr>
        <p:spPr>
          <a:xfrm>
            <a:off x="6735097" y="275979"/>
            <a:ext cx="4591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Reconciling existing feature layer attribute tables with </a:t>
            </a:r>
            <a:r>
              <a:rPr lang="en-US" dirty="0" err="1">
                <a:solidFill>
                  <a:srgbClr val="C00000"/>
                </a:solidFill>
              </a:rPr>
              <a:t>Lucidchart</a:t>
            </a:r>
            <a:r>
              <a:rPr lang="en-US" dirty="0">
                <a:solidFill>
                  <a:srgbClr val="C00000"/>
                </a:solidFill>
              </a:rPr>
              <a:t> ER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0583F1-7A69-3A1F-7EAD-442936917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8519" y="1077584"/>
            <a:ext cx="3553636" cy="5112884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628BDC2-F029-AC2C-906F-BC57F0CA1D42}"/>
              </a:ext>
            </a:extLst>
          </p:cNvPr>
          <p:cNvCxnSpPr/>
          <p:nvPr/>
        </p:nvCxnSpPr>
        <p:spPr>
          <a:xfrm>
            <a:off x="4699819" y="1614364"/>
            <a:ext cx="1661652" cy="32919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4C69C9E-994F-1A0C-2139-A6AFF58B40F1}"/>
              </a:ext>
            </a:extLst>
          </p:cNvPr>
          <p:cNvCxnSpPr/>
          <p:nvPr/>
        </p:nvCxnSpPr>
        <p:spPr>
          <a:xfrm>
            <a:off x="4719484" y="1907458"/>
            <a:ext cx="1592826" cy="17993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1872B9E-A88F-BC1C-D5A0-5E3130BBE440}"/>
              </a:ext>
            </a:extLst>
          </p:cNvPr>
          <p:cNvCxnSpPr/>
          <p:nvPr/>
        </p:nvCxnSpPr>
        <p:spPr>
          <a:xfrm>
            <a:off x="4699819" y="2202426"/>
            <a:ext cx="1592826" cy="6292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4D77CB1-56DF-C6C9-C783-A80206C455F8}"/>
              </a:ext>
            </a:extLst>
          </p:cNvPr>
          <p:cNvCxnSpPr/>
          <p:nvPr/>
        </p:nvCxnSpPr>
        <p:spPr>
          <a:xfrm>
            <a:off x="4719484" y="2517058"/>
            <a:ext cx="1641987" cy="786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7AAD474-0AC7-947F-08F1-0BE04D7A721D}"/>
              </a:ext>
            </a:extLst>
          </p:cNvPr>
          <p:cNvCxnSpPr/>
          <p:nvPr/>
        </p:nvCxnSpPr>
        <p:spPr>
          <a:xfrm>
            <a:off x="4719484" y="2831690"/>
            <a:ext cx="1592826" cy="23007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516F99E-E8EE-2995-38DB-31D1226BAE9A}"/>
              </a:ext>
            </a:extLst>
          </p:cNvPr>
          <p:cNvCxnSpPr/>
          <p:nvPr/>
        </p:nvCxnSpPr>
        <p:spPr>
          <a:xfrm>
            <a:off x="4719484" y="3165987"/>
            <a:ext cx="1592826" cy="2630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9634E9D-2009-1A32-0492-CC4F4EDC1D98}"/>
              </a:ext>
            </a:extLst>
          </p:cNvPr>
          <p:cNvCxnSpPr/>
          <p:nvPr/>
        </p:nvCxnSpPr>
        <p:spPr>
          <a:xfrm flipV="1">
            <a:off x="4827639" y="1691148"/>
            <a:ext cx="1465006" cy="17378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5DB842E-FC22-B44A-974B-501B74B91029}"/>
              </a:ext>
            </a:extLst>
          </p:cNvPr>
          <p:cNvCxnSpPr>
            <a:cxnSpLocks/>
          </p:cNvCxnSpPr>
          <p:nvPr/>
        </p:nvCxnSpPr>
        <p:spPr>
          <a:xfrm>
            <a:off x="4827639" y="3824748"/>
            <a:ext cx="1573161" cy="7767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C858CDF-C58C-6836-ACFA-43999986BC40}"/>
              </a:ext>
            </a:extLst>
          </p:cNvPr>
          <p:cNvCxnSpPr/>
          <p:nvPr/>
        </p:nvCxnSpPr>
        <p:spPr>
          <a:xfrm>
            <a:off x="4827639" y="4129548"/>
            <a:ext cx="1484671" cy="13568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74C5710-DD7F-1198-CDB6-920B184C9FD8}"/>
              </a:ext>
            </a:extLst>
          </p:cNvPr>
          <p:cNvCxnSpPr/>
          <p:nvPr/>
        </p:nvCxnSpPr>
        <p:spPr>
          <a:xfrm flipV="1">
            <a:off x="4827639" y="3165987"/>
            <a:ext cx="1465006" cy="13394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9BCE893-8C21-AF8A-4F6F-5223BCB52479}"/>
              </a:ext>
            </a:extLst>
          </p:cNvPr>
          <p:cNvCxnSpPr/>
          <p:nvPr/>
        </p:nvCxnSpPr>
        <p:spPr>
          <a:xfrm flipV="1">
            <a:off x="4827639" y="3982064"/>
            <a:ext cx="1484671" cy="8259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0B6D937-697F-5026-50A1-ECF541A67571}"/>
              </a:ext>
            </a:extLst>
          </p:cNvPr>
          <p:cNvCxnSpPr/>
          <p:nvPr/>
        </p:nvCxnSpPr>
        <p:spPr>
          <a:xfrm>
            <a:off x="4827639" y="5132439"/>
            <a:ext cx="1465006" cy="609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BFEA9C3-F426-9A4F-652C-B010B387431F}"/>
              </a:ext>
            </a:extLst>
          </p:cNvPr>
          <p:cNvCxnSpPr/>
          <p:nvPr/>
        </p:nvCxnSpPr>
        <p:spPr>
          <a:xfrm flipV="1">
            <a:off x="4827639" y="4351519"/>
            <a:ext cx="1533832" cy="11348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BF3C113-DD1F-B90A-2778-9B317BDCE4A2}"/>
              </a:ext>
            </a:extLst>
          </p:cNvPr>
          <p:cNvCxnSpPr/>
          <p:nvPr/>
        </p:nvCxnSpPr>
        <p:spPr>
          <a:xfrm flipV="1">
            <a:off x="4827639" y="2015613"/>
            <a:ext cx="1533832" cy="37264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FC52EC5-F35F-52A3-25DE-11E94959E128}"/>
              </a:ext>
            </a:extLst>
          </p:cNvPr>
          <p:cNvSpPr/>
          <p:nvPr/>
        </p:nvSpPr>
        <p:spPr>
          <a:xfrm>
            <a:off x="6370664" y="2084439"/>
            <a:ext cx="1308444" cy="457442"/>
          </a:xfrm>
          <a:custGeom>
            <a:avLst/>
            <a:gdLst>
              <a:gd name="csX0" fmla="*/ 1082188 w 1308444"/>
              <a:gd name="csY0" fmla="*/ 29496 h 457442"/>
              <a:gd name="csX1" fmla="*/ 1033026 w 1308444"/>
              <a:gd name="csY1" fmla="*/ 49161 h 457442"/>
              <a:gd name="csX2" fmla="*/ 974033 w 1308444"/>
              <a:gd name="csY2" fmla="*/ 68826 h 457442"/>
              <a:gd name="csX3" fmla="*/ 934704 w 1308444"/>
              <a:gd name="csY3" fmla="*/ 88490 h 457442"/>
              <a:gd name="csX4" fmla="*/ 846213 w 1308444"/>
              <a:gd name="csY4" fmla="*/ 108155 h 457442"/>
              <a:gd name="csX5" fmla="*/ 718394 w 1308444"/>
              <a:gd name="csY5" fmla="*/ 88490 h 457442"/>
              <a:gd name="csX6" fmla="*/ 620071 w 1308444"/>
              <a:gd name="csY6" fmla="*/ 49161 h 457442"/>
              <a:gd name="csX7" fmla="*/ 541413 w 1308444"/>
              <a:gd name="csY7" fmla="*/ 29496 h 457442"/>
              <a:gd name="csX8" fmla="*/ 511917 w 1308444"/>
              <a:gd name="csY8" fmla="*/ 19664 h 457442"/>
              <a:gd name="csX9" fmla="*/ 384097 w 1308444"/>
              <a:gd name="csY9" fmla="*/ 9832 h 457442"/>
              <a:gd name="csX10" fmla="*/ 315271 w 1308444"/>
              <a:gd name="csY10" fmla="*/ 0 h 457442"/>
              <a:gd name="csX11" fmla="*/ 108794 w 1308444"/>
              <a:gd name="csY11" fmla="*/ 39329 h 457442"/>
              <a:gd name="csX12" fmla="*/ 69465 w 1308444"/>
              <a:gd name="csY12" fmla="*/ 68826 h 457442"/>
              <a:gd name="csX13" fmla="*/ 10471 w 1308444"/>
              <a:gd name="csY13" fmla="*/ 108155 h 457442"/>
              <a:gd name="csX14" fmla="*/ 639 w 1308444"/>
              <a:gd name="csY14" fmla="*/ 137651 h 457442"/>
              <a:gd name="csX15" fmla="*/ 10471 w 1308444"/>
              <a:gd name="csY15" fmla="*/ 265471 h 457442"/>
              <a:gd name="csX16" fmla="*/ 59633 w 1308444"/>
              <a:gd name="csY16" fmla="*/ 304800 h 457442"/>
              <a:gd name="csX17" fmla="*/ 98962 w 1308444"/>
              <a:gd name="csY17" fmla="*/ 314632 h 457442"/>
              <a:gd name="csX18" fmla="*/ 157955 w 1308444"/>
              <a:gd name="csY18" fmla="*/ 334296 h 457442"/>
              <a:gd name="csX19" fmla="*/ 275942 w 1308444"/>
              <a:gd name="csY19" fmla="*/ 383458 h 457442"/>
              <a:gd name="csX20" fmla="*/ 325104 w 1308444"/>
              <a:gd name="csY20" fmla="*/ 393290 h 457442"/>
              <a:gd name="csX21" fmla="*/ 364433 w 1308444"/>
              <a:gd name="csY21" fmla="*/ 403122 h 457442"/>
              <a:gd name="csX22" fmla="*/ 551246 w 1308444"/>
              <a:gd name="csY22" fmla="*/ 422787 h 457442"/>
              <a:gd name="csX23" fmla="*/ 610239 w 1308444"/>
              <a:gd name="csY23" fmla="*/ 442451 h 457442"/>
              <a:gd name="csX24" fmla="*/ 1072355 w 1308444"/>
              <a:gd name="csY24" fmla="*/ 442451 h 457442"/>
              <a:gd name="csX25" fmla="*/ 1111684 w 1308444"/>
              <a:gd name="csY25" fmla="*/ 412955 h 457442"/>
              <a:gd name="csX26" fmla="*/ 1151013 w 1308444"/>
              <a:gd name="csY26" fmla="*/ 393290 h 457442"/>
              <a:gd name="csX27" fmla="*/ 1170678 w 1308444"/>
              <a:gd name="csY27" fmla="*/ 363793 h 457442"/>
              <a:gd name="csX28" fmla="*/ 1200175 w 1308444"/>
              <a:gd name="csY28" fmla="*/ 334296 h 457442"/>
              <a:gd name="csX29" fmla="*/ 1239504 w 1308444"/>
              <a:gd name="csY29" fmla="*/ 314632 h 457442"/>
              <a:gd name="csX30" fmla="*/ 1269001 w 1308444"/>
              <a:gd name="csY30" fmla="*/ 294967 h 457442"/>
              <a:gd name="csX31" fmla="*/ 1308330 w 1308444"/>
              <a:gd name="csY31" fmla="*/ 235974 h 457442"/>
              <a:gd name="csX32" fmla="*/ 1298497 w 1308444"/>
              <a:gd name="csY32" fmla="*/ 127819 h 457442"/>
              <a:gd name="csX33" fmla="*/ 1239504 w 1308444"/>
              <a:gd name="csY33" fmla="*/ 58993 h 457442"/>
              <a:gd name="csX34" fmla="*/ 1210007 w 1308444"/>
              <a:gd name="csY34" fmla="*/ 39329 h 457442"/>
              <a:gd name="csX35" fmla="*/ 1111684 w 1308444"/>
              <a:gd name="csY35" fmla="*/ 29496 h 457442"/>
              <a:gd name="csX36" fmla="*/ 1082188 w 1308444"/>
              <a:gd name="csY36" fmla="*/ 19664 h 457442"/>
              <a:gd name="csX37" fmla="*/ 1042859 w 1308444"/>
              <a:gd name="csY37" fmla="*/ 9832 h 457442"/>
              <a:gd name="csX38" fmla="*/ 1082188 w 1308444"/>
              <a:gd name="csY38" fmla="*/ 29496 h 4574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1308444" h="457442">
                <a:moveTo>
                  <a:pt x="1082188" y="29496"/>
                </a:moveTo>
                <a:cubicBezTo>
                  <a:pt x="1080549" y="36051"/>
                  <a:pt x="1049613" y="43129"/>
                  <a:pt x="1033026" y="49161"/>
                </a:cubicBezTo>
                <a:cubicBezTo>
                  <a:pt x="1013546" y="56245"/>
                  <a:pt x="992573" y="59556"/>
                  <a:pt x="974033" y="68826"/>
                </a:cubicBezTo>
                <a:cubicBezTo>
                  <a:pt x="960923" y="75381"/>
                  <a:pt x="948428" y="83344"/>
                  <a:pt x="934704" y="88490"/>
                </a:cubicBezTo>
                <a:cubicBezTo>
                  <a:pt x="918839" y="94439"/>
                  <a:pt x="859557" y="105486"/>
                  <a:pt x="846213" y="108155"/>
                </a:cubicBezTo>
                <a:cubicBezTo>
                  <a:pt x="826945" y="105746"/>
                  <a:pt x="745416" y="97497"/>
                  <a:pt x="718394" y="88490"/>
                </a:cubicBezTo>
                <a:cubicBezTo>
                  <a:pt x="684906" y="77328"/>
                  <a:pt x="654316" y="57722"/>
                  <a:pt x="620071" y="49161"/>
                </a:cubicBezTo>
                <a:cubicBezTo>
                  <a:pt x="593852" y="42606"/>
                  <a:pt x="567052" y="38042"/>
                  <a:pt x="541413" y="29496"/>
                </a:cubicBezTo>
                <a:cubicBezTo>
                  <a:pt x="531581" y="26219"/>
                  <a:pt x="522201" y="20949"/>
                  <a:pt x="511917" y="19664"/>
                </a:cubicBezTo>
                <a:cubicBezTo>
                  <a:pt x="469514" y="14364"/>
                  <a:pt x="426617" y="14084"/>
                  <a:pt x="384097" y="9832"/>
                </a:cubicBezTo>
                <a:cubicBezTo>
                  <a:pt x="361037" y="7526"/>
                  <a:pt x="338213" y="3277"/>
                  <a:pt x="315271" y="0"/>
                </a:cubicBezTo>
                <a:cubicBezTo>
                  <a:pt x="217967" y="11447"/>
                  <a:pt x="176249" y="-2831"/>
                  <a:pt x="108794" y="39329"/>
                </a:cubicBezTo>
                <a:cubicBezTo>
                  <a:pt x="94898" y="48014"/>
                  <a:pt x="82890" y="59429"/>
                  <a:pt x="69465" y="68826"/>
                </a:cubicBezTo>
                <a:cubicBezTo>
                  <a:pt x="50103" y="82379"/>
                  <a:pt x="10471" y="108155"/>
                  <a:pt x="10471" y="108155"/>
                </a:cubicBezTo>
                <a:cubicBezTo>
                  <a:pt x="7194" y="117987"/>
                  <a:pt x="639" y="127287"/>
                  <a:pt x="639" y="137651"/>
                </a:cubicBezTo>
                <a:cubicBezTo>
                  <a:pt x="639" y="180384"/>
                  <a:pt x="-3751" y="225175"/>
                  <a:pt x="10471" y="265471"/>
                </a:cubicBezTo>
                <a:cubicBezTo>
                  <a:pt x="17456" y="285260"/>
                  <a:pt x="41288" y="294608"/>
                  <a:pt x="59633" y="304800"/>
                </a:cubicBezTo>
                <a:cubicBezTo>
                  <a:pt x="71446" y="311362"/>
                  <a:pt x="86019" y="310749"/>
                  <a:pt x="98962" y="314632"/>
                </a:cubicBezTo>
                <a:cubicBezTo>
                  <a:pt x="118816" y="320588"/>
                  <a:pt x="138636" y="326783"/>
                  <a:pt x="157955" y="334296"/>
                </a:cubicBezTo>
                <a:cubicBezTo>
                  <a:pt x="197664" y="349739"/>
                  <a:pt x="234163" y="375103"/>
                  <a:pt x="275942" y="383458"/>
                </a:cubicBezTo>
                <a:cubicBezTo>
                  <a:pt x="292329" y="386735"/>
                  <a:pt x="308790" y="389665"/>
                  <a:pt x="325104" y="393290"/>
                </a:cubicBezTo>
                <a:cubicBezTo>
                  <a:pt x="338295" y="396221"/>
                  <a:pt x="351077" y="401067"/>
                  <a:pt x="364433" y="403122"/>
                </a:cubicBezTo>
                <a:cubicBezTo>
                  <a:pt x="389471" y="406974"/>
                  <a:pt x="530145" y="420677"/>
                  <a:pt x="551246" y="422787"/>
                </a:cubicBezTo>
                <a:cubicBezTo>
                  <a:pt x="570910" y="429342"/>
                  <a:pt x="590130" y="437424"/>
                  <a:pt x="610239" y="442451"/>
                </a:cubicBezTo>
                <a:cubicBezTo>
                  <a:pt x="743642" y="475802"/>
                  <a:pt x="1041542" y="443203"/>
                  <a:pt x="1072355" y="442451"/>
                </a:cubicBezTo>
                <a:cubicBezTo>
                  <a:pt x="1085465" y="432619"/>
                  <a:pt x="1097788" y="421640"/>
                  <a:pt x="1111684" y="412955"/>
                </a:cubicBezTo>
                <a:cubicBezTo>
                  <a:pt x="1124113" y="405187"/>
                  <a:pt x="1139753" y="402673"/>
                  <a:pt x="1151013" y="393290"/>
                </a:cubicBezTo>
                <a:cubicBezTo>
                  <a:pt x="1160091" y="385725"/>
                  <a:pt x="1163113" y="372871"/>
                  <a:pt x="1170678" y="363793"/>
                </a:cubicBezTo>
                <a:cubicBezTo>
                  <a:pt x="1179580" y="353111"/>
                  <a:pt x="1188860" y="342378"/>
                  <a:pt x="1200175" y="334296"/>
                </a:cubicBezTo>
                <a:cubicBezTo>
                  <a:pt x="1212102" y="325777"/>
                  <a:pt x="1226778" y="321904"/>
                  <a:pt x="1239504" y="314632"/>
                </a:cubicBezTo>
                <a:cubicBezTo>
                  <a:pt x="1249764" y="308769"/>
                  <a:pt x="1259169" y="301522"/>
                  <a:pt x="1269001" y="294967"/>
                </a:cubicBezTo>
                <a:cubicBezTo>
                  <a:pt x="1282111" y="275303"/>
                  <a:pt x="1310470" y="259511"/>
                  <a:pt x="1308330" y="235974"/>
                </a:cubicBezTo>
                <a:cubicBezTo>
                  <a:pt x="1305052" y="199922"/>
                  <a:pt x="1305597" y="163316"/>
                  <a:pt x="1298497" y="127819"/>
                </a:cubicBezTo>
                <a:cubicBezTo>
                  <a:pt x="1290780" y="89232"/>
                  <a:pt x="1269008" y="80067"/>
                  <a:pt x="1239504" y="58993"/>
                </a:cubicBezTo>
                <a:cubicBezTo>
                  <a:pt x="1229888" y="52125"/>
                  <a:pt x="1221521" y="41986"/>
                  <a:pt x="1210007" y="39329"/>
                </a:cubicBezTo>
                <a:cubicBezTo>
                  <a:pt x="1177913" y="31923"/>
                  <a:pt x="1144458" y="32774"/>
                  <a:pt x="1111684" y="29496"/>
                </a:cubicBezTo>
                <a:cubicBezTo>
                  <a:pt x="1101852" y="26219"/>
                  <a:pt x="1092153" y="22511"/>
                  <a:pt x="1082188" y="19664"/>
                </a:cubicBezTo>
                <a:cubicBezTo>
                  <a:pt x="1069195" y="15952"/>
                  <a:pt x="1048903" y="21918"/>
                  <a:pt x="1042859" y="9832"/>
                </a:cubicBezTo>
                <a:cubicBezTo>
                  <a:pt x="1038224" y="562"/>
                  <a:pt x="1083827" y="22941"/>
                  <a:pt x="1082188" y="29496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F3F56E0-69C7-BD31-A78D-282EFCB24E56}"/>
              </a:ext>
            </a:extLst>
          </p:cNvPr>
          <p:cNvCxnSpPr/>
          <p:nvPr/>
        </p:nvCxnSpPr>
        <p:spPr>
          <a:xfrm>
            <a:off x="2236667" y="3057832"/>
            <a:ext cx="2855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606634-4515-230D-1A9D-E9D3BF642822}"/>
              </a:ext>
            </a:extLst>
          </p:cNvPr>
          <p:cNvCxnSpPr/>
          <p:nvPr/>
        </p:nvCxnSpPr>
        <p:spPr>
          <a:xfrm>
            <a:off x="2093882" y="4596581"/>
            <a:ext cx="2855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01B604A6-2CC1-C501-7032-45CA21DAD170}"/>
              </a:ext>
            </a:extLst>
          </p:cNvPr>
          <p:cNvSpPr txBox="1"/>
          <p:nvPr/>
        </p:nvSpPr>
        <p:spPr>
          <a:xfrm>
            <a:off x="1022860" y="4121952"/>
            <a:ext cx="934065" cy="383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N=14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F26771B-1714-9C8C-2609-BEFFA40EF33A}"/>
              </a:ext>
            </a:extLst>
          </p:cNvPr>
          <p:cNvCxnSpPr/>
          <p:nvPr/>
        </p:nvCxnSpPr>
        <p:spPr>
          <a:xfrm>
            <a:off x="6735097" y="3001910"/>
            <a:ext cx="845574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939AE61-08E2-5266-5BC0-956FE1E9488F}"/>
              </a:ext>
            </a:extLst>
          </p:cNvPr>
          <p:cNvCxnSpPr/>
          <p:nvPr/>
        </p:nvCxnSpPr>
        <p:spPr>
          <a:xfrm>
            <a:off x="6821492" y="4452166"/>
            <a:ext cx="845574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4EE634E3-E3C3-9FDB-06C1-B690C0858C08}"/>
              </a:ext>
            </a:extLst>
          </p:cNvPr>
          <p:cNvSpPr txBox="1"/>
          <p:nvPr/>
        </p:nvSpPr>
        <p:spPr>
          <a:xfrm>
            <a:off x="9345515" y="3165987"/>
            <a:ext cx="934065" cy="383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N=15</a:t>
            </a:r>
          </a:p>
        </p:txBody>
      </p:sp>
    </p:spTree>
    <p:extLst>
      <p:ext uri="{BB962C8B-B14F-4D97-AF65-F5344CB8AC3E}">
        <p14:creationId xmlns:p14="http://schemas.microsoft.com/office/powerpoint/2010/main" val="9859508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0A73D6D-872B-7014-40E9-3487FE691648}"/>
              </a:ext>
            </a:extLst>
          </p:cNvPr>
          <p:cNvGrpSpPr/>
          <p:nvPr/>
        </p:nvGrpSpPr>
        <p:grpSpPr>
          <a:xfrm>
            <a:off x="2694151" y="1"/>
            <a:ext cx="1818855" cy="4057741"/>
            <a:chOff x="4773667" y="1907530"/>
            <a:chExt cx="1927040" cy="434042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72C17BC-2367-39F2-C3B8-7FAA74A9F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567" r="67580"/>
            <a:stretch>
              <a:fillRect/>
            </a:stretch>
          </p:blipFill>
          <p:spPr>
            <a:xfrm>
              <a:off x="4773667" y="1907530"/>
              <a:ext cx="1165039" cy="4340429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694A068-4A44-F2AF-106F-4B13DE7F7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6358" r="6732"/>
            <a:stretch>
              <a:fillRect/>
            </a:stretch>
          </p:blipFill>
          <p:spPr>
            <a:xfrm>
              <a:off x="5938707" y="1907530"/>
              <a:ext cx="762000" cy="4340429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4DEA170-A7EE-CBDA-C6B6-D4CBB8B0879F}"/>
              </a:ext>
            </a:extLst>
          </p:cNvPr>
          <p:cNvGrpSpPr/>
          <p:nvPr/>
        </p:nvGrpSpPr>
        <p:grpSpPr>
          <a:xfrm>
            <a:off x="2694150" y="4057743"/>
            <a:ext cx="1666826" cy="2800257"/>
            <a:chOff x="8387874" y="2609847"/>
            <a:chExt cx="2222975" cy="334025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AEB6EC7-28F0-A442-0A6F-04E9133F0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074" r="61220"/>
            <a:stretch>
              <a:fillRect/>
            </a:stretch>
          </p:blipFill>
          <p:spPr>
            <a:xfrm>
              <a:off x="8387874" y="2609848"/>
              <a:ext cx="1460974" cy="334025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2EF2814-B8D2-80E3-3DD9-A75EEDE82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6111" r="7353"/>
            <a:stretch>
              <a:fillRect/>
            </a:stretch>
          </p:blipFill>
          <p:spPr>
            <a:xfrm>
              <a:off x="9848848" y="2609847"/>
              <a:ext cx="762001" cy="3340251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CF5C1EB-404D-EB41-02BA-3A87273429D6}"/>
              </a:ext>
            </a:extLst>
          </p:cNvPr>
          <p:cNvSpPr txBox="1"/>
          <p:nvPr/>
        </p:nvSpPr>
        <p:spPr>
          <a:xfrm>
            <a:off x="460432" y="604620"/>
            <a:ext cx="15558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C00000"/>
                </a:solidFill>
              </a:rPr>
              <a:t>Planting_pts</a:t>
            </a:r>
            <a:endParaRPr lang="en-US" sz="2000" dirty="0">
              <a:solidFill>
                <a:srgbClr val="C0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156EC7-13ED-A6A2-4962-28B9F5523E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2762" y="99548"/>
            <a:ext cx="3010320" cy="665890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A5E916B-A628-6EE6-B2CA-FBEBA25F494C}"/>
              </a:ext>
            </a:extLst>
          </p:cNvPr>
          <p:cNvCxnSpPr/>
          <p:nvPr/>
        </p:nvCxnSpPr>
        <p:spPr>
          <a:xfrm>
            <a:off x="2452370" y="1410929"/>
            <a:ext cx="2855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FC154F7-413E-D7D6-E0C6-4127A7088486}"/>
              </a:ext>
            </a:extLst>
          </p:cNvPr>
          <p:cNvCxnSpPr/>
          <p:nvPr/>
        </p:nvCxnSpPr>
        <p:spPr>
          <a:xfrm>
            <a:off x="2408581" y="2635045"/>
            <a:ext cx="2855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40C46B2-4EA5-8D2E-8D79-48D566029498}"/>
              </a:ext>
            </a:extLst>
          </p:cNvPr>
          <p:cNvCxnSpPr/>
          <p:nvPr/>
        </p:nvCxnSpPr>
        <p:spPr>
          <a:xfrm>
            <a:off x="2408581" y="3790336"/>
            <a:ext cx="2855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7376373-10F7-5F7D-58F0-CEB5FD9AB56D}"/>
              </a:ext>
            </a:extLst>
          </p:cNvPr>
          <p:cNvCxnSpPr/>
          <p:nvPr/>
        </p:nvCxnSpPr>
        <p:spPr>
          <a:xfrm>
            <a:off x="2452370" y="6179574"/>
            <a:ext cx="2855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DFC7D31-5E2B-9F5D-B105-880A81F9AD14}"/>
              </a:ext>
            </a:extLst>
          </p:cNvPr>
          <p:cNvCxnSpPr/>
          <p:nvPr/>
        </p:nvCxnSpPr>
        <p:spPr>
          <a:xfrm>
            <a:off x="2452370" y="5048864"/>
            <a:ext cx="2855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2711AFA-15D4-CC8F-0EBF-B9C76EF63186}"/>
              </a:ext>
            </a:extLst>
          </p:cNvPr>
          <p:cNvCxnSpPr/>
          <p:nvPr/>
        </p:nvCxnSpPr>
        <p:spPr>
          <a:xfrm>
            <a:off x="6995090" y="6184490"/>
            <a:ext cx="2855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AACBED3-9FE7-23DF-12F0-8F773B5B38CE}"/>
              </a:ext>
            </a:extLst>
          </p:cNvPr>
          <p:cNvCxnSpPr/>
          <p:nvPr/>
        </p:nvCxnSpPr>
        <p:spPr>
          <a:xfrm>
            <a:off x="6985431" y="1602658"/>
            <a:ext cx="2855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C398D91-5E74-42E9-0B6D-1D480F80BB53}"/>
              </a:ext>
            </a:extLst>
          </p:cNvPr>
          <p:cNvCxnSpPr/>
          <p:nvPr/>
        </p:nvCxnSpPr>
        <p:spPr>
          <a:xfrm>
            <a:off x="6926004" y="2723536"/>
            <a:ext cx="2855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F917A81-D2D1-DB07-6AFD-2DF204815818}"/>
              </a:ext>
            </a:extLst>
          </p:cNvPr>
          <p:cNvSpPr txBox="1"/>
          <p:nvPr/>
        </p:nvSpPr>
        <p:spPr>
          <a:xfrm>
            <a:off x="1044701" y="2841522"/>
            <a:ext cx="1099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N=23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9CA85BB-141D-CBD7-0285-5D05D861C55B}"/>
              </a:ext>
            </a:extLst>
          </p:cNvPr>
          <p:cNvCxnSpPr/>
          <p:nvPr/>
        </p:nvCxnSpPr>
        <p:spPr>
          <a:xfrm>
            <a:off x="6950411" y="5058696"/>
            <a:ext cx="2855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09EEEDE-C5EB-8C95-E82E-6C970C082F2B}"/>
              </a:ext>
            </a:extLst>
          </p:cNvPr>
          <p:cNvCxnSpPr/>
          <p:nvPr/>
        </p:nvCxnSpPr>
        <p:spPr>
          <a:xfrm>
            <a:off x="6926004" y="3898491"/>
            <a:ext cx="2855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7DFC0CD-1E7D-8B61-7A51-0F4A133B0594}"/>
              </a:ext>
            </a:extLst>
          </p:cNvPr>
          <p:cNvSpPr txBox="1"/>
          <p:nvPr/>
        </p:nvSpPr>
        <p:spPr>
          <a:xfrm>
            <a:off x="10047666" y="2841522"/>
            <a:ext cx="1099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N=22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F7EE2F1-ABBC-32C7-DC12-F8F9A0B22CB9}"/>
              </a:ext>
            </a:extLst>
          </p:cNvPr>
          <p:cNvCxnSpPr/>
          <p:nvPr/>
        </p:nvCxnSpPr>
        <p:spPr>
          <a:xfrm>
            <a:off x="4513006" y="530942"/>
            <a:ext cx="2555782" cy="736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E230B3D-EBC8-190D-57D6-03188CF32BB9}"/>
              </a:ext>
            </a:extLst>
          </p:cNvPr>
          <p:cNvCxnSpPr/>
          <p:nvPr/>
        </p:nvCxnSpPr>
        <p:spPr>
          <a:xfrm>
            <a:off x="4513006" y="804675"/>
            <a:ext cx="27229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096B4F7-2A53-E799-8CB1-4D82AD79EFCB}"/>
              </a:ext>
            </a:extLst>
          </p:cNvPr>
          <p:cNvCxnSpPr/>
          <p:nvPr/>
        </p:nvCxnSpPr>
        <p:spPr>
          <a:xfrm>
            <a:off x="4513006" y="1004730"/>
            <a:ext cx="26985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912FD82-6BFF-25BA-2B46-C6E2CA5F886D}"/>
              </a:ext>
            </a:extLst>
          </p:cNvPr>
          <p:cNvCxnSpPr/>
          <p:nvPr/>
        </p:nvCxnSpPr>
        <p:spPr>
          <a:xfrm>
            <a:off x="4591665" y="1268361"/>
            <a:ext cx="26199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6974A47-6402-7519-112C-33505A8D441F}"/>
              </a:ext>
            </a:extLst>
          </p:cNvPr>
          <p:cNvCxnSpPr/>
          <p:nvPr/>
        </p:nvCxnSpPr>
        <p:spPr>
          <a:xfrm flipV="1">
            <a:off x="4513006" y="1514168"/>
            <a:ext cx="2698567" cy="884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A5321F3-E5C9-80D6-4ED3-376E19FC0F87}"/>
              </a:ext>
            </a:extLst>
          </p:cNvPr>
          <p:cNvCxnSpPr/>
          <p:nvPr/>
        </p:nvCxnSpPr>
        <p:spPr>
          <a:xfrm flipV="1">
            <a:off x="4513006" y="1730477"/>
            <a:ext cx="2624868" cy="786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08438E9-31F1-3C8B-C665-6535DA875C0C}"/>
              </a:ext>
            </a:extLst>
          </p:cNvPr>
          <p:cNvCxnSpPr>
            <a:stCxn id="4" idx="3"/>
          </p:cNvCxnSpPr>
          <p:nvPr/>
        </p:nvCxnSpPr>
        <p:spPr>
          <a:xfrm flipV="1">
            <a:off x="4513006" y="1927123"/>
            <a:ext cx="2624868" cy="1017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472A56F-3FCD-36DF-31EA-F1198956DD3D}"/>
              </a:ext>
            </a:extLst>
          </p:cNvPr>
          <p:cNvCxnSpPr>
            <a:cxnSpLocks/>
          </p:cNvCxnSpPr>
          <p:nvPr/>
        </p:nvCxnSpPr>
        <p:spPr>
          <a:xfrm flipV="1">
            <a:off x="4513006" y="2182761"/>
            <a:ext cx="2723536" cy="884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F594E70-C9D4-2008-5F92-0AFE7567EE1B}"/>
              </a:ext>
            </a:extLst>
          </p:cNvPr>
          <p:cNvCxnSpPr/>
          <p:nvPr/>
        </p:nvCxnSpPr>
        <p:spPr>
          <a:xfrm flipV="1">
            <a:off x="4513006" y="2379406"/>
            <a:ext cx="2698567" cy="1278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2984720-671C-8C5A-939C-3917F5720A31}"/>
              </a:ext>
            </a:extLst>
          </p:cNvPr>
          <p:cNvCxnSpPr/>
          <p:nvPr/>
        </p:nvCxnSpPr>
        <p:spPr>
          <a:xfrm flipV="1">
            <a:off x="4513006" y="2635045"/>
            <a:ext cx="2722974" cy="884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3D8F6FD-F07C-D701-F216-62E4344E15F9}"/>
              </a:ext>
            </a:extLst>
          </p:cNvPr>
          <p:cNvCxnSpPr/>
          <p:nvPr/>
        </p:nvCxnSpPr>
        <p:spPr>
          <a:xfrm>
            <a:off x="4513006" y="3026188"/>
            <a:ext cx="2624868" cy="34925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F337E13-06EC-8D55-0B9E-8297B5FDB9D8}"/>
              </a:ext>
            </a:extLst>
          </p:cNvPr>
          <p:cNvCxnSpPr/>
          <p:nvPr/>
        </p:nvCxnSpPr>
        <p:spPr>
          <a:xfrm flipV="1">
            <a:off x="4513006" y="2841522"/>
            <a:ext cx="2698567" cy="3693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7A6BAC9-F83B-B49C-2995-D2E70DC6A3DC}"/>
              </a:ext>
            </a:extLst>
          </p:cNvPr>
          <p:cNvCxnSpPr>
            <a:cxnSpLocks/>
          </p:cNvCxnSpPr>
          <p:nvPr/>
        </p:nvCxnSpPr>
        <p:spPr>
          <a:xfrm flipV="1">
            <a:off x="4513006" y="3106994"/>
            <a:ext cx="2713704" cy="322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06BBE58-E2B8-E3C1-8B36-1B0F1E4CB773}"/>
              </a:ext>
            </a:extLst>
          </p:cNvPr>
          <p:cNvCxnSpPr/>
          <p:nvPr/>
        </p:nvCxnSpPr>
        <p:spPr>
          <a:xfrm flipV="1">
            <a:off x="4513006" y="3333135"/>
            <a:ext cx="2698567" cy="3736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CA39FE4-E334-F5D5-3B83-56711DCDBB8D}"/>
              </a:ext>
            </a:extLst>
          </p:cNvPr>
          <p:cNvCxnSpPr/>
          <p:nvPr/>
        </p:nvCxnSpPr>
        <p:spPr>
          <a:xfrm flipV="1">
            <a:off x="4513006" y="3578942"/>
            <a:ext cx="2698567" cy="3195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07AE678-AD48-525F-9259-1FA82C2F027B}"/>
              </a:ext>
            </a:extLst>
          </p:cNvPr>
          <p:cNvCxnSpPr/>
          <p:nvPr/>
        </p:nvCxnSpPr>
        <p:spPr>
          <a:xfrm flipV="1">
            <a:off x="4513006" y="3790336"/>
            <a:ext cx="2698567" cy="3687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CD67F94-F84C-A0CE-5840-1B592C63D580}"/>
              </a:ext>
            </a:extLst>
          </p:cNvPr>
          <p:cNvCxnSpPr/>
          <p:nvPr/>
        </p:nvCxnSpPr>
        <p:spPr>
          <a:xfrm flipV="1">
            <a:off x="4513006" y="4057742"/>
            <a:ext cx="2624868" cy="347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E77E505-2431-A95D-3AEC-2C90E4C074CE}"/>
              </a:ext>
            </a:extLst>
          </p:cNvPr>
          <p:cNvCxnSpPr/>
          <p:nvPr/>
        </p:nvCxnSpPr>
        <p:spPr>
          <a:xfrm flipV="1">
            <a:off x="4513006" y="4227871"/>
            <a:ext cx="2624868" cy="4522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315FCAB-48AC-38BC-F10F-6A8FADA34107}"/>
              </a:ext>
            </a:extLst>
          </p:cNvPr>
          <p:cNvCxnSpPr/>
          <p:nvPr/>
        </p:nvCxnSpPr>
        <p:spPr>
          <a:xfrm flipV="1">
            <a:off x="4513006" y="4404852"/>
            <a:ext cx="2698567" cy="5112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E2C0E1E1-7789-742A-FCC6-4330C0ECBD9F}"/>
              </a:ext>
            </a:extLst>
          </p:cNvPr>
          <p:cNvSpPr/>
          <p:nvPr/>
        </p:nvSpPr>
        <p:spPr>
          <a:xfrm>
            <a:off x="2732011" y="171213"/>
            <a:ext cx="522466" cy="222077"/>
          </a:xfrm>
          <a:custGeom>
            <a:avLst/>
            <a:gdLst>
              <a:gd name="csX0" fmla="*/ 473305 w 522466"/>
              <a:gd name="csY0" fmla="*/ 15600 h 222077"/>
              <a:gd name="csX1" fmla="*/ 198002 w 522466"/>
              <a:gd name="csY1" fmla="*/ 5768 h 222077"/>
              <a:gd name="csX2" fmla="*/ 119344 w 522466"/>
              <a:gd name="csY2" fmla="*/ 15600 h 222077"/>
              <a:gd name="csX3" fmla="*/ 21021 w 522466"/>
              <a:gd name="csY3" fmla="*/ 45097 h 222077"/>
              <a:gd name="csX4" fmla="*/ 1357 w 522466"/>
              <a:gd name="csY4" fmla="*/ 74593 h 222077"/>
              <a:gd name="csX5" fmla="*/ 50518 w 522466"/>
              <a:gd name="csY5" fmla="*/ 163084 h 222077"/>
              <a:gd name="csX6" fmla="*/ 99679 w 522466"/>
              <a:gd name="csY6" fmla="*/ 192581 h 222077"/>
              <a:gd name="csX7" fmla="*/ 394647 w 522466"/>
              <a:gd name="csY7" fmla="*/ 222077 h 222077"/>
              <a:gd name="csX8" fmla="*/ 512634 w 522466"/>
              <a:gd name="csY8" fmla="*/ 172916 h 222077"/>
              <a:gd name="csX9" fmla="*/ 522466 w 522466"/>
              <a:gd name="csY9" fmla="*/ 143419 h 222077"/>
              <a:gd name="csX10" fmla="*/ 492970 w 522466"/>
              <a:gd name="csY10" fmla="*/ 45097 h 222077"/>
              <a:gd name="csX11" fmla="*/ 473305 w 522466"/>
              <a:gd name="csY11" fmla="*/ 15600 h 2220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522466" h="222077">
                <a:moveTo>
                  <a:pt x="473305" y="15600"/>
                </a:moveTo>
                <a:cubicBezTo>
                  <a:pt x="424144" y="9045"/>
                  <a:pt x="430737" y="-9248"/>
                  <a:pt x="198002" y="5768"/>
                </a:cubicBezTo>
                <a:cubicBezTo>
                  <a:pt x="171633" y="7469"/>
                  <a:pt x="145408" y="11256"/>
                  <a:pt x="119344" y="15600"/>
                </a:cubicBezTo>
                <a:cubicBezTo>
                  <a:pt x="89622" y="20554"/>
                  <a:pt x="47251" y="36354"/>
                  <a:pt x="21021" y="45097"/>
                </a:cubicBezTo>
                <a:cubicBezTo>
                  <a:pt x="14466" y="54929"/>
                  <a:pt x="2662" y="62849"/>
                  <a:pt x="1357" y="74593"/>
                </a:cubicBezTo>
                <a:cubicBezTo>
                  <a:pt x="-4974" y="131576"/>
                  <a:pt x="10741" y="136566"/>
                  <a:pt x="50518" y="163084"/>
                </a:cubicBezTo>
                <a:cubicBezTo>
                  <a:pt x="66419" y="173685"/>
                  <a:pt x="81842" y="185721"/>
                  <a:pt x="99679" y="192581"/>
                </a:cubicBezTo>
                <a:cubicBezTo>
                  <a:pt x="189345" y="227068"/>
                  <a:pt x="308947" y="218182"/>
                  <a:pt x="394647" y="222077"/>
                </a:cubicBezTo>
                <a:cubicBezTo>
                  <a:pt x="441588" y="210342"/>
                  <a:pt x="480555" y="211411"/>
                  <a:pt x="512634" y="172916"/>
                </a:cubicBezTo>
                <a:cubicBezTo>
                  <a:pt x="519269" y="164954"/>
                  <a:pt x="519189" y="153251"/>
                  <a:pt x="522466" y="143419"/>
                </a:cubicBezTo>
                <a:cubicBezTo>
                  <a:pt x="506691" y="48770"/>
                  <a:pt x="524147" y="117843"/>
                  <a:pt x="492970" y="45097"/>
                </a:cubicBezTo>
                <a:cubicBezTo>
                  <a:pt x="473825" y="425"/>
                  <a:pt x="522466" y="22155"/>
                  <a:pt x="473305" y="15600"/>
                </a:cubicBezTo>
                <a:close/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B7CCD46-EAD9-7BB3-138E-DC8F9785C533}"/>
              </a:ext>
            </a:extLst>
          </p:cNvPr>
          <p:cNvCxnSpPr/>
          <p:nvPr/>
        </p:nvCxnSpPr>
        <p:spPr>
          <a:xfrm flipV="1">
            <a:off x="4513006" y="4680155"/>
            <a:ext cx="2698567" cy="4719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6CEF064-EA10-FFF2-876C-2F44C271342A}"/>
              </a:ext>
            </a:extLst>
          </p:cNvPr>
          <p:cNvCxnSpPr/>
          <p:nvPr/>
        </p:nvCxnSpPr>
        <p:spPr>
          <a:xfrm flipV="1">
            <a:off x="4513006" y="4916129"/>
            <a:ext cx="2624868" cy="5417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2C0F9EC-E0E3-DC4A-57C5-535B2353ABE3}"/>
              </a:ext>
            </a:extLst>
          </p:cNvPr>
          <p:cNvCxnSpPr/>
          <p:nvPr/>
        </p:nvCxnSpPr>
        <p:spPr>
          <a:xfrm flipV="1">
            <a:off x="4513006" y="5152103"/>
            <a:ext cx="2624868" cy="5014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AACB700-0685-A7ED-9F50-C4406EA53D1B}"/>
              </a:ext>
            </a:extLst>
          </p:cNvPr>
          <p:cNvCxnSpPr/>
          <p:nvPr/>
        </p:nvCxnSpPr>
        <p:spPr>
          <a:xfrm flipV="1">
            <a:off x="4513006" y="5358581"/>
            <a:ext cx="2624868" cy="5407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256EFB5-D008-3523-E596-C25DB309A08F}"/>
              </a:ext>
            </a:extLst>
          </p:cNvPr>
          <p:cNvCxnSpPr/>
          <p:nvPr/>
        </p:nvCxnSpPr>
        <p:spPr>
          <a:xfrm flipV="1">
            <a:off x="4513006" y="5653548"/>
            <a:ext cx="2624868" cy="4522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F0E95C6-23E4-BF02-6C3C-D4E579664E76}"/>
              </a:ext>
            </a:extLst>
          </p:cNvPr>
          <p:cNvCxnSpPr/>
          <p:nvPr/>
        </p:nvCxnSpPr>
        <p:spPr>
          <a:xfrm flipV="1">
            <a:off x="4513006" y="5840361"/>
            <a:ext cx="2684207" cy="4719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F0B77FC-0FBD-F098-3DED-603CD5CB4643}"/>
              </a:ext>
            </a:extLst>
          </p:cNvPr>
          <p:cNvCxnSpPr/>
          <p:nvPr/>
        </p:nvCxnSpPr>
        <p:spPr>
          <a:xfrm flipV="1">
            <a:off x="4513006" y="6046839"/>
            <a:ext cx="2684207" cy="4719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30E3A3B-9CF3-A270-DCD4-4204619D2202}"/>
              </a:ext>
            </a:extLst>
          </p:cNvPr>
          <p:cNvCxnSpPr/>
          <p:nvPr/>
        </p:nvCxnSpPr>
        <p:spPr>
          <a:xfrm flipV="1">
            <a:off x="4513006" y="6312310"/>
            <a:ext cx="2684207" cy="4461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56179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508B9E8-BD55-8C46-5F7F-630956DD887F}"/>
              </a:ext>
            </a:extLst>
          </p:cNvPr>
          <p:cNvGrpSpPr/>
          <p:nvPr/>
        </p:nvGrpSpPr>
        <p:grpSpPr>
          <a:xfrm>
            <a:off x="656916" y="1612599"/>
            <a:ext cx="2459910" cy="4276923"/>
            <a:chOff x="3143250" y="2519319"/>
            <a:chExt cx="1714501" cy="318171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F66F23D-CB9C-6330-37E5-74A8BBC1C4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674" r="72106"/>
            <a:stretch>
              <a:fillRect/>
            </a:stretch>
          </p:blipFill>
          <p:spPr>
            <a:xfrm>
              <a:off x="3143250" y="2519319"/>
              <a:ext cx="971550" cy="3181718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FBF2CEB-D37C-577D-0DD2-33F45B737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3008"/>
            <a:stretch>
              <a:fillRect/>
            </a:stretch>
          </p:blipFill>
          <p:spPr>
            <a:xfrm>
              <a:off x="4114800" y="2519319"/>
              <a:ext cx="742951" cy="3181718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96E8E33-7E0F-50CB-B12A-39C420483BBC}"/>
              </a:ext>
            </a:extLst>
          </p:cNvPr>
          <p:cNvSpPr txBox="1"/>
          <p:nvPr/>
        </p:nvSpPr>
        <p:spPr>
          <a:xfrm>
            <a:off x="967248" y="539687"/>
            <a:ext cx="2808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C00000"/>
                </a:solidFill>
              </a:rPr>
              <a:t>Restoration_areas</a:t>
            </a:r>
            <a:endParaRPr lang="en-US" sz="2000" dirty="0">
              <a:solidFill>
                <a:srgbClr val="C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CFA6E7-166E-E7FE-CAF7-7928DD5CF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0037" y="1518618"/>
            <a:ext cx="4155485" cy="366298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86D96E0-D204-FC11-89F3-A492F64E25A2}"/>
              </a:ext>
            </a:extLst>
          </p:cNvPr>
          <p:cNvCxnSpPr/>
          <p:nvPr/>
        </p:nvCxnSpPr>
        <p:spPr>
          <a:xfrm flipV="1">
            <a:off x="3116826" y="2605548"/>
            <a:ext cx="2595716" cy="2261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0429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47A83F-1EE6-4FAA-F371-FE942A8D2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702" y="1321087"/>
            <a:ext cx="2724530" cy="11717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EB4477-ADC5-E228-056C-8D46FCF4F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799" y="3793595"/>
            <a:ext cx="3019846" cy="114316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52113D3-5730-C2F9-08D2-96952DFCFCC7}"/>
              </a:ext>
            </a:extLst>
          </p:cNvPr>
          <p:cNvGrpSpPr/>
          <p:nvPr/>
        </p:nvGrpSpPr>
        <p:grpSpPr>
          <a:xfrm>
            <a:off x="1418747" y="1028077"/>
            <a:ext cx="2641976" cy="1757760"/>
            <a:chOff x="4220940" y="1280408"/>
            <a:chExt cx="2834377" cy="199100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EFFD752-550B-8CBD-B11E-5E86CF1A0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83753"/>
            <a:stretch>
              <a:fillRect/>
            </a:stretch>
          </p:blipFill>
          <p:spPr>
            <a:xfrm>
              <a:off x="4220940" y="1280408"/>
              <a:ext cx="1471938" cy="199100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5373A4C-B169-7165-8E7D-E99179D54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4961"/>
            <a:stretch>
              <a:fillRect/>
            </a:stretch>
          </p:blipFill>
          <p:spPr>
            <a:xfrm>
              <a:off x="5692878" y="1280408"/>
              <a:ext cx="1362439" cy="1991003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B3B79A2-6638-FDFA-88F8-7060B010DF6A}"/>
              </a:ext>
            </a:extLst>
          </p:cNvPr>
          <p:cNvGrpSpPr/>
          <p:nvPr/>
        </p:nvGrpSpPr>
        <p:grpSpPr>
          <a:xfrm>
            <a:off x="1724228" y="3718908"/>
            <a:ext cx="2609522" cy="1590897"/>
            <a:chOff x="8454054" y="4741464"/>
            <a:chExt cx="2609522" cy="159089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8BD4FEE-78C5-753E-8497-30D096769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82835"/>
            <a:stretch>
              <a:fillRect/>
            </a:stretch>
          </p:blipFill>
          <p:spPr>
            <a:xfrm>
              <a:off x="8454054" y="4741464"/>
              <a:ext cx="1506023" cy="159089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1F6410F-27DE-3A4B-7F37-20A23960E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87423"/>
            <a:stretch>
              <a:fillRect/>
            </a:stretch>
          </p:blipFill>
          <p:spPr>
            <a:xfrm>
              <a:off x="9960077" y="4741464"/>
              <a:ext cx="1103499" cy="15908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60091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1d0e217-264e-400a-8ba0-57dcc127d72d}" enabled="0" method="" siteId="{11d0e217-264e-400a-8ba0-57dcc127d72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13915</TotalTime>
  <Words>3311</Words>
  <Application>Microsoft Office PowerPoint</Application>
  <PresentationFormat>Widescreen</PresentationFormat>
  <Paragraphs>733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7" baseType="lpstr">
      <vt:lpstr>Aptos</vt:lpstr>
      <vt:lpstr>Aptos Display</vt:lpstr>
      <vt:lpstr>Aptos Narrow</vt:lpstr>
      <vt:lpstr>Arial</vt:lpstr>
      <vt:lpstr>Calibri</vt:lpstr>
      <vt:lpstr>Courier New</vt:lpstr>
      <vt:lpstr>Lucida Console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Pete Dowty</dc:creator>
  <cp:keywords/>
  <dc:description/>
  <cp:lastModifiedBy>DOWTY, PETER (DNR)</cp:lastModifiedBy>
  <cp:revision>33</cp:revision>
  <dcterms:created xsi:type="dcterms:W3CDTF">2026-02-18T17:07:24Z</dcterms:created>
  <dcterms:modified xsi:type="dcterms:W3CDTF">2026-06-03T22:27:00Z</dcterms:modified>
  <cp:category/>
</cp:coreProperties>
</file>